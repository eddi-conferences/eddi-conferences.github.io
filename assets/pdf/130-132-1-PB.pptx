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4" d="100"/>
          <a:sy n="84" d="100"/>
        </p:scale>
        <p:origin x="-269" y="2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067707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indent="304800" algn="ctr">
              <a:buSzPct val="100000"/>
              <a:defRPr sz="4800"/>
            </a:lvl1pPr>
            <a:lvl2pPr indent="304800" algn="ctr">
              <a:buSzPct val="100000"/>
              <a:defRPr sz="4800"/>
            </a:lvl2pPr>
            <a:lvl3pPr indent="304800" algn="ctr">
              <a:buSzPct val="100000"/>
              <a:defRPr sz="4800"/>
            </a:lvl3pPr>
            <a:lvl4pPr indent="304800" algn="ctr">
              <a:buSzPct val="100000"/>
              <a:defRPr sz="4800"/>
            </a:lvl4pPr>
            <a:lvl5pPr indent="304800" algn="ctr">
              <a:buSzPct val="100000"/>
              <a:defRPr sz="4800"/>
            </a:lvl5pPr>
            <a:lvl6pPr indent="304800" algn="ctr">
              <a:buSzPct val="100000"/>
              <a:defRPr sz="4800"/>
            </a:lvl6pPr>
            <a:lvl7pPr indent="304800" algn="ctr">
              <a:buSzPct val="100000"/>
              <a:defRPr sz="4800"/>
            </a:lvl7pPr>
            <a:lvl8pPr indent="304800" algn="ctr">
              <a:buSzPct val="100000"/>
              <a:defRPr sz="4800"/>
            </a:lvl8pPr>
            <a:lvl9pPr indent="304800"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73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marL="0" indent="19050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/>
            </a:lvl1pPr>
            <a:lvl2pPr indent="457200">
              <a:defRPr/>
            </a:lvl2pPr>
            <a:lvl3pPr indent="914400">
              <a:defRPr/>
            </a:lvl3pPr>
            <a:lvl4pPr indent="1371600"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25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25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285750" indent="-171450"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marL="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1pPr>
            <a:lvl2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2pPr>
            <a:lvl3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342900" indent="-15240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marL="742950" indent="-133350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marL="1143000" indent="-76200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marL="16002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marL="20574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marL="25146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marL="29718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marL="34290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marL="3886200" indent="-114300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ctrTitle"/>
          </p:nvPr>
        </p:nvSpPr>
        <p:spPr>
          <a:xfrm>
            <a:off x="685800" y="948117"/>
            <a:ext cx="77724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DDI User Group Denmark</a:t>
            </a:r>
          </a:p>
        </p:txBody>
      </p:sp>
      <p:sp>
        <p:nvSpPr>
          <p:cNvPr id="24" name="Shape 24"/>
          <p:cNvSpPr txBox="1">
            <a:spLocks noGrp="1"/>
          </p:cNvSpPr>
          <p:nvPr>
            <p:ph type="subTitle" idx="1"/>
          </p:nvPr>
        </p:nvSpPr>
        <p:spPr>
          <a:xfrm>
            <a:off x="685800" y="3041553"/>
            <a:ext cx="7772400" cy="784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2013-12-04 EDDI-2013 French Data Archives for Social Sciences</a:t>
            </a:r>
          </a:p>
          <a:p>
            <a:endParaRPr lang="en" sz="1800">
              <a:solidFill>
                <a:schemeClr val="dk1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1669525" y="3750150"/>
            <a:ext cx="2344250" cy="1159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1028400" y="2256750"/>
            <a:ext cx="7429799" cy="784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1371600" lvl="0" indent="457200" algn="l" rtl="0">
              <a:buNone/>
            </a:pPr>
            <a:r>
              <a:rPr lang="en" sz="2000" b="1">
                <a:solidFill>
                  <a:schemeClr val="dk1"/>
                </a:solidFill>
              </a:rPr>
              <a:t>Mogens Grosen	Statistics Denmark</a:t>
            </a:r>
          </a:p>
          <a:p>
            <a:pPr marL="1828800" indent="0" algn="l">
              <a:buNone/>
            </a:pPr>
            <a:r>
              <a:rPr lang="en" sz="2000" b="1">
                <a:solidFill>
                  <a:schemeClr val="dk1"/>
                </a:solidFill>
              </a:rPr>
              <a:t>Jannik Jensen		National Danish Archives </a:t>
            </a:r>
          </a:p>
        </p:txBody>
      </p:sp>
      <p:sp>
        <p:nvSpPr>
          <p:cNvPr id="27" name="Shape 27"/>
          <p:cNvSpPr/>
          <p:nvPr/>
        </p:nvSpPr>
        <p:spPr>
          <a:xfrm>
            <a:off x="5426575" y="3917725"/>
            <a:ext cx="2344249" cy="97705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 sz="4000"/>
              <a:t>Agenda</a:t>
            </a:r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93750"/>
              <a:buFont typeface="Arial"/>
              <a:buAutoNum type="arabicPeriod"/>
            </a:pPr>
            <a:r>
              <a:rPr lang="en" sz="3200"/>
              <a:t>Background</a:t>
            </a:r>
          </a:p>
          <a:p>
            <a:pPr marL="457200" lvl="0" indent="-431800" rtl="0"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 sz="3200"/>
              <a:t>Vision statement</a:t>
            </a:r>
          </a:p>
          <a:p>
            <a:pPr marL="457200" lvl="0" indent="-431800" rtl="0"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 sz="3200"/>
              <a:t>Missions</a:t>
            </a:r>
          </a:p>
          <a:p>
            <a:pPr marL="457200" lvl="0" indent="-431800" rtl="0"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 sz="3200"/>
              <a:t>Roadmap objectives</a:t>
            </a:r>
          </a:p>
          <a:p>
            <a:endParaRPr lang="en" sz="3200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 dirty="0" smtClean="0"/>
              <a:t>Background - challenges</a:t>
            </a:r>
            <a:endParaRPr lang="en" dirty="0"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76200" indent="0">
              <a:lnSpc>
                <a:spcPct val="80000"/>
              </a:lnSpc>
              <a:spcBef>
                <a:spcPts val="400"/>
              </a:spcBef>
              <a:buSzPct val="166666"/>
            </a:pPr>
            <a:r>
              <a:rPr lang="en" sz="2400" dirty="0" smtClean="0"/>
              <a:t>Tradition </a:t>
            </a:r>
          </a:p>
          <a:p>
            <a:pPr marL="419100" indent="-342900">
              <a:lnSpc>
                <a:spcPct val="80000"/>
              </a:lnSpc>
              <a:spcBef>
                <a:spcPts val="400"/>
              </a:spcBef>
              <a:buSzPct val="166666"/>
              <a:buFont typeface="Arial" panose="020B0604020202020204" pitchFamily="34" charset="0"/>
              <a:buChar char="•"/>
            </a:pPr>
            <a:r>
              <a:rPr lang="en" sz="2400" dirty="0" smtClean="0"/>
              <a:t>Use standards for building cost-effective systems</a:t>
            </a:r>
          </a:p>
          <a:p>
            <a:pPr marL="419100" indent="-342900">
              <a:lnSpc>
                <a:spcPct val="80000"/>
              </a:lnSpc>
              <a:spcBef>
                <a:spcPts val="400"/>
              </a:spcBef>
              <a:buSzPct val="166666"/>
              <a:buFont typeface="Arial" panose="020B0604020202020204" pitchFamily="34" charset="0"/>
              <a:buChar char="•"/>
            </a:pPr>
            <a:r>
              <a:rPr lang="en" sz="2400" dirty="0" smtClean="0"/>
              <a:t>Use metadata to document existing information</a:t>
            </a:r>
          </a:p>
          <a:p>
            <a:pPr marL="457200" lvl="0" indent="-381000">
              <a:lnSpc>
                <a:spcPct val="80000"/>
              </a:lnSpc>
              <a:spcBef>
                <a:spcPts val="400"/>
              </a:spcBef>
              <a:buSzPct val="166666"/>
              <a:buFont typeface="Arial"/>
              <a:buChar char="•"/>
            </a:pPr>
            <a:r>
              <a:rPr lang="en" sz="2400" dirty="0" smtClean="0"/>
              <a:t>Lacking </a:t>
            </a:r>
            <a:r>
              <a:rPr lang="en" sz="2400" dirty="0"/>
              <a:t>international </a:t>
            </a:r>
            <a:r>
              <a:rPr lang="en" sz="2400" dirty="0" smtClean="0"/>
              <a:t>focus /model (GSBPM, GSIM etc)</a:t>
            </a:r>
          </a:p>
          <a:p>
            <a:pPr marL="76200" indent="0">
              <a:lnSpc>
                <a:spcPct val="80000"/>
              </a:lnSpc>
              <a:spcBef>
                <a:spcPts val="400"/>
              </a:spcBef>
              <a:buSzPct val="166666"/>
            </a:pPr>
            <a:r>
              <a:rPr lang="en" sz="2400" dirty="0" smtClean="0"/>
              <a:t>Today:</a:t>
            </a:r>
          </a:p>
          <a:p>
            <a:pPr marL="419100" indent="-342900">
              <a:lnSpc>
                <a:spcPct val="80000"/>
              </a:lnSpc>
              <a:spcBef>
                <a:spcPts val="400"/>
              </a:spcBef>
              <a:buSzPct val="166666"/>
              <a:buFont typeface="Arial" panose="020B0604020202020204" pitchFamily="34" charset="0"/>
              <a:buChar char="•"/>
            </a:pPr>
            <a:r>
              <a:rPr lang="en" sz="2400" dirty="0" smtClean="0"/>
              <a:t>How to build legitimate democratic information societies in a globalized world?</a:t>
            </a:r>
          </a:p>
          <a:p>
            <a:pPr marL="419100" indent="-342900">
              <a:lnSpc>
                <a:spcPct val="80000"/>
              </a:lnSpc>
              <a:spcBef>
                <a:spcPts val="400"/>
              </a:spcBef>
              <a:buSzPct val="166666"/>
              <a:buFont typeface="Arial" panose="020B0604020202020204" pitchFamily="34" charset="0"/>
              <a:buChar char="•"/>
            </a:pPr>
            <a:r>
              <a:rPr lang="en" sz="2400" dirty="0" smtClean="0"/>
              <a:t>Information </a:t>
            </a:r>
            <a:r>
              <a:rPr lang="en" sz="2400" dirty="0" smtClean="0"/>
              <a:t>should be used as a common democratic, </a:t>
            </a:r>
            <a:r>
              <a:rPr lang="en" sz="2400" dirty="0" smtClean="0"/>
              <a:t>knowledge </a:t>
            </a:r>
            <a:r>
              <a:rPr lang="en" sz="2400" dirty="0" smtClean="0"/>
              <a:t>and political ressource</a:t>
            </a:r>
          </a:p>
          <a:p>
            <a:pPr marL="419100" indent="-342900">
              <a:lnSpc>
                <a:spcPct val="80000"/>
              </a:lnSpc>
              <a:spcBef>
                <a:spcPts val="400"/>
              </a:spcBef>
              <a:buSzPct val="166666"/>
              <a:buFont typeface="Arial" panose="020B0604020202020204" pitchFamily="34" charset="0"/>
              <a:buChar char="•"/>
            </a:pPr>
            <a:r>
              <a:rPr lang="en" sz="2400" dirty="0" smtClean="0"/>
              <a:t>How to avoid medieval </a:t>
            </a:r>
            <a:r>
              <a:rPr lang="en" sz="2400" dirty="0" smtClean="0"/>
              <a:t>kingdoms </a:t>
            </a:r>
            <a:r>
              <a:rPr lang="en" sz="2400" dirty="0" smtClean="0"/>
              <a:t>each figthing to protect their own data and metadata?</a:t>
            </a:r>
            <a:endParaRPr lang="en" sz="2400" dirty="0"/>
          </a:p>
          <a:p>
            <a:pPr marL="76200" lvl="0" indent="0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66666"/>
            </a:pPr>
            <a:endParaRPr lang="en" sz="2400" dirty="0" smtClean="0"/>
          </a:p>
          <a:p>
            <a:pPr marL="76200" lvl="0" indent="0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66666"/>
            </a:pPr>
            <a:r>
              <a:rPr lang="en" sz="2400" dirty="0" smtClean="0"/>
              <a:t> </a:t>
            </a:r>
            <a:endParaRPr lang="en" sz="2400" dirty="0"/>
          </a:p>
          <a:p>
            <a:endParaRPr lang="en" sz="2400" dirty="0"/>
          </a:p>
          <a:p>
            <a:endParaRPr lang="en" sz="2400" dirty="0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Background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 dirty="0" smtClean="0">
                <a:solidFill>
                  <a:srgbClr val="274E13"/>
                </a:solidFill>
              </a:rPr>
              <a:t>Initiatives</a:t>
            </a:r>
            <a:endParaRPr lang="en" dirty="0">
              <a:solidFill>
                <a:srgbClr val="274E13"/>
              </a:solidFill>
            </a:endParaRPr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DDA is migrating their collection -changed curation workflow and opening their dissemination systems of reuse to target DDI-L</a:t>
            </a:r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DST is restructuring their production and dissemination systems to target GSBPM, GSIM and DDI-L</a:t>
            </a:r>
          </a:p>
          <a:p>
            <a:pPr marL="457200" lvl="0" indent="-3810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A Danish dialog of metadata exchange has been formed and is continuing 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229600" cy="1382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buNone/>
            </a:pPr>
            <a:r>
              <a:rPr lang="en" sz="3200" b="0"/>
              <a:t>Dialog of danish metadata:</a:t>
            </a:r>
            <a:r>
              <a:rPr lang="en" sz="3800" b="0"/>
              <a:t> </a:t>
            </a:r>
          </a:p>
          <a:p>
            <a:pPr lvl="0" algn="ctr" rtl="0">
              <a:buNone/>
            </a:pPr>
            <a:r>
              <a:rPr lang="en"/>
              <a:t>DDI user group Denmark</a:t>
            </a:r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457200" y="2206000"/>
            <a:ext cx="8229600" cy="2719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 b="1" dirty="0">
                <a:solidFill>
                  <a:srgbClr val="1155CC"/>
                </a:solidFill>
              </a:rPr>
              <a:t>Our vision is to encourage, facilitate and accommodate the use of DDI </a:t>
            </a:r>
            <a:r>
              <a:rPr lang="en" b="1" dirty="0" smtClean="0">
                <a:solidFill>
                  <a:srgbClr val="1155CC"/>
                </a:solidFill>
              </a:rPr>
              <a:t>in danish infrastructure</a:t>
            </a:r>
            <a:endParaRPr lang="en" b="1" dirty="0">
              <a:solidFill>
                <a:srgbClr val="1155CC"/>
              </a:solidFill>
            </a:endParaRPr>
          </a:p>
        </p:txBody>
      </p:sp>
      <p:sp>
        <p:nvSpPr>
          <p:cNvPr id="52" name="Shape 52"/>
          <p:cNvSpPr txBox="1"/>
          <p:nvPr/>
        </p:nvSpPr>
        <p:spPr>
          <a:xfrm>
            <a:off x="2245950" y="1794500"/>
            <a:ext cx="4652099" cy="925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en" sz="3600" b="1">
                <a:solidFill>
                  <a:schemeClr val="dk1"/>
                </a:solidFill>
              </a:rPr>
              <a:t>Vision statement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Missions for codename: DDI4DK</a:t>
            </a:r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Exchange of well formed metadata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ControledVocabs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Alignment, discussion, usage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Citation of metadata via DDI URN / DOI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Building up a Danish metadata portals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DDI-RDF usage -translation and linkage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Alignment of terms / concepts</a:t>
            </a:r>
          </a:p>
          <a:p>
            <a:pPr marL="914400" lvl="1" indent="-3810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Automation of DDI-L to DDI-RDF to Sparql endpoint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DDI4DK missions continued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dirty="0"/>
              <a:t>Outreach towards organizations i Denmark</a:t>
            </a:r>
          </a:p>
          <a:p>
            <a:endParaRPr lang="en" dirty="0"/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dirty="0"/>
              <a:t>Data Management </a:t>
            </a:r>
            <a:r>
              <a:rPr lang="en" dirty="0" smtClean="0"/>
              <a:t>topics – dialog and solutions</a:t>
            </a:r>
            <a:endParaRPr lang="en" dirty="0"/>
          </a:p>
          <a:p>
            <a:endParaRPr lang="en" dirty="0"/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dirty="0"/>
              <a:t>Training in DDI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DDI4DK mission roadmap</a:t>
            </a:r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Here and now -international EDDI-2013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Danish media -research infrastructure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Danish conferences / seminars 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User group meetings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Training sessions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News letters</a:t>
            </a:r>
          </a:p>
          <a:p>
            <a:pPr marL="457200" lvl="0" indent="-4191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Web site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Thanks - Q&amp;A</a:t>
            </a:r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38100" lvl="0" indent="0" rtl="0">
              <a:spcBef>
                <a:spcPts val="0"/>
              </a:spcBef>
              <a:buClr>
                <a:schemeClr val="dk1"/>
              </a:buClr>
              <a:buSzPct val="166666"/>
            </a:pPr>
            <a:r>
              <a:rPr lang="en" dirty="0" smtClean="0"/>
              <a:t>Contact</a:t>
            </a:r>
            <a:endParaRPr lang="en" dirty="0"/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dirty="0"/>
              <a:t>Mogens Grosen </a:t>
            </a:r>
            <a:r>
              <a:rPr lang="en" dirty="0" smtClean="0"/>
              <a:t>– mgn@dst.dk</a:t>
            </a:r>
            <a:endParaRPr lang="en" dirty="0"/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dirty="0"/>
              <a:t>Jannik Jensen </a:t>
            </a:r>
            <a:r>
              <a:rPr lang="en" dirty="0" smtClean="0"/>
              <a:t>– jvj@sa.sk</a:t>
            </a:r>
            <a:endParaRPr lang="e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272</Words>
  <Application>Microsoft Office PowerPoint</Application>
  <PresentationFormat>Skærmshow (16:9)</PresentationFormat>
  <Paragraphs>56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9</vt:i4>
      </vt:variant>
    </vt:vector>
  </HeadingPairs>
  <TitlesOfParts>
    <vt:vector size="10" baseType="lpstr">
      <vt:lpstr>simple-light</vt:lpstr>
      <vt:lpstr>DDI User Group Denmark</vt:lpstr>
      <vt:lpstr>Agenda</vt:lpstr>
      <vt:lpstr>Background - challenges</vt:lpstr>
      <vt:lpstr>Background</vt:lpstr>
      <vt:lpstr>Dialog of danish metadata:  DDI user group Denmark</vt:lpstr>
      <vt:lpstr>Missions for codename: DDI4DK</vt:lpstr>
      <vt:lpstr>DDI4DK missions continued</vt:lpstr>
      <vt:lpstr>DDI4DK mission roadmap</vt:lpstr>
      <vt:lpstr>Thanks - 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DDI User Group Denmark</dc:title>
  <dc:creator>Dstmove</dc:creator>
  <cp:lastModifiedBy>Movebar</cp:lastModifiedBy>
  <cp:revision>3</cp:revision>
  <dcterms:modified xsi:type="dcterms:W3CDTF">2013-12-04T12:56:34Z</dcterms:modified>
</cp:coreProperties>
</file>