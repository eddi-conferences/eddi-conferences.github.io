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8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9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10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1.xml" ContentType="application/vnd.openxmlformats-officedocument.theme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theme/theme12.xml" ContentType="application/vnd.openxmlformats-officedocument.theme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theme/theme13.xml" ContentType="application/vnd.openxmlformats-officedocument.theme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14.xml" ContentType="application/vnd.openxmlformats-officedocument.theme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theme/theme15.xml" ContentType="application/vnd.openxmlformats-officedocument.theme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theme/theme16.xml" ContentType="application/vnd.openxmlformats-officedocument.theme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theme/theme17.xml" ContentType="application/vnd.openxmlformats-officedocument.theme+xml"/>
  <Override PartName="/ppt/theme/themeOverride1.xml" ContentType="application/vnd.openxmlformats-officedocument.themeOverride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theme/theme18.xml" ContentType="application/vnd.openxmlformats-officedocument.theme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theme/theme19.xml" ContentType="application/vnd.openxmlformats-officedocument.theme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theme/theme20.xml" ContentType="application/vnd.openxmlformats-officedocument.theme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theme/theme21.xml" ContentType="application/vnd.openxmlformats-officedocument.theme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theme/theme22.xml" ContentType="application/vnd.openxmlformats-officedocument.theme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theme/theme23.xml" ContentType="application/vnd.openxmlformats-officedocument.theme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theme/theme24.xml" ContentType="application/vnd.openxmlformats-officedocument.theme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theme/theme25.xml" ContentType="application/vnd.openxmlformats-officedocument.theme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theme/theme26.xml" ContentType="application/vnd.openxmlformats-officedocument.theme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theme/theme27.xml" ContentType="application/vnd.openxmlformats-officedocument.theme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theme/theme28.xml" ContentType="application/vnd.openxmlformats-officedocument.theme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theme/theme29.xml" ContentType="application/vnd.openxmlformats-officedocument.theme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theme/theme30.xml" ContentType="application/vnd.openxmlformats-officedocument.theme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  <p:sldMasterId id="2147483651" r:id="rId3"/>
    <p:sldMasterId id="2147483653" r:id="rId4"/>
    <p:sldMasterId id="2147483654" r:id="rId5"/>
    <p:sldMasterId id="2147483655" r:id="rId6"/>
    <p:sldMasterId id="2147483656" r:id="rId7"/>
    <p:sldMasterId id="2147483657" r:id="rId8"/>
    <p:sldMasterId id="2147483658" r:id="rId9"/>
    <p:sldMasterId id="2147483659" r:id="rId10"/>
    <p:sldMasterId id="2147483661" r:id="rId11"/>
    <p:sldMasterId id="2147483662" r:id="rId12"/>
    <p:sldMasterId id="2147483663" r:id="rId13"/>
    <p:sldMasterId id="2147483664" r:id="rId14"/>
    <p:sldMasterId id="2147483665" r:id="rId15"/>
    <p:sldMasterId id="2147483666" r:id="rId16"/>
    <p:sldMasterId id="2147484022" r:id="rId17"/>
    <p:sldMasterId id="2147484034" r:id="rId18"/>
    <p:sldMasterId id="2147484046" r:id="rId19"/>
    <p:sldMasterId id="2147484058" r:id="rId20"/>
    <p:sldMasterId id="2147484070" r:id="rId21"/>
    <p:sldMasterId id="2147484082" r:id="rId22"/>
    <p:sldMasterId id="2147484094" r:id="rId23"/>
    <p:sldMasterId id="2147484106" r:id="rId24"/>
    <p:sldMasterId id="2147484118" r:id="rId25"/>
    <p:sldMasterId id="2147484130" r:id="rId26"/>
    <p:sldMasterId id="2147484142" r:id="rId27"/>
    <p:sldMasterId id="2147484154" r:id="rId28"/>
    <p:sldMasterId id="2147484166" r:id="rId29"/>
    <p:sldMasterId id="2147484178" r:id="rId30"/>
    <p:sldMasterId id="2147484190" r:id="rId31"/>
  </p:sldMasterIdLst>
  <p:notesMasterIdLst>
    <p:notesMasterId r:id="rId44"/>
  </p:notesMasterIdLst>
  <p:handoutMasterIdLst>
    <p:handoutMasterId r:id="rId45"/>
  </p:handoutMasterIdLst>
  <p:sldIdLst>
    <p:sldId id="335" r:id="rId32"/>
    <p:sldId id="331" r:id="rId33"/>
    <p:sldId id="332" r:id="rId34"/>
    <p:sldId id="333" r:id="rId35"/>
    <p:sldId id="334" r:id="rId36"/>
    <p:sldId id="324" r:id="rId37"/>
    <p:sldId id="325" r:id="rId38"/>
    <p:sldId id="326" r:id="rId39"/>
    <p:sldId id="327" r:id="rId40"/>
    <p:sldId id="328" r:id="rId41"/>
    <p:sldId id="329" r:id="rId42"/>
    <p:sldId id="259" r:id="rId43"/>
  </p:sldIdLst>
  <p:sldSz cx="9144000" cy="6858000" type="screen4x3"/>
  <p:notesSz cx="6781800" cy="99187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C07C98"/>
    <a:srgbClr val="007AC0"/>
    <a:srgbClr val="FFE66B"/>
    <a:srgbClr val="3F9DD3"/>
    <a:srgbClr val="3168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33" autoAdjust="0"/>
    <p:restoredTop sz="85215" autoAdjust="0"/>
  </p:normalViewPr>
  <p:slideViewPr>
    <p:cSldViewPr>
      <p:cViewPr>
        <p:scale>
          <a:sx n="69" d="100"/>
          <a:sy n="69" d="100"/>
        </p:scale>
        <p:origin x="-1206" y="-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12"/>
    </p:cViewPr>
  </p:sorterViewPr>
  <p:notesViewPr>
    <p:cSldViewPr>
      <p:cViewPr varScale="1">
        <p:scale>
          <a:sx n="122" d="100"/>
          <a:sy n="122" d="100"/>
        </p:scale>
        <p:origin x="-324" y="-114"/>
      </p:cViewPr>
      <p:guideLst>
        <p:guide orient="horz" pos="3124"/>
        <p:guide pos="21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8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3.xml"/><Relationship Id="rId42" Type="http://schemas.openxmlformats.org/officeDocument/2006/relationships/slide" Target="slides/slide11.xml"/><Relationship Id="rId47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1.xml"/><Relationship Id="rId37" Type="http://schemas.openxmlformats.org/officeDocument/2006/relationships/slide" Target="slides/slide6.xml"/><Relationship Id="rId40" Type="http://schemas.openxmlformats.org/officeDocument/2006/relationships/slide" Target="slides/slide9.xml"/><Relationship Id="rId45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5.xml"/><Relationship Id="rId49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4.xml"/><Relationship Id="rId43" Type="http://schemas.openxmlformats.org/officeDocument/2006/relationships/slide" Target="slides/slide12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2.xml"/><Relationship Id="rId38" Type="http://schemas.openxmlformats.org/officeDocument/2006/relationships/slide" Target="slides/slide7.xml"/><Relationship Id="rId46" Type="http://schemas.openxmlformats.org/officeDocument/2006/relationships/presProps" Target="presProps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1750" y="1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5B98C02-D64A-4D49-8BA4-C3ABA02340D5}" type="datetime1">
              <a:rPr lang="nl-NL"/>
              <a:pPr>
                <a:defRPr/>
              </a:pPr>
              <a:t>4-12-2013</a:t>
            </a:fld>
            <a:endParaRPr lang="nl-NL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1814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1750" y="9421814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AF4D85DA-0D37-4327-B7B6-4BE2F12C6CA0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6716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1750" y="1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0969B8E2-79D0-4708-99EC-DB897A2923B6}" type="datetime1">
              <a:rPr lang="nl-NL"/>
              <a:pPr>
                <a:defRPr/>
              </a:pPr>
              <a:t>4-12-2013</a:t>
            </a:fld>
            <a:endParaRPr lang="nl-NL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1225" y="744538"/>
            <a:ext cx="4959350" cy="3719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7864" y="4711700"/>
            <a:ext cx="5426075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 smtClean="0"/>
              <a:t>Klik om de opmaakprofielen van de modeltekst te bewerken</a:t>
            </a:r>
          </a:p>
          <a:p>
            <a:pPr lvl="1"/>
            <a:r>
              <a:rPr lang="nl-NL" noProof="0" smtClean="0"/>
              <a:t>Tweede niveau</a:t>
            </a:r>
          </a:p>
          <a:p>
            <a:pPr lvl="2"/>
            <a:r>
              <a:rPr lang="nl-NL" noProof="0" smtClean="0"/>
              <a:t>Derde niveau</a:t>
            </a:r>
          </a:p>
          <a:p>
            <a:pPr lvl="3"/>
            <a:r>
              <a:rPr lang="nl-NL" noProof="0" smtClean="0"/>
              <a:t>Vierde niveau</a:t>
            </a:r>
          </a:p>
          <a:p>
            <a:pPr lvl="4"/>
            <a:r>
              <a:rPr lang="nl-NL" noProof="0" smtClean="0"/>
              <a:t>Vijfde niveau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1814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1750" y="9421814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D7405831-B461-43DD-9552-440AA2A21607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9556921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7.xml"/><Relationship Id="rId1" Type="http://schemas.openxmlformats.org/officeDocument/2006/relationships/themeOverride" Target="../theme/themeOverride1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549275"/>
            <a:ext cx="8569325" cy="1295400"/>
          </a:xfrm>
        </p:spPr>
        <p:txBody>
          <a:bodyPr anchor="t"/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Hier komt de titel</a:t>
            </a:r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55875" y="1989138"/>
            <a:ext cx="6337300" cy="1943100"/>
          </a:xfrm>
        </p:spPr>
        <p:txBody>
          <a:bodyPr/>
          <a:lstStyle>
            <a:lvl1pPr marL="0" indent="0" algn="r">
              <a:defRPr/>
            </a:lvl1pPr>
          </a:lstStyle>
          <a:p>
            <a:r>
              <a:rPr lang="en-US"/>
              <a:t>Hier komt de ondertitel</a:t>
            </a:r>
          </a:p>
          <a:p>
            <a:endParaRPr lang="en-US"/>
          </a:p>
          <a:p>
            <a:r>
              <a:rPr lang="en-US"/>
              <a:t>En auteurs/presenters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06F572E-33D8-4763-A001-B570C3B6CEDF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D718E2-10DC-4491-8E21-0E941B95E4E7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9047C-E75D-451F-8A09-B2720E657F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B382A-3B7C-4335-87E9-B8FF640575AD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699B5F-277E-4396-B518-E67C4C439E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1484313"/>
            <a:ext cx="36322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1484313"/>
            <a:ext cx="36322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E09CB0-FFC5-432C-A383-91CB8CCF12D4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BEA34-497F-413A-9279-8080718249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5473DA-A85D-4AAC-A35A-CECB5CAED1DE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355F2A-D681-4D7C-AFAD-A60A1D5653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29E78-E4CE-47CC-A01D-CC04D8B0715D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4B5F1-5DFD-4B00-BBAE-1CA8062ECB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F137DA-BC9A-4DD7-8B74-F0A168443393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313569-D7F9-4659-A31F-F09B7519CC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AABE9-0553-4234-8F3A-95891DBA8FAF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2A9FB1-F9AD-4DDC-9B57-8B0AEA31F0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605A73-F55E-4725-A84D-829C58926901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68FE0-7EF4-493A-B551-CEC1CD2B9B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AE75AD-9610-4562-B8E8-8B6120E7E745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A4A705-456A-433E-A8CC-9377C7F98D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430213"/>
            <a:ext cx="1854200" cy="61674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430213"/>
            <a:ext cx="5410200" cy="61674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821FD0-2AF9-4BC0-A95E-E391866424D2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4B7737-87C3-4773-A0A6-25D5926F44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  <a:prstGeom prst="rect">
            <a:avLst/>
          </a:prstGeo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07950" y="6381750"/>
            <a:ext cx="1079500" cy="339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7950" y="6049963"/>
            <a:ext cx="1079500" cy="3317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200E27-60D4-4273-BA02-2A9082484143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F9A21B-0820-4C1C-8786-D3AE27D192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C0CD6-0E9D-4011-80E6-D1576C48F7C5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8245F-2AF6-4D44-8B37-E9E5EFAE7C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FE81E7-96AB-42A5-90EB-7A3DC74EB318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18F642-E1CF-412D-9AC9-81D1D94C36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662BEF-15E2-4FAB-8F5E-39E5DEFCF537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111F62-029D-415B-8D53-56E86F27A3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E2499A-ABE3-4E28-97B1-9B305F541FE6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A6D60-C718-431F-AE3E-1C75DF98E6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78B2E-3376-46F3-A5AD-3B157562F867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30D62B-3998-448E-906E-5264DE1620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F0C1C-44FA-4D68-AB5A-13DEB8FD090D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6C20C-8B21-4B0E-96AC-514EB41B21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BDD5C-A29C-4C9E-9E8F-B4925C5C91F4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FCAB21-17B4-4D99-8F9A-B479F9A57E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989E5-CCA0-4242-B51F-3A1FAE20C54C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387DA-3857-4036-A3F3-59741B9B57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FD9DAD-6408-4BD6-AE09-D96D80F8845D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4E3397-2D11-44C7-AF2B-3702E2DB29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D0E6C-8C55-4174-B450-157C439ABD8B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4A8B0F-AF9F-4C7E-B8E4-0D74D95D61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6A9F33-13E8-4397-8F6D-1DB5445DACAA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13C69E-029E-4B42-A18F-31D4537CB1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717718-DC92-4205-8D65-BB3835A3333D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26C7F-729B-4AA4-A7F0-B21BA9CFB1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5BD99-37F6-4A9E-933B-C1C9969B6B75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375A81-34AB-436F-9D36-2CD1676ED3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D6CC66-6355-4930-A54E-E025B4CDC701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8C9CE-6844-4AEF-B5A8-C1D9C9141E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1B915-ADC1-4CF9-8B66-1FF4171A493A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7D9F6-B771-4F19-A1BE-E3732FEDA5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97698-53B4-4984-B982-1A82AB371814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15D42E-9B02-4DD0-8EAF-34E566D08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796D0-4843-4E26-9C62-90EC9601F3E2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E68C0-8C3D-4A6A-AF5C-176FE0C5E7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6EABC-1A73-490F-A1CB-0CD9BF5A5DAA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8FB3C-80BA-408B-AC45-F0034DBD65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DB248E-3E36-4B1C-A6F5-390C37684FC7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6B55B5-E30B-425F-8054-E2BFDEC312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79C11-FC23-4900-82BF-EB3E8E122468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CAD89A-9F54-4EF0-A514-D5AA553B8C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1F7126-9600-47D9-87A6-2C6E1622DDAB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0A5691-BA45-4083-89E0-9D539146B7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4532D5-8E3A-4D37-BEB3-B2D8725D8D76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0589EE-1C52-4538-8B09-5D1648F0F1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8EA186-9132-451F-BA32-B88C150B18BA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BA76A-D499-41C7-9013-C3DFB238E1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737E56-020A-436E-9F84-A1A3822835FC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D14A29-D228-4B13-9F94-F3CF5FC774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16041E-76C7-4466-9403-F00CF87D4475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CB2EB2-D06C-4333-8878-DF026222EF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4236D7-5D98-4872-A919-FD7021B5F4A0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A276E-1F22-448E-8D8B-2F20BD7D92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5E6F9-D004-49FA-84E9-C8ECDEA1E5CC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2C0EBC-0053-4BF0-82FA-5489852EE9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147F43-84B0-4F8C-8F72-9F3AC5B21EFF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5116FF-090A-4789-8D3A-4FE9E78566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D3EA9C-D75E-4E29-A0A1-DAB7C2884B90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114AC2-5CB6-417A-955B-32F7053612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4FF29-3545-4610-990B-6E00E2F47121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A6019B-22D3-4712-BA44-8F10509A17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2DC4C-0036-4F1B-86D2-25C3F6421AC4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6EE62-3E92-47BA-B28A-6A91EB17A2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A629D-CDD6-40E0-81BA-E0367046590E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87E5B8-18B3-4EF0-83D5-B59AAFF863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2EB9B-F496-4AE7-825F-DF5637766800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BA90BB-8A18-41C6-BEAE-86F059DDCF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299AF-E66F-4296-94E6-7B965E1BBF82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4764A5-B68A-4C2A-8A06-93577704A0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D8E410-86AC-4B1C-B6A1-21FC598F5FD4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C94A94-C4BD-4B60-8007-9ABB5E012F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5E721-33A4-465E-B8EB-9454C4AF14E2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FED13-025E-49BC-BF8F-C5BFEDF4D8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D190B7-4528-48BC-AE2F-81FC2AB94889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1AD6D-F574-43D1-9915-56A59DD63D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C5F8D-94FA-4D0F-A4A1-FD6992242F2B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455B61-636C-4264-B29A-7C0FBE106B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74900-E48B-4A99-9AF1-D13293BF3A9E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0556E2-D8D9-48DB-B211-EF2B386639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0EC7CB-5265-46F9-ABE2-D5B815A0572E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2D1A5-6BAA-49DB-914E-06A5FF171D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9668F-A726-42FB-8166-21DD0CDD0354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A4E83C-8B97-4ECF-8CA0-B0F60D2E44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1CAB4-BAB3-4912-A080-E943DBDE935F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CBFB33-2D6E-4A5B-AFE0-3721D6E656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9BBF3C-F838-4C26-88E0-C0526BF76690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AED423-DEE9-4865-AE6E-553CA0C1B2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7F283-7530-4215-9A83-FE12C40C3485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FFBC7-52CE-4B58-B151-67B1909FEF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25CA6F-FFC0-402E-8AF3-5BD51BB44D2D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9EFEE9-AD84-4058-9D20-255EAEFBA2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E1F1E-75B8-41C6-999C-28A1ABC62910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267D78-2AFD-4E48-A30B-C49DB394BE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6E0440-BE27-4127-8DD9-A945D9E4640F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0034A7-823B-4508-AF86-EB4DC68AA8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11E2E-4589-4153-9E88-719F8C8B420D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1E2CC0-D9DE-496C-90ED-CFFC2A0454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C64995-B22F-4362-995D-0E3755156475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D4920B-2EA0-4DB5-9002-CAB21FCAA1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BBAF2-47CA-45E2-BE64-8C0E047CAE94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423E71-C030-42BF-B978-30465292B2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2A9F0D-06BD-49DC-B6CE-7864D5B97727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EF5E8A-3F72-4284-BCB9-5B7B353476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AEB6C-1A70-45BD-9338-89016F1E5360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D53733-6719-4CA0-8A8D-C2C179749E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35C9F-B1E5-46C5-8BCF-0AD8094FE3DF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C2BAC4-FAB4-4EF2-B657-4210C3B20B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9E448-94D8-44A5-91A7-671CE36E1CC8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5970D-30E6-4B2B-A024-E44AA86A3B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EAFB2-A754-4CBF-9C4E-29AED8F4EA48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3DB99A-5C4E-4DAF-BB32-9A97D540F2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1DE635-9740-43F3-958D-12BB408887DE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AED5F-7258-4E90-8F86-56D75546B4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8BCAC-7E4A-4F20-BF09-ABA7F302C421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831977-6085-4C96-B67E-D9871B8948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46DC3-B7BB-4B6D-8262-4FB4F6D536AE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44BBB0-D84C-4F71-8F42-48BCD3A4B9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9E57C-705C-45E6-8AF5-16775A65638A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2DD600-2923-4BDB-85F0-7ADAC6AF5C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FD872F-FCF3-4E9E-A8E3-E99675E7914D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E0AB39-F32A-4947-8A1A-F4890AED50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6193D3-15EE-4A2A-B71F-A5F9453197DD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32AC64-CC9C-4750-8BA3-79716B2B5E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4CEC6-DF47-4110-A11B-C43BF29A574A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DCBFF7-01B2-4FFF-BE74-CF4DD509B6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7AFE5D-62EB-4BEA-AA7F-DBC3CDC82263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B7452-E3CB-4EEB-87BA-258F77E66C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8695D-DF5C-4CD2-9375-27E91F2D0F44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26132F-32C1-427A-ABE2-94BA79B4A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8ED551-3AF9-433B-AF56-9D15E3E2D5DA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B1F7C9-D162-4BCF-BCE1-C530B0DB47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4CE5B3-A3CF-457B-B55C-F1567CEEF1DB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91CE43-F614-4F3F-85E0-32AAB388EC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12E0A1-99C4-46FD-A52A-D0BC0D86F710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CE68CA-DFA9-44CE-A50D-39077B9AF0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CA474-9E40-494C-9A9F-8D1F1A0F4D9B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E98ACD-7D09-429C-8B7E-78E6817281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1484313"/>
            <a:ext cx="3632200" cy="4824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1484313"/>
            <a:ext cx="3632200" cy="4824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A150C1-6757-4162-A138-162F51D6F5BD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FBA718-AA7C-4C73-B53F-6FA9FBEE9E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BCF5D3-A8E6-4525-AF87-80B1EF1564D8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22765-153B-4607-8936-3D170CE20B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576D2-8EB6-45A9-8D82-A7E33B52BD68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280F70-6C2E-4A60-A69A-3C2F3EE278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42AC8C-01F3-45D5-ACC8-F12AAE84DF81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C7550-82FF-4852-B56F-5A6E471E8D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BEBE72-CA36-468D-9006-48CA3AF3593B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661E5-D216-4FDA-B12F-4A25FFD0B1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493E09-A151-45E8-9572-985FE45B1073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FE665A-6F79-4AE8-A569-677A2DB2FA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A93BF-88B5-408A-9E97-C2911D87A70A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75193-E31D-4522-A5DB-BCE6C48CFB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430213"/>
            <a:ext cx="1854200" cy="58785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430213"/>
            <a:ext cx="5410200" cy="58785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80962E-CEC0-4105-8798-6127357C924B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E2145-AAB4-49C4-BBAE-D70F22B62E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DD645-A9CE-4C9E-B6AB-82F544229AF3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298FD3-8E1A-416D-836C-CF1661526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F773A7-B944-4DD2-97C7-088A0F778F68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7A68CD-4461-4C8E-9176-3F4F5B04A3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31D4BA-0BFA-40C8-8725-09B677B0A97E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7436D-2F07-4A45-B885-56837798BD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10AA45-4506-44C4-8EDF-89FF500D8072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BDCF0-30CC-4360-A6CC-FC2DE2E822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5F0EA8-610F-42CC-A024-6EDB615669A2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C0234B-4627-41FB-8553-7285403A2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DFEC45-76F6-4FA4-A5EF-7A74AC094707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BA24A9-249B-4714-87B2-679008AACF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59F4F-8BE7-4E44-ADD4-8CF537CFB297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66BBD-9C81-408E-9FA0-AD6FF437FB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ED9684-224B-4974-9ADB-97DFC3B9FD61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404C0D-AE92-4A00-9359-7838CCC2EA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A8535-9C4C-4815-A877-FA8DD0AA4280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AD34D-E367-4FEF-8A94-81AF3A6ADF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1E79A-3519-4E5D-8159-E80A259A7647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B015C-6F81-481D-AF00-A65E86C347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6EC97-CC3F-42B6-8761-3761982F580E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22F4B-DAE1-43B9-B663-F340F31EF0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85C4F0-025D-49A1-9710-7444B4D22940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345BF9-6FE6-49F5-A58B-79D8D74770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89DB00-18D8-4271-B5A6-83CBE1D2B397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F93368-4C54-4DFD-B801-1BD8802E1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FBEFC-F810-47F2-82D2-2DC9DC5DD21A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EDCEA-4CA0-4A3A-B704-C37A4207A3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F20A6C-5532-40E5-AED7-94962A6F1D55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9266C0-1BA9-48D1-AD0D-1A01A01B4C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FF950-BB0D-45D7-A1D9-A292F57F288D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44F64-95B3-4890-9408-68158004CD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82BE2-E80C-46BE-8BAA-2C57EC1CCF20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3DC6C-7731-43C3-AFFD-16365B7ED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B4A374-A571-4B7A-AFFB-48C86189CDCE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CA246E-7E5B-44E6-A2E3-4409EBED82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0B687A-4A2F-420C-96E3-0FB7144986D7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CD8FCB-6533-464D-9D33-018E280B61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24299E-3DF3-4DF2-8C18-08FC899CC5C3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C6BB8F-D0AD-4FFE-B6BD-FDB31D48A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4DB93-339E-4BD9-BB1A-0F72BB989C96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1D7D3-A587-4A50-9D99-AEFC989263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945514-85ED-4688-85E7-16DD25053A81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C0E5A2-4C5E-440A-8241-D4044F5EBB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85BCA4-5DB5-4A3F-876F-CF619B776CA9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402E1B-7F7B-4772-A372-DBE3D4242B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457B8-6F7F-4C74-A3E9-EEB207D11B96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BABB73-11F2-4641-A0E2-5FA34B29A4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CD7E63-2052-42AD-98B2-02CC23680FB1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921F2C-24E0-4B89-97C8-7C7D68709F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4C0A5-B531-4F41-BBC0-614CAD105C5D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247729-EE68-4317-8162-83C516BA91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D89647-1BD4-4677-9DF5-723E97F289DE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16C34-D8ED-4D3D-809A-2973BAE463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BBFF34-37D8-4C50-BAA4-AB5571A2A0CB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21A762-204F-4440-93D7-CCDAFF5FB3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E3531-9A2E-4390-91BD-50407BCB58E6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B1B00-FA64-42C6-B7D5-F1248DB4B1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A7B57E-23CC-41F8-BDA9-6DC08527A93C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6FECCA-5609-4B76-A575-4AA49DD901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D4A91-5646-4873-8ACE-B9E0FA01C606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56562F-4E19-4023-821B-6E7E92E7CE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E52714-18E5-4DB4-B342-F34A005CAF04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1C9E7A-4169-4D37-AA79-69C32B1BCA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EC840-0833-4A18-B0C3-DADA2E86154A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5C1521-5ABC-408A-9045-5FE6FF51A7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E50D9-01C0-4C65-A638-016AE6106128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A540F-E67B-478E-923D-53AA47FAA2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6D3F42-7B6D-4A10-B420-180D114965F1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AD1D5D-A5B6-4B98-9A4A-64CCEC4C89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8BB6DC-4EA1-43B2-91CF-C80FEC7F1FEF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1A326-3F12-4304-A483-0E7F9DC56C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8B31D-4E27-468B-AB1B-BD4F38971DA3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5BB697-EB9E-4E4C-9362-A7CFBC6ADA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9ADC83-9EDD-45CF-8C9F-8D98F596708E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C32301-433C-4133-9750-BCE2C582A9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645065-2989-4C2B-913D-279C91174E0B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2DE60E-59B7-421C-B8AB-67F72A0DCC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5EF58C-D473-49DB-8B8E-5FD69EED8529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BA470A-37E6-4A8D-87C9-2C6A104B0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8B7168-03CD-4F0D-94D9-F3BDADE792DE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5EC63A-B75B-4A66-A9BB-924E823837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B95E56-9156-4A86-B959-744CFA3A0ECB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F1871C-C781-4F77-B0F6-A7D7181545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86D99-C932-4C2E-8598-342F1B87DB6F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BFB8CB-1FE1-436F-85E8-AEE718931D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ADA542-AC13-4A26-B9A8-B9C7952EFA06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A3500D-9546-4B9D-B4FC-322355433C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DDA221-A6E9-404E-B66C-5BF83779B40B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55B70E-1924-4A36-A34E-FCC9B64915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BB86AF-2F02-4A52-920C-01D4680A6D36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FA594B-D5E8-4B69-9B51-23C450801F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D3EF08-4FDB-4CD0-9ECA-EB4085CFE3CA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AA4AF-B54C-42D7-94D7-6F581667B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0F111-9333-441E-96C5-EA4CB8DF7164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51BF8E-3D25-4EB6-9734-1316F52708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06882A-EFB1-4074-8834-49DA5EDAF80F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C3216C-FA47-4ADD-BFE6-C1F9E7C1B8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9CB0B2-DC64-47A7-A07D-EF9C424A2C8F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8F288-E7AB-414C-9026-833A695201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B7CB6E-7A0D-487E-898D-17C4D40B67EA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18AFF7-A50D-4C53-8038-3A9B921A6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407F2F-7299-4D25-8B9B-D9D9642F26BE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ACD9B-05E3-4C4D-93ED-101F53346E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28E82-BD34-4D2D-A3DB-9ACE5CECBFAA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66722-1782-4427-8D39-5BA20469F2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B6812-0510-46F5-8D75-DE5066230A2F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4A7ECA-5057-4427-B44E-2B1C31D19C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A6292D-0281-48CE-BB71-582CB6ABBB97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E9E53-0930-4648-B271-EE8340E8AF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EB2CF0-47E0-4FFB-AD5C-20C3DDBAAC50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5CA723-F0B7-4B0A-8119-4474B19A61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87DEAC-CB47-425D-8E7C-AD75E1FDE1AA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333948-24F1-49EC-98A9-23DB3A5986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AD2E95-91BA-432C-8101-673209C7E1C8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CE79B-FCAA-4E2D-926E-280AD1C71C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C41898-26E8-4BE8-BAFF-EFF574839214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EF6EE7-BD16-4CAD-AF0F-2E4B06E523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66B94-48AD-42F2-89DD-FEF294519D31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C374A-6A06-4EB1-B3B0-A04F38EE5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39CEA9-ADAB-4180-817F-1A15A1B91834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7F96E0-EBA0-4100-9921-AF4477356F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56DDB7-28C1-4C2D-B35D-F418D0BB173E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C823D2-6F3C-49F8-B788-FD2A9B1918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F57306-B12C-425C-BE70-7A9FF5818958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E4FB8-E3DC-49EA-AD56-51273F79F8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A23FE-1D96-483C-A1DB-AD36F0A358F6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0FF46E-6E65-4E1D-930C-BB1F39A454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80FC62-CA49-480D-9B51-1BF8EED7DEAA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C76B6-5EEF-415E-B610-FBB22ED02D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9E35DE-7556-46FD-A0BC-370C586E5ADF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517F2-46EE-43C2-A2A0-59513B5BE2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549275"/>
            <a:ext cx="8569325" cy="1295400"/>
          </a:xfrm>
        </p:spPr>
        <p:txBody>
          <a:bodyPr anchor="t"/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B7973B-92EC-46B4-8505-37C81B950BBF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55875" y="1989138"/>
            <a:ext cx="6337300" cy="1943100"/>
          </a:xfrm>
        </p:spPr>
        <p:txBody>
          <a:bodyPr/>
          <a:lstStyle>
            <a:lvl1pPr marL="0" indent="0" algn="r"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825161-3545-44DE-A112-A47339C1D80E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AA2C2D5-C032-4386-86AA-69CEA42911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7CBDB6-C347-4BB0-A67B-6EF5CB43B210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300F1B-AF24-4E85-BC51-110BE910168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1484313"/>
            <a:ext cx="36322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1484313"/>
            <a:ext cx="36322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FD9727-E898-4F64-B326-0D8803F47F44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78A514F-A0DB-49A2-829B-45E16F09531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A613C9-3537-413C-B0E3-9F088698EE9F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9CAD73-1802-4272-A89A-25D9F985E4B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464130-80A9-405D-A4A9-EBCE0839FF71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A58D311-23DB-4B78-B251-6847982E5CA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4C4F19C-8870-4969-AE6E-BC959FEFC1CE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8C06541-0CF8-4F19-A11B-BD17262143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6A4458-5196-4031-9F42-8B5E1DD3DEA0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FBBA30C-E047-4093-AA74-3370A7D5F7A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5BA52B-3089-462C-A353-F17CF8CD01C4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1A77D37-0BBD-453C-A92D-92ACF59FD2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A3F7C6-CA94-453D-B97A-600D603028A2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9C346D-A45D-4FCB-8B15-39C9A0F200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430213"/>
            <a:ext cx="1854200" cy="61674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430213"/>
            <a:ext cx="5410200" cy="61674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FE5E70-BFE4-4647-B34F-982CF6D7F093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A2FBCA8-0A93-4526-8857-E3C1FDFCB85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  <a:prstGeom prst="rect">
            <a:avLst/>
          </a:prstGeo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07950" y="6381750"/>
            <a:ext cx="1079500" cy="339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7950" y="6049963"/>
            <a:ext cx="1079500" cy="3317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  <a:prstGeom prst="rect">
            <a:avLst/>
          </a:prstGeo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07950" y="6381750"/>
            <a:ext cx="1079500" cy="339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7950" y="6049963"/>
            <a:ext cx="1079500" cy="3317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C00300-D1F5-4696-BD4D-298CA0AC94D3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E4BC6AF-C962-49F5-91E1-420300A6332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3F375-9CDE-4819-8A8B-28DBBE401C51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257DDB-1D1D-4F93-9D56-531565A5310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CDB112-973E-495E-9683-D1375ECBDA9E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F717CC-E08E-468D-A0BF-95A737AF14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18301A9-2615-422F-99DE-446312FAC3AF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6F2CBBB-D722-41D2-B778-AEB772F788A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3A5C083-D3D4-43BA-AB88-AE6D60997F55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101F900-BCF5-48CC-9ADB-97BFD3AA610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6314B8-C916-4B17-891C-EEC251DD38E1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3E1625E-B2DB-4F63-A19B-89C2BBC313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13684A-309D-4503-967B-C684EA83A788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02FE2C7-9580-42C2-9C6C-1E28C6C32F2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E9E714-EBB0-45F5-9059-342EEF40A8E1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E74B1F-16C1-4AAA-9577-2965629D14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B7BB27-08C3-4161-A584-CC31E9C3E4F6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545C443-E3F5-47C6-BEF4-A44CE00793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B27C7E7-9852-4400-A615-94F5D458E5F8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5FAFB6C-AED4-49D1-8F79-11109B99677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1CDCF6-F629-4530-A465-8D3E0878D777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744310-9507-4066-BADB-88F50158149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  <a:prstGeom prst="rect">
            <a:avLst/>
          </a:prstGeo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07950" y="6381750"/>
            <a:ext cx="1079500" cy="339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7950" y="6049963"/>
            <a:ext cx="1079500" cy="3317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FD15B1-00F0-4D09-B8A9-359A7C9771CF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415BDE0-1C2C-4FCC-9CC4-18675B8227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EFC1FF-0607-448F-8FC0-EDC02A79625B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F24C547-A33F-48F7-BA28-FDCB3F3A95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5192A0-FC73-41D9-A5BF-4497C3D400D5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8FFB597-64BA-4A5D-9A09-1F236013B9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7CC315-79C4-4F02-8242-04B0EDEC7F5E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992FE35-03BD-4CEF-AAE6-718A4A46724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9EB85A-B700-43D4-905F-88930EB0873B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584BC44-8BF2-4AE6-85F0-9F18F3395E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91F54A-D71E-4DFB-9C9C-00FFFBC0CE7C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8F4F4F8-11BF-40EE-B5FC-F2B91F70955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A36E62-D31B-48C7-A6AE-BB80A52CC770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F06051-F67B-4A72-B790-998A021FB16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5E7C6C-0BEC-4282-BB98-FA1B42BAA943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9D172DF-FCF1-43B7-8731-B4BBEBF8508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BF4704F-E8F1-4524-A7E5-2C8A957514A8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A885590-1DF2-4764-B4CB-00BFC8AC4EA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22247E-8FBF-4B33-9CA6-92EBDEA56708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8F06074-C0A9-4C33-ADE9-254E2D13F3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BCA981-FD49-4895-958B-11A0F0CA782F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520289F-709F-4810-845F-A09B5C6E397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CA91B2-6EA7-441F-8D43-21C94FA3894A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DCC2119-05ED-4A58-B19A-9DBABC569E1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3703764-F9C8-4552-8711-34DD3B917174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4AE652-FDE4-44B5-9A9A-A0300487C2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0CA287B-9FC8-46C9-ABBC-C5775D94B7EC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DB46DD-3895-4CBC-84BE-5780E947A9B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CF244-7E7C-4328-9486-46CFFFDC4883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1449CB-D4DC-41A2-B7AD-98EF68519E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FF5E98-E3BD-44FE-803B-F2A02931F070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72EA4E-33C5-4FA1-BC31-93850CF22D5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15DF109-6D8F-46C2-8FEA-DD40AEB599FD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760863D-6BC8-429C-9523-57EC5E29BF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BE261FE-0104-43FA-BFDA-6560819F8EE0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18CA45-093B-4860-882E-835EFC57BF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C8D41B8-3587-432D-8631-1DE12D0CB1F9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62AAF46-97D5-4436-82C2-DB22D89BE6B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00E265-05C7-4319-B1BF-41BD5FD07278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916D29D-1E7B-4DAE-9808-6A992E4C6C4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A271D4-B1DC-4318-9A01-A8A08AB2782B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A31C670-7CA2-4863-B169-2493E5B14D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CE40F16-F086-4424-B5C4-A07BD0C9C33E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2E3C1B1-5B6A-41C6-8ECA-8F094C1F0CF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2BC3C4-5A5B-45F0-8261-D959B0BE26E7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6556EF7-BA06-4EA1-9090-D23A4D84588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12E35E-A14E-4D8E-899A-A2C966E60413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C94505E-1DE9-41A9-8EF7-25D8728035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398CC4-66FC-4C22-8397-026CC3FEC7DF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440091A-979D-4C0D-A03C-FDCB963548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90FB4B-6ACD-4687-8CE9-3499D6588FC8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D396C3C-96EC-415B-B68C-EA2F39740A3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7BC7961-08D2-4CDA-A40D-9BBEA574678A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9816B7F-E474-4D56-8CD0-883B0FCB734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A26423-3D40-4A97-AEB3-28DDF65AA76B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9BFF9F7-8683-4A15-BAD2-E97C9B6DA32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494E861-4381-44E6-81A7-FD2AF5694062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E8C493E-7F0B-4584-93E1-6A250E1E5C1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AB7E07-5851-456C-AED2-B2E761C682D7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EA14C98-8B3A-4C28-81F1-0909DF92B0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DE6489-5744-4E53-8B0B-1EC3E1C0462C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BA4D0A-9366-4A78-9402-A58C0E7B6A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4B7B817-0668-4DF2-93B2-E84938797FEE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015A10-D42B-45BB-850A-5D8E45B3A20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6ADEA4-D388-4C54-88A8-0AA794DD278A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F3A4D62-3F59-4ED6-9CCB-EA941829E2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F74E3-54E1-4F8D-8E77-043956019C5E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D4FB4A8-59B4-4B4D-B989-8780FAF4B1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4C45949-835E-4447-989C-9D7E3C7E482B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DB27FD6-7196-45B3-AB5B-AC24C21D0E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75525B-E851-421B-9075-9B8ED493D568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42AB418-1A39-4EA7-AA37-0BB34DD978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64B455-1DAE-492D-A45A-6F3A2B00BA95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82BB4F4-229F-4EB6-8EBE-4309F70AC90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7A9B50D-6C94-4CDA-9F9A-F9293267A1EB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5CC300-E8EE-42F0-9328-06E7E6FAD7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754224-C7B5-43A1-A16A-96F4EB5B66AB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64DD93-F028-48E0-BD33-449EA767FB7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1E0D04-F34B-41BD-8E6D-E2915FCEB111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B57D1B-72AC-473D-AFE4-1886231FB7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D25AB9-44C7-44D1-9958-DD267B304646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BE2EE0F-D06D-43E7-A4FA-1F96ABFF87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BEC115-589D-40CE-872D-2B6F44C46B9C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C270461-86C6-43FE-A005-9756284CF9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713EAD-42A8-4CDC-ABEE-8A31C0EBE196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CBD8081-AFA6-4955-A3A6-5EECB029F6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1D0983-2F19-4071-9FA0-73AF95B4D0A7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8DED118-D5C5-4750-B9BE-C0AC17FF6F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5341F3-E0BB-423F-80E0-AD70C9EB8394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053C1B1-E202-4955-A622-E7A9B08269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C18A2C-1465-4F4D-B68B-FFAE0FC67B13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C2925F-FFB1-425E-9291-603B8069EB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E9DEB1-42F4-4C4A-9472-0AFCA5878682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485CC9-C47C-4926-A087-D8ED712A5F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B36006-50B5-4D93-AC41-43E7AFAC59D4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9AA5D18-FC18-4287-B782-A83A076DC6B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E294A7D-0F08-408A-808B-378642A1DF94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EFE43A7-FF08-471B-BEDB-380AEAA6B2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C25A2C-97E5-4FE3-8FF7-948D6D1548D8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F490704-07EC-4CEB-9AD1-9CAE992A607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1912F2-A643-4890-A18A-47F4A986F668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0E25B8-8BC9-439F-B7B9-3F9F662BFB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38F1CB-80F6-49A7-B123-A4303D76C7C4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5833CA5-A08A-4C60-AC9F-8D48313008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FD86FA-724D-47FD-9AA3-63A1772D3D48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BF0751-C75D-407C-90DD-769EF1F596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02C2BD9-B023-4828-8224-13EBD069F6B9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CE2C17C-BE37-446C-B4EE-10A677B8A2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04810C-A23F-4B80-845A-DEDF8597BC98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A8EC261-E66B-4F00-935C-D732B31A019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03104C-CFCB-4C95-9A1E-42A9918270F4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6EBD449-942A-4CC4-9A10-08435054F0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FFF82E-66FD-4AED-BCB5-986507DAF01A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0D81EF3-0CF4-43B6-B34A-82B2B13BFC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7E4C5D-A519-4131-A5C1-7C654977C1E0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22D6AA7-19A4-48BE-8BBE-F1AB5CF0D47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1484313"/>
            <a:ext cx="3632200" cy="4824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1484313"/>
            <a:ext cx="3632200" cy="4824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9491259-7A11-40F3-B4A9-FC3F692C635C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E5995DD-24F3-4FAF-B07D-1193476521B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CC17AA-A29F-46A4-8B54-23C9A80544CD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CE69E8-73CA-4CFB-943A-644F44F64E8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FF0106-979B-4276-93F8-EE4BAE457CF2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8CFF4E4-B3C9-4707-9F92-6661E6C84B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642BBC-445A-4BE5-8D50-9AA8F89793C7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A8B2BA8-61E3-4F2D-82C8-C672AE6941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7067D0-FFDD-43D6-A9C7-AE4D4B3A4D22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F267B1C-0FDB-4E13-81F3-F39CE7141B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2F3E06-5AF3-49C3-AE4A-57FB17A91316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8C5891-3D13-44BE-A3AA-BA0B3BE0230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C3F2E0-54A1-45AE-ACA5-57FDB08E57CC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7B646F8-3DEA-4D37-B09A-775C9DA2444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430213"/>
            <a:ext cx="1854200" cy="58785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430213"/>
            <a:ext cx="5410200" cy="58785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1E1CE6A-B89C-4565-BE05-9377791F8988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6852C0-EFAD-45E8-9A06-98A8E3E16C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46258A-8063-4D43-A4B1-5BE2E8EE062D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6CC3B0-39B2-4964-8B62-D69263E583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A9E81C0-2FF1-4C6E-9B96-CBD7245BF12D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FCE429-29A7-4D5A-B08B-DE08A22586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95DA207-9BB1-4679-B6C3-BBA18747D70C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302739-E6CD-4002-B2EC-3639096F4E8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B389D0-A173-4B73-9816-B2EAF229D305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06864B-21C4-4A0A-8D86-E1F972573FD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55D4E98-73A3-4292-9CFD-D46A54989E91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A8D5C2-F185-464B-9F98-AF44D498CA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FB688D-ED20-43D3-A33F-45BDC5FD00EB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6C8345D-5874-4402-9435-69ADC228AE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B1E9F6-BE13-4402-B08F-9CD11272C589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2EDE872-6584-41B4-9CB0-279D8FF4B9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D59F93-59D1-429F-B35B-7DF91277FD3D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A2FD375-371C-4734-9A44-AF436E7F568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1BDB9F-06FB-4C72-87D9-FF69903BB54F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F24A0DF-EC9B-47B0-AA6C-3F18164CB1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E1C2B0-4514-4286-B663-48FBB346BD52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EA6BC6-FCA4-4944-B7FF-32C746ADB97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58910F-A9CF-4BB2-8BC3-911B6C09E43F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07E0DE-970C-4AF6-8002-8AC64423B6B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28F92E-2796-460C-854C-458F028C1302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6E2DBF-0AD3-4F2F-9503-E1E43706C6C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EA3108-D307-442B-AC6A-E4FA70E2CA92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C054B1-0A83-402F-A9A7-07D7AD208FF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B5859A-F3BA-44AA-BED9-47396DE6EB3B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A91AC84-97B9-4E82-8EA6-8D81A85CC40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0F6B0C-7682-45B8-ABB0-3DDB51B8BA5B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0C7A565-1442-495D-BF68-86D0AA8489B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CC94F0-5F03-4F5C-B6A4-D3C26F277E43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2477F28-60FC-4A82-8FD7-A21473A80CB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E62BB51-518B-4DD4-AB88-F2FE5746AFD7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2EA6799-C905-4229-8BD5-CC7B242F6AF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43E430-4679-42B6-9409-45C8B594482C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3FC801-C0ED-407E-B163-2EA7FC1B7F4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4C7CCB-AB47-425B-A9F9-ECA9038F60DC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99B1924-EBED-4BD9-A6DF-F419AB29E7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FE37BA-B674-462B-BAFE-66DEB816F7D7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60067D-7456-4E1D-9BEE-316C9861FF3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B56F73-532C-43AC-AC31-64960B23FCE9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EA42AB6-DD0E-4535-A60B-2B1A3FD0B4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6B6802-9853-4519-9751-711EFE7768E9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DEDF03-A663-46C0-8278-521F459BB2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D40D40-413E-4003-BA83-D5BA3FC7BCCE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FD29F62-D0C6-41B6-9C0C-31E2AC228D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E07B2E-A41E-40EC-87D3-E1C562992624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373FA08-05B8-43A1-98C9-72FF9563AD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D49EC08-8928-4998-811F-32E727D566F2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AB411F5-4B50-4B74-96D4-50ECE6C8DC4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50221-9E93-4F14-8C49-AD7D95568156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D60D5C0-0113-408D-A4AE-9EB5EF9626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4E9309-6F01-4572-BB6A-0BE02BA364F3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9B4807-AFD9-46AA-8847-89C8F7B4F8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E2196A-6ADC-4476-953C-6D33B48520AD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CCFF437-AEC7-497F-9146-00B93C2DDCB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4FF842-BA92-4560-9BB4-39E8FE3A2DB2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2511EE0-8D12-4A4D-9768-C9BBF92B45E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16E4915-89D5-4882-930C-AAEF2367F029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DCE90F5-EB0C-4D08-A4FC-702A145793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E3F80E9-4859-40A2-8F5D-1AA3D9AB42D0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377CA77-6C1B-4445-B234-6F630DD731B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6225718-F7CD-4B62-B64C-484762B3F15E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F861CB3-C95A-41C4-8C0D-2F46D73F09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A909A85-517E-4C26-A193-B49E98F77CDF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C0BD1E7-067B-458A-A2B7-FCD85464E4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5868095-A207-425F-90EB-70DA45A759F1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B986CC-D2A3-4521-BCDE-E7C9FC251E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8A3224-3449-4249-B32C-523C54574238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3C3D3C-84B3-4660-8D1D-6B62570A838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F40626-02C4-4C1A-9863-37B9020BE59B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508711E-C541-474B-B681-655049676C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74972E-3181-45E5-9F17-85ED38E31229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FF0F62-6435-4750-865F-0D0BC62E3F9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63D60-5168-47F6-B9E3-DAD115DB37B8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6354F4-2F52-4BB5-AA90-D962ED2CF0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8BDF2A1-CECC-41D8-B2E3-64C9F1640A9C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51E38A9-ADDA-4150-BF7A-B7A3C3B8F4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E549F9-845D-4EE9-8B96-E74A16C45DE9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8C8A30-FE7F-4F6F-A0A0-306B327CB0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190D70-F1AE-4D59-84CD-D87D8E38F943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2F0EB6-75DE-43D0-9948-10F4EE5DC50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B3D355-D3D2-416B-B43B-0CF10723CA79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E322BC0-3005-43F1-A25D-8ECB195CF0F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E257AF-2F27-4264-B5E2-C23733E7D163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CFD64BA-CD9D-4AE0-A942-080DE3C23F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ECE954-561C-441C-83B9-6C72838386FB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F272149-62B4-4228-8EED-0B31FEE6EF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4FEA1A0-8716-429E-A110-6F252A969FC8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E8A42AB-CE96-471F-8260-DCAFC763B3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A65F1E9-F5CA-48F1-9703-ABFB91AB5FDB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B2F3C9C-AB10-46A8-B298-A8C33133AEA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2FE9F0-D4AD-4A1A-96A7-00B988D25118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58879EC-CD62-4BC2-AF64-DC63B1ED7D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A8E328-4E67-47E3-B287-C538587D3220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9DCBE7A-AEE9-4696-9E12-BE26E8AE70A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B9C87B-B94F-4837-8FC2-2DCEA0D89D35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7BAAE7-CBCA-47A0-8B4F-50ADE1B0BC1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DA023E-375D-43B7-B465-62066CE1428F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8E78C3B-E191-4F0B-87FC-BBCD0C496C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CC30C9C-2A20-46BD-8536-4665C4EEC9E6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8F94598-68FD-4F2C-8AE2-06540977098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DD3AA8-F839-4DCD-94C6-81D83A16EA11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E7EBDA2-65E7-48E7-A8D6-7ECE21FD2F4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48563F5-B288-4203-891E-4511BA072567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8EDE439-782E-464F-AF32-F61125FCD3A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DAD653-D72C-495B-8760-328963912029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317237-8B71-452D-9BD5-B34B6C51DF0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84138C-BDB2-4E58-8E41-3E6A236DA9FE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1F5982-60B1-407E-8AC2-BC1806E39B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1D0475-5A89-4AB2-9D79-41077F177980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B583109-314E-43D7-97F1-1E4685ED1D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107AB4-2D70-401B-AA4C-E18AE4353A28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11728E-BD62-496C-B70D-0BF5275F52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EC67093-7FB9-414F-8315-B24A54915FF2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C940A86-2865-4036-A317-6B3DAFFE4B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20B007-B27F-454D-8C34-DB358DD06C74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0A393CC-3ABB-40E5-BF3C-086F257CCE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032781B-18F8-459F-AE58-4083CEF959FA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052694A-5E48-4F5C-83A1-24C1A1936D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7E3643-808E-4EDD-9ACD-A665626A6041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1BB7AC-994D-4D1A-A148-CC59A7C0F4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46C527-EB19-4B92-B07E-370904EB1FFB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4BB2DF-2A10-43CE-A803-71A0226B0C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09771B-C36F-4F49-9CA5-99862C5F9346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5AD691F-C29B-4513-B4B2-3525C962EB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FFDE92-08FB-45D7-A4D2-38E18ABFDC95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99B4FAD-213C-49CD-BA86-20926D9F74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F96E99-29F3-4CE7-9487-EB9E49FE29E6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496365-FEED-455D-848C-E087F075B0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5C5CFD-2A6E-48FA-8B9C-5882C20EBBB2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50C06C0-C061-4ED6-A0F2-536DC9C0B30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image" Target="../media/image9.jpeg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image" Target="../media/image10.jpeg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image" Target="../media/image11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image" Target="../media/image11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1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30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32.xml"/><Relationship Id="rId14" Type="http://schemas.openxmlformats.org/officeDocument/2006/relationships/image" Target="../media/image11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2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41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44.xml"/><Relationship Id="rId4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43.xml"/><Relationship Id="rId14" Type="http://schemas.openxmlformats.org/officeDocument/2006/relationships/image" Target="../media/image11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3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52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7.xml"/><Relationship Id="rId1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151.xml"/><Relationship Id="rId11" Type="http://schemas.openxmlformats.org/officeDocument/2006/relationships/slideLayout" Target="../slideLayouts/slideLayout156.xml"/><Relationship Id="rId5" Type="http://schemas.openxmlformats.org/officeDocument/2006/relationships/slideLayout" Target="../slideLayouts/slideLayout150.xml"/><Relationship Id="rId10" Type="http://schemas.openxmlformats.org/officeDocument/2006/relationships/slideLayout" Target="../slideLayouts/slideLayout155.xml"/><Relationship Id="rId4" Type="http://schemas.openxmlformats.org/officeDocument/2006/relationships/slideLayout" Target="../slideLayouts/slideLayout149.xml"/><Relationship Id="rId9" Type="http://schemas.openxmlformats.org/officeDocument/2006/relationships/slideLayout" Target="../slideLayouts/slideLayout154.xml"/><Relationship Id="rId14" Type="http://schemas.openxmlformats.org/officeDocument/2006/relationships/image" Target="../media/image11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4.xml"/><Relationship Id="rId13" Type="http://schemas.openxmlformats.org/officeDocument/2006/relationships/image" Target="../media/image9.jpeg"/><Relationship Id="rId3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3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62.xml"/><Relationship Id="rId11" Type="http://schemas.openxmlformats.org/officeDocument/2006/relationships/slideLayout" Target="../slideLayouts/slideLayout167.xml"/><Relationship Id="rId5" Type="http://schemas.openxmlformats.org/officeDocument/2006/relationships/slideLayout" Target="../slideLayouts/slideLayout161.xml"/><Relationship Id="rId10" Type="http://schemas.openxmlformats.org/officeDocument/2006/relationships/slideLayout" Target="../slideLayouts/slideLayout166.xml"/><Relationship Id="rId4" Type="http://schemas.openxmlformats.org/officeDocument/2006/relationships/slideLayout" Target="../slideLayouts/slideLayout160.xml"/><Relationship Id="rId9" Type="http://schemas.openxmlformats.org/officeDocument/2006/relationships/slideLayout" Target="../slideLayouts/slideLayout165.xml"/><Relationship Id="rId14" Type="http://schemas.openxmlformats.org/officeDocument/2006/relationships/image" Target="../media/image11.pn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5.xml"/><Relationship Id="rId13" Type="http://schemas.openxmlformats.org/officeDocument/2006/relationships/image" Target="../media/image10.jpeg"/><Relationship Id="rId3" Type="http://schemas.openxmlformats.org/officeDocument/2006/relationships/slideLayout" Target="../slideLayouts/slideLayout170.xml"/><Relationship Id="rId7" Type="http://schemas.openxmlformats.org/officeDocument/2006/relationships/slideLayout" Target="../slideLayouts/slideLayout174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9.xml"/><Relationship Id="rId1" Type="http://schemas.openxmlformats.org/officeDocument/2006/relationships/slideLayout" Target="../slideLayouts/slideLayout168.xml"/><Relationship Id="rId6" Type="http://schemas.openxmlformats.org/officeDocument/2006/relationships/slideLayout" Target="../slideLayouts/slideLayout173.xml"/><Relationship Id="rId11" Type="http://schemas.openxmlformats.org/officeDocument/2006/relationships/slideLayout" Target="../slideLayouts/slideLayout178.xml"/><Relationship Id="rId5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77.xml"/><Relationship Id="rId4" Type="http://schemas.openxmlformats.org/officeDocument/2006/relationships/slideLayout" Target="../slideLayouts/slideLayout171.xml"/><Relationship Id="rId9" Type="http://schemas.openxmlformats.org/officeDocument/2006/relationships/slideLayout" Target="../slideLayouts/slideLayout176.xml"/><Relationship Id="rId14" Type="http://schemas.openxmlformats.org/officeDocument/2006/relationships/image" Target="../media/image11.png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6.xml"/><Relationship Id="rId13" Type="http://schemas.openxmlformats.org/officeDocument/2006/relationships/theme" Target="../theme/theme17.xml"/><Relationship Id="rId3" Type="http://schemas.openxmlformats.org/officeDocument/2006/relationships/slideLayout" Target="../slideLayouts/slideLayout181.xml"/><Relationship Id="rId7" Type="http://schemas.openxmlformats.org/officeDocument/2006/relationships/slideLayout" Target="../slideLayouts/slideLayout185.xml"/><Relationship Id="rId12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0.xml"/><Relationship Id="rId1" Type="http://schemas.openxmlformats.org/officeDocument/2006/relationships/slideLayout" Target="../slideLayouts/slideLayout179.xml"/><Relationship Id="rId6" Type="http://schemas.openxmlformats.org/officeDocument/2006/relationships/slideLayout" Target="../slideLayouts/slideLayout184.xml"/><Relationship Id="rId11" Type="http://schemas.openxmlformats.org/officeDocument/2006/relationships/slideLayout" Target="../slideLayouts/slideLayout189.xml"/><Relationship Id="rId5" Type="http://schemas.openxmlformats.org/officeDocument/2006/relationships/slideLayout" Target="../slideLayouts/slideLayout183.xml"/><Relationship Id="rId10" Type="http://schemas.openxmlformats.org/officeDocument/2006/relationships/slideLayout" Target="../slideLayouts/slideLayout188.xml"/><Relationship Id="rId4" Type="http://schemas.openxmlformats.org/officeDocument/2006/relationships/slideLayout" Target="../slideLayouts/slideLayout182.xml"/><Relationship Id="rId9" Type="http://schemas.openxmlformats.org/officeDocument/2006/relationships/slideLayout" Target="../slideLayouts/slideLayout187.xml"/><Relationship Id="rId14" Type="http://schemas.openxmlformats.org/officeDocument/2006/relationships/image" Target="../media/image12.jpeg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8.xml"/><Relationship Id="rId13" Type="http://schemas.openxmlformats.org/officeDocument/2006/relationships/theme" Target="../theme/theme18.xml"/><Relationship Id="rId3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97.xml"/><Relationship Id="rId12" Type="http://schemas.openxmlformats.org/officeDocument/2006/relationships/slideLayout" Target="../slideLayouts/slideLayout202.xml"/><Relationship Id="rId2" Type="http://schemas.openxmlformats.org/officeDocument/2006/relationships/slideLayout" Target="../slideLayouts/slideLayout192.xml"/><Relationship Id="rId1" Type="http://schemas.openxmlformats.org/officeDocument/2006/relationships/slideLayout" Target="../slideLayouts/slideLayout191.xml"/><Relationship Id="rId6" Type="http://schemas.openxmlformats.org/officeDocument/2006/relationships/slideLayout" Target="../slideLayouts/slideLayout196.xml"/><Relationship Id="rId11" Type="http://schemas.openxmlformats.org/officeDocument/2006/relationships/slideLayout" Target="../slideLayouts/slideLayout201.xml"/><Relationship Id="rId5" Type="http://schemas.openxmlformats.org/officeDocument/2006/relationships/slideLayout" Target="../slideLayouts/slideLayout195.xml"/><Relationship Id="rId10" Type="http://schemas.openxmlformats.org/officeDocument/2006/relationships/slideLayout" Target="../slideLayouts/slideLayout200.xml"/><Relationship Id="rId4" Type="http://schemas.openxmlformats.org/officeDocument/2006/relationships/slideLayout" Target="../slideLayouts/slideLayout194.xml"/><Relationship Id="rId9" Type="http://schemas.openxmlformats.org/officeDocument/2006/relationships/slideLayout" Target="../slideLayouts/slideLayout199.xml"/><Relationship Id="rId14" Type="http://schemas.openxmlformats.org/officeDocument/2006/relationships/image" Target="../media/image4.jpeg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0.xml"/><Relationship Id="rId13" Type="http://schemas.openxmlformats.org/officeDocument/2006/relationships/theme" Target="../theme/theme19.xml"/><Relationship Id="rId3" Type="http://schemas.openxmlformats.org/officeDocument/2006/relationships/slideLayout" Target="../slideLayouts/slideLayout205.xml"/><Relationship Id="rId7" Type="http://schemas.openxmlformats.org/officeDocument/2006/relationships/slideLayout" Target="../slideLayouts/slideLayout209.xml"/><Relationship Id="rId12" Type="http://schemas.openxmlformats.org/officeDocument/2006/relationships/slideLayout" Target="../slideLayouts/slideLayout214.xml"/><Relationship Id="rId2" Type="http://schemas.openxmlformats.org/officeDocument/2006/relationships/slideLayout" Target="../slideLayouts/slideLayout204.xml"/><Relationship Id="rId1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213.xml"/><Relationship Id="rId5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12.xml"/><Relationship Id="rId4" Type="http://schemas.openxmlformats.org/officeDocument/2006/relationships/slideLayout" Target="../slideLayouts/slideLayout206.xml"/><Relationship Id="rId9" Type="http://schemas.openxmlformats.org/officeDocument/2006/relationships/slideLayout" Target="../slideLayouts/slideLayout211.xml"/><Relationship Id="rId14" Type="http://schemas.openxmlformats.org/officeDocument/2006/relationships/image" Target="../media/image13.jpeg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2.xml"/><Relationship Id="rId13" Type="http://schemas.openxmlformats.org/officeDocument/2006/relationships/image" Target="../media/image14.jpeg"/><Relationship Id="rId3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21.xml"/><Relationship Id="rId12" Type="http://schemas.openxmlformats.org/officeDocument/2006/relationships/theme" Target="../theme/theme20.xml"/><Relationship Id="rId2" Type="http://schemas.openxmlformats.org/officeDocument/2006/relationships/slideLayout" Target="../slideLayouts/slideLayout216.xml"/><Relationship Id="rId1" Type="http://schemas.openxmlformats.org/officeDocument/2006/relationships/slideLayout" Target="../slideLayouts/slideLayout215.xml"/><Relationship Id="rId6" Type="http://schemas.openxmlformats.org/officeDocument/2006/relationships/slideLayout" Target="../slideLayouts/slideLayout220.xml"/><Relationship Id="rId11" Type="http://schemas.openxmlformats.org/officeDocument/2006/relationships/slideLayout" Target="../slideLayouts/slideLayout225.xml"/><Relationship Id="rId5" Type="http://schemas.openxmlformats.org/officeDocument/2006/relationships/slideLayout" Target="../slideLayouts/slideLayout219.xml"/><Relationship Id="rId10" Type="http://schemas.openxmlformats.org/officeDocument/2006/relationships/slideLayout" Target="../slideLayouts/slideLayout224.xml"/><Relationship Id="rId4" Type="http://schemas.openxmlformats.org/officeDocument/2006/relationships/slideLayout" Target="../slideLayouts/slideLayout218.xml"/><Relationship Id="rId9" Type="http://schemas.openxmlformats.org/officeDocument/2006/relationships/slideLayout" Target="../slideLayouts/slideLayout223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3.xml"/><Relationship Id="rId13" Type="http://schemas.openxmlformats.org/officeDocument/2006/relationships/image" Target="../media/image15.jpeg"/><Relationship Id="rId3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32.xml"/><Relationship Id="rId12" Type="http://schemas.openxmlformats.org/officeDocument/2006/relationships/theme" Target="../theme/theme21.xml"/><Relationship Id="rId2" Type="http://schemas.openxmlformats.org/officeDocument/2006/relationships/slideLayout" Target="../slideLayouts/slideLayout227.xml"/><Relationship Id="rId1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31.xml"/><Relationship Id="rId11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0.xml"/><Relationship Id="rId10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29.xml"/><Relationship Id="rId9" Type="http://schemas.openxmlformats.org/officeDocument/2006/relationships/slideLayout" Target="../slideLayouts/slideLayout234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4.xml"/><Relationship Id="rId13" Type="http://schemas.openxmlformats.org/officeDocument/2006/relationships/image" Target="../media/image16.jpeg"/><Relationship Id="rId3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43.xml"/><Relationship Id="rId12" Type="http://schemas.openxmlformats.org/officeDocument/2006/relationships/theme" Target="../theme/theme22.xml"/><Relationship Id="rId2" Type="http://schemas.openxmlformats.org/officeDocument/2006/relationships/slideLayout" Target="../slideLayouts/slideLayout238.xml"/><Relationship Id="rId1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7.xml"/><Relationship Id="rId5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6.xml"/><Relationship Id="rId4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5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5.xml"/><Relationship Id="rId13" Type="http://schemas.openxmlformats.org/officeDocument/2006/relationships/image" Target="../media/image17.jpeg"/><Relationship Id="rId3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54.xml"/><Relationship Id="rId12" Type="http://schemas.openxmlformats.org/officeDocument/2006/relationships/theme" Target="../theme/theme23.xml"/><Relationship Id="rId2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48.xml"/><Relationship Id="rId6" Type="http://schemas.openxmlformats.org/officeDocument/2006/relationships/slideLayout" Target="../slideLayouts/slideLayout253.xml"/><Relationship Id="rId11" Type="http://schemas.openxmlformats.org/officeDocument/2006/relationships/slideLayout" Target="../slideLayouts/slideLayout258.xml"/><Relationship Id="rId5" Type="http://schemas.openxmlformats.org/officeDocument/2006/relationships/slideLayout" Target="../slideLayouts/slideLayout252.xml"/><Relationship Id="rId10" Type="http://schemas.openxmlformats.org/officeDocument/2006/relationships/slideLayout" Target="../slideLayouts/slideLayout257.xml"/><Relationship Id="rId4" Type="http://schemas.openxmlformats.org/officeDocument/2006/relationships/slideLayout" Target="../slideLayouts/slideLayout251.xml"/><Relationship Id="rId9" Type="http://schemas.openxmlformats.org/officeDocument/2006/relationships/slideLayout" Target="../slideLayouts/slideLayout256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6.xml"/><Relationship Id="rId13" Type="http://schemas.openxmlformats.org/officeDocument/2006/relationships/image" Target="../media/image18.jpeg"/><Relationship Id="rId3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5.xml"/><Relationship Id="rId12" Type="http://schemas.openxmlformats.org/officeDocument/2006/relationships/theme" Target="../theme/theme24.xml"/><Relationship Id="rId2" Type="http://schemas.openxmlformats.org/officeDocument/2006/relationships/slideLayout" Target="../slideLayouts/slideLayout260.xml"/><Relationship Id="rId1" Type="http://schemas.openxmlformats.org/officeDocument/2006/relationships/slideLayout" Target="../slideLayouts/slideLayout259.xml"/><Relationship Id="rId6" Type="http://schemas.openxmlformats.org/officeDocument/2006/relationships/slideLayout" Target="../slideLayouts/slideLayout264.xml"/><Relationship Id="rId11" Type="http://schemas.openxmlformats.org/officeDocument/2006/relationships/slideLayout" Target="../slideLayouts/slideLayout269.xml"/><Relationship Id="rId5" Type="http://schemas.openxmlformats.org/officeDocument/2006/relationships/slideLayout" Target="../slideLayouts/slideLayout263.xml"/><Relationship Id="rId10" Type="http://schemas.openxmlformats.org/officeDocument/2006/relationships/slideLayout" Target="../slideLayouts/slideLayout268.xml"/><Relationship Id="rId4" Type="http://schemas.openxmlformats.org/officeDocument/2006/relationships/slideLayout" Target="../slideLayouts/slideLayout262.xml"/><Relationship Id="rId9" Type="http://schemas.openxmlformats.org/officeDocument/2006/relationships/slideLayout" Target="../slideLayouts/slideLayout267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7.xml"/><Relationship Id="rId13" Type="http://schemas.openxmlformats.org/officeDocument/2006/relationships/image" Target="../media/image12.jpeg"/><Relationship Id="rId3" Type="http://schemas.openxmlformats.org/officeDocument/2006/relationships/slideLayout" Target="../slideLayouts/slideLayout272.xml"/><Relationship Id="rId7" Type="http://schemas.openxmlformats.org/officeDocument/2006/relationships/slideLayout" Target="../slideLayouts/slideLayout276.xml"/><Relationship Id="rId12" Type="http://schemas.openxmlformats.org/officeDocument/2006/relationships/theme" Target="../theme/theme25.xml"/><Relationship Id="rId2" Type="http://schemas.openxmlformats.org/officeDocument/2006/relationships/slideLayout" Target="../slideLayouts/slideLayout271.xml"/><Relationship Id="rId1" Type="http://schemas.openxmlformats.org/officeDocument/2006/relationships/slideLayout" Target="../slideLayouts/slideLayout270.xml"/><Relationship Id="rId6" Type="http://schemas.openxmlformats.org/officeDocument/2006/relationships/slideLayout" Target="../slideLayouts/slideLayout275.xml"/><Relationship Id="rId11" Type="http://schemas.openxmlformats.org/officeDocument/2006/relationships/slideLayout" Target="../slideLayouts/slideLayout280.xml"/><Relationship Id="rId5" Type="http://schemas.openxmlformats.org/officeDocument/2006/relationships/slideLayout" Target="../slideLayouts/slideLayout274.xml"/><Relationship Id="rId10" Type="http://schemas.openxmlformats.org/officeDocument/2006/relationships/slideLayout" Target="../slideLayouts/slideLayout279.xml"/><Relationship Id="rId4" Type="http://schemas.openxmlformats.org/officeDocument/2006/relationships/slideLayout" Target="../slideLayouts/slideLayout273.xml"/><Relationship Id="rId9" Type="http://schemas.openxmlformats.org/officeDocument/2006/relationships/slideLayout" Target="../slideLayouts/slideLayout278.xml"/><Relationship Id="rId14" Type="http://schemas.openxmlformats.org/officeDocument/2006/relationships/image" Target="../media/image11.png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8.xml"/><Relationship Id="rId13" Type="http://schemas.openxmlformats.org/officeDocument/2006/relationships/image" Target="../media/image13.jpeg"/><Relationship Id="rId3" Type="http://schemas.openxmlformats.org/officeDocument/2006/relationships/slideLayout" Target="../slideLayouts/slideLayout283.xml"/><Relationship Id="rId7" Type="http://schemas.openxmlformats.org/officeDocument/2006/relationships/slideLayout" Target="../slideLayouts/slideLayout287.xml"/><Relationship Id="rId12" Type="http://schemas.openxmlformats.org/officeDocument/2006/relationships/theme" Target="../theme/theme26.xml"/><Relationship Id="rId2" Type="http://schemas.openxmlformats.org/officeDocument/2006/relationships/slideLayout" Target="../slideLayouts/slideLayout282.xml"/><Relationship Id="rId1" Type="http://schemas.openxmlformats.org/officeDocument/2006/relationships/slideLayout" Target="../slideLayouts/slideLayout281.xml"/><Relationship Id="rId6" Type="http://schemas.openxmlformats.org/officeDocument/2006/relationships/slideLayout" Target="../slideLayouts/slideLayout286.xml"/><Relationship Id="rId11" Type="http://schemas.openxmlformats.org/officeDocument/2006/relationships/slideLayout" Target="../slideLayouts/slideLayout291.xml"/><Relationship Id="rId5" Type="http://schemas.openxmlformats.org/officeDocument/2006/relationships/slideLayout" Target="../slideLayouts/slideLayout285.xml"/><Relationship Id="rId10" Type="http://schemas.openxmlformats.org/officeDocument/2006/relationships/slideLayout" Target="../slideLayouts/slideLayout290.xml"/><Relationship Id="rId4" Type="http://schemas.openxmlformats.org/officeDocument/2006/relationships/slideLayout" Target="../slideLayouts/slideLayout284.xml"/><Relationship Id="rId9" Type="http://schemas.openxmlformats.org/officeDocument/2006/relationships/slideLayout" Target="../slideLayouts/slideLayout289.xml"/><Relationship Id="rId14" Type="http://schemas.openxmlformats.org/officeDocument/2006/relationships/image" Target="../media/image11.png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9.xml"/><Relationship Id="rId13" Type="http://schemas.openxmlformats.org/officeDocument/2006/relationships/image" Target="../media/image14.jpeg"/><Relationship Id="rId3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98.xml"/><Relationship Id="rId12" Type="http://schemas.openxmlformats.org/officeDocument/2006/relationships/theme" Target="../theme/theme27.xml"/><Relationship Id="rId2" Type="http://schemas.openxmlformats.org/officeDocument/2006/relationships/slideLayout" Target="../slideLayouts/slideLayout293.xml"/><Relationship Id="rId1" Type="http://schemas.openxmlformats.org/officeDocument/2006/relationships/slideLayout" Target="../slideLayouts/slideLayout292.xml"/><Relationship Id="rId6" Type="http://schemas.openxmlformats.org/officeDocument/2006/relationships/slideLayout" Target="../slideLayouts/slideLayout297.xml"/><Relationship Id="rId11" Type="http://schemas.openxmlformats.org/officeDocument/2006/relationships/slideLayout" Target="../slideLayouts/slideLayout302.xml"/><Relationship Id="rId5" Type="http://schemas.openxmlformats.org/officeDocument/2006/relationships/slideLayout" Target="../slideLayouts/slideLayout296.xml"/><Relationship Id="rId10" Type="http://schemas.openxmlformats.org/officeDocument/2006/relationships/slideLayout" Target="../slideLayouts/slideLayout301.xml"/><Relationship Id="rId4" Type="http://schemas.openxmlformats.org/officeDocument/2006/relationships/slideLayout" Target="../slideLayouts/slideLayout295.xml"/><Relationship Id="rId9" Type="http://schemas.openxmlformats.org/officeDocument/2006/relationships/slideLayout" Target="../slideLayouts/slideLayout300.xml"/><Relationship Id="rId14" Type="http://schemas.openxmlformats.org/officeDocument/2006/relationships/image" Target="../media/image11.png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0.xml"/><Relationship Id="rId13" Type="http://schemas.openxmlformats.org/officeDocument/2006/relationships/image" Target="../media/image15.jpeg"/><Relationship Id="rId3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9.xml"/><Relationship Id="rId12" Type="http://schemas.openxmlformats.org/officeDocument/2006/relationships/theme" Target="../theme/theme28.xml"/><Relationship Id="rId2" Type="http://schemas.openxmlformats.org/officeDocument/2006/relationships/slideLayout" Target="../slideLayouts/slideLayout304.xml"/><Relationship Id="rId1" Type="http://schemas.openxmlformats.org/officeDocument/2006/relationships/slideLayout" Target="../slideLayouts/slideLayout303.xml"/><Relationship Id="rId6" Type="http://schemas.openxmlformats.org/officeDocument/2006/relationships/slideLayout" Target="../slideLayouts/slideLayout308.xml"/><Relationship Id="rId11" Type="http://schemas.openxmlformats.org/officeDocument/2006/relationships/slideLayout" Target="../slideLayouts/slideLayout313.xml"/><Relationship Id="rId5" Type="http://schemas.openxmlformats.org/officeDocument/2006/relationships/slideLayout" Target="../slideLayouts/slideLayout307.xml"/><Relationship Id="rId10" Type="http://schemas.openxmlformats.org/officeDocument/2006/relationships/slideLayout" Target="../slideLayouts/slideLayout312.xml"/><Relationship Id="rId4" Type="http://schemas.openxmlformats.org/officeDocument/2006/relationships/slideLayout" Target="../slideLayouts/slideLayout306.xml"/><Relationship Id="rId9" Type="http://schemas.openxmlformats.org/officeDocument/2006/relationships/slideLayout" Target="../slideLayouts/slideLayout311.xml"/><Relationship Id="rId14" Type="http://schemas.openxmlformats.org/officeDocument/2006/relationships/image" Target="../media/image11.png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1.xml"/><Relationship Id="rId13" Type="http://schemas.openxmlformats.org/officeDocument/2006/relationships/image" Target="../media/image16.jpeg"/><Relationship Id="rId3" Type="http://schemas.openxmlformats.org/officeDocument/2006/relationships/slideLayout" Target="../slideLayouts/slideLayout316.xml"/><Relationship Id="rId7" Type="http://schemas.openxmlformats.org/officeDocument/2006/relationships/slideLayout" Target="../slideLayouts/slideLayout320.xml"/><Relationship Id="rId12" Type="http://schemas.openxmlformats.org/officeDocument/2006/relationships/theme" Target="../theme/theme29.xml"/><Relationship Id="rId2" Type="http://schemas.openxmlformats.org/officeDocument/2006/relationships/slideLayout" Target="../slideLayouts/slideLayout315.xml"/><Relationship Id="rId1" Type="http://schemas.openxmlformats.org/officeDocument/2006/relationships/slideLayout" Target="../slideLayouts/slideLayout314.xml"/><Relationship Id="rId6" Type="http://schemas.openxmlformats.org/officeDocument/2006/relationships/slideLayout" Target="../slideLayouts/slideLayout319.xml"/><Relationship Id="rId11" Type="http://schemas.openxmlformats.org/officeDocument/2006/relationships/slideLayout" Target="../slideLayouts/slideLayout324.xml"/><Relationship Id="rId5" Type="http://schemas.openxmlformats.org/officeDocument/2006/relationships/slideLayout" Target="../slideLayouts/slideLayout318.xml"/><Relationship Id="rId10" Type="http://schemas.openxmlformats.org/officeDocument/2006/relationships/slideLayout" Target="../slideLayouts/slideLayout323.xml"/><Relationship Id="rId4" Type="http://schemas.openxmlformats.org/officeDocument/2006/relationships/slideLayout" Target="../slideLayouts/slideLayout317.xml"/><Relationship Id="rId9" Type="http://schemas.openxmlformats.org/officeDocument/2006/relationships/slideLayout" Target="../slideLayouts/slideLayout322.xml"/><Relationship Id="rId14" Type="http://schemas.openxmlformats.org/officeDocument/2006/relationships/image" Target="../media/image11.png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2.xml"/><Relationship Id="rId13" Type="http://schemas.openxmlformats.org/officeDocument/2006/relationships/image" Target="../media/image17.jpeg"/><Relationship Id="rId3" Type="http://schemas.openxmlformats.org/officeDocument/2006/relationships/slideLayout" Target="../slideLayouts/slideLayout327.xml"/><Relationship Id="rId7" Type="http://schemas.openxmlformats.org/officeDocument/2006/relationships/slideLayout" Target="../slideLayouts/slideLayout331.xml"/><Relationship Id="rId12" Type="http://schemas.openxmlformats.org/officeDocument/2006/relationships/theme" Target="../theme/theme30.xml"/><Relationship Id="rId2" Type="http://schemas.openxmlformats.org/officeDocument/2006/relationships/slideLayout" Target="../slideLayouts/slideLayout326.xml"/><Relationship Id="rId1" Type="http://schemas.openxmlformats.org/officeDocument/2006/relationships/slideLayout" Target="../slideLayouts/slideLayout325.xml"/><Relationship Id="rId6" Type="http://schemas.openxmlformats.org/officeDocument/2006/relationships/slideLayout" Target="../slideLayouts/slideLayout330.xml"/><Relationship Id="rId11" Type="http://schemas.openxmlformats.org/officeDocument/2006/relationships/slideLayout" Target="../slideLayouts/slideLayout335.xml"/><Relationship Id="rId5" Type="http://schemas.openxmlformats.org/officeDocument/2006/relationships/slideLayout" Target="../slideLayouts/slideLayout329.xml"/><Relationship Id="rId10" Type="http://schemas.openxmlformats.org/officeDocument/2006/relationships/slideLayout" Target="../slideLayouts/slideLayout334.xml"/><Relationship Id="rId4" Type="http://schemas.openxmlformats.org/officeDocument/2006/relationships/slideLayout" Target="../slideLayouts/slideLayout328.xml"/><Relationship Id="rId9" Type="http://schemas.openxmlformats.org/officeDocument/2006/relationships/slideLayout" Target="../slideLayouts/slideLayout333.xml"/><Relationship Id="rId14" Type="http://schemas.openxmlformats.org/officeDocument/2006/relationships/image" Target="../media/image11.png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3.xml"/><Relationship Id="rId13" Type="http://schemas.openxmlformats.org/officeDocument/2006/relationships/image" Target="../media/image18.jpeg"/><Relationship Id="rId3" Type="http://schemas.openxmlformats.org/officeDocument/2006/relationships/slideLayout" Target="../slideLayouts/slideLayout338.xml"/><Relationship Id="rId7" Type="http://schemas.openxmlformats.org/officeDocument/2006/relationships/slideLayout" Target="../slideLayouts/slideLayout342.xml"/><Relationship Id="rId12" Type="http://schemas.openxmlformats.org/officeDocument/2006/relationships/theme" Target="../theme/theme31.xml"/><Relationship Id="rId2" Type="http://schemas.openxmlformats.org/officeDocument/2006/relationships/slideLayout" Target="../slideLayouts/slideLayout337.xml"/><Relationship Id="rId1" Type="http://schemas.openxmlformats.org/officeDocument/2006/relationships/slideLayout" Target="../slideLayouts/slideLayout336.xml"/><Relationship Id="rId6" Type="http://schemas.openxmlformats.org/officeDocument/2006/relationships/slideLayout" Target="../slideLayouts/slideLayout341.xml"/><Relationship Id="rId11" Type="http://schemas.openxmlformats.org/officeDocument/2006/relationships/slideLayout" Target="../slideLayouts/slideLayout346.xml"/><Relationship Id="rId5" Type="http://schemas.openxmlformats.org/officeDocument/2006/relationships/slideLayout" Target="../slideLayouts/slideLayout340.xml"/><Relationship Id="rId10" Type="http://schemas.openxmlformats.org/officeDocument/2006/relationships/slideLayout" Target="../slideLayouts/slideLayout345.xml"/><Relationship Id="rId4" Type="http://schemas.openxmlformats.org/officeDocument/2006/relationships/slideLayout" Target="../slideLayouts/slideLayout339.xml"/><Relationship Id="rId9" Type="http://schemas.openxmlformats.org/officeDocument/2006/relationships/slideLayout" Target="../slideLayouts/slideLayout344.xml"/><Relationship Id="rId1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430213"/>
            <a:ext cx="7416800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1484313"/>
            <a:ext cx="7416800" cy="51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637DFBC6-1925-4C79-AFB2-0D37AEDDBAAF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02312AFE-2B24-4DEE-9841-8A698EF05F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402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C7F06D9F-07D1-49CF-BC20-2FA8E6D697E8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CD5C29D1-055C-44C7-B20E-0A8A5728F9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4B4989DE-FA58-4E64-96ED-4683E0FF4BF2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15155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C4C040D4-5F81-40F9-8641-CDD730C14B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25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8160B49E-AC8E-4798-ABFA-A87AC6F99DED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1525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1E401605-01EE-4C0D-AAA6-904683CAEE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4F2B258B-BD5C-46A4-9E59-5D933CF6C2A3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6CF6B704-EF6F-4928-9B74-393BF154E8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46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6CB1641-2BAB-4A6E-8CCA-B0E8150241A0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1546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23A19A5-DDB7-4EB0-915A-B19ED73C05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A769AE8-BE6B-4071-9351-FE4B1B3FA069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B5638B4A-15E7-49E2-B6B1-7ECA6A855B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430213"/>
            <a:ext cx="7416800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1484313"/>
            <a:ext cx="7416800" cy="482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6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41699E50-73A7-495B-9D24-F0279931929E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20685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F88B5BEA-2C01-4E3D-BA7D-BFA6402CB6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4342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38D4302C-A6B7-4680-B2D3-125455974BA7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60D08127-A3F9-49B5-A42F-C1FA9B9E0F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366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99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5ADBEFE8-FC29-4091-87DA-AC825D0552F5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20992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0EF73624-553A-4997-A377-41BA1A70BE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390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09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A2770E4-B88B-4F16-AE28-01B122443AEA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2109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BB45EC8D-B6BF-4E80-B782-21A2E262CA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7414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19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BD3AE44E-EFD3-4065-9FC4-DADF38A0CAE5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21197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55AAC212-9A02-4195-B629-3D5D044884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8438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2B260C58-4A4A-400D-A7A4-5117ABAA020C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49F33446-2D04-4484-9DFB-DF1BC78182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9462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40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D4CDDE3-B71D-4B38-9306-DE36C2136F27}" type="datetime1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21402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994053DE-7583-4294-9C9C-424F9E484C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0486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430213"/>
            <a:ext cx="7416800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1484313"/>
            <a:ext cx="7416800" cy="51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425FF88D-6E30-4BB0-81EF-71AA710B91E7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D7379438-BC30-44EE-9DE2-514A578FACC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204" r:id="rId1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  <p:sldLayoutId id="2147484044" r:id="rId10"/>
    <p:sldLayoutId id="2147484045" r:id="rId11"/>
    <p:sldLayoutId id="2147484205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0D7F20D-1D8C-45A5-AF4C-79839F134625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A849404D-87D7-443F-A519-CBB7E5A1422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49" r:id="rId3"/>
    <p:sldLayoutId id="2147484050" r:id="rId4"/>
    <p:sldLayoutId id="2147484051" r:id="rId5"/>
    <p:sldLayoutId id="2147484052" r:id="rId6"/>
    <p:sldLayoutId id="2147484053" r:id="rId7"/>
    <p:sldLayoutId id="2147484054" r:id="rId8"/>
    <p:sldLayoutId id="2147484055" r:id="rId9"/>
    <p:sldLayoutId id="2147484056" r:id="rId10"/>
    <p:sldLayoutId id="2147484057" r:id="rId11"/>
    <p:sldLayoutId id="2147484202" r:id="rId1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B468C86D-14BD-445D-B12D-6DDDED544A16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15155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AC637807-5CDB-463E-BF33-28134F84E17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60" r:id="rId2"/>
    <p:sldLayoutId id="2147484061" r:id="rId3"/>
    <p:sldLayoutId id="2147484062" r:id="rId4"/>
    <p:sldLayoutId id="2147484063" r:id="rId5"/>
    <p:sldLayoutId id="2147484064" r:id="rId6"/>
    <p:sldLayoutId id="2147484065" r:id="rId7"/>
    <p:sldLayoutId id="2147484066" r:id="rId8"/>
    <p:sldLayoutId id="2147484067" r:id="rId9"/>
    <p:sldLayoutId id="2147484068" r:id="rId10"/>
    <p:sldLayoutId id="2147484069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25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FF42F45F-7542-4BEB-B65A-9B023A0E7573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1525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2307A2AD-6B73-4AA4-9CE4-4C9C140B4CF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72" r:id="rId2"/>
    <p:sldLayoutId id="2147484073" r:id="rId3"/>
    <p:sldLayoutId id="2147484074" r:id="rId4"/>
    <p:sldLayoutId id="2147484075" r:id="rId5"/>
    <p:sldLayoutId id="2147484076" r:id="rId6"/>
    <p:sldLayoutId id="2147484077" r:id="rId7"/>
    <p:sldLayoutId id="2147484078" r:id="rId8"/>
    <p:sldLayoutId id="2147484079" r:id="rId9"/>
    <p:sldLayoutId id="2147484080" r:id="rId10"/>
    <p:sldLayoutId id="2147484081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BA919821-421F-4F0D-BCAD-80E09BE3CFFD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910D3A82-6BB4-46B6-9E8F-090B040C332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84" r:id="rId2"/>
    <p:sldLayoutId id="2147484085" r:id="rId3"/>
    <p:sldLayoutId id="2147484086" r:id="rId4"/>
    <p:sldLayoutId id="2147484087" r:id="rId5"/>
    <p:sldLayoutId id="2147484088" r:id="rId6"/>
    <p:sldLayoutId id="2147484089" r:id="rId7"/>
    <p:sldLayoutId id="2147484090" r:id="rId8"/>
    <p:sldLayoutId id="2147484091" r:id="rId9"/>
    <p:sldLayoutId id="2147484092" r:id="rId10"/>
    <p:sldLayoutId id="2147484093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46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B54DF59E-0875-465C-9A4D-BA0197E0C876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1546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753A83A1-1555-48E8-8D28-5B87EA7A529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097" r:id="rId3"/>
    <p:sldLayoutId id="2147484098" r:id="rId4"/>
    <p:sldLayoutId id="2147484099" r:id="rId5"/>
    <p:sldLayoutId id="2147484100" r:id="rId6"/>
    <p:sldLayoutId id="2147484101" r:id="rId7"/>
    <p:sldLayoutId id="2147484102" r:id="rId8"/>
    <p:sldLayoutId id="2147484103" r:id="rId9"/>
    <p:sldLayoutId id="2147484104" r:id="rId10"/>
    <p:sldLayoutId id="2147484105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16959C9A-86FF-4193-8DBB-629A2ACB7217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4C02A5E7-F3A5-4617-8AE3-D26B3EDB835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7" r:id="rId1"/>
    <p:sldLayoutId id="2147484108" r:id="rId2"/>
    <p:sldLayoutId id="2147484109" r:id="rId3"/>
    <p:sldLayoutId id="2147484110" r:id="rId4"/>
    <p:sldLayoutId id="2147484111" r:id="rId5"/>
    <p:sldLayoutId id="2147484112" r:id="rId6"/>
    <p:sldLayoutId id="2147484113" r:id="rId7"/>
    <p:sldLayoutId id="2147484114" r:id="rId8"/>
    <p:sldLayoutId id="2147484115" r:id="rId9"/>
    <p:sldLayoutId id="2147484116" r:id="rId10"/>
    <p:sldLayoutId id="2147484117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430213"/>
            <a:ext cx="7416800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1484313"/>
            <a:ext cx="7416800" cy="482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58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019050F8-0CBC-483C-995D-4E37A3A8FD34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2058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B6057CD2-9F89-4D3C-8E32-F67817E2556B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05830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0" r:id="rId2"/>
    <p:sldLayoutId id="2147484121" r:id="rId3"/>
    <p:sldLayoutId id="2147484122" r:id="rId4"/>
    <p:sldLayoutId id="2147484123" r:id="rId5"/>
    <p:sldLayoutId id="2147484124" r:id="rId6"/>
    <p:sldLayoutId id="2147484125" r:id="rId7"/>
    <p:sldLayoutId id="2147484126" r:id="rId8"/>
    <p:sldLayoutId id="2147484127" r:id="rId9"/>
    <p:sldLayoutId id="2147484128" r:id="rId10"/>
    <p:sldLayoutId id="2147484129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78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EA5CDB4A-413D-4DF3-9961-6832234D836E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2078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AF249A2A-F27E-4D4A-B5D7-9565E05FEE78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07879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31" r:id="rId1"/>
    <p:sldLayoutId id="2147484132" r:id="rId2"/>
    <p:sldLayoutId id="2147484133" r:id="rId3"/>
    <p:sldLayoutId id="2147484134" r:id="rId4"/>
    <p:sldLayoutId id="2147484135" r:id="rId5"/>
    <p:sldLayoutId id="2147484136" r:id="rId6"/>
    <p:sldLayoutId id="2147484137" r:id="rId7"/>
    <p:sldLayoutId id="2147484138" r:id="rId8"/>
    <p:sldLayoutId id="2147484139" r:id="rId9"/>
    <p:sldLayoutId id="2147484140" r:id="rId10"/>
    <p:sldLayoutId id="2147484141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2E0C72D-113C-4B78-9ECF-FF8EE13BA213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0CEB931A-0C21-45D9-9788-8FE4642BB037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08903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44" r:id="rId2"/>
    <p:sldLayoutId id="2147484145" r:id="rId3"/>
    <p:sldLayoutId id="2147484146" r:id="rId4"/>
    <p:sldLayoutId id="2147484147" r:id="rId5"/>
    <p:sldLayoutId id="2147484148" r:id="rId6"/>
    <p:sldLayoutId id="2147484149" r:id="rId7"/>
    <p:sldLayoutId id="2147484150" r:id="rId8"/>
    <p:sldLayoutId id="2147484151" r:id="rId9"/>
    <p:sldLayoutId id="2147484152" r:id="rId10"/>
    <p:sldLayoutId id="2147484153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99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ED421966-8828-4EF1-8BDA-75CC23D5CDBA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20992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4C5E5528-FAF9-4DC4-8D6A-32D5758E2360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09927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  <p:sldLayoutId id="2147484165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09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82B72B27-3629-43BF-BD0A-151A5D58117B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2109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6159FA4D-49EB-4718-A724-F8786ECD68C7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10951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67" r:id="rId1"/>
    <p:sldLayoutId id="2147484168" r:id="rId2"/>
    <p:sldLayoutId id="2147484169" r:id="rId3"/>
    <p:sldLayoutId id="2147484170" r:id="rId4"/>
    <p:sldLayoutId id="2147484171" r:id="rId5"/>
    <p:sldLayoutId id="2147484172" r:id="rId6"/>
    <p:sldLayoutId id="2147484173" r:id="rId7"/>
    <p:sldLayoutId id="2147484174" r:id="rId8"/>
    <p:sldLayoutId id="2147484175" r:id="rId9"/>
    <p:sldLayoutId id="2147484176" r:id="rId10"/>
    <p:sldLayoutId id="2147484177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19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AB4246D6-F289-4480-B3BE-A47058A969C0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21197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93E0EC7C-E5FE-438E-B4BD-DBEED038621E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11975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79" r:id="rId1"/>
    <p:sldLayoutId id="2147484180" r:id="rId2"/>
    <p:sldLayoutId id="2147484181" r:id="rId3"/>
    <p:sldLayoutId id="2147484182" r:id="rId4"/>
    <p:sldLayoutId id="2147484183" r:id="rId5"/>
    <p:sldLayoutId id="2147484184" r:id="rId6"/>
    <p:sldLayoutId id="2147484185" r:id="rId7"/>
    <p:sldLayoutId id="2147484186" r:id="rId8"/>
    <p:sldLayoutId id="2147484187" r:id="rId9"/>
    <p:sldLayoutId id="2147484188" r:id="rId10"/>
    <p:sldLayoutId id="2147484189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21FCDA39-1FF8-4990-A9CE-F042283933A4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FDF0EF65-1394-4078-AE7F-DEC4B66E4A28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12999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91" r:id="rId1"/>
    <p:sldLayoutId id="2147484192" r:id="rId2"/>
    <p:sldLayoutId id="2147484193" r:id="rId3"/>
    <p:sldLayoutId id="2147484194" r:id="rId4"/>
    <p:sldLayoutId id="2147484195" r:id="rId5"/>
    <p:sldLayoutId id="2147484196" r:id="rId6"/>
    <p:sldLayoutId id="2147484197" r:id="rId7"/>
    <p:sldLayoutId id="2147484198" r:id="rId8"/>
    <p:sldLayoutId id="2147484199" r:id="rId9"/>
    <p:sldLayoutId id="2147484200" r:id="rId10"/>
    <p:sldLayoutId id="2147484201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.C.J.M.devet@uvt.nl" TargetMode="External"/><Relationship Id="rId2" Type="http://schemas.openxmlformats.org/officeDocument/2006/relationships/hyperlink" Target="mailto:M.G.J.Martens@uvt.nl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7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6F572E-33D8-4763-A001-B570C3B6CEDF}" type="datetime1">
              <a:rPr lang="en-US" smtClean="0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0F634979-8618-421C-A3C4-67205DAD587D}" type="datetime1">
              <a:rPr lang="en-US" smtClean="0"/>
              <a:pPr/>
              <a:t>12/4/2013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634189" y="3921861"/>
            <a:ext cx="3657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Maurice Martens</a:t>
            </a:r>
            <a:br>
              <a:rPr lang="en-US" dirty="0" smtClean="0"/>
            </a:br>
            <a:r>
              <a:rPr lang="en-US" dirty="0" smtClean="0">
                <a:hlinkClick r:id="rId2"/>
              </a:rPr>
              <a:t>M.G.J.Martens@uvt.nl</a:t>
            </a:r>
            <a:endParaRPr lang="en-US" dirty="0" smtClean="0"/>
          </a:p>
          <a:p>
            <a:r>
              <a:rPr lang="en-US" dirty="0" smtClean="0"/>
              <a:t>Edwin de Vet</a:t>
            </a:r>
          </a:p>
          <a:p>
            <a:r>
              <a:rPr lang="en-US" dirty="0" smtClean="0">
                <a:hlinkClick r:id="rId3"/>
              </a:rPr>
              <a:t>E.C.J.M.deVet@uvt.nl</a:t>
            </a:r>
            <a:r>
              <a:rPr lang="en-US" dirty="0" smtClean="0"/>
              <a:t/>
            </a:r>
            <a:br>
              <a:rPr lang="en-US" dirty="0" smtClean="0"/>
            </a:br>
            <a:endParaRPr lang="nl-NL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5505" y="3633137"/>
            <a:ext cx="2310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EDDI2013, Paris December 4 2013</a:t>
            </a:r>
            <a:endParaRPr lang="nl-NL" b="1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07" y="1340768"/>
            <a:ext cx="8660367" cy="2107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664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4598-07F3-4946-8FCE-D326F29BF250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AD5945-14F6-4BB6-A542-858CD16A37B5}" type="slidenum">
              <a:rPr lang="en-US"/>
              <a:pPr/>
              <a:t>2</a:t>
            </a:fld>
            <a:endParaRPr lang="en-US"/>
          </a:p>
        </p:txBody>
      </p:sp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TMT</a:t>
            </a:r>
            <a:endParaRPr lang="nl-NL" sz="2800" dirty="0"/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nl-NL" dirty="0" smtClean="0"/>
              <a:t>LMU developed since 2004 for SHARE</a:t>
            </a:r>
          </a:p>
          <a:p>
            <a:pPr>
              <a:buFont typeface="Arial" charset="0"/>
              <a:buChar char="•"/>
            </a:pPr>
            <a:r>
              <a:rPr lang="nl-NL" dirty="0" smtClean="0"/>
              <a:t>Now integrated in Dasish</a:t>
            </a:r>
          </a:p>
          <a:p>
            <a:pPr>
              <a:buFont typeface="Arial" charset="0"/>
              <a:buChar char="•"/>
            </a:pPr>
            <a:r>
              <a:rPr lang="nl-NL" dirty="0" smtClean="0"/>
              <a:t>Goal is to make TMT available as service</a:t>
            </a:r>
          </a:p>
          <a:p>
            <a:pPr>
              <a:buFont typeface="Arial" charset="0"/>
              <a:buChar char="•"/>
            </a:pPr>
            <a:r>
              <a:rPr lang="nl-NL" dirty="0" smtClean="0"/>
              <a:t>TRAPD compatible</a:t>
            </a:r>
          </a:p>
          <a:p>
            <a:pPr>
              <a:buFont typeface="Arial" charset="0"/>
              <a:buChar char="•"/>
            </a:pPr>
            <a:r>
              <a:rPr lang="nl-NL" dirty="0" smtClean="0"/>
              <a:t>DDI</a:t>
            </a:r>
          </a:p>
        </p:txBody>
      </p:sp>
    </p:spTree>
    <p:extLst>
      <p:ext uri="{BB962C8B-B14F-4D97-AF65-F5344CB8AC3E}">
        <p14:creationId xmlns:p14="http://schemas.microsoft.com/office/powerpoint/2010/main" val="111895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4598-07F3-4946-8FCE-D326F29BF250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AD5945-14F6-4BB6-A542-858CD16A37B5}" type="slidenum">
              <a:rPr lang="en-US"/>
              <a:pPr/>
              <a:t>3</a:t>
            </a:fld>
            <a:endParaRPr lang="en-US"/>
          </a:p>
        </p:txBody>
      </p:sp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TMT</a:t>
            </a:r>
            <a:endParaRPr lang="nl-NL" sz="2800" dirty="0"/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nl-NL" dirty="0" smtClean="0"/>
              <a:t>Web service for translating large questionnaires</a:t>
            </a:r>
          </a:p>
          <a:p>
            <a:pPr>
              <a:buFont typeface="Arial" charset="0"/>
              <a:buChar char="•"/>
            </a:pPr>
            <a:r>
              <a:rPr lang="nl-NL" dirty="0" smtClean="0"/>
              <a:t>1 time programming, ex ante harmonized </a:t>
            </a:r>
          </a:p>
          <a:p>
            <a:pPr>
              <a:buFont typeface="Arial" charset="0"/>
              <a:buChar char="•"/>
            </a:pPr>
            <a:r>
              <a:rPr lang="nl-NL" dirty="0" smtClean="0"/>
              <a:t>Fast development cycle</a:t>
            </a:r>
          </a:p>
          <a:p>
            <a:pPr>
              <a:buFont typeface="Arial" charset="0"/>
              <a:buChar char="•"/>
            </a:pPr>
            <a:r>
              <a:rPr lang="nl-NL" dirty="0" smtClean="0"/>
              <a:t>Customizable workflow</a:t>
            </a:r>
          </a:p>
        </p:txBody>
      </p:sp>
    </p:spTree>
    <p:extLst>
      <p:ext uri="{BB962C8B-B14F-4D97-AF65-F5344CB8AC3E}">
        <p14:creationId xmlns:p14="http://schemas.microsoft.com/office/powerpoint/2010/main" val="1834242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4598-07F3-4946-8FCE-D326F29BF250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AD5945-14F6-4BB6-A542-858CD16A37B5}" type="slidenum">
              <a:rPr lang="en-US"/>
              <a:pPr/>
              <a:t>4</a:t>
            </a:fld>
            <a:endParaRPr lang="en-US"/>
          </a:p>
        </p:txBody>
      </p:sp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TMT</a:t>
            </a:r>
            <a:endParaRPr lang="nl-NL" sz="2800" dirty="0"/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nl-NL" dirty="0"/>
              <a:t>Cuts questionnaire up in translatable elements</a:t>
            </a:r>
          </a:p>
          <a:p>
            <a:pPr>
              <a:buFont typeface="Arial" charset="0"/>
              <a:buChar char="•"/>
            </a:pPr>
            <a:r>
              <a:rPr lang="nl-NL" dirty="0"/>
              <a:t>Question texts, interviewer instructions, answers, fills, error messages</a:t>
            </a:r>
          </a:p>
          <a:p>
            <a:pPr>
              <a:buFont typeface="Arial" charset="0"/>
              <a:buChar char="•"/>
            </a:pPr>
            <a:r>
              <a:rPr lang="nl-NL" dirty="0"/>
              <a:t>Buttons, sms texts, labels, help files, </a:t>
            </a:r>
            <a:r>
              <a:rPr lang="nl-NL" dirty="0" smtClean="0"/>
              <a:t>coding</a:t>
            </a:r>
          </a:p>
          <a:p>
            <a:pPr>
              <a:buFont typeface="Arial" charset="0"/>
              <a:buChar char="•"/>
            </a:pPr>
            <a:r>
              <a:rPr lang="nl-NL" dirty="0" smtClean="0"/>
              <a:t>Imports Blaise, exports translated Blaise</a:t>
            </a:r>
          </a:p>
        </p:txBody>
      </p:sp>
    </p:spTree>
    <p:extLst>
      <p:ext uri="{BB962C8B-B14F-4D97-AF65-F5344CB8AC3E}">
        <p14:creationId xmlns:p14="http://schemas.microsoft.com/office/powerpoint/2010/main" val="3301184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4598-07F3-4946-8FCE-D326F29BF250}" type="datetime1">
              <a:rPr lang="en-US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AD5945-14F6-4BB6-A542-858CD16A37B5}" type="slidenum">
              <a:rPr lang="en-US"/>
              <a:pPr/>
              <a:t>5</a:t>
            </a:fld>
            <a:endParaRPr lang="en-US"/>
          </a:p>
        </p:txBody>
      </p:sp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TMT</a:t>
            </a:r>
            <a:endParaRPr lang="nl-NL" sz="2800" dirty="0"/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en-US" dirty="0" smtClean="0"/>
              <a:t>Let’s have a look</a:t>
            </a:r>
          </a:p>
          <a:p>
            <a:pPr>
              <a:buFont typeface="Arial" charset="0"/>
              <a:buChar char="•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4759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TMT – Database Structure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995936" y="1628800"/>
            <a:ext cx="2160240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Questionnaire</a:t>
            </a:r>
            <a:endParaRPr lang="nl-NL" dirty="0"/>
          </a:p>
        </p:txBody>
      </p:sp>
      <p:sp>
        <p:nvSpPr>
          <p:cNvPr id="7" name="Rounded Rectangle 6"/>
          <p:cNvSpPr/>
          <p:nvPr/>
        </p:nvSpPr>
        <p:spPr>
          <a:xfrm>
            <a:off x="3923928" y="2924944"/>
            <a:ext cx="2232248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Modules</a:t>
            </a:r>
            <a:endParaRPr lang="nl-NL" dirty="0"/>
          </a:p>
        </p:txBody>
      </p:sp>
      <p:sp>
        <p:nvSpPr>
          <p:cNvPr id="8" name="Rounded Rectangle 7"/>
          <p:cNvSpPr/>
          <p:nvPr/>
        </p:nvSpPr>
        <p:spPr>
          <a:xfrm>
            <a:off x="2627784" y="4365104"/>
            <a:ext cx="1872208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Questions</a:t>
            </a:r>
            <a:endParaRPr lang="nl-NL" dirty="0"/>
          </a:p>
        </p:txBody>
      </p:sp>
      <p:sp>
        <p:nvSpPr>
          <p:cNvPr id="9" name="Rounded Rectangle 8"/>
          <p:cNvSpPr/>
          <p:nvPr/>
        </p:nvSpPr>
        <p:spPr>
          <a:xfrm>
            <a:off x="6012160" y="4365104"/>
            <a:ext cx="1800200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Categories</a:t>
            </a:r>
            <a:endParaRPr lang="nl-NL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5076056" y="2420888"/>
            <a:ext cx="36004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220072" y="2420888"/>
            <a:ext cx="432048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4427984" y="2420888"/>
            <a:ext cx="504056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211960" y="3717032"/>
            <a:ext cx="288032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707904" y="3717032"/>
            <a:ext cx="576064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3275856" y="3717032"/>
            <a:ext cx="72008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4499992" y="4725144"/>
            <a:ext cx="15121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4499992" y="4437112"/>
            <a:ext cx="1512168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4499992" y="4869160"/>
            <a:ext cx="1512168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555776" y="5445224"/>
            <a:ext cx="2088232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Question Texts</a:t>
            </a:r>
            <a:endParaRPr lang="nl-NL" dirty="0"/>
          </a:p>
        </p:txBody>
      </p:sp>
      <p:sp>
        <p:nvSpPr>
          <p:cNvPr id="33" name="Rounded Rectangle 32"/>
          <p:cNvSpPr/>
          <p:nvPr/>
        </p:nvSpPr>
        <p:spPr>
          <a:xfrm>
            <a:off x="5868144" y="5445224"/>
            <a:ext cx="2088232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Category Texts</a:t>
            </a:r>
            <a:endParaRPr lang="nl-NL" dirty="0"/>
          </a:p>
        </p:txBody>
      </p:sp>
      <p:cxnSp>
        <p:nvCxnSpPr>
          <p:cNvPr id="35" name="Straight Arrow Connector 34"/>
          <p:cNvCxnSpPr>
            <a:stCxn id="32" idx="0"/>
            <a:endCxn id="8" idx="2"/>
          </p:cNvCxnSpPr>
          <p:nvPr/>
        </p:nvCxnSpPr>
        <p:spPr>
          <a:xfrm flipH="1" flipV="1">
            <a:off x="3563888" y="5085184"/>
            <a:ext cx="36004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V="1">
            <a:off x="3059832" y="5085184"/>
            <a:ext cx="288032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3851920" y="5085184"/>
            <a:ext cx="288032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3" idx="0"/>
          </p:cNvCxnSpPr>
          <p:nvPr/>
        </p:nvCxnSpPr>
        <p:spPr>
          <a:xfrm flipH="1" flipV="1">
            <a:off x="6876256" y="5085184"/>
            <a:ext cx="36004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6516216" y="5085184"/>
            <a:ext cx="216024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 flipV="1">
            <a:off x="7092280" y="5085184"/>
            <a:ext cx="216024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Export as single wave study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800" dirty="0" smtClean="0"/>
              <a:t>Each wave/questionnaire exported as a single wave study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Each module a separate </a:t>
            </a:r>
            <a:r>
              <a:rPr lang="nl-NL" sz="2800" dirty="0" err="1" smtClean="0"/>
              <a:t>QuestionScheme</a:t>
            </a:r>
            <a:endParaRPr lang="nl-NL" sz="2800" dirty="0" smtClean="0"/>
          </a:p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483768" y="3789040"/>
            <a:ext cx="5904656" cy="25922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2483768" y="3861048"/>
            <a:ext cx="59046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ns1:</a:t>
            </a:r>
            <a:r>
              <a:rPr lang="nl-NL" dirty="0" err="1" smtClean="0"/>
              <a:t>DDIInstance</a:t>
            </a:r>
            <a:r>
              <a:rPr lang="nl-NL" dirty="0" smtClean="0"/>
              <a:t>  </a:t>
            </a:r>
          </a:p>
          <a:p>
            <a:r>
              <a:rPr lang="nl-NL" dirty="0" smtClean="0"/>
              <a:t>        s:StudyUnit</a:t>
            </a:r>
          </a:p>
          <a:p>
            <a:r>
              <a:rPr lang="nl-NL" dirty="0" smtClean="0"/>
              <a:t>                d:DataCollection</a:t>
            </a:r>
          </a:p>
          <a:p>
            <a:r>
              <a:rPr lang="nl-NL" dirty="0" smtClean="0"/>
              <a:t>                        d:QuestionScheme (multiple)</a:t>
            </a:r>
          </a:p>
          <a:p>
            <a:r>
              <a:rPr lang="nl-NL" dirty="0" smtClean="0"/>
              <a:t>                        d:ControlConstructScheme (multiple)</a:t>
            </a:r>
          </a:p>
          <a:p>
            <a:r>
              <a:rPr lang="nl-NL" dirty="0" smtClean="0"/>
              <a:t>                l:LogicalProduct</a:t>
            </a:r>
          </a:p>
          <a:p>
            <a:r>
              <a:rPr lang="nl-NL" dirty="0" smtClean="0"/>
              <a:t>                        l:CategoryScheme  (multiple)</a:t>
            </a:r>
          </a:p>
          <a:p>
            <a:r>
              <a:rPr lang="nl-NL" dirty="0" smtClean="0"/>
              <a:t>                        l:CodeScheme  (multiple)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Export as longitudinal study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All question items in a single question scheme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67744" y="2996952"/>
            <a:ext cx="6192688" cy="34563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xtBox 7"/>
          <p:cNvSpPr txBox="1"/>
          <p:nvPr/>
        </p:nvSpPr>
        <p:spPr>
          <a:xfrm>
            <a:off x="2483768" y="2996952"/>
            <a:ext cx="58326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ns1:DDIInstance</a:t>
            </a:r>
          </a:p>
          <a:p>
            <a:r>
              <a:rPr lang="en-US" dirty="0" smtClean="0"/>
              <a:t>        g:Group</a:t>
            </a:r>
          </a:p>
          <a:p>
            <a:r>
              <a:rPr lang="en-US" dirty="0" smtClean="0"/>
              <a:t>                g:StudyUnit  (multiple)</a:t>
            </a:r>
          </a:p>
          <a:p>
            <a:r>
              <a:rPr lang="en-US" dirty="0" smtClean="0"/>
              <a:t>                        s:StudyUnit</a:t>
            </a:r>
          </a:p>
          <a:p>
            <a:r>
              <a:rPr lang="en-US" dirty="0" smtClean="0"/>
              <a:t>                                d:DataCollection</a:t>
            </a:r>
          </a:p>
          <a:p>
            <a:r>
              <a:rPr lang="en-US" dirty="0" smtClean="0"/>
              <a:t>                                	d:ControlConstructScheme</a:t>
            </a:r>
          </a:p>
          <a:p>
            <a:r>
              <a:rPr lang="en-US" dirty="0" smtClean="0"/>
              <a:t>                                l:LogicalProduct</a:t>
            </a:r>
          </a:p>
          <a:p>
            <a:r>
              <a:rPr lang="en-US" dirty="0" smtClean="0"/>
              <a:t>                                        l:VariableScheme  </a:t>
            </a:r>
          </a:p>
          <a:p>
            <a:r>
              <a:rPr lang="en-US" dirty="0" smtClean="0"/>
              <a:t>        g:ResourcePackage</a:t>
            </a:r>
          </a:p>
          <a:p>
            <a:r>
              <a:rPr lang="en-US" dirty="0" smtClean="0"/>
              <a:t>                d:QuestionScheme</a:t>
            </a:r>
          </a:p>
          <a:p>
            <a:r>
              <a:rPr lang="en-US" dirty="0" smtClean="0"/>
              <a:t>                l:CategoryScheme  (multiple)</a:t>
            </a:r>
          </a:p>
          <a:p>
            <a:r>
              <a:rPr lang="en-US" dirty="0" smtClean="0"/>
              <a:t>                l:CodeScheme  (multiple)</a:t>
            </a:r>
            <a:endParaRPr lang="nl-NL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 into </a:t>
            </a:r>
            <a:r>
              <a:rPr lang="en-US" dirty="0" err="1" smtClean="0"/>
              <a:t>questasy</a:t>
            </a:r>
            <a:r>
              <a:rPr lang="en-US" dirty="0" smtClean="0"/>
              <a:t> - modules</a:t>
            </a:r>
            <a:endParaRPr lang="nl-NL" dirty="0"/>
          </a:p>
        </p:txBody>
      </p:sp>
      <p:pic>
        <p:nvPicPr>
          <p:cNvPr id="6" name="Content Placeholder 5" descr="share_su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27457" y="1484313"/>
            <a:ext cx="6514635" cy="482441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Individual question</a:t>
            </a:r>
            <a:endParaRPr lang="nl-NL" dirty="0"/>
          </a:p>
        </p:txBody>
      </p:sp>
      <p:pic>
        <p:nvPicPr>
          <p:cNvPr id="6" name="Content Placeholder 5" descr="share_question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21697" y="1484313"/>
            <a:ext cx="6526155" cy="482441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430213"/>
            <a:ext cx="7956376" cy="766762"/>
          </a:xfrm>
        </p:spPr>
        <p:txBody>
          <a:bodyPr/>
          <a:lstStyle/>
          <a:p>
            <a:r>
              <a:rPr lang="en-US" dirty="0" smtClean="0"/>
              <a:t>Use of DDI to transfer data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Example of the use of DDI to transfer information from one system to another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Conclusion: </a:t>
            </a:r>
            <a:r>
              <a:rPr lang="en-US" smtClean="0"/>
              <a:t>it works!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12/4/2013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t E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Wit E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Wit 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tart slide">
  <a:themeElements>
    <a:clrScheme name="Start sl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Start sl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rt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Eind slide">
  <a:themeElements>
    <a:clrScheme name="Eind sl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Eind slide">
      <a:majorFont>
        <a:latin typeface="Palatino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ind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Foto slide 1">
  <a:themeElements>
    <a:clrScheme name="Foto slide 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Foto slide 2">
  <a:themeElements>
    <a:clrScheme name="Foto slide 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Foto slide 3">
  <a:themeElements>
    <a:clrScheme name="Foto slide 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3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Foto slide 4">
  <a:themeElements>
    <a:clrScheme name="Foto slide 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4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Foto slide 5">
  <a:themeElements>
    <a:clrScheme name="Foto slide 5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5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Foto slide 6">
  <a:themeElements>
    <a:clrScheme name="Foto slide 6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6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6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Standaard slide UvT">
  <a:themeElements>
    <a:clrScheme name="Standaard slide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Standaard slide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ard slide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Foto slide 1 UvT">
  <a:themeElements>
    <a:clrScheme name="Foto slide 1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1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1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Foto slide 2 UvT">
  <a:themeElements>
    <a:clrScheme name="Foto slide 2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2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2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Foto slide 3 UvT">
  <a:themeElements>
    <a:clrScheme name="Foto slide 3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3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3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Foto slide 4 UvT">
  <a:themeElements>
    <a:clrScheme name="Foto slide 4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4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4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Foto slide 5 UvT">
  <a:themeElements>
    <a:clrScheme name="Foto slide 5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5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5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Foto slide 6 UvT">
  <a:themeElements>
    <a:clrScheme name="Foto slide 6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6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6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Standaard slide">
  <a:themeElements>
    <a:clrScheme name="Standaard sl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Standaard slid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ard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_Eind slide">
  <a:themeElements>
    <a:clrScheme name="cdata">
      <a:dk1>
        <a:srgbClr val="000000"/>
      </a:dk1>
      <a:lt1>
        <a:srgbClr val="FFFFFF"/>
      </a:lt1>
      <a:dk2>
        <a:srgbClr val="007AC0"/>
      </a:dk2>
      <a:lt2>
        <a:srgbClr val="E4DEA0"/>
      </a:lt2>
      <a:accent1>
        <a:srgbClr val="30686F"/>
      </a:accent1>
      <a:accent2>
        <a:srgbClr val="CBB900"/>
      </a:accent2>
      <a:accent3>
        <a:srgbClr val="007AC0"/>
      </a:accent3>
      <a:accent4>
        <a:srgbClr val="C07C98"/>
      </a:accent4>
      <a:accent5>
        <a:srgbClr val="B19F00"/>
      </a:accent5>
      <a:accent6>
        <a:srgbClr val="399ED3"/>
      </a:accent6>
      <a:hlink>
        <a:srgbClr val="399ED3"/>
      </a:hlink>
      <a:folHlink>
        <a:srgbClr val="30686F"/>
      </a:folHlink>
    </a:clrScheme>
    <a:fontScheme name="Eind slide">
      <a:majorFont>
        <a:latin typeface="Palatino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ind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1_Foto slide 1">
  <a:themeElements>
    <a:clrScheme name="cdata">
      <a:dk1>
        <a:srgbClr val="000000"/>
      </a:dk1>
      <a:lt1>
        <a:srgbClr val="FFFFFF"/>
      </a:lt1>
      <a:dk2>
        <a:srgbClr val="007AC0"/>
      </a:dk2>
      <a:lt2>
        <a:srgbClr val="E4DEA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1_Foto slide 2">
  <a:themeElements>
    <a:clrScheme name="Foto slide 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1_Foto slide 3">
  <a:themeElements>
    <a:clrScheme name="Foto slide 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3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1_Foto slide 4">
  <a:themeElements>
    <a:clrScheme name="Foto slide 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4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1_Foto slide 5">
  <a:themeElements>
    <a:clrScheme name="Foto slide 5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5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1_Foto slide 6">
  <a:themeElements>
    <a:clrScheme name="Foto slide 6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6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6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5.xml><?xml version="1.0" encoding="utf-8"?>
<a:theme xmlns:a="http://schemas.openxmlformats.org/drawingml/2006/main" name="1_Standaard slide UvT">
  <a:themeElements>
    <a:clrScheme name="cdata">
      <a:dk1>
        <a:srgbClr val="000000"/>
      </a:dk1>
      <a:lt1>
        <a:srgbClr val="FFFFFF"/>
      </a:lt1>
      <a:dk2>
        <a:srgbClr val="007AC0"/>
      </a:dk2>
      <a:lt2>
        <a:srgbClr val="E4DEA0"/>
      </a:lt2>
      <a:accent1>
        <a:srgbClr val="30686F"/>
      </a:accent1>
      <a:accent2>
        <a:srgbClr val="CBB900"/>
      </a:accent2>
      <a:accent3>
        <a:srgbClr val="007AC0"/>
      </a:accent3>
      <a:accent4>
        <a:srgbClr val="C07C98"/>
      </a:accent4>
      <a:accent5>
        <a:srgbClr val="B19F00"/>
      </a:accent5>
      <a:accent6>
        <a:srgbClr val="399ED3"/>
      </a:accent6>
      <a:hlink>
        <a:srgbClr val="399ED3"/>
      </a:hlink>
      <a:folHlink>
        <a:srgbClr val="30686F"/>
      </a:folHlink>
    </a:clrScheme>
    <a:fontScheme name="Standaard slide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ard slide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1_Foto slide 1 UvT">
  <a:themeElements>
    <a:clrScheme name="Foto slide 1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1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1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1_Foto slide 2 UvT">
  <a:themeElements>
    <a:clrScheme name="Foto slide 2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2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2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1_Foto slide 3 UvT">
  <a:themeElements>
    <a:clrScheme name="Foto slide 3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3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3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9.xml><?xml version="1.0" encoding="utf-8"?>
<a:theme xmlns:a="http://schemas.openxmlformats.org/drawingml/2006/main" name="1_Foto slide 4 UvT">
  <a:themeElements>
    <a:clrScheme name="Foto slide 4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4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4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0.xml><?xml version="1.0" encoding="utf-8"?>
<a:theme xmlns:a="http://schemas.openxmlformats.org/drawingml/2006/main" name="1_Foto slide 5 UvT">
  <a:themeElements>
    <a:clrScheme name="Foto slide 5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5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5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1.xml><?xml version="1.0" encoding="utf-8"?>
<a:theme xmlns:a="http://schemas.openxmlformats.org/drawingml/2006/main" name="1_Foto slide 6 UvT">
  <a:themeElements>
    <a:clrScheme name="Foto slide 6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6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6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Wit EN</Template>
  <TotalTime>6885</TotalTime>
  <Words>226</Words>
  <Application>Microsoft Office PowerPoint</Application>
  <PresentationFormat>On-screen Show (4:3)</PresentationFormat>
  <Paragraphs>81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31</vt:i4>
      </vt:variant>
      <vt:variant>
        <vt:lpstr>Slide Titles</vt:lpstr>
      </vt:variant>
      <vt:variant>
        <vt:i4>12</vt:i4>
      </vt:variant>
    </vt:vector>
  </HeadingPairs>
  <TitlesOfParts>
    <vt:vector size="43" baseType="lpstr">
      <vt:lpstr>Wit EN</vt:lpstr>
      <vt:lpstr>Start slide</vt:lpstr>
      <vt:lpstr>Eind slide</vt:lpstr>
      <vt:lpstr>Foto slide 1</vt:lpstr>
      <vt:lpstr>Foto slide 2</vt:lpstr>
      <vt:lpstr>Foto slide 3</vt:lpstr>
      <vt:lpstr>Foto slide 4</vt:lpstr>
      <vt:lpstr>Foto slide 5</vt:lpstr>
      <vt:lpstr>Foto slide 6</vt:lpstr>
      <vt:lpstr>Standaard slide UvT</vt:lpstr>
      <vt:lpstr>Foto slide 1 UvT</vt:lpstr>
      <vt:lpstr>Foto slide 2 UvT</vt:lpstr>
      <vt:lpstr>Foto slide 3 UvT</vt:lpstr>
      <vt:lpstr>Foto slide 4 UvT</vt:lpstr>
      <vt:lpstr>Foto slide 5 UvT</vt:lpstr>
      <vt:lpstr>Foto slide 6 UvT</vt:lpstr>
      <vt:lpstr>Standaard slide</vt:lpstr>
      <vt:lpstr>1_Eind slide</vt:lpstr>
      <vt:lpstr>1_Foto slide 1</vt:lpstr>
      <vt:lpstr>1_Foto slide 2</vt:lpstr>
      <vt:lpstr>1_Foto slide 3</vt:lpstr>
      <vt:lpstr>1_Foto slide 4</vt:lpstr>
      <vt:lpstr>1_Foto slide 5</vt:lpstr>
      <vt:lpstr>1_Foto slide 6</vt:lpstr>
      <vt:lpstr>1_Standaard slide UvT</vt:lpstr>
      <vt:lpstr>1_Foto slide 1 UvT</vt:lpstr>
      <vt:lpstr>1_Foto slide 2 UvT</vt:lpstr>
      <vt:lpstr>1_Foto slide 3 UvT</vt:lpstr>
      <vt:lpstr>1_Foto slide 4 UvT</vt:lpstr>
      <vt:lpstr>1_Foto slide 5 UvT</vt:lpstr>
      <vt:lpstr>1_Foto slide 6 UvT</vt:lpstr>
      <vt:lpstr>PowerPoint Presentation</vt:lpstr>
      <vt:lpstr>TMT</vt:lpstr>
      <vt:lpstr>TMT</vt:lpstr>
      <vt:lpstr>TMT</vt:lpstr>
      <vt:lpstr>TMT</vt:lpstr>
      <vt:lpstr>TMT – Database Structure</vt:lpstr>
      <vt:lpstr>Export as single wave study</vt:lpstr>
      <vt:lpstr>Export as longitudinal study</vt:lpstr>
      <vt:lpstr>Import into questasy - modules</vt:lpstr>
      <vt:lpstr>Individual question</vt:lpstr>
      <vt:lpstr>Use of DDI to transfer data</vt:lpstr>
      <vt:lpstr>PowerPoint Presentation</vt:lpstr>
    </vt:vector>
  </TitlesOfParts>
  <Company>CentERdata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Questasy</dc:title>
  <dc:creator>AA</dc:creator>
  <cp:lastModifiedBy>MMartens</cp:lastModifiedBy>
  <cp:revision>416</cp:revision>
  <dcterms:created xsi:type="dcterms:W3CDTF">2009-04-20T10:39:27Z</dcterms:created>
  <dcterms:modified xsi:type="dcterms:W3CDTF">2013-12-04T13:08:23Z</dcterms:modified>
</cp:coreProperties>
</file>