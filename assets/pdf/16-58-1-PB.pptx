
<file path=[Content_Types].xml><?xml version="1.0" encoding="utf-8"?>
<Types xmlns="http://schemas.openxmlformats.org/package/2006/content-types">
  <Override PartName="/ppt/theme/theme5.xml" ContentType="application/vnd.openxmlformats-officedocument.theme+xml"/>
  <Override PartName="/ppt/slideLayouts/slideLayout30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69.xml" ContentType="application/vnd.openxmlformats-officedocument.presentationml.slideLayout+xml"/>
  <Default Extension="xml" ContentType="application/xml"/>
  <Override PartName="/ppt/slideLayouts/slideLayout24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310.xml" ContentType="application/vnd.openxmlformats-officedocument.presentationml.slideLayout+xml"/>
  <Override PartName="/ppt/theme/theme29.xml" ContentType="application/vnd.openxmlformats-officedocument.theme+xml"/>
  <Override PartName="/ppt/slideLayouts/slideLayout102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225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50.xml" ContentType="application/vnd.openxmlformats-officedocument.presentationml.slideLayout+xml"/>
  <Override PartName="/ppt/theme/theme32.xml" ContentType="application/vnd.openxmlformats-officedocument.theme+xml"/>
  <Override PartName="/ppt/slideLayouts/slideLayout87.xml" ContentType="application/vnd.openxmlformats-officedocument.presentationml.slideLayout+xml"/>
  <Override PartName="/ppt/theme/theme10.xml" ContentType="application/vnd.openxmlformats-officedocument.theme+xml"/>
  <Override PartName="/ppt/slideLayouts/slideLayout187.xml" ContentType="application/vnd.openxmlformats-officedocument.presentationml.slideLayout+xml"/>
  <Override PartName="/ppt/slideLayouts/slideLayout326.xml" ContentType="application/vnd.openxmlformats-officedocument.presentationml.slideLayout+xml"/>
  <Default Extension="png" ContentType="image/png"/>
  <Override PartName="/ppt/slideLayouts/slideLayout118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Masters/slideMaster27.xml" ContentType="application/vnd.openxmlformats-officedocument.presentationml.slideMaster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340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6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66.xml" ContentType="application/vnd.openxmlformats-officedocument.presentationml.slideLayout+xml"/>
  <Override PartName="/docProps/app.xml" ContentType="application/vnd.openxmlformats-officedocument.extended-properties+xml"/>
  <Override PartName="/ppt/slideLayouts/slideLayout2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55.xml" ContentType="application/vnd.openxmlformats-officedocument.presentationml.slideLayout+xml"/>
  <Override PartName="/ppt/theme/theme26.xml" ContentType="application/vnd.openxmlformats-officedocument.theme+xml"/>
  <Override PartName="/ppt/slideMasters/slideMaster30.xml" ContentType="application/vnd.openxmlformats-officedocument.presentationml.slideMaster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45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4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Masters/slideMaster24.xml" ContentType="application/vnd.openxmlformats-officedocument.presentationml.slideMaster+xml"/>
  <Override PartName="/ppt/slideLayouts/slideLayout40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20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23.xml" ContentType="application/vnd.openxmlformats-officedocument.theme+xml"/>
  <Override PartName="/ppt/slideLayouts/slideLayout263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30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9.xml" ContentType="application/vnd.openxmlformats-officedocument.presentationml.slideMaster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Masters/slideMaster18.xml" ContentType="application/vnd.openxmlformats-officedocument.presentationml.slideMaster+xml"/>
  <Override PartName="/ppt/slideLayouts/slideLayout34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28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17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224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slideLayouts/slideLayout213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31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202.xml" ContentType="application/vnd.openxmlformats-officedocument.presentationml.slideLayout+xml"/>
  <Override PartName="/ppt/theme/theme20.xml" ContentType="application/vnd.openxmlformats-officedocument.theme+xml"/>
  <Override PartName="/ppt/slideLayouts/slideLayout336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Masters/slideMaster26.xml" ContentType="application/vnd.openxmlformats-officedocument.presentationml.slideMaster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theme/theme14.xml" ContentType="application/vnd.openxmlformats-officedocument.theme+xml"/>
  <Override PartName="/ppt/slideLayouts/slideLayout243.xml" ContentType="application/vnd.openxmlformats-officedocument.presentationml.slideLayout+xml"/>
  <Override PartName="/ppt/theme/theme25.xml" ContentType="application/vnd.openxmlformats-officedocument.theme+xml"/>
  <Override PartName="/ppt/slideLayouts/slideLayout290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Masters/slideMaster4.xml" ContentType="application/vnd.openxmlformats-officedocument.presentationml.slideMaster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344.xml" ContentType="application/vnd.openxmlformats-officedocument.presentationml.slideLayout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19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Masters/slideMaster23.xml" ContentType="application/vnd.openxmlformats-officedocument.presentationml.slideMaster+xml"/>
  <Override PartName="/ppt/slideLayouts/slideLayout50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215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33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22.xml" ContentType="application/vnd.openxmlformats-officedocument.theme+xml"/>
  <Override PartName="/ppt/slideLayouts/slideLayout251.xml" ContentType="application/vnd.openxmlformats-officedocument.presentationml.slideLayout+xml"/>
  <Override PartName="/ppt/slideLayouts/slideLayout33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327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Masters/slideMaster28.xml" ContentType="application/vnd.openxmlformats-officedocument.presentationml.slideMaster+xml"/>
  <Override PartName="/ppt/slideLayouts/slideLayout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330.xml" ContentType="application/vnd.openxmlformats-officedocument.presentationml.slideLayout+xml"/>
  <Default Extension="rels" ContentType="application/vnd.openxmlformats-package.relationships+xml"/>
  <Override PartName="/ppt/slideMasters/slideMaster17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6.xml" ContentType="application/vnd.openxmlformats-officedocument.theme+xml"/>
  <Override PartName="/ppt/slideLayouts/slideLayout245.xml" ContentType="application/vnd.openxmlformats-officedocument.presentationml.slideLayout+xml"/>
  <Override PartName="/ppt/slideLayouts/slideLayout292.xml" ContentType="application/vnd.openxmlformats-officedocument.presentationml.slideLayout+xml"/>
  <Override PartName="/ppt/theme/theme27.xml" ContentType="application/vnd.openxmlformats-officedocument.theme+xml"/>
  <Override PartName="/ppt/slideMasters/slideMaster31.xml" ContentType="application/vnd.openxmlformats-officedocument.presentationml.slideMaster+xml"/>
  <Override PartName="/ppt/slideLayouts/slideLayout100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20.xml" ContentType="application/vnd.openxmlformats-officedocument.presentationml.slideMaster+xml"/>
  <Override PartName="/ppt/theme/theme8.xml" ContentType="application/vnd.openxmlformats-officedocument.theme+xml"/>
  <Override PartName="/ppt/slideLayouts/slideLayout223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theme/theme30.xml" ContentType="application/vnd.openxmlformats-officedocument.theme+xml"/>
  <Override PartName="/ppt/slideLayouts/slideLayout34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31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Masters/slideMaster25.xml" ContentType="application/vnd.openxmlformats-officedocument.presentationml.slideMaster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Layouts/slideLayout3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4.xml" ContentType="application/vnd.openxmlformats-officedocument.theme+xml"/>
  <Override PartName="/ppt/theme/theme13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343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35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32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Override1.xml" ContentType="application/vnd.openxmlformats-officedocument.themeOverride+xml"/>
  <Override PartName="/ppt/theme/theme18.xml" ContentType="application/vnd.openxmlformats-officedocument.theme+xml"/>
  <Override PartName="/ppt/tableStyles.xml" ContentType="application/vnd.openxmlformats-officedocument.presentationml.tableStyles+xml"/>
  <Override PartName="/ppt/slideLayouts/slideLayout236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Masters/slideMaster22.xml" ContentType="application/vnd.openxmlformats-officedocument.presentationml.slideMaster+xml"/>
  <Override PartName="/ppt/slideLayouts/slideLayout198.xml" ContentType="application/vnd.openxmlformats-officedocument.presentationml.slideLayout+xml"/>
  <Override PartName="/ppt/slideLayouts/slideLayout214.xml" ContentType="application/vnd.openxmlformats-officedocument.presentationml.slideLayout+xml"/>
  <Override PartName="/ppt/theme/theme21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31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  <p:sldMasterId id="2147483651" r:id="rId3"/>
    <p:sldMasterId id="2147483653" r:id="rId4"/>
    <p:sldMasterId id="2147483654" r:id="rId5"/>
    <p:sldMasterId id="2147483655" r:id="rId6"/>
    <p:sldMasterId id="2147483656" r:id="rId7"/>
    <p:sldMasterId id="2147483657" r:id="rId8"/>
    <p:sldMasterId id="2147483658" r:id="rId9"/>
    <p:sldMasterId id="2147483659" r:id="rId10"/>
    <p:sldMasterId id="2147483661" r:id="rId11"/>
    <p:sldMasterId id="2147483662" r:id="rId12"/>
    <p:sldMasterId id="2147483663" r:id="rId13"/>
    <p:sldMasterId id="2147483664" r:id="rId14"/>
    <p:sldMasterId id="2147483665" r:id="rId15"/>
    <p:sldMasterId id="2147483666" r:id="rId16"/>
    <p:sldMasterId id="2147484022" r:id="rId17"/>
    <p:sldMasterId id="2147484034" r:id="rId18"/>
    <p:sldMasterId id="2147484046" r:id="rId19"/>
    <p:sldMasterId id="2147484058" r:id="rId20"/>
    <p:sldMasterId id="2147484070" r:id="rId21"/>
    <p:sldMasterId id="2147484082" r:id="rId22"/>
    <p:sldMasterId id="2147484094" r:id="rId23"/>
    <p:sldMasterId id="2147484106" r:id="rId24"/>
    <p:sldMasterId id="2147484118" r:id="rId25"/>
    <p:sldMasterId id="2147484130" r:id="rId26"/>
    <p:sldMasterId id="2147484142" r:id="rId27"/>
    <p:sldMasterId id="2147484154" r:id="rId28"/>
    <p:sldMasterId id="2147484166" r:id="rId29"/>
    <p:sldMasterId id="2147484178" r:id="rId30"/>
    <p:sldMasterId id="2147484190" r:id="rId31"/>
  </p:sldMasterIdLst>
  <p:notesMasterIdLst>
    <p:notesMasterId r:id="rId38"/>
  </p:notesMasterIdLst>
  <p:handoutMasterIdLst>
    <p:handoutMasterId r:id="rId39"/>
  </p:handoutMasterIdLst>
  <p:sldIdLst>
    <p:sldId id="256" r:id="rId32"/>
    <p:sldId id="316" r:id="rId33"/>
    <p:sldId id="309" r:id="rId34"/>
    <p:sldId id="319" r:id="rId35"/>
    <p:sldId id="320" r:id="rId36"/>
    <p:sldId id="259" r:id="rId37"/>
  </p:sldIdLst>
  <p:sldSz cx="9144000" cy="6858000" type="screen4x3"/>
  <p:notesSz cx="6781800" cy="99187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  <p:clrMru>
    <a:srgbClr val="0033CC"/>
    <a:srgbClr val="C07C98"/>
    <a:srgbClr val="007AC0"/>
    <a:srgbClr val="FFE66B"/>
    <a:srgbClr val="3F9DD3"/>
    <a:srgbClr val="31686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3" autoAdjust="0"/>
    <p:restoredTop sz="85215" autoAdjust="0"/>
  </p:normalViewPr>
  <p:slideViewPr>
    <p:cSldViewPr>
      <p:cViewPr varScale="1">
        <p:scale>
          <a:sx n="96" d="100"/>
          <a:sy n="96" d="100"/>
        </p:scale>
        <p:origin x="-135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12"/>
    </p:cViewPr>
  </p:sorterViewPr>
  <p:notesViewPr>
    <p:cSldViewPr>
      <p:cViewPr varScale="1">
        <p:scale>
          <a:sx n="122" d="100"/>
          <a:sy n="122" d="100"/>
        </p:scale>
        <p:origin x="-324" y="-114"/>
      </p:cViewPr>
      <p:guideLst>
        <p:guide orient="horz" pos="3124"/>
        <p:guide pos="213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75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5B98C02-D64A-4D49-8BA4-C3ABA02340D5}" type="datetime1">
              <a:rPr lang="nl-NL"/>
              <a:pPr>
                <a:defRPr/>
              </a:pPr>
              <a:t>29-11-2012</a:t>
            </a:fld>
            <a:endParaRPr lang="nl-NL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75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F4D85DA-0D37-4327-B7B6-4BE2F12C6CA0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969B8E2-79D0-4708-99EC-DB897A2923B6}" type="datetime1">
              <a:rPr lang="nl-NL"/>
              <a:pPr>
                <a:defRPr/>
              </a:pPr>
              <a:t>29-11-2012</a:t>
            </a:fld>
            <a:endParaRPr lang="nl-NL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4" y="4711700"/>
            <a:ext cx="54260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 smtClean="0"/>
              <a:t>Klik om de opmaakprofielen van de modeltekst te bewerken</a:t>
            </a:r>
          </a:p>
          <a:p>
            <a:pPr lvl="1"/>
            <a:r>
              <a:rPr lang="nl-NL" noProof="0" smtClean="0"/>
              <a:t>Tweede niveau</a:t>
            </a:r>
          </a:p>
          <a:p>
            <a:pPr lvl="2"/>
            <a:r>
              <a:rPr lang="nl-NL" noProof="0" smtClean="0"/>
              <a:t>Derde niveau</a:t>
            </a:r>
          </a:p>
          <a:p>
            <a:pPr lvl="3"/>
            <a:r>
              <a:rPr lang="nl-NL" noProof="0" smtClean="0"/>
              <a:t>Vierde niveau</a:t>
            </a:r>
          </a:p>
          <a:p>
            <a:pPr lvl="4"/>
            <a:r>
              <a:rPr lang="nl-NL" noProof="0" smtClean="0"/>
              <a:t>Vijfde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7405831-B461-43DD-9552-440AA2A21607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Because some people in the audience are more familiar with </a:t>
            </a:r>
            <a:r>
              <a:rPr lang="en-US" dirty="0" err="1" smtClean="0"/>
              <a:t>Questasy</a:t>
            </a:r>
            <a:r>
              <a:rPr lang="en-US" dirty="0" smtClean="0"/>
              <a:t> than others, I'll start</a:t>
            </a:r>
          </a:p>
          <a:p>
            <a:r>
              <a:rPr lang="en-US" dirty="0" smtClean="0"/>
              <a:t>off by </a:t>
            </a:r>
            <a:r>
              <a:rPr lang="en-US" dirty="0" err="1" smtClean="0"/>
              <a:t>overviewing</a:t>
            </a:r>
            <a:r>
              <a:rPr lang="en-US" dirty="0" smtClean="0"/>
              <a:t> the issues </a:t>
            </a:r>
            <a:r>
              <a:rPr lang="en-US" dirty="0" err="1" smtClean="0"/>
              <a:t>Questasy</a:t>
            </a:r>
            <a:r>
              <a:rPr lang="en-US" dirty="0" smtClean="0"/>
              <a:t> solves, then talk more specifically about how the</a:t>
            </a:r>
          </a:p>
          <a:p>
            <a:r>
              <a:rPr lang="en-US" dirty="0" smtClean="0"/>
              <a:t>product works and show a</a:t>
            </a:r>
            <a:r>
              <a:rPr lang="en-US" baseline="0" dirty="0" smtClean="0"/>
              <a:t> demo.</a:t>
            </a:r>
          </a:p>
          <a:p>
            <a:endParaRPr lang="en-US" baseline="0" dirty="0" smtClean="0"/>
          </a:p>
          <a:p>
            <a:endParaRPr lang="nl-NL" dirty="0" smtClean="0"/>
          </a:p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29-11-2012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</a:t>
            </a:fld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buFont typeface="Arial" pitchFamily="34" charset="0"/>
              <a:buNone/>
            </a:pPr>
            <a:endParaRPr lang="en-US" baseline="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29-11-2012</a:t>
            </a:fld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2</a:t>
            </a:fld>
            <a:endParaRPr lang="nl-NL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6000 households with almost 10,000 panel members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Questasy started out of a need</a:t>
            </a:r>
            <a:r>
              <a:rPr lang="en-US" baseline="0" dirty="0" smtClean="0"/>
              <a:t> for a dissemination system for the LISS Panel</a:t>
            </a:r>
          </a:p>
          <a:p>
            <a:pPr>
              <a:buFont typeface="Arial" pitchFamily="34" charset="0"/>
              <a:buChar char="•"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Longitudinal Panel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Track Studies</a:t>
            </a:r>
            <a:r>
              <a:rPr lang="en-US" baseline="0" dirty="0" smtClean="0"/>
              <a:t> &amp; Questions as they are used across waves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Present this to researchers</a:t>
            </a:r>
          </a:p>
          <a:p>
            <a:pPr lvl="0">
              <a:buFont typeface="Arial" pitchFamily="34" charset="0"/>
              <a:buChar char="•"/>
            </a:pP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29-11-2012</a:t>
            </a:fld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3</a:t>
            </a:fld>
            <a:endParaRPr lang="nl-NL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 smtClean="0"/>
              <a:t>Questasy</a:t>
            </a:r>
            <a:r>
              <a:rPr lang="en-US" baseline="0" dirty="0" smtClean="0"/>
              <a:t> is a web application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Manages the metadata and data files, primarily for longitudinal panels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admin interface went live in January 2009, and that’s when metadata entry started.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researcher interface went live 2 months later for researchers to access the data/metadata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29-11-2012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4</a:t>
            </a:fld>
            <a:endParaRPr 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7.xml"/><Relationship Id="rId1" Type="http://schemas.openxmlformats.org/officeDocument/2006/relationships/themeOverride" Target="../theme/themeOverride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9275"/>
            <a:ext cx="8569325" cy="1295400"/>
          </a:xfrm>
        </p:spPr>
        <p:txBody>
          <a:bodyPr anchor="t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Hier komt de titel</a:t>
            </a:r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1989138"/>
            <a:ext cx="6337300" cy="1943100"/>
          </a:xfrm>
        </p:spPr>
        <p:txBody>
          <a:bodyPr/>
          <a:lstStyle>
            <a:lvl1pPr marL="0" indent="0" algn="r">
              <a:defRPr/>
            </a:lvl1pPr>
          </a:lstStyle>
          <a:p>
            <a:r>
              <a:rPr lang="en-US"/>
              <a:t>Hier komt de ondertitel</a:t>
            </a:r>
          </a:p>
          <a:p>
            <a:endParaRPr lang="en-US"/>
          </a:p>
          <a:p>
            <a:r>
              <a:rPr lang="en-US"/>
              <a:t>En auteurs/presenters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06F572E-33D8-4763-A001-B570C3B6CED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718E2-10DC-4491-8E21-0E941B95E4E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047C-E75D-451F-8A09-B2720E657F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382A-3B7C-4335-87E9-B8FF640575A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99B5F-277E-4396-B518-E67C4C439E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9CB0-FFC5-432C-A383-91CB8CCF12D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BEA34-497F-413A-9279-8080718249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473DA-A85D-4AAC-A35A-CECB5CAED1D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55F2A-D681-4D7C-AFAD-A60A1D5653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29E78-E4CE-47CC-A01D-CC04D8B0715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4B5F1-5DFD-4B00-BBAE-1CA8062ECB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137DA-BC9A-4DD7-8B74-F0A168443393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13569-D7F9-4659-A31F-F09B7519C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AABE9-0553-4234-8F3A-95891DBA8FA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A9FB1-F9AD-4DDC-9B57-8B0AEA31F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05A73-F55E-4725-A84D-829C5892690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68FE0-7EF4-493A-B551-CEC1CD2B9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E75AD-9610-4562-B8E8-8B6120E7E74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4A705-456A-433E-A8CC-9377C7F98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6167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6167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21FD0-2AF9-4BC0-A95E-E391866424D2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B7737-87C3-4773-A0A6-25D5926F44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00E27-60D4-4273-BA02-2A9082484143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9A21B-0820-4C1C-8786-D3AE27D19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C0CD6-0E9D-4011-80E6-D1576C48F7C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8245F-2AF6-4D44-8B37-E9E5EFAE7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E81E7-96AB-42A5-90EB-7A3DC74EB31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8F642-E1CF-412D-9AC9-81D1D94C36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62BEF-15E2-4FAB-8F5E-39E5DEFCF53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11F62-029D-415B-8D53-56E86F27A3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2499A-ABE3-4E28-97B1-9B305F541FE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A6D60-C718-431F-AE3E-1C75DF98E6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78B2E-3376-46F3-A5AD-3B157562F86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0D62B-3998-448E-906E-5264DE162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F0C1C-44FA-4D68-AB5A-13DEB8FD090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6C20C-8B21-4B0E-96AC-514EB41B2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BDD5C-A29C-4C9E-9E8F-B4925C5C91F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CAB21-17B4-4D99-8F9A-B479F9A57E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989E5-CCA0-4242-B51F-3A1FAE20C54C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387DA-3857-4036-A3F3-59741B9B5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D9DAD-6408-4BD6-AE09-D96D80F8845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E3397-2D11-44C7-AF2B-3702E2DB2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D0E6C-8C55-4174-B450-157C439ABD8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A8B0F-AF9F-4C7E-B8E4-0D74D95D61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A9F33-13E8-4397-8F6D-1DB5445DACA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3C69E-029E-4B42-A18F-31D4537CB1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17718-DC92-4205-8D65-BB3835A3333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26C7F-729B-4AA4-A7F0-B21BA9CFB1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5BD99-37F6-4A9E-933B-C1C9969B6B7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75A81-34AB-436F-9D36-2CD1676ED3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6CC66-6355-4930-A54E-E025B4CDC70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8C9CE-6844-4AEF-B5A8-C1D9C9141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1B915-ADC1-4CF9-8B66-1FF4171A493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7D9F6-B771-4F19-A1BE-E3732FEDA5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97698-53B4-4984-B982-1A82AB37181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5D42E-9B02-4DD0-8EAF-34E566D08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796D0-4843-4E26-9C62-90EC9601F3E2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E68C0-8C3D-4A6A-AF5C-176FE0C5E7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6EABC-1A73-490F-A1CB-0CD9BF5A5DA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8FB3C-80BA-408B-AC45-F0034DBD65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B248E-3E36-4B1C-A6F5-390C37684FC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B55B5-E30B-425F-8054-E2BFDEC312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79C11-FC23-4900-82BF-EB3E8E12246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AD89A-9F54-4EF0-A514-D5AA553B8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F7126-9600-47D9-87A6-2C6E1622DDA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A5691-BA45-4083-89E0-9D539146B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532D5-8E3A-4D37-BEB3-B2D8725D8D7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589EE-1C52-4538-8B09-5D1648F0F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A186-9132-451F-BA32-B88C150B18B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A76A-D499-41C7-9013-C3DFB238E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37E56-020A-436E-9F84-A1A3822835FC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14A29-D228-4B13-9F94-F3CF5FC774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6041E-76C7-4466-9403-F00CF87D447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B2EB2-D06C-4333-8878-DF026222EF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236D7-5D98-4872-A919-FD7021B5F4A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276E-1F22-448E-8D8B-2F20BD7D92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5E6F9-D004-49FA-84E9-C8ECDEA1E5CC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2C0EBC-0053-4BF0-82FA-5489852EE9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47F43-84B0-4F8C-8F72-9F3AC5B21EF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116FF-090A-4789-8D3A-4FE9E78566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3EA9C-D75E-4E29-A0A1-DAB7C2884B9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14AC2-5CB6-417A-955B-32F7053612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4FF29-3545-4610-990B-6E00E2F4712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6019B-22D3-4712-BA44-8F10509A1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2DC4C-0036-4F1B-86D2-25C3F6421AC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6EE62-3E92-47BA-B28A-6A91EB17A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A629D-CDD6-40E0-81BA-E0367046590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7E5B8-18B3-4EF0-83D5-B59AAFF86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2EB9B-F496-4AE7-825F-DF563776680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A90BB-8A18-41C6-BEAE-86F059DDCF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299AF-E66F-4296-94E6-7B965E1BBF82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764A5-B68A-4C2A-8A06-93577704A0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8E410-86AC-4B1C-B6A1-21FC598F5FD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94A94-C4BD-4B60-8007-9ABB5E012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5E721-33A4-465E-B8EB-9454C4AF14E2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FED13-025E-49BC-BF8F-C5BFEDF4D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190B7-4528-48BC-AE2F-81FC2AB94889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1AD6D-F574-43D1-9915-56A59DD63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C5F8D-94FA-4D0F-A4A1-FD6992242F2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55B61-636C-4264-B29A-7C0FBE106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74900-E48B-4A99-9AF1-D13293BF3A9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556E2-D8D9-48DB-B211-EF2B38663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EC7CB-5265-46F9-ABE2-D5B815A0572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2D1A5-6BAA-49DB-914E-06A5FF171D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9668F-A726-42FB-8166-21DD0CDD035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4E83C-8B97-4ECF-8CA0-B0F60D2E44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1CAB4-BAB3-4912-A080-E943DBDE935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BFB33-2D6E-4A5B-AFE0-3721D6E65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BBF3C-F838-4C26-88E0-C0526BF7669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ED423-DEE9-4865-AE6E-553CA0C1B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7F283-7530-4215-9A83-FE12C40C348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FFBC7-52CE-4B58-B151-67B1909FEF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25CA6F-FFC0-402E-8AF3-5BD51BB44D2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EFEE9-AD84-4058-9D20-255EAEFBA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E1F1E-75B8-41C6-999C-28A1ABC6291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67D78-2AFD-4E48-A30B-C49DB394BE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E0440-BE27-4127-8DD9-A945D9E4640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034A7-823B-4508-AF86-EB4DC68AA8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11E2E-4589-4153-9E88-719F8C8B420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E2CC0-D9DE-496C-90ED-CFFC2A0454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64995-B22F-4362-995D-0E375515647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4920B-2EA0-4DB5-9002-CAB21FCAA1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BBAF2-47CA-45E2-BE64-8C0E047CAE9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23E71-C030-42BF-B978-30465292B2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A9F0D-06BD-49DC-B6CE-7864D5B9772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F5E8A-3F72-4284-BCB9-5B7B353476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AEB6C-1A70-45BD-9338-89016F1E536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53733-6719-4CA0-8A8D-C2C179749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35C9F-B1E5-46C5-8BCF-0AD8094FE3D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2BAC4-FAB4-4EF2-B657-4210C3B20B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9E448-94D8-44A5-91A7-671CE36E1CC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5970D-30E6-4B2B-A024-E44AA86A3B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EAFB2-A754-4CBF-9C4E-29AED8F4EA4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DB99A-5C4E-4DAF-BB32-9A97D540F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DE635-9740-43F3-958D-12BB408887D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AED5F-7258-4E90-8F86-56D75546B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8BCAC-7E4A-4F20-BF09-ABA7F302C42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31977-6085-4C96-B67E-D9871B8948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46DC3-B7BB-4B6D-8262-4FB4F6D536A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4BBB0-D84C-4F71-8F42-48BCD3A4B9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9E57C-705C-45E6-8AF5-16775A65638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DD600-2923-4BDB-85F0-7ADAC6AF5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D872F-FCF3-4E9E-A8E3-E99675E7914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0AB39-F32A-4947-8A1A-F4890AED50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193D3-15EE-4A2A-B71F-A5F9453197D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32AC64-CC9C-4750-8BA3-79716B2B5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4CEC6-DF47-4110-A11B-C43BF29A574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CBFF7-01B2-4FFF-BE74-CF4DD509B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AFE5D-62EB-4BEA-AA7F-DBC3CDC82263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B7452-E3CB-4EEB-87BA-258F77E66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8695D-DF5C-4CD2-9375-27E91F2D0F4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26132F-32C1-427A-ABE2-94BA79B4A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ED551-3AF9-433B-AF56-9D15E3E2D5D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1F7C9-D162-4BCF-BCE1-C530B0DB47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CE5B3-A3CF-457B-B55C-F1567CEEF1D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1CE43-F614-4F3F-85E0-32AAB388EC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2E0A1-99C4-46FD-A52A-D0BC0D86F71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CE68CA-DFA9-44CE-A50D-39077B9AF0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CA474-9E40-494C-9A9F-8D1F1A0F4D9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98ACD-7D09-429C-8B7E-78E6817281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150C1-6757-4162-A138-162F51D6F5B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BA718-AA7C-4C73-B53F-6FA9FBEE9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CF5D3-A8E6-4525-AF87-80B1EF1564D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22765-153B-4607-8936-3D170CE20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576D2-8EB6-45A9-8D82-A7E33B52BD6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80F70-6C2E-4A60-A69A-3C2F3EE27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2AC8C-01F3-45D5-ACC8-F12AAE84DF8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C7550-82FF-4852-B56F-5A6E471E8D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EBE72-CA36-468D-9006-48CA3AF3593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661E5-D216-4FDA-B12F-4A25FFD0B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93E09-A151-45E8-9572-985FE45B1073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E665A-6F79-4AE8-A569-677A2DB2FA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A93BF-88B5-408A-9E97-C2911D87A70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75193-E31D-4522-A5DB-BCE6C48CF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5878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5878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0962E-CEC0-4105-8798-6127357C924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E2145-AAB4-49C4-BBAE-D70F22B62E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DD645-A9CE-4C9E-B6AB-82F544229AF3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98FD3-8E1A-416D-836C-CF1661526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773A7-B944-4DD2-97C7-088A0F778F6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A68CD-4461-4C8E-9176-3F4F5B04A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1D4BA-0BFA-40C8-8725-09B677B0A97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7436D-2F07-4A45-B885-56837798BD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0AA45-4506-44C4-8EDF-89FF500D8072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BDCF0-30CC-4360-A6CC-FC2DE2E822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F0EA8-610F-42CC-A024-6EDB615669A2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0234B-4627-41FB-8553-7285403A2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FEC45-76F6-4FA4-A5EF-7A74AC09470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A24A9-249B-4714-87B2-679008AACF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59F4F-8BE7-4E44-ADD4-8CF537CFB29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66BBD-9C81-408E-9FA0-AD6FF437FB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D9684-224B-4974-9ADB-97DFC3B9FD6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04C0D-AE92-4A00-9359-7838CCC2EA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A8535-9C4C-4815-A877-FA8DD0AA428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AD34D-E367-4FEF-8A94-81AF3A6AD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1E79A-3519-4E5D-8159-E80A259A764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B015C-6F81-481D-AF00-A65E86C347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EC97-CC3F-42B6-8761-3761982F580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22F4B-DAE1-43B9-B663-F340F31EF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5C4F0-025D-49A1-9710-7444B4D2294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45BF9-6FE6-49F5-A58B-79D8D7477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9DB00-18D8-4271-B5A6-83CBE1D2B39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93368-4C54-4DFD-B801-1BD8802E1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FBEFC-F810-47F2-82D2-2DC9DC5DD21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EDCEA-4CA0-4A3A-B704-C37A4207A3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20A6C-5532-40E5-AED7-94962A6F1D5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266C0-1BA9-48D1-AD0D-1A01A01B4C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FF950-BB0D-45D7-A1D9-A292F57F288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44F64-95B3-4890-9408-68158004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2BE2-E80C-46BE-8BAA-2C57EC1CCF2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3DC6C-7731-43C3-AFFD-16365B7ED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4A374-A571-4B7A-AFFB-48C86189CDC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A246E-7E5B-44E6-A2E3-4409EBED82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B687A-4A2F-420C-96E3-0FB7144986D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D8FCB-6533-464D-9D33-018E280B6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4299E-3DF3-4DF2-8C18-08FC899CC5C3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6BB8F-D0AD-4FFE-B6BD-FDB31D48A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4DB93-339E-4BD9-BB1A-0F72BB989C9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1D7D3-A587-4A50-9D99-AEFC989263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45514-85ED-4688-85E7-16DD25053A8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0E5A2-4C5E-440A-8241-D4044F5EB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5BCA4-5DB5-4A3F-876F-CF619B776CA9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02E1B-7F7B-4772-A372-DBE3D4242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457B8-6F7F-4C74-A3E9-EEB207D11B9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ABB73-11F2-4641-A0E2-5FA34B29A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D7E63-2052-42AD-98B2-02CC23680FB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21F2C-24E0-4B89-97C8-7C7D68709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4C0A5-B531-4F41-BBC0-614CAD105C5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47729-EE68-4317-8162-83C516BA91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89647-1BD4-4677-9DF5-723E97F289D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16C34-D8ED-4D3D-809A-2973BAE46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BFF34-37D8-4C50-BAA4-AB5571A2A0C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1A762-204F-4440-93D7-CCDAFF5FB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E3531-9A2E-4390-91BD-50407BCB58E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B1B00-FA64-42C6-B7D5-F1248DB4B1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7B57E-23CC-41F8-BDA9-6DC08527A93C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FECCA-5609-4B76-A575-4AA49DD901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D4A91-5646-4873-8ACE-B9E0FA01C60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6562F-4E19-4023-821B-6E7E92E7CE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E52714-18E5-4DB4-B342-F34A005CAF0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C9E7A-4169-4D37-AA79-69C32B1BCA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EC840-0833-4A18-B0C3-DADA2E86154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C1521-5ABC-408A-9045-5FE6FF51A7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E50D9-01C0-4C65-A638-016AE610612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A540F-E67B-478E-923D-53AA47FAA2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D3F42-7B6D-4A10-B420-180D114965F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AD1D5D-A5B6-4B98-9A4A-64CCEC4C89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BB6DC-4EA1-43B2-91CF-C80FEC7F1FE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1A326-3F12-4304-A483-0E7F9DC56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8B31D-4E27-468B-AB1B-BD4F38971DA3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BB697-EB9E-4E4C-9362-A7CFBC6ADA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ADC83-9EDD-45CF-8C9F-8D98F596708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32301-433C-4133-9750-BCE2C582A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45065-2989-4C2B-913D-279C91174E0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DE60E-59B7-421C-B8AB-67F72A0DC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EF58C-D473-49DB-8B8E-5FD69EED8529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A470A-37E6-4A8D-87C9-2C6A104B0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B7168-03CD-4F0D-94D9-F3BDADE792D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EC63A-B75B-4A66-A9BB-924E823837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95E56-9156-4A86-B959-744CFA3A0EC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1871C-C781-4F77-B0F6-A7D7181545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86D99-C932-4C2E-8598-342F1B87DB6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FB8CB-1FE1-436F-85E8-AEE718931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DA542-AC13-4A26-B9A8-B9C7952EFA0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3500D-9546-4B9D-B4FC-322355433C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DA221-A6E9-404E-B66C-5BF83779B40B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5B70E-1924-4A36-A34E-FCC9B6491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B86AF-2F02-4A52-920C-01D4680A6D3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A594B-D5E8-4B69-9B51-23C450801F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3EF08-4FDB-4CD0-9ECA-EB4085CFE3C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AA4AF-B54C-42D7-94D7-6F581667B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0F111-9333-441E-96C5-EA4CB8DF716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1BF8E-3D25-4EB6-9734-1316F5270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6882A-EFB1-4074-8834-49DA5EDAF80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3216C-FA47-4ADD-BFE6-C1F9E7C1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CB0B2-DC64-47A7-A07D-EF9C424A2C8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8F288-E7AB-414C-9026-833A695201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7CB6E-7A0D-487E-898D-17C4D40B67E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8AFF7-A50D-4C53-8038-3A9B921A6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07F2F-7299-4D25-8B9B-D9D9642F26B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ACD9B-05E3-4C4D-93ED-101F53346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28E82-BD34-4D2D-A3DB-9ACE5CECBFA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66722-1782-4427-8D39-5BA20469F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B6812-0510-46F5-8D75-DE5066230A2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A7ECA-5057-4427-B44E-2B1C31D19C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6292D-0281-48CE-BB71-582CB6ABBB9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E9E53-0930-4648-B271-EE8340E8AF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B2CF0-47E0-4FFB-AD5C-20C3DDBAAC5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CA723-F0B7-4B0A-8119-4474B19A6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7DEAC-CB47-425D-8E7C-AD75E1FDE1A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33948-24F1-49EC-98A9-23DB3A5986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D2E95-91BA-432C-8101-673209C7E1C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CE79B-FCAA-4E2D-926E-280AD1C71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41898-26E8-4BE8-BAFF-EFF57483921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F6EE7-BD16-4CAD-AF0F-2E4B06E52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66B94-48AD-42F2-89DD-FEF294519D31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C374A-6A06-4EB1-B3B0-A04F38EE5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9CEA9-ADAB-4180-817F-1A15A1B91834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F96E0-EBA0-4100-9921-AF4477356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6DDB7-28C1-4C2D-B35D-F418D0BB173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823D2-6F3C-49F8-B788-FD2A9B191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57306-B12C-425C-BE70-7A9FF581895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E4FB8-E3DC-49EA-AD56-51273F79F8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A23FE-1D96-483C-A1DB-AD36F0A358F6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FF46E-6E65-4E1D-930C-BB1F39A45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0FC62-CA49-480D-9B51-1BF8EED7DEA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C76B6-5EEF-415E-B610-FBB22ED02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E35DE-7556-46FD-A0BC-370C586E5AD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517F2-46EE-43C2-A2A0-59513B5BE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9275"/>
            <a:ext cx="8569325" cy="1295400"/>
          </a:xfrm>
        </p:spPr>
        <p:txBody>
          <a:bodyPr anchor="t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B7973B-92EC-46B4-8505-37C81B950BB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1989138"/>
            <a:ext cx="6337300" cy="1943100"/>
          </a:xfrm>
        </p:spPr>
        <p:txBody>
          <a:bodyPr/>
          <a:lstStyle>
            <a:lvl1pPr marL="0" indent="0" algn="r"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825161-3545-44DE-A112-A47339C1D80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A2C2D5-C032-4386-86AA-69CEA42911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7CBDB6-C347-4BB0-A67B-6EF5CB43B21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300F1B-AF24-4E85-BC51-110BE91016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FD9727-E898-4F64-B326-0D8803F47F4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78A514F-A0DB-49A2-829B-45E16F0953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613C9-3537-413C-B0E3-9F088698EE9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9CAD73-1802-4272-A89A-25D9F985E4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464130-80A9-405D-A4A9-EBCE0839FF7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58D311-23DB-4B78-B251-6847982E5C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C4F19C-8870-4969-AE6E-BC959FEFC1C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C06541-0CF8-4F19-A11B-BD17262143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6A4458-5196-4031-9F42-8B5E1DD3DEA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BBA30C-E047-4093-AA74-3370A7D5F7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5BA52B-3089-462C-A353-F17CF8CD01C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A77D37-0BBD-453C-A92D-92ACF59FD2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A3F7C6-CA94-453D-B97A-600D603028A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9C346D-A45D-4FCB-8B15-39C9A0F200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6167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6167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E5E70-BFE4-4647-B34F-982CF6D7F09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A2FBCA8-0A93-4526-8857-E3C1FDFCB8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00300-D1F5-4696-BD4D-298CA0AC94D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4BC6AF-C962-49F5-91E1-420300A633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3F375-9CDE-4819-8A8B-28DBBE401C5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257DDB-1D1D-4F93-9D56-531565A531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CDB112-973E-495E-9683-D1375ECBDA9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F717CC-E08E-468D-A0BF-95A737AF14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8301A9-2615-422F-99DE-446312FAC3A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6F2CBBB-D722-41D2-B778-AEB772F788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A5C083-D3D4-43BA-AB88-AE6D60997F55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101F900-BCF5-48CC-9ADB-97BFD3AA61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6314B8-C916-4B17-891C-EEC251DD38E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E1625E-B2DB-4F63-A19B-89C2BBC313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13684A-309D-4503-967B-C684EA83A78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2FE2C7-9580-42C2-9C6C-1E28C6C32F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E9E714-EBB0-45F5-9059-342EEF40A8E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E74B1F-16C1-4AAA-9577-2965629D14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B7BB27-08C3-4161-A584-CC31E9C3E4F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45C443-E3F5-47C6-BEF4-A44CE00793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27C7E7-9852-4400-A615-94F5D458E5F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FAFB6C-AED4-49D1-8F79-11109B9967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1CDCF6-F629-4530-A465-8D3E0878D77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744310-9507-4066-BADB-88F5015814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FD15B1-00F0-4D09-B8A9-359A7C9771C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415BDE0-1C2C-4FCC-9CC4-18675B8227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EFC1FF-0607-448F-8FC0-EDC02A79625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24C547-A33F-48F7-BA28-FDCB3F3A95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5192A0-FC73-41D9-A5BF-4497C3D400D5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8FFB597-64BA-4A5D-9A09-1F236013B9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7CC315-79C4-4F02-8242-04B0EDEC7F5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2FE35-03BD-4CEF-AAE6-718A4A4672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9EB85A-B700-43D4-905F-88930EB0873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84BC44-8BF2-4AE6-85F0-9F18F3395E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1F54A-D71E-4DFB-9C9C-00FFFBC0CE7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F4F4F8-11BF-40EE-B5FC-F2B91F7095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A36E62-D31B-48C7-A6AE-BB80A52CC77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F06051-F67B-4A72-B790-998A021FB1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5E7C6C-0BEC-4282-BB98-FA1B42BAA94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D172DF-FCF1-43B7-8731-B4BBEBF850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F4704F-E8F1-4524-A7E5-2C8A957514A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885590-1DF2-4764-B4CB-00BFC8AC4E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22247E-8FBF-4B33-9CA6-92EBDEA5670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F06074-C0A9-4C33-ADE9-254E2D13F3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BCA981-FD49-4895-958B-11A0F0CA782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20289F-709F-4810-845F-A09B5C6E39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CA91B2-6EA7-441F-8D43-21C94FA3894A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CC2119-05ED-4A58-B19A-9DBABC569E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703764-F9C8-4552-8711-34DD3B91717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4AE652-FDE4-44B5-9A9A-A0300487C2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CA287B-9FC8-46C9-ABBC-C5775D94B7E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DB46DD-3895-4CBC-84BE-5780E947A9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CF244-7E7C-4328-9486-46CFFFDC488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1449CB-D4DC-41A2-B7AD-98EF68519E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FF5E98-E3BD-44FE-803B-F2A02931F07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72EA4E-33C5-4FA1-BC31-93850CF22D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5DF109-6D8F-46C2-8FEA-DD40AEB599FD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60863D-6BC8-429C-9523-57EC5E29BF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E261FE-0104-43FA-BFDA-6560819F8EE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18CA45-093B-4860-882E-835EFC57BF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8D41B8-3587-432D-8631-1DE12D0CB1F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2AAF46-97D5-4436-82C2-DB22D89BE6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00E265-05C7-4319-B1BF-41BD5FD0727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16D29D-1E7B-4DAE-9808-6A992E4C6C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A271D4-B1DC-4318-9A01-A8A08AB2782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31C670-7CA2-4863-B169-2493E5B14D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E40F16-F086-4424-B5C4-A07BD0C9C33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E3C1B1-5B6A-41C6-8ECA-8F094C1F0C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2BC3C4-5A5B-45F0-8261-D959B0BE26E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556EF7-BA06-4EA1-9090-D23A4D8458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12E35E-A14E-4D8E-899A-A2C966E6041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C94505E-1DE9-41A9-8EF7-25D8728035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398CC4-66FC-4C22-8397-026CC3FEC7D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40091A-979D-4C0D-A03C-FDCB963548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0FB4B-6ACD-4687-8CE9-3499D6588FC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396C3C-96EC-415B-B68C-EA2F39740A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BC7961-08D2-4CDA-A40D-9BBEA574678A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816B7F-E474-4D56-8CD0-883B0FCB73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A26423-3D40-4A97-AEB3-28DDF65AA76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BFF9F7-8683-4A15-BAD2-E97C9B6DA3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94E861-4381-44E6-81A7-FD2AF569406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8C493E-7F0B-4584-93E1-6A250E1E5C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AB7E07-5851-456C-AED2-B2E761C682D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A14C98-8B3A-4C28-81F1-0909DF92B0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DE6489-5744-4E53-8B0B-1EC3E1C0462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BA4D0A-9366-4A78-9402-A58C0E7B6A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B7B817-0668-4DF2-93B2-E84938797FE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15A10-D42B-45BB-850A-5D8E45B3A2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6ADEA4-D388-4C54-88A8-0AA794DD278A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3A4D62-3F59-4ED6-9CCB-EA941829E2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F74E3-54E1-4F8D-8E77-043956019C5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4FB4A8-59B4-4B4D-B989-8780FAF4B1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C45949-835E-4447-989C-9D7E3C7E482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B27FD6-7196-45B3-AB5B-AC24C21D0E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75525B-E851-421B-9075-9B8ED493D56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2AB418-1A39-4EA7-AA37-0BB34DD978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64B455-1DAE-492D-A45A-6F3A2B00BA95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82BB4F4-229F-4EB6-8EBE-4309F70AC9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A9B50D-6C94-4CDA-9F9A-F9293267A1E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5CC300-E8EE-42F0-9328-06E7E6FAD7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754224-C7B5-43A1-A16A-96F4EB5B66A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64DD93-F028-48E0-BD33-449EA767FB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1E0D04-F34B-41BD-8E6D-E2915FCEB11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B57D1B-72AC-473D-AFE4-1886231FB7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D25AB9-44C7-44D1-9958-DD267B30464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BE2EE0F-D06D-43E7-A4FA-1F96ABFF87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BEC115-589D-40CE-872D-2B6F44C46B9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270461-86C6-43FE-A005-9756284CF9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713EAD-42A8-4CDC-ABEE-8A31C0EBE19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BD8081-AFA6-4955-A3A6-5EECB029F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1D0983-2F19-4071-9FA0-73AF95B4D0A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DED118-D5C5-4750-B9BE-C0AC17FF6F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5341F3-E0BB-423F-80E0-AD70C9EB839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53C1B1-E202-4955-A622-E7A9B08269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C18A2C-1465-4F4D-B68B-FFAE0FC67B1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C2925F-FFB1-425E-9291-603B8069EB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E9DEB1-42F4-4C4A-9472-0AFCA587868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485CC9-C47C-4926-A087-D8ED712A5F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B36006-50B5-4D93-AC41-43E7AFAC59D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AA5D18-FC18-4287-B782-A83A076DC6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294A7D-0F08-408A-808B-378642A1DF9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FE43A7-FF08-471B-BEDB-380AEAA6B2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C25A2C-97E5-4FE3-8FF7-948D6D1548D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490704-07EC-4CEB-9AD1-9CAE992A60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1912F2-A643-4890-A18A-47F4A986F66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0E25B8-8BC9-439F-B7B9-3F9F662BFB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38F1CB-80F6-49A7-B123-A4303D76C7C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833CA5-A08A-4C60-AC9F-8D48313008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FD86FA-724D-47FD-9AA3-63A1772D3D4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BF0751-C75D-407C-90DD-769EF1F596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2C2BD9-B023-4828-8224-13EBD069F6B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E2C17C-BE37-446C-B4EE-10A677B8A2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04810C-A23F-4B80-845A-DEDF8597BC9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8EC261-E66B-4F00-935C-D732B31A01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03104C-CFCB-4C95-9A1E-42A9918270F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6EBD449-942A-4CC4-9A10-08435054F0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FFF82E-66FD-4AED-BCB5-986507DAF01A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D81EF3-0CF4-43B6-B34A-82B2B13BFC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7E4C5D-A519-4131-A5C1-7C654977C1E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2D6AA7-19A4-48BE-8BBE-F1AB5CF0D4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491259-7A11-40F3-B4A9-FC3F692C635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5995DD-24F3-4FAF-B07D-1193476521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C17AA-A29F-46A4-8B54-23C9A80544CD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CE69E8-73CA-4CFB-943A-644F44F64E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FF0106-979B-4276-93F8-EE4BAE457CF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CFF4E4-B3C9-4707-9F92-6661E6C84B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642BBC-445A-4BE5-8D50-9AA8F89793C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8B2BA8-61E3-4F2D-82C8-C672AE6941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7067D0-FFDD-43D6-A9C7-AE4D4B3A4D2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267B1C-0FDB-4E13-81F3-F39CE7141B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2F3E06-5AF3-49C3-AE4A-57FB17A9131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8C5891-3D13-44BE-A3AA-BA0B3BE023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C3F2E0-54A1-45AE-ACA5-57FDB08E57C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B646F8-3DEA-4D37-B09A-775C9DA244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5878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5878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E1CE6A-B89C-4565-BE05-9377791F898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6852C0-EFAD-45E8-9A06-98A8E3E16C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46258A-8063-4D43-A4B1-5BE2E8EE062D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6CC3B0-39B2-4964-8B62-D69263E583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9E81C0-2FF1-4C6E-9B96-CBD7245BF12D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CE429-29A7-4D5A-B08B-DE08A22586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5DA207-9BB1-4679-B6C3-BBA18747D70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302739-E6CD-4002-B2EC-3639096F4E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B389D0-A173-4B73-9816-B2EAF229D305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06864B-21C4-4A0A-8D86-E1F972573F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5D4E98-73A3-4292-9CFD-D46A54989E9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A8D5C2-F185-464B-9F98-AF44D498CA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FB688D-ED20-43D3-A33F-45BDC5FD00E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C8345D-5874-4402-9435-69ADC228AE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B1E9F6-BE13-4402-B08F-9CD11272C58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EDE872-6584-41B4-9CB0-279D8FF4B9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D59F93-59D1-429F-B35B-7DF91277FD3D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2FD375-371C-4734-9A44-AF436E7F56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1BDB9F-06FB-4C72-87D9-FF69903BB54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24A0DF-EC9B-47B0-AA6C-3F18164CB1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E1C2B0-4514-4286-B663-48FBB346BD5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EA6BC6-FCA4-4944-B7FF-32C746ADB9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58910F-A9CF-4BB2-8BC3-911B6C09E43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07E0DE-970C-4AF6-8002-8AC64423B6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28F92E-2796-460C-854C-458F028C130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6E2DBF-0AD3-4F2F-9503-E1E43706C6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EA3108-D307-442B-AC6A-E4FA70E2CA9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C054B1-0A83-402F-A9A7-07D7AD208F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B5859A-F3BA-44AA-BED9-47396DE6EB3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91AC84-97B9-4E82-8EA6-8D81A85CC4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0F6B0C-7682-45B8-ABB0-3DDB51B8BA5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C7A565-1442-495D-BF68-86D0AA8489B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CC94F0-5F03-4F5C-B6A4-D3C26F277E4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477F28-60FC-4A82-8FD7-A21473A80C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62BB51-518B-4DD4-AB88-F2FE5746AFD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EA6799-C905-4229-8BD5-CC7B242F6A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43E430-4679-42B6-9409-45C8B594482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3FC801-C0ED-407E-B163-2EA7FC1B7F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4C7CCB-AB47-425B-A9F9-ECA9038F60D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9B1924-EBED-4BD9-A6DF-F419AB29E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FE37BA-B674-462B-BAFE-66DEB816F7D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60067D-7456-4E1D-9BEE-316C9861FF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B56F73-532C-43AC-AC31-64960B23FCE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A42AB6-DD0E-4535-A60B-2B1A3FD0B4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6B6802-9853-4519-9751-711EFE7768E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DEDF03-A663-46C0-8278-521F459BB2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D40D40-413E-4003-BA83-D5BA3FC7BCC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FD29F62-D0C6-41B6-9C0C-31E2AC228D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E07B2E-A41E-40EC-87D3-E1C56299262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373FA08-05B8-43A1-98C9-72FF9563AD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49EC08-8928-4998-811F-32E727D566F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B411F5-4B50-4B74-96D4-50ECE6C8DC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50221-9E93-4F14-8C49-AD7D9556815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60D5C0-0113-408D-A4AE-9EB5EF962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4E9309-6F01-4572-BB6A-0BE02BA364F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9B4807-AFD9-46AA-8847-89C8F7B4F8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E2196A-6ADC-4476-953C-6D33B48520AD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CFF437-AEC7-497F-9146-00B93C2DDC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4FF842-BA92-4560-9BB4-39E8FE3A2DB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511EE0-8D12-4A4D-9768-C9BBF92B45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6E4915-89D5-4882-930C-AAEF2367F02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CE90F5-EB0C-4D08-A4FC-702A145793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3F80E9-4859-40A2-8F5D-1AA3D9AB42D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77CA77-6C1B-4445-B234-6F630DD731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225718-F7CD-4B62-B64C-484762B3F15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861CB3-C95A-41C4-8C0D-2F46D73F09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909A85-517E-4C26-A193-B49E98F77CD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C0BD1E7-067B-458A-A2B7-FCD85464E4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868095-A207-425F-90EB-70DA45A759F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B986CC-D2A3-4521-BCDE-E7C9FC251E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8A3224-3449-4249-B32C-523C5457423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3C3D3C-84B3-4660-8D1D-6B62570A83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F40626-02C4-4C1A-9863-37B9020BE59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08711E-C541-474B-B681-655049676C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74972E-3181-45E5-9F17-85ED38E3122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FF0F62-6435-4750-865F-0D0BC62E3F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63D60-5168-47F6-B9E3-DAD115DB37B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6354F4-2F52-4BB5-AA90-D962ED2CF0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BDF2A1-CECC-41D8-B2E3-64C9F1640A9C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1E38A9-ADDA-4150-BF7A-B7A3C3B8F4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E549F9-845D-4EE9-8B96-E74A16C45DE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8C8A30-FE7F-4F6F-A0A0-306B327CB0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190D70-F1AE-4D59-84CD-D87D8E38F94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2F0EB6-75DE-43D0-9948-10F4EE5DC5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B3D355-D3D2-416B-B43B-0CF10723CA7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322BC0-3005-43F1-A25D-8ECB195CF0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E257AF-2F27-4264-B5E2-C23733E7D16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FD64BA-CD9D-4AE0-A942-080DE3C23F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ECE954-561C-441C-83B9-6C72838386F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F272149-62B4-4228-8EED-0B31FEE6EF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FEA1A0-8716-429E-A110-6F252A969FC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8A42AB-CE96-471F-8260-DCAFC763B3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65F1E9-F5CA-48F1-9703-ABFB91AB5FD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2F3C9C-AB10-46A8-B298-A8C33133AE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2FE9F0-D4AD-4A1A-96A7-00B988D2511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8879EC-CD62-4BC2-AF64-DC63B1ED7D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A8E328-4E67-47E3-B287-C538587D322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DCBE7A-AEE9-4696-9E12-BE26E8AE70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B9C87B-B94F-4837-8FC2-2DCEA0D89D35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7BAAE7-CBCA-47A0-8B4F-50ADE1B0BC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DA023E-375D-43B7-B465-62066CE1428F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8E78C3B-E191-4F0B-87FC-BBCD0C496C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C30C9C-2A20-46BD-8536-4665C4EEC9E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F94598-68FD-4F2C-8AE2-0654097709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DD3AA8-F839-4DCD-94C6-81D83A16EA1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7EBDA2-65E7-48E7-A8D6-7ECE21FD2F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8563F5-B288-4203-891E-4511BA07256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8EDE439-782E-464F-AF32-F61125FCD3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DAD653-D72C-495B-8760-328963912029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317237-8B71-452D-9BD5-B34B6C51DF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84138C-BDB2-4E58-8E41-3E6A236DA9F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1F5982-60B1-407E-8AC2-BC1806E39B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1D0475-5A89-4AB2-9D79-41077F17798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83109-314E-43D7-97F1-1E4685ED1D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107AB4-2D70-401B-AA4C-E18AE4353A28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11728E-BD62-496C-B70D-0BF5275F52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C67093-7FB9-414F-8315-B24A54915FF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C940A86-2865-4036-A317-6B3DAFFE4B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20B007-B27F-454D-8C34-DB358DD06C7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A393CC-3ABB-40E5-BF3C-086F257CCE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32781B-18F8-459F-AE58-4083CEF959FA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52694A-5E48-4F5C-83A1-24C1A1936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7E3643-808E-4EDD-9ACD-A665626A6041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1BB7AC-994D-4D1A-A148-CC59A7C0F4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46C527-EB19-4B92-B07E-370904EB1FF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4BB2DF-2A10-43CE-A803-71A0226B0C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09771B-C36F-4F49-9CA5-99862C5F934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AD691F-C29B-4513-B4B2-3525C962EB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FFDE92-08FB-45D7-A4D2-38E18ABFDC95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9B4FAD-213C-49CD-BA86-20926D9F74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F96E99-29F3-4CE7-9487-EB9E49FE29E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496365-FEED-455D-848C-E087F075B0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5C5CFD-2A6E-48FA-8B9C-5882C20EBBB2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0C06C0-C061-4ED6-A0F2-536DC9C0B3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image" Target="../media/image1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image" Target="../media/image1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image" Target="../media/image1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image" Target="../media/image1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image" Target="../media/image1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Relationship Id="rId14" Type="http://schemas.openxmlformats.org/officeDocument/2006/relationships/image" Target="../media/image1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74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14" Type="http://schemas.openxmlformats.org/officeDocument/2006/relationships/image" Target="../media/image11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6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5.xml"/><Relationship Id="rId12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9.xml"/><Relationship Id="rId6" Type="http://schemas.openxmlformats.org/officeDocument/2006/relationships/slideLayout" Target="../slideLayouts/slideLayout184.xml"/><Relationship Id="rId11" Type="http://schemas.openxmlformats.org/officeDocument/2006/relationships/slideLayout" Target="../slideLayouts/slideLayout189.xml"/><Relationship Id="rId5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82.xml"/><Relationship Id="rId9" Type="http://schemas.openxmlformats.org/officeDocument/2006/relationships/slideLayout" Target="../slideLayouts/slideLayout187.xml"/><Relationship Id="rId14" Type="http://schemas.openxmlformats.org/officeDocument/2006/relationships/image" Target="../media/image12.jpe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8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7.xml"/><Relationship Id="rId12" Type="http://schemas.openxmlformats.org/officeDocument/2006/relationships/slideLayout" Target="../slideLayouts/slideLayout202.xml"/><Relationship Id="rId2" Type="http://schemas.openxmlformats.org/officeDocument/2006/relationships/slideLayout" Target="../slideLayouts/slideLayout192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image" Target="../media/image4.jpe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0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14.xml"/><Relationship Id="rId2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Relationship Id="rId14" Type="http://schemas.openxmlformats.org/officeDocument/2006/relationships/image" Target="../media/image13.jpe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2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21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16.xml"/><Relationship Id="rId1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20.xml"/><Relationship Id="rId11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19.xml"/><Relationship Id="rId10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18.xml"/><Relationship Id="rId9" Type="http://schemas.openxmlformats.org/officeDocument/2006/relationships/slideLayout" Target="../slideLayouts/slideLayout22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3.xml"/><Relationship Id="rId13" Type="http://schemas.openxmlformats.org/officeDocument/2006/relationships/image" Target="../media/image15.jpeg"/><Relationship Id="rId3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32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4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4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43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38.xml"/><Relationship Id="rId1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7.xml"/><Relationship Id="rId5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6.xml"/><Relationship Id="rId4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5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13" Type="http://schemas.openxmlformats.org/officeDocument/2006/relationships/image" Target="../media/image17.jpeg"/><Relationship Id="rId3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54.xml"/><Relationship Id="rId12" Type="http://schemas.openxmlformats.org/officeDocument/2006/relationships/theme" Target="../theme/theme23.xml"/><Relationship Id="rId2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6.xml"/><Relationship Id="rId13" Type="http://schemas.openxmlformats.org/officeDocument/2006/relationships/image" Target="../media/image18.jpeg"/><Relationship Id="rId3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5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60.xml"/><Relationship Id="rId1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64.xml"/><Relationship Id="rId11" Type="http://schemas.openxmlformats.org/officeDocument/2006/relationships/slideLayout" Target="../slideLayouts/slideLayout269.xml"/><Relationship Id="rId5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68.xml"/><Relationship Id="rId4" Type="http://schemas.openxmlformats.org/officeDocument/2006/relationships/slideLayout" Target="../slideLayouts/slideLayout262.xml"/><Relationship Id="rId9" Type="http://schemas.openxmlformats.org/officeDocument/2006/relationships/slideLayout" Target="../slideLayouts/slideLayout267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7.xml"/><Relationship Id="rId13" Type="http://schemas.openxmlformats.org/officeDocument/2006/relationships/image" Target="../media/image12.jpeg"/><Relationship Id="rId3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6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70.xml"/><Relationship Id="rId6" Type="http://schemas.openxmlformats.org/officeDocument/2006/relationships/slideLayout" Target="../slideLayouts/slideLayout275.xml"/><Relationship Id="rId11" Type="http://schemas.openxmlformats.org/officeDocument/2006/relationships/slideLayout" Target="../slideLayouts/slideLayout280.xml"/><Relationship Id="rId5" Type="http://schemas.openxmlformats.org/officeDocument/2006/relationships/slideLayout" Target="../slideLayouts/slideLayout274.xml"/><Relationship Id="rId10" Type="http://schemas.openxmlformats.org/officeDocument/2006/relationships/slideLayout" Target="../slideLayouts/slideLayout279.xml"/><Relationship Id="rId4" Type="http://schemas.openxmlformats.org/officeDocument/2006/relationships/slideLayout" Target="../slideLayouts/slideLayout273.xml"/><Relationship Id="rId9" Type="http://schemas.openxmlformats.org/officeDocument/2006/relationships/slideLayout" Target="../slideLayouts/slideLayout278.xml"/><Relationship Id="rId14" Type="http://schemas.openxmlformats.org/officeDocument/2006/relationships/image" Target="../media/image11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8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7.xml"/><Relationship Id="rId12" Type="http://schemas.openxmlformats.org/officeDocument/2006/relationships/theme" Target="../theme/theme26.xml"/><Relationship Id="rId2" Type="http://schemas.openxmlformats.org/officeDocument/2006/relationships/slideLayout" Target="../slideLayouts/slideLayout282.xml"/><Relationship Id="rId1" Type="http://schemas.openxmlformats.org/officeDocument/2006/relationships/slideLayout" Target="../slideLayouts/slideLayout281.xml"/><Relationship Id="rId6" Type="http://schemas.openxmlformats.org/officeDocument/2006/relationships/slideLayout" Target="../slideLayouts/slideLayout286.xml"/><Relationship Id="rId11" Type="http://schemas.openxmlformats.org/officeDocument/2006/relationships/slideLayout" Target="../slideLayouts/slideLayout291.xml"/><Relationship Id="rId5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84.xml"/><Relationship Id="rId9" Type="http://schemas.openxmlformats.org/officeDocument/2006/relationships/slideLayout" Target="../slideLayouts/slideLayout289.xml"/><Relationship Id="rId14" Type="http://schemas.openxmlformats.org/officeDocument/2006/relationships/image" Target="../media/image11.pn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9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8.xml"/><Relationship Id="rId12" Type="http://schemas.openxmlformats.org/officeDocument/2006/relationships/theme" Target="../theme/theme27.xml"/><Relationship Id="rId2" Type="http://schemas.openxmlformats.org/officeDocument/2006/relationships/slideLayout" Target="../slideLayouts/slideLayout293.xml"/><Relationship Id="rId1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302.xml"/><Relationship Id="rId5" Type="http://schemas.openxmlformats.org/officeDocument/2006/relationships/slideLayout" Target="../slideLayouts/slideLayout296.xml"/><Relationship Id="rId10" Type="http://schemas.openxmlformats.org/officeDocument/2006/relationships/slideLayout" Target="../slideLayouts/slideLayout301.xml"/><Relationship Id="rId4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300.xml"/><Relationship Id="rId14" Type="http://schemas.openxmlformats.org/officeDocument/2006/relationships/image" Target="../media/image11.pn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0.xml"/><Relationship Id="rId13" Type="http://schemas.openxmlformats.org/officeDocument/2006/relationships/image" Target="../media/image15.jpeg"/><Relationship Id="rId3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9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304.xml"/><Relationship Id="rId1" Type="http://schemas.openxmlformats.org/officeDocument/2006/relationships/slideLayout" Target="../slideLayouts/slideLayout303.xml"/><Relationship Id="rId6" Type="http://schemas.openxmlformats.org/officeDocument/2006/relationships/slideLayout" Target="../slideLayouts/slideLayout308.xml"/><Relationship Id="rId11" Type="http://schemas.openxmlformats.org/officeDocument/2006/relationships/slideLayout" Target="../slideLayouts/slideLayout313.xml"/><Relationship Id="rId5" Type="http://schemas.openxmlformats.org/officeDocument/2006/relationships/slideLayout" Target="../slideLayouts/slideLayout307.xml"/><Relationship Id="rId10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306.xml"/><Relationship Id="rId9" Type="http://schemas.openxmlformats.org/officeDocument/2006/relationships/slideLayout" Target="../slideLayouts/slideLayout311.xml"/><Relationship Id="rId14" Type="http://schemas.openxmlformats.org/officeDocument/2006/relationships/image" Target="../media/image11.png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1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20.xml"/><Relationship Id="rId12" Type="http://schemas.openxmlformats.org/officeDocument/2006/relationships/theme" Target="../theme/theme29.xml"/><Relationship Id="rId2" Type="http://schemas.openxmlformats.org/officeDocument/2006/relationships/slideLayout" Target="../slideLayouts/slideLayout315.xml"/><Relationship Id="rId1" Type="http://schemas.openxmlformats.org/officeDocument/2006/relationships/slideLayout" Target="../slideLayouts/slideLayout314.xml"/><Relationship Id="rId6" Type="http://schemas.openxmlformats.org/officeDocument/2006/relationships/slideLayout" Target="../slideLayouts/slideLayout319.xml"/><Relationship Id="rId11" Type="http://schemas.openxmlformats.org/officeDocument/2006/relationships/slideLayout" Target="../slideLayouts/slideLayout324.xml"/><Relationship Id="rId5" Type="http://schemas.openxmlformats.org/officeDocument/2006/relationships/slideLayout" Target="../slideLayouts/slideLayout318.xml"/><Relationship Id="rId10" Type="http://schemas.openxmlformats.org/officeDocument/2006/relationships/slideLayout" Target="../slideLayouts/slideLayout323.xml"/><Relationship Id="rId4" Type="http://schemas.openxmlformats.org/officeDocument/2006/relationships/slideLayout" Target="../slideLayouts/slideLayout317.xml"/><Relationship Id="rId9" Type="http://schemas.openxmlformats.org/officeDocument/2006/relationships/slideLayout" Target="../slideLayouts/slideLayout322.xml"/><Relationship Id="rId14" Type="http://schemas.openxmlformats.org/officeDocument/2006/relationships/image" Target="../media/image11.png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13" Type="http://schemas.openxmlformats.org/officeDocument/2006/relationships/image" Target="../media/image17.jpeg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12" Type="http://schemas.openxmlformats.org/officeDocument/2006/relationships/theme" Target="../theme/theme30.xml"/><Relationship Id="rId2" Type="http://schemas.openxmlformats.org/officeDocument/2006/relationships/slideLayout" Target="../slideLayouts/slideLayout326.xml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slideLayout" Target="../slideLayouts/slideLayout335.xml"/><Relationship Id="rId5" Type="http://schemas.openxmlformats.org/officeDocument/2006/relationships/slideLayout" Target="../slideLayouts/slideLayout329.xml"/><Relationship Id="rId10" Type="http://schemas.openxmlformats.org/officeDocument/2006/relationships/slideLayout" Target="../slideLayouts/slideLayout334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Relationship Id="rId14" Type="http://schemas.openxmlformats.org/officeDocument/2006/relationships/image" Target="../media/image11.png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3.xml"/><Relationship Id="rId13" Type="http://schemas.openxmlformats.org/officeDocument/2006/relationships/image" Target="../media/image18.jpeg"/><Relationship Id="rId3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42.xml"/><Relationship Id="rId12" Type="http://schemas.openxmlformats.org/officeDocument/2006/relationships/theme" Target="../theme/theme31.xml"/><Relationship Id="rId2" Type="http://schemas.openxmlformats.org/officeDocument/2006/relationships/slideLayout" Target="../slideLayouts/slideLayout337.xml"/><Relationship Id="rId1" Type="http://schemas.openxmlformats.org/officeDocument/2006/relationships/slideLayout" Target="../slideLayouts/slideLayout336.xml"/><Relationship Id="rId6" Type="http://schemas.openxmlformats.org/officeDocument/2006/relationships/slideLayout" Target="../slideLayouts/slideLayout341.xml"/><Relationship Id="rId11" Type="http://schemas.openxmlformats.org/officeDocument/2006/relationships/slideLayout" Target="../slideLayouts/slideLayout346.xml"/><Relationship Id="rId5" Type="http://schemas.openxmlformats.org/officeDocument/2006/relationships/slideLayout" Target="../slideLayouts/slideLayout340.xml"/><Relationship Id="rId10" Type="http://schemas.openxmlformats.org/officeDocument/2006/relationships/slideLayout" Target="../slideLayouts/slideLayout345.xml"/><Relationship Id="rId4" Type="http://schemas.openxmlformats.org/officeDocument/2006/relationships/slideLayout" Target="../slideLayouts/slideLayout339.xml"/><Relationship Id="rId9" Type="http://schemas.openxmlformats.org/officeDocument/2006/relationships/slideLayout" Target="../slideLayouts/slideLayout344.xml"/><Relationship Id="rId1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37DFBC6-1925-4C79-AFB2-0D37AEDDBAAF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02312AFE-2B24-4DEE-9841-8A698EF05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402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7F06D9F-07D1-49CF-BC20-2FA8E6D697E8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D5C29D1-055C-44C7-B20E-0A8A5728F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B4989DE-FA58-4E64-96ED-4683E0FF4BF2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4C040D4-5F81-40F9-8641-CDD730C14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8160B49E-AC8E-4798-ABFA-A87AC6F99DED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1E401605-01EE-4C0D-AAA6-904683CAE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F2B258B-BD5C-46A4-9E59-5D933CF6C2A3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CF6B704-EF6F-4928-9B74-393BF154E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6CB1641-2BAB-4A6E-8CCA-B0E8150241A0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23A19A5-DDB7-4EB0-915A-B19ED73C05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A769AE8-BE6B-4071-9351-FE4B1B3FA069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5638B4A-15E7-49E2-B6B1-7ECA6A855B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6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1699E50-73A7-495B-9D24-F0279931929E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2068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F88B5BEA-2C01-4E3D-BA7D-BFA6402CB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342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38D4302C-A6B7-4680-B2D3-125455974BA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0D08127-A3F9-49B5-A42F-C1FA9B9E0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366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ADBEFE8-FC29-4091-87DA-AC825D0552F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0EF73624-553A-4997-A377-41BA1A70BE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390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A2770E4-B88B-4F16-AE28-01B122443AEA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B45EC8D-B6BF-4E80-B782-21A2E262CA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7414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1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D3AE44E-EFD3-4065-9FC4-DADF38A0CAE5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5AAC212-9A02-4195-B629-3D5D044884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438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B260C58-4A4A-400D-A7A4-5117ABAA020C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9F33446-2D04-4484-9DFB-DF1BC7818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9462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D4CDDE3-B71D-4B38-9306-DE36C2136F27}" type="datetime1">
              <a:rPr lang="en-US"/>
              <a:pPr>
                <a:defRPr/>
              </a:pPr>
              <a:t>11/29/2012</a:t>
            </a:fld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94053DE-7583-4294-9C9C-424F9E484C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486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425FF88D-6E30-4BB0-81EF-71AA710B91E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D7379438-BC30-44EE-9DE2-514A578FACC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204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205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D7F20D-1D8C-45A5-AF4C-79839F134625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849404D-87D7-443F-A519-CBB7E5A142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202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468C86D-14BD-445D-B12D-6DDDED544A1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C637807-5CDB-463E-BF33-28134F84E17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FF42F45F-7542-4BEB-B65A-9B023A0E757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2307A2AD-6B73-4AA4-9CE4-4C9C140B4CF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A919821-421F-4F0D-BCAD-80E09BE3CFFD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910D3A82-6BB4-46B6-9E8F-090B040C33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54DF59E-0875-465C-9A4D-BA0197E0C876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753A83A1-1555-48E8-8D28-5B87EA7A52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16959C9A-86FF-4193-8DBB-629A2ACB7217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4C02A5E7-F3A5-4617-8AE3-D26B3EDB835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108" r:id="rId2"/>
    <p:sldLayoutId id="2147484109" r:id="rId3"/>
    <p:sldLayoutId id="2147484110" r:id="rId4"/>
    <p:sldLayoutId id="2147484111" r:id="rId5"/>
    <p:sldLayoutId id="2147484112" r:id="rId6"/>
    <p:sldLayoutId id="2147484113" r:id="rId7"/>
    <p:sldLayoutId id="2147484114" r:id="rId8"/>
    <p:sldLayoutId id="2147484115" r:id="rId9"/>
    <p:sldLayoutId id="2147484116" r:id="rId10"/>
    <p:sldLayoutId id="214748411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5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019050F8-0CBC-483C-995D-4E37A3A8FD3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2058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B6057CD2-9F89-4D3C-8E32-F67817E2556B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5830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78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EA5CDB4A-413D-4DF3-9961-6832234D836E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2078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F249A2A-F27E-4D4A-B5D7-9565E05FEE78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7879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2E0C72D-113C-4B78-9ECF-FF8EE13BA213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0CEB931A-0C21-45D9-9788-8FE4642BB03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8903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  <p:sldLayoutId id="2147484146" r:id="rId4"/>
    <p:sldLayoutId id="2147484147" r:id="rId5"/>
    <p:sldLayoutId id="2147484148" r:id="rId6"/>
    <p:sldLayoutId id="2147484149" r:id="rId7"/>
    <p:sldLayoutId id="2147484150" r:id="rId8"/>
    <p:sldLayoutId id="2147484151" r:id="rId9"/>
    <p:sldLayoutId id="2147484152" r:id="rId10"/>
    <p:sldLayoutId id="2147484153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ED421966-8828-4EF1-8BDA-75CC23D5CDBA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4C5E5528-FAF9-4DC4-8D6A-32D5758E2360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9927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82B72B27-3629-43BF-BD0A-151A5D58117B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6159FA4D-49EB-4718-A724-F8786ECD68C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0951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1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AB4246D6-F289-4480-B3BE-A47058A969C0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93E0EC7C-E5FE-438E-B4BD-DBEED038621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1975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21FCDA39-1FF8-4990-A9CE-F042283933A4}" type="datetime1">
              <a:rPr lang="en-US"/>
              <a:pPr/>
              <a:t>11/29/2012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FDF0EF65-1394-4078-AE7F-DEC4B66E4A28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2999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92" r:id="rId2"/>
    <p:sldLayoutId id="2147484193" r:id="rId3"/>
    <p:sldLayoutId id="2147484194" r:id="rId4"/>
    <p:sldLayoutId id="2147484195" r:id="rId5"/>
    <p:sldLayoutId id="2147484196" r:id="rId6"/>
    <p:sldLayoutId id="2147484197" r:id="rId7"/>
    <p:sldLayoutId id="2147484198" r:id="rId8"/>
    <p:sldLayoutId id="2147484199" r:id="rId9"/>
    <p:sldLayoutId id="2147484200" r:id="rId10"/>
    <p:sldLayoutId id="214748420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nesstar.dans.knaw.nl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 </a:t>
            </a:r>
            <a:r>
              <a:rPr lang="en-US" sz="3200" dirty="0" err="1" smtClean="0"/>
              <a:t>Questasy:Import</a:t>
            </a:r>
            <a:r>
              <a:rPr lang="en-US" sz="3200" dirty="0" smtClean="0"/>
              <a:t> of SCP Data</a:t>
            </a:r>
            <a:endParaRPr lang="en-US" sz="3200" dirty="0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2500306"/>
            <a:ext cx="6337300" cy="1431932"/>
          </a:xfrm>
        </p:spPr>
        <p:txBody>
          <a:bodyPr/>
          <a:lstStyle/>
          <a:p>
            <a:pPr eaLnBrk="1" hangingPunct="1"/>
            <a:r>
              <a:rPr lang="en-US" dirty="0" smtClean="0"/>
              <a:t>Edwin de Vet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C730F2B-2996-4FD0-8D4F-0A6C51B8CA35}" type="datetime1">
              <a:rPr lang="en-US"/>
              <a:pPr>
                <a:defRPr/>
              </a:pPr>
              <a:t>11/29/2012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nl-NL" dirty="0" smtClean="0">
                <a:hlinkClick r:id="rId3"/>
              </a:rPr>
              <a:t>http://</a:t>
            </a:r>
            <a:r>
              <a:rPr lang="nl-NL" dirty="0" smtClean="0">
                <a:hlinkClick r:id="rId3"/>
              </a:rPr>
              <a:t>nesstar.dans.knaw.nl</a:t>
            </a:r>
            <a:r>
              <a:rPr lang="nl-NL" dirty="0" smtClean="0"/>
              <a:t> (DDI files)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MS Access database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22 Waves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No clear distinction between question and variable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Questions are reused in waves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Reused questions might not be identical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Questions can contain a pre-</a:t>
            </a:r>
            <a:r>
              <a:rPr lang="en-US" dirty="0" err="1" smtClean="0"/>
              <a:t>questiontext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11/29/2012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Longitudinal study with multiple waves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One Question Scheme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Each wave Control Construct Scheme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Nesstar</a:t>
            </a:r>
            <a:r>
              <a:rPr lang="en-US" dirty="0" smtClean="0"/>
              <a:t> DDI files automatically interpreted and converted to </a:t>
            </a:r>
            <a:r>
              <a:rPr lang="en-US" dirty="0" err="1" smtClean="0"/>
              <a:t>MySQL</a:t>
            </a:r>
            <a:r>
              <a:rPr lang="en-US" dirty="0" smtClean="0"/>
              <a:t> queries</a:t>
            </a:r>
          </a:p>
          <a:p>
            <a:r>
              <a:rPr lang="en-US" dirty="0" smtClean="0"/>
              <a:t> 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11/29/2012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2051720" y="1844824"/>
            <a:ext cx="5472608" cy="3456384"/>
            <a:chOff x="3347864" y="1844824"/>
            <a:chExt cx="5472608" cy="3456384"/>
          </a:xfrm>
        </p:grpSpPr>
        <p:sp>
          <p:nvSpPr>
            <p:cNvPr id="7" name="Rounded Rectangle 6"/>
            <p:cNvSpPr/>
            <p:nvPr/>
          </p:nvSpPr>
          <p:spPr>
            <a:xfrm>
              <a:off x="3347864" y="1844824"/>
              <a:ext cx="2808312" cy="576064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Does Question exist?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347864" y="3212976"/>
              <a:ext cx="2808312" cy="576064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Is it identical?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4716016" y="2492896"/>
              <a:ext cx="0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7" idx="3"/>
            </p:cNvCxnSpPr>
            <p:nvPr/>
          </p:nvCxnSpPr>
          <p:spPr>
            <a:xfrm>
              <a:off x="6156176" y="2132856"/>
              <a:ext cx="8640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7092280" y="1844824"/>
              <a:ext cx="1728192" cy="648072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Create new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1.0.0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4716016" y="3861048"/>
              <a:ext cx="0" cy="7920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3" idx="3"/>
            </p:cNvCxnSpPr>
            <p:nvPr/>
          </p:nvCxnSpPr>
          <p:spPr>
            <a:xfrm>
              <a:off x="6156176" y="3501008"/>
              <a:ext cx="9361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3851920" y="4653136"/>
              <a:ext cx="1728192" cy="648072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Reuse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092280" y="3140968"/>
              <a:ext cx="1728192" cy="648072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Create new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1.0.x</a:t>
              </a:r>
              <a:endParaRPr lang="nl-NL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076056" y="213285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nl-NL" dirty="0"/>
          </a:p>
        </p:txBody>
      </p:sp>
      <p:sp>
        <p:nvSpPr>
          <p:cNvPr id="29" name="TextBox 28"/>
          <p:cNvSpPr txBox="1"/>
          <p:nvPr/>
        </p:nvSpPr>
        <p:spPr>
          <a:xfrm>
            <a:off x="3419872" y="2708920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Yes</a:t>
            </a:r>
            <a:endParaRPr lang="nl-NL" dirty="0"/>
          </a:p>
        </p:txBody>
      </p:sp>
      <p:sp>
        <p:nvSpPr>
          <p:cNvPr id="30" name="TextBox 29"/>
          <p:cNvSpPr txBox="1"/>
          <p:nvPr/>
        </p:nvSpPr>
        <p:spPr>
          <a:xfrm>
            <a:off x="5076056" y="350100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nl-NL" dirty="0"/>
          </a:p>
        </p:txBody>
      </p:sp>
      <p:sp>
        <p:nvSpPr>
          <p:cNvPr id="31" name="TextBox 30"/>
          <p:cNvSpPr txBox="1"/>
          <p:nvPr/>
        </p:nvSpPr>
        <p:spPr>
          <a:xfrm>
            <a:off x="3414803" y="4077072"/>
            <a:ext cx="62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Header / Sub-question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Grouping of questions based on the pre-question text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Questions are grouped if the pre-question text of successive questions are (nearly) identical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The pre-question text becomes the header question, the question text </a:t>
            </a:r>
            <a:r>
              <a:rPr lang="en-US" smtClean="0"/>
              <a:t>the sub-question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11/29/2012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t E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Wit E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it 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rt slide">
  <a:themeElements>
    <a:clrScheme name="Start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rt 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rt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Eind slide">
  <a:themeElements>
    <a:clrScheme name="Eind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Eind slide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in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Foto slide 1">
  <a:themeElements>
    <a:clrScheme name="Foto slide 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Foto slide 2">
  <a:themeElements>
    <a:clrScheme name="Foto slide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Foto slide 3">
  <a:themeElements>
    <a:clrScheme name="Foto slide 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Foto slide 4">
  <a:themeElements>
    <a:clrScheme name="Foto slide 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Foto slide 5">
  <a:themeElements>
    <a:clrScheme name="Foto slide 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Foto slide 6">
  <a:themeElements>
    <a:clrScheme name="Foto slide 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Standaard slide UvT">
  <a:themeElements>
    <a:clrScheme name="Standaard slide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ndaard slide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Foto slide 1 UvT">
  <a:themeElements>
    <a:clrScheme name="Foto slide 1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Foto slide 2 UvT">
  <a:themeElements>
    <a:clrScheme name="Foto slide 2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Foto slide 3 UvT">
  <a:themeElements>
    <a:clrScheme name="Foto slide 3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Foto slide 4 UvT">
  <a:themeElements>
    <a:clrScheme name="Foto slide 4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Foto slide 5 UvT">
  <a:themeElements>
    <a:clrScheme name="Foto slide 5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Foto slide 6 UvT">
  <a:themeElements>
    <a:clrScheme name="Foto slide 6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Standaard slide">
  <a:themeElements>
    <a:clrScheme name="Standaard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ndaard slid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_Eind slide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30686F"/>
      </a:accent1>
      <a:accent2>
        <a:srgbClr val="CBB900"/>
      </a:accent2>
      <a:accent3>
        <a:srgbClr val="007AC0"/>
      </a:accent3>
      <a:accent4>
        <a:srgbClr val="C07C98"/>
      </a:accent4>
      <a:accent5>
        <a:srgbClr val="B19F00"/>
      </a:accent5>
      <a:accent6>
        <a:srgbClr val="399ED3"/>
      </a:accent6>
      <a:hlink>
        <a:srgbClr val="399ED3"/>
      </a:hlink>
      <a:folHlink>
        <a:srgbClr val="30686F"/>
      </a:folHlink>
    </a:clrScheme>
    <a:fontScheme name="Eind slide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in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_Foto slide 1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_Foto slide 2">
  <a:themeElements>
    <a:clrScheme name="Foto slide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1_Foto slide 3">
  <a:themeElements>
    <a:clrScheme name="Foto slide 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1_Foto slide 4">
  <a:themeElements>
    <a:clrScheme name="Foto slide 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_Foto slide 5">
  <a:themeElements>
    <a:clrScheme name="Foto slide 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_Foto slide 6">
  <a:themeElements>
    <a:clrScheme name="Foto slide 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1_Standaard slide UvT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30686F"/>
      </a:accent1>
      <a:accent2>
        <a:srgbClr val="CBB900"/>
      </a:accent2>
      <a:accent3>
        <a:srgbClr val="007AC0"/>
      </a:accent3>
      <a:accent4>
        <a:srgbClr val="C07C98"/>
      </a:accent4>
      <a:accent5>
        <a:srgbClr val="B19F00"/>
      </a:accent5>
      <a:accent6>
        <a:srgbClr val="399ED3"/>
      </a:accent6>
      <a:hlink>
        <a:srgbClr val="399ED3"/>
      </a:hlink>
      <a:folHlink>
        <a:srgbClr val="30686F"/>
      </a:folHlink>
    </a:clrScheme>
    <a:fontScheme name="Standaard slide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1_Foto slide 1 UvT">
  <a:themeElements>
    <a:clrScheme name="Foto slide 1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1_Foto slide 2 UvT">
  <a:themeElements>
    <a:clrScheme name="Foto slide 2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1_Foto slide 3 UvT">
  <a:themeElements>
    <a:clrScheme name="Foto slide 3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_Foto slide 4 UvT">
  <a:themeElements>
    <a:clrScheme name="Foto slide 4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1_Foto slide 5 UvT">
  <a:themeElements>
    <a:clrScheme name="Foto slide 5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1_Foto slide 6 UvT">
  <a:themeElements>
    <a:clrScheme name="Foto slide 6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Wit EN</Template>
  <TotalTime>6395</TotalTime>
  <Words>266</Words>
  <Application>Microsoft Office PowerPoint</Application>
  <PresentationFormat>On-screen Show (4:3)</PresentationFormat>
  <Paragraphs>66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31</vt:i4>
      </vt:variant>
      <vt:variant>
        <vt:lpstr>Slide Titles</vt:lpstr>
      </vt:variant>
      <vt:variant>
        <vt:i4>6</vt:i4>
      </vt:variant>
    </vt:vector>
  </HeadingPairs>
  <TitlesOfParts>
    <vt:vector size="37" baseType="lpstr">
      <vt:lpstr>Wit EN</vt:lpstr>
      <vt:lpstr>Start slide</vt:lpstr>
      <vt:lpstr>Eind slide</vt:lpstr>
      <vt:lpstr>Foto slide 1</vt:lpstr>
      <vt:lpstr>Foto slide 2</vt:lpstr>
      <vt:lpstr>Foto slide 3</vt:lpstr>
      <vt:lpstr>Foto slide 4</vt:lpstr>
      <vt:lpstr>Foto slide 5</vt:lpstr>
      <vt:lpstr>Foto slide 6</vt:lpstr>
      <vt:lpstr>Standaard slide UvT</vt:lpstr>
      <vt:lpstr>Foto slide 1 UvT</vt:lpstr>
      <vt:lpstr>Foto slide 2 UvT</vt:lpstr>
      <vt:lpstr>Foto slide 3 UvT</vt:lpstr>
      <vt:lpstr>Foto slide 4 UvT</vt:lpstr>
      <vt:lpstr>Foto slide 5 UvT</vt:lpstr>
      <vt:lpstr>Foto slide 6 UvT</vt:lpstr>
      <vt:lpstr>Standaard slide</vt:lpstr>
      <vt:lpstr>1_Eind slide</vt:lpstr>
      <vt:lpstr>1_Foto slide 1</vt:lpstr>
      <vt:lpstr>1_Foto slide 2</vt:lpstr>
      <vt:lpstr>1_Foto slide 3</vt:lpstr>
      <vt:lpstr>1_Foto slide 4</vt:lpstr>
      <vt:lpstr>1_Foto slide 5</vt:lpstr>
      <vt:lpstr>1_Foto slide 6</vt:lpstr>
      <vt:lpstr>1_Standaard slide UvT</vt:lpstr>
      <vt:lpstr>1_Foto slide 1 UvT</vt:lpstr>
      <vt:lpstr>1_Foto slide 2 UvT</vt:lpstr>
      <vt:lpstr>1_Foto slide 3 UvT</vt:lpstr>
      <vt:lpstr>1_Foto slide 4 UvT</vt:lpstr>
      <vt:lpstr>1_Foto slide 5 UvT</vt:lpstr>
      <vt:lpstr>1_Foto slide 6 UvT</vt:lpstr>
      <vt:lpstr> Questasy:Import of SCP Data</vt:lpstr>
      <vt:lpstr>Data</vt:lpstr>
      <vt:lpstr>Import</vt:lpstr>
      <vt:lpstr>Import </vt:lpstr>
      <vt:lpstr>Header / Sub-question</vt:lpstr>
      <vt:lpstr>Slide 6</vt:lpstr>
    </vt:vector>
  </TitlesOfParts>
  <Company>CentERdata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Questasy</dc:title>
  <dc:creator>AA</dc:creator>
  <cp:lastModifiedBy>WinXP user</cp:lastModifiedBy>
  <cp:revision>351</cp:revision>
  <dcterms:created xsi:type="dcterms:W3CDTF">2009-04-20T10:39:27Z</dcterms:created>
  <dcterms:modified xsi:type="dcterms:W3CDTF">2012-11-29T09:40:29Z</dcterms:modified>
</cp:coreProperties>
</file>