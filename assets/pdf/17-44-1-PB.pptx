
<file path=[Content_Types].xml><?xml version="1.0" encoding="utf-8"?>
<Types xmlns="http://schemas.openxmlformats.org/package/2006/content-types">
  <Override PartName="/ppt/theme/theme5.xml" ContentType="application/vnd.openxmlformats-officedocument.theme+xml"/>
  <Override PartName="/ppt/slideLayouts/slideLayout307.xml" ContentType="application/vnd.openxmlformats-officedocument.presentationml.slideLayout+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46.xml" ContentType="application/vnd.openxmlformats-officedocument.presentationml.slideLayout+xml"/>
  <Override PartName="/ppt/slideLayouts/slideLayout193.xml" ContentType="application/vnd.openxmlformats-officedocument.presentationml.slideLayout+xml"/>
  <Override PartName="/ppt/slideLayouts/slideLayout332.xml" ContentType="application/vnd.openxmlformats-officedocument.presentationml.slideLayout+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Override PartName="/ppt/slideLayouts/slideLayout269.xml" ContentType="application/vnd.openxmlformats-officedocument.presentationml.slideLayout+xml"/>
  <Default Extension="xml" ContentType="application/xml"/>
  <Override PartName="/ppt/slideLayouts/slideLayout24.xml" ContentType="application/vnd.openxmlformats-officedocument.presentationml.slideLayout+xml"/>
  <Override PartName="/ppt/slideLayouts/slideLayout71.xml" ContentType="application/vnd.openxmlformats-officedocument.presentationml.slideLayout+xml"/>
  <Override PartName="/ppt/slideLayouts/slideLayout247.xml" ContentType="application/vnd.openxmlformats-officedocument.presentationml.slideLayout+xml"/>
  <Override PartName="/ppt/slideLayouts/slideLayout294.xml" ContentType="application/vnd.openxmlformats-officedocument.presentationml.slideLayout+xml"/>
  <Override PartName="/ppt/slideLayouts/slideLayout310.xml" ContentType="application/vnd.openxmlformats-officedocument.presentationml.slideLayout+xml"/>
  <Override PartName="/ppt/theme/theme29.xml" ContentType="application/vnd.openxmlformats-officedocument.theme+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Layouts/slideLayout225.xml" ContentType="application/vnd.openxmlformats-officedocument.presentationml.slideLayout+xml"/>
  <Override PartName="/ppt/slideLayouts/slideLayout272.xml" ContentType="application/vnd.openxmlformats-officedocument.presentationml.slideLayout+xml"/>
  <Override PartName="/ppt/slideLayouts/slideLayout203.xml" ContentType="application/vnd.openxmlformats-officedocument.presentationml.slideLayout+xml"/>
  <Override PartName="/ppt/slideLayouts/slideLayout250.xml" ContentType="application/vnd.openxmlformats-officedocument.presentationml.slideLayout+xml"/>
  <Override PartName="/ppt/theme/theme32.xml" ContentType="application/vnd.openxmlformats-officedocument.theme+xml"/>
  <Override PartName="/ppt/diagrams/data2.xml" ContentType="application/vnd.openxmlformats-officedocument.drawingml.diagramData+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theme/theme10.xml" ContentType="application/vnd.openxmlformats-officedocument.theme+xml"/>
  <Override PartName="/ppt/slideLayouts/slideLayout187.xml" ContentType="application/vnd.openxmlformats-officedocument.presentationml.slideLayout+xml"/>
  <Override PartName="/ppt/slideLayouts/slideLayout326.xml" ContentType="application/vnd.openxmlformats-officedocument.presentationml.slideLayout+xml"/>
  <Override PartName="/ppt/slides/slide19.xml" ContentType="application/vnd.openxmlformats-officedocument.presentationml.slide+xml"/>
  <Default Extension="png" ContentType="image/png"/>
  <Override PartName="/ppt/slideLayouts/slideLayout118.xml" ContentType="application/vnd.openxmlformats-officedocument.presentationml.slideLayout+xml"/>
  <Override PartName="/ppt/slideLayouts/slideLayout16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304.xml" ContentType="application/vnd.openxmlformats-officedocument.presentationml.slideLayout+xml"/>
  <Override PartName="/ppt/slideMasters/slideMaster27.xml" ContentType="application/vnd.openxmlformats-officedocument.presentationml.slideMaster+xml"/>
  <Override PartName="/ppt/slideLayouts/slideLayout43.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190.xml" ContentType="application/vnd.openxmlformats-officedocument.presentationml.slideLayout+xml"/>
  <Override PartName="/ppt/slideLayouts/slideLayout288.xml" ContentType="application/vnd.openxmlformats-officedocument.presentationml.slideLayout+xml"/>
  <Default Extension="emf" ContentType="image/x-emf"/>
  <Override PartName="/ppt/slides/slide22.xml" ContentType="application/vnd.openxmlformats-officedocument.presentationml.slide+xml"/>
  <Override PartName="/ppt/slideLayouts/slideLayout219.xml" ContentType="application/vnd.openxmlformats-officedocument.presentationml.slideLayout+xml"/>
  <Override PartName="/ppt/slideLayouts/slideLayout266.xml" ContentType="application/vnd.openxmlformats-officedocument.presentationml.slideLayout+xml"/>
  <Override PartName="/ppt/slideLayouts/slideLayout21.xml" ContentType="application/vnd.openxmlformats-officedocument.presentationml.slideLayout+xml"/>
  <Override PartName="/ppt/slideLayouts/slideLayout121.xml" ContentType="application/vnd.openxmlformats-officedocument.presentationml.slideLayout+xml"/>
  <Override PartName="/ppt/theme/theme26.xml" ContentType="application/vnd.openxmlformats-officedocument.theme+xml"/>
  <Override PartName="/ppt/slideMasters/slideMaster30.xml" ContentType="application/vnd.openxmlformats-officedocument.presentationml.slideMaster+xml"/>
  <Override PartName="/ppt/slideLayouts/slideLayout244.xml" ContentType="application/vnd.openxmlformats-officedocument.presentationml.slideLayout+xml"/>
  <Override PartName="/ppt/slideLayouts/slideLayout291.xml" ContentType="application/vnd.openxmlformats-officedocument.presentationml.slideLayout+xml"/>
  <Override PartName="/ppt/slideLayouts/slideLayout222.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159.xml" ContentType="application/vnd.openxmlformats-officedocument.presentationml.slideLayout+xml"/>
  <Override PartName="/ppt/slideLayouts/slideLayout345.xml" ContentType="application/vnd.openxmlformats-officedocument.presentationml.slideLayout+xml"/>
  <Override PartName="/ppt/notesSlides/notesSlide4.xml" ContentType="application/vnd.openxmlformats-officedocument.presentationml.notesSlide+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slideLayouts/slideLayout184.xml" ContentType="application/vnd.openxmlformats-officedocument.presentationml.slideLayout+xml"/>
  <Override PartName="/ppt/slideLayouts/slideLayout195.xml" ContentType="application/vnd.openxmlformats-officedocument.presentationml.slideLayout+xml"/>
  <Override PartName="/ppt/slideLayouts/slideLayout200.xml" ContentType="application/vnd.openxmlformats-officedocument.presentationml.slideLayout+xml"/>
  <Override PartName="/ppt/slideLayouts/slideLayout334.xml" ContentType="application/vnd.openxmlformats-officedocument.presentationml.slideLayout+xml"/>
  <Override PartName="/ppt/diagrams/colors1.xml" ContentType="application/vnd.openxmlformats-officedocument.drawingml.diagramColors+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Layouts/slideLayout323.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115.xml" ContentType="application/vnd.openxmlformats-officedocument.presentationml.slideLayout+xml"/>
  <Override PartName="/ppt/slideLayouts/slideLayout162.xml" ContentType="application/vnd.openxmlformats-officedocument.presentationml.slideLayout+xml"/>
  <Override PartName="/ppt/slideLayouts/slideLayout249.xml" ContentType="application/vnd.openxmlformats-officedocument.presentationml.slideLayout+xml"/>
  <Override PartName="/ppt/slideLayouts/slideLayout296.xml" ContentType="application/vnd.openxmlformats-officedocument.presentationml.slideLayout+xml"/>
  <Override PartName="/ppt/slideLayouts/slideLayout301.xml" ContentType="application/vnd.openxmlformats-officedocument.presentationml.slideLayout+xml"/>
  <Override PartName="/ppt/slideLayouts/slideLayout312.xml" ContentType="application/vnd.openxmlformats-officedocument.presentationml.slideLayout+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Layouts/slideLayout238.xml" ContentType="application/vnd.openxmlformats-officedocument.presentationml.slideLayout+xml"/>
  <Override PartName="/ppt/slideLayouts/slideLayout285.xml" ContentType="application/vnd.openxmlformats-officedocument.presentationml.slideLayout+xml"/>
  <Override PartName="/ppt/slideMasters/slideMaster24.xml" ContentType="application/vnd.openxmlformats-officedocument.presentationml.slideMaster+xml"/>
  <Override PartName="/ppt/slides/slide30.xml" ContentType="application/vnd.openxmlformats-officedocument.presentationml.slide+xml"/>
  <Override PartName="/ppt/slideLayouts/slideLayout40.xml" ContentType="application/vnd.openxmlformats-officedocument.presentationml.slideLayout+xml"/>
  <Override PartName="/ppt/slideLayouts/slideLayout227.xml" ContentType="application/vnd.openxmlformats-officedocument.presentationml.slideLayout+xml"/>
  <Override PartName="/ppt/slideLayouts/slideLayout274.xml" ContentType="application/vnd.openxmlformats-officedocument.presentationml.slideLayout+xml"/>
  <Override PartName="/ppt/slideMasters/slideMaster13.xml" ContentType="application/vnd.openxmlformats-officedocument.presentationml.slideMaster+xml"/>
  <Override PartName="/ppt/slideLayouts/slideLayout205.xml" ContentType="application/vnd.openxmlformats-officedocument.presentationml.slideLayout+xml"/>
  <Override PartName="/ppt/slideLayouts/slideLayout216.xml" ContentType="application/vnd.openxmlformats-officedocument.presentationml.slideLayout+xml"/>
  <Override PartName="/ppt/slideLayouts/slideLayout252.xml" ContentType="application/vnd.openxmlformats-officedocument.presentationml.slideLayout+xml"/>
  <Override PartName="/ppt/theme/theme23.xml" ContentType="application/vnd.openxmlformats-officedocument.theme+xml"/>
  <Override PartName="/ppt/slideLayouts/slideLayout263.xml" ContentType="application/vnd.openxmlformats-officedocument.presentationml.slideLayout+xml"/>
  <Override PartName="/ppt/slideLayouts/slideLayout89.xml" ContentType="application/vnd.openxmlformats-officedocument.presentationml.slideLayout+xml"/>
  <Override PartName="/ppt/theme/theme12.xml" ContentType="application/vnd.openxmlformats-officedocument.theme+xml"/>
  <Override PartName="/ppt/slideLayouts/slideLayout189.xml" ContentType="application/vnd.openxmlformats-officedocument.presentationml.slideLayout+xml"/>
  <Override PartName="/ppt/slideLayouts/slideLayout241.xml" ContentType="application/vnd.openxmlformats-officedocument.presentationml.slideLayout+xml"/>
  <Override PartName="/ppt/slideLayouts/slideLayout339.xml" ContentType="application/vnd.openxmlformats-officedocument.presentationml.slideLayout+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78.xml" ContentType="application/vnd.openxmlformats-officedocument.presentationml.slideLayout+xml"/>
  <Override PartName="/ppt/slideLayouts/slideLayout230.xml" ContentType="application/vnd.openxmlformats-officedocument.presentationml.slideLayout+xml"/>
  <Override PartName="/ppt/slideLayouts/slideLayout317.xml" ContentType="application/vnd.openxmlformats-officedocument.presentationml.slideLayout+xml"/>
  <Override PartName="/ppt/slideLayouts/slideLayout328.xml" ContentType="application/vnd.openxmlformats-officedocument.presentationml.slideLayout+xml"/>
  <Override PartName="/ppt/slideMasters/slideMaster2.xml" ContentType="application/vnd.openxmlformats-officedocument.presentationml.slideMaster+xml"/>
  <Override PartName="/ppt/theme/theme4.xml" ContentType="application/vnd.openxmlformats-officedocument.theme+xml"/>
  <Override PartName="/ppt/slideLayouts/slideLayout67.xml" ContentType="application/vnd.openxmlformats-officedocument.presentationml.slideLayout+xml"/>
  <Override PartName="/ppt/slideLayouts/slideLayout109.xml" ContentType="application/vnd.openxmlformats-officedocument.presentationml.slideLayout+xml"/>
  <Override PartName="/ppt/slideLayouts/slideLayout156.xml" ContentType="application/vnd.openxmlformats-officedocument.presentationml.slideLayout+xml"/>
  <Override PartName="/ppt/slideLayouts/slideLayout167.xml" ContentType="application/vnd.openxmlformats-officedocument.presentationml.slideLayout+xml"/>
  <Override PartName="/ppt/slideLayouts/slideLayout306.xml" ContentType="application/vnd.openxmlformats-officedocument.presentationml.slideLayout+xml"/>
  <Override PartName="/ppt/notesSlides/notesSlide1.xml" ContentType="application/vnd.openxmlformats-officedocument.presentationml.notesSlide+xml"/>
  <Override PartName="/ppt/slideMasters/slideMaster29.xml" ContentType="application/vnd.openxmlformats-officedocument.presentationml.slideMaster+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145.xml" ContentType="application/vnd.openxmlformats-officedocument.presentationml.slideLayout+xml"/>
  <Override PartName="/ppt/slideLayouts/slideLayout192.xml" ContentType="application/vnd.openxmlformats-officedocument.presentationml.slideLayout+xml"/>
  <Override PartName="/ppt/slideLayouts/slideLayout279.xml" ContentType="application/vnd.openxmlformats-officedocument.presentationml.slideLayout+xml"/>
  <Override PartName="/ppt/slideLayouts/slideLayout342.xml" ContentType="application/vnd.openxmlformats-officedocument.presentationml.slideLayout+xml"/>
  <Override PartName="/ppt/slideMasters/slideMaster18.xml" ContentType="application/vnd.openxmlformats-officedocument.presentationml.slideMaster+xml"/>
  <Override PartName="/ppt/slides/slide24.xml" ContentType="application/vnd.openxmlformats-officedocument.presentationml.slide+xml"/>
  <Override PartName="/ppt/slideLayouts/slideLayout34.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34.xml" ContentType="application/vnd.openxmlformats-officedocument.presentationml.slideLayout+xml"/>
  <Override PartName="/ppt/slideLayouts/slideLayout181.xml" ContentType="application/vnd.openxmlformats-officedocument.presentationml.slideLayout+xml"/>
  <Override PartName="/ppt/slideLayouts/slideLayout268.xml" ContentType="application/vnd.openxmlformats-officedocument.presentationml.slideLayout+xml"/>
  <Override PartName="/ppt/slideLayouts/slideLayout320.xml" ContentType="application/vnd.openxmlformats-officedocument.presentationml.slideLayout+xml"/>
  <Override PartName="/ppt/slideLayouts/slideLayout331.xml" ContentType="application/vnd.openxmlformats-officedocument.presentationml.slideLayout+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70.xml" ContentType="application/vnd.openxmlformats-officedocument.presentationml.slideLayout+xml"/>
  <Override PartName="/ppt/slideLayouts/slideLayout257.xml" ContentType="application/vnd.openxmlformats-officedocument.presentationml.slideLayout+xml"/>
  <Override PartName="/ppt/theme/theme28.xml" ContentType="application/vnd.openxmlformats-officedocument.theme+xml"/>
  <Override PartName="/ppt/slideLayouts/slideLayout12.xml" ContentType="application/vnd.openxmlformats-officedocument.presentationml.slideLayout+xml"/>
  <Override PartName="/ppt/slideLayouts/slideLayout101.xml" ContentType="application/vnd.openxmlformats-officedocument.presentationml.slideLayout+xml"/>
  <Override PartName="/ppt/theme/theme17.xml" ContentType="application/vnd.openxmlformats-officedocument.theme+xml"/>
  <Override PartName="/ppt/slideLayouts/slideLayout235.xml" ContentType="application/vnd.openxmlformats-officedocument.presentationml.slideLayout+xml"/>
  <Override PartName="/ppt/slideLayouts/slideLayout246.xml" ContentType="application/vnd.openxmlformats-officedocument.presentationml.slideLayout+xml"/>
  <Override PartName="/ppt/slideLayouts/slideLayout293.xml" ContentType="application/vnd.openxmlformats-officedocument.presentationml.slideLayout+xml"/>
  <Override PartName="/ppt/slideMasters/slideMaster21.xml" ContentType="application/vnd.openxmlformats-officedocument.presentationml.slideMaster+xml"/>
  <Override PartName="/ppt/slideLayouts/slideLayout224.xml" ContentType="application/vnd.openxmlformats-officedocument.presentationml.slideLayout+xml"/>
  <Override PartName="/ppt/slideLayouts/slideLayout271.xml" ContentType="application/vnd.openxmlformats-officedocument.presentationml.slideLayout+xml"/>
  <Override PartName="/ppt/slideLayouts/slideLayout282.xml" ContentType="application/vnd.openxmlformats-officedocument.presentationml.slideLayout+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slideLayouts/slideLayout213.xml" ContentType="application/vnd.openxmlformats-officedocument.presentationml.slideLayout+xml"/>
  <Override PartName="/ppt/slideLayouts/slideLayout260.xml" ContentType="application/vnd.openxmlformats-officedocument.presentationml.slideLayout+xml"/>
  <Override PartName="/ppt/theme/theme31.xml" ContentType="application/vnd.openxmlformats-officedocument.theme+xml"/>
  <Override PartName="/ppt/notesSlides/notesSlide6.xml" ContentType="application/vnd.openxmlformats-officedocument.presentationml.notesSlide+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slideLayouts/slideLayout186.xml" ContentType="application/vnd.openxmlformats-officedocument.presentationml.slideLayout+xml"/>
  <Override PartName="/ppt/slideLayouts/slideLayout197.xml" ContentType="application/vnd.openxmlformats-officedocument.presentationml.slideLayout+xml"/>
  <Override PartName="/ppt/slideLayouts/slideLayout202.xml" ContentType="application/vnd.openxmlformats-officedocument.presentationml.slideLayout+xml"/>
  <Override PartName="/ppt/theme/theme20.xml" ContentType="application/vnd.openxmlformats-officedocument.theme+xml"/>
  <Override PartName="/ppt/slideLayouts/slideLayout336.xml" ContentType="application/vnd.openxmlformats-officedocument.presentationml.slideLayout+xml"/>
  <Override PartName="/ppt/diagrams/data1.xml" ContentType="application/vnd.openxmlformats-officedocument.drawingml.diagramData+xml"/>
  <Override PartName="/ppt/slides/slide29.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Layouts/slideLayout325.xml" ContentType="application/vnd.openxmlformats-officedocument.presentationml.slideLayout+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Layouts/slideLayout298.xml" ContentType="application/vnd.openxmlformats-officedocument.presentationml.slideLayout+xml"/>
  <Override PartName="/ppt/slideLayouts/slideLayout303.xml" ContentType="application/vnd.openxmlformats-officedocument.presentationml.slideLayout+xml"/>
  <Override PartName="/ppt/slideLayouts/slideLayout314.xml" ContentType="application/vnd.openxmlformats-officedocument.presentationml.slideLayout+xml"/>
  <Override PartName="/ppt/diagrams/quickStyle2.xml" ContentType="application/vnd.openxmlformats-officedocument.drawingml.diagramStyle+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Layouts/slideLayout287.xml" ContentType="application/vnd.openxmlformats-officedocument.presentationml.slideLayout+xml"/>
  <Override PartName="/ppt/slideMasters/slideMaster26.xml" ContentType="application/vnd.openxmlformats-officedocument.presentationml.slideMaster+xml"/>
  <Override PartName="/ppt/slides/slide32.xml" ContentType="application/vnd.openxmlformats-officedocument.presentationml.slide+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Layouts/slideLayout229.xml" ContentType="application/vnd.openxmlformats-officedocument.presentationml.slideLayout+xml"/>
  <Override PartName="/ppt/slideLayouts/slideLayout276.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ppt/slideLayouts/slideLayout207.xml" ContentType="application/vnd.openxmlformats-officedocument.presentationml.slideLayout+xml"/>
  <Override PartName="/ppt/slideLayouts/slideLayout218.xml" ContentType="application/vnd.openxmlformats-officedocument.presentationml.slideLayout+xml"/>
  <Override PartName="/ppt/slideLayouts/slideLayout254.xml" ContentType="application/vnd.openxmlformats-officedocument.presentationml.slideLayout+xml"/>
  <Override PartName="/ppt/slideLayouts/slideLayout265.xml" ContentType="application/vnd.openxmlformats-officedocument.presentationml.slideLayout+xml"/>
  <Override PartName="/ppt/theme/theme14.xml" ContentType="application/vnd.openxmlformats-officedocument.theme+xml"/>
  <Override PartName="/ppt/slideLayouts/slideLayout243.xml" ContentType="application/vnd.openxmlformats-officedocument.presentationml.slideLayout+xml"/>
  <Override PartName="/ppt/theme/theme25.xml" ContentType="application/vnd.openxmlformats-officedocument.theme+xml"/>
  <Override PartName="/ppt/slideLayouts/slideLayout290.xml" ContentType="application/vnd.openxmlformats-officedocument.presentationml.slideLayout+xml"/>
  <Override PartName="/ppt/slideLayouts/slideLayout232.xml" ContentType="application/vnd.openxmlformats-officedocument.presentationml.slideLayout+xml"/>
  <Override PartName="/ppt/slideLayouts/slideLayout319.xml" ContentType="application/vnd.openxmlformats-officedocument.presentationml.slide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69.xml" ContentType="application/vnd.openxmlformats-officedocument.presentationml.slideLayout+xml"/>
  <Override PartName="/ppt/slideLayouts/slideLayout158.xml" ContentType="application/vnd.openxmlformats-officedocument.presentationml.slideLayout+xml"/>
  <Override PartName="/ppt/slideLayouts/slideLayout169.xml" ContentType="application/vnd.openxmlformats-officedocument.presentationml.slideLayout+xml"/>
  <Override PartName="/ppt/slideLayouts/slideLayout210.xml" ContentType="application/vnd.openxmlformats-officedocument.presentationml.slideLayout+xml"/>
  <Override PartName="/ppt/slideLayouts/slideLayout221.xml" ContentType="application/vnd.openxmlformats-officedocument.presentationml.slideLayout+xml"/>
  <Override PartName="/ppt/slideLayouts/slideLayout308.xml" ContentType="application/vnd.openxmlformats-officedocument.presentationml.slideLayout+xml"/>
  <Override PartName="/ppt/slideLayouts/slideLayout58.xml" ContentType="application/vnd.openxmlformats-officedocument.presentationml.slideLayout+xml"/>
  <Override PartName="/ppt/slideLayouts/slideLayout147.xml" ContentType="application/vnd.openxmlformats-officedocument.presentationml.slideLayout+xml"/>
  <Override PartName="/ppt/slideLayouts/slideLayout194.xml" ContentType="application/vnd.openxmlformats-officedocument.presentationml.slideLayout+xml"/>
  <Override PartName="/ppt/slideLayouts/slideLayout344.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Layouts/slideLayout322.xml" ContentType="application/vnd.openxmlformats-officedocument.presentationml.slideLayout+xml"/>
  <Override PartName="/ppt/slideLayouts/slideLayout33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slideLayouts/slideLayout259.xml" ContentType="application/vnd.openxmlformats-officedocument.presentationml.slideLayout+xml"/>
  <Override PartName="/ppt/slideLayouts/slideLayout311.xml" ContentType="application/vnd.openxmlformats-officedocument.presentationml.slideLayout+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theme/theme19.xml" ContentType="application/vnd.openxmlformats-officedocument.theme+xml"/>
  <Override PartName="/ppt/slideLayouts/slideLayout248.xml" ContentType="application/vnd.openxmlformats-officedocument.presentationml.slideLayout+xml"/>
  <Override PartName="/ppt/slideLayouts/slideLayout295.xml" ContentType="application/vnd.openxmlformats-officedocument.presentationml.slideLayout+xml"/>
  <Override PartName="/ppt/slideLayouts/slideLayout300.xml" ContentType="application/vnd.openxmlformats-officedocument.presentationml.slideLayout+xml"/>
  <Override PartName="/ppt/slideMasters/slideMaster23.xml" ContentType="application/vnd.openxmlformats-officedocument.presentationml.slideMaster+xml"/>
  <Override PartName="/ppt/slideLayouts/slideLayout50.xml" ContentType="application/vnd.openxmlformats-officedocument.presentationml.slideLayout+xml"/>
  <Override PartName="/ppt/slideLayouts/slideLayout226.xml" ContentType="application/vnd.openxmlformats-officedocument.presentationml.slideLayout+xml"/>
  <Override PartName="/ppt/slideLayouts/slideLayout237.xml" ContentType="application/vnd.openxmlformats-officedocument.presentationml.slideLayout+xml"/>
  <Override PartName="/ppt/slideLayouts/slideLayout273.xml" ContentType="application/vnd.openxmlformats-officedocument.presentationml.slideLayout+xml"/>
  <Override PartName="/ppt/slideLayouts/slideLayout284.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Layouts/slideLayout215.xml" ContentType="application/vnd.openxmlformats-officedocument.presentationml.slideLayout+xml"/>
  <Override PartName="/ppt/slideLayouts/slideLayout262.xml" ContentType="application/vnd.openxmlformats-officedocument.presentationml.slideLayout+xml"/>
  <Override PartName="/ppt/theme/theme33.xml" ContentType="application/vnd.openxmlformats-officedocument.theme+xml"/>
  <Override PartName="/ppt/diagrams/layout2.xml" ContentType="application/vnd.openxmlformats-officedocument.drawingml.diagramLayout+xml"/>
  <Default Extension="vml" ContentType="application/vnd.openxmlformats-officedocument.vmlDrawing"/>
  <Override PartName="/ppt/notesSlides/notesSlide8.xml" ContentType="application/vnd.openxmlformats-officedocument.presentationml.notesSlide+xml"/>
  <Override PartName="/ppt/slideLayouts/slideLayout99.xml" ContentType="application/vnd.openxmlformats-officedocument.presentationml.slideLayout+xml"/>
  <Override PartName="/ppt/slideLayouts/slideLayout188.xml" ContentType="application/vnd.openxmlformats-officedocument.presentationml.slideLayout+xml"/>
  <Override PartName="/ppt/slideLayouts/slideLayout199.xml" ContentType="application/vnd.openxmlformats-officedocument.presentationml.slideLayout+xml"/>
  <Override PartName="/ppt/slideLayouts/slideLayout204.xml" ContentType="application/vnd.openxmlformats-officedocument.presentationml.slideLayout+xml"/>
  <Override PartName="/ppt/theme/theme22.xml" ContentType="application/vnd.openxmlformats-officedocument.theme+xml"/>
  <Override PartName="/ppt/slideLayouts/slideLayout251.xml" ContentType="application/vnd.openxmlformats-officedocument.presentationml.slideLayout+xml"/>
  <Override PartName="/ppt/slideLayouts/slideLayout338.xml" ContentType="application/vnd.openxmlformats-officedocument.presentationml.slideLayout+xml"/>
  <Override PartName="/ppt/handoutMasters/handoutMaster1.xml" ContentType="application/vnd.openxmlformats-officedocument.presentationml.handoutMaster+xml"/>
  <Override PartName="/ppt/slideLayouts/slideLayout88.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ppt/slideLayouts/slideLayout240.xml" ContentType="application/vnd.openxmlformats-officedocument.presentationml.slideLayout+xml"/>
  <Override PartName="/ppt/slideLayouts/slideLayout327.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Layouts/slideLayout316.xml" ContentType="application/vnd.openxmlformats-officedocument.presentationml.slideLayout+xml"/>
  <Override PartName="/ppt/slideMasters/slideMaster1.xml" ContentType="application/vnd.openxmlformats-officedocument.presentationml.slideMaster+xml"/>
  <Override PartName="/ppt/theme/theme3.xml" ContentType="application/vnd.openxmlformats-officedocument.theme+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Layouts/slideLayout289.xml" ContentType="application/vnd.openxmlformats-officedocument.presentationml.slideLayout+xml"/>
  <Override PartName="/ppt/slideLayouts/slideLayout305.xml" ContentType="application/vnd.openxmlformats-officedocument.presentationml.slideLayout+xml"/>
  <Override PartName="/ppt/slideLayouts/slideLayout341.xml" ContentType="application/vnd.openxmlformats-officedocument.presentationml.slideLayout+xml"/>
  <Override PartName="/ppt/slideMasters/slideMaster28.xml" ContentType="application/vnd.openxmlformats-officedocument.presentationml.slideMaster+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80.xml" ContentType="application/vnd.openxmlformats-officedocument.presentationml.slideLayout+xml"/>
  <Override PartName="/ppt/slideLayouts/slideLayout191.xml" ContentType="application/vnd.openxmlformats-officedocument.presentationml.slideLayout+xml"/>
  <Override PartName="/ppt/slideLayouts/slideLayout278.xml" ContentType="application/vnd.openxmlformats-officedocument.presentationml.slideLayout+xml"/>
  <Override PartName="/ppt/slideLayouts/slideLayout330.xml" ContentType="application/vnd.openxmlformats-officedocument.presentationml.slideLayout+xml"/>
  <Default Extension="rels" ContentType="application/vnd.openxmlformats-package.relationships+xml"/>
  <Override PartName="/ppt/slideMasters/slideMaster17.xml" ContentType="application/vnd.openxmlformats-officedocument.presentationml.slideMaster+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122.xml" ContentType="application/vnd.openxmlformats-officedocument.presentationml.slideLayout+xml"/>
  <Override PartName="/ppt/slideLayouts/slideLayout209.xml" ContentType="application/vnd.openxmlformats-officedocument.presentationml.slideLayout+xml"/>
  <Override PartName="/ppt/slideLayouts/slideLayout256.xml" ContentType="application/vnd.openxmlformats-officedocument.presentationml.slideLayout+xml"/>
  <Override PartName="/ppt/slideLayouts/slideLayout267.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Layouts/slideLayout245.xml" ContentType="application/vnd.openxmlformats-officedocument.presentationml.slideLayout+xml"/>
  <Override PartName="/ppt/slideLayouts/slideLayout292.xml" ContentType="application/vnd.openxmlformats-officedocument.presentationml.slideLayout+xml"/>
  <Override PartName="/ppt/theme/theme27.xml" ContentType="application/vnd.openxmlformats-officedocument.theme+xml"/>
  <Override PartName="/ppt/slideMasters/slideMaster31.xml" ContentType="application/vnd.openxmlformats-officedocument.presentationml.slideMaster+xml"/>
  <Override PartName="/ppt/slideLayouts/slideLayout100.xml" ContentType="application/vnd.openxmlformats-officedocument.presentationml.slideLayout+xml"/>
  <Override PartName="/ppt/slideLayouts/slideLayout234.xml" ContentType="application/vnd.openxmlformats-officedocument.presentationml.slideLayout+xml"/>
  <Override PartName="/ppt/slideLayouts/slideLayout281.xml" ContentType="application/vnd.openxmlformats-officedocument.presentationml.slideLayout+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theme/theme8.xml" ContentType="application/vnd.openxmlformats-officedocument.theme+xml"/>
  <Override PartName="/ppt/slideLayouts/slideLayout223.xml" ContentType="application/vnd.openxmlformats-officedocument.presentationml.slideLayout+xml"/>
  <Override PartName="/ppt/slideLayouts/slideLayout270.xml" ContentType="application/vnd.openxmlformats-officedocument.presentationml.slideLayout+xml"/>
  <Override PartName="/ppt/slideLayouts/slideLayout149.xml" ContentType="application/vnd.openxmlformats-officedocument.presentationml.slideLayout+xml"/>
  <Override PartName="/ppt/slideLayouts/slideLayout196.xml" ContentType="application/vnd.openxmlformats-officedocument.presentationml.slideLayout+xml"/>
  <Override PartName="/ppt/slideLayouts/slideLayout201.xml" ContentType="application/vnd.openxmlformats-officedocument.presentationml.slideLayout+xml"/>
  <Override PartName="/ppt/slideLayouts/slideLayout212.xml" ContentType="application/vnd.openxmlformats-officedocument.presentationml.slideLayout+xml"/>
  <Override PartName="/ppt/theme/theme30.xml" ContentType="application/vnd.openxmlformats-officedocument.theme+xml"/>
  <Override PartName="/ppt/slideLayouts/slideLayout346.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38.xml" ContentType="application/vnd.openxmlformats-officedocument.presentationml.slideLayout+xml"/>
  <Override PartName="/ppt/slideLayouts/slideLayout185.xml" ContentType="application/vnd.openxmlformats-officedocument.presentationml.slideLayout+xml"/>
  <Override PartName="/ppt/slideLayouts/slideLayout324.xml" ContentType="application/vnd.openxmlformats-officedocument.presentationml.slideLayout+xml"/>
  <Override PartName="/ppt/slideLayouts/slideLayout335.xml" ContentType="application/vnd.openxmlformats-officedocument.presentationml.slideLayout+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Layouts/slideLayout313.xml" ContentType="application/vnd.openxmlformats-officedocument.presentationml.slideLayout+xml"/>
  <Override PartName="/ppt/diagrams/drawing1.xml" ContentType="application/vnd.ms-office.drawingml.diagramDrawing+xml"/>
  <Default Extension="jpeg" ContentType="image/jpeg"/>
  <Override PartName="/ppt/slideLayouts/slideLayout16.xml" ContentType="application/vnd.openxmlformats-officedocument.presentationml.slideLayout+xml"/>
  <Override PartName="/ppt/slideLayouts/slideLayout63.xml" ContentType="application/vnd.openxmlformats-officedocument.presentationml.slideLayout+xml"/>
  <Override PartName="/ppt/slideLayouts/slideLayout105.xml" ContentType="application/vnd.openxmlformats-officedocument.presentationml.slideLayout+xml"/>
  <Override PartName="/ppt/slideLayouts/slideLayout152.xml" ContentType="application/vnd.openxmlformats-officedocument.presentationml.slideLayout+xml"/>
  <Override PartName="/ppt/slideLayouts/slideLayout297.xml" ContentType="application/vnd.openxmlformats-officedocument.presentationml.slideLayout+xml"/>
  <Override PartName="/ppt/slideLayouts/slideLayout302.xml" ContentType="application/vnd.openxmlformats-officedocument.presentationml.slideLayout+xml"/>
  <Override PartName="/ppt/diagrams/quickStyle1.xml" ContentType="application/vnd.openxmlformats-officedocument.drawingml.diagramStyle+xml"/>
  <Override PartName="/ppt/slideMasters/slideMaster25.xml" ContentType="application/vnd.openxmlformats-officedocument.presentationml.slideMaster+xml"/>
  <Override PartName="/ppt/slides/slide31.xml" ContentType="application/vnd.openxmlformats-officedocument.presentationml.slide+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141.xml" ContentType="application/vnd.openxmlformats-officedocument.presentationml.slideLayout+xml"/>
  <Override PartName="/ppt/slideLayouts/slideLayout228.xml" ContentType="application/vnd.openxmlformats-officedocument.presentationml.slideLayout+xml"/>
  <Override PartName="/ppt/slideLayouts/slideLayout239.xml" ContentType="application/vnd.openxmlformats-officedocument.presentationml.slideLayout+xml"/>
  <Override PartName="/ppt/slideLayouts/slideLayout275.xml" ContentType="application/vnd.openxmlformats-officedocument.presentationml.slideLayout+xml"/>
  <Override PartName="/ppt/slideLayouts/slideLayout286.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30.xml" ContentType="application/vnd.openxmlformats-officedocument.presentationml.slideLayout+xml"/>
  <Override PartName="/ppt/slideLayouts/slideLayout130.xml" ContentType="application/vnd.openxmlformats-officedocument.presentationml.slideLayout+xml"/>
  <Override PartName="/ppt/slideLayouts/slideLayout217.xml" ContentType="application/vnd.openxmlformats-officedocument.presentationml.slideLayout+xml"/>
  <Override PartName="/ppt/slideLayouts/slideLayout264.xml" ContentType="application/vnd.openxmlformats-officedocument.presentationml.slideLayout+xml"/>
  <Override PartName="/ppt/slideLayouts/slideLayout206.xml" ContentType="application/vnd.openxmlformats-officedocument.presentationml.slideLayout+xml"/>
  <Override PartName="/ppt/slideLayouts/slideLayout253.xml" ContentType="application/vnd.openxmlformats-officedocument.presentationml.slideLayout+xml"/>
  <Override PartName="/ppt/theme/theme24.xml" ContentType="application/vnd.openxmlformats-officedocument.theme+xml"/>
  <Override PartName="/ppt/theme/theme13.xml" ContentType="application/vnd.openxmlformats-officedocument.theme+xml"/>
  <Override PartName="/ppt/slideLayouts/slideLayout179.xml" ContentType="application/vnd.openxmlformats-officedocument.presentationml.slideLayout+xml"/>
  <Override PartName="/ppt/slideLayouts/slideLayout231.xml" ContentType="application/vnd.openxmlformats-officedocument.presentationml.slideLayout+xml"/>
  <Override PartName="/ppt/slideLayouts/slideLayout242.xml" ContentType="application/vnd.openxmlformats-officedocument.presentationml.slideLayout+xml"/>
  <Override PartName="/ppt/slideLayouts/slideLayout329.xml" ContentType="application/vnd.openxmlformats-officedocument.presentationml.slideLayout+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168.xml" ContentType="application/vnd.openxmlformats-officedocument.presentationml.slideLayout+xml"/>
  <Override PartName="/ppt/slideLayouts/slideLayout220.xml" ContentType="application/vnd.openxmlformats-officedocument.presentationml.slideLayout+xml"/>
  <Override PartName="/ppt/slideLayouts/slideLayout318.xml" ContentType="application/vnd.openxmlformats-officedocument.presentationml.slideLayout+xml"/>
  <Override PartName="/ppt/slideMasters/slideMaster3.xml" ContentType="application/vnd.openxmlformats-officedocument.presentationml.slideMaster+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slideLayouts/slideLayout343.xml" ContentType="application/vnd.openxmlformats-officedocument.presentationml.slideLayout+xml"/>
  <Override PartName="/ppt/notesSlides/notesSlide2.xml" ContentType="application/vnd.openxmlformats-officedocument.presentationml.notesSlide+xml"/>
  <Override PartName="/ppt/slideLayouts/slideLayout135.xml" ContentType="application/vnd.openxmlformats-officedocument.presentationml.slideLayout+xml"/>
  <Override PartName="/ppt/slideLayouts/slideLayout182.xml" ContentType="application/vnd.openxmlformats-officedocument.presentationml.slideLayout+xml"/>
  <Override PartName="/ppt/slideMasters/slideMaster19.xml" ContentType="application/vnd.openxmlformats-officedocument.presentationml.slideMaster+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258.xml" ContentType="application/vnd.openxmlformats-officedocument.presentationml.slideLayout+xml"/>
  <Override PartName="/ppt/slideLayouts/slideLayout321.xml" ContentType="application/vnd.openxmlformats-officedocument.presentationml.slideLayout+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60.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Override1.xml" ContentType="application/vnd.openxmlformats-officedocument.themeOverride+xml"/>
  <Override PartName="/ppt/theme/theme18.xml" ContentType="application/vnd.openxmlformats-officedocument.theme+xml"/>
  <Override PartName="/ppt/tableStyles.xml" ContentType="application/vnd.openxmlformats-officedocument.presentationml.tableStyles+xml"/>
  <Override PartName="/ppt/slideLayouts/slideLayout236.xml" ContentType="application/vnd.openxmlformats-officedocument.presentationml.slideLayout+xml"/>
  <Override PartName="/ppt/slideLayouts/slideLayout283.xml" ContentType="application/vnd.openxmlformats-officedocument.presentationml.slideLayout+xml"/>
  <Override PartName="/ppt/slideMasters/slideMaster22.xml" ContentType="application/vnd.openxmlformats-officedocument.presentationml.slideMaster+xml"/>
  <Override PartName="/ppt/slideLayouts/slideLayout198.xml" ContentType="application/vnd.openxmlformats-officedocument.presentationml.slideLayout+xml"/>
  <Override PartName="/ppt/slideLayouts/slideLayout214.xml" ContentType="application/vnd.openxmlformats-officedocument.presentationml.slideLayout+xml"/>
  <Override PartName="/ppt/theme/theme21.xml" ContentType="application/vnd.openxmlformats-officedocument.theme+xml"/>
  <Override PartName="/ppt/slideLayouts/slideLayout261.xml" ContentType="application/vnd.openxmlformats-officedocument.presentationml.slideLayout+xml"/>
  <Override PartName="/ppt/diagrams/layout1.xml" ContentType="application/vnd.openxmlformats-officedocument.drawingml.diagramLayout+xml"/>
  <Override PartName="/ppt/slideLayouts/slideLayout98.xml" ContentType="application/vnd.openxmlformats-officedocument.presentationml.slideLayout+xml"/>
  <Override PartName="/ppt/slideLayouts/slideLayout337.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29.xml" ContentType="application/vnd.openxmlformats-officedocument.presentationml.slideLayout+xml"/>
  <Override PartName="/ppt/slideLayouts/slideLayout176.xml" ContentType="application/vnd.openxmlformats-officedocument.presentationml.slideLayout+xml"/>
  <Override PartName="/ppt/slideLayouts/slideLayout31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Layouts/slideLayout299.xml" ContentType="application/vnd.openxmlformats-officedocument.presentationml.slideLayout+xml"/>
  <Override PartName="/ppt/slideLayouts/slideLayout54.xml" ContentType="application/vnd.openxmlformats-officedocument.presentationml.slideLayout+xml"/>
  <Override PartName="/ppt/slideLayouts/slideLayout277.xml" ContentType="application/vnd.openxmlformats-officedocument.presentationml.slideLayout+xml"/>
  <Override PartName="/ppt/slideLayouts/slideLayout340.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10.xml" ContentType="application/vnd.openxmlformats-officedocument.presentationml.slideLayout+xml"/>
  <Override PartName="/ppt/slideLayouts/slideLayout208.xml" ContentType="application/vnd.openxmlformats-officedocument.presentationml.slideLayout+xml"/>
  <Override PartName="/ppt/slideLayouts/slideLayout255.xml" ContentType="application/vnd.openxmlformats-officedocument.presentationml.slideLayout+xml"/>
  <Override PartName="/ppt/slideLayouts/slideLayout10.xml" ContentType="application/vnd.openxmlformats-officedocument.presentationml.slideLayout+xml"/>
  <Override PartName="/ppt/theme/theme15.xml" ContentType="application/vnd.openxmlformats-officedocument.theme+xml"/>
  <Override PartName="/ppt/slideLayouts/slideLayout233.xml" ContentType="application/vnd.openxmlformats-officedocument.presentationml.slideLayout+xml"/>
  <Override PartName="/ppt/slideLayouts/slideLayout280.xml" ContentType="application/vnd.openxmlformats-officedocument.presentationml.slideLayout+xml"/>
  <Override PartName="/ppt/theme/theme7.xml" ContentType="application/vnd.openxmlformats-officedocument.theme+xml"/>
  <Override PartName="/ppt/slideLayouts/slideLayout211.xml" ContentType="application/vnd.openxmlformats-officedocument.presentationml.slideLayout+xml"/>
  <Override PartName="/ppt/slideLayouts/slideLayout30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 id="2147483651" r:id="rId3"/>
    <p:sldMasterId id="2147483653" r:id="rId4"/>
    <p:sldMasterId id="2147483654" r:id="rId5"/>
    <p:sldMasterId id="2147483655" r:id="rId6"/>
    <p:sldMasterId id="2147483656" r:id="rId7"/>
    <p:sldMasterId id="2147483657" r:id="rId8"/>
    <p:sldMasterId id="2147483658" r:id="rId9"/>
    <p:sldMasterId id="2147483659" r:id="rId10"/>
    <p:sldMasterId id="2147483661" r:id="rId11"/>
    <p:sldMasterId id="2147483662" r:id="rId12"/>
    <p:sldMasterId id="2147483663" r:id="rId13"/>
    <p:sldMasterId id="2147483664" r:id="rId14"/>
    <p:sldMasterId id="2147483665" r:id="rId15"/>
    <p:sldMasterId id="2147483666" r:id="rId16"/>
    <p:sldMasterId id="2147484022" r:id="rId17"/>
    <p:sldMasterId id="2147484034" r:id="rId18"/>
    <p:sldMasterId id="2147484046" r:id="rId19"/>
    <p:sldMasterId id="2147484058" r:id="rId20"/>
    <p:sldMasterId id="2147484070" r:id="rId21"/>
    <p:sldMasterId id="2147484082" r:id="rId22"/>
    <p:sldMasterId id="2147484094" r:id="rId23"/>
    <p:sldMasterId id="2147484106" r:id="rId24"/>
    <p:sldMasterId id="2147484118" r:id="rId25"/>
    <p:sldMasterId id="2147484130" r:id="rId26"/>
    <p:sldMasterId id="2147484142" r:id="rId27"/>
    <p:sldMasterId id="2147484154" r:id="rId28"/>
    <p:sldMasterId id="2147484166" r:id="rId29"/>
    <p:sldMasterId id="2147484178" r:id="rId30"/>
    <p:sldMasterId id="2147484190" r:id="rId31"/>
  </p:sldMasterIdLst>
  <p:notesMasterIdLst>
    <p:notesMasterId r:id="rId64"/>
  </p:notesMasterIdLst>
  <p:handoutMasterIdLst>
    <p:handoutMasterId r:id="rId65"/>
  </p:handoutMasterIdLst>
  <p:sldIdLst>
    <p:sldId id="256" r:id="rId32"/>
    <p:sldId id="316" r:id="rId33"/>
    <p:sldId id="309" r:id="rId34"/>
    <p:sldId id="312" r:id="rId35"/>
    <p:sldId id="313" r:id="rId36"/>
    <p:sldId id="319" r:id="rId37"/>
    <p:sldId id="302" r:id="rId38"/>
    <p:sldId id="297" r:id="rId39"/>
    <p:sldId id="330" r:id="rId40"/>
    <p:sldId id="337" r:id="rId41"/>
    <p:sldId id="334" r:id="rId42"/>
    <p:sldId id="340" r:id="rId43"/>
    <p:sldId id="335" r:id="rId44"/>
    <p:sldId id="333" r:id="rId45"/>
    <p:sldId id="338" r:id="rId46"/>
    <p:sldId id="339" r:id="rId47"/>
    <p:sldId id="341" r:id="rId48"/>
    <p:sldId id="342" r:id="rId49"/>
    <p:sldId id="343" r:id="rId50"/>
    <p:sldId id="344" r:id="rId51"/>
    <p:sldId id="347" r:id="rId52"/>
    <p:sldId id="346" r:id="rId53"/>
    <p:sldId id="345" r:id="rId54"/>
    <p:sldId id="329" r:id="rId55"/>
    <p:sldId id="327" r:id="rId56"/>
    <p:sldId id="328" r:id="rId57"/>
    <p:sldId id="349" r:id="rId58"/>
    <p:sldId id="350" r:id="rId59"/>
    <p:sldId id="351" r:id="rId60"/>
    <p:sldId id="352" r:id="rId61"/>
    <p:sldId id="324" r:id="rId62"/>
    <p:sldId id="259" r:id="rId63"/>
  </p:sldIdLst>
  <p:sldSz cx="9144000" cy="6858000" type="screen4x3"/>
  <p:notesSz cx="6781800" cy="9918700"/>
  <p:defaultTextStyle>
    <a:defPPr>
      <a:defRPr lang="nl-NL"/>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0033CC"/>
    <a:srgbClr val="C07C98"/>
    <a:srgbClr val="007AC0"/>
    <a:srgbClr val="FFE66B"/>
    <a:srgbClr val="3F9DD3"/>
    <a:srgbClr val="31686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33" autoAdjust="0"/>
    <p:restoredTop sz="85215" autoAdjust="0"/>
  </p:normalViewPr>
  <p:slideViewPr>
    <p:cSldViewPr>
      <p:cViewPr varScale="1">
        <p:scale>
          <a:sx n="96" d="100"/>
          <a:sy n="96" d="100"/>
        </p:scale>
        <p:origin x="-1350"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912"/>
    </p:cViewPr>
  </p:sorterViewPr>
  <p:notesViewPr>
    <p:cSldViewPr>
      <p:cViewPr varScale="1">
        <p:scale>
          <a:sx n="122" d="100"/>
          <a:sy n="122" d="100"/>
        </p:scale>
        <p:origin x="-324" y="-114"/>
      </p:cViewPr>
      <p:guideLst>
        <p:guide orient="horz" pos="3124"/>
        <p:guide pos="2136"/>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8.xml"/><Relationship Id="rId21" Type="http://schemas.openxmlformats.org/officeDocument/2006/relationships/slideMaster" Target="slideMasters/slideMaster21.xml"/><Relationship Id="rId34" Type="http://schemas.openxmlformats.org/officeDocument/2006/relationships/slide" Target="slides/slide3.xml"/><Relationship Id="rId42" Type="http://schemas.openxmlformats.org/officeDocument/2006/relationships/slide" Target="slides/slide11.xml"/><Relationship Id="rId47" Type="http://schemas.openxmlformats.org/officeDocument/2006/relationships/slide" Target="slides/slide16.xml"/><Relationship Id="rId50" Type="http://schemas.openxmlformats.org/officeDocument/2006/relationships/slide" Target="slides/slide19.xml"/><Relationship Id="rId55" Type="http://schemas.openxmlformats.org/officeDocument/2006/relationships/slide" Target="slides/slide24.xml"/><Relationship Id="rId63" Type="http://schemas.openxmlformats.org/officeDocument/2006/relationships/slide" Target="slides/slide32.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1.xml"/><Relationship Id="rId37" Type="http://schemas.openxmlformats.org/officeDocument/2006/relationships/slide" Target="slides/slide6.xml"/><Relationship Id="rId40" Type="http://schemas.openxmlformats.org/officeDocument/2006/relationships/slide" Target="slides/slide9.xml"/><Relationship Id="rId45" Type="http://schemas.openxmlformats.org/officeDocument/2006/relationships/slide" Target="slides/slide14.xml"/><Relationship Id="rId53" Type="http://schemas.openxmlformats.org/officeDocument/2006/relationships/slide" Target="slides/slide22.xml"/><Relationship Id="rId58" Type="http://schemas.openxmlformats.org/officeDocument/2006/relationships/slide" Target="slides/slide27.xml"/><Relationship Id="rId66"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5.xml"/><Relationship Id="rId49" Type="http://schemas.openxmlformats.org/officeDocument/2006/relationships/slide" Target="slides/slide18.xml"/><Relationship Id="rId57" Type="http://schemas.openxmlformats.org/officeDocument/2006/relationships/slide" Target="slides/slide26.xml"/><Relationship Id="rId61" Type="http://schemas.openxmlformats.org/officeDocument/2006/relationships/slide" Target="slides/slide30.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slide" Target="slides/slide13.xml"/><Relationship Id="rId52" Type="http://schemas.openxmlformats.org/officeDocument/2006/relationships/slide" Target="slides/slide21.xml"/><Relationship Id="rId60" Type="http://schemas.openxmlformats.org/officeDocument/2006/relationships/slide" Target="slides/slide29.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4.xml"/><Relationship Id="rId43" Type="http://schemas.openxmlformats.org/officeDocument/2006/relationships/slide" Target="slides/slide12.xml"/><Relationship Id="rId48" Type="http://schemas.openxmlformats.org/officeDocument/2006/relationships/slide" Target="slides/slide17.xml"/><Relationship Id="rId56" Type="http://schemas.openxmlformats.org/officeDocument/2006/relationships/slide" Target="slides/slide2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20.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2.xml"/><Relationship Id="rId38" Type="http://schemas.openxmlformats.org/officeDocument/2006/relationships/slide" Target="slides/slide7.xml"/><Relationship Id="rId46" Type="http://schemas.openxmlformats.org/officeDocument/2006/relationships/slide" Target="slides/slide15.xml"/><Relationship Id="rId59" Type="http://schemas.openxmlformats.org/officeDocument/2006/relationships/slide" Target="slides/slide28.xml"/><Relationship Id="rId67" Type="http://schemas.openxmlformats.org/officeDocument/2006/relationships/viewProps" Target="viewProps.xml"/><Relationship Id="rId20" Type="http://schemas.openxmlformats.org/officeDocument/2006/relationships/slideMaster" Target="slideMasters/slideMaster20.xml"/><Relationship Id="rId41" Type="http://schemas.openxmlformats.org/officeDocument/2006/relationships/slide" Target="slides/slide10.xml"/><Relationship Id="rId54" Type="http://schemas.openxmlformats.org/officeDocument/2006/relationships/slide" Target="slides/slide23.xml"/><Relationship Id="rId62" Type="http://schemas.openxmlformats.org/officeDocument/2006/relationships/slide" Target="slides/slide3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AB1CBA-C287-4D29-B852-C5957C1B41E1}" type="doc">
      <dgm:prSet loTypeId="urn:microsoft.com/office/officeart/2005/8/layout/hierarchy2" loCatId="hierarchy" qsTypeId="urn:microsoft.com/office/officeart/2005/8/quickstyle/3d1" qsCatId="3D" csTypeId="urn:microsoft.com/office/officeart/2005/8/colors/accent0_3" csCatId="mainScheme" phldr="1"/>
      <dgm:spPr/>
      <dgm:t>
        <a:bodyPr/>
        <a:lstStyle/>
        <a:p>
          <a:endParaRPr lang="nl-NL"/>
        </a:p>
      </dgm:t>
    </dgm:pt>
    <dgm:pt modelId="{D94BED33-6099-4659-BEAC-83461631A18A}">
      <dgm:prSet phldrT="[Text]"/>
      <dgm:spPr/>
      <dgm:t>
        <a:bodyPr/>
        <a:lstStyle/>
        <a:p>
          <a:r>
            <a:rPr lang="en-US" dirty="0" smtClean="0"/>
            <a:t>Study Unit</a:t>
          </a:r>
          <a:endParaRPr lang="nl-NL" dirty="0"/>
        </a:p>
      </dgm:t>
    </dgm:pt>
    <dgm:pt modelId="{DE12C222-6F0B-4AF4-9E20-62552A5513F5}" type="parTrans" cxnId="{6486D555-249B-4687-84CC-DEB3203AA572}">
      <dgm:prSet/>
      <dgm:spPr/>
      <dgm:t>
        <a:bodyPr/>
        <a:lstStyle/>
        <a:p>
          <a:endParaRPr lang="nl-NL"/>
        </a:p>
      </dgm:t>
    </dgm:pt>
    <dgm:pt modelId="{BC8B524F-C9AD-431D-9112-2FCA4C50073F}" type="sibTrans" cxnId="{6486D555-249B-4687-84CC-DEB3203AA572}">
      <dgm:prSet/>
      <dgm:spPr/>
      <dgm:t>
        <a:bodyPr/>
        <a:lstStyle/>
        <a:p>
          <a:endParaRPr lang="nl-NL"/>
        </a:p>
      </dgm:t>
    </dgm:pt>
    <dgm:pt modelId="{CCF6B381-C28C-4295-8770-58C2B24F8C13}">
      <dgm:prSet phldrT="[Text]"/>
      <dgm:spPr/>
      <dgm:t>
        <a:bodyPr/>
        <a:lstStyle/>
        <a:p>
          <a:r>
            <a:rPr lang="en-US" dirty="0" smtClean="0"/>
            <a:t>Conceptual Component</a:t>
          </a:r>
        </a:p>
      </dgm:t>
    </dgm:pt>
    <dgm:pt modelId="{D432CCB6-7F09-4850-955F-56DADF61AE04}" type="parTrans" cxnId="{DDAE7662-02AB-4449-9802-D4F15524FCDA}">
      <dgm:prSet/>
      <dgm:spPr/>
      <dgm:t>
        <a:bodyPr/>
        <a:lstStyle/>
        <a:p>
          <a:endParaRPr lang="nl-NL"/>
        </a:p>
      </dgm:t>
    </dgm:pt>
    <dgm:pt modelId="{71F5BDEF-46E6-429E-88B8-4395322A631E}" type="sibTrans" cxnId="{DDAE7662-02AB-4449-9802-D4F15524FCDA}">
      <dgm:prSet/>
      <dgm:spPr/>
      <dgm:t>
        <a:bodyPr/>
        <a:lstStyle/>
        <a:p>
          <a:endParaRPr lang="nl-NL"/>
        </a:p>
      </dgm:t>
    </dgm:pt>
    <dgm:pt modelId="{A8046565-F791-4A2A-95DC-E5913E832493}">
      <dgm:prSet phldrT="[Text]"/>
      <dgm:spPr/>
      <dgm:t>
        <a:bodyPr/>
        <a:lstStyle/>
        <a:p>
          <a:r>
            <a:rPr lang="en-US" dirty="0" smtClean="0"/>
            <a:t>Concept Scheme</a:t>
          </a:r>
          <a:endParaRPr lang="nl-NL" dirty="0"/>
        </a:p>
      </dgm:t>
    </dgm:pt>
    <dgm:pt modelId="{8A343635-2B4D-4ED7-A7F9-C2C0685D593B}" type="parTrans" cxnId="{90DD664B-E82C-45E8-972A-1DE845BAE6B5}">
      <dgm:prSet/>
      <dgm:spPr/>
      <dgm:t>
        <a:bodyPr/>
        <a:lstStyle/>
        <a:p>
          <a:endParaRPr lang="nl-NL"/>
        </a:p>
      </dgm:t>
    </dgm:pt>
    <dgm:pt modelId="{14BD36F5-9006-4570-A1AB-ACB205CEA0D2}" type="sibTrans" cxnId="{90DD664B-E82C-45E8-972A-1DE845BAE6B5}">
      <dgm:prSet/>
      <dgm:spPr/>
      <dgm:t>
        <a:bodyPr/>
        <a:lstStyle/>
        <a:p>
          <a:endParaRPr lang="nl-NL"/>
        </a:p>
      </dgm:t>
    </dgm:pt>
    <dgm:pt modelId="{7578B65A-2B97-42BC-8A11-C4EE99B9AF59}">
      <dgm:prSet phldrT="[Text]"/>
      <dgm:spPr/>
      <dgm:t>
        <a:bodyPr/>
        <a:lstStyle/>
        <a:p>
          <a:r>
            <a:rPr lang="en-US" dirty="0" smtClean="0"/>
            <a:t>Data Collection</a:t>
          </a:r>
          <a:endParaRPr lang="nl-NL" dirty="0"/>
        </a:p>
      </dgm:t>
    </dgm:pt>
    <dgm:pt modelId="{9EE96379-9983-4CE4-97FD-693FFCE77E63}" type="parTrans" cxnId="{BC9514F2-1E04-407D-8267-004BC23721BD}">
      <dgm:prSet/>
      <dgm:spPr/>
      <dgm:t>
        <a:bodyPr/>
        <a:lstStyle/>
        <a:p>
          <a:endParaRPr lang="nl-NL"/>
        </a:p>
      </dgm:t>
    </dgm:pt>
    <dgm:pt modelId="{3CE08C98-723F-4F29-B834-3929D9BC8A2C}" type="sibTrans" cxnId="{BC9514F2-1E04-407D-8267-004BC23721BD}">
      <dgm:prSet/>
      <dgm:spPr/>
      <dgm:t>
        <a:bodyPr/>
        <a:lstStyle/>
        <a:p>
          <a:endParaRPr lang="nl-NL"/>
        </a:p>
      </dgm:t>
    </dgm:pt>
    <dgm:pt modelId="{3DE8DAD8-F8B4-49D9-8C4E-F8CD4CB7B86B}">
      <dgm:prSet phldrT="[Text]"/>
      <dgm:spPr/>
      <dgm:t>
        <a:bodyPr/>
        <a:lstStyle/>
        <a:p>
          <a:r>
            <a:rPr lang="en-US" dirty="0" smtClean="0"/>
            <a:t>Logical Product</a:t>
          </a:r>
          <a:endParaRPr lang="nl-NL" dirty="0"/>
        </a:p>
      </dgm:t>
    </dgm:pt>
    <dgm:pt modelId="{A01EADA8-EF60-4A88-88EB-DB3C8B00C8BD}" type="parTrans" cxnId="{F2CDF97F-A19A-42AA-9D3F-097DD4FA4860}">
      <dgm:prSet/>
      <dgm:spPr/>
      <dgm:t>
        <a:bodyPr/>
        <a:lstStyle/>
        <a:p>
          <a:endParaRPr lang="nl-NL"/>
        </a:p>
      </dgm:t>
    </dgm:pt>
    <dgm:pt modelId="{A381A0A6-2FD6-4417-9106-36AC5F36BF9F}" type="sibTrans" cxnId="{F2CDF97F-A19A-42AA-9D3F-097DD4FA4860}">
      <dgm:prSet/>
      <dgm:spPr/>
      <dgm:t>
        <a:bodyPr/>
        <a:lstStyle/>
        <a:p>
          <a:endParaRPr lang="nl-NL"/>
        </a:p>
      </dgm:t>
    </dgm:pt>
    <dgm:pt modelId="{A6690802-AFC8-4D95-B1ED-F5283FE563EF}">
      <dgm:prSet phldrT="[Text]"/>
      <dgm:spPr/>
      <dgm:t>
        <a:bodyPr/>
        <a:lstStyle/>
        <a:p>
          <a:r>
            <a:rPr lang="en-US" dirty="0" smtClean="0"/>
            <a:t>Physical Instance</a:t>
          </a:r>
          <a:endParaRPr lang="nl-NL" dirty="0"/>
        </a:p>
      </dgm:t>
    </dgm:pt>
    <dgm:pt modelId="{D099E49A-4932-4478-8212-F05A302059C4}" type="parTrans" cxnId="{F9AEE349-3661-4790-8104-33888B1F3389}">
      <dgm:prSet/>
      <dgm:spPr/>
      <dgm:t>
        <a:bodyPr/>
        <a:lstStyle/>
        <a:p>
          <a:endParaRPr lang="nl-NL"/>
        </a:p>
      </dgm:t>
    </dgm:pt>
    <dgm:pt modelId="{35AC6B0E-3383-4FF3-B332-07F2DBE2D788}" type="sibTrans" cxnId="{F9AEE349-3661-4790-8104-33888B1F3389}">
      <dgm:prSet/>
      <dgm:spPr/>
      <dgm:t>
        <a:bodyPr/>
        <a:lstStyle/>
        <a:p>
          <a:endParaRPr lang="nl-NL"/>
        </a:p>
      </dgm:t>
    </dgm:pt>
    <dgm:pt modelId="{4CD2FAFC-8B0F-4022-910E-583ECF2CBE8C}">
      <dgm:prSet phldrT="[Text]"/>
      <dgm:spPr/>
      <dgm:t>
        <a:bodyPr/>
        <a:lstStyle/>
        <a:p>
          <a:r>
            <a:rPr lang="en-US" dirty="0" smtClean="0"/>
            <a:t>Collection Event</a:t>
          </a:r>
          <a:endParaRPr lang="nl-NL" dirty="0"/>
        </a:p>
      </dgm:t>
    </dgm:pt>
    <dgm:pt modelId="{C72B6867-8457-45DE-9EFB-FB624DB4C1D5}" type="parTrans" cxnId="{5DBD9379-93A1-429D-9921-C265E9299C56}">
      <dgm:prSet/>
      <dgm:spPr/>
      <dgm:t>
        <a:bodyPr/>
        <a:lstStyle/>
        <a:p>
          <a:endParaRPr lang="nl-NL"/>
        </a:p>
      </dgm:t>
    </dgm:pt>
    <dgm:pt modelId="{559DE5C0-6448-4056-BE28-91840744442B}" type="sibTrans" cxnId="{5DBD9379-93A1-429D-9921-C265E9299C56}">
      <dgm:prSet/>
      <dgm:spPr/>
      <dgm:t>
        <a:bodyPr/>
        <a:lstStyle/>
        <a:p>
          <a:endParaRPr lang="nl-NL"/>
        </a:p>
      </dgm:t>
    </dgm:pt>
    <dgm:pt modelId="{0F295B7C-31E7-4F30-9510-80FED4F790A0}">
      <dgm:prSet phldrT="[Text]"/>
      <dgm:spPr/>
      <dgm:t>
        <a:bodyPr/>
        <a:lstStyle/>
        <a:p>
          <a:r>
            <a:rPr lang="en-US" dirty="0" smtClean="0"/>
            <a:t>Question Scheme</a:t>
          </a:r>
          <a:endParaRPr lang="nl-NL" dirty="0"/>
        </a:p>
      </dgm:t>
    </dgm:pt>
    <dgm:pt modelId="{14DFF35E-3946-46A6-8866-30281AE65B38}" type="parTrans" cxnId="{B238B137-A390-4945-9B13-A48A23B2AAD8}">
      <dgm:prSet/>
      <dgm:spPr/>
      <dgm:t>
        <a:bodyPr/>
        <a:lstStyle/>
        <a:p>
          <a:endParaRPr lang="nl-NL"/>
        </a:p>
      </dgm:t>
    </dgm:pt>
    <dgm:pt modelId="{1A2176EC-5DB0-4D0E-B43D-E79F0593456A}" type="sibTrans" cxnId="{B238B137-A390-4945-9B13-A48A23B2AAD8}">
      <dgm:prSet/>
      <dgm:spPr/>
      <dgm:t>
        <a:bodyPr/>
        <a:lstStyle/>
        <a:p>
          <a:endParaRPr lang="nl-NL"/>
        </a:p>
      </dgm:t>
    </dgm:pt>
    <dgm:pt modelId="{C2A20361-2D2B-4946-AEFF-A178F4968F9D}">
      <dgm:prSet phldrT="[Text]"/>
      <dgm:spPr/>
      <dgm:t>
        <a:bodyPr/>
        <a:lstStyle/>
        <a:p>
          <a:r>
            <a:rPr lang="en-US" dirty="0" smtClean="0"/>
            <a:t>Construct Scheme</a:t>
          </a:r>
          <a:endParaRPr lang="nl-NL" dirty="0"/>
        </a:p>
      </dgm:t>
    </dgm:pt>
    <dgm:pt modelId="{72CAA76C-79EC-4151-9645-B2B78E2FA945}" type="parTrans" cxnId="{7488B3E2-BB73-434E-A7A0-F944EBC0F06F}">
      <dgm:prSet/>
      <dgm:spPr/>
      <dgm:t>
        <a:bodyPr/>
        <a:lstStyle/>
        <a:p>
          <a:endParaRPr lang="nl-NL"/>
        </a:p>
      </dgm:t>
    </dgm:pt>
    <dgm:pt modelId="{D9DA3BBD-B716-4702-90DF-0D6288489E02}" type="sibTrans" cxnId="{7488B3E2-BB73-434E-A7A0-F944EBC0F06F}">
      <dgm:prSet/>
      <dgm:spPr/>
      <dgm:t>
        <a:bodyPr/>
        <a:lstStyle/>
        <a:p>
          <a:endParaRPr lang="nl-NL"/>
        </a:p>
      </dgm:t>
    </dgm:pt>
    <dgm:pt modelId="{56FD88E3-31AB-4E9D-AB73-58E9570000C5}">
      <dgm:prSet phldrT="[Text]"/>
      <dgm:spPr/>
      <dgm:t>
        <a:bodyPr/>
        <a:lstStyle/>
        <a:p>
          <a:r>
            <a:rPr lang="en-US" dirty="0" smtClean="0"/>
            <a:t>Question Item</a:t>
          </a:r>
          <a:endParaRPr lang="nl-NL" dirty="0"/>
        </a:p>
      </dgm:t>
    </dgm:pt>
    <dgm:pt modelId="{4605E3AC-AEE2-48E8-86EA-B9D3BF72C2B6}" type="parTrans" cxnId="{13AD38C0-D6B1-452A-8A73-2FE55E84B87E}">
      <dgm:prSet/>
      <dgm:spPr/>
      <dgm:t>
        <a:bodyPr/>
        <a:lstStyle/>
        <a:p>
          <a:endParaRPr lang="nl-NL"/>
        </a:p>
      </dgm:t>
    </dgm:pt>
    <dgm:pt modelId="{58EE8B88-0E34-439A-9116-C706A3102981}" type="sibTrans" cxnId="{13AD38C0-D6B1-452A-8A73-2FE55E84B87E}">
      <dgm:prSet/>
      <dgm:spPr/>
      <dgm:t>
        <a:bodyPr/>
        <a:lstStyle/>
        <a:p>
          <a:endParaRPr lang="nl-NL"/>
        </a:p>
      </dgm:t>
    </dgm:pt>
    <dgm:pt modelId="{23161D47-035E-499F-9BF7-0D109F93674E}">
      <dgm:prSet phldrT="[Text]"/>
      <dgm:spPr/>
      <dgm:t>
        <a:bodyPr/>
        <a:lstStyle/>
        <a:p>
          <a:r>
            <a:rPr lang="en-US" dirty="0" smtClean="0"/>
            <a:t>Question Construct</a:t>
          </a:r>
          <a:endParaRPr lang="nl-NL" dirty="0"/>
        </a:p>
      </dgm:t>
    </dgm:pt>
    <dgm:pt modelId="{65CF51A7-68BF-4A5C-8761-40996B6068D1}" type="sibTrans" cxnId="{83A2313E-AC99-4ACE-AF2F-4F10BD1235BC}">
      <dgm:prSet/>
      <dgm:spPr/>
      <dgm:t>
        <a:bodyPr/>
        <a:lstStyle/>
        <a:p>
          <a:endParaRPr lang="nl-NL"/>
        </a:p>
      </dgm:t>
    </dgm:pt>
    <dgm:pt modelId="{B3635975-9E76-4F81-9DD4-E5F7AEE8C963}" type="parTrans" cxnId="{83A2313E-AC99-4ACE-AF2F-4F10BD1235BC}">
      <dgm:prSet/>
      <dgm:spPr/>
      <dgm:t>
        <a:bodyPr/>
        <a:lstStyle/>
        <a:p>
          <a:endParaRPr lang="nl-NL"/>
        </a:p>
      </dgm:t>
    </dgm:pt>
    <dgm:pt modelId="{E225FA97-39D1-4B52-862B-0C50CE582610}">
      <dgm:prSet phldrT="[Text]"/>
      <dgm:spPr/>
      <dgm:t>
        <a:bodyPr/>
        <a:lstStyle/>
        <a:p>
          <a:r>
            <a:rPr lang="en-US" smtClean="0"/>
            <a:t>Concept</a:t>
          </a:r>
          <a:endParaRPr lang="nl-NL" dirty="0"/>
        </a:p>
      </dgm:t>
    </dgm:pt>
    <dgm:pt modelId="{FC384BF4-0982-4409-863C-D1E64DFAD30A}" type="parTrans" cxnId="{F5A6B85F-6210-4CE2-9B3B-7473698EC318}">
      <dgm:prSet/>
      <dgm:spPr/>
      <dgm:t>
        <a:bodyPr/>
        <a:lstStyle/>
        <a:p>
          <a:endParaRPr lang="nl-NL"/>
        </a:p>
      </dgm:t>
    </dgm:pt>
    <dgm:pt modelId="{3D4E9D3C-9F0B-40C5-B80D-4696C22D23E9}" type="sibTrans" cxnId="{F5A6B85F-6210-4CE2-9B3B-7473698EC318}">
      <dgm:prSet/>
      <dgm:spPr/>
      <dgm:t>
        <a:bodyPr/>
        <a:lstStyle/>
        <a:p>
          <a:endParaRPr lang="nl-NL"/>
        </a:p>
      </dgm:t>
    </dgm:pt>
    <dgm:pt modelId="{3FD71D9B-580A-4FC3-BAA9-387DEC6A6E72}">
      <dgm:prSet phldrT="[Text]"/>
      <dgm:spPr/>
      <dgm:t>
        <a:bodyPr/>
        <a:lstStyle/>
        <a:p>
          <a:r>
            <a:rPr lang="en-US" dirty="0" smtClean="0"/>
            <a:t>Category Scheme</a:t>
          </a:r>
          <a:endParaRPr lang="nl-NL" dirty="0"/>
        </a:p>
      </dgm:t>
    </dgm:pt>
    <dgm:pt modelId="{71CC812E-3C96-4C0C-B97E-B7C286057316}" type="parTrans" cxnId="{7AC75F80-6215-4F76-87E0-C2A28E12102A}">
      <dgm:prSet/>
      <dgm:spPr/>
      <dgm:t>
        <a:bodyPr/>
        <a:lstStyle/>
        <a:p>
          <a:endParaRPr lang="nl-NL"/>
        </a:p>
      </dgm:t>
    </dgm:pt>
    <dgm:pt modelId="{8B89F0AA-2C25-4064-B563-EE864DEF8BB9}" type="sibTrans" cxnId="{7AC75F80-6215-4F76-87E0-C2A28E12102A}">
      <dgm:prSet/>
      <dgm:spPr/>
      <dgm:t>
        <a:bodyPr/>
        <a:lstStyle/>
        <a:p>
          <a:endParaRPr lang="nl-NL"/>
        </a:p>
      </dgm:t>
    </dgm:pt>
    <dgm:pt modelId="{8E908BBE-F3CA-4907-B168-E7E250DBEC2D}">
      <dgm:prSet phldrT="[Text]"/>
      <dgm:spPr/>
      <dgm:t>
        <a:bodyPr/>
        <a:lstStyle/>
        <a:p>
          <a:r>
            <a:rPr lang="en-US" dirty="0" smtClean="0"/>
            <a:t>Category</a:t>
          </a:r>
          <a:endParaRPr lang="nl-NL" dirty="0"/>
        </a:p>
      </dgm:t>
    </dgm:pt>
    <dgm:pt modelId="{57616242-2D90-4791-BAC0-49C10E79EFFB}" type="parTrans" cxnId="{191A8420-0430-4725-91A6-EC75C3F3B250}">
      <dgm:prSet/>
      <dgm:spPr/>
      <dgm:t>
        <a:bodyPr/>
        <a:lstStyle/>
        <a:p>
          <a:endParaRPr lang="nl-NL"/>
        </a:p>
      </dgm:t>
    </dgm:pt>
    <dgm:pt modelId="{46E2082F-5976-433E-9BD7-CD9A7C18A4A3}" type="sibTrans" cxnId="{191A8420-0430-4725-91A6-EC75C3F3B250}">
      <dgm:prSet/>
      <dgm:spPr/>
      <dgm:t>
        <a:bodyPr/>
        <a:lstStyle/>
        <a:p>
          <a:endParaRPr lang="nl-NL"/>
        </a:p>
      </dgm:t>
    </dgm:pt>
    <dgm:pt modelId="{F402366D-D05A-4E78-9E3F-7E3CCB1FA98F}">
      <dgm:prSet phldrT="[Text]"/>
      <dgm:spPr/>
      <dgm:t>
        <a:bodyPr/>
        <a:lstStyle/>
        <a:p>
          <a:r>
            <a:rPr lang="en-US" dirty="0" smtClean="0"/>
            <a:t>Code Scheme</a:t>
          </a:r>
          <a:endParaRPr lang="nl-NL" dirty="0"/>
        </a:p>
      </dgm:t>
    </dgm:pt>
    <dgm:pt modelId="{A3551818-A0B3-4FEF-8BD0-4018AB11D744}" type="parTrans" cxnId="{23E8E505-6730-4316-AD04-10916D231A6B}">
      <dgm:prSet/>
      <dgm:spPr/>
      <dgm:t>
        <a:bodyPr/>
        <a:lstStyle/>
        <a:p>
          <a:endParaRPr lang="nl-NL"/>
        </a:p>
      </dgm:t>
    </dgm:pt>
    <dgm:pt modelId="{786F27AB-1E02-41FE-B18C-9FE6C24B9BF8}" type="sibTrans" cxnId="{23E8E505-6730-4316-AD04-10916D231A6B}">
      <dgm:prSet/>
      <dgm:spPr/>
      <dgm:t>
        <a:bodyPr/>
        <a:lstStyle/>
        <a:p>
          <a:endParaRPr lang="nl-NL"/>
        </a:p>
      </dgm:t>
    </dgm:pt>
    <dgm:pt modelId="{128813ED-9360-4F0B-9F86-29C90F98418E}">
      <dgm:prSet phldrT="[Text]"/>
      <dgm:spPr/>
      <dgm:t>
        <a:bodyPr/>
        <a:lstStyle/>
        <a:p>
          <a:r>
            <a:rPr lang="en-US" dirty="0" smtClean="0"/>
            <a:t>Code</a:t>
          </a:r>
          <a:endParaRPr lang="nl-NL" dirty="0"/>
        </a:p>
      </dgm:t>
    </dgm:pt>
    <dgm:pt modelId="{231A698C-D957-4961-B3D0-602724FE198F}" type="parTrans" cxnId="{EE77F928-CF0C-45CC-A81A-0B81A861C5C5}">
      <dgm:prSet/>
      <dgm:spPr/>
      <dgm:t>
        <a:bodyPr/>
        <a:lstStyle/>
        <a:p>
          <a:endParaRPr lang="nl-NL"/>
        </a:p>
      </dgm:t>
    </dgm:pt>
    <dgm:pt modelId="{A89A3222-DFFA-4501-9660-9D806E79770B}" type="sibTrans" cxnId="{EE77F928-CF0C-45CC-A81A-0B81A861C5C5}">
      <dgm:prSet/>
      <dgm:spPr/>
      <dgm:t>
        <a:bodyPr/>
        <a:lstStyle/>
        <a:p>
          <a:endParaRPr lang="nl-NL"/>
        </a:p>
      </dgm:t>
    </dgm:pt>
    <dgm:pt modelId="{00293453-F014-47B1-B036-A90E4F885A9D}">
      <dgm:prSet phldrT="[Text]"/>
      <dgm:spPr/>
      <dgm:t>
        <a:bodyPr/>
        <a:lstStyle/>
        <a:p>
          <a:r>
            <a:rPr lang="en-US" smtClean="0"/>
            <a:t>Variable </a:t>
          </a:r>
          <a:r>
            <a:rPr lang="en-US" dirty="0" smtClean="0"/>
            <a:t>Scheme</a:t>
          </a:r>
          <a:endParaRPr lang="nl-NL"/>
        </a:p>
      </dgm:t>
    </dgm:pt>
    <dgm:pt modelId="{0C07F937-BD96-47F3-B79B-3320504C5A38}" type="parTrans" cxnId="{B521D308-9164-4709-B6DA-6D6401C2BA89}">
      <dgm:prSet/>
      <dgm:spPr/>
      <dgm:t>
        <a:bodyPr/>
        <a:lstStyle/>
        <a:p>
          <a:endParaRPr lang="nl-NL"/>
        </a:p>
      </dgm:t>
    </dgm:pt>
    <dgm:pt modelId="{0D905FE1-A917-4F4A-B1C7-050FB07B89C5}" type="sibTrans" cxnId="{B521D308-9164-4709-B6DA-6D6401C2BA89}">
      <dgm:prSet/>
      <dgm:spPr/>
      <dgm:t>
        <a:bodyPr/>
        <a:lstStyle/>
        <a:p>
          <a:endParaRPr lang="nl-NL"/>
        </a:p>
      </dgm:t>
    </dgm:pt>
    <dgm:pt modelId="{43A6D307-1FAC-43C5-ACC5-0AAE6D86963F}">
      <dgm:prSet phldrT="[Text]"/>
      <dgm:spPr/>
      <dgm:t>
        <a:bodyPr/>
        <a:lstStyle/>
        <a:p>
          <a:r>
            <a:rPr lang="en-US" dirty="0" smtClean="0"/>
            <a:t>Variable</a:t>
          </a:r>
          <a:endParaRPr lang="nl-NL" dirty="0"/>
        </a:p>
      </dgm:t>
    </dgm:pt>
    <dgm:pt modelId="{B39EE2D7-6C22-4D7D-9A64-45FDCBE6CD62}" type="parTrans" cxnId="{338D75AF-19AF-446E-B2B0-D3DCE3ACA34F}">
      <dgm:prSet/>
      <dgm:spPr/>
      <dgm:t>
        <a:bodyPr/>
        <a:lstStyle/>
        <a:p>
          <a:endParaRPr lang="nl-NL"/>
        </a:p>
      </dgm:t>
    </dgm:pt>
    <dgm:pt modelId="{3EC36F39-492E-4CA6-BC21-9B5790D23847}" type="sibTrans" cxnId="{338D75AF-19AF-446E-B2B0-D3DCE3ACA34F}">
      <dgm:prSet/>
      <dgm:spPr/>
      <dgm:t>
        <a:bodyPr/>
        <a:lstStyle/>
        <a:p>
          <a:endParaRPr lang="nl-NL"/>
        </a:p>
      </dgm:t>
    </dgm:pt>
    <dgm:pt modelId="{21371ED3-E19E-4466-9F67-57A27387E08F}">
      <dgm:prSet phldrT="[Text]"/>
      <dgm:spPr/>
      <dgm:t>
        <a:bodyPr/>
        <a:lstStyle/>
        <a:p>
          <a:r>
            <a:rPr lang="en-US" smtClean="0"/>
            <a:t>Phys</a:t>
          </a:r>
          <a:r>
            <a:rPr lang="en-US" dirty="0" smtClean="0"/>
            <a:t>. Data Product</a:t>
          </a:r>
          <a:endParaRPr lang="nl-NL"/>
        </a:p>
      </dgm:t>
    </dgm:pt>
    <dgm:pt modelId="{A7E20082-63B7-426F-A553-25F2D073487C}" type="parTrans" cxnId="{8C26F73F-BF9F-4F38-AD78-DE227E5257FB}">
      <dgm:prSet/>
      <dgm:spPr/>
      <dgm:t>
        <a:bodyPr/>
        <a:lstStyle/>
        <a:p>
          <a:endParaRPr lang="nl-NL"/>
        </a:p>
      </dgm:t>
    </dgm:pt>
    <dgm:pt modelId="{9F0FB85C-D6D0-4C91-96CB-1AE0E49753AC}" type="sibTrans" cxnId="{8C26F73F-BF9F-4F38-AD78-DE227E5257FB}">
      <dgm:prSet/>
      <dgm:spPr/>
      <dgm:t>
        <a:bodyPr/>
        <a:lstStyle/>
        <a:p>
          <a:endParaRPr lang="nl-NL"/>
        </a:p>
      </dgm:t>
    </dgm:pt>
    <dgm:pt modelId="{A29FB7FD-7A82-4909-8B89-3FB12F26FF01}" type="pres">
      <dgm:prSet presAssocID="{59AB1CBA-C287-4D29-B852-C5957C1B41E1}" presName="diagram" presStyleCnt="0">
        <dgm:presLayoutVars>
          <dgm:chPref val="1"/>
          <dgm:dir/>
          <dgm:animOne val="branch"/>
          <dgm:animLvl val="lvl"/>
          <dgm:resizeHandles val="exact"/>
        </dgm:presLayoutVars>
      </dgm:prSet>
      <dgm:spPr/>
      <dgm:t>
        <a:bodyPr/>
        <a:lstStyle/>
        <a:p>
          <a:endParaRPr lang="nl-NL"/>
        </a:p>
      </dgm:t>
    </dgm:pt>
    <dgm:pt modelId="{94F1B6F6-AAF9-4835-A02E-EC3D3665E4BB}" type="pres">
      <dgm:prSet presAssocID="{D94BED33-6099-4659-BEAC-83461631A18A}" presName="root1" presStyleCnt="0"/>
      <dgm:spPr/>
      <dgm:t>
        <a:bodyPr/>
        <a:lstStyle/>
        <a:p>
          <a:endParaRPr lang="nl-NL"/>
        </a:p>
      </dgm:t>
    </dgm:pt>
    <dgm:pt modelId="{B5826858-7EF5-47AE-8E0E-CEB5421C4F20}" type="pres">
      <dgm:prSet presAssocID="{D94BED33-6099-4659-BEAC-83461631A18A}" presName="LevelOneTextNode" presStyleLbl="node0" presStyleIdx="0" presStyleCnt="1">
        <dgm:presLayoutVars>
          <dgm:chPref val="3"/>
        </dgm:presLayoutVars>
      </dgm:prSet>
      <dgm:spPr/>
      <dgm:t>
        <a:bodyPr/>
        <a:lstStyle/>
        <a:p>
          <a:endParaRPr lang="nl-NL"/>
        </a:p>
      </dgm:t>
    </dgm:pt>
    <dgm:pt modelId="{21AAAFE9-0A91-4F04-B24A-E08C30A88E7B}" type="pres">
      <dgm:prSet presAssocID="{D94BED33-6099-4659-BEAC-83461631A18A}" presName="level2hierChild" presStyleCnt="0"/>
      <dgm:spPr/>
      <dgm:t>
        <a:bodyPr/>
        <a:lstStyle/>
        <a:p>
          <a:endParaRPr lang="nl-NL"/>
        </a:p>
      </dgm:t>
    </dgm:pt>
    <dgm:pt modelId="{9F1C77FB-A804-4611-84B7-6EC24A46D55E}" type="pres">
      <dgm:prSet presAssocID="{D432CCB6-7F09-4850-955F-56DADF61AE04}" presName="conn2-1" presStyleLbl="parChTrans1D2" presStyleIdx="0" presStyleCnt="4"/>
      <dgm:spPr/>
      <dgm:t>
        <a:bodyPr/>
        <a:lstStyle/>
        <a:p>
          <a:endParaRPr lang="nl-NL"/>
        </a:p>
      </dgm:t>
    </dgm:pt>
    <dgm:pt modelId="{4CD3F2E5-43F4-4AA6-A21E-AD1C92664B4E}" type="pres">
      <dgm:prSet presAssocID="{D432CCB6-7F09-4850-955F-56DADF61AE04}" presName="connTx" presStyleLbl="parChTrans1D2" presStyleIdx="0" presStyleCnt="4"/>
      <dgm:spPr/>
      <dgm:t>
        <a:bodyPr/>
        <a:lstStyle/>
        <a:p>
          <a:endParaRPr lang="nl-NL"/>
        </a:p>
      </dgm:t>
    </dgm:pt>
    <dgm:pt modelId="{9DA4E3D1-B026-4283-A50E-A78AE22A7ACC}" type="pres">
      <dgm:prSet presAssocID="{CCF6B381-C28C-4295-8770-58C2B24F8C13}" presName="root2" presStyleCnt="0"/>
      <dgm:spPr/>
      <dgm:t>
        <a:bodyPr/>
        <a:lstStyle/>
        <a:p>
          <a:endParaRPr lang="nl-NL"/>
        </a:p>
      </dgm:t>
    </dgm:pt>
    <dgm:pt modelId="{F03D2E55-BAAC-42D3-BD23-700776F63C15}" type="pres">
      <dgm:prSet presAssocID="{CCF6B381-C28C-4295-8770-58C2B24F8C13}" presName="LevelTwoTextNode" presStyleLbl="node2" presStyleIdx="0" presStyleCnt="4">
        <dgm:presLayoutVars>
          <dgm:chPref val="3"/>
        </dgm:presLayoutVars>
      </dgm:prSet>
      <dgm:spPr/>
      <dgm:t>
        <a:bodyPr/>
        <a:lstStyle/>
        <a:p>
          <a:endParaRPr lang="nl-NL"/>
        </a:p>
      </dgm:t>
    </dgm:pt>
    <dgm:pt modelId="{15D9A38B-B1D1-40D5-8337-4B27B8E128D2}" type="pres">
      <dgm:prSet presAssocID="{CCF6B381-C28C-4295-8770-58C2B24F8C13}" presName="level3hierChild" presStyleCnt="0"/>
      <dgm:spPr/>
      <dgm:t>
        <a:bodyPr/>
        <a:lstStyle/>
        <a:p>
          <a:endParaRPr lang="nl-NL"/>
        </a:p>
      </dgm:t>
    </dgm:pt>
    <dgm:pt modelId="{A4A6828E-582D-4B4A-A606-3E65769A65CE}" type="pres">
      <dgm:prSet presAssocID="{8A343635-2B4D-4ED7-A7F9-C2C0685D593B}" presName="conn2-1" presStyleLbl="parChTrans1D3" presStyleIdx="0" presStyleCnt="8"/>
      <dgm:spPr/>
      <dgm:t>
        <a:bodyPr/>
        <a:lstStyle/>
        <a:p>
          <a:endParaRPr lang="nl-NL"/>
        </a:p>
      </dgm:t>
    </dgm:pt>
    <dgm:pt modelId="{7928950B-0341-47BF-970A-07BDFF48CD35}" type="pres">
      <dgm:prSet presAssocID="{8A343635-2B4D-4ED7-A7F9-C2C0685D593B}" presName="connTx" presStyleLbl="parChTrans1D3" presStyleIdx="0" presStyleCnt="8"/>
      <dgm:spPr/>
      <dgm:t>
        <a:bodyPr/>
        <a:lstStyle/>
        <a:p>
          <a:endParaRPr lang="nl-NL"/>
        </a:p>
      </dgm:t>
    </dgm:pt>
    <dgm:pt modelId="{4B600BB5-CDF2-4F63-AD3D-4D01A528B3A3}" type="pres">
      <dgm:prSet presAssocID="{A8046565-F791-4A2A-95DC-E5913E832493}" presName="root2" presStyleCnt="0"/>
      <dgm:spPr/>
      <dgm:t>
        <a:bodyPr/>
        <a:lstStyle/>
        <a:p>
          <a:endParaRPr lang="nl-NL"/>
        </a:p>
      </dgm:t>
    </dgm:pt>
    <dgm:pt modelId="{68685B82-4DF1-48E9-A86F-3754CE6CF25D}" type="pres">
      <dgm:prSet presAssocID="{A8046565-F791-4A2A-95DC-E5913E832493}" presName="LevelTwoTextNode" presStyleLbl="node3" presStyleIdx="0" presStyleCnt="8">
        <dgm:presLayoutVars>
          <dgm:chPref val="3"/>
        </dgm:presLayoutVars>
      </dgm:prSet>
      <dgm:spPr/>
      <dgm:t>
        <a:bodyPr/>
        <a:lstStyle/>
        <a:p>
          <a:endParaRPr lang="nl-NL"/>
        </a:p>
      </dgm:t>
    </dgm:pt>
    <dgm:pt modelId="{648A0C44-0C0A-443B-A1BC-DCFB1C824C51}" type="pres">
      <dgm:prSet presAssocID="{A8046565-F791-4A2A-95DC-E5913E832493}" presName="level3hierChild" presStyleCnt="0"/>
      <dgm:spPr/>
      <dgm:t>
        <a:bodyPr/>
        <a:lstStyle/>
        <a:p>
          <a:endParaRPr lang="nl-NL"/>
        </a:p>
      </dgm:t>
    </dgm:pt>
    <dgm:pt modelId="{659A0811-D87A-4A6B-A855-59AE6E772ABD}" type="pres">
      <dgm:prSet presAssocID="{FC384BF4-0982-4409-863C-D1E64DFAD30A}" presName="conn2-1" presStyleLbl="parChTrans1D4" presStyleIdx="0" presStyleCnt="6"/>
      <dgm:spPr/>
      <dgm:t>
        <a:bodyPr/>
        <a:lstStyle/>
        <a:p>
          <a:endParaRPr lang="nl-NL"/>
        </a:p>
      </dgm:t>
    </dgm:pt>
    <dgm:pt modelId="{9ABA8DFD-94E5-48F2-9F1C-49AF51C51084}" type="pres">
      <dgm:prSet presAssocID="{FC384BF4-0982-4409-863C-D1E64DFAD30A}" presName="connTx" presStyleLbl="parChTrans1D4" presStyleIdx="0" presStyleCnt="6"/>
      <dgm:spPr/>
      <dgm:t>
        <a:bodyPr/>
        <a:lstStyle/>
        <a:p>
          <a:endParaRPr lang="nl-NL"/>
        </a:p>
      </dgm:t>
    </dgm:pt>
    <dgm:pt modelId="{70E78904-1F1D-42E8-9DD3-2231C9ACCEC9}" type="pres">
      <dgm:prSet presAssocID="{E225FA97-39D1-4B52-862B-0C50CE582610}" presName="root2" presStyleCnt="0"/>
      <dgm:spPr/>
      <dgm:t>
        <a:bodyPr/>
        <a:lstStyle/>
        <a:p>
          <a:endParaRPr lang="nl-NL"/>
        </a:p>
      </dgm:t>
    </dgm:pt>
    <dgm:pt modelId="{131BAD83-2B68-47B1-830E-839AE978E5DA}" type="pres">
      <dgm:prSet presAssocID="{E225FA97-39D1-4B52-862B-0C50CE582610}" presName="LevelTwoTextNode" presStyleLbl="node4" presStyleIdx="0" presStyleCnt="6">
        <dgm:presLayoutVars>
          <dgm:chPref val="3"/>
        </dgm:presLayoutVars>
      </dgm:prSet>
      <dgm:spPr/>
      <dgm:t>
        <a:bodyPr/>
        <a:lstStyle/>
        <a:p>
          <a:endParaRPr lang="nl-NL"/>
        </a:p>
      </dgm:t>
    </dgm:pt>
    <dgm:pt modelId="{958960CC-63E3-4E23-B922-75273E040509}" type="pres">
      <dgm:prSet presAssocID="{E225FA97-39D1-4B52-862B-0C50CE582610}" presName="level3hierChild" presStyleCnt="0"/>
      <dgm:spPr/>
      <dgm:t>
        <a:bodyPr/>
        <a:lstStyle/>
        <a:p>
          <a:endParaRPr lang="nl-NL"/>
        </a:p>
      </dgm:t>
    </dgm:pt>
    <dgm:pt modelId="{7E337039-FD42-4740-A03E-AC3016D62511}" type="pres">
      <dgm:prSet presAssocID="{9EE96379-9983-4CE4-97FD-693FFCE77E63}" presName="conn2-1" presStyleLbl="parChTrans1D2" presStyleIdx="1" presStyleCnt="4"/>
      <dgm:spPr/>
      <dgm:t>
        <a:bodyPr/>
        <a:lstStyle/>
        <a:p>
          <a:endParaRPr lang="nl-NL"/>
        </a:p>
      </dgm:t>
    </dgm:pt>
    <dgm:pt modelId="{53750C0D-76BC-4B3E-943F-E8D39E3E8621}" type="pres">
      <dgm:prSet presAssocID="{9EE96379-9983-4CE4-97FD-693FFCE77E63}" presName="connTx" presStyleLbl="parChTrans1D2" presStyleIdx="1" presStyleCnt="4"/>
      <dgm:spPr/>
      <dgm:t>
        <a:bodyPr/>
        <a:lstStyle/>
        <a:p>
          <a:endParaRPr lang="nl-NL"/>
        </a:p>
      </dgm:t>
    </dgm:pt>
    <dgm:pt modelId="{D6CA319C-7B07-4B3C-B03D-41E2888939F7}" type="pres">
      <dgm:prSet presAssocID="{7578B65A-2B97-42BC-8A11-C4EE99B9AF59}" presName="root2" presStyleCnt="0"/>
      <dgm:spPr/>
      <dgm:t>
        <a:bodyPr/>
        <a:lstStyle/>
        <a:p>
          <a:endParaRPr lang="nl-NL"/>
        </a:p>
      </dgm:t>
    </dgm:pt>
    <dgm:pt modelId="{FF9F032A-5E0F-4AB2-B7CC-8F3E8A98DA8E}" type="pres">
      <dgm:prSet presAssocID="{7578B65A-2B97-42BC-8A11-C4EE99B9AF59}" presName="LevelTwoTextNode" presStyleLbl="node2" presStyleIdx="1" presStyleCnt="4">
        <dgm:presLayoutVars>
          <dgm:chPref val="3"/>
        </dgm:presLayoutVars>
      </dgm:prSet>
      <dgm:spPr/>
      <dgm:t>
        <a:bodyPr/>
        <a:lstStyle/>
        <a:p>
          <a:endParaRPr lang="nl-NL"/>
        </a:p>
      </dgm:t>
    </dgm:pt>
    <dgm:pt modelId="{513E3577-0A04-4AFA-9985-668D142A9BB2}" type="pres">
      <dgm:prSet presAssocID="{7578B65A-2B97-42BC-8A11-C4EE99B9AF59}" presName="level3hierChild" presStyleCnt="0"/>
      <dgm:spPr/>
      <dgm:t>
        <a:bodyPr/>
        <a:lstStyle/>
        <a:p>
          <a:endParaRPr lang="nl-NL"/>
        </a:p>
      </dgm:t>
    </dgm:pt>
    <dgm:pt modelId="{297EE36E-66C0-466D-BF8B-5792A17E5A6E}" type="pres">
      <dgm:prSet presAssocID="{C72B6867-8457-45DE-9EFB-FB624DB4C1D5}" presName="conn2-1" presStyleLbl="parChTrans1D3" presStyleIdx="1" presStyleCnt="8"/>
      <dgm:spPr/>
      <dgm:t>
        <a:bodyPr/>
        <a:lstStyle/>
        <a:p>
          <a:endParaRPr lang="nl-NL"/>
        </a:p>
      </dgm:t>
    </dgm:pt>
    <dgm:pt modelId="{94D761A9-52C4-439F-B728-9CBBB55ED2BF}" type="pres">
      <dgm:prSet presAssocID="{C72B6867-8457-45DE-9EFB-FB624DB4C1D5}" presName="connTx" presStyleLbl="parChTrans1D3" presStyleIdx="1" presStyleCnt="8"/>
      <dgm:spPr/>
      <dgm:t>
        <a:bodyPr/>
        <a:lstStyle/>
        <a:p>
          <a:endParaRPr lang="nl-NL"/>
        </a:p>
      </dgm:t>
    </dgm:pt>
    <dgm:pt modelId="{D632F727-D507-4C02-91EC-FAE7C020C5C9}" type="pres">
      <dgm:prSet presAssocID="{4CD2FAFC-8B0F-4022-910E-583ECF2CBE8C}" presName="root2" presStyleCnt="0"/>
      <dgm:spPr/>
      <dgm:t>
        <a:bodyPr/>
        <a:lstStyle/>
        <a:p>
          <a:endParaRPr lang="nl-NL"/>
        </a:p>
      </dgm:t>
    </dgm:pt>
    <dgm:pt modelId="{BE62043F-8BD5-470B-BE7C-F934D86EA5BE}" type="pres">
      <dgm:prSet presAssocID="{4CD2FAFC-8B0F-4022-910E-583ECF2CBE8C}" presName="LevelTwoTextNode" presStyleLbl="node3" presStyleIdx="1" presStyleCnt="8">
        <dgm:presLayoutVars>
          <dgm:chPref val="3"/>
        </dgm:presLayoutVars>
      </dgm:prSet>
      <dgm:spPr/>
      <dgm:t>
        <a:bodyPr/>
        <a:lstStyle/>
        <a:p>
          <a:endParaRPr lang="nl-NL"/>
        </a:p>
      </dgm:t>
    </dgm:pt>
    <dgm:pt modelId="{E84F4CAA-1A86-4C04-8502-338DF9405462}" type="pres">
      <dgm:prSet presAssocID="{4CD2FAFC-8B0F-4022-910E-583ECF2CBE8C}" presName="level3hierChild" presStyleCnt="0"/>
      <dgm:spPr/>
      <dgm:t>
        <a:bodyPr/>
        <a:lstStyle/>
        <a:p>
          <a:endParaRPr lang="nl-NL"/>
        </a:p>
      </dgm:t>
    </dgm:pt>
    <dgm:pt modelId="{075167E1-4E8A-4E5A-BB9F-D5A205AF7BF0}" type="pres">
      <dgm:prSet presAssocID="{14DFF35E-3946-46A6-8866-30281AE65B38}" presName="conn2-1" presStyleLbl="parChTrans1D3" presStyleIdx="2" presStyleCnt="8"/>
      <dgm:spPr/>
      <dgm:t>
        <a:bodyPr/>
        <a:lstStyle/>
        <a:p>
          <a:endParaRPr lang="nl-NL"/>
        </a:p>
      </dgm:t>
    </dgm:pt>
    <dgm:pt modelId="{1E1662BE-89C6-4C58-A703-B6750C6FECEE}" type="pres">
      <dgm:prSet presAssocID="{14DFF35E-3946-46A6-8866-30281AE65B38}" presName="connTx" presStyleLbl="parChTrans1D3" presStyleIdx="2" presStyleCnt="8"/>
      <dgm:spPr/>
      <dgm:t>
        <a:bodyPr/>
        <a:lstStyle/>
        <a:p>
          <a:endParaRPr lang="nl-NL"/>
        </a:p>
      </dgm:t>
    </dgm:pt>
    <dgm:pt modelId="{3B0EA2E5-F501-4025-B3CD-6EF8A653F37C}" type="pres">
      <dgm:prSet presAssocID="{0F295B7C-31E7-4F30-9510-80FED4F790A0}" presName="root2" presStyleCnt="0"/>
      <dgm:spPr/>
      <dgm:t>
        <a:bodyPr/>
        <a:lstStyle/>
        <a:p>
          <a:endParaRPr lang="nl-NL"/>
        </a:p>
      </dgm:t>
    </dgm:pt>
    <dgm:pt modelId="{D21693A7-3711-4D01-89BA-7B84AEC3300D}" type="pres">
      <dgm:prSet presAssocID="{0F295B7C-31E7-4F30-9510-80FED4F790A0}" presName="LevelTwoTextNode" presStyleLbl="node3" presStyleIdx="2" presStyleCnt="8">
        <dgm:presLayoutVars>
          <dgm:chPref val="3"/>
        </dgm:presLayoutVars>
      </dgm:prSet>
      <dgm:spPr/>
      <dgm:t>
        <a:bodyPr/>
        <a:lstStyle/>
        <a:p>
          <a:endParaRPr lang="nl-NL"/>
        </a:p>
      </dgm:t>
    </dgm:pt>
    <dgm:pt modelId="{0BF96210-EFBD-49DE-8DEF-618A1276F710}" type="pres">
      <dgm:prSet presAssocID="{0F295B7C-31E7-4F30-9510-80FED4F790A0}" presName="level3hierChild" presStyleCnt="0"/>
      <dgm:spPr/>
      <dgm:t>
        <a:bodyPr/>
        <a:lstStyle/>
        <a:p>
          <a:endParaRPr lang="nl-NL"/>
        </a:p>
      </dgm:t>
    </dgm:pt>
    <dgm:pt modelId="{FD19FE5D-4B12-43FD-8788-F25A4DE32D4E}" type="pres">
      <dgm:prSet presAssocID="{4605E3AC-AEE2-48E8-86EA-B9D3BF72C2B6}" presName="conn2-1" presStyleLbl="parChTrans1D4" presStyleIdx="1" presStyleCnt="6"/>
      <dgm:spPr/>
      <dgm:t>
        <a:bodyPr/>
        <a:lstStyle/>
        <a:p>
          <a:endParaRPr lang="nl-NL"/>
        </a:p>
      </dgm:t>
    </dgm:pt>
    <dgm:pt modelId="{BF9F2B27-B7B2-4CB4-92FC-C457A2B9C558}" type="pres">
      <dgm:prSet presAssocID="{4605E3AC-AEE2-48E8-86EA-B9D3BF72C2B6}" presName="connTx" presStyleLbl="parChTrans1D4" presStyleIdx="1" presStyleCnt="6"/>
      <dgm:spPr/>
      <dgm:t>
        <a:bodyPr/>
        <a:lstStyle/>
        <a:p>
          <a:endParaRPr lang="nl-NL"/>
        </a:p>
      </dgm:t>
    </dgm:pt>
    <dgm:pt modelId="{FEEA6761-0CB4-4BE7-B4E5-80E0D36DC369}" type="pres">
      <dgm:prSet presAssocID="{56FD88E3-31AB-4E9D-AB73-58E9570000C5}" presName="root2" presStyleCnt="0"/>
      <dgm:spPr/>
      <dgm:t>
        <a:bodyPr/>
        <a:lstStyle/>
        <a:p>
          <a:endParaRPr lang="nl-NL"/>
        </a:p>
      </dgm:t>
    </dgm:pt>
    <dgm:pt modelId="{8195EE4E-E6C1-4863-8D55-02A1A2D52537}" type="pres">
      <dgm:prSet presAssocID="{56FD88E3-31AB-4E9D-AB73-58E9570000C5}" presName="LevelTwoTextNode" presStyleLbl="node4" presStyleIdx="1" presStyleCnt="6">
        <dgm:presLayoutVars>
          <dgm:chPref val="3"/>
        </dgm:presLayoutVars>
      </dgm:prSet>
      <dgm:spPr/>
      <dgm:t>
        <a:bodyPr/>
        <a:lstStyle/>
        <a:p>
          <a:endParaRPr lang="nl-NL"/>
        </a:p>
      </dgm:t>
    </dgm:pt>
    <dgm:pt modelId="{F563C3B5-0483-483C-8129-F702CF297153}" type="pres">
      <dgm:prSet presAssocID="{56FD88E3-31AB-4E9D-AB73-58E9570000C5}" presName="level3hierChild" presStyleCnt="0"/>
      <dgm:spPr/>
      <dgm:t>
        <a:bodyPr/>
        <a:lstStyle/>
        <a:p>
          <a:endParaRPr lang="nl-NL"/>
        </a:p>
      </dgm:t>
    </dgm:pt>
    <dgm:pt modelId="{638832C7-DEE5-4014-B1F9-8C4FF0432A3F}" type="pres">
      <dgm:prSet presAssocID="{72CAA76C-79EC-4151-9645-B2B78E2FA945}" presName="conn2-1" presStyleLbl="parChTrans1D3" presStyleIdx="3" presStyleCnt="8"/>
      <dgm:spPr/>
      <dgm:t>
        <a:bodyPr/>
        <a:lstStyle/>
        <a:p>
          <a:endParaRPr lang="nl-NL"/>
        </a:p>
      </dgm:t>
    </dgm:pt>
    <dgm:pt modelId="{BC976E7B-3CFC-40AC-9CA8-A8F5F1186BA4}" type="pres">
      <dgm:prSet presAssocID="{72CAA76C-79EC-4151-9645-B2B78E2FA945}" presName="connTx" presStyleLbl="parChTrans1D3" presStyleIdx="3" presStyleCnt="8"/>
      <dgm:spPr/>
      <dgm:t>
        <a:bodyPr/>
        <a:lstStyle/>
        <a:p>
          <a:endParaRPr lang="nl-NL"/>
        </a:p>
      </dgm:t>
    </dgm:pt>
    <dgm:pt modelId="{4A73FF40-829D-4F2A-BF85-8EFDC76AFE1E}" type="pres">
      <dgm:prSet presAssocID="{C2A20361-2D2B-4946-AEFF-A178F4968F9D}" presName="root2" presStyleCnt="0"/>
      <dgm:spPr/>
      <dgm:t>
        <a:bodyPr/>
        <a:lstStyle/>
        <a:p>
          <a:endParaRPr lang="nl-NL"/>
        </a:p>
      </dgm:t>
    </dgm:pt>
    <dgm:pt modelId="{389CF87F-6B56-436D-AAC0-1DA1CF0FF7D1}" type="pres">
      <dgm:prSet presAssocID="{C2A20361-2D2B-4946-AEFF-A178F4968F9D}" presName="LevelTwoTextNode" presStyleLbl="node3" presStyleIdx="3" presStyleCnt="8">
        <dgm:presLayoutVars>
          <dgm:chPref val="3"/>
        </dgm:presLayoutVars>
      </dgm:prSet>
      <dgm:spPr/>
      <dgm:t>
        <a:bodyPr/>
        <a:lstStyle/>
        <a:p>
          <a:endParaRPr lang="nl-NL"/>
        </a:p>
      </dgm:t>
    </dgm:pt>
    <dgm:pt modelId="{0DC13A52-698E-4B6A-A343-FD7C255E3A2D}" type="pres">
      <dgm:prSet presAssocID="{C2A20361-2D2B-4946-AEFF-A178F4968F9D}" presName="level3hierChild" presStyleCnt="0"/>
      <dgm:spPr/>
      <dgm:t>
        <a:bodyPr/>
        <a:lstStyle/>
        <a:p>
          <a:endParaRPr lang="nl-NL"/>
        </a:p>
      </dgm:t>
    </dgm:pt>
    <dgm:pt modelId="{D74D5456-6FBF-48D1-B71E-10B682FF78A7}" type="pres">
      <dgm:prSet presAssocID="{B3635975-9E76-4F81-9DD4-E5F7AEE8C963}" presName="conn2-1" presStyleLbl="parChTrans1D4" presStyleIdx="2" presStyleCnt="6"/>
      <dgm:spPr/>
      <dgm:t>
        <a:bodyPr/>
        <a:lstStyle/>
        <a:p>
          <a:endParaRPr lang="nl-NL"/>
        </a:p>
      </dgm:t>
    </dgm:pt>
    <dgm:pt modelId="{9F2F5A0A-9302-416F-9FC8-BFEBFC7BA53C}" type="pres">
      <dgm:prSet presAssocID="{B3635975-9E76-4F81-9DD4-E5F7AEE8C963}" presName="connTx" presStyleLbl="parChTrans1D4" presStyleIdx="2" presStyleCnt="6"/>
      <dgm:spPr/>
      <dgm:t>
        <a:bodyPr/>
        <a:lstStyle/>
        <a:p>
          <a:endParaRPr lang="nl-NL"/>
        </a:p>
      </dgm:t>
    </dgm:pt>
    <dgm:pt modelId="{816170D3-5C51-4A56-8B38-1F1064B1152A}" type="pres">
      <dgm:prSet presAssocID="{23161D47-035E-499F-9BF7-0D109F93674E}" presName="root2" presStyleCnt="0"/>
      <dgm:spPr/>
      <dgm:t>
        <a:bodyPr/>
        <a:lstStyle/>
        <a:p>
          <a:endParaRPr lang="nl-NL"/>
        </a:p>
      </dgm:t>
    </dgm:pt>
    <dgm:pt modelId="{DB4D89C4-92FC-431A-881B-33CEB47481A1}" type="pres">
      <dgm:prSet presAssocID="{23161D47-035E-499F-9BF7-0D109F93674E}" presName="LevelTwoTextNode" presStyleLbl="node4" presStyleIdx="2" presStyleCnt="6">
        <dgm:presLayoutVars>
          <dgm:chPref val="3"/>
        </dgm:presLayoutVars>
      </dgm:prSet>
      <dgm:spPr/>
      <dgm:t>
        <a:bodyPr/>
        <a:lstStyle/>
        <a:p>
          <a:endParaRPr lang="nl-NL"/>
        </a:p>
      </dgm:t>
    </dgm:pt>
    <dgm:pt modelId="{18561BE1-A62D-4FCC-8E4E-80929022726E}" type="pres">
      <dgm:prSet presAssocID="{23161D47-035E-499F-9BF7-0D109F93674E}" presName="level3hierChild" presStyleCnt="0"/>
      <dgm:spPr/>
      <dgm:t>
        <a:bodyPr/>
        <a:lstStyle/>
        <a:p>
          <a:endParaRPr lang="nl-NL"/>
        </a:p>
      </dgm:t>
    </dgm:pt>
    <dgm:pt modelId="{F6878FF3-0513-4A14-8B4F-0DD016834F12}" type="pres">
      <dgm:prSet presAssocID="{A01EADA8-EF60-4A88-88EB-DB3C8B00C8BD}" presName="conn2-1" presStyleLbl="parChTrans1D2" presStyleIdx="2" presStyleCnt="4"/>
      <dgm:spPr/>
      <dgm:t>
        <a:bodyPr/>
        <a:lstStyle/>
        <a:p>
          <a:endParaRPr lang="nl-NL"/>
        </a:p>
      </dgm:t>
    </dgm:pt>
    <dgm:pt modelId="{255D7C78-2D0E-44F1-A397-C55E3B8F70CF}" type="pres">
      <dgm:prSet presAssocID="{A01EADA8-EF60-4A88-88EB-DB3C8B00C8BD}" presName="connTx" presStyleLbl="parChTrans1D2" presStyleIdx="2" presStyleCnt="4"/>
      <dgm:spPr/>
      <dgm:t>
        <a:bodyPr/>
        <a:lstStyle/>
        <a:p>
          <a:endParaRPr lang="nl-NL"/>
        </a:p>
      </dgm:t>
    </dgm:pt>
    <dgm:pt modelId="{19D0484B-BA71-4CD2-8812-A0C4638A14AA}" type="pres">
      <dgm:prSet presAssocID="{3DE8DAD8-F8B4-49D9-8C4E-F8CD4CB7B86B}" presName="root2" presStyleCnt="0"/>
      <dgm:spPr/>
      <dgm:t>
        <a:bodyPr/>
        <a:lstStyle/>
        <a:p>
          <a:endParaRPr lang="nl-NL"/>
        </a:p>
      </dgm:t>
    </dgm:pt>
    <dgm:pt modelId="{EA75E3E0-0092-460D-81F9-E20DD1BD2F6C}" type="pres">
      <dgm:prSet presAssocID="{3DE8DAD8-F8B4-49D9-8C4E-F8CD4CB7B86B}" presName="LevelTwoTextNode" presStyleLbl="node2" presStyleIdx="2" presStyleCnt="4">
        <dgm:presLayoutVars>
          <dgm:chPref val="3"/>
        </dgm:presLayoutVars>
      </dgm:prSet>
      <dgm:spPr/>
      <dgm:t>
        <a:bodyPr/>
        <a:lstStyle/>
        <a:p>
          <a:endParaRPr lang="nl-NL"/>
        </a:p>
      </dgm:t>
    </dgm:pt>
    <dgm:pt modelId="{32E277EB-2B73-494E-B1CA-01F986089BA6}" type="pres">
      <dgm:prSet presAssocID="{3DE8DAD8-F8B4-49D9-8C4E-F8CD4CB7B86B}" presName="level3hierChild" presStyleCnt="0"/>
      <dgm:spPr/>
      <dgm:t>
        <a:bodyPr/>
        <a:lstStyle/>
        <a:p>
          <a:endParaRPr lang="nl-NL"/>
        </a:p>
      </dgm:t>
    </dgm:pt>
    <dgm:pt modelId="{3EBE3BF2-7446-4024-BF0F-31933A0067C3}" type="pres">
      <dgm:prSet presAssocID="{71CC812E-3C96-4C0C-B97E-B7C286057316}" presName="conn2-1" presStyleLbl="parChTrans1D3" presStyleIdx="4" presStyleCnt="8"/>
      <dgm:spPr/>
      <dgm:t>
        <a:bodyPr/>
        <a:lstStyle/>
        <a:p>
          <a:endParaRPr lang="nl-NL"/>
        </a:p>
      </dgm:t>
    </dgm:pt>
    <dgm:pt modelId="{4AC64540-CA5E-48A3-9BB6-2A6B62B0B0B6}" type="pres">
      <dgm:prSet presAssocID="{71CC812E-3C96-4C0C-B97E-B7C286057316}" presName="connTx" presStyleLbl="parChTrans1D3" presStyleIdx="4" presStyleCnt="8"/>
      <dgm:spPr/>
      <dgm:t>
        <a:bodyPr/>
        <a:lstStyle/>
        <a:p>
          <a:endParaRPr lang="nl-NL"/>
        </a:p>
      </dgm:t>
    </dgm:pt>
    <dgm:pt modelId="{E189A955-3B76-41FF-8CD4-5711880B00E5}" type="pres">
      <dgm:prSet presAssocID="{3FD71D9B-580A-4FC3-BAA9-387DEC6A6E72}" presName="root2" presStyleCnt="0"/>
      <dgm:spPr/>
    </dgm:pt>
    <dgm:pt modelId="{897F65E1-B4D7-47ED-8599-413C8A8BD4CC}" type="pres">
      <dgm:prSet presAssocID="{3FD71D9B-580A-4FC3-BAA9-387DEC6A6E72}" presName="LevelTwoTextNode" presStyleLbl="node3" presStyleIdx="4" presStyleCnt="8">
        <dgm:presLayoutVars>
          <dgm:chPref val="3"/>
        </dgm:presLayoutVars>
      </dgm:prSet>
      <dgm:spPr/>
      <dgm:t>
        <a:bodyPr/>
        <a:lstStyle/>
        <a:p>
          <a:endParaRPr lang="nl-NL"/>
        </a:p>
      </dgm:t>
    </dgm:pt>
    <dgm:pt modelId="{0EAF79B8-B3A6-440F-83E6-88AD8991AD97}" type="pres">
      <dgm:prSet presAssocID="{3FD71D9B-580A-4FC3-BAA9-387DEC6A6E72}" presName="level3hierChild" presStyleCnt="0"/>
      <dgm:spPr/>
    </dgm:pt>
    <dgm:pt modelId="{D4F675A8-99FF-42F5-A322-DAD7F998E137}" type="pres">
      <dgm:prSet presAssocID="{57616242-2D90-4791-BAC0-49C10E79EFFB}" presName="conn2-1" presStyleLbl="parChTrans1D4" presStyleIdx="3" presStyleCnt="6"/>
      <dgm:spPr/>
      <dgm:t>
        <a:bodyPr/>
        <a:lstStyle/>
        <a:p>
          <a:endParaRPr lang="nl-NL"/>
        </a:p>
      </dgm:t>
    </dgm:pt>
    <dgm:pt modelId="{4F9D278B-4CA4-471A-B80C-C2AEB1457D8E}" type="pres">
      <dgm:prSet presAssocID="{57616242-2D90-4791-BAC0-49C10E79EFFB}" presName="connTx" presStyleLbl="parChTrans1D4" presStyleIdx="3" presStyleCnt="6"/>
      <dgm:spPr/>
      <dgm:t>
        <a:bodyPr/>
        <a:lstStyle/>
        <a:p>
          <a:endParaRPr lang="nl-NL"/>
        </a:p>
      </dgm:t>
    </dgm:pt>
    <dgm:pt modelId="{2A7A745F-2974-4DCF-93AA-0F650A47AE12}" type="pres">
      <dgm:prSet presAssocID="{8E908BBE-F3CA-4907-B168-E7E250DBEC2D}" presName="root2" presStyleCnt="0"/>
      <dgm:spPr/>
    </dgm:pt>
    <dgm:pt modelId="{A3AD28C9-5483-471D-A671-2311371FAA43}" type="pres">
      <dgm:prSet presAssocID="{8E908BBE-F3CA-4907-B168-E7E250DBEC2D}" presName="LevelTwoTextNode" presStyleLbl="node4" presStyleIdx="3" presStyleCnt="6">
        <dgm:presLayoutVars>
          <dgm:chPref val="3"/>
        </dgm:presLayoutVars>
      </dgm:prSet>
      <dgm:spPr/>
      <dgm:t>
        <a:bodyPr/>
        <a:lstStyle/>
        <a:p>
          <a:endParaRPr lang="nl-NL"/>
        </a:p>
      </dgm:t>
    </dgm:pt>
    <dgm:pt modelId="{A36AC2B4-25D2-4A27-BEAE-E903C6DDEAA2}" type="pres">
      <dgm:prSet presAssocID="{8E908BBE-F3CA-4907-B168-E7E250DBEC2D}" presName="level3hierChild" presStyleCnt="0"/>
      <dgm:spPr/>
    </dgm:pt>
    <dgm:pt modelId="{0091AE4E-EE10-410A-A3C3-4089860B1935}" type="pres">
      <dgm:prSet presAssocID="{A3551818-A0B3-4FEF-8BD0-4018AB11D744}" presName="conn2-1" presStyleLbl="parChTrans1D3" presStyleIdx="5" presStyleCnt="8"/>
      <dgm:spPr/>
      <dgm:t>
        <a:bodyPr/>
        <a:lstStyle/>
        <a:p>
          <a:endParaRPr lang="nl-NL"/>
        </a:p>
      </dgm:t>
    </dgm:pt>
    <dgm:pt modelId="{D5A070FC-CCDE-4F68-87D6-1DB7F838C165}" type="pres">
      <dgm:prSet presAssocID="{A3551818-A0B3-4FEF-8BD0-4018AB11D744}" presName="connTx" presStyleLbl="parChTrans1D3" presStyleIdx="5" presStyleCnt="8"/>
      <dgm:spPr/>
      <dgm:t>
        <a:bodyPr/>
        <a:lstStyle/>
        <a:p>
          <a:endParaRPr lang="nl-NL"/>
        </a:p>
      </dgm:t>
    </dgm:pt>
    <dgm:pt modelId="{F96315FB-2CB6-4A40-81C4-65134BD7F4AF}" type="pres">
      <dgm:prSet presAssocID="{F402366D-D05A-4E78-9E3F-7E3CCB1FA98F}" presName="root2" presStyleCnt="0"/>
      <dgm:spPr/>
    </dgm:pt>
    <dgm:pt modelId="{962C8C2C-1287-41ED-A530-65A03BCEDE93}" type="pres">
      <dgm:prSet presAssocID="{F402366D-D05A-4E78-9E3F-7E3CCB1FA98F}" presName="LevelTwoTextNode" presStyleLbl="node3" presStyleIdx="5" presStyleCnt="8">
        <dgm:presLayoutVars>
          <dgm:chPref val="3"/>
        </dgm:presLayoutVars>
      </dgm:prSet>
      <dgm:spPr/>
      <dgm:t>
        <a:bodyPr/>
        <a:lstStyle/>
        <a:p>
          <a:endParaRPr lang="nl-NL"/>
        </a:p>
      </dgm:t>
    </dgm:pt>
    <dgm:pt modelId="{C2C897B4-69EC-413A-A76F-6E0908B3F1AF}" type="pres">
      <dgm:prSet presAssocID="{F402366D-D05A-4E78-9E3F-7E3CCB1FA98F}" presName="level3hierChild" presStyleCnt="0"/>
      <dgm:spPr/>
    </dgm:pt>
    <dgm:pt modelId="{3B56FEBA-72C1-496B-A744-1CE851E12FB9}" type="pres">
      <dgm:prSet presAssocID="{231A698C-D957-4961-B3D0-602724FE198F}" presName="conn2-1" presStyleLbl="parChTrans1D4" presStyleIdx="4" presStyleCnt="6"/>
      <dgm:spPr/>
      <dgm:t>
        <a:bodyPr/>
        <a:lstStyle/>
        <a:p>
          <a:endParaRPr lang="nl-NL"/>
        </a:p>
      </dgm:t>
    </dgm:pt>
    <dgm:pt modelId="{A42FE517-B4E8-4140-B6C1-FD9D2070469C}" type="pres">
      <dgm:prSet presAssocID="{231A698C-D957-4961-B3D0-602724FE198F}" presName="connTx" presStyleLbl="parChTrans1D4" presStyleIdx="4" presStyleCnt="6"/>
      <dgm:spPr/>
      <dgm:t>
        <a:bodyPr/>
        <a:lstStyle/>
        <a:p>
          <a:endParaRPr lang="nl-NL"/>
        </a:p>
      </dgm:t>
    </dgm:pt>
    <dgm:pt modelId="{B44A2BE0-C8FF-47EE-B178-A7C3A7DC8A56}" type="pres">
      <dgm:prSet presAssocID="{128813ED-9360-4F0B-9F86-29C90F98418E}" presName="root2" presStyleCnt="0"/>
      <dgm:spPr/>
    </dgm:pt>
    <dgm:pt modelId="{9259D4C6-139B-48DB-8A20-A354EF7AE9E5}" type="pres">
      <dgm:prSet presAssocID="{128813ED-9360-4F0B-9F86-29C90F98418E}" presName="LevelTwoTextNode" presStyleLbl="node4" presStyleIdx="4" presStyleCnt="6">
        <dgm:presLayoutVars>
          <dgm:chPref val="3"/>
        </dgm:presLayoutVars>
      </dgm:prSet>
      <dgm:spPr/>
      <dgm:t>
        <a:bodyPr/>
        <a:lstStyle/>
        <a:p>
          <a:endParaRPr lang="nl-NL"/>
        </a:p>
      </dgm:t>
    </dgm:pt>
    <dgm:pt modelId="{18134CA5-F04E-4D2F-A4C9-C3137E0FC197}" type="pres">
      <dgm:prSet presAssocID="{128813ED-9360-4F0B-9F86-29C90F98418E}" presName="level3hierChild" presStyleCnt="0"/>
      <dgm:spPr/>
    </dgm:pt>
    <dgm:pt modelId="{7CC2C87D-1F24-41A6-8657-83DC4839936E}" type="pres">
      <dgm:prSet presAssocID="{0C07F937-BD96-47F3-B79B-3320504C5A38}" presName="conn2-1" presStyleLbl="parChTrans1D3" presStyleIdx="6" presStyleCnt="8"/>
      <dgm:spPr/>
      <dgm:t>
        <a:bodyPr/>
        <a:lstStyle/>
        <a:p>
          <a:endParaRPr lang="nl-NL"/>
        </a:p>
      </dgm:t>
    </dgm:pt>
    <dgm:pt modelId="{1C90A2D7-63C8-41FE-9BA6-CF9C61F5C3FE}" type="pres">
      <dgm:prSet presAssocID="{0C07F937-BD96-47F3-B79B-3320504C5A38}" presName="connTx" presStyleLbl="parChTrans1D3" presStyleIdx="6" presStyleCnt="8"/>
      <dgm:spPr/>
      <dgm:t>
        <a:bodyPr/>
        <a:lstStyle/>
        <a:p>
          <a:endParaRPr lang="nl-NL"/>
        </a:p>
      </dgm:t>
    </dgm:pt>
    <dgm:pt modelId="{CAEC8EFA-A90A-4DFB-8254-65D33FE829AC}" type="pres">
      <dgm:prSet presAssocID="{00293453-F014-47B1-B036-A90E4F885A9D}" presName="root2" presStyleCnt="0"/>
      <dgm:spPr/>
    </dgm:pt>
    <dgm:pt modelId="{DCD93437-C4BF-4B05-BAA0-DC744700057F}" type="pres">
      <dgm:prSet presAssocID="{00293453-F014-47B1-B036-A90E4F885A9D}" presName="LevelTwoTextNode" presStyleLbl="node3" presStyleIdx="6" presStyleCnt="8">
        <dgm:presLayoutVars>
          <dgm:chPref val="3"/>
        </dgm:presLayoutVars>
      </dgm:prSet>
      <dgm:spPr/>
      <dgm:t>
        <a:bodyPr/>
        <a:lstStyle/>
        <a:p>
          <a:endParaRPr lang="nl-NL"/>
        </a:p>
      </dgm:t>
    </dgm:pt>
    <dgm:pt modelId="{62A4CE28-0E95-43E1-88FA-9E3CD84D0C23}" type="pres">
      <dgm:prSet presAssocID="{00293453-F014-47B1-B036-A90E4F885A9D}" presName="level3hierChild" presStyleCnt="0"/>
      <dgm:spPr/>
    </dgm:pt>
    <dgm:pt modelId="{EFEB1B5F-0A4E-4F1D-A81C-F527406639ED}" type="pres">
      <dgm:prSet presAssocID="{B39EE2D7-6C22-4D7D-9A64-45FDCBE6CD62}" presName="conn2-1" presStyleLbl="parChTrans1D4" presStyleIdx="5" presStyleCnt="6"/>
      <dgm:spPr/>
      <dgm:t>
        <a:bodyPr/>
        <a:lstStyle/>
        <a:p>
          <a:endParaRPr lang="nl-NL"/>
        </a:p>
      </dgm:t>
    </dgm:pt>
    <dgm:pt modelId="{743B676A-66CE-4D24-86C8-96DB8BF729DF}" type="pres">
      <dgm:prSet presAssocID="{B39EE2D7-6C22-4D7D-9A64-45FDCBE6CD62}" presName="connTx" presStyleLbl="parChTrans1D4" presStyleIdx="5" presStyleCnt="6"/>
      <dgm:spPr/>
      <dgm:t>
        <a:bodyPr/>
        <a:lstStyle/>
        <a:p>
          <a:endParaRPr lang="nl-NL"/>
        </a:p>
      </dgm:t>
    </dgm:pt>
    <dgm:pt modelId="{748D91EC-2DBE-45A3-90E5-3239348CB571}" type="pres">
      <dgm:prSet presAssocID="{43A6D307-1FAC-43C5-ACC5-0AAE6D86963F}" presName="root2" presStyleCnt="0"/>
      <dgm:spPr/>
    </dgm:pt>
    <dgm:pt modelId="{6F4090AB-0D4A-4C83-8066-873AA672A716}" type="pres">
      <dgm:prSet presAssocID="{43A6D307-1FAC-43C5-ACC5-0AAE6D86963F}" presName="LevelTwoTextNode" presStyleLbl="node4" presStyleIdx="5" presStyleCnt="6">
        <dgm:presLayoutVars>
          <dgm:chPref val="3"/>
        </dgm:presLayoutVars>
      </dgm:prSet>
      <dgm:spPr/>
      <dgm:t>
        <a:bodyPr/>
        <a:lstStyle/>
        <a:p>
          <a:endParaRPr lang="nl-NL"/>
        </a:p>
      </dgm:t>
    </dgm:pt>
    <dgm:pt modelId="{1DABE05B-7EA6-48E6-8D78-FE45AAB6506D}" type="pres">
      <dgm:prSet presAssocID="{43A6D307-1FAC-43C5-ACC5-0AAE6D86963F}" presName="level3hierChild" presStyleCnt="0"/>
      <dgm:spPr/>
    </dgm:pt>
    <dgm:pt modelId="{31637781-95AF-464D-99EA-7DA1BEE0B993}" type="pres">
      <dgm:prSet presAssocID="{A7E20082-63B7-426F-A553-25F2D073487C}" presName="conn2-1" presStyleLbl="parChTrans1D2" presStyleIdx="3" presStyleCnt="4"/>
      <dgm:spPr/>
      <dgm:t>
        <a:bodyPr/>
        <a:lstStyle/>
        <a:p>
          <a:endParaRPr lang="nl-NL"/>
        </a:p>
      </dgm:t>
    </dgm:pt>
    <dgm:pt modelId="{F00FB550-E721-4A3A-A176-FF0EDAEABC08}" type="pres">
      <dgm:prSet presAssocID="{A7E20082-63B7-426F-A553-25F2D073487C}" presName="connTx" presStyleLbl="parChTrans1D2" presStyleIdx="3" presStyleCnt="4"/>
      <dgm:spPr/>
      <dgm:t>
        <a:bodyPr/>
        <a:lstStyle/>
        <a:p>
          <a:endParaRPr lang="nl-NL"/>
        </a:p>
      </dgm:t>
    </dgm:pt>
    <dgm:pt modelId="{D2DA568C-D687-42BB-8426-C664BB968B07}" type="pres">
      <dgm:prSet presAssocID="{21371ED3-E19E-4466-9F67-57A27387E08F}" presName="root2" presStyleCnt="0"/>
      <dgm:spPr/>
    </dgm:pt>
    <dgm:pt modelId="{0C6A7551-5501-4458-9490-33F22729055A}" type="pres">
      <dgm:prSet presAssocID="{21371ED3-E19E-4466-9F67-57A27387E08F}" presName="LevelTwoTextNode" presStyleLbl="node2" presStyleIdx="3" presStyleCnt="4">
        <dgm:presLayoutVars>
          <dgm:chPref val="3"/>
        </dgm:presLayoutVars>
      </dgm:prSet>
      <dgm:spPr/>
      <dgm:t>
        <a:bodyPr/>
        <a:lstStyle/>
        <a:p>
          <a:endParaRPr lang="nl-NL"/>
        </a:p>
      </dgm:t>
    </dgm:pt>
    <dgm:pt modelId="{A83ACFD7-C539-4C0F-84B6-A6C3633BB470}" type="pres">
      <dgm:prSet presAssocID="{21371ED3-E19E-4466-9F67-57A27387E08F}" presName="level3hierChild" presStyleCnt="0"/>
      <dgm:spPr/>
    </dgm:pt>
    <dgm:pt modelId="{5BC8A64E-3A07-4663-A758-3DD622512548}" type="pres">
      <dgm:prSet presAssocID="{D099E49A-4932-4478-8212-F05A302059C4}" presName="conn2-1" presStyleLbl="parChTrans1D3" presStyleIdx="7" presStyleCnt="8"/>
      <dgm:spPr/>
      <dgm:t>
        <a:bodyPr/>
        <a:lstStyle/>
        <a:p>
          <a:endParaRPr lang="nl-NL"/>
        </a:p>
      </dgm:t>
    </dgm:pt>
    <dgm:pt modelId="{C3058484-76BF-450F-87A7-76C16D083E09}" type="pres">
      <dgm:prSet presAssocID="{D099E49A-4932-4478-8212-F05A302059C4}" presName="connTx" presStyleLbl="parChTrans1D3" presStyleIdx="7" presStyleCnt="8"/>
      <dgm:spPr/>
      <dgm:t>
        <a:bodyPr/>
        <a:lstStyle/>
        <a:p>
          <a:endParaRPr lang="nl-NL"/>
        </a:p>
      </dgm:t>
    </dgm:pt>
    <dgm:pt modelId="{39069646-0E4D-4557-8D9B-38BBECAA18CF}" type="pres">
      <dgm:prSet presAssocID="{A6690802-AFC8-4D95-B1ED-F5283FE563EF}" presName="root2" presStyleCnt="0"/>
      <dgm:spPr/>
      <dgm:t>
        <a:bodyPr/>
        <a:lstStyle/>
        <a:p>
          <a:endParaRPr lang="nl-NL"/>
        </a:p>
      </dgm:t>
    </dgm:pt>
    <dgm:pt modelId="{55F82144-2C22-4310-AE96-8B86570E193C}" type="pres">
      <dgm:prSet presAssocID="{A6690802-AFC8-4D95-B1ED-F5283FE563EF}" presName="LevelTwoTextNode" presStyleLbl="node3" presStyleIdx="7" presStyleCnt="8">
        <dgm:presLayoutVars>
          <dgm:chPref val="3"/>
        </dgm:presLayoutVars>
      </dgm:prSet>
      <dgm:spPr/>
      <dgm:t>
        <a:bodyPr/>
        <a:lstStyle/>
        <a:p>
          <a:endParaRPr lang="nl-NL"/>
        </a:p>
      </dgm:t>
    </dgm:pt>
    <dgm:pt modelId="{770670EE-BB41-47EC-93F4-BBED8F52B3D4}" type="pres">
      <dgm:prSet presAssocID="{A6690802-AFC8-4D95-B1ED-F5283FE563EF}" presName="level3hierChild" presStyleCnt="0"/>
      <dgm:spPr/>
      <dgm:t>
        <a:bodyPr/>
        <a:lstStyle/>
        <a:p>
          <a:endParaRPr lang="nl-NL"/>
        </a:p>
      </dgm:t>
    </dgm:pt>
  </dgm:ptLst>
  <dgm:cxnLst>
    <dgm:cxn modelId="{4EE778FF-8CB3-43D9-9A14-36A3C3F54EC4}" type="presOf" srcId="{B39EE2D7-6C22-4D7D-9A64-45FDCBE6CD62}" destId="{743B676A-66CE-4D24-86C8-96DB8BF729DF}" srcOrd="1" destOrd="0" presId="urn:microsoft.com/office/officeart/2005/8/layout/hierarchy2"/>
    <dgm:cxn modelId="{191A8420-0430-4725-91A6-EC75C3F3B250}" srcId="{3FD71D9B-580A-4FC3-BAA9-387DEC6A6E72}" destId="{8E908BBE-F3CA-4907-B168-E7E250DBEC2D}" srcOrd="0" destOrd="0" parTransId="{57616242-2D90-4791-BAC0-49C10E79EFFB}" sibTransId="{46E2082F-5976-433E-9BD7-CD9A7C18A4A3}"/>
    <dgm:cxn modelId="{693F72C0-9644-4D04-925E-B615D482609C}" type="presOf" srcId="{14DFF35E-3946-46A6-8866-30281AE65B38}" destId="{075167E1-4E8A-4E5A-BB9F-D5A205AF7BF0}" srcOrd="0" destOrd="0" presId="urn:microsoft.com/office/officeart/2005/8/layout/hierarchy2"/>
    <dgm:cxn modelId="{DDBC0726-9A33-4DBC-B9C8-5EA72DA5FE4B}" type="presOf" srcId="{71CC812E-3C96-4C0C-B97E-B7C286057316}" destId="{4AC64540-CA5E-48A3-9BB6-2A6B62B0B0B6}" srcOrd="1" destOrd="0" presId="urn:microsoft.com/office/officeart/2005/8/layout/hierarchy2"/>
    <dgm:cxn modelId="{5DBD9379-93A1-429D-9921-C265E9299C56}" srcId="{7578B65A-2B97-42BC-8A11-C4EE99B9AF59}" destId="{4CD2FAFC-8B0F-4022-910E-583ECF2CBE8C}" srcOrd="0" destOrd="0" parTransId="{C72B6867-8457-45DE-9EFB-FB624DB4C1D5}" sibTransId="{559DE5C0-6448-4056-BE28-91840744442B}"/>
    <dgm:cxn modelId="{ADCE2A6D-C771-46D8-91F9-3E21DB482060}" type="presOf" srcId="{9EE96379-9983-4CE4-97FD-693FFCE77E63}" destId="{7E337039-FD42-4740-A03E-AC3016D62511}" srcOrd="0" destOrd="0" presId="urn:microsoft.com/office/officeart/2005/8/layout/hierarchy2"/>
    <dgm:cxn modelId="{23E8E505-6730-4316-AD04-10916D231A6B}" srcId="{3DE8DAD8-F8B4-49D9-8C4E-F8CD4CB7B86B}" destId="{F402366D-D05A-4E78-9E3F-7E3CCB1FA98F}" srcOrd="1" destOrd="0" parTransId="{A3551818-A0B3-4FEF-8BD0-4018AB11D744}" sibTransId="{786F27AB-1E02-41FE-B18C-9FE6C24B9BF8}"/>
    <dgm:cxn modelId="{B31CFCD4-8A4E-4EE0-AD41-74D6E8733467}" type="presOf" srcId="{CCF6B381-C28C-4295-8770-58C2B24F8C13}" destId="{F03D2E55-BAAC-42D3-BD23-700776F63C15}" srcOrd="0" destOrd="0" presId="urn:microsoft.com/office/officeart/2005/8/layout/hierarchy2"/>
    <dgm:cxn modelId="{6FFEAD22-625C-4992-A93A-4BBC38D711F0}" type="presOf" srcId="{0F295B7C-31E7-4F30-9510-80FED4F790A0}" destId="{D21693A7-3711-4D01-89BA-7B84AEC3300D}" srcOrd="0" destOrd="0" presId="urn:microsoft.com/office/officeart/2005/8/layout/hierarchy2"/>
    <dgm:cxn modelId="{338D75AF-19AF-446E-B2B0-D3DCE3ACA34F}" srcId="{00293453-F014-47B1-B036-A90E4F885A9D}" destId="{43A6D307-1FAC-43C5-ACC5-0AAE6D86963F}" srcOrd="0" destOrd="0" parTransId="{B39EE2D7-6C22-4D7D-9A64-45FDCBE6CD62}" sibTransId="{3EC36F39-492E-4CA6-BC21-9B5790D23847}"/>
    <dgm:cxn modelId="{7F4AC126-2C38-4121-A543-70D23CAAB3F2}" type="presOf" srcId="{A01EADA8-EF60-4A88-88EB-DB3C8B00C8BD}" destId="{255D7C78-2D0E-44F1-A397-C55E3B8F70CF}" srcOrd="1" destOrd="0" presId="urn:microsoft.com/office/officeart/2005/8/layout/hierarchy2"/>
    <dgm:cxn modelId="{813EE9E1-F0EB-470B-BE82-F5D8E99DFC93}" type="presOf" srcId="{3FD71D9B-580A-4FC3-BAA9-387DEC6A6E72}" destId="{897F65E1-B4D7-47ED-8599-413C8A8BD4CC}" srcOrd="0" destOrd="0" presId="urn:microsoft.com/office/officeart/2005/8/layout/hierarchy2"/>
    <dgm:cxn modelId="{D805ECAB-5D57-451E-A058-E8645A17D73A}" type="presOf" srcId="{23161D47-035E-499F-9BF7-0D109F93674E}" destId="{DB4D89C4-92FC-431A-881B-33CEB47481A1}" srcOrd="0" destOrd="0" presId="urn:microsoft.com/office/officeart/2005/8/layout/hierarchy2"/>
    <dgm:cxn modelId="{BC9514F2-1E04-407D-8267-004BC23721BD}" srcId="{D94BED33-6099-4659-BEAC-83461631A18A}" destId="{7578B65A-2B97-42BC-8A11-C4EE99B9AF59}" srcOrd="1" destOrd="0" parTransId="{9EE96379-9983-4CE4-97FD-693FFCE77E63}" sibTransId="{3CE08C98-723F-4F29-B834-3929D9BC8A2C}"/>
    <dgm:cxn modelId="{F5A6B85F-6210-4CE2-9B3B-7473698EC318}" srcId="{A8046565-F791-4A2A-95DC-E5913E832493}" destId="{E225FA97-39D1-4B52-862B-0C50CE582610}" srcOrd="0" destOrd="0" parTransId="{FC384BF4-0982-4409-863C-D1E64DFAD30A}" sibTransId="{3D4E9D3C-9F0B-40C5-B80D-4696C22D23E9}"/>
    <dgm:cxn modelId="{7D54A374-DB58-450E-931C-027F2633776C}" type="presOf" srcId="{C2A20361-2D2B-4946-AEFF-A178F4968F9D}" destId="{389CF87F-6B56-436D-AAC0-1DA1CF0FF7D1}" srcOrd="0" destOrd="0" presId="urn:microsoft.com/office/officeart/2005/8/layout/hierarchy2"/>
    <dgm:cxn modelId="{BE73D949-F1C8-462C-9145-4F10E8AE7534}" type="presOf" srcId="{A3551818-A0B3-4FEF-8BD0-4018AB11D744}" destId="{D5A070FC-CCDE-4F68-87D6-1DB7F838C165}" srcOrd="1" destOrd="0" presId="urn:microsoft.com/office/officeart/2005/8/layout/hierarchy2"/>
    <dgm:cxn modelId="{E70B534E-CDC2-40FF-B9DC-09273DDC23B7}" type="presOf" srcId="{56FD88E3-31AB-4E9D-AB73-58E9570000C5}" destId="{8195EE4E-E6C1-4863-8D55-02A1A2D52537}" srcOrd="0" destOrd="0" presId="urn:microsoft.com/office/officeart/2005/8/layout/hierarchy2"/>
    <dgm:cxn modelId="{B96A0670-608C-4A15-98A6-A65163CF379E}" type="presOf" srcId="{231A698C-D957-4961-B3D0-602724FE198F}" destId="{3B56FEBA-72C1-496B-A744-1CE851E12FB9}" srcOrd="0" destOrd="0" presId="urn:microsoft.com/office/officeart/2005/8/layout/hierarchy2"/>
    <dgm:cxn modelId="{6A72792D-E54B-4D4D-AB0F-B32A14BFC859}" type="presOf" srcId="{A6690802-AFC8-4D95-B1ED-F5283FE563EF}" destId="{55F82144-2C22-4310-AE96-8B86570E193C}" srcOrd="0" destOrd="0" presId="urn:microsoft.com/office/officeart/2005/8/layout/hierarchy2"/>
    <dgm:cxn modelId="{250FBBF7-0F09-458A-AD0C-63D0D04CB318}" type="presOf" srcId="{14DFF35E-3946-46A6-8866-30281AE65B38}" destId="{1E1662BE-89C6-4C58-A703-B6750C6FECEE}" srcOrd="1" destOrd="0" presId="urn:microsoft.com/office/officeart/2005/8/layout/hierarchy2"/>
    <dgm:cxn modelId="{87064E0D-2115-4AA9-BAC4-7996430D7A14}" type="presOf" srcId="{72CAA76C-79EC-4151-9645-B2B78E2FA945}" destId="{638832C7-DEE5-4014-B1F9-8C4FF0432A3F}" srcOrd="0" destOrd="0" presId="urn:microsoft.com/office/officeart/2005/8/layout/hierarchy2"/>
    <dgm:cxn modelId="{8C26F73F-BF9F-4F38-AD78-DE227E5257FB}" srcId="{D94BED33-6099-4659-BEAC-83461631A18A}" destId="{21371ED3-E19E-4466-9F67-57A27387E08F}" srcOrd="3" destOrd="0" parTransId="{A7E20082-63B7-426F-A553-25F2D073487C}" sibTransId="{9F0FB85C-D6D0-4C91-96CB-1AE0E49753AC}"/>
    <dgm:cxn modelId="{F8668D1E-4F97-4BF9-AE26-FAC9CD45D0F2}" type="presOf" srcId="{43A6D307-1FAC-43C5-ACC5-0AAE6D86963F}" destId="{6F4090AB-0D4A-4C83-8066-873AA672A716}" srcOrd="0" destOrd="0" presId="urn:microsoft.com/office/officeart/2005/8/layout/hierarchy2"/>
    <dgm:cxn modelId="{178B16C7-5B82-47E2-B7CA-490690931B83}" type="presOf" srcId="{8A343635-2B4D-4ED7-A7F9-C2C0685D593B}" destId="{A4A6828E-582D-4B4A-A606-3E65769A65CE}" srcOrd="0" destOrd="0" presId="urn:microsoft.com/office/officeart/2005/8/layout/hierarchy2"/>
    <dgm:cxn modelId="{E3E2FB9B-0220-4799-B12D-582B93F1E8CB}" type="presOf" srcId="{A3551818-A0B3-4FEF-8BD0-4018AB11D744}" destId="{0091AE4E-EE10-410A-A3C3-4089860B1935}" srcOrd="0" destOrd="0" presId="urn:microsoft.com/office/officeart/2005/8/layout/hierarchy2"/>
    <dgm:cxn modelId="{334EA837-536C-4C18-AA1F-4C6C068FC4BE}" type="presOf" srcId="{B39EE2D7-6C22-4D7D-9A64-45FDCBE6CD62}" destId="{EFEB1B5F-0A4E-4F1D-A81C-F527406639ED}" srcOrd="0" destOrd="0" presId="urn:microsoft.com/office/officeart/2005/8/layout/hierarchy2"/>
    <dgm:cxn modelId="{7488B3E2-BB73-434E-A7A0-F944EBC0F06F}" srcId="{7578B65A-2B97-42BC-8A11-C4EE99B9AF59}" destId="{C2A20361-2D2B-4946-AEFF-A178F4968F9D}" srcOrd="2" destOrd="0" parTransId="{72CAA76C-79EC-4151-9645-B2B78E2FA945}" sibTransId="{D9DA3BBD-B716-4702-90DF-0D6288489E02}"/>
    <dgm:cxn modelId="{1153EDAF-6463-47E0-AB59-680CFC556B9F}" type="presOf" srcId="{D94BED33-6099-4659-BEAC-83461631A18A}" destId="{B5826858-7EF5-47AE-8E0E-CEB5421C4F20}" srcOrd="0" destOrd="0" presId="urn:microsoft.com/office/officeart/2005/8/layout/hierarchy2"/>
    <dgm:cxn modelId="{449EB808-7002-422E-8821-5FA1A820CCAE}" type="presOf" srcId="{A01EADA8-EF60-4A88-88EB-DB3C8B00C8BD}" destId="{F6878FF3-0513-4A14-8B4F-0DD016834F12}" srcOrd="0" destOrd="0" presId="urn:microsoft.com/office/officeart/2005/8/layout/hierarchy2"/>
    <dgm:cxn modelId="{1F7E079A-8078-42D2-B3B9-DB7467C67B07}" type="presOf" srcId="{FC384BF4-0982-4409-863C-D1E64DFAD30A}" destId="{9ABA8DFD-94E5-48F2-9F1C-49AF51C51084}" srcOrd="1" destOrd="0" presId="urn:microsoft.com/office/officeart/2005/8/layout/hierarchy2"/>
    <dgm:cxn modelId="{7AC75F80-6215-4F76-87E0-C2A28E12102A}" srcId="{3DE8DAD8-F8B4-49D9-8C4E-F8CD4CB7B86B}" destId="{3FD71D9B-580A-4FC3-BAA9-387DEC6A6E72}" srcOrd="0" destOrd="0" parTransId="{71CC812E-3C96-4C0C-B97E-B7C286057316}" sibTransId="{8B89F0AA-2C25-4064-B563-EE864DEF8BB9}"/>
    <dgm:cxn modelId="{45F56889-AC35-4713-AED5-0599BD78D571}" type="presOf" srcId="{57616242-2D90-4791-BAC0-49C10E79EFFB}" destId="{D4F675A8-99FF-42F5-A322-DAD7F998E137}" srcOrd="0" destOrd="0" presId="urn:microsoft.com/office/officeart/2005/8/layout/hierarchy2"/>
    <dgm:cxn modelId="{F6234FA5-7F52-47C7-9146-B17FA6D39170}" type="presOf" srcId="{0C07F937-BD96-47F3-B79B-3320504C5A38}" destId="{1C90A2D7-63C8-41FE-9BA6-CF9C61F5C3FE}" srcOrd="1" destOrd="0" presId="urn:microsoft.com/office/officeart/2005/8/layout/hierarchy2"/>
    <dgm:cxn modelId="{2C8CB2A0-A1F5-453A-8C8B-B77F6A03C0F7}" type="presOf" srcId="{D099E49A-4932-4478-8212-F05A302059C4}" destId="{C3058484-76BF-450F-87A7-76C16D083E09}" srcOrd="1" destOrd="0" presId="urn:microsoft.com/office/officeart/2005/8/layout/hierarchy2"/>
    <dgm:cxn modelId="{F0B071DD-B4AB-44A4-BB5C-6A73E228A024}" type="presOf" srcId="{C72B6867-8457-45DE-9EFB-FB624DB4C1D5}" destId="{297EE36E-66C0-466D-BF8B-5792A17E5A6E}" srcOrd="0" destOrd="0" presId="urn:microsoft.com/office/officeart/2005/8/layout/hierarchy2"/>
    <dgm:cxn modelId="{DDAE7662-02AB-4449-9802-D4F15524FCDA}" srcId="{D94BED33-6099-4659-BEAC-83461631A18A}" destId="{CCF6B381-C28C-4295-8770-58C2B24F8C13}" srcOrd="0" destOrd="0" parTransId="{D432CCB6-7F09-4850-955F-56DADF61AE04}" sibTransId="{71F5BDEF-46E6-429E-88B8-4395322A631E}"/>
    <dgm:cxn modelId="{14A5A7A4-3573-49D6-BF3C-1FE07629ED85}" type="presOf" srcId="{C72B6867-8457-45DE-9EFB-FB624DB4C1D5}" destId="{94D761A9-52C4-439F-B728-9CBBB55ED2BF}" srcOrd="1" destOrd="0" presId="urn:microsoft.com/office/officeart/2005/8/layout/hierarchy2"/>
    <dgm:cxn modelId="{90DD664B-E82C-45E8-972A-1DE845BAE6B5}" srcId="{CCF6B381-C28C-4295-8770-58C2B24F8C13}" destId="{A8046565-F791-4A2A-95DC-E5913E832493}" srcOrd="0" destOrd="0" parTransId="{8A343635-2B4D-4ED7-A7F9-C2C0685D593B}" sibTransId="{14BD36F5-9006-4570-A1AB-ACB205CEA0D2}"/>
    <dgm:cxn modelId="{7C1FF8A6-D66A-44B0-8416-73A593ABC006}" type="presOf" srcId="{3DE8DAD8-F8B4-49D9-8C4E-F8CD4CB7B86B}" destId="{EA75E3E0-0092-460D-81F9-E20DD1BD2F6C}" srcOrd="0" destOrd="0" presId="urn:microsoft.com/office/officeart/2005/8/layout/hierarchy2"/>
    <dgm:cxn modelId="{C6CCC661-0BFB-422E-BC73-29B2CE71DD3A}" type="presOf" srcId="{A8046565-F791-4A2A-95DC-E5913E832493}" destId="{68685B82-4DF1-48E9-A86F-3754CE6CF25D}" srcOrd="0" destOrd="0" presId="urn:microsoft.com/office/officeart/2005/8/layout/hierarchy2"/>
    <dgm:cxn modelId="{E6BDD328-E3A5-4377-B224-C0712BB08E22}" type="presOf" srcId="{B3635975-9E76-4F81-9DD4-E5F7AEE8C963}" destId="{D74D5456-6FBF-48D1-B71E-10B682FF78A7}" srcOrd="0" destOrd="0" presId="urn:microsoft.com/office/officeart/2005/8/layout/hierarchy2"/>
    <dgm:cxn modelId="{8B8D9627-E41F-4FB8-8DF9-2EEFA4528C1B}" type="presOf" srcId="{7578B65A-2B97-42BC-8A11-C4EE99B9AF59}" destId="{FF9F032A-5E0F-4AB2-B7CC-8F3E8A98DA8E}" srcOrd="0" destOrd="0" presId="urn:microsoft.com/office/officeart/2005/8/layout/hierarchy2"/>
    <dgm:cxn modelId="{E3AE7E19-CDEC-4651-835D-689628168804}" type="presOf" srcId="{B3635975-9E76-4F81-9DD4-E5F7AEE8C963}" destId="{9F2F5A0A-9302-416F-9FC8-BFEBFC7BA53C}" srcOrd="1" destOrd="0" presId="urn:microsoft.com/office/officeart/2005/8/layout/hierarchy2"/>
    <dgm:cxn modelId="{D10012EC-D997-4C21-B7F1-C487206C9A36}" type="presOf" srcId="{E225FA97-39D1-4B52-862B-0C50CE582610}" destId="{131BAD83-2B68-47B1-830E-839AE978E5DA}" srcOrd="0" destOrd="0" presId="urn:microsoft.com/office/officeart/2005/8/layout/hierarchy2"/>
    <dgm:cxn modelId="{EE77F928-CF0C-45CC-A81A-0B81A861C5C5}" srcId="{F402366D-D05A-4E78-9E3F-7E3CCB1FA98F}" destId="{128813ED-9360-4F0B-9F86-29C90F98418E}" srcOrd="0" destOrd="0" parTransId="{231A698C-D957-4961-B3D0-602724FE198F}" sibTransId="{A89A3222-DFFA-4501-9660-9D806E79770B}"/>
    <dgm:cxn modelId="{13AD38C0-D6B1-452A-8A73-2FE55E84B87E}" srcId="{0F295B7C-31E7-4F30-9510-80FED4F790A0}" destId="{56FD88E3-31AB-4E9D-AB73-58E9570000C5}" srcOrd="0" destOrd="0" parTransId="{4605E3AC-AEE2-48E8-86EA-B9D3BF72C2B6}" sibTransId="{58EE8B88-0E34-439A-9116-C706A3102981}"/>
    <dgm:cxn modelId="{BD80CC5F-0470-4F09-B408-71E14E99D36A}" type="presOf" srcId="{8E908BBE-F3CA-4907-B168-E7E250DBEC2D}" destId="{A3AD28C9-5483-471D-A671-2311371FAA43}" srcOrd="0" destOrd="0" presId="urn:microsoft.com/office/officeart/2005/8/layout/hierarchy2"/>
    <dgm:cxn modelId="{6AD9FCF1-AC22-47FE-8A39-81B7962102E8}" type="presOf" srcId="{4CD2FAFC-8B0F-4022-910E-583ECF2CBE8C}" destId="{BE62043F-8BD5-470B-BE7C-F934D86EA5BE}" srcOrd="0" destOrd="0" presId="urn:microsoft.com/office/officeart/2005/8/layout/hierarchy2"/>
    <dgm:cxn modelId="{4E3983DC-4272-419C-B3FA-F8C5738CE773}" type="presOf" srcId="{21371ED3-E19E-4466-9F67-57A27387E08F}" destId="{0C6A7551-5501-4458-9490-33F22729055A}" srcOrd="0" destOrd="0" presId="urn:microsoft.com/office/officeart/2005/8/layout/hierarchy2"/>
    <dgm:cxn modelId="{121F2835-C095-499D-BD4F-415DA72CEEFF}" type="presOf" srcId="{0C07F937-BD96-47F3-B79B-3320504C5A38}" destId="{7CC2C87D-1F24-41A6-8657-83DC4839936E}" srcOrd="0" destOrd="0" presId="urn:microsoft.com/office/officeart/2005/8/layout/hierarchy2"/>
    <dgm:cxn modelId="{F2CDF97F-A19A-42AA-9D3F-097DD4FA4860}" srcId="{D94BED33-6099-4659-BEAC-83461631A18A}" destId="{3DE8DAD8-F8B4-49D9-8C4E-F8CD4CB7B86B}" srcOrd="2" destOrd="0" parTransId="{A01EADA8-EF60-4A88-88EB-DB3C8B00C8BD}" sibTransId="{A381A0A6-2FD6-4417-9106-36AC5F36BF9F}"/>
    <dgm:cxn modelId="{1C44E98A-5EBC-4821-A8F1-4B602F47CCB4}" type="presOf" srcId="{9EE96379-9983-4CE4-97FD-693FFCE77E63}" destId="{53750C0D-76BC-4B3E-943F-E8D39E3E8621}" srcOrd="1" destOrd="0" presId="urn:microsoft.com/office/officeart/2005/8/layout/hierarchy2"/>
    <dgm:cxn modelId="{B1480B10-6FE3-42EF-9479-1C36CA87FD8B}" type="presOf" srcId="{F402366D-D05A-4E78-9E3F-7E3CCB1FA98F}" destId="{962C8C2C-1287-41ED-A530-65A03BCEDE93}" srcOrd="0" destOrd="0" presId="urn:microsoft.com/office/officeart/2005/8/layout/hierarchy2"/>
    <dgm:cxn modelId="{35C7D0E9-47CA-4F73-93F2-7312460EDBC4}" type="presOf" srcId="{4605E3AC-AEE2-48E8-86EA-B9D3BF72C2B6}" destId="{FD19FE5D-4B12-43FD-8788-F25A4DE32D4E}" srcOrd="0" destOrd="0" presId="urn:microsoft.com/office/officeart/2005/8/layout/hierarchy2"/>
    <dgm:cxn modelId="{B8BBB9C9-8C2F-4635-A6BD-431FD4B1DC55}" type="presOf" srcId="{D432CCB6-7F09-4850-955F-56DADF61AE04}" destId="{4CD3F2E5-43F4-4AA6-A21E-AD1C92664B4E}" srcOrd="1" destOrd="0" presId="urn:microsoft.com/office/officeart/2005/8/layout/hierarchy2"/>
    <dgm:cxn modelId="{7AF16FEB-1BD6-4978-8BA0-F87336437EE1}" type="presOf" srcId="{8A343635-2B4D-4ED7-A7F9-C2C0685D593B}" destId="{7928950B-0341-47BF-970A-07BDFF48CD35}" srcOrd="1" destOrd="0" presId="urn:microsoft.com/office/officeart/2005/8/layout/hierarchy2"/>
    <dgm:cxn modelId="{4427F7B3-8F36-4D59-84DB-CC200062FE3B}" type="presOf" srcId="{00293453-F014-47B1-B036-A90E4F885A9D}" destId="{DCD93437-C4BF-4B05-BAA0-DC744700057F}" srcOrd="0" destOrd="0" presId="urn:microsoft.com/office/officeart/2005/8/layout/hierarchy2"/>
    <dgm:cxn modelId="{0C6F6FDE-B635-4630-9EDD-90224BD2061A}" type="presOf" srcId="{128813ED-9360-4F0B-9F86-29C90F98418E}" destId="{9259D4C6-139B-48DB-8A20-A354EF7AE9E5}" srcOrd="0" destOrd="0" presId="urn:microsoft.com/office/officeart/2005/8/layout/hierarchy2"/>
    <dgm:cxn modelId="{21048AD6-78C7-4E30-B824-EA327D9EC403}" type="presOf" srcId="{A7E20082-63B7-426F-A553-25F2D073487C}" destId="{31637781-95AF-464D-99EA-7DA1BEE0B993}" srcOrd="0" destOrd="0" presId="urn:microsoft.com/office/officeart/2005/8/layout/hierarchy2"/>
    <dgm:cxn modelId="{BD5B4808-7A73-4126-BBC9-2AD951372E6A}" type="presOf" srcId="{72CAA76C-79EC-4151-9645-B2B78E2FA945}" destId="{BC976E7B-3CFC-40AC-9CA8-A8F5F1186BA4}" srcOrd="1" destOrd="0" presId="urn:microsoft.com/office/officeart/2005/8/layout/hierarchy2"/>
    <dgm:cxn modelId="{36514B95-1EC5-4C71-A2BB-A191D150A088}" type="presOf" srcId="{4605E3AC-AEE2-48E8-86EA-B9D3BF72C2B6}" destId="{BF9F2B27-B7B2-4CB4-92FC-C457A2B9C558}" srcOrd="1" destOrd="0" presId="urn:microsoft.com/office/officeart/2005/8/layout/hierarchy2"/>
    <dgm:cxn modelId="{5FF43083-EB35-4FD1-BB09-E5CA5261E713}" type="presOf" srcId="{FC384BF4-0982-4409-863C-D1E64DFAD30A}" destId="{659A0811-D87A-4A6B-A855-59AE6E772ABD}" srcOrd="0" destOrd="0" presId="urn:microsoft.com/office/officeart/2005/8/layout/hierarchy2"/>
    <dgm:cxn modelId="{B5DFF10A-507A-41C4-A7A4-96FE89A54BDC}" type="presOf" srcId="{71CC812E-3C96-4C0C-B97E-B7C286057316}" destId="{3EBE3BF2-7446-4024-BF0F-31933A0067C3}" srcOrd="0" destOrd="0" presId="urn:microsoft.com/office/officeart/2005/8/layout/hierarchy2"/>
    <dgm:cxn modelId="{06589872-FC77-499C-AA1B-446486D8005E}" type="presOf" srcId="{59AB1CBA-C287-4D29-B852-C5957C1B41E1}" destId="{A29FB7FD-7A82-4909-8B89-3FB12F26FF01}" srcOrd="0" destOrd="0" presId="urn:microsoft.com/office/officeart/2005/8/layout/hierarchy2"/>
    <dgm:cxn modelId="{338B38C0-7EE6-41F5-9006-D78D0E8EA2D6}" type="presOf" srcId="{A7E20082-63B7-426F-A553-25F2D073487C}" destId="{F00FB550-E721-4A3A-A176-FF0EDAEABC08}" srcOrd="1" destOrd="0" presId="urn:microsoft.com/office/officeart/2005/8/layout/hierarchy2"/>
    <dgm:cxn modelId="{F9AEE349-3661-4790-8104-33888B1F3389}" srcId="{21371ED3-E19E-4466-9F67-57A27387E08F}" destId="{A6690802-AFC8-4D95-B1ED-F5283FE563EF}" srcOrd="0" destOrd="0" parTransId="{D099E49A-4932-4478-8212-F05A302059C4}" sibTransId="{35AC6B0E-3383-4FF3-B332-07F2DBE2D788}"/>
    <dgm:cxn modelId="{B238B137-A390-4945-9B13-A48A23B2AAD8}" srcId="{7578B65A-2B97-42BC-8A11-C4EE99B9AF59}" destId="{0F295B7C-31E7-4F30-9510-80FED4F790A0}" srcOrd="1" destOrd="0" parTransId="{14DFF35E-3946-46A6-8866-30281AE65B38}" sibTransId="{1A2176EC-5DB0-4D0E-B43D-E79F0593456A}"/>
    <dgm:cxn modelId="{1A6E77EB-9AC1-4E13-A539-B36949F17334}" type="presOf" srcId="{57616242-2D90-4791-BAC0-49C10E79EFFB}" destId="{4F9D278B-4CA4-471A-B80C-C2AEB1457D8E}" srcOrd="1" destOrd="0" presId="urn:microsoft.com/office/officeart/2005/8/layout/hierarchy2"/>
    <dgm:cxn modelId="{6486D555-249B-4687-84CC-DEB3203AA572}" srcId="{59AB1CBA-C287-4D29-B852-C5957C1B41E1}" destId="{D94BED33-6099-4659-BEAC-83461631A18A}" srcOrd="0" destOrd="0" parTransId="{DE12C222-6F0B-4AF4-9E20-62552A5513F5}" sibTransId="{BC8B524F-C9AD-431D-9112-2FCA4C50073F}"/>
    <dgm:cxn modelId="{B521D308-9164-4709-B6DA-6D6401C2BA89}" srcId="{3DE8DAD8-F8B4-49D9-8C4E-F8CD4CB7B86B}" destId="{00293453-F014-47B1-B036-A90E4F885A9D}" srcOrd="2" destOrd="0" parTransId="{0C07F937-BD96-47F3-B79B-3320504C5A38}" sibTransId="{0D905FE1-A917-4F4A-B1C7-050FB07B89C5}"/>
    <dgm:cxn modelId="{60E19D6A-7389-48C5-952D-47EDDEAB7CAC}" type="presOf" srcId="{231A698C-D957-4961-B3D0-602724FE198F}" destId="{A42FE517-B4E8-4140-B6C1-FD9D2070469C}" srcOrd="1" destOrd="0" presId="urn:microsoft.com/office/officeart/2005/8/layout/hierarchy2"/>
    <dgm:cxn modelId="{83A2313E-AC99-4ACE-AF2F-4F10BD1235BC}" srcId="{C2A20361-2D2B-4946-AEFF-A178F4968F9D}" destId="{23161D47-035E-499F-9BF7-0D109F93674E}" srcOrd="0" destOrd="0" parTransId="{B3635975-9E76-4F81-9DD4-E5F7AEE8C963}" sibTransId="{65CF51A7-68BF-4A5C-8761-40996B6068D1}"/>
    <dgm:cxn modelId="{48D97D0C-CAE2-49B0-B4F0-E2437C819251}" type="presOf" srcId="{D099E49A-4932-4478-8212-F05A302059C4}" destId="{5BC8A64E-3A07-4663-A758-3DD622512548}" srcOrd="0" destOrd="0" presId="urn:microsoft.com/office/officeart/2005/8/layout/hierarchy2"/>
    <dgm:cxn modelId="{3B0700B1-037F-4376-BE58-55730CE4833F}" type="presOf" srcId="{D432CCB6-7F09-4850-955F-56DADF61AE04}" destId="{9F1C77FB-A804-4611-84B7-6EC24A46D55E}" srcOrd="0" destOrd="0" presId="urn:microsoft.com/office/officeart/2005/8/layout/hierarchy2"/>
    <dgm:cxn modelId="{F8A610DA-A1A6-43CE-8FFF-EC7DA5719C8D}" type="presParOf" srcId="{A29FB7FD-7A82-4909-8B89-3FB12F26FF01}" destId="{94F1B6F6-AAF9-4835-A02E-EC3D3665E4BB}" srcOrd="0" destOrd="0" presId="urn:microsoft.com/office/officeart/2005/8/layout/hierarchy2"/>
    <dgm:cxn modelId="{4A3942EF-09C4-42FF-8199-983375E855E5}" type="presParOf" srcId="{94F1B6F6-AAF9-4835-A02E-EC3D3665E4BB}" destId="{B5826858-7EF5-47AE-8E0E-CEB5421C4F20}" srcOrd="0" destOrd="0" presId="urn:microsoft.com/office/officeart/2005/8/layout/hierarchy2"/>
    <dgm:cxn modelId="{5E7CD4B6-A1EB-4F25-82A4-B49279FE78B0}" type="presParOf" srcId="{94F1B6F6-AAF9-4835-A02E-EC3D3665E4BB}" destId="{21AAAFE9-0A91-4F04-B24A-E08C30A88E7B}" srcOrd="1" destOrd="0" presId="urn:microsoft.com/office/officeart/2005/8/layout/hierarchy2"/>
    <dgm:cxn modelId="{6DB2B925-E15C-48DA-9EEF-B604B3266CBE}" type="presParOf" srcId="{21AAAFE9-0A91-4F04-B24A-E08C30A88E7B}" destId="{9F1C77FB-A804-4611-84B7-6EC24A46D55E}" srcOrd="0" destOrd="0" presId="urn:microsoft.com/office/officeart/2005/8/layout/hierarchy2"/>
    <dgm:cxn modelId="{2D34D6A9-DC2B-4213-8A0F-86391F5D67F5}" type="presParOf" srcId="{9F1C77FB-A804-4611-84B7-6EC24A46D55E}" destId="{4CD3F2E5-43F4-4AA6-A21E-AD1C92664B4E}" srcOrd="0" destOrd="0" presId="urn:microsoft.com/office/officeart/2005/8/layout/hierarchy2"/>
    <dgm:cxn modelId="{8808DE23-9DFC-406D-BEE1-D07307C04149}" type="presParOf" srcId="{21AAAFE9-0A91-4F04-B24A-E08C30A88E7B}" destId="{9DA4E3D1-B026-4283-A50E-A78AE22A7ACC}" srcOrd="1" destOrd="0" presId="urn:microsoft.com/office/officeart/2005/8/layout/hierarchy2"/>
    <dgm:cxn modelId="{AB9DC694-F50F-471A-B789-7821D32F6B04}" type="presParOf" srcId="{9DA4E3D1-B026-4283-A50E-A78AE22A7ACC}" destId="{F03D2E55-BAAC-42D3-BD23-700776F63C15}" srcOrd="0" destOrd="0" presId="urn:microsoft.com/office/officeart/2005/8/layout/hierarchy2"/>
    <dgm:cxn modelId="{D4C07AFD-7104-4F05-AA34-C35A38F34D2C}" type="presParOf" srcId="{9DA4E3D1-B026-4283-A50E-A78AE22A7ACC}" destId="{15D9A38B-B1D1-40D5-8337-4B27B8E128D2}" srcOrd="1" destOrd="0" presId="urn:microsoft.com/office/officeart/2005/8/layout/hierarchy2"/>
    <dgm:cxn modelId="{04B30398-BC37-4004-9977-61E48D822D9A}" type="presParOf" srcId="{15D9A38B-B1D1-40D5-8337-4B27B8E128D2}" destId="{A4A6828E-582D-4B4A-A606-3E65769A65CE}" srcOrd="0" destOrd="0" presId="urn:microsoft.com/office/officeart/2005/8/layout/hierarchy2"/>
    <dgm:cxn modelId="{30EFB620-9CC5-4861-8E47-C1C08A58F020}" type="presParOf" srcId="{A4A6828E-582D-4B4A-A606-3E65769A65CE}" destId="{7928950B-0341-47BF-970A-07BDFF48CD35}" srcOrd="0" destOrd="0" presId="urn:microsoft.com/office/officeart/2005/8/layout/hierarchy2"/>
    <dgm:cxn modelId="{18E8644F-26F4-4E35-BD7B-454A856BD040}" type="presParOf" srcId="{15D9A38B-B1D1-40D5-8337-4B27B8E128D2}" destId="{4B600BB5-CDF2-4F63-AD3D-4D01A528B3A3}" srcOrd="1" destOrd="0" presId="urn:microsoft.com/office/officeart/2005/8/layout/hierarchy2"/>
    <dgm:cxn modelId="{28E54A60-5C19-41DF-9BC1-29E041B2F738}" type="presParOf" srcId="{4B600BB5-CDF2-4F63-AD3D-4D01A528B3A3}" destId="{68685B82-4DF1-48E9-A86F-3754CE6CF25D}" srcOrd="0" destOrd="0" presId="urn:microsoft.com/office/officeart/2005/8/layout/hierarchy2"/>
    <dgm:cxn modelId="{0B86A0B8-2068-4D7A-9897-9806693B0E82}" type="presParOf" srcId="{4B600BB5-CDF2-4F63-AD3D-4D01A528B3A3}" destId="{648A0C44-0C0A-443B-A1BC-DCFB1C824C51}" srcOrd="1" destOrd="0" presId="urn:microsoft.com/office/officeart/2005/8/layout/hierarchy2"/>
    <dgm:cxn modelId="{FD739344-3E9F-4A8A-BA34-A5F9E3E22678}" type="presParOf" srcId="{648A0C44-0C0A-443B-A1BC-DCFB1C824C51}" destId="{659A0811-D87A-4A6B-A855-59AE6E772ABD}" srcOrd="0" destOrd="0" presId="urn:microsoft.com/office/officeart/2005/8/layout/hierarchy2"/>
    <dgm:cxn modelId="{794D6BEB-1953-4A8E-B106-FC0E4EAA626F}" type="presParOf" srcId="{659A0811-D87A-4A6B-A855-59AE6E772ABD}" destId="{9ABA8DFD-94E5-48F2-9F1C-49AF51C51084}" srcOrd="0" destOrd="0" presId="urn:microsoft.com/office/officeart/2005/8/layout/hierarchy2"/>
    <dgm:cxn modelId="{CC2EEA10-3078-49D8-B917-F0D505455180}" type="presParOf" srcId="{648A0C44-0C0A-443B-A1BC-DCFB1C824C51}" destId="{70E78904-1F1D-42E8-9DD3-2231C9ACCEC9}" srcOrd="1" destOrd="0" presId="urn:microsoft.com/office/officeart/2005/8/layout/hierarchy2"/>
    <dgm:cxn modelId="{CD66BD4A-69B9-4188-B0EE-1D712138B608}" type="presParOf" srcId="{70E78904-1F1D-42E8-9DD3-2231C9ACCEC9}" destId="{131BAD83-2B68-47B1-830E-839AE978E5DA}" srcOrd="0" destOrd="0" presId="urn:microsoft.com/office/officeart/2005/8/layout/hierarchy2"/>
    <dgm:cxn modelId="{2D0A2799-1B03-4356-B86E-4C17F0F8401A}" type="presParOf" srcId="{70E78904-1F1D-42E8-9DD3-2231C9ACCEC9}" destId="{958960CC-63E3-4E23-B922-75273E040509}" srcOrd="1" destOrd="0" presId="urn:microsoft.com/office/officeart/2005/8/layout/hierarchy2"/>
    <dgm:cxn modelId="{5F8FD30B-0AAA-4558-8913-C8B906B050F3}" type="presParOf" srcId="{21AAAFE9-0A91-4F04-B24A-E08C30A88E7B}" destId="{7E337039-FD42-4740-A03E-AC3016D62511}" srcOrd="2" destOrd="0" presId="urn:microsoft.com/office/officeart/2005/8/layout/hierarchy2"/>
    <dgm:cxn modelId="{E296BA68-98E4-4B5C-8541-EBAF70EE5B34}" type="presParOf" srcId="{7E337039-FD42-4740-A03E-AC3016D62511}" destId="{53750C0D-76BC-4B3E-943F-E8D39E3E8621}" srcOrd="0" destOrd="0" presId="urn:microsoft.com/office/officeart/2005/8/layout/hierarchy2"/>
    <dgm:cxn modelId="{45AA0FB8-6F19-4EEB-ACFE-DD6806A9555C}" type="presParOf" srcId="{21AAAFE9-0A91-4F04-B24A-E08C30A88E7B}" destId="{D6CA319C-7B07-4B3C-B03D-41E2888939F7}" srcOrd="3" destOrd="0" presId="urn:microsoft.com/office/officeart/2005/8/layout/hierarchy2"/>
    <dgm:cxn modelId="{80DFEFE5-467B-4C16-AE9A-42906CD3E387}" type="presParOf" srcId="{D6CA319C-7B07-4B3C-B03D-41E2888939F7}" destId="{FF9F032A-5E0F-4AB2-B7CC-8F3E8A98DA8E}" srcOrd="0" destOrd="0" presId="urn:microsoft.com/office/officeart/2005/8/layout/hierarchy2"/>
    <dgm:cxn modelId="{199F807E-2522-463A-BE3A-7CBC6A5C2504}" type="presParOf" srcId="{D6CA319C-7B07-4B3C-B03D-41E2888939F7}" destId="{513E3577-0A04-4AFA-9985-668D142A9BB2}" srcOrd="1" destOrd="0" presId="urn:microsoft.com/office/officeart/2005/8/layout/hierarchy2"/>
    <dgm:cxn modelId="{7FEA2741-1FF8-4C83-950D-9D4DED748ECB}" type="presParOf" srcId="{513E3577-0A04-4AFA-9985-668D142A9BB2}" destId="{297EE36E-66C0-466D-BF8B-5792A17E5A6E}" srcOrd="0" destOrd="0" presId="urn:microsoft.com/office/officeart/2005/8/layout/hierarchy2"/>
    <dgm:cxn modelId="{995BAA9C-405A-41E8-A0EB-26AE97C83C64}" type="presParOf" srcId="{297EE36E-66C0-466D-BF8B-5792A17E5A6E}" destId="{94D761A9-52C4-439F-B728-9CBBB55ED2BF}" srcOrd="0" destOrd="0" presId="urn:microsoft.com/office/officeart/2005/8/layout/hierarchy2"/>
    <dgm:cxn modelId="{42CCDE25-C1C6-410F-A98A-09A38742C881}" type="presParOf" srcId="{513E3577-0A04-4AFA-9985-668D142A9BB2}" destId="{D632F727-D507-4C02-91EC-FAE7C020C5C9}" srcOrd="1" destOrd="0" presId="urn:microsoft.com/office/officeart/2005/8/layout/hierarchy2"/>
    <dgm:cxn modelId="{190FB03C-B698-4D6C-A7F8-45569514B4D8}" type="presParOf" srcId="{D632F727-D507-4C02-91EC-FAE7C020C5C9}" destId="{BE62043F-8BD5-470B-BE7C-F934D86EA5BE}" srcOrd="0" destOrd="0" presId="urn:microsoft.com/office/officeart/2005/8/layout/hierarchy2"/>
    <dgm:cxn modelId="{9D40F6A9-E3BB-4ADB-9CD8-D59DA52AEF5A}" type="presParOf" srcId="{D632F727-D507-4C02-91EC-FAE7C020C5C9}" destId="{E84F4CAA-1A86-4C04-8502-338DF9405462}" srcOrd="1" destOrd="0" presId="urn:microsoft.com/office/officeart/2005/8/layout/hierarchy2"/>
    <dgm:cxn modelId="{7280E24D-37EF-4BB4-80E9-7CFEF5B57875}" type="presParOf" srcId="{513E3577-0A04-4AFA-9985-668D142A9BB2}" destId="{075167E1-4E8A-4E5A-BB9F-D5A205AF7BF0}" srcOrd="2" destOrd="0" presId="urn:microsoft.com/office/officeart/2005/8/layout/hierarchy2"/>
    <dgm:cxn modelId="{00B1D42F-F8D7-4F13-9112-9D0E53BCC4B0}" type="presParOf" srcId="{075167E1-4E8A-4E5A-BB9F-D5A205AF7BF0}" destId="{1E1662BE-89C6-4C58-A703-B6750C6FECEE}" srcOrd="0" destOrd="0" presId="urn:microsoft.com/office/officeart/2005/8/layout/hierarchy2"/>
    <dgm:cxn modelId="{77C1B4E5-4231-4374-B357-7D321D550DEE}" type="presParOf" srcId="{513E3577-0A04-4AFA-9985-668D142A9BB2}" destId="{3B0EA2E5-F501-4025-B3CD-6EF8A653F37C}" srcOrd="3" destOrd="0" presId="urn:microsoft.com/office/officeart/2005/8/layout/hierarchy2"/>
    <dgm:cxn modelId="{781177F3-9B74-4F1C-BF13-7D8DB05878E8}" type="presParOf" srcId="{3B0EA2E5-F501-4025-B3CD-6EF8A653F37C}" destId="{D21693A7-3711-4D01-89BA-7B84AEC3300D}" srcOrd="0" destOrd="0" presId="urn:microsoft.com/office/officeart/2005/8/layout/hierarchy2"/>
    <dgm:cxn modelId="{7D4476CD-3EFE-47EA-95F2-A32F5EBC457A}" type="presParOf" srcId="{3B0EA2E5-F501-4025-B3CD-6EF8A653F37C}" destId="{0BF96210-EFBD-49DE-8DEF-618A1276F710}" srcOrd="1" destOrd="0" presId="urn:microsoft.com/office/officeart/2005/8/layout/hierarchy2"/>
    <dgm:cxn modelId="{EED4614D-8D01-43C9-B70F-5D36ACB84D73}" type="presParOf" srcId="{0BF96210-EFBD-49DE-8DEF-618A1276F710}" destId="{FD19FE5D-4B12-43FD-8788-F25A4DE32D4E}" srcOrd="0" destOrd="0" presId="urn:microsoft.com/office/officeart/2005/8/layout/hierarchy2"/>
    <dgm:cxn modelId="{727481F5-66A0-409C-92D4-FEF4DAD66E6E}" type="presParOf" srcId="{FD19FE5D-4B12-43FD-8788-F25A4DE32D4E}" destId="{BF9F2B27-B7B2-4CB4-92FC-C457A2B9C558}" srcOrd="0" destOrd="0" presId="urn:microsoft.com/office/officeart/2005/8/layout/hierarchy2"/>
    <dgm:cxn modelId="{43BC1A25-369C-4CB9-B670-545B5340D97F}" type="presParOf" srcId="{0BF96210-EFBD-49DE-8DEF-618A1276F710}" destId="{FEEA6761-0CB4-4BE7-B4E5-80E0D36DC369}" srcOrd="1" destOrd="0" presId="urn:microsoft.com/office/officeart/2005/8/layout/hierarchy2"/>
    <dgm:cxn modelId="{97D63042-BB30-4D0D-B400-2CC49C225024}" type="presParOf" srcId="{FEEA6761-0CB4-4BE7-B4E5-80E0D36DC369}" destId="{8195EE4E-E6C1-4863-8D55-02A1A2D52537}" srcOrd="0" destOrd="0" presId="urn:microsoft.com/office/officeart/2005/8/layout/hierarchy2"/>
    <dgm:cxn modelId="{1CC5F6A0-4400-4EC4-A338-AADF077EBFCC}" type="presParOf" srcId="{FEEA6761-0CB4-4BE7-B4E5-80E0D36DC369}" destId="{F563C3B5-0483-483C-8129-F702CF297153}" srcOrd="1" destOrd="0" presId="urn:microsoft.com/office/officeart/2005/8/layout/hierarchy2"/>
    <dgm:cxn modelId="{450DE38D-8235-48CA-A078-1FB3A08E1817}" type="presParOf" srcId="{513E3577-0A04-4AFA-9985-668D142A9BB2}" destId="{638832C7-DEE5-4014-B1F9-8C4FF0432A3F}" srcOrd="4" destOrd="0" presId="urn:microsoft.com/office/officeart/2005/8/layout/hierarchy2"/>
    <dgm:cxn modelId="{D0E818F6-2598-4245-841F-287EB02E18CC}" type="presParOf" srcId="{638832C7-DEE5-4014-B1F9-8C4FF0432A3F}" destId="{BC976E7B-3CFC-40AC-9CA8-A8F5F1186BA4}" srcOrd="0" destOrd="0" presId="urn:microsoft.com/office/officeart/2005/8/layout/hierarchy2"/>
    <dgm:cxn modelId="{45E4E15B-1567-47D0-815A-D82E88DA1F31}" type="presParOf" srcId="{513E3577-0A04-4AFA-9985-668D142A9BB2}" destId="{4A73FF40-829D-4F2A-BF85-8EFDC76AFE1E}" srcOrd="5" destOrd="0" presId="urn:microsoft.com/office/officeart/2005/8/layout/hierarchy2"/>
    <dgm:cxn modelId="{E1E1AAF8-B3B5-4663-9F67-954A8DB066C6}" type="presParOf" srcId="{4A73FF40-829D-4F2A-BF85-8EFDC76AFE1E}" destId="{389CF87F-6B56-436D-AAC0-1DA1CF0FF7D1}" srcOrd="0" destOrd="0" presId="urn:microsoft.com/office/officeart/2005/8/layout/hierarchy2"/>
    <dgm:cxn modelId="{9C557ABD-13A5-4196-B4C2-8F49C0DE6B21}" type="presParOf" srcId="{4A73FF40-829D-4F2A-BF85-8EFDC76AFE1E}" destId="{0DC13A52-698E-4B6A-A343-FD7C255E3A2D}" srcOrd="1" destOrd="0" presId="urn:microsoft.com/office/officeart/2005/8/layout/hierarchy2"/>
    <dgm:cxn modelId="{6E7F70F3-0428-4110-B47D-FE2C4AC22584}" type="presParOf" srcId="{0DC13A52-698E-4B6A-A343-FD7C255E3A2D}" destId="{D74D5456-6FBF-48D1-B71E-10B682FF78A7}" srcOrd="0" destOrd="0" presId="urn:microsoft.com/office/officeart/2005/8/layout/hierarchy2"/>
    <dgm:cxn modelId="{DB560B65-389F-42E7-A90D-CCC01C75A24F}" type="presParOf" srcId="{D74D5456-6FBF-48D1-B71E-10B682FF78A7}" destId="{9F2F5A0A-9302-416F-9FC8-BFEBFC7BA53C}" srcOrd="0" destOrd="0" presId="urn:microsoft.com/office/officeart/2005/8/layout/hierarchy2"/>
    <dgm:cxn modelId="{EC1666DA-B431-4830-828D-A270B8892E75}" type="presParOf" srcId="{0DC13A52-698E-4B6A-A343-FD7C255E3A2D}" destId="{816170D3-5C51-4A56-8B38-1F1064B1152A}" srcOrd="1" destOrd="0" presId="urn:microsoft.com/office/officeart/2005/8/layout/hierarchy2"/>
    <dgm:cxn modelId="{97641C14-1DA2-451F-A310-466E8581FF38}" type="presParOf" srcId="{816170D3-5C51-4A56-8B38-1F1064B1152A}" destId="{DB4D89C4-92FC-431A-881B-33CEB47481A1}" srcOrd="0" destOrd="0" presId="urn:microsoft.com/office/officeart/2005/8/layout/hierarchy2"/>
    <dgm:cxn modelId="{9C558EBB-92BC-4209-8135-519DD3DC2259}" type="presParOf" srcId="{816170D3-5C51-4A56-8B38-1F1064B1152A}" destId="{18561BE1-A62D-4FCC-8E4E-80929022726E}" srcOrd="1" destOrd="0" presId="urn:microsoft.com/office/officeart/2005/8/layout/hierarchy2"/>
    <dgm:cxn modelId="{E685ED8F-137C-46AC-A08C-AB7EED888F27}" type="presParOf" srcId="{21AAAFE9-0A91-4F04-B24A-E08C30A88E7B}" destId="{F6878FF3-0513-4A14-8B4F-0DD016834F12}" srcOrd="4" destOrd="0" presId="urn:microsoft.com/office/officeart/2005/8/layout/hierarchy2"/>
    <dgm:cxn modelId="{A0A689B7-8F1D-4E0B-90CC-AB8BDDF86609}" type="presParOf" srcId="{F6878FF3-0513-4A14-8B4F-0DD016834F12}" destId="{255D7C78-2D0E-44F1-A397-C55E3B8F70CF}" srcOrd="0" destOrd="0" presId="urn:microsoft.com/office/officeart/2005/8/layout/hierarchy2"/>
    <dgm:cxn modelId="{2FBE407F-EB65-4C3E-B2D5-773C2727A19B}" type="presParOf" srcId="{21AAAFE9-0A91-4F04-B24A-E08C30A88E7B}" destId="{19D0484B-BA71-4CD2-8812-A0C4638A14AA}" srcOrd="5" destOrd="0" presId="urn:microsoft.com/office/officeart/2005/8/layout/hierarchy2"/>
    <dgm:cxn modelId="{9297B5F8-2E19-4F76-9182-AF50DF4FC9EA}" type="presParOf" srcId="{19D0484B-BA71-4CD2-8812-A0C4638A14AA}" destId="{EA75E3E0-0092-460D-81F9-E20DD1BD2F6C}" srcOrd="0" destOrd="0" presId="urn:microsoft.com/office/officeart/2005/8/layout/hierarchy2"/>
    <dgm:cxn modelId="{887618C6-2D16-49EF-849A-7A1E61B42FB1}" type="presParOf" srcId="{19D0484B-BA71-4CD2-8812-A0C4638A14AA}" destId="{32E277EB-2B73-494E-B1CA-01F986089BA6}" srcOrd="1" destOrd="0" presId="urn:microsoft.com/office/officeart/2005/8/layout/hierarchy2"/>
    <dgm:cxn modelId="{D9DE3DF1-AD42-4E75-9CF4-D0FC88E0ADA4}" type="presParOf" srcId="{32E277EB-2B73-494E-B1CA-01F986089BA6}" destId="{3EBE3BF2-7446-4024-BF0F-31933A0067C3}" srcOrd="0" destOrd="0" presId="urn:microsoft.com/office/officeart/2005/8/layout/hierarchy2"/>
    <dgm:cxn modelId="{C824DE1C-D75B-4434-A860-C9B180F9F31F}" type="presParOf" srcId="{3EBE3BF2-7446-4024-BF0F-31933A0067C3}" destId="{4AC64540-CA5E-48A3-9BB6-2A6B62B0B0B6}" srcOrd="0" destOrd="0" presId="urn:microsoft.com/office/officeart/2005/8/layout/hierarchy2"/>
    <dgm:cxn modelId="{855B8404-FA6D-49C1-9EAF-705D7C897DD0}" type="presParOf" srcId="{32E277EB-2B73-494E-B1CA-01F986089BA6}" destId="{E189A955-3B76-41FF-8CD4-5711880B00E5}" srcOrd="1" destOrd="0" presId="urn:microsoft.com/office/officeart/2005/8/layout/hierarchy2"/>
    <dgm:cxn modelId="{932DB133-B93B-4E32-A6D8-17B60798F61C}" type="presParOf" srcId="{E189A955-3B76-41FF-8CD4-5711880B00E5}" destId="{897F65E1-B4D7-47ED-8599-413C8A8BD4CC}" srcOrd="0" destOrd="0" presId="urn:microsoft.com/office/officeart/2005/8/layout/hierarchy2"/>
    <dgm:cxn modelId="{E1294495-A708-46C5-AEDE-46FFAF20D398}" type="presParOf" srcId="{E189A955-3B76-41FF-8CD4-5711880B00E5}" destId="{0EAF79B8-B3A6-440F-83E6-88AD8991AD97}" srcOrd="1" destOrd="0" presId="urn:microsoft.com/office/officeart/2005/8/layout/hierarchy2"/>
    <dgm:cxn modelId="{411999D4-1CA8-4B0F-8043-F17A821A70E8}" type="presParOf" srcId="{0EAF79B8-B3A6-440F-83E6-88AD8991AD97}" destId="{D4F675A8-99FF-42F5-A322-DAD7F998E137}" srcOrd="0" destOrd="0" presId="urn:microsoft.com/office/officeart/2005/8/layout/hierarchy2"/>
    <dgm:cxn modelId="{003FA8E0-A9D3-4348-89B7-202A67D7CB09}" type="presParOf" srcId="{D4F675A8-99FF-42F5-A322-DAD7F998E137}" destId="{4F9D278B-4CA4-471A-B80C-C2AEB1457D8E}" srcOrd="0" destOrd="0" presId="urn:microsoft.com/office/officeart/2005/8/layout/hierarchy2"/>
    <dgm:cxn modelId="{3E480DFA-072B-4645-A504-AA5644FD7791}" type="presParOf" srcId="{0EAF79B8-B3A6-440F-83E6-88AD8991AD97}" destId="{2A7A745F-2974-4DCF-93AA-0F650A47AE12}" srcOrd="1" destOrd="0" presId="urn:microsoft.com/office/officeart/2005/8/layout/hierarchy2"/>
    <dgm:cxn modelId="{18227041-0412-4616-9990-7FB04908ADF2}" type="presParOf" srcId="{2A7A745F-2974-4DCF-93AA-0F650A47AE12}" destId="{A3AD28C9-5483-471D-A671-2311371FAA43}" srcOrd="0" destOrd="0" presId="urn:microsoft.com/office/officeart/2005/8/layout/hierarchy2"/>
    <dgm:cxn modelId="{FA63AABB-A3D4-491B-AA8E-91969A071425}" type="presParOf" srcId="{2A7A745F-2974-4DCF-93AA-0F650A47AE12}" destId="{A36AC2B4-25D2-4A27-BEAE-E903C6DDEAA2}" srcOrd="1" destOrd="0" presId="urn:microsoft.com/office/officeart/2005/8/layout/hierarchy2"/>
    <dgm:cxn modelId="{0EAD3686-E41C-41F6-AD60-C72562E88CD6}" type="presParOf" srcId="{32E277EB-2B73-494E-B1CA-01F986089BA6}" destId="{0091AE4E-EE10-410A-A3C3-4089860B1935}" srcOrd="2" destOrd="0" presId="urn:microsoft.com/office/officeart/2005/8/layout/hierarchy2"/>
    <dgm:cxn modelId="{105302E9-E4F6-4332-8BB0-E495A00D5472}" type="presParOf" srcId="{0091AE4E-EE10-410A-A3C3-4089860B1935}" destId="{D5A070FC-CCDE-4F68-87D6-1DB7F838C165}" srcOrd="0" destOrd="0" presId="urn:microsoft.com/office/officeart/2005/8/layout/hierarchy2"/>
    <dgm:cxn modelId="{A11B2879-F43B-4C53-AD19-A8101C597FF0}" type="presParOf" srcId="{32E277EB-2B73-494E-B1CA-01F986089BA6}" destId="{F96315FB-2CB6-4A40-81C4-65134BD7F4AF}" srcOrd="3" destOrd="0" presId="urn:microsoft.com/office/officeart/2005/8/layout/hierarchy2"/>
    <dgm:cxn modelId="{DDB66ABE-3543-498B-88AD-771D8B13F1E3}" type="presParOf" srcId="{F96315FB-2CB6-4A40-81C4-65134BD7F4AF}" destId="{962C8C2C-1287-41ED-A530-65A03BCEDE93}" srcOrd="0" destOrd="0" presId="urn:microsoft.com/office/officeart/2005/8/layout/hierarchy2"/>
    <dgm:cxn modelId="{1B210C4A-8B3E-49C0-AEFC-00710180EE2A}" type="presParOf" srcId="{F96315FB-2CB6-4A40-81C4-65134BD7F4AF}" destId="{C2C897B4-69EC-413A-A76F-6E0908B3F1AF}" srcOrd="1" destOrd="0" presId="urn:microsoft.com/office/officeart/2005/8/layout/hierarchy2"/>
    <dgm:cxn modelId="{B0272759-83CE-4202-B4D4-21F2A8E14250}" type="presParOf" srcId="{C2C897B4-69EC-413A-A76F-6E0908B3F1AF}" destId="{3B56FEBA-72C1-496B-A744-1CE851E12FB9}" srcOrd="0" destOrd="0" presId="urn:microsoft.com/office/officeart/2005/8/layout/hierarchy2"/>
    <dgm:cxn modelId="{6A8CFC98-4129-4E41-9A88-D1F25CCF8877}" type="presParOf" srcId="{3B56FEBA-72C1-496B-A744-1CE851E12FB9}" destId="{A42FE517-B4E8-4140-B6C1-FD9D2070469C}" srcOrd="0" destOrd="0" presId="urn:microsoft.com/office/officeart/2005/8/layout/hierarchy2"/>
    <dgm:cxn modelId="{3EA65EA6-A387-4EDC-96AB-81F1F87D93DA}" type="presParOf" srcId="{C2C897B4-69EC-413A-A76F-6E0908B3F1AF}" destId="{B44A2BE0-C8FF-47EE-B178-A7C3A7DC8A56}" srcOrd="1" destOrd="0" presId="urn:microsoft.com/office/officeart/2005/8/layout/hierarchy2"/>
    <dgm:cxn modelId="{E0FEC0B1-D94B-4310-800C-8D3ED78F701D}" type="presParOf" srcId="{B44A2BE0-C8FF-47EE-B178-A7C3A7DC8A56}" destId="{9259D4C6-139B-48DB-8A20-A354EF7AE9E5}" srcOrd="0" destOrd="0" presId="urn:microsoft.com/office/officeart/2005/8/layout/hierarchy2"/>
    <dgm:cxn modelId="{21871B49-3EAC-4210-9D24-880A3842CEAA}" type="presParOf" srcId="{B44A2BE0-C8FF-47EE-B178-A7C3A7DC8A56}" destId="{18134CA5-F04E-4D2F-A4C9-C3137E0FC197}" srcOrd="1" destOrd="0" presId="urn:microsoft.com/office/officeart/2005/8/layout/hierarchy2"/>
    <dgm:cxn modelId="{21B33FFD-1967-48C8-8A5A-0E9A92CC541E}" type="presParOf" srcId="{32E277EB-2B73-494E-B1CA-01F986089BA6}" destId="{7CC2C87D-1F24-41A6-8657-83DC4839936E}" srcOrd="4" destOrd="0" presId="urn:microsoft.com/office/officeart/2005/8/layout/hierarchy2"/>
    <dgm:cxn modelId="{7A54C458-95DD-4366-B44D-17E1B007054A}" type="presParOf" srcId="{7CC2C87D-1F24-41A6-8657-83DC4839936E}" destId="{1C90A2D7-63C8-41FE-9BA6-CF9C61F5C3FE}" srcOrd="0" destOrd="0" presId="urn:microsoft.com/office/officeart/2005/8/layout/hierarchy2"/>
    <dgm:cxn modelId="{8ACBAD09-0D9E-49AD-92C8-BD892B9EB5F5}" type="presParOf" srcId="{32E277EB-2B73-494E-B1CA-01F986089BA6}" destId="{CAEC8EFA-A90A-4DFB-8254-65D33FE829AC}" srcOrd="5" destOrd="0" presId="urn:microsoft.com/office/officeart/2005/8/layout/hierarchy2"/>
    <dgm:cxn modelId="{8A024A01-5025-4415-9837-9051AC47DE65}" type="presParOf" srcId="{CAEC8EFA-A90A-4DFB-8254-65D33FE829AC}" destId="{DCD93437-C4BF-4B05-BAA0-DC744700057F}" srcOrd="0" destOrd="0" presId="urn:microsoft.com/office/officeart/2005/8/layout/hierarchy2"/>
    <dgm:cxn modelId="{739BEC5D-82F6-4121-BD36-9D361DF7BA1F}" type="presParOf" srcId="{CAEC8EFA-A90A-4DFB-8254-65D33FE829AC}" destId="{62A4CE28-0E95-43E1-88FA-9E3CD84D0C23}" srcOrd="1" destOrd="0" presId="urn:microsoft.com/office/officeart/2005/8/layout/hierarchy2"/>
    <dgm:cxn modelId="{DE0F38FD-A592-468D-9168-7D287BAFFDB5}" type="presParOf" srcId="{62A4CE28-0E95-43E1-88FA-9E3CD84D0C23}" destId="{EFEB1B5F-0A4E-4F1D-A81C-F527406639ED}" srcOrd="0" destOrd="0" presId="urn:microsoft.com/office/officeart/2005/8/layout/hierarchy2"/>
    <dgm:cxn modelId="{FA41BD1B-CC05-4E59-8B02-1B4DA2BA6FCC}" type="presParOf" srcId="{EFEB1B5F-0A4E-4F1D-A81C-F527406639ED}" destId="{743B676A-66CE-4D24-86C8-96DB8BF729DF}" srcOrd="0" destOrd="0" presId="urn:microsoft.com/office/officeart/2005/8/layout/hierarchy2"/>
    <dgm:cxn modelId="{D6D64A73-A5FA-4217-95DF-EA0A0B4C291A}" type="presParOf" srcId="{62A4CE28-0E95-43E1-88FA-9E3CD84D0C23}" destId="{748D91EC-2DBE-45A3-90E5-3239348CB571}" srcOrd="1" destOrd="0" presId="urn:microsoft.com/office/officeart/2005/8/layout/hierarchy2"/>
    <dgm:cxn modelId="{A9E17663-ACF8-45B4-A8D2-397B7F90B7F5}" type="presParOf" srcId="{748D91EC-2DBE-45A3-90E5-3239348CB571}" destId="{6F4090AB-0D4A-4C83-8066-873AA672A716}" srcOrd="0" destOrd="0" presId="urn:microsoft.com/office/officeart/2005/8/layout/hierarchy2"/>
    <dgm:cxn modelId="{590013FD-23C0-4E54-9674-87A50D49AE6F}" type="presParOf" srcId="{748D91EC-2DBE-45A3-90E5-3239348CB571}" destId="{1DABE05B-7EA6-48E6-8D78-FE45AAB6506D}" srcOrd="1" destOrd="0" presId="urn:microsoft.com/office/officeart/2005/8/layout/hierarchy2"/>
    <dgm:cxn modelId="{880C6E94-F24C-45C6-99AC-E5A204E94247}" type="presParOf" srcId="{21AAAFE9-0A91-4F04-B24A-E08C30A88E7B}" destId="{31637781-95AF-464D-99EA-7DA1BEE0B993}" srcOrd="6" destOrd="0" presId="urn:microsoft.com/office/officeart/2005/8/layout/hierarchy2"/>
    <dgm:cxn modelId="{93C31375-3FDD-4E6F-932D-73D60C497A9C}" type="presParOf" srcId="{31637781-95AF-464D-99EA-7DA1BEE0B993}" destId="{F00FB550-E721-4A3A-A176-FF0EDAEABC08}" srcOrd="0" destOrd="0" presId="urn:microsoft.com/office/officeart/2005/8/layout/hierarchy2"/>
    <dgm:cxn modelId="{366D1496-84E8-44B1-9C1A-B5445AFF46B6}" type="presParOf" srcId="{21AAAFE9-0A91-4F04-B24A-E08C30A88E7B}" destId="{D2DA568C-D687-42BB-8426-C664BB968B07}" srcOrd="7" destOrd="0" presId="urn:microsoft.com/office/officeart/2005/8/layout/hierarchy2"/>
    <dgm:cxn modelId="{4C53A91F-9D87-4E94-AD26-B1AD81136A1C}" type="presParOf" srcId="{D2DA568C-D687-42BB-8426-C664BB968B07}" destId="{0C6A7551-5501-4458-9490-33F22729055A}" srcOrd="0" destOrd="0" presId="urn:microsoft.com/office/officeart/2005/8/layout/hierarchy2"/>
    <dgm:cxn modelId="{1D56A2F7-6CDA-4E74-A802-D176B7FA1114}" type="presParOf" srcId="{D2DA568C-D687-42BB-8426-C664BB968B07}" destId="{A83ACFD7-C539-4C0F-84B6-A6C3633BB470}" srcOrd="1" destOrd="0" presId="urn:microsoft.com/office/officeart/2005/8/layout/hierarchy2"/>
    <dgm:cxn modelId="{6BAC2419-BD56-46C5-84B9-40E4BCE136B0}" type="presParOf" srcId="{A83ACFD7-C539-4C0F-84B6-A6C3633BB470}" destId="{5BC8A64E-3A07-4663-A758-3DD622512548}" srcOrd="0" destOrd="0" presId="urn:microsoft.com/office/officeart/2005/8/layout/hierarchy2"/>
    <dgm:cxn modelId="{BE09B232-F96C-493C-A5F0-469A293983AA}" type="presParOf" srcId="{5BC8A64E-3A07-4663-A758-3DD622512548}" destId="{C3058484-76BF-450F-87A7-76C16D083E09}" srcOrd="0" destOrd="0" presId="urn:microsoft.com/office/officeart/2005/8/layout/hierarchy2"/>
    <dgm:cxn modelId="{5B63645B-3368-4725-8FBD-2AB1ABD90C34}" type="presParOf" srcId="{A83ACFD7-C539-4C0F-84B6-A6C3633BB470}" destId="{39069646-0E4D-4557-8D9B-38BBECAA18CF}" srcOrd="1" destOrd="0" presId="urn:microsoft.com/office/officeart/2005/8/layout/hierarchy2"/>
    <dgm:cxn modelId="{BAC9E179-972C-4F81-ACAD-E7E834C0AEAB}" type="presParOf" srcId="{39069646-0E4D-4557-8D9B-38BBECAA18CF}" destId="{55F82144-2C22-4310-AE96-8B86570E193C}" srcOrd="0" destOrd="0" presId="urn:microsoft.com/office/officeart/2005/8/layout/hierarchy2"/>
    <dgm:cxn modelId="{62FBC54F-0334-46DC-A2F1-DA9DA88CAB7B}" type="presParOf" srcId="{39069646-0E4D-4557-8D9B-38BBECAA18CF}" destId="{770670EE-BB41-47EC-93F4-BBED8F52B3D4}" srcOrd="1" destOrd="0" presId="urn:microsoft.com/office/officeart/2005/8/layout/hierarchy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AB1CBA-C287-4D29-B852-C5957C1B41E1}" type="doc">
      <dgm:prSet loTypeId="urn:microsoft.com/office/officeart/2005/8/layout/hierarchy2" loCatId="hierarchy" qsTypeId="urn:microsoft.com/office/officeart/2005/8/quickstyle/3d1" qsCatId="3D" csTypeId="urn:microsoft.com/office/officeart/2005/8/colors/accent0_3" csCatId="mainScheme" phldr="1"/>
      <dgm:spPr/>
      <dgm:t>
        <a:bodyPr/>
        <a:lstStyle/>
        <a:p>
          <a:endParaRPr lang="nl-NL"/>
        </a:p>
      </dgm:t>
    </dgm:pt>
    <dgm:pt modelId="{D94BED33-6099-4659-BEAC-83461631A18A}">
      <dgm:prSet phldrT="[Text]"/>
      <dgm:spPr/>
      <dgm:t>
        <a:bodyPr/>
        <a:lstStyle/>
        <a:p>
          <a:r>
            <a:rPr lang="en-US" dirty="0" smtClean="0"/>
            <a:t>Study Unit</a:t>
          </a:r>
          <a:endParaRPr lang="nl-NL" dirty="0"/>
        </a:p>
      </dgm:t>
    </dgm:pt>
    <dgm:pt modelId="{DE12C222-6F0B-4AF4-9E20-62552A5513F5}" type="parTrans" cxnId="{6486D555-249B-4687-84CC-DEB3203AA572}">
      <dgm:prSet/>
      <dgm:spPr/>
      <dgm:t>
        <a:bodyPr/>
        <a:lstStyle/>
        <a:p>
          <a:endParaRPr lang="nl-NL"/>
        </a:p>
      </dgm:t>
    </dgm:pt>
    <dgm:pt modelId="{BC8B524F-C9AD-431D-9112-2FCA4C50073F}" type="sibTrans" cxnId="{6486D555-249B-4687-84CC-DEB3203AA572}">
      <dgm:prSet/>
      <dgm:spPr/>
      <dgm:t>
        <a:bodyPr/>
        <a:lstStyle/>
        <a:p>
          <a:endParaRPr lang="nl-NL"/>
        </a:p>
      </dgm:t>
    </dgm:pt>
    <dgm:pt modelId="{CCF6B381-C28C-4295-8770-58C2B24F8C13}">
      <dgm:prSet phldrT="[Text]"/>
      <dgm:spPr>
        <a:solidFill>
          <a:schemeClr val="tx1">
            <a:lumMod val="50000"/>
            <a:lumOff val="50000"/>
          </a:schemeClr>
        </a:solidFill>
      </dgm:spPr>
      <dgm:t>
        <a:bodyPr/>
        <a:lstStyle/>
        <a:p>
          <a:r>
            <a:rPr lang="en-US" dirty="0" smtClean="0"/>
            <a:t>Conceptual Component</a:t>
          </a:r>
        </a:p>
      </dgm:t>
    </dgm:pt>
    <dgm:pt modelId="{D432CCB6-7F09-4850-955F-56DADF61AE04}" type="parTrans" cxnId="{DDAE7662-02AB-4449-9802-D4F15524FCDA}">
      <dgm:prSet/>
      <dgm:spPr>
        <a:ln>
          <a:solidFill>
            <a:schemeClr val="tx1">
              <a:lumMod val="50000"/>
              <a:lumOff val="50000"/>
            </a:schemeClr>
          </a:solidFill>
        </a:ln>
      </dgm:spPr>
      <dgm:t>
        <a:bodyPr/>
        <a:lstStyle/>
        <a:p>
          <a:endParaRPr lang="nl-NL"/>
        </a:p>
      </dgm:t>
    </dgm:pt>
    <dgm:pt modelId="{71F5BDEF-46E6-429E-88B8-4395322A631E}" type="sibTrans" cxnId="{DDAE7662-02AB-4449-9802-D4F15524FCDA}">
      <dgm:prSet/>
      <dgm:spPr/>
      <dgm:t>
        <a:bodyPr/>
        <a:lstStyle/>
        <a:p>
          <a:endParaRPr lang="nl-NL"/>
        </a:p>
      </dgm:t>
    </dgm:pt>
    <dgm:pt modelId="{A8046565-F791-4A2A-95DC-E5913E832493}">
      <dgm:prSet phldrT="[Text]"/>
      <dgm:spPr/>
      <dgm:t>
        <a:bodyPr/>
        <a:lstStyle/>
        <a:p>
          <a:r>
            <a:rPr lang="en-US" dirty="0" smtClean="0"/>
            <a:t>Concept</a:t>
          </a:r>
          <a:endParaRPr lang="nl-NL" dirty="0"/>
        </a:p>
      </dgm:t>
    </dgm:pt>
    <dgm:pt modelId="{8A343635-2B4D-4ED7-A7F9-C2C0685D593B}" type="parTrans" cxnId="{90DD664B-E82C-45E8-972A-1DE845BAE6B5}">
      <dgm:prSet/>
      <dgm:spPr/>
      <dgm:t>
        <a:bodyPr/>
        <a:lstStyle/>
        <a:p>
          <a:endParaRPr lang="nl-NL"/>
        </a:p>
      </dgm:t>
    </dgm:pt>
    <dgm:pt modelId="{14BD36F5-9006-4570-A1AB-ACB205CEA0D2}" type="sibTrans" cxnId="{90DD664B-E82C-45E8-972A-1DE845BAE6B5}">
      <dgm:prSet/>
      <dgm:spPr/>
      <dgm:t>
        <a:bodyPr/>
        <a:lstStyle/>
        <a:p>
          <a:endParaRPr lang="nl-NL"/>
        </a:p>
      </dgm:t>
    </dgm:pt>
    <dgm:pt modelId="{7578B65A-2B97-42BC-8A11-C4EE99B9AF59}">
      <dgm:prSet phldrT="[Text]"/>
      <dgm:spPr>
        <a:solidFill>
          <a:schemeClr val="bg1">
            <a:lumMod val="50000"/>
          </a:schemeClr>
        </a:solidFill>
      </dgm:spPr>
      <dgm:t>
        <a:bodyPr/>
        <a:lstStyle/>
        <a:p>
          <a:r>
            <a:rPr lang="en-US" dirty="0" smtClean="0"/>
            <a:t>Data Collection</a:t>
          </a:r>
          <a:endParaRPr lang="nl-NL" dirty="0"/>
        </a:p>
      </dgm:t>
    </dgm:pt>
    <dgm:pt modelId="{9EE96379-9983-4CE4-97FD-693FFCE77E63}" type="parTrans" cxnId="{BC9514F2-1E04-407D-8267-004BC23721BD}">
      <dgm:prSet/>
      <dgm:spPr>
        <a:ln>
          <a:solidFill>
            <a:schemeClr val="tx1">
              <a:lumMod val="50000"/>
              <a:lumOff val="50000"/>
            </a:schemeClr>
          </a:solidFill>
        </a:ln>
      </dgm:spPr>
      <dgm:t>
        <a:bodyPr/>
        <a:lstStyle/>
        <a:p>
          <a:endParaRPr lang="nl-NL"/>
        </a:p>
      </dgm:t>
    </dgm:pt>
    <dgm:pt modelId="{3CE08C98-723F-4F29-B834-3929D9BC8A2C}" type="sibTrans" cxnId="{BC9514F2-1E04-407D-8267-004BC23721BD}">
      <dgm:prSet/>
      <dgm:spPr/>
      <dgm:t>
        <a:bodyPr/>
        <a:lstStyle/>
        <a:p>
          <a:endParaRPr lang="nl-NL"/>
        </a:p>
      </dgm:t>
    </dgm:pt>
    <dgm:pt modelId="{3DE8DAD8-F8B4-49D9-8C4E-F8CD4CB7B86B}">
      <dgm:prSet phldrT="[Text]"/>
      <dgm:spPr>
        <a:solidFill>
          <a:schemeClr val="tx1">
            <a:lumMod val="50000"/>
            <a:lumOff val="50000"/>
          </a:schemeClr>
        </a:solidFill>
      </dgm:spPr>
      <dgm:t>
        <a:bodyPr/>
        <a:lstStyle/>
        <a:p>
          <a:r>
            <a:rPr lang="en-US" dirty="0" smtClean="0"/>
            <a:t>Logical Product</a:t>
          </a:r>
          <a:endParaRPr lang="nl-NL" dirty="0"/>
        </a:p>
      </dgm:t>
    </dgm:pt>
    <dgm:pt modelId="{A01EADA8-EF60-4A88-88EB-DB3C8B00C8BD}" type="parTrans" cxnId="{F2CDF97F-A19A-42AA-9D3F-097DD4FA4860}">
      <dgm:prSet/>
      <dgm:spPr>
        <a:ln>
          <a:solidFill>
            <a:schemeClr val="tx1">
              <a:lumMod val="50000"/>
              <a:lumOff val="50000"/>
            </a:schemeClr>
          </a:solidFill>
        </a:ln>
      </dgm:spPr>
      <dgm:t>
        <a:bodyPr/>
        <a:lstStyle/>
        <a:p>
          <a:endParaRPr lang="nl-NL"/>
        </a:p>
      </dgm:t>
    </dgm:pt>
    <dgm:pt modelId="{A381A0A6-2FD6-4417-9106-36AC5F36BF9F}" type="sibTrans" cxnId="{F2CDF97F-A19A-42AA-9D3F-097DD4FA4860}">
      <dgm:prSet/>
      <dgm:spPr/>
      <dgm:t>
        <a:bodyPr/>
        <a:lstStyle/>
        <a:p>
          <a:endParaRPr lang="nl-NL"/>
        </a:p>
      </dgm:t>
    </dgm:pt>
    <dgm:pt modelId="{A6690802-AFC8-4D95-B1ED-F5283FE563EF}">
      <dgm:prSet phldrT="[Text]"/>
      <dgm:spPr/>
      <dgm:t>
        <a:bodyPr/>
        <a:lstStyle/>
        <a:p>
          <a:r>
            <a:rPr lang="en-US" dirty="0" smtClean="0"/>
            <a:t>Data File</a:t>
          </a:r>
          <a:endParaRPr lang="nl-NL" dirty="0"/>
        </a:p>
      </dgm:t>
    </dgm:pt>
    <dgm:pt modelId="{D099E49A-4932-4478-8212-F05A302059C4}" type="parTrans" cxnId="{F9AEE349-3661-4790-8104-33888B1F3389}">
      <dgm:prSet/>
      <dgm:spPr/>
      <dgm:t>
        <a:bodyPr/>
        <a:lstStyle/>
        <a:p>
          <a:endParaRPr lang="nl-NL"/>
        </a:p>
      </dgm:t>
    </dgm:pt>
    <dgm:pt modelId="{35AC6B0E-3383-4FF3-B332-07F2DBE2D788}" type="sibTrans" cxnId="{F9AEE349-3661-4790-8104-33888B1F3389}">
      <dgm:prSet/>
      <dgm:spPr/>
      <dgm:t>
        <a:bodyPr/>
        <a:lstStyle/>
        <a:p>
          <a:endParaRPr lang="nl-NL"/>
        </a:p>
      </dgm:t>
    </dgm:pt>
    <dgm:pt modelId="{4CD2FAFC-8B0F-4022-910E-583ECF2CBE8C}">
      <dgm:prSet phldrT="[Text]"/>
      <dgm:spPr/>
      <dgm:t>
        <a:bodyPr/>
        <a:lstStyle/>
        <a:p>
          <a:r>
            <a:rPr lang="en-US" dirty="0" smtClean="0"/>
            <a:t>Collection Event</a:t>
          </a:r>
          <a:endParaRPr lang="nl-NL" dirty="0"/>
        </a:p>
      </dgm:t>
    </dgm:pt>
    <dgm:pt modelId="{C72B6867-8457-45DE-9EFB-FB624DB4C1D5}" type="parTrans" cxnId="{5DBD9379-93A1-429D-9921-C265E9299C56}">
      <dgm:prSet/>
      <dgm:spPr/>
      <dgm:t>
        <a:bodyPr/>
        <a:lstStyle/>
        <a:p>
          <a:endParaRPr lang="nl-NL"/>
        </a:p>
      </dgm:t>
    </dgm:pt>
    <dgm:pt modelId="{559DE5C0-6448-4056-BE28-91840744442B}" type="sibTrans" cxnId="{5DBD9379-93A1-429D-9921-C265E9299C56}">
      <dgm:prSet/>
      <dgm:spPr/>
      <dgm:t>
        <a:bodyPr/>
        <a:lstStyle/>
        <a:p>
          <a:endParaRPr lang="nl-NL"/>
        </a:p>
      </dgm:t>
    </dgm:pt>
    <dgm:pt modelId="{C2A20361-2D2B-4946-AEFF-A178F4968F9D}">
      <dgm:prSet phldrT="[Text]"/>
      <dgm:spPr/>
      <dgm:t>
        <a:bodyPr/>
        <a:lstStyle/>
        <a:p>
          <a:r>
            <a:rPr lang="en-US" dirty="0" smtClean="0"/>
            <a:t>Question-</a:t>
          </a:r>
          <a:r>
            <a:rPr lang="en-US" dirty="0" err="1" smtClean="0"/>
            <a:t>naire</a:t>
          </a:r>
          <a:endParaRPr lang="nl-NL" dirty="0"/>
        </a:p>
      </dgm:t>
    </dgm:pt>
    <dgm:pt modelId="{72CAA76C-79EC-4151-9645-B2B78E2FA945}" type="parTrans" cxnId="{7488B3E2-BB73-434E-A7A0-F944EBC0F06F}">
      <dgm:prSet/>
      <dgm:spPr/>
      <dgm:t>
        <a:bodyPr/>
        <a:lstStyle/>
        <a:p>
          <a:endParaRPr lang="nl-NL"/>
        </a:p>
      </dgm:t>
    </dgm:pt>
    <dgm:pt modelId="{D9DA3BBD-B716-4702-90DF-0D6288489E02}" type="sibTrans" cxnId="{7488B3E2-BB73-434E-A7A0-F944EBC0F06F}">
      <dgm:prSet/>
      <dgm:spPr/>
      <dgm:t>
        <a:bodyPr/>
        <a:lstStyle/>
        <a:p>
          <a:endParaRPr lang="nl-NL"/>
        </a:p>
      </dgm:t>
    </dgm:pt>
    <dgm:pt modelId="{56FD88E3-31AB-4E9D-AB73-58E9570000C5}">
      <dgm:prSet phldrT="[Text]"/>
      <dgm:spPr/>
      <dgm:t>
        <a:bodyPr/>
        <a:lstStyle/>
        <a:p>
          <a:r>
            <a:rPr lang="en-US" dirty="0" smtClean="0"/>
            <a:t>Question Scheme</a:t>
          </a:r>
          <a:endParaRPr lang="nl-NL" dirty="0"/>
        </a:p>
      </dgm:t>
    </dgm:pt>
    <dgm:pt modelId="{4605E3AC-AEE2-48E8-86EA-B9D3BF72C2B6}" type="parTrans" cxnId="{13AD38C0-D6B1-452A-8A73-2FE55E84B87E}">
      <dgm:prSet/>
      <dgm:spPr/>
      <dgm:t>
        <a:bodyPr/>
        <a:lstStyle/>
        <a:p>
          <a:endParaRPr lang="nl-NL"/>
        </a:p>
      </dgm:t>
    </dgm:pt>
    <dgm:pt modelId="{58EE8B88-0E34-439A-9116-C706A3102981}" type="sibTrans" cxnId="{13AD38C0-D6B1-452A-8A73-2FE55E84B87E}">
      <dgm:prSet/>
      <dgm:spPr/>
      <dgm:t>
        <a:bodyPr/>
        <a:lstStyle/>
        <a:p>
          <a:endParaRPr lang="nl-NL"/>
        </a:p>
      </dgm:t>
    </dgm:pt>
    <dgm:pt modelId="{23161D47-035E-499F-9BF7-0D109F93674E}">
      <dgm:prSet phldrT="[Text]"/>
      <dgm:spPr/>
      <dgm:t>
        <a:bodyPr/>
        <a:lstStyle/>
        <a:p>
          <a:r>
            <a:rPr lang="en-US" dirty="0" smtClean="0"/>
            <a:t>Question Construct</a:t>
          </a:r>
          <a:endParaRPr lang="nl-NL" dirty="0"/>
        </a:p>
      </dgm:t>
    </dgm:pt>
    <dgm:pt modelId="{B3635975-9E76-4F81-9DD4-E5F7AEE8C963}" type="parTrans" cxnId="{83A2313E-AC99-4ACE-AF2F-4F10BD1235BC}">
      <dgm:prSet/>
      <dgm:spPr/>
      <dgm:t>
        <a:bodyPr/>
        <a:lstStyle/>
        <a:p>
          <a:endParaRPr lang="nl-NL"/>
        </a:p>
      </dgm:t>
    </dgm:pt>
    <dgm:pt modelId="{65CF51A7-68BF-4A5C-8761-40996B6068D1}" type="sibTrans" cxnId="{83A2313E-AC99-4ACE-AF2F-4F10BD1235BC}">
      <dgm:prSet/>
      <dgm:spPr/>
      <dgm:t>
        <a:bodyPr/>
        <a:lstStyle/>
        <a:p>
          <a:endParaRPr lang="nl-NL"/>
        </a:p>
      </dgm:t>
    </dgm:pt>
    <dgm:pt modelId="{53851B4F-B7CA-4704-B864-B0B3BB7C6077}">
      <dgm:prSet phldrT="[Text]"/>
      <dgm:spPr>
        <a:solidFill>
          <a:schemeClr val="tx1">
            <a:lumMod val="50000"/>
            <a:lumOff val="50000"/>
          </a:schemeClr>
        </a:solidFill>
      </dgm:spPr>
      <dgm:t>
        <a:bodyPr/>
        <a:lstStyle/>
        <a:p>
          <a:r>
            <a:rPr lang="en-US" dirty="0" smtClean="0"/>
            <a:t>Concept Scheme</a:t>
          </a:r>
        </a:p>
      </dgm:t>
    </dgm:pt>
    <dgm:pt modelId="{37214776-B41D-4A26-80BB-6EB0D8B24449}" type="parTrans" cxnId="{82D9592F-5E85-417A-84BE-E397C48C1713}">
      <dgm:prSet/>
      <dgm:spPr>
        <a:ln>
          <a:solidFill>
            <a:schemeClr val="tx1">
              <a:lumMod val="50000"/>
              <a:lumOff val="50000"/>
            </a:schemeClr>
          </a:solidFill>
        </a:ln>
      </dgm:spPr>
      <dgm:t>
        <a:bodyPr/>
        <a:lstStyle/>
        <a:p>
          <a:endParaRPr lang="nl-NL"/>
        </a:p>
      </dgm:t>
    </dgm:pt>
    <dgm:pt modelId="{4983AB53-4961-47F1-B6D1-301725139392}" type="sibTrans" cxnId="{82D9592F-5E85-417A-84BE-E397C48C1713}">
      <dgm:prSet/>
      <dgm:spPr/>
      <dgm:t>
        <a:bodyPr/>
        <a:lstStyle/>
        <a:p>
          <a:endParaRPr lang="nl-NL"/>
        </a:p>
      </dgm:t>
    </dgm:pt>
    <dgm:pt modelId="{F96F0A87-C2AB-4CF4-9FF8-AD06800C5879}">
      <dgm:prSet phldrT="[Text]"/>
      <dgm:spPr>
        <a:solidFill>
          <a:schemeClr val="tx1">
            <a:lumMod val="50000"/>
            <a:lumOff val="50000"/>
          </a:schemeClr>
        </a:solidFill>
      </dgm:spPr>
      <dgm:t>
        <a:bodyPr/>
        <a:lstStyle/>
        <a:p>
          <a:r>
            <a:rPr lang="en-US" dirty="0" smtClean="0"/>
            <a:t>Category Scheme</a:t>
          </a:r>
          <a:endParaRPr lang="nl-NL" dirty="0"/>
        </a:p>
      </dgm:t>
    </dgm:pt>
    <dgm:pt modelId="{0F72C50F-70BD-46EE-AC2C-4D225F8C3602}" type="parTrans" cxnId="{722CA8F2-7DF0-4751-8FED-4AE03C6C9837}">
      <dgm:prSet/>
      <dgm:spPr>
        <a:ln>
          <a:solidFill>
            <a:schemeClr val="tx1">
              <a:lumMod val="50000"/>
              <a:lumOff val="50000"/>
            </a:schemeClr>
          </a:solidFill>
        </a:ln>
      </dgm:spPr>
      <dgm:t>
        <a:bodyPr/>
        <a:lstStyle/>
        <a:p>
          <a:endParaRPr lang="nl-NL"/>
        </a:p>
      </dgm:t>
    </dgm:pt>
    <dgm:pt modelId="{8EED69E7-BE97-48BE-9C9C-F95A2CB10D4D}" type="sibTrans" cxnId="{722CA8F2-7DF0-4751-8FED-4AE03C6C9837}">
      <dgm:prSet/>
      <dgm:spPr/>
      <dgm:t>
        <a:bodyPr/>
        <a:lstStyle/>
        <a:p>
          <a:endParaRPr lang="nl-NL"/>
        </a:p>
      </dgm:t>
    </dgm:pt>
    <dgm:pt modelId="{5E315205-E8BF-4A78-9F5F-4E2D7672B371}">
      <dgm:prSet phldrT="[Text]"/>
      <dgm:spPr>
        <a:solidFill>
          <a:schemeClr val="tx1">
            <a:lumMod val="50000"/>
            <a:lumOff val="50000"/>
          </a:schemeClr>
        </a:solidFill>
      </dgm:spPr>
      <dgm:t>
        <a:bodyPr/>
        <a:lstStyle/>
        <a:p>
          <a:r>
            <a:rPr lang="en-US" dirty="0" smtClean="0"/>
            <a:t>Category</a:t>
          </a:r>
          <a:endParaRPr lang="nl-NL" dirty="0"/>
        </a:p>
      </dgm:t>
    </dgm:pt>
    <dgm:pt modelId="{998619B1-8408-4C53-A666-B4192AE0E428}" type="parTrans" cxnId="{7144B8B0-63DC-4067-BBEE-FA341238DA37}">
      <dgm:prSet/>
      <dgm:spPr>
        <a:ln>
          <a:solidFill>
            <a:schemeClr val="tx1">
              <a:lumMod val="50000"/>
              <a:lumOff val="50000"/>
            </a:schemeClr>
          </a:solidFill>
        </a:ln>
      </dgm:spPr>
      <dgm:t>
        <a:bodyPr/>
        <a:lstStyle/>
        <a:p>
          <a:endParaRPr lang="nl-NL"/>
        </a:p>
      </dgm:t>
    </dgm:pt>
    <dgm:pt modelId="{CA06167A-E15F-4287-B26D-8A0169426B03}" type="sibTrans" cxnId="{7144B8B0-63DC-4067-BBEE-FA341238DA37}">
      <dgm:prSet/>
      <dgm:spPr/>
      <dgm:t>
        <a:bodyPr/>
        <a:lstStyle/>
        <a:p>
          <a:endParaRPr lang="nl-NL"/>
        </a:p>
      </dgm:t>
    </dgm:pt>
    <dgm:pt modelId="{6FDB0D8A-C9E8-4932-A41C-F6965AC25E40}">
      <dgm:prSet phldrT="[Text]"/>
      <dgm:spPr>
        <a:solidFill>
          <a:schemeClr val="tx1">
            <a:lumMod val="50000"/>
            <a:lumOff val="50000"/>
          </a:schemeClr>
        </a:solidFill>
      </dgm:spPr>
      <dgm:t>
        <a:bodyPr/>
        <a:lstStyle/>
        <a:p>
          <a:r>
            <a:rPr lang="en-US" dirty="0" smtClean="0"/>
            <a:t>Code Scheme</a:t>
          </a:r>
          <a:endParaRPr lang="nl-NL" dirty="0"/>
        </a:p>
      </dgm:t>
    </dgm:pt>
    <dgm:pt modelId="{018AC140-B21F-4989-ABD8-DB0539D08734}" type="parTrans" cxnId="{18656FFB-E3CB-42BF-A610-9EC45E9102BA}">
      <dgm:prSet/>
      <dgm:spPr>
        <a:ln>
          <a:solidFill>
            <a:schemeClr val="tx1">
              <a:lumMod val="50000"/>
              <a:lumOff val="50000"/>
            </a:schemeClr>
          </a:solidFill>
        </a:ln>
      </dgm:spPr>
      <dgm:t>
        <a:bodyPr/>
        <a:lstStyle/>
        <a:p>
          <a:endParaRPr lang="nl-NL"/>
        </a:p>
      </dgm:t>
    </dgm:pt>
    <dgm:pt modelId="{89945F02-03E7-4B55-BE2E-AD2181460943}" type="sibTrans" cxnId="{18656FFB-E3CB-42BF-A610-9EC45E9102BA}">
      <dgm:prSet/>
      <dgm:spPr/>
      <dgm:t>
        <a:bodyPr/>
        <a:lstStyle/>
        <a:p>
          <a:endParaRPr lang="nl-NL"/>
        </a:p>
      </dgm:t>
    </dgm:pt>
    <dgm:pt modelId="{25E89831-9530-4520-A4A9-3B78FDE67964}">
      <dgm:prSet phldrT="[Text]"/>
      <dgm:spPr>
        <a:solidFill>
          <a:schemeClr val="tx1">
            <a:lumMod val="50000"/>
            <a:lumOff val="50000"/>
          </a:schemeClr>
        </a:solidFill>
      </dgm:spPr>
      <dgm:t>
        <a:bodyPr/>
        <a:lstStyle/>
        <a:p>
          <a:r>
            <a:rPr lang="en-US" dirty="0" smtClean="0"/>
            <a:t>Code</a:t>
          </a:r>
          <a:endParaRPr lang="nl-NL" dirty="0"/>
        </a:p>
      </dgm:t>
    </dgm:pt>
    <dgm:pt modelId="{AAC60EDB-1308-4819-84C3-5453E2EE3DD1}" type="parTrans" cxnId="{B52E3BC4-BAC3-4FF8-AF67-623CD73710DE}">
      <dgm:prSet/>
      <dgm:spPr>
        <a:ln>
          <a:solidFill>
            <a:schemeClr val="tx1">
              <a:lumMod val="50000"/>
              <a:lumOff val="50000"/>
            </a:schemeClr>
          </a:solidFill>
        </a:ln>
      </dgm:spPr>
      <dgm:t>
        <a:bodyPr/>
        <a:lstStyle/>
        <a:p>
          <a:endParaRPr lang="nl-NL"/>
        </a:p>
      </dgm:t>
    </dgm:pt>
    <dgm:pt modelId="{2366C2BD-7C1B-433C-935A-6436F12045C5}" type="sibTrans" cxnId="{B52E3BC4-BAC3-4FF8-AF67-623CD73710DE}">
      <dgm:prSet/>
      <dgm:spPr/>
      <dgm:t>
        <a:bodyPr/>
        <a:lstStyle/>
        <a:p>
          <a:endParaRPr lang="nl-NL"/>
        </a:p>
      </dgm:t>
    </dgm:pt>
    <dgm:pt modelId="{F2331DFB-35DC-4EA0-9DD9-E34C0D7988A0}">
      <dgm:prSet phldrT="[Text]"/>
      <dgm:spPr>
        <a:solidFill>
          <a:schemeClr val="tx1">
            <a:lumMod val="50000"/>
            <a:lumOff val="50000"/>
          </a:schemeClr>
        </a:solidFill>
      </dgm:spPr>
      <dgm:t>
        <a:bodyPr/>
        <a:lstStyle/>
        <a:p>
          <a:r>
            <a:rPr lang="en-US" dirty="0" smtClean="0"/>
            <a:t>Variable Scheme</a:t>
          </a:r>
          <a:endParaRPr lang="nl-NL" dirty="0"/>
        </a:p>
      </dgm:t>
    </dgm:pt>
    <dgm:pt modelId="{FC0C4E98-9B6C-45EA-B9DF-483C24134B0F}" type="parTrans" cxnId="{88F22810-76B9-4CFD-8CD5-7E8CE998093B}">
      <dgm:prSet/>
      <dgm:spPr>
        <a:ln>
          <a:solidFill>
            <a:schemeClr val="tx1">
              <a:lumMod val="50000"/>
              <a:lumOff val="50000"/>
            </a:schemeClr>
          </a:solidFill>
        </a:ln>
      </dgm:spPr>
      <dgm:t>
        <a:bodyPr/>
        <a:lstStyle/>
        <a:p>
          <a:endParaRPr lang="nl-NL"/>
        </a:p>
      </dgm:t>
    </dgm:pt>
    <dgm:pt modelId="{D08B9DDB-9D4A-4DC9-8483-356AF5DE518F}" type="sibTrans" cxnId="{88F22810-76B9-4CFD-8CD5-7E8CE998093B}">
      <dgm:prSet/>
      <dgm:spPr/>
      <dgm:t>
        <a:bodyPr/>
        <a:lstStyle/>
        <a:p>
          <a:endParaRPr lang="nl-NL"/>
        </a:p>
      </dgm:t>
    </dgm:pt>
    <dgm:pt modelId="{FCE9CA40-5542-4137-BD33-F76F278B0049}">
      <dgm:prSet phldrT="[Text]"/>
      <dgm:spPr/>
      <dgm:t>
        <a:bodyPr/>
        <a:lstStyle/>
        <a:p>
          <a:r>
            <a:rPr lang="en-US" dirty="0" smtClean="0"/>
            <a:t>Variable</a:t>
          </a:r>
          <a:endParaRPr lang="nl-NL" dirty="0"/>
        </a:p>
      </dgm:t>
    </dgm:pt>
    <dgm:pt modelId="{C09EE50B-683D-480F-BC78-C323C05E93E9}" type="parTrans" cxnId="{8BDD3751-60C2-4E9D-918E-CAE50DF68C7C}">
      <dgm:prSet/>
      <dgm:spPr/>
      <dgm:t>
        <a:bodyPr/>
        <a:lstStyle/>
        <a:p>
          <a:endParaRPr lang="nl-NL"/>
        </a:p>
      </dgm:t>
    </dgm:pt>
    <dgm:pt modelId="{7781D219-6CA0-4DDB-9A18-C4E89E0DF0B7}" type="sibTrans" cxnId="{8BDD3751-60C2-4E9D-918E-CAE50DF68C7C}">
      <dgm:prSet/>
      <dgm:spPr/>
      <dgm:t>
        <a:bodyPr/>
        <a:lstStyle/>
        <a:p>
          <a:endParaRPr lang="nl-NL"/>
        </a:p>
      </dgm:t>
    </dgm:pt>
    <dgm:pt modelId="{D1B0132D-3C32-4344-B196-8E7AE68964F3}">
      <dgm:prSet phldrT="[Text]"/>
      <dgm:spPr/>
      <dgm:t>
        <a:bodyPr/>
        <a:lstStyle/>
        <a:p>
          <a:r>
            <a:rPr lang="en-US" smtClean="0"/>
            <a:t>Dataset</a:t>
          </a:r>
          <a:endParaRPr lang="nl-NL"/>
        </a:p>
      </dgm:t>
    </dgm:pt>
    <dgm:pt modelId="{FD42B110-1712-4196-9542-E65BEDC153F5}" type="parTrans" cxnId="{D67781E3-24F5-4027-9057-72064D548498}">
      <dgm:prSet/>
      <dgm:spPr/>
      <dgm:t>
        <a:bodyPr/>
        <a:lstStyle/>
        <a:p>
          <a:endParaRPr lang="nl-NL"/>
        </a:p>
      </dgm:t>
    </dgm:pt>
    <dgm:pt modelId="{0CAA6954-D67E-4044-960E-F7B7A1A5A1B0}" type="sibTrans" cxnId="{D67781E3-24F5-4027-9057-72064D548498}">
      <dgm:prSet/>
      <dgm:spPr/>
      <dgm:t>
        <a:bodyPr/>
        <a:lstStyle/>
        <a:p>
          <a:endParaRPr lang="nl-NL"/>
        </a:p>
      </dgm:t>
    </dgm:pt>
    <dgm:pt modelId="{5242993F-8DF1-421B-BA7C-683DA2821BC8}">
      <dgm:prSet phldrT="[Text]"/>
      <dgm:spPr/>
      <dgm:t>
        <a:bodyPr/>
        <a:lstStyle/>
        <a:p>
          <a:r>
            <a:rPr lang="en-US" smtClean="0"/>
            <a:t>Question Item</a:t>
          </a:r>
          <a:endParaRPr lang="nl-NL" dirty="0"/>
        </a:p>
      </dgm:t>
    </dgm:pt>
    <dgm:pt modelId="{DE4BF477-EC73-471F-B04C-B3E8AE3FA2CE}" type="parTrans" cxnId="{68FD8471-59D0-44B3-A866-22A585F22777}">
      <dgm:prSet/>
      <dgm:spPr/>
      <dgm:t>
        <a:bodyPr/>
        <a:lstStyle/>
        <a:p>
          <a:endParaRPr lang="nl-NL"/>
        </a:p>
      </dgm:t>
    </dgm:pt>
    <dgm:pt modelId="{7AF214A7-EECF-4D7E-B0D6-58498D58649C}" type="sibTrans" cxnId="{68FD8471-59D0-44B3-A866-22A585F22777}">
      <dgm:prSet/>
      <dgm:spPr/>
      <dgm:t>
        <a:bodyPr/>
        <a:lstStyle/>
        <a:p>
          <a:endParaRPr lang="nl-NL"/>
        </a:p>
      </dgm:t>
    </dgm:pt>
    <dgm:pt modelId="{1D705E6C-DAF8-47B2-8A8A-12E89209F851}" type="pres">
      <dgm:prSet presAssocID="{59AB1CBA-C287-4D29-B852-C5957C1B41E1}" presName="diagram" presStyleCnt="0">
        <dgm:presLayoutVars>
          <dgm:chPref val="1"/>
          <dgm:dir/>
          <dgm:animOne val="branch"/>
          <dgm:animLvl val="lvl"/>
          <dgm:resizeHandles val="exact"/>
        </dgm:presLayoutVars>
      </dgm:prSet>
      <dgm:spPr/>
      <dgm:t>
        <a:bodyPr/>
        <a:lstStyle/>
        <a:p>
          <a:endParaRPr lang="nl-NL"/>
        </a:p>
      </dgm:t>
    </dgm:pt>
    <dgm:pt modelId="{21A5A913-6843-4429-97C1-0921DBD0C801}" type="pres">
      <dgm:prSet presAssocID="{D94BED33-6099-4659-BEAC-83461631A18A}" presName="root1" presStyleCnt="0"/>
      <dgm:spPr/>
    </dgm:pt>
    <dgm:pt modelId="{69C411FD-A0F9-400C-8937-F1BD69FC1CF5}" type="pres">
      <dgm:prSet presAssocID="{D94BED33-6099-4659-BEAC-83461631A18A}" presName="LevelOneTextNode" presStyleLbl="node0" presStyleIdx="0" presStyleCnt="1">
        <dgm:presLayoutVars>
          <dgm:chPref val="3"/>
        </dgm:presLayoutVars>
      </dgm:prSet>
      <dgm:spPr/>
      <dgm:t>
        <a:bodyPr/>
        <a:lstStyle/>
        <a:p>
          <a:endParaRPr lang="nl-NL"/>
        </a:p>
      </dgm:t>
    </dgm:pt>
    <dgm:pt modelId="{C792B978-225F-4A43-A2A6-B9555A04F088}" type="pres">
      <dgm:prSet presAssocID="{D94BED33-6099-4659-BEAC-83461631A18A}" presName="level2hierChild" presStyleCnt="0"/>
      <dgm:spPr/>
    </dgm:pt>
    <dgm:pt modelId="{4F0A676E-A422-41D8-AFA6-FF55B8A16092}" type="pres">
      <dgm:prSet presAssocID="{D432CCB6-7F09-4850-955F-56DADF61AE04}" presName="conn2-1" presStyleLbl="parChTrans1D2" presStyleIdx="0" presStyleCnt="4"/>
      <dgm:spPr/>
      <dgm:t>
        <a:bodyPr/>
        <a:lstStyle/>
        <a:p>
          <a:endParaRPr lang="nl-NL"/>
        </a:p>
      </dgm:t>
    </dgm:pt>
    <dgm:pt modelId="{E2ACD478-DCF4-4DF6-AAD5-4E45840EA439}" type="pres">
      <dgm:prSet presAssocID="{D432CCB6-7F09-4850-955F-56DADF61AE04}" presName="connTx" presStyleLbl="parChTrans1D2" presStyleIdx="0" presStyleCnt="4"/>
      <dgm:spPr/>
      <dgm:t>
        <a:bodyPr/>
        <a:lstStyle/>
        <a:p>
          <a:endParaRPr lang="nl-NL"/>
        </a:p>
      </dgm:t>
    </dgm:pt>
    <dgm:pt modelId="{BF23D0A9-7129-4781-9A49-9B781E31FF54}" type="pres">
      <dgm:prSet presAssocID="{CCF6B381-C28C-4295-8770-58C2B24F8C13}" presName="root2" presStyleCnt="0"/>
      <dgm:spPr/>
    </dgm:pt>
    <dgm:pt modelId="{0AA19C19-8FFF-49FA-95D8-FC6B080DC155}" type="pres">
      <dgm:prSet presAssocID="{CCF6B381-C28C-4295-8770-58C2B24F8C13}" presName="LevelTwoTextNode" presStyleLbl="node2" presStyleIdx="0" presStyleCnt="4">
        <dgm:presLayoutVars>
          <dgm:chPref val="3"/>
        </dgm:presLayoutVars>
      </dgm:prSet>
      <dgm:spPr/>
      <dgm:t>
        <a:bodyPr/>
        <a:lstStyle/>
        <a:p>
          <a:endParaRPr lang="nl-NL"/>
        </a:p>
      </dgm:t>
    </dgm:pt>
    <dgm:pt modelId="{9404E779-8037-474D-9FD3-92E1E3A6FA6A}" type="pres">
      <dgm:prSet presAssocID="{CCF6B381-C28C-4295-8770-58C2B24F8C13}" presName="level3hierChild" presStyleCnt="0"/>
      <dgm:spPr/>
    </dgm:pt>
    <dgm:pt modelId="{43181711-6E03-477C-93E3-6BDC33A2308E}" type="pres">
      <dgm:prSet presAssocID="{37214776-B41D-4A26-80BB-6EB0D8B24449}" presName="conn2-1" presStyleLbl="parChTrans1D3" presStyleIdx="0" presStyleCnt="8"/>
      <dgm:spPr/>
      <dgm:t>
        <a:bodyPr/>
        <a:lstStyle/>
        <a:p>
          <a:endParaRPr lang="nl-NL"/>
        </a:p>
      </dgm:t>
    </dgm:pt>
    <dgm:pt modelId="{B8826B97-A0A5-4991-A455-7281259F07B3}" type="pres">
      <dgm:prSet presAssocID="{37214776-B41D-4A26-80BB-6EB0D8B24449}" presName="connTx" presStyleLbl="parChTrans1D3" presStyleIdx="0" presStyleCnt="8"/>
      <dgm:spPr/>
      <dgm:t>
        <a:bodyPr/>
        <a:lstStyle/>
        <a:p>
          <a:endParaRPr lang="nl-NL"/>
        </a:p>
      </dgm:t>
    </dgm:pt>
    <dgm:pt modelId="{CED03178-CF74-45A5-B194-2AEA07365B07}" type="pres">
      <dgm:prSet presAssocID="{53851B4F-B7CA-4704-B864-B0B3BB7C6077}" presName="root2" presStyleCnt="0"/>
      <dgm:spPr/>
    </dgm:pt>
    <dgm:pt modelId="{311252F0-D0BD-4FF4-A652-4C78EB767D47}" type="pres">
      <dgm:prSet presAssocID="{53851B4F-B7CA-4704-B864-B0B3BB7C6077}" presName="LevelTwoTextNode" presStyleLbl="node3" presStyleIdx="0" presStyleCnt="8">
        <dgm:presLayoutVars>
          <dgm:chPref val="3"/>
        </dgm:presLayoutVars>
      </dgm:prSet>
      <dgm:spPr/>
      <dgm:t>
        <a:bodyPr/>
        <a:lstStyle/>
        <a:p>
          <a:endParaRPr lang="nl-NL"/>
        </a:p>
      </dgm:t>
    </dgm:pt>
    <dgm:pt modelId="{9DF0856A-033B-4E4A-A88C-150628C25497}" type="pres">
      <dgm:prSet presAssocID="{53851B4F-B7CA-4704-B864-B0B3BB7C6077}" presName="level3hierChild" presStyleCnt="0"/>
      <dgm:spPr/>
    </dgm:pt>
    <dgm:pt modelId="{1E65D494-7F51-4915-A50E-FF36DC35695C}" type="pres">
      <dgm:prSet presAssocID="{8A343635-2B4D-4ED7-A7F9-C2C0685D593B}" presName="conn2-1" presStyleLbl="parChTrans1D4" presStyleIdx="0" presStyleCnt="6"/>
      <dgm:spPr/>
      <dgm:t>
        <a:bodyPr/>
        <a:lstStyle/>
        <a:p>
          <a:endParaRPr lang="nl-NL"/>
        </a:p>
      </dgm:t>
    </dgm:pt>
    <dgm:pt modelId="{76E0CA6C-40C2-42BF-AA5F-0278CEBC66CD}" type="pres">
      <dgm:prSet presAssocID="{8A343635-2B4D-4ED7-A7F9-C2C0685D593B}" presName="connTx" presStyleLbl="parChTrans1D4" presStyleIdx="0" presStyleCnt="6"/>
      <dgm:spPr/>
      <dgm:t>
        <a:bodyPr/>
        <a:lstStyle/>
        <a:p>
          <a:endParaRPr lang="nl-NL"/>
        </a:p>
      </dgm:t>
    </dgm:pt>
    <dgm:pt modelId="{5A5A2CE4-0AA2-4D19-855B-AA8A6036FFB3}" type="pres">
      <dgm:prSet presAssocID="{A8046565-F791-4A2A-95DC-E5913E832493}" presName="root2" presStyleCnt="0"/>
      <dgm:spPr/>
    </dgm:pt>
    <dgm:pt modelId="{CA244A29-8DF5-4B58-8BC5-51C74FFC287D}" type="pres">
      <dgm:prSet presAssocID="{A8046565-F791-4A2A-95DC-E5913E832493}" presName="LevelTwoTextNode" presStyleLbl="node4" presStyleIdx="0" presStyleCnt="6">
        <dgm:presLayoutVars>
          <dgm:chPref val="3"/>
        </dgm:presLayoutVars>
      </dgm:prSet>
      <dgm:spPr/>
      <dgm:t>
        <a:bodyPr/>
        <a:lstStyle/>
        <a:p>
          <a:endParaRPr lang="nl-NL"/>
        </a:p>
      </dgm:t>
    </dgm:pt>
    <dgm:pt modelId="{1A922E5C-B42E-4005-B536-CA18CE090C76}" type="pres">
      <dgm:prSet presAssocID="{A8046565-F791-4A2A-95DC-E5913E832493}" presName="level3hierChild" presStyleCnt="0"/>
      <dgm:spPr/>
    </dgm:pt>
    <dgm:pt modelId="{B5A481D5-A174-4624-A72F-20309EA9504F}" type="pres">
      <dgm:prSet presAssocID="{9EE96379-9983-4CE4-97FD-693FFCE77E63}" presName="conn2-1" presStyleLbl="parChTrans1D2" presStyleIdx="1" presStyleCnt="4"/>
      <dgm:spPr/>
      <dgm:t>
        <a:bodyPr/>
        <a:lstStyle/>
        <a:p>
          <a:endParaRPr lang="nl-NL"/>
        </a:p>
      </dgm:t>
    </dgm:pt>
    <dgm:pt modelId="{2CE1BE0C-125D-454E-8428-0DDE1B15CC16}" type="pres">
      <dgm:prSet presAssocID="{9EE96379-9983-4CE4-97FD-693FFCE77E63}" presName="connTx" presStyleLbl="parChTrans1D2" presStyleIdx="1" presStyleCnt="4"/>
      <dgm:spPr/>
      <dgm:t>
        <a:bodyPr/>
        <a:lstStyle/>
        <a:p>
          <a:endParaRPr lang="nl-NL"/>
        </a:p>
      </dgm:t>
    </dgm:pt>
    <dgm:pt modelId="{1408D0BC-54A8-4D3D-AB55-47A1FE618C3F}" type="pres">
      <dgm:prSet presAssocID="{7578B65A-2B97-42BC-8A11-C4EE99B9AF59}" presName="root2" presStyleCnt="0"/>
      <dgm:spPr/>
    </dgm:pt>
    <dgm:pt modelId="{423D1479-AF15-4B98-99FD-33BF354E887F}" type="pres">
      <dgm:prSet presAssocID="{7578B65A-2B97-42BC-8A11-C4EE99B9AF59}" presName="LevelTwoTextNode" presStyleLbl="node2" presStyleIdx="1" presStyleCnt="4">
        <dgm:presLayoutVars>
          <dgm:chPref val="3"/>
        </dgm:presLayoutVars>
      </dgm:prSet>
      <dgm:spPr/>
      <dgm:t>
        <a:bodyPr/>
        <a:lstStyle/>
        <a:p>
          <a:endParaRPr lang="nl-NL"/>
        </a:p>
      </dgm:t>
    </dgm:pt>
    <dgm:pt modelId="{1D9B66D2-F197-4DA1-8D90-30B96811E4F0}" type="pres">
      <dgm:prSet presAssocID="{7578B65A-2B97-42BC-8A11-C4EE99B9AF59}" presName="level3hierChild" presStyleCnt="0"/>
      <dgm:spPr/>
    </dgm:pt>
    <dgm:pt modelId="{464F3E6E-1C67-47BA-A9C0-81F5B317791F}" type="pres">
      <dgm:prSet presAssocID="{C72B6867-8457-45DE-9EFB-FB624DB4C1D5}" presName="conn2-1" presStyleLbl="parChTrans1D3" presStyleIdx="1" presStyleCnt="8"/>
      <dgm:spPr/>
      <dgm:t>
        <a:bodyPr/>
        <a:lstStyle/>
        <a:p>
          <a:endParaRPr lang="nl-NL"/>
        </a:p>
      </dgm:t>
    </dgm:pt>
    <dgm:pt modelId="{B3CC6026-F9E8-438C-833F-BCDCC7C92F42}" type="pres">
      <dgm:prSet presAssocID="{C72B6867-8457-45DE-9EFB-FB624DB4C1D5}" presName="connTx" presStyleLbl="parChTrans1D3" presStyleIdx="1" presStyleCnt="8"/>
      <dgm:spPr/>
      <dgm:t>
        <a:bodyPr/>
        <a:lstStyle/>
        <a:p>
          <a:endParaRPr lang="nl-NL"/>
        </a:p>
      </dgm:t>
    </dgm:pt>
    <dgm:pt modelId="{F1039EA5-D456-4846-8B4F-379B25AE1BDC}" type="pres">
      <dgm:prSet presAssocID="{4CD2FAFC-8B0F-4022-910E-583ECF2CBE8C}" presName="root2" presStyleCnt="0"/>
      <dgm:spPr/>
    </dgm:pt>
    <dgm:pt modelId="{4589A909-1955-4E93-8FB2-A9A8E64C7ABB}" type="pres">
      <dgm:prSet presAssocID="{4CD2FAFC-8B0F-4022-910E-583ECF2CBE8C}" presName="LevelTwoTextNode" presStyleLbl="node3" presStyleIdx="1" presStyleCnt="8">
        <dgm:presLayoutVars>
          <dgm:chPref val="3"/>
        </dgm:presLayoutVars>
      </dgm:prSet>
      <dgm:spPr/>
      <dgm:t>
        <a:bodyPr/>
        <a:lstStyle/>
        <a:p>
          <a:endParaRPr lang="nl-NL"/>
        </a:p>
      </dgm:t>
    </dgm:pt>
    <dgm:pt modelId="{7D361E19-1282-43D6-AFCF-B955454156D4}" type="pres">
      <dgm:prSet presAssocID="{4CD2FAFC-8B0F-4022-910E-583ECF2CBE8C}" presName="level3hierChild" presStyleCnt="0"/>
      <dgm:spPr/>
    </dgm:pt>
    <dgm:pt modelId="{670CEC27-6060-4BD6-A1C1-E3BE35DE321E}" type="pres">
      <dgm:prSet presAssocID="{4605E3AC-AEE2-48E8-86EA-B9D3BF72C2B6}" presName="conn2-1" presStyleLbl="parChTrans1D3" presStyleIdx="2" presStyleCnt="8"/>
      <dgm:spPr/>
      <dgm:t>
        <a:bodyPr/>
        <a:lstStyle/>
        <a:p>
          <a:endParaRPr lang="nl-NL"/>
        </a:p>
      </dgm:t>
    </dgm:pt>
    <dgm:pt modelId="{F6ECA8C5-3CBB-472C-A15F-F06DBEE79531}" type="pres">
      <dgm:prSet presAssocID="{4605E3AC-AEE2-48E8-86EA-B9D3BF72C2B6}" presName="connTx" presStyleLbl="parChTrans1D3" presStyleIdx="2" presStyleCnt="8"/>
      <dgm:spPr/>
      <dgm:t>
        <a:bodyPr/>
        <a:lstStyle/>
        <a:p>
          <a:endParaRPr lang="nl-NL"/>
        </a:p>
      </dgm:t>
    </dgm:pt>
    <dgm:pt modelId="{85362C88-D630-4F2E-96D4-35923AFF0198}" type="pres">
      <dgm:prSet presAssocID="{56FD88E3-31AB-4E9D-AB73-58E9570000C5}" presName="root2" presStyleCnt="0"/>
      <dgm:spPr/>
    </dgm:pt>
    <dgm:pt modelId="{13531CF4-42AC-48F6-A06C-F3F8EF3DC9B6}" type="pres">
      <dgm:prSet presAssocID="{56FD88E3-31AB-4E9D-AB73-58E9570000C5}" presName="LevelTwoTextNode" presStyleLbl="node3" presStyleIdx="2" presStyleCnt="8">
        <dgm:presLayoutVars>
          <dgm:chPref val="3"/>
        </dgm:presLayoutVars>
      </dgm:prSet>
      <dgm:spPr/>
      <dgm:t>
        <a:bodyPr/>
        <a:lstStyle/>
        <a:p>
          <a:endParaRPr lang="nl-NL"/>
        </a:p>
      </dgm:t>
    </dgm:pt>
    <dgm:pt modelId="{FF2C85DF-A477-4675-8D30-A12AD1995CCB}" type="pres">
      <dgm:prSet presAssocID="{56FD88E3-31AB-4E9D-AB73-58E9570000C5}" presName="level3hierChild" presStyleCnt="0"/>
      <dgm:spPr/>
    </dgm:pt>
    <dgm:pt modelId="{D6662795-D8BC-40D8-B8BC-31361F268401}" type="pres">
      <dgm:prSet presAssocID="{DE4BF477-EC73-471F-B04C-B3E8AE3FA2CE}" presName="conn2-1" presStyleLbl="parChTrans1D4" presStyleIdx="1" presStyleCnt="6"/>
      <dgm:spPr/>
      <dgm:t>
        <a:bodyPr/>
        <a:lstStyle/>
        <a:p>
          <a:endParaRPr lang="nl-NL"/>
        </a:p>
      </dgm:t>
    </dgm:pt>
    <dgm:pt modelId="{5966E7B3-EC41-43A3-8D8C-9CE6CEED9842}" type="pres">
      <dgm:prSet presAssocID="{DE4BF477-EC73-471F-B04C-B3E8AE3FA2CE}" presName="connTx" presStyleLbl="parChTrans1D4" presStyleIdx="1" presStyleCnt="6"/>
      <dgm:spPr/>
      <dgm:t>
        <a:bodyPr/>
        <a:lstStyle/>
        <a:p>
          <a:endParaRPr lang="nl-NL"/>
        </a:p>
      </dgm:t>
    </dgm:pt>
    <dgm:pt modelId="{F8172D3F-DB72-4843-A1AA-F1E330E7D31D}" type="pres">
      <dgm:prSet presAssocID="{5242993F-8DF1-421B-BA7C-683DA2821BC8}" presName="root2" presStyleCnt="0"/>
      <dgm:spPr/>
    </dgm:pt>
    <dgm:pt modelId="{D28E7330-43ED-478E-AA86-C35D973802E3}" type="pres">
      <dgm:prSet presAssocID="{5242993F-8DF1-421B-BA7C-683DA2821BC8}" presName="LevelTwoTextNode" presStyleLbl="node4" presStyleIdx="1" presStyleCnt="6">
        <dgm:presLayoutVars>
          <dgm:chPref val="3"/>
        </dgm:presLayoutVars>
      </dgm:prSet>
      <dgm:spPr/>
      <dgm:t>
        <a:bodyPr/>
        <a:lstStyle/>
        <a:p>
          <a:endParaRPr lang="nl-NL"/>
        </a:p>
      </dgm:t>
    </dgm:pt>
    <dgm:pt modelId="{5A8E492F-A11B-4485-B8AA-47D4924F147C}" type="pres">
      <dgm:prSet presAssocID="{5242993F-8DF1-421B-BA7C-683DA2821BC8}" presName="level3hierChild" presStyleCnt="0"/>
      <dgm:spPr/>
    </dgm:pt>
    <dgm:pt modelId="{00C61B48-B665-4D87-A0B2-D0DBB7E27F21}" type="pres">
      <dgm:prSet presAssocID="{72CAA76C-79EC-4151-9645-B2B78E2FA945}" presName="conn2-1" presStyleLbl="parChTrans1D3" presStyleIdx="3" presStyleCnt="8"/>
      <dgm:spPr/>
      <dgm:t>
        <a:bodyPr/>
        <a:lstStyle/>
        <a:p>
          <a:endParaRPr lang="nl-NL"/>
        </a:p>
      </dgm:t>
    </dgm:pt>
    <dgm:pt modelId="{799DBF5C-FCC0-402C-8B62-AD409DAA1A8B}" type="pres">
      <dgm:prSet presAssocID="{72CAA76C-79EC-4151-9645-B2B78E2FA945}" presName="connTx" presStyleLbl="parChTrans1D3" presStyleIdx="3" presStyleCnt="8"/>
      <dgm:spPr/>
      <dgm:t>
        <a:bodyPr/>
        <a:lstStyle/>
        <a:p>
          <a:endParaRPr lang="nl-NL"/>
        </a:p>
      </dgm:t>
    </dgm:pt>
    <dgm:pt modelId="{9997728C-CD3B-420A-88A1-352A3A366913}" type="pres">
      <dgm:prSet presAssocID="{C2A20361-2D2B-4946-AEFF-A178F4968F9D}" presName="root2" presStyleCnt="0"/>
      <dgm:spPr/>
    </dgm:pt>
    <dgm:pt modelId="{208C2FC7-6A7C-493C-A3F4-4232E167FB16}" type="pres">
      <dgm:prSet presAssocID="{C2A20361-2D2B-4946-AEFF-A178F4968F9D}" presName="LevelTwoTextNode" presStyleLbl="node3" presStyleIdx="3" presStyleCnt="8">
        <dgm:presLayoutVars>
          <dgm:chPref val="3"/>
        </dgm:presLayoutVars>
      </dgm:prSet>
      <dgm:spPr/>
      <dgm:t>
        <a:bodyPr/>
        <a:lstStyle/>
        <a:p>
          <a:endParaRPr lang="nl-NL"/>
        </a:p>
      </dgm:t>
    </dgm:pt>
    <dgm:pt modelId="{A3FDA1E3-5F9C-4B06-9662-8C04CB691C81}" type="pres">
      <dgm:prSet presAssocID="{C2A20361-2D2B-4946-AEFF-A178F4968F9D}" presName="level3hierChild" presStyleCnt="0"/>
      <dgm:spPr/>
    </dgm:pt>
    <dgm:pt modelId="{58CCF73B-32A5-4D5A-9F4E-8E6B5781DB59}" type="pres">
      <dgm:prSet presAssocID="{B3635975-9E76-4F81-9DD4-E5F7AEE8C963}" presName="conn2-1" presStyleLbl="parChTrans1D4" presStyleIdx="2" presStyleCnt="6"/>
      <dgm:spPr/>
      <dgm:t>
        <a:bodyPr/>
        <a:lstStyle/>
        <a:p>
          <a:endParaRPr lang="nl-NL"/>
        </a:p>
      </dgm:t>
    </dgm:pt>
    <dgm:pt modelId="{91446D41-3060-43E7-AC07-E0D9711E9EFA}" type="pres">
      <dgm:prSet presAssocID="{B3635975-9E76-4F81-9DD4-E5F7AEE8C963}" presName="connTx" presStyleLbl="parChTrans1D4" presStyleIdx="2" presStyleCnt="6"/>
      <dgm:spPr/>
      <dgm:t>
        <a:bodyPr/>
        <a:lstStyle/>
        <a:p>
          <a:endParaRPr lang="nl-NL"/>
        </a:p>
      </dgm:t>
    </dgm:pt>
    <dgm:pt modelId="{CC9A0C88-0EA5-44ED-959F-2CF78FF880AE}" type="pres">
      <dgm:prSet presAssocID="{23161D47-035E-499F-9BF7-0D109F93674E}" presName="root2" presStyleCnt="0"/>
      <dgm:spPr/>
    </dgm:pt>
    <dgm:pt modelId="{05C69DA9-8D57-4F28-B50F-6E6679532337}" type="pres">
      <dgm:prSet presAssocID="{23161D47-035E-499F-9BF7-0D109F93674E}" presName="LevelTwoTextNode" presStyleLbl="node4" presStyleIdx="2" presStyleCnt="6">
        <dgm:presLayoutVars>
          <dgm:chPref val="3"/>
        </dgm:presLayoutVars>
      </dgm:prSet>
      <dgm:spPr/>
      <dgm:t>
        <a:bodyPr/>
        <a:lstStyle/>
        <a:p>
          <a:endParaRPr lang="nl-NL"/>
        </a:p>
      </dgm:t>
    </dgm:pt>
    <dgm:pt modelId="{0D33A853-8E82-4A00-A710-502E7989BD62}" type="pres">
      <dgm:prSet presAssocID="{23161D47-035E-499F-9BF7-0D109F93674E}" presName="level3hierChild" presStyleCnt="0"/>
      <dgm:spPr/>
    </dgm:pt>
    <dgm:pt modelId="{9A6112A3-09B4-4477-B011-E3F80C487C11}" type="pres">
      <dgm:prSet presAssocID="{A01EADA8-EF60-4A88-88EB-DB3C8B00C8BD}" presName="conn2-1" presStyleLbl="parChTrans1D2" presStyleIdx="2" presStyleCnt="4"/>
      <dgm:spPr/>
      <dgm:t>
        <a:bodyPr/>
        <a:lstStyle/>
        <a:p>
          <a:endParaRPr lang="nl-NL"/>
        </a:p>
      </dgm:t>
    </dgm:pt>
    <dgm:pt modelId="{8AFED837-FA0C-4310-A48D-D0E8278A5146}" type="pres">
      <dgm:prSet presAssocID="{A01EADA8-EF60-4A88-88EB-DB3C8B00C8BD}" presName="connTx" presStyleLbl="parChTrans1D2" presStyleIdx="2" presStyleCnt="4"/>
      <dgm:spPr/>
      <dgm:t>
        <a:bodyPr/>
        <a:lstStyle/>
        <a:p>
          <a:endParaRPr lang="nl-NL"/>
        </a:p>
      </dgm:t>
    </dgm:pt>
    <dgm:pt modelId="{751C9EF3-E503-4F62-BA3A-79AD712E8DCA}" type="pres">
      <dgm:prSet presAssocID="{3DE8DAD8-F8B4-49D9-8C4E-F8CD4CB7B86B}" presName="root2" presStyleCnt="0"/>
      <dgm:spPr/>
    </dgm:pt>
    <dgm:pt modelId="{18CA22F3-9522-47A4-B24C-BD7F05AE7A89}" type="pres">
      <dgm:prSet presAssocID="{3DE8DAD8-F8B4-49D9-8C4E-F8CD4CB7B86B}" presName="LevelTwoTextNode" presStyleLbl="node2" presStyleIdx="2" presStyleCnt="4">
        <dgm:presLayoutVars>
          <dgm:chPref val="3"/>
        </dgm:presLayoutVars>
      </dgm:prSet>
      <dgm:spPr/>
      <dgm:t>
        <a:bodyPr/>
        <a:lstStyle/>
        <a:p>
          <a:endParaRPr lang="nl-NL"/>
        </a:p>
      </dgm:t>
    </dgm:pt>
    <dgm:pt modelId="{448983BC-B3DF-4373-A30C-1EA244913091}" type="pres">
      <dgm:prSet presAssocID="{3DE8DAD8-F8B4-49D9-8C4E-F8CD4CB7B86B}" presName="level3hierChild" presStyleCnt="0"/>
      <dgm:spPr/>
    </dgm:pt>
    <dgm:pt modelId="{0D452BA0-421B-44E8-A330-4A17620BA016}" type="pres">
      <dgm:prSet presAssocID="{0F72C50F-70BD-46EE-AC2C-4D225F8C3602}" presName="conn2-1" presStyleLbl="parChTrans1D3" presStyleIdx="4" presStyleCnt="8"/>
      <dgm:spPr/>
      <dgm:t>
        <a:bodyPr/>
        <a:lstStyle/>
        <a:p>
          <a:endParaRPr lang="nl-NL"/>
        </a:p>
      </dgm:t>
    </dgm:pt>
    <dgm:pt modelId="{E7D609E5-2631-4755-8032-5A3F673B460F}" type="pres">
      <dgm:prSet presAssocID="{0F72C50F-70BD-46EE-AC2C-4D225F8C3602}" presName="connTx" presStyleLbl="parChTrans1D3" presStyleIdx="4" presStyleCnt="8"/>
      <dgm:spPr/>
      <dgm:t>
        <a:bodyPr/>
        <a:lstStyle/>
        <a:p>
          <a:endParaRPr lang="nl-NL"/>
        </a:p>
      </dgm:t>
    </dgm:pt>
    <dgm:pt modelId="{FCD987FB-2D81-4B29-8E48-6FE5F1A9F894}" type="pres">
      <dgm:prSet presAssocID="{F96F0A87-C2AB-4CF4-9FF8-AD06800C5879}" presName="root2" presStyleCnt="0"/>
      <dgm:spPr/>
    </dgm:pt>
    <dgm:pt modelId="{95E300A3-1906-4E21-BB72-CB22D53C0D8B}" type="pres">
      <dgm:prSet presAssocID="{F96F0A87-C2AB-4CF4-9FF8-AD06800C5879}" presName="LevelTwoTextNode" presStyleLbl="node3" presStyleIdx="4" presStyleCnt="8">
        <dgm:presLayoutVars>
          <dgm:chPref val="3"/>
        </dgm:presLayoutVars>
      </dgm:prSet>
      <dgm:spPr/>
      <dgm:t>
        <a:bodyPr/>
        <a:lstStyle/>
        <a:p>
          <a:endParaRPr lang="nl-NL"/>
        </a:p>
      </dgm:t>
    </dgm:pt>
    <dgm:pt modelId="{3A8EDCC5-93B2-4B1E-8DA8-545C98E57517}" type="pres">
      <dgm:prSet presAssocID="{F96F0A87-C2AB-4CF4-9FF8-AD06800C5879}" presName="level3hierChild" presStyleCnt="0"/>
      <dgm:spPr/>
    </dgm:pt>
    <dgm:pt modelId="{6C9BD42C-C79B-42FF-8FBD-82F2BEC82F5D}" type="pres">
      <dgm:prSet presAssocID="{998619B1-8408-4C53-A666-B4192AE0E428}" presName="conn2-1" presStyleLbl="parChTrans1D4" presStyleIdx="3" presStyleCnt="6"/>
      <dgm:spPr/>
      <dgm:t>
        <a:bodyPr/>
        <a:lstStyle/>
        <a:p>
          <a:endParaRPr lang="nl-NL"/>
        </a:p>
      </dgm:t>
    </dgm:pt>
    <dgm:pt modelId="{960EAA5F-4CB0-4FAF-BE40-7CA610679337}" type="pres">
      <dgm:prSet presAssocID="{998619B1-8408-4C53-A666-B4192AE0E428}" presName="connTx" presStyleLbl="parChTrans1D4" presStyleIdx="3" presStyleCnt="6"/>
      <dgm:spPr/>
      <dgm:t>
        <a:bodyPr/>
        <a:lstStyle/>
        <a:p>
          <a:endParaRPr lang="nl-NL"/>
        </a:p>
      </dgm:t>
    </dgm:pt>
    <dgm:pt modelId="{DDA96E05-170F-44F4-ACC2-6569D6B22E3D}" type="pres">
      <dgm:prSet presAssocID="{5E315205-E8BF-4A78-9F5F-4E2D7672B371}" presName="root2" presStyleCnt="0"/>
      <dgm:spPr/>
    </dgm:pt>
    <dgm:pt modelId="{CB141EEC-F2CA-4786-8666-010DC6A02224}" type="pres">
      <dgm:prSet presAssocID="{5E315205-E8BF-4A78-9F5F-4E2D7672B371}" presName="LevelTwoTextNode" presStyleLbl="node4" presStyleIdx="3" presStyleCnt="6">
        <dgm:presLayoutVars>
          <dgm:chPref val="3"/>
        </dgm:presLayoutVars>
      </dgm:prSet>
      <dgm:spPr/>
      <dgm:t>
        <a:bodyPr/>
        <a:lstStyle/>
        <a:p>
          <a:endParaRPr lang="nl-NL"/>
        </a:p>
      </dgm:t>
    </dgm:pt>
    <dgm:pt modelId="{24B6734D-754C-4728-96FB-8607E901B6AC}" type="pres">
      <dgm:prSet presAssocID="{5E315205-E8BF-4A78-9F5F-4E2D7672B371}" presName="level3hierChild" presStyleCnt="0"/>
      <dgm:spPr/>
    </dgm:pt>
    <dgm:pt modelId="{4F869D8E-5D86-41CD-833F-10C85C11A763}" type="pres">
      <dgm:prSet presAssocID="{018AC140-B21F-4989-ABD8-DB0539D08734}" presName="conn2-1" presStyleLbl="parChTrans1D3" presStyleIdx="5" presStyleCnt="8"/>
      <dgm:spPr/>
      <dgm:t>
        <a:bodyPr/>
        <a:lstStyle/>
        <a:p>
          <a:endParaRPr lang="nl-NL"/>
        </a:p>
      </dgm:t>
    </dgm:pt>
    <dgm:pt modelId="{631FAB2C-CDCE-4EB3-B562-1981DCE7045D}" type="pres">
      <dgm:prSet presAssocID="{018AC140-B21F-4989-ABD8-DB0539D08734}" presName="connTx" presStyleLbl="parChTrans1D3" presStyleIdx="5" presStyleCnt="8"/>
      <dgm:spPr/>
      <dgm:t>
        <a:bodyPr/>
        <a:lstStyle/>
        <a:p>
          <a:endParaRPr lang="nl-NL"/>
        </a:p>
      </dgm:t>
    </dgm:pt>
    <dgm:pt modelId="{D78C1372-A7AA-4154-98DB-F236E5578BDB}" type="pres">
      <dgm:prSet presAssocID="{6FDB0D8A-C9E8-4932-A41C-F6965AC25E40}" presName="root2" presStyleCnt="0"/>
      <dgm:spPr/>
    </dgm:pt>
    <dgm:pt modelId="{58873E67-3965-4021-B557-2D1571841DDD}" type="pres">
      <dgm:prSet presAssocID="{6FDB0D8A-C9E8-4932-A41C-F6965AC25E40}" presName="LevelTwoTextNode" presStyleLbl="node3" presStyleIdx="5" presStyleCnt="8">
        <dgm:presLayoutVars>
          <dgm:chPref val="3"/>
        </dgm:presLayoutVars>
      </dgm:prSet>
      <dgm:spPr/>
      <dgm:t>
        <a:bodyPr/>
        <a:lstStyle/>
        <a:p>
          <a:endParaRPr lang="nl-NL"/>
        </a:p>
      </dgm:t>
    </dgm:pt>
    <dgm:pt modelId="{EED628FB-8C98-4207-9E60-DB418C543F73}" type="pres">
      <dgm:prSet presAssocID="{6FDB0D8A-C9E8-4932-A41C-F6965AC25E40}" presName="level3hierChild" presStyleCnt="0"/>
      <dgm:spPr/>
    </dgm:pt>
    <dgm:pt modelId="{B57CF167-4418-4C40-BABD-CDD92CAB8A42}" type="pres">
      <dgm:prSet presAssocID="{AAC60EDB-1308-4819-84C3-5453E2EE3DD1}" presName="conn2-1" presStyleLbl="parChTrans1D4" presStyleIdx="4" presStyleCnt="6"/>
      <dgm:spPr/>
      <dgm:t>
        <a:bodyPr/>
        <a:lstStyle/>
        <a:p>
          <a:endParaRPr lang="nl-NL"/>
        </a:p>
      </dgm:t>
    </dgm:pt>
    <dgm:pt modelId="{75A3253C-E0F7-4CDE-9496-27B70EC1717F}" type="pres">
      <dgm:prSet presAssocID="{AAC60EDB-1308-4819-84C3-5453E2EE3DD1}" presName="connTx" presStyleLbl="parChTrans1D4" presStyleIdx="4" presStyleCnt="6"/>
      <dgm:spPr/>
      <dgm:t>
        <a:bodyPr/>
        <a:lstStyle/>
        <a:p>
          <a:endParaRPr lang="nl-NL"/>
        </a:p>
      </dgm:t>
    </dgm:pt>
    <dgm:pt modelId="{4507D713-38C3-460F-BEC9-9F434D591024}" type="pres">
      <dgm:prSet presAssocID="{25E89831-9530-4520-A4A9-3B78FDE67964}" presName="root2" presStyleCnt="0"/>
      <dgm:spPr/>
    </dgm:pt>
    <dgm:pt modelId="{20E83A02-7244-47F0-9A6B-71C1E64F81AC}" type="pres">
      <dgm:prSet presAssocID="{25E89831-9530-4520-A4A9-3B78FDE67964}" presName="LevelTwoTextNode" presStyleLbl="node4" presStyleIdx="4" presStyleCnt="6">
        <dgm:presLayoutVars>
          <dgm:chPref val="3"/>
        </dgm:presLayoutVars>
      </dgm:prSet>
      <dgm:spPr/>
      <dgm:t>
        <a:bodyPr/>
        <a:lstStyle/>
        <a:p>
          <a:endParaRPr lang="nl-NL"/>
        </a:p>
      </dgm:t>
    </dgm:pt>
    <dgm:pt modelId="{93C1F748-E865-4CDA-9416-100CB758BC8A}" type="pres">
      <dgm:prSet presAssocID="{25E89831-9530-4520-A4A9-3B78FDE67964}" presName="level3hierChild" presStyleCnt="0"/>
      <dgm:spPr/>
    </dgm:pt>
    <dgm:pt modelId="{41A4937D-EA3C-448C-AC74-DB830757181D}" type="pres">
      <dgm:prSet presAssocID="{FC0C4E98-9B6C-45EA-B9DF-483C24134B0F}" presName="conn2-1" presStyleLbl="parChTrans1D3" presStyleIdx="6" presStyleCnt="8"/>
      <dgm:spPr/>
      <dgm:t>
        <a:bodyPr/>
        <a:lstStyle/>
        <a:p>
          <a:endParaRPr lang="nl-NL"/>
        </a:p>
      </dgm:t>
    </dgm:pt>
    <dgm:pt modelId="{6B01122A-6C46-499A-A11D-9DF0D6A16BF6}" type="pres">
      <dgm:prSet presAssocID="{FC0C4E98-9B6C-45EA-B9DF-483C24134B0F}" presName="connTx" presStyleLbl="parChTrans1D3" presStyleIdx="6" presStyleCnt="8"/>
      <dgm:spPr/>
      <dgm:t>
        <a:bodyPr/>
        <a:lstStyle/>
        <a:p>
          <a:endParaRPr lang="nl-NL"/>
        </a:p>
      </dgm:t>
    </dgm:pt>
    <dgm:pt modelId="{05CBC530-FC23-4A5E-AED1-4283FE4E8971}" type="pres">
      <dgm:prSet presAssocID="{F2331DFB-35DC-4EA0-9DD9-E34C0D7988A0}" presName="root2" presStyleCnt="0"/>
      <dgm:spPr/>
    </dgm:pt>
    <dgm:pt modelId="{0A7FCF1E-78BF-4157-93B6-0B3869C48792}" type="pres">
      <dgm:prSet presAssocID="{F2331DFB-35DC-4EA0-9DD9-E34C0D7988A0}" presName="LevelTwoTextNode" presStyleLbl="node3" presStyleIdx="6" presStyleCnt="8">
        <dgm:presLayoutVars>
          <dgm:chPref val="3"/>
        </dgm:presLayoutVars>
      </dgm:prSet>
      <dgm:spPr/>
      <dgm:t>
        <a:bodyPr/>
        <a:lstStyle/>
        <a:p>
          <a:endParaRPr lang="nl-NL"/>
        </a:p>
      </dgm:t>
    </dgm:pt>
    <dgm:pt modelId="{DE401868-2A59-4CE5-ABA2-D5F4040B8803}" type="pres">
      <dgm:prSet presAssocID="{F2331DFB-35DC-4EA0-9DD9-E34C0D7988A0}" presName="level3hierChild" presStyleCnt="0"/>
      <dgm:spPr/>
    </dgm:pt>
    <dgm:pt modelId="{30C8F187-1693-4471-8ED2-AEFABA2AB68E}" type="pres">
      <dgm:prSet presAssocID="{C09EE50B-683D-480F-BC78-C323C05E93E9}" presName="conn2-1" presStyleLbl="parChTrans1D4" presStyleIdx="5" presStyleCnt="6"/>
      <dgm:spPr/>
      <dgm:t>
        <a:bodyPr/>
        <a:lstStyle/>
        <a:p>
          <a:endParaRPr lang="nl-NL"/>
        </a:p>
      </dgm:t>
    </dgm:pt>
    <dgm:pt modelId="{68CE724C-5767-4C26-A61C-C65572BAB344}" type="pres">
      <dgm:prSet presAssocID="{C09EE50B-683D-480F-BC78-C323C05E93E9}" presName="connTx" presStyleLbl="parChTrans1D4" presStyleIdx="5" presStyleCnt="6"/>
      <dgm:spPr/>
      <dgm:t>
        <a:bodyPr/>
        <a:lstStyle/>
        <a:p>
          <a:endParaRPr lang="nl-NL"/>
        </a:p>
      </dgm:t>
    </dgm:pt>
    <dgm:pt modelId="{E12BAC96-5E6D-490B-8A88-FFE70FE0F2EB}" type="pres">
      <dgm:prSet presAssocID="{FCE9CA40-5542-4137-BD33-F76F278B0049}" presName="root2" presStyleCnt="0"/>
      <dgm:spPr/>
    </dgm:pt>
    <dgm:pt modelId="{FE7D7B8D-8581-4B48-8570-E8CAA575A59B}" type="pres">
      <dgm:prSet presAssocID="{FCE9CA40-5542-4137-BD33-F76F278B0049}" presName="LevelTwoTextNode" presStyleLbl="node4" presStyleIdx="5" presStyleCnt="6">
        <dgm:presLayoutVars>
          <dgm:chPref val="3"/>
        </dgm:presLayoutVars>
      </dgm:prSet>
      <dgm:spPr/>
      <dgm:t>
        <a:bodyPr/>
        <a:lstStyle/>
        <a:p>
          <a:endParaRPr lang="nl-NL"/>
        </a:p>
      </dgm:t>
    </dgm:pt>
    <dgm:pt modelId="{61B342F5-7F27-49AE-90A1-EDD6EFA3C94B}" type="pres">
      <dgm:prSet presAssocID="{FCE9CA40-5542-4137-BD33-F76F278B0049}" presName="level3hierChild" presStyleCnt="0"/>
      <dgm:spPr/>
    </dgm:pt>
    <dgm:pt modelId="{5657EF8B-EC2F-4D13-ABCD-53C1A12BC026}" type="pres">
      <dgm:prSet presAssocID="{FD42B110-1712-4196-9542-E65BEDC153F5}" presName="conn2-1" presStyleLbl="parChTrans1D2" presStyleIdx="3" presStyleCnt="4"/>
      <dgm:spPr/>
      <dgm:t>
        <a:bodyPr/>
        <a:lstStyle/>
        <a:p>
          <a:endParaRPr lang="nl-NL"/>
        </a:p>
      </dgm:t>
    </dgm:pt>
    <dgm:pt modelId="{6F7D06F4-F4F7-4093-A3CE-3BA40BC60150}" type="pres">
      <dgm:prSet presAssocID="{FD42B110-1712-4196-9542-E65BEDC153F5}" presName="connTx" presStyleLbl="parChTrans1D2" presStyleIdx="3" presStyleCnt="4"/>
      <dgm:spPr/>
      <dgm:t>
        <a:bodyPr/>
        <a:lstStyle/>
        <a:p>
          <a:endParaRPr lang="nl-NL"/>
        </a:p>
      </dgm:t>
    </dgm:pt>
    <dgm:pt modelId="{C85E68EE-C6EE-465E-A10D-45A519D15E31}" type="pres">
      <dgm:prSet presAssocID="{D1B0132D-3C32-4344-B196-8E7AE68964F3}" presName="root2" presStyleCnt="0"/>
      <dgm:spPr/>
    </dgm:pt>
    <dgm:pt modelId="{87E5D9E0-215E-41DC-839F-2CF01A50F255}" type="pres">
      <dgm:prSet presAssocID="{D1B0132D-3C32-4344-B196-8E7AE68964F3}" presName="LevelTwoTextNode" presStyleLbl="node2" presStyleIdx="3" presStyleCnt="4">
        <dgm:presLayoutVars>
          <dgm:chPref val="3"/>
        </dgm:presLayoutVars>
      </dgm:prSet>
      <dgm:spPr/>
      <dgm:t>
        <a:bodyPr/>
        <a:lstStyle/>
        <a:p>
          <a:endParaRPr lang="nl-NL"/>
        </a:p>
      </dgm:t>
    </dgm:pt>
    <dgm:pt modelId="{1D3B8E22-5928-4EC4-BA0E-0E55E3F4CA18}" type="pres">
      <dgm:prSet presAssocID="{D1B0132D-3C32-4344-B196-8E7AE68964F3}" presName="level3hierChild" presStyleCnt="0"/>
      <dgm:spPr/>
    </dgm:pt>
    <dgm:pt modelId="{7C69E4A8-816A-410E-B1B0-C90E4AD5E2FA}" type="pres">
      <dgm:prSet presAssocID="{D099E49A-4932-4478-8212-F05A302059C4}" presName="conn2-1" presStyleLbl="parChTrans1D3" presStyleIdx="7" presStyleCnt="8"/>
      <dgm:spPr/>
      <dgm:t>
        <a:bodyPr/>
        <a:lstStyle/>
        <a:p>
          <a:endParaRPr lang="nl-NL"/>
        </a:p>
      </dgm:t>
    </dgm:pt>
    <dgm:pt modelId="{9FB9423A-95E7-4982-970C-FD46AA55ECF0}" type="pres">
      <dgm:prSet presAssocID="{D099E49A-4932-4478-8212-F05A302059C4}" presName="connTx" presStyleLbl="parChTrans1D3" presStyleIdx="7" presStyleCnt="8"/>
      <dgm:spPr/>
      <dgm:t>
        <a:bodyPr/>
        <a:lstStyle/>
        <a:p>
          <a:endParaRPr lang="nl-NL"/>
        </a:p>
      </dgm:t>
    </dgm:pt>
    <dgm:pt modelId="{FB8A5723-FF58-49B9-9EDB-970D39099245}" type="pres">
      <dgm:prSet presAssocID="{A6690802-AFC8-4D95-B1ED-F5283FE563EF}" presName="root2" presStyleCnt="0"/>
      <dgm:spPr/>
    </dgm:pt>
    <dgm:pt modelId="{2E3F1BC7-9E74-4FEE-9917-E4E6850FA1C2}" type="pres">
      <dgm:prSet presAssocID="{A6690802-AFC8-4D95-B1ED-F5283FE563EF}" presName="LevelTwoTextNode" presStyleLbl="node3" presStyleIdx="7" presStyleCnt="8">
        <dgm:presLayoutVars>
          <dgm:chPref val="3"/>
        </dgm:presLayoutVars>
      </dgm:prSet>
      <dgm:spPr/>
      <dgm:t>
        <a:bodyPr/>
        <a:lstStyle/>
        <a:p>
          <a:endParaRPr lang="nl-NL"/>
        </a:p>
      </dgm:t>
    </dgm:pt>
    <dgm:pt modelId="{4B5292B8-D042-43C9-83C1-7126D401B864}" type="pres">
      <dgm:prSet presAssocID="{A6690802-AFC8-4D95-B1ED-F5283FE563EF}" presName="level3hierChild" presStyleCnt="0"/>
      <dgm:spPr/>
    </dgm:pt>
  </dgm:ptLst>
  <dgm:cxnLst>
    <dgm:cxn modelId="{60377681-1F49-407D-A8F4-A7E94B0A5AFB}" type="presOf" srcId="{25E89831-9530-4520-A4A9-3B78FDE67964}" destId="{20E83A02-7244-47F0-9A6B-71C1E64F81AC}" srcOrd="0" destOrd="0" presId="urn:microsoft.com/office/officeart/2005/8/layout/hierarchy2"/>
    <dgm:cxn modelId="{BFD7847F-EA75-4450-99FE-853F2C9F7163}" type="presOf" srcId="{8A343635-2B4D-4ED7-A7F9-C2C0685D593B}" destId="{1E65D494-7F51-4915-A50E-FF36DC35695C}" srcOrd="0" destOrd="0" presId="urn:microsoft.com/office/officeart/2005/8/layout/hierarchy2"/>
    <dgm:cxn modelId="{8BDD3751-60C2-4E9D-918E-CAE50DF68C7C}" srcId="{F2331DFB-35DC-4EA0-9DD9-E34C0D7988A0}" destId="{FCE9CA40-5542-4137-BD33-F76F278B0049}" srcOrd="0" destOrd="0" parTransId="{C09EE50B-683D-480F-BC78-C323C05E93E9}" sibTransId="{7781D219-6CA0-4DDB-9A18-C4E89E0DF0B7}"/>
    <dgm:cxn modelId="{68FD8471-59D0-44B3-A866-22A585F22777}" srcId="{56FD88E3-31AB-4E9D-AB73-58E9570000C5}" destId="{5242993F-8DF1-421B-BA7C-683DA2821BC8}" srcOrd="0" destOrd="0" parTransId="{DE4BF477-EC73-471F-B04C-B3E8AE3FA2CE}" sibTransId="{7AF214A7-EECF-4D7E-B0D6-58498D58649C}"/>
    <dgm:cxn modelId="{82F0369D-FEC5-43B8-A215-33051A5093A8}" type="presOf" srcId="{B3635975-9E76-4F81-9DD4-E5F7AEE8C963}" destId="{91446D41-3060-43E7-AC07-E0D9711E9EFA}" srcOrd="1" destOrd="0" presId="urn:microsoft.com/office/officeart/2005/8/layout/hierarchy2"/>
    <dgm:cxn modelId="{35CED43E-26DF-445D-B888-83A7A7F44912}" type="presOf" srcId="{5242993F-8DF1-421B-BA7C-683DA2821BC8}" destId="{D28E7330-43ED-478E-AA86-C35D973802E3}" srcOrd="0" destOrd="0" presId="urn:microsoft.com/office/officeart/2005/8/layout/hierarchy2"/>
    <dgm:cxn modelId="{A79C3E00-742B-43C0-A562-FAEBD133C797}" type="presOf" srcId="{FCE9CA40-5542-4137-BD33-F76F278B0049}" destId="{FE7D7B8D-8581-4B48-8570-E8CAA575A59B}" srcOrd="0" destOrd="0" presId="urn:microsoft.com/office/officeart/2005/8/layout/hierarchy2"/>
    <dgm:cxn modelId="{54B58153-BA29-46A0-97D3-5469D5AB37FD}" type="presOf" srcId="{7578B65A-2B97-42BC-8A11-C4EE99B9AF59}" destId="{423D1479-AF15-4B98-99FD-33BF354E887F}" srcOrd="0" destOrd="0" presId="urn:microsoft.com/office/officeart/2005/8/layout/hierarchy2"/>
    <dgm:cxn modelId="{5B425746-A62A-430D-AE98-547635726F7D}" type="presOf" srcId="{72CAA76C-79EC-4151-9645-B2B78E2FA945}" destId="{00C61B48-B665-4D87-A0B2-D0DBB7E27F21}" srcOrd="0" destOrd="0" presId="urn:microsoft.com/office/officeart/2005/8/layout/hierarchy2"/>
    <dgm:cxn modelId="{35A081CE-A492-4F96-8BD3-30348A710B49}" type="presOf" srcId="{018AC140-B21F-4989-ABD8-DB0539D08734}" destId="{631FAB2C-CDCE-4EB3-B562-1981DCE7045D}" srcOrd="1" destOrd="0" presId="urn:microsoft.com/office/officeart/2005/8/layout/hierarchy2"/>
    <dgm:cxn modelId="{FD18EA1C-1077-46B5-AEAA-DD9B0834C04D}" type="presOf" srcId="{C09EE50B-683D-480F-BC78-C323C05E93E9}" destId="{30C8F187-1693-4471-8ED2-AEFABA2AB68E}" srcOrd="0" destOrd="0" presId="urn:microsoft.com/office/officeart/2005/8/layout/hierarchy2"/>
    <dgm:cxn modelId="{0FDC186E-8284-4CD7-AC0E-AD7F0F35053E}" type="presOf" srcId="{C09EE50B-683D-480F-BC78-C323C05E93E9}" destId="{68CE724C-5767-4C26-A61C-C65572BAB344}" srcOrd="1" destOrd="0" presId="urn:microsoft.com/office/officeart/2005/8/layout/hierarchy2"/>
    <dgm:cxn modelId="{5C647FD5-DDF9-4CA1-9FF6-922E05C6070D}" type="presOf" srcId="{C72B6867-8457-45DE-9EFB-FB624DB4C1D5}" destId="{464F3E6E-1C67-47BA-A9C0-81F5B317791F}" srcOrd="0" destOrd="0" presId="urn:microsoft.com/office/officeart/2005/8/layout/hierarchy2"/>
    <dgm:cxn modelId="{5C24BD50-371F-431C-B736-3BB6FE133FC4}" type="presOf" srcId="{D94BED33-6099-4659-BEAC-83461631A18A}" destId="{69C411FD-A0F9-400C-8937-F1BD69FC1CF5}" srcOrd="0" destOrd="0" presId="urn:microsoft.com/office/officeart/2005/8/layout/hierarchy2"/>
    <dgm:cxn modelId="{AFEF85BA-4125-4393-8616-8D33F2D6FCD9}" type="presOf" srcId="{AAC60EDB-1308-4819-84C3-5453E2EE3DD1}" destId="{B57CF167-4418-4C40-BABD-CDD92CAB8A42}" srcOrd="0" destOrd="0" presId="urn:microsoft.com/office/officeart/2005/8/layout/hierarchy2"/>
    <dgm:cxn modelId="{DDAE7662-02AB-4449-9802-D4F15524FCDA}" srcId="{D94BED33-6099-4659-BEAC-83461631A18A}" destId="{CCF6B381-C28C-4295-8770-58C2B24F8C13}" srcOrd="0" destOrd="0" parTransId="{D432CCB6-7F09-4850-955F-56DADF61AE04}" sibTransId="{71F5BDEF-46E6-429E-88B8-4395322A631E}"/>
    <dgm:cxn modelId="{152E39E5-AF6F-4109-95C1-3EFAD758CCF3}" type="presOf" srcId="{53851B4F-B7CA-4704-B864-B0B3BB7C6077}" destId="{311252F0-D0BD-4FF4-A652-4C78EB767D47}" srcOrd="0" destOrd="0" presId="urn:microsoft.com/office/officeart/2005/8/layout/hierarchy2"/>
    <dgm:cxn modelId="{AD847634-E1D6-43D0-A9C4-6766F143A95F}" type="presOf" srcId="{C2A20361-2D2B-4946-AEFF-A178F4968F9D}" destId="{208C2FC7-6A7C-493C-A3F4-4232E167FB16}" srcOrd="0" destOrd="0" presId="urn:microsoft.com/office/officeart/2005/8/layout/hierarchy2"/>
    <dgm:cxn modelId="{BC9514F2-1E04-407D-8267-004BC23721BD}" srcId="{D94BED33-6099-4659-BEAC-83461631A18A}" destId="{7578B65A-2B97-42BC-8A11-C4EE99B9AF59}" srcOrd="1" destOrd="0" parTransId="{9EE96379-9983-4CE4-97FD-693FFCE77E63}" sibTransId="{3CE08C98-723F-4F29-B834-3929D9BC8A2C}"/>
    <dgm:cxn modelId="{5DE145F9-C7AB-4E8E-BAEE-D0F448B98D85}" type="presOf" srcId="{FC0C4E98-9B6C-45EA-B9DF-483C24134B0F}" destId="{41A4937D-EA3C-448C-AC74-DB830757181D}" srcOrd="0" destOrd="0" presId="urn:microsoft.com/office/officeart/2005/8/layout/hierarchy2"/>
    <dgm:cxn modelId="{8B5D6DF0-D241-4DA0-B609-8629303A9719}" type="presOf" srcId="{0F72C50F-70BD-46EE-AC2C-4D225F8C3602}" destId="{0D452BA0-421B-44E8-A330-4A17620BA016}" srcOrd="0" destOrd="0" presId="urn:microsoft.com/office/officeart/2005/8/layout/hierarchy2"/>
    <dgm:cxn modelId="{6486D555-249B-4687-84CC-DEB3203AA572}" srcId="{59AB1CBA-C287-4D29-B852-C5957C1B41E1}" destId="{D94BED33-6099-4659-BEAC-83461631A18A}" srcOrd="0" destOrd="0" parTransId="{DE12C222-6F0B-4AF4-9E20-62552A5513F5}" sibTransId="{BC8B524F-C9AD-431D-9112-2FCA4C50073F}"/>
    <dgm:cxn modelId="{C0E15597-737E-41D4-A136-6193D57B9AF4}" type="presOf" srcId="{AAC60EDB-1308-4819-84C3-5453E2EE3DD1}" destId="{75A3253C-E0F7-4CDE-9496-27B70EC1717F}" srcOrd="1" destOrd="0" presId="urn:microsoft.com/office/officeart/2005/8/layout/hierarchy2"/>
    <dgm:cxn modelId="{067346DB-902D-4CCF-BA76-FBFF5828F77A}" type="presOf" srcId="{A8046565-F791-4A2A-95DC-E5913E832493}" destId="{CA244A29-8DF5-4B58-8BC5-51C74FFC287D}" srcOrd="0" destOrd="0" presId="urn:microsoft.com/office/officeart/2005/8/layout/hierarchy2"/>
    <dgm:cxn modelId="{83A2313E-AC99-4ACE-AF2F-4F10BD1235BC}" srcId="{C2A20361-2D2B-4946-AEFF-A178F4968F9D}" destId="{23161D47-035E-499F-9BF7-0D109F93674E}" srcOrd="0" destOrd="0" parTransId="{B3635975-9E76-4F81-9DD4-E5F7AEE8C963}" sibTransId="{65CF51A7-68BF-4A5C-8761-40996B6068D1}"/>
    <dgm:cxn modelId="{C0AE8DEF-58B7-42B9-A14F-0F9D657340FC}" type="presOf" srcId="{CCF6B381-C28C-4295-8770-58C2B24F8C13}" destId="{0AA19C19-8FFF-49FA-95D8-FC6B080DC155}" srcOrd="0" destOrd="0" presId="urn:microsoft.com/office/officeart/2005/8/layout/hierarchy2"/>
    <dgm:cxn modelId="{637551BA-7953-42D0-8AAA-CD8A09726DCD}" type="presOf" srcId="{B3635975-9E76-4F81-9DD4-E5F7AEE8C963}" destId="{58CCF73B-32A5-4D5A-9F4E-8E6B5781DB59}" srcOrd="0" destOrd="0" presId="urn:microsoft.com/office/officeart/2005/8/layout/hierarchy2"/>
    <dgm:cxn modelId="{2B832266-DB98-44F2-A90C-125F93951863}" type="presOf" srcId="{998619B1-8408-4C53-A666-B4192AE0E428}" destId="{6C9BD42C-C79B-42FF-8FBD-82F2BEC82F5D}" srcOrd="0" destOrd="0" presId="urn:microsoft.com/office/officeart/2005/8/layout/hierarchy2"/>
    <dgm:cxn modelId="{15956FDE-4852-4C22-A509-B96802EC1950}" type="presOf" srcId="{D099E49A-4932-4478-8212-F05A302059C4}" destId="{9FB9423A-95E7-4982-970C-FD46AA55ECF0}" srcOrd="1" destOrd="0" presId="urn:microsoft.com/office/officeart/2005/8/layout/hierarchy2"/>
    <dgm:cxn modelId="{E82D6796-AB67-4F90-9482-F85F45BEBEE5}" type="presOf" srcId="{23161D47-035E-499F-9BF7-0D109F93674E}" destId="{05C69DA9-8D57-4F28-B50F-6E6679532337}" srcOrd="0" destOrd="0" presId="urn:microsoft.com/office/officeart/2005/8/layout/hierarchy2"/>
    <dgm:cxn modelId="{682BAED3-DB83-4FF8-B64B-7AF3DE00B99D}" type="presOf" srcId="{018AC140-B21F-4989-ABD8-DB0539D08734}" destId="{4F869D8E-5D86-41CD-833F-10C85C11A763}" srcOrd="0" destOrd="0" presId="urn:microsoft.com/office/officeart/2005/8/layout/hierarchy2"/>
    <dgm:cxn modelId="{5E9B9E1E-289A-440B-9ECA-E26B74EE733A}" type="presOf" srcId="{F2331DFB-35DC-4EA0-9DD9-E34C0D7988A0}" destId="{0A7FCF1E-78BF-4157-93B6-0B3869C48792}" srcOrd="0" destOrd="0" presId="urn:microsoft.com/office/officeart/2005/8/layout/hierarchy2"/>
    <dgm:cxn modelId="{46119D8E-878C-4A3A-8F7C-530A2FAFEC02}" type="presOf" srcId="{3DE8DAD8-F8B4-49D9-8C4E-F8CD4CB7B86B}" destId="{18CA22F3-9522-47A4-B24C-BD7F05AE7A89}" srcOrd="0" destOrd="0" presId="urn:microsoft.com/office/officeart/2005/8/layout/hierarchy2"/>
    <dgm:cxn modelId="{5F03B950-F297-4263-A23F-5CE6F6740734}" type="presOf" srcId="{6FDB0D8A-C9E8-4932-A41C-F6965AC25E40}" destId="{58873E67-3965-4021-B557-2D1571841DDD}" srcOrd="0" destOrd="0" presId="urn:microsoft.com/office/officeart/2005/8/layout/hierarchy2"/>
    <dgm:cxn modelId="{AAF2F91E-3631-42FB-AC43-DA993276E458}" type="presOf" srcId="{56FD88E3-31AB-4E9D-AB73-58E9570000C5}" destId="{13531CF4-42AC-48F6-A06C-F3F8EF3DC9B6}" srcOrd="0" destOrd="0" presId="urn:microsoft.com/office/officeart/2005/8/layout/hierarchy2"/>
    <dgm:cxn modelId="{46B5C8C6-DC45-4BD9-AD19-3B3102B02BB3}" type="presOf" srcId="{D432CCB6-7F09-4850-955F-56DADF61AE04}" destId="{4F0A676E-A422-41D8-AFA6-FF55B8A16092}" srcOrd="0" destOrd="0" presId="urn:microsoft.com/office/officeart/2005/8/layout/hierarchy2"/>
    <dgm:cxn modelId="{63761C3F-EB0D-4EE3-B75E-04DF9AAD3209}" type="presOf" srcId="{D432CCB6-7F09-4850-955F-56DADF61AE04}" destId="{E2ACD478-DCF4-4DF6-AAD5-4E45840EA439}" srcOrd="1" destOrd="0" presId="urn:microsoft.com/office/officeart/2005/8/layout/hierarchy2"/>
    <dgm:cxn modelId="{F2CDF97F-A19A-42AA-9D3F-097DD4FA4860}" srcId="{D94BED33-6099-4659-BEAC-83461631A18A}" destId="{3DE8DAD8-F8B4-49D9-8C4E-F8CD4CB7B86B}" srcOrd="2" destOrd="0" parTransId="{A01EADA8-EF60-4A88-88EB-DB3C8B00C8BD}" sibTransId="{A381A0A6-2FD6-4417-9106-36AC5F36BF9F}"/>
    <dgm:cxn modelId="{E7C19C50-B679-45FF-AF0F-DFCE52BF7970}" type="presOf" srcId="{A6690802-AFC8-4D95-B1ED-F5283FE563EF}" destId="{2E3F1BC7-9E74-4FEE-9917-E4E6850FA1C2}" srcOrd="0" destOrd="0" presId="urn:microsoft.com/office/officeart/2005/8/layout/hierarchy2"/>
    <dgm:cxn modelId="{82D9592F-5E85-417A-84BE-E397C48C1713}" srcId="{CCF6B381-C28C-4295-8770-58C2B24F8C13}" destId="{53851B4F-B7CA-4704-B864-B0B3BB7C6077}" srcOrd="0" destOrd="0" parTransId="{37214776-B41D-4A26-80BB-6EB0D8B24449}" sibTransId="{4983AB53-4961-47F1-B6D1-301725139392}"/>
    <dgm:cxn modelId="{D67781E3-24F5-4027-9057-72064D548498}" srcId="{D94BED33-6099-4659-BEAC-83461631A18A}" destId="{D1B0132D-3C32-4344-B196-8E7AE68964F3}" srcOrd="3" destOrd="0" parTransId="{FD42B110-1712-4196-9542-E65BEDC153F5}" sibTransId="{0CAA6954-D67E-4044-960E-F7B7A1A5A1B0}"/>
    <dgm:cxn modelId="{10F13AEE-8757-478B-B903-F846651FFE90}" type="presOf" srcId="{4605E3AC-AEE2-48E8-86EA-B9D3BF72C2B6}" destId="{670CEC27-6060-4BD6-A1C1-E3BE35DE321E}" srcOrd="0" destOrd="0" presId="urn:microsoft.com/office/officeart/2005/8/layout/hierarchy2"/>
    <dgm:cxn modelId="{A06863C2-0543-49D2-8E89-0A3D77D92463}" type="presOf" srcId="{C72B6867-8457-45DE-9EFB-FB624DB4C1D5}" destId="{B3CC6026-F9E8-438C-833F-BCDCC7C92F42}" srcOrd="1" destOrd="0" presId="urn:microsoft.com/office/officeart/2005/8/layout/hierarchy2"/>
    <dgm:cxn modelId="{A4B01FC2-8487-4CB8-8F02-8BFCC6AF7505}" type="presOf" srcId="{A01EADA8-EF60-4A88-88EB-DB3C8B00C8BD}" destId="{9A6112A3-09B4-4477-B011-E3F80C487C11}" srcOrd="0" destOrd="0" presId="urn:microsoft.com/office/officeart/2005/8/layout/hierarchy2"/>
    <dgm:cxn modelId="{43523513-CC5D-4199-8257-0B724A4B016B}" type="presOf" srcId="{8A343635-2B4D-4ED7-A7F9-C2C0685D593B}" destId="{76E0CA6C-40C2-42BF-AA5F-0278CEBC66CD}" srcOrd="1" destOrd="0" presId="urn:microsoft.com/office/officeart/2005/8/layout/hierarchy2"/>
    <dgm:cxn modelId="{507E7D18-96E6-4FEA-AE29-EEF1F4085451}" type="presOf" srcId="{4605E3AC-AEE2-48E8-86EA-B9D3BF72C2B6}" destId="{F6ECA8C5-3CBB-472C-A15F-F06DBEE79531}" srcOrd="1" destOrd="0" presId="urn:microsoft.com/office/officeart/2005/8/layout/hierarchy2"/>
    <dgm:cxn modelId="{F9AEE349-3661-4790-8104-33888B1F3389}" srcId="{D1B0132D-3C32-4344-B196-8E7AE68964F3}" destId="{A6690802-AFC8-4D95-B1ED-F5283FE563EF}" srcOrd="0" destOrd="0" parTransId="{D099E49A-4932-4478-8212-F05A302059C4}" sibTransId="{35AC6B0E-3383-4FF3-B332-07F2DBE2D788}"/>
    <dgm:cxn modelId="{A8D27485-2824-4908-BC39-78181A365E55}" type="presOf" srcId="{F96F0A87-C2AB-4CF4-9FF8-AD06800C5879}" destId="{95E300A3-1906-4E21-BB72-CB22D53C0D8B}" srcOrd="0" destOrd="0" presId="urn:microsoft.com/office/officeart/2005/8/layout/hierarchy2"/>
    <dgm:cxn modelId="{8CD67DF5-3BA2-4C70-A3D6-106A11777C0B}" type="presOf" srcId="{FC0C4E98-9B6C-45EA-B9DF-483C24134B0F}" destId="{6B01122A-6C46-499A-A11D-9DF0D6A16BF6}" srcOrd="1" destOrd="0" presId="urn:microsoft.com/office/officeart/2005/8/layout/hierarchy2"/>
    <dgm:cxn modelId="{88F22810-76B9-4CFD-8CD5-7E8CE998093B}" srcId="{3DE8DAD8-F8B4-49D9-8C4E-F8CD4CB7B86B}" destId="{F2331DFB-35DC-4EA0-9DD9-E34C0D7988A0}" srcOrd="2" destOrd="0" parTransId="{FC0C4E98-9B6C-45EA-B9DF-483C24134B0F}" sibTransId="{D08B9DDB-9D4A-4DC9-8483-356AF5DE518F}"/>
    <dgm:cxn modelId="{7488B3E2-BB73-434E-A7A0-F944EBC0F06F}" srcId="{7578B65A-2B97-42BC-8A11-C4EE99B9AF59}" destId="{C2A20361-2D2B-4946-AEFF-A178F4968F9D}" srcOrd="2" destOrd="0" parTransId="{72CAA76C-79EC-4151-9645-B2B78E2FA945}" sibTransId="{D9DA3BBD-B716-4702-90DF-0D6288489E02}"/>
    <dgm:cxn modelId="{78027C3A-FA45-4224-B063-43D167CDA545}" type="presOf" srcId="{59AB1CBA-C287-4D29-B852-C5957C1B41E1}" destId="{1D705E6C-DAF8-47B2-8A8A-12E89209F851}" srcOrd="0" destOrd="0" presId="urn:microsoft.com/office/officeart/2005/8/layout/hierarchy2"/>
    <dgm:cxn modelId="{20FD3F3B-DFFF-4522-BC6A-56360F89C1BF}" type="presOf" srcId="{DE4BF477-EC73-471F-B04C-B3E8AE3FA2CE}" destId="{D6662795-D8BC-40D8-B8BC-31361F268401}" srcOrd="0" destOrd="0" presId="urn:microsoft.com/office/officeart/2005/8/layout/hierarchy2"/>
    <dgm:cxn modelId="{0D30E44C-95F5-4498-8D54-C02FD1EDBFF3}" type="presOf" srcId="{FD42B110-1712-4196-9542-E65BEDC153F5}" destId="{5657EF8B-EC2F-4D13-ABCD-53C1A12BC026}" srcOrd="0" destOrd="0" presId="urn:microsoft.com/office/officeart/2005/8/layout/hierarchy2"/>
    <dgm:cxn modelId="{90DD664B-E82C-45E8-972A-1DE845BAE6B5}" srcId="{53851B4F-B7CA-4704-B864-B0B3BB7C6077}" destId="{A8046565-F791-4A2A-95DC-E5913E832493}" srcOrd="0" destOrd="0" parTransId="{8A343635-2B4D-4ED7-A7F9-C2C0685D593B}" sibTransId="{14BD36F5-9006-4570-A1AB-ACB205CEA0D2}"/>
    <dgm:cxn modelId="{4C9616E8-67CB-4749-9C0F-404BDB05537B}" type="presOf" srcId="{FD42B110-1712-4196-9542-E65BEDC153F5}" destId="{6F7D06F4-F4F7-4093-A3CE-3BA40BC60150}" srcOrd="1" destOrd="0" presId="urn:microsoft.com/office/officeart/2005/8/layout/hierarchy2"/>
    <dgm:cxn modelId="{722CA8F2-7DF0-4751-8FED-4AE03C6C9837}" srcId="{3DE8DAD8-F8B4-49D9-8C4E-F8CD4CB7B86B}" destId="{F96F0A87-C2AB-4CF4-9FF8-AD06800C5879}" srcOrd="0" destOrd="0" parTransId="{0F72C50F-70BD-46EE-AC2C-4D225F8C3602}" sibTransId="{8EED69E7-BE97-48BE-9C9C-F95A2CB10D4D}"/>
    <dgm:cxn modelId="{13AD38C0-D6B1-452A-8A73-2FE55E84B87E}" srcId="{7578B65A-2B97-42BC-8A11-C4EE99B9AF59}" destId="{56FD88E3-31AB-4E9D-AB73-58E9570000C5}" srcOrd="1" destOrd="0" parTransId="{4605E3AC-AEE2-48E8-86EA-B9D3BF72C2B6}" sibTransId="{58EE8B88-0E34-439A-9116-C706A3102981}"/>
    <dgm:cxn modelId="{7144B8B0-63DC-4067-BBEE-FA341238DA37}" srcId="{F96F0A87-C2AB-4CF4-9FF8-AD06800C5879}" destId="{5E315205-E8BF-4A78-9F5F-4E2D7672B371}" srcOrd="0" destOrd="0" parTransId="{998619B1-8408-4C53-A666-B4192AE0E428}" sibTransId="{CA06167A-E15F-4287-B26D-8A0169426B03}"/>
    <dgm:cxn modelId="{C9BE2475-AB11-4946-9126-EDD1A70E12E0}" type="presOf" srcId="{D099E49A-4932-4478-8212-F05A302059C4}" destId="{7C69E4A8-816A-410E-B1B0-C90E4AD5E2FA}" srcOrd="0" destOrd="0" presId="urn:microsoft.com/office/officeart/2005/8/layout/hierarchy2"/>
    <dgm:cxn modelId="{8D109855-73BB-43E0-A631-3753FF3ADC14}" type="presOf" srcId="{4CD2FAFC-8B0F-4022-910E-583ECF2CBE8C}" destId="{4589A909-1955-4E93-8FB2-A9A8E64C7ABB}" srcOrd="0" destOrd="0" presId="urn:microsoft.com/office/officeart/2005/8/layout/hierarchy2"/>
    <dgm:cxn modelId="{5DBD9379-93A1-429D-9921-C265E9299C56}" srcId="{7578B65A-2B97-42BC-8A11-C4EE99B9AF59}" destId="{4CD2FAFC-8B0F-4022-910E-583ECF2CBE8C}" srcOrd="0" destOrd="0" parTransId="{C72B6867-8457-45DE-9EFB-FB624DB4C1D5}" sibTransId="{559DE5C0-6448-4056-BE28-91840744442B}"/>
    <dgm:cxn modelId="{B7D21851-F243-4338-A54F-A13914CC1B5D}" type="presOf" srcId="{9EE96379-9983-4CE4-97FD-693FFCE77E63}" destId="{B5A481D5-A174-4624-A72F-20309EA9504F}" srcOrd="0" destOrd="0" presId="urn:microsoft.com/office/officeart/2005/8/layout/hierarchy2"/>
    <dgm:cxn modelId="{1ACF995D-DD64-4E1B-90BD-A06BD621DFDC}" type="presOf" srcId="{5E315205-E8BF-4A78-9F5F-4E2D7672B371}" destId="{CB141EEC-F2CA-4786-8666-010DC6A02224}" srcOrd="0" destOrd="0" presId="urn:microsoft.com/office/officeart/2005/8/layout/hierarchy2"/>
    <dgm:cxn modelId="{E72CC2E4-4E72-44E8-AF3F-857E8BA5593B}" type="presOf" srcId="{998619B1-8408-4C53-A666-B4192AE0E428}" destId="{960EAA5F-4CB0-4FAF-BE40-7CA610679337}" srcOrd="1" destOrd="0" presId="urn:microsoft.com/office/officeart/2005/8/layout/hierarchy2"/>
    <dgm:cxn modelId="{AC8EE9F8-115F-45FC-818D-17F05BEA1267}" type="presOf" srcId="{9EE96379-9983-4CE4-97FD-693FFCE77E63}" destId="{2CE1BE0C-125D-454E-8428-0DDE1B15CC16}" srcOrd="1" destOrd="0" presId="urn:microsoft.com/office/officeart/2005/8/layout/hierarchy2"/>
    <dgm:cxn modelId="{ACD403F7-4BE8-4623-8599-0327C12E671D}" type="presOf" srcId="{37214776-B41D-4A26-80BB-6EB0D8B24449}" destId="{B8826B97-A0A5-4991-A455-7281259F07B3}" srcOrd="1" destOrd="0" presId="urn:microsoft.com/office/officeart/2005/8/layout/hierarchy2"/>
    <dgm:cxn modelId="{26418A94-A853-441A-A0EE-A55EC1A7A591}" type="presOf" srcId="{37214776-B41D-4A26-80BB-6EB0D8B24449}" destId="{43181711-6E03-477C-93E3-6BDC33A2308E}" srcOrd="0" destOrd="0" presId="urn:microsoft.com/office/officeart/2005/8/layout/hierarchy2"/>
    <dgm:cxn modelId="{D667A23C-85F3-4121-9530-EAE5BF86C4BF}" type="presOf" srcId="{0F72C50F-70BD-46EE-AC2C-4D225F8C3602}" destId="{E7D609E5-2631-4755-8032-5A3F673B460F}" srcOrd="1" destOrd="0" presId="urn:microsoft.com/office/officeart/2005/8/layout/hierarchy2"/>
    <dgm:cxn modelId="{2C2BDC93-FB81-4490-902B-B3600309DC13}" type="presOf" srcId="{D1B0132D-3C32-4344-B196-8E7AE68964F3}" destId="{87E5D9E0-215E-41DC-839F-2CF01A50F255}" srcOrd="0" destOrd="0" presId="urn:microsoft.com/office/officeart/2005/8/layout/hierarchy2"/>
    <dgm:cxn modelId="{6A9A4AD0-A7B7-4A5E-9EC2-096DA141DD2F}" type="presOf" srcId="{72CAA76C-79EC-4151-9645-B2B78E2FA945}" destId="{799DBF5C-FCC0-402C-8B62-AD409DAA1A8B}" srcOrd="1" destOrd="0" presId="urn:microsoft.com/office/officeart/2005/8/layout/hierarchy2"/>
    <dgm:cxn modelId="{29456A16-F76E-4A60-A141-66D5CFFC98A7}" type="presOf" srcId="{A01EADA8-EF60-4A88-88EB-DB3C8B00C8BD}" destId="{8AFED837-FA0C-4310-A48D-D0E8278A5146}" srcOrd="1" destOrd="0" presId="urn:microsoft.com/office/officeart/2005/8/layout/hierarchy2"/>
    <dgm:cxn modelId="{40507FEB-25B2-4714-973D-D1898ACF0676}" type="presOf" srcId="{DE4BF477-EC73-471F-B04C-B3E8AE3FA2CE}" destId="{5966E7B3-EC41-43A3-8D8C-9CE6CEED9842}" srcOrd="1" destOrd="0" presId="urn:microsoft.com/office/officeart/2005/8/layout/hierarchy2"/>
    <dgm:cxn modelId="{B52E3BC4-BAC3-4FF8-AF67-623CD73710DE}" srcId="{6FDB0D8A-C9E8-4932-A41C-F6965AC25E40}" destId="{25E89831-9530-4520-A4A9-3B78FDE67964}" srcOrd="0" destOrd="0" parTransId="{AAC60EDB-1308-4819-84C3-5453E2EE3DD1}" sibTransId="{2366C2BD-7C1B-433C-935A-6436F12045C5}"/>
    <dgm:cxn modelId="{18656FFB-E3CB-42BF-A610-9EC45E9102BA}" srcId="{3DE8DAD8-F8B4-49D9-8C4E-F8CD4CB7B86B}" destId="{6FDB0D8A-C9E8-4932-A41C-F6965AC25E40}" srcOrd="1" destOrd="0" parTransId="{018AC140-B21F-4989-ABD8-DB0539D08734}" sibTransId="{89945F02-03E7-4B55-BE2E-AD2181460943}"/>
    <dgm:cxn modelId="{B264EF39-7444-49F7-8B47-3705AC532017}" type="presParOf" srcId="{1D705E6C-DAF8-47B2-8A8A-12E89209F851}" destId="{21A5A913-6843-4429-97C1-0921DBD0C801}" srcOrd="0" destOrd="0" presId="urn:microsoft.com/office/officeart/2005/8/layout/hierarchy2"/>
    <dgm:cxn modelId="{D47AE6A2-905A-478F-9433-7222875CD824}" type="presParOf" srcId="{21A5A913-6843-4429-97C1-0921DBD0C801}" destId="{69C411FD-A0F9-400C-8937-F1BD69FC1CF5}" srcOrd="0" destOrd="0" presId="urn:microsoft.com/office/officeart/2005/8/layout/hierarchy2"/>
    <dgm:cxn modelId="{57764D7C-82F7-456E-86B4-4EC02489C097}" type="presParOf" srcId="{21A5A913-6843-4429-97C1-0921DBD0C801}" destId="{C792B978-225F-4A43-A2A6-B9555A04F088}" srcOrd="1" destOrd="0" presId="urn:microsoft.com/office/officeart/2005/8/layout/hierarchy2"/>
    <dgm:cxn modelId="{1443BCFE-E899-4689-9A63-332BEBECB725}" type="presParOf" srcId="{C792B978-225F-4A43-A2A6-B9555A04F088}" destId="{4F0A676E-A422-41D8-AFA6-FF55B8A16092}" srcOrd="0" destOrd="0" presId="urn:microsoft.com/office/officeart/2005/8/layout/hierarchy2"/>
    <dgm:cxn modelId="{31B89938-9C79-425B-A8D6-3DB1988AA77B}" type="presParOf" srcId="{4F0A676E-A422-41D8-AFA6-FF55B8A16092}" destId="{E2ACD478-DCF4-4DF6-AAD5-4E45840EA439}" srcOrd="0" destOrd="0" presId="urn:microsoft.com/office/officeart/2005/8/layout/hierarchy2"/>
    <dgm:cxn modelId="{B615CE4A-8BF2-433D-88A3-70C09C4379E6}" type="presParOf" srcId="{C792B978-225F-4A43-A2A6-B9555A04F088}" destId="{BF23D0A9-7129-4781-9A49-9B781E31FF54}" srcOrd="1" destOrd="0" presId="urn:microsoft.com/office/officeart/2005/8/layout/hierarchy2"/>
    <dgm:cxn modelId="{BA8DE648-82E4-424B-A771-84577E28059F}" type="presParOf" srcId="{BF23D0A9-7129-4781-9A49-9B781E31FF54}" destId="{0AA19C19-8FFF-49FA-95D8-FC6B080DC155}" srcOrd="0" destOrd="0" presId="urn:microsoft.com/office/officeart/2005/8/layout/hierarchy2"/>
    <dgm:cxn modelId="{BA3ED651-860A-4E1D-ABA8-99F8549ADECD}" type="presParOf" srcId="{BF23D0A9-7129-4781-9A49-9B781E31FF54}" destId="{9404E779-8037-474D-9FD3-92E1E3A6FA6A}" srcOrd="1" destOrd="0" presId="urn:microsoft.com/office/officeart/2005/8/layout/hierarchy2"/>
    <dgm:cxn modelId="{0D667AA2-0DC1-4E0E-9D62-2C3C62BD08D7}" type="presParOf" srcId="{9404E779-8037-474D-9FD3-92E1E3A6FA6A}" destId="{43181711-6E03-477C-93E3-6BDC33A2308E}" srcOrd="0" destOrd="0" presId="urn:microsoft.com/office/officeart/2005/8/layout/hierarchy2"/>
    <dgm:cxn modelId="{82276567-61DA-4913-9D1E-BD866EE97DF2}" type="presParOf" srcId="{43181711-6E03-477C-93E3-6BDC33A2308E}" destId="{B8826B97-A0A5-4991-A455-7281259F07B3}" srcOrd="0" destOrd="0" presId="urn:microsoft.com/office/officeart/2005/8/layout/hierarchy2"/>
    <dgm:cxn modelId="{B930E8A9-D28E-416B-AB80-98E307431EF8}" type="presParOf" srcId="{9404E779-8037-474D-9FD3-92E1E3A6FA6A}" destId="{CED03178-CF74-45A5-B194-2AEA07365B07}" srcOrd="1" destOrd="0" presId="urn:microsoft.com/office/officeart/2005/8/layout/hierarchy2"/>
    <dgm:cxn modelId="{E926AABD-D411-46A8-8FD7-3698F8435D2F}" type="presParOf" srcId="{CED03178-CF74-45A5-B194-2AEA07365B07}" destId="{311252F0-D0BD-4FF4-A652-4C78EB767D47}" srcOrd="0" destOrd="0" presId="urn:microsoft.com/office/officeart/2005/8/layout/hierarchy2"/>
    <dgm:cxn modelId="{26477F9D-C49C-4714-8985-0F7C260CE7CC}" type="presParOf" srcId="{CED03178-CF74-45A5-B194-2AEA07365B07}" destId="{9DF0856A-033B-4E4A-A88C-150628C25497}" srcOrd="1" destOrd="0" presId="urn:microsoft.com/office/officeart/2005/8/layout/hierarchy2"/>
    <dgm:cxn modelId="{C51EA2A4-8332-417D-AC60-E77ECD678C4E}" type="presParOf" srcId="{9DF0856A-033B-4E4A-A88C-150628C25497}" destId="{1E65D494-7F51-4915-A50E-FF36DC35695C}" srcOrd="0" destOrd="0" presId="urn:microsoft.com/office/officeart/2005/8/layout/hierarchy2"/>
    <dgm:cxn modelId="{DC3402D9-6D01-4341-81D6-8EE1ADEC165C}" type="presParOf" srcId="{1E65D494-7F51-4915-A50E-FF36DC35695C}" destId="{76E0CA6C-40C2-42BF-AA5F-0278CEBC66CD}" srcOrd="0" destOrd="0" presId="urn:microsoft.com/office/officeart/2005/8/layout/hierarchy2"/>
    <dgm:cxn modelId="{7D3F6FD7-0705-4079-8DE5-1CBB439888CB}" type="presParOf" srcId="{9DF0856A-033B-4E4A-A88C-150628C25497}" destId="{5A5A2CE4-0AA2-4D19-855B-AA8A6036FFB3}" srcOrd="1" destOrd="0" presId="urn:microsoft.com/office/officeart/2005/8/layout/hierarchy2"/>
    <dgm:cxn modelId="{7A1480B2-F4DE-4BB9-BC07-A352FABC519D}" type="presParOf" srcId="{5A5A2CE4-0AA2-4D19-855B-AA8A6036FFB3}" destId="{CA244A29-8DF5-4B58-8BC5-51C74FFC287D}" srcOrd="0" destOrd="0" presId="urn:microsoft.com/office/officeart/2005/8/layout/hierarchy2"/>
    <dgm:cxn modelId="{40FFB2E4-6F6F-445F-AD51-9B337D04ECD3}" type="presParOf" srcId="{5A5A2CE4-0AA2-4D19-855B-AA8A6036FFB3}" destId="{1A922E5C-B42E-4005-B536-CA18CE090C76}" srcOrd="1" destOrd="0" presId="urn:microsoft.com/office/officeart/2005/8/layout/hierarchy2"/>
    <dgm:cxn modelId="{6E43E289-88B4-49EE-A514-FF5D63B6F3D2}" type="presParOf" srcId="{C792B978-225F-4A43-A2A6-B9555A04F088}" destId="{B5A481D5-A174-4624-A72F-20309EA9504F}" srcOrd="2" destOrd="0" presId="urn:microsoft.com/office/officeart/2005/8/layout/hierarchy2"/>
    <dgm:cxn modelId="{EB3CB08D-F127-4C36-BFDF-97A57391F61B}" type="presParOf" srcId="{B5A481D5-A174-4624-A72F-20309EA9504F}" destId="{2CE1BE0C-125D-454E-8428-0DDE1B15CC16}" srcOrd="0" destOrd="0" presId="urn:microsoft.com/office/officeart/2005/8/layout/hierarchy2"/>
    <dgm:cxn modelId="{0ACD0AB8-F9D9-4A69-A23B-A580C1224C84}" type="presParOf" srcId="{C792B978-225F-4A43-A2A6-B9555A04F088}" destId="{1408D0BC-54A8-4D3D-AB55-47A1FE618C3F}" srcOrd="3" destOrd="0" presId="urn:microsoft.com/office/officeart/2005/8/layout/hierarchy2"/>
    <dgm:cxn modelId="{E3D850EF-61D6-4CCB-B95A-03A6FD3E91C0}" type="presParOf" srcId="{1408D0BC-54A8-4D3D-AB55-47A1FE618C3F}" destId="{423D1479-AF15-4B98-99FD-33BF354E887F}" srcOrd="0" destOrd="0" presId="urn:microsoft.com/office/officeart/2005/8/layout/hierarchy2"/>
    <dgm:cxn modelId="{49FF0C15-397F-4759-83E1-FE15E433E893}" type="presParOf" srcId="{1408D0BC-54A8-4D3D-AB55-47A1FE618C3F}" destId="{1D9B66D2-F197-4DA1-8D90-30B96811E4F0}" srcOrd="1" destOrd="0" presId="urn:microsoft.com/office/officeart/2005/8/layout/hierarchy2"/>
    <dgm:cxn modelId="{7AD4ADF8-D177-4176-8F2D-A5753F45C0E0}" type="presParOf" srcId="{1D9B66D2-F197-4DA1-8D90-30B96811E4F0}" destId="{464F3E6E-1C67-47BA-A9C0-81F5B317791F}" srcOrd="0" destOrd="0" presId="urn:microsoft.com/office/officeart/2005/8/layout/hierarchy2"/>
    <dgm:cxn modelId="{7CE5D8E6-1F38-4E9B-965D-134A39F12893}" type="presParOf" srcId="{464F3E6E-1C67-47BA-A9C0-81F5B317791F}" destId="{B3CC6026-F9E8-438C-833F-BCDCC7C92F42}" srcOrd="0" destOrd="0" presId="urn:microsoft.com/office/officeart/2005/8/layout/hierarchy2"/>
    <dgm:cxn modelId="{17CB9E87-42F0-4A55-94D7-63F826380249}" type="presParOf" srcId="{1D9B66D2-F197-4DA1-8D90-30B96811E4F0}" destId="{F1039EA5-D456-4846-8B4F-379B25AE1BDC}" srcOrd="1" destOrd="0" presId="urn:microsoft.com/office/officeart/2005/8/layout/hierarchy2"/>
    <dgm:cxn modelId="{1414B7C4-44AA-4C82-9E35-21821BB75A96}" type="presParOf" srcId="{F1039EA5-D456-4846-8B4F-379B25AE1BDC}" destId="{4589A909-1955-4E93-8FB2-A9A8E64C7ABB}" srcOrd="0" destOrd="0" presId="urn:microsoft.com/office/officeart/2005/8/layout/hierarchy2"/>
    <dgm:cxn modelId="{B3C9DFA2-9551-46FF-A15C-F0EA7AD76995}" type="presParOf" srcId="{F1039EA5-D456-4846-8B4F-379B25AE1BDC}" destId="{7D361E19-1282-43D6-AFCF-B955454156D4}" srcOrd="1" destOrd="0" presId="urn:microsoft.com/office/officeart/2005/8/layout/hierarchy2"/>
    <dgm:cxn modelId="{B08437D5-3371-4409-B4D7-F1DE76D286D6}" type="presParOf" srcId="{1D9B66D2-F197-4DA1-8D90-30B96811E4F0}" destId="{670CEC27-6060-4BD6-A1C1-E3BE35DE321E}" srcOrd="2" destOrd="0" presId="urn:microsoft.com/office/officeart/2005/8/layout/hierarchy2"/>
    <dgm:cxn modelId="{F6B0AC51-512E-41E0-A53D-96F47D34F19D}" type="presParOf" srcId="{670CEC27-6060-4BD6-A1C1-E3BE35DE321E}" destId="{F6ECA8C5-3CBB-472C-A15F-F06DBEE79531}" srcOrd="0" destOrd="0" presId="urn:microsoft.com/office/officeart/2005/8/layout/hierarchy2"/>
    <dgm:cxn modelId="{DF4C01D5-3DF4-4ADD-B3C0-96E611448907}" type="presParOf" srcId="{1D9B66D2-F197-4DA1-8D90-30B96811E4F0}" destId="{85362C88-D630-4F2E-96D4-35923AFF0198}" srcOrd="3" destOrd="0" presId="urn:microsoft.com/office/officeart/2005/8/layout/hierarchy2"/>
    <dgm:cxn modelId="{E2276F7C-5ABA-4768-ADE1-5926CB3B5A47}" type="presParOf" srcId="{85362C88-D630-4F2E-96D4-35923AFF0198}" destId="{13531CF4-42AC-48F6-A06C-F3F8EF3DC9B6}" srcOrd="0" destOrd="0" presId="urn:microsoft.com/office/officeart/2005/8/layout/hierarchy2"/>
    <dgm:cxn modelId="{76632BD7-6155-4CD6-AF2D-5B33F98DBC54}" type="presParOf" srcId="{85362C88-D630-4F2E-96D4-35923AFF0198}" destId="{FF2C85DF-A477-4675-8D30-A12AD1995CCB}" srcOrd="1" destOrd="0" presId="urn:microsoft.com/office/officeart/2005/8/layout/hierarchy2"/>
    <dgm:cxn modelId="{CDD7D2B8-2E1E-4220-81D8-76B313BD1776}" type="presParOf" srcId="{FF2C85DF-A477-4675-8D30-A12AD1995CCB}" destId="{D6662795-D8BC-40D8-B8BC-31361F268401}" srcOrd="0" destOrd="0" presId="urn:microsoft.com/office/officeart/2005/8/layout/hierarchy2"/>
    <dgm:cxn modelId="{E8C3605D-0888-4A3B-B57A-E80B275105B9}" type="presParOf" srcId="{D6662795-D8BC-40D8-B8BC-31361F268401}" destId="{5966E7B3-EC41-43A3-8D8C-9CE6CEED9842}" srcOrd="0" destOrd="0" presId="urn:microsoft.com/office/officeart/2005/8/layout/hierarchy2"/>
    <dgm:cxn modelId="{50826F94-D673-44C1-9703-33DF23FF0BB2}" type="presParOf" srcId="{FF2C85DF-A477-4675-8D30-A12AD1995CCB}" destId="{F8172D3F-DB72-4843-A1AA-F1E330E7D31D}" srcOrd="1" destOrd="0" presId="urn:microsoft.com/office/officeart/2005/8/layout/hierarchy2"/>
    <dgm:cxn modelId="{A0CBBC9D-72FD-45EF-81B0-25B9B76D7E1F}" type="presParOf" srcId="{F8172D3F-DB72-4843-A1AA-F1E330E7D31D}" destId="{D28E7330-43ED-478E-AA86-C35D973802E3}" srcOrd="0" destOrd="0" presId="urn:microsoft.com/office/officeart/2005/8/layout/hierarchy2"/>
    <dgm:cxn modelId="{EBF76777-880A-4FF4-B495-7027A297467A}" type="presParOf" srcId="{F8172D3F-DB72-4843-A1AA-F1E330E7D31D}" destId="{5A8E492F-A11B-4485-B8AA-47D4924F147C}" srcOrd="1" destOrd="0" presId="urn:microsoft.com/office/officeart/2005/8/layout/hierarchy2"/>
    <dgm:cxn modelId="{FD635032-E866-4DDA-B0A5-10D42C684049}" type="presParOf" srcId="{1D9B66D2-F197-4DA1-8D90-30B96811E4F0}" destId="{00C61B48-B665-4D87-A0B2-D0DBB7E27F21}" srcOrd="4" destOrd="0" presId="urn:microsoft.com/office/officeart/2005/8/layout/hierarchy2"/>
    <dgm:cxn modelId="{FE03797C-4BFE-421F-BA4B-C6F85E1EC4FC}" type="presParOf" srcId="{00C61B48-B665-4D87-A0B2-D0DBB7E27F21}" destId="{799DBF5C-FCC0-402C-8B62-AD409DAA1A8B}" srcOrd="0" destOrd="0" presId="urn:microsoft.com/office/officeart/2005/8/layout/hierarchy2"/>
    <dgm:cxn modelId="{FCE96889-E0EB-4C79-A021-41BA8D148B61}" type="presParOf" srcId="{1D9B66D2-F197-4DA1-8D90-30B96811E4F0}" destId="{9997728C-CD3B-420A-88A1-352A3A366913}" srcOrd="5" destOrd="0" presId="urn:microsoft.com/office/officeart/2005/8/layout/hierarchy2"/>
    <dgm:cxn modelId="{7142F1D2-BC96-4298-B310-5B62116E447B}" type="presParOf" srcId="{9997728C-CD3B-420A-88A1-352A3A366913}" destId="{208C2FC7-6A7C-493C-A3F4-4232E167FB16}" srcOrd="0" destOrd="0" presId="urn:microsoft.com/office/officeart/2005/8/layout/hierarchy2"/>
    <dgm:cxn modelId="{060A1B7F-7F73-43DD-AD22-8313335E2577}" type="presParOf" srcId="{9997728C-CD3B-420A-88A1-352A3A366913}" destId="{A3FDA1E3-5F9C-4B06-9662-8C04CB691C81}" srcOrd="1" destOrd="0" presId="urn:microsoft.com/office/officeart/2005/8/layout/hierarchy2"/>
    <dgm:cxn modelId="{84323B34-DDA9-47AB-AE62-734D39F0BFD6}" type="presParOf" srcId="{A3FDA1E3-5F9C-4B06-9662-8C04CB691C81}" destId="{58CCF73B-32A5-4D5A-9F4E-8E6B5781DB59}" srcOrd="0" destOrd="0" presId="urn:microsoft.com/office/officeart/2005/8/layout/hierarchy2"/>
    <dgm:cxn modelId="{299B2468-03BD-497E-8B60-706F02E52ABB}" type="presParOf" srcId="{58CCF73B-32A5-4D5A-9F4E-8E6B5781DB59}" destId="{91446D41-3060-43E7-AC07-E0D9711E9EFA}" srcOrd="0" destOrd="0" presId="urn:microsoft.com/office/officeart/2005/8/layout/hierarchy2"/>
    <dgm:cxn modelId="{EEE77968-41EB-40DA-A670-8D8943053EFC}" type="presParOf" srcId="{A3FDA1E3-5F9C-4B06-9662-8C04CB691C81}" destId="{CC9A0C88-0EA5-44ED-959F-2CF78FF880AE}" srcOrd="1" destOrd="0" presId="urn:microsoft.com/office/officeart/2005/8/layout/hierarchy2"/>
    <dgm:cxn modelId="{E31DC543-A393-4F9A-A3A0-2199B0E8235A}" type="presParOf" srcId="{CC9A0C88-0EA5-44ED-959F-2CF78FF880AE}" destId="{05C69DA9-8D57-4F28-B50F-6E6679532337}" srcOrd="0" destOrd="0" presId="urn:microsoft.com/office/officeart/2005/8/layout/hierarchy2"/>
    <dgm:cxn modelId="{31C7B71D-6676-4B01-9F91-D009262F83F3}" type="presParOf" srcId="{CC9A0C88-0EA5-44ED-959F-2CF78FF880AE}" destId="{0D33A853-8E82-4A00-A710-502E7989BD62}" srcOrd="1" destOrd="0" presId="urn:microsoft.com/office/officeart/2005/8/layout/hierarchy2"/>
    <dgm:cxn modelId="{AE169E23-EA60-4F47-AE25-0D28CE2EA619}" type="presParOf" srcId="{C792B978-225F-4A43-A2A6-B9555A04F088}" destId="{9A6112A3-09B4-4477-B011-E3F80C487C11}" srcOrd="4" destOrd="0" presId="urn:microsoft.com/office/officeart/2005/8/layout/hierarchy2"/>
    <dgm:cxn modelId="{C66C935F-C2BF-4AB1-B01E-3C19FBB15DDB}" type="presParOf" srcId="{9A6112A3-09B4-4477-B011-E3F80C487C11}" destId="{8AFED837-FA0C-4310-A48D-D0E8278A5146}" srcOrd="0" destOrd="0" presId="urn:microsoft.com/office/officeart/2005/8/layout/hierarchy2"/>
    <dgm:cxn modelId="{7FBDC964-EE1C-4D20-B0EB-A9B32C50F34A}" type="presParOf" srcId="{C792B978-225F-4A43-A2A6-B9555A04F088}" destId="{751C9EF3-E503-4F62-BA3A-79AD712E8DCA}" srcOrd="5" destOrd="0" presId="urn:microsoft.com/office/officeart/2005/8/layout/hierarchy2"/>
    <dgm:cxn modelId="{5D5A6F28-DBFD-48F2-913A-D6EE2A71CF5F}" type="presParOf" srcId="{751C9EF3-E503-4F62-BA3A-79AD712E8DCA}" destId="{18CA22F3-9522-47A4-B24C-BD7F05AE7A89}" srcOrd="0" destOrd="0" presId="urn:microsoft.com/office/officeart/2005/8/layout/hierarchy2"/>
    <dgm:cxn modelId="{40247007-5C15-40C4-854A-1513A108D154}" type="presParOf" srcId="{751C9EF3-E503-4F62-BA3A-79AD712E8DCA}" destId="{448983BC-B3DF-4373-A30C-1EA244913091}" srcOrd="1" destOrd="0" presId="urn:microsoft.com/office/officeart/2005/8/layout/hierarchy2"/>
    <dgm:cxn modelId="{472201BD-B20A-4AD9-BD63-7BBC7A2D20D5}" type="presParOf" srcId="{448983BC-B3DF-4373-A30C-1EA244913091}" destId="{0D452BA0-421B-44E8-A330-4A17620BA016}" srcOrd="0" destOrd="0" presId="urn:microsoft.com/office/officeart/2005/8/layout/hierarchy2"/>
    <dgm:cxn modelId="{2B573341-DB4F-463D-9654-7686D2C01BC7}" type="presParOf" srcId="{0D452BA0-421B-44E8-A330-4A17620BA016}" destId="{E7D609E5-2631-4755-8032-5A3F673B460F}" srcOrd="0" destOrd="0" presId="urn:microsoft.com/office/officeart/2005/8/layout/hierarchy2"/>
    <dgm:cxn modelId="{83D32B49-2A70-4DA0-98EB-72E8F439536B}" type="presParOf" srcId="{448983BC-B3DF-4373-A30C-1EA244913091}" destId="{FCD987FB-2D81-4B29-8E48-6FE5F1A9F894}" srcOrd="1" destOrd="0" presId="urn:microsoft.com/office/officeart/2005/8/layout/hierarchy2"/>
    <dgm:cxn modelId="{D722E5A1-4EAB-4F26-BBC3-313A1F5E1E2D}" type="presParOf" srcId="{FCD987FB-2D81-4B29-8E48-6FE5F1A9F894}" destId="{95E300A3-1906-4E21-BB72-CB22D53C0D8B}" srcOrd="0" destOrd="0" presId="urn:microsoft.com/office/officeart/2005/8/layout/hierarchy2"/>
    <dgm:cxn modelId="{DED4C6DF-4DDC-4862-8DEC-D634CB281561}" type="presParOf" srcId="{FCD987FB-2D81-4B29-8E48-6FE5F1A9F894}" destId="{3A8EDCC5-93B2-4B1E-8DA8-545C98E57517}" srcOrd="1" destOrd="0" presId="urn:microsoft.com/office/officeart/2005/8/layout/hierarchy2"/>
    <dgm:cxn modelId="{460D1BC9-694F-4821-AF6B-4007751BFF86}" type="presParOf" srcId="{3A8EDCC5-93B2-4B1E-8DA8-545C98E57517}" destId="{6C9BD42C-C79B-42FF-8FBD-82F2BEC82F5D}" srcOrd="0" destOrd="0" presId="urn:microsoft.com/office/officeart/2005/8/layout/hierarchy2"/>
    <dgm:cxn modelId="{02A97839-AC3A-499D-B8D6-A14F3085BF22}" type="presParOf" srcId="{6C9BD42C-C79B-42FF-8FBD-82F2BEC82F5D}" destId="{960EAA5F-4CB0-4FAF-BE40-7CA610679337}" srcOrd="0" destOrd="0" presId="urn:microsoft.com/office/officeart/2005/8/layout/hierarchy2"/>
    <dgm:cxn modelId="{5B00D722-F5EA-4FA5-B84E-74FC366A7D31}" type="presParOf" srcId="{3A8EDCC5-93B2-4B1E-8DA8-545C98E57517}" destId="{DDA96E05-170F-44F4-ACC2-6569D6B22E3D}" srcOrd="1" destOrd="0" presId="urn:microsoft.com/office/officeart/2005/8/layout/hierarchy2"/>
    <dgm:cxn modelId="{D42C39FC-A376-468A-837F-7CC312961B24}" type="presParOf" srcId="{DDA96E05-170F-44F4-ACC2-6569D6B22E3D}" destId="{CB141EEC-F2CA-4786-8666-010DC6A02224}" srcOrd="0" destOrd="0" presId="urn:microsoft.com/office/officeart/2005/8/layout/hierarchy2"/>
    <dgm:cxn modelId="{69D8D647-4056-4D97-BF86-C86CAEC044AB}" type="presParOf" srcId="{DDA96E05-170F-44F4-ACC2-6569D6B22E3D}" destId="{24B6734D-754C-4728-96FB-8607E901B6AC}" srcOrd="1" destOrd="0" presId="urn:microsoft.com/office/officeart/2005/8/layout/hierarchy2"/>
    <dgm:cxn modelId="{9587AD9C-6253-4B71-A49B-4D7F52A29208}" type="presParOf" srcId="{448983BC-B3DF-4373-A30C-1EA244913091}" destId="{4F869D8E-5D86-41CD-833F-10C85C11A763}" srcOrd="2" destOrd="0" presId="urn:microsoft.com/office/officeart/2005/8/layout/hierarchy2"/>
    <dgm:cxn modelId="{C97B68E8-898A-473B-BFFC-33A54B79CF21}" type="presParOf" srcId="{4F869D8E-5D86-41CD-833F-10C85C11A763}" destId="{631FAB2C-CDCE-4EB3-B562-1981DCE7045D}" srcOrd="0" destOrd="0" presId="urn:microsoft.com/office/officeart/2005/8/layout/hierarchy2"/>
    <dgm:cxn modelId="{845446A2-AC1B-4345-A890-1BCFA1FF9F97}" type="presParOf" srcId="{448983BC-B3DF-4373-A30C-1EA244913091}" destId="{D78C1372-A7AA-4154-98DB-F236E5578BDB}" srcOrd="3" destOrd="0" presId="urn:microsoft.com/office/officeart/2005/8/layout/hierarchy2"/>
    <dgm:cxn modelId="{1F9D6166-B70C-463D-B180-89CCD422EF2B}" type="presParOf" srcId="{D78C1372-A7AA-4154-98DB-F236E5578BDB}" destId="{58873E67-3965-4021-B557-2D1571841DDD}" srcOrd="0" destOrd="0" presId="urn:microsoft.com/office/officeart/2005/8/layout/hierarchy2"/>
    <dgm:cxn modelId="{229A7533-B165-4B6D-B300-4DE731131DFF}" type="presParOf" srcId="{D78C1372-A7AA-4154-98DB-F236E5578BDB}" destId="{EED628FB-8C98-4207-9E60-DB418C543F73}" srcOrd="1" destOrd="0" presId="urn:microsoft.com/office/officeart/2005/8/layout/hierarchy2"/>
    <dgm:cxn modelId="{FA571149-3002-4CBD-A16A-8B6EBB7530CF}" type="presParOf" srcId="{EED628FB-8C98-4207-9E60-DB418C543F73}" destId="{B57CF167-4418-4C40-BABD-CDD92CAB8A42}" srcOrd="0" destOrd="0" presId="urn:microsoft.com/office/officeart/2005/8/layout/hierarchy2"/>
    <dgm:cxn modelId="{8E3C0FB4-D99F-4EAF-98E9-04F7FCDD1879}" type="presParOf" srcId="{B57CF167-4418-4C40-BABD-CDD92CAB8A42}" destId="{75A3253C-E0F7-4CDE-9496-27B70EC1717F}" srcOrd="0" destOrd="0" presId="urn:microsoft.com/office/officeart/2005/8/layout/hierarchy2"/>
    <dgm:cxn modelId="{48CF08D2-5F9D-40BC-BDAB-F91555C6FDD7}" type="presParOf" srcId="{EED628FB-8C98-4207-9E60-DB418C543F73}" destId="{4507D713-38C3-460F-BEC9-9F434D591024}" srcOrd="1" destOrd="0" presId="urn:microsoft.com/office/officeart/2005/8/layout/hierarchy2"/>
    <dgm:cxn modelId="{F58D19C7-E6CD-4DD2-B6BE-0B7BBFA5C832}" type="presParOf" srcId="{4507D713-38C3-460F-BEC9-9F434D591024}" destId="{20E83A02-7244-47F0-9A6B-71C1E64F81AC}" srcOrd="0" destOrd="0" presId="urn:microsoft.com/office/officeart/2005/8/layout/hierarchy2"/>
    <dgm:cxn modelId="{8E34FA77-6D7A-4BDC-A432-B56468F3693D}" type="presParOf" srcId="{4507D713-38C3-460F-BEC9-9F434D591024}" destId="{93C1F748-E865-4CDA-9416-100CB758BC8A}" srcOrd="1" destOrd="0" presId="urn:microsoft.com/office/officeart/2005/8/layout/hierarchy2"/>
    <dgm:cxn modelId="{062FD658-F69C-4C55-80D0-B17D99CF0EB2}" type="presParOf" srcId="{448983BC-B3DF-4373-A30C-1EA244913091}" destId="{41A4937D-EA3C-448C-AC74-DB830757181D}" srcOrd="4" destOrd="0" presId="urn:microsoft.com/office/officeart/2005/8/layout/hierarchy2"/>
    <dgm:cxn modelId="{BBA98C5C-5AFD-4D14-AFB9-CEB850375911}" type="presParOf" srcId="{41A4937D-EA3C-448C-AC74-DB830757181D}" destId="{6B01122A-6C46-499A-A11D-9DF0D6A16BF6}" srcOrd="0" destOrd="0" presId="urn:microsoft.com/office/officeart/2005/8/layout/hierarchy2"/>
    <dgm:cxn modelId="{ED9E44EB-BA80-4C5D-BBF7-8FEA5BE72625}" type="presParOf" srcId="{448983BC-B3DF-4373-A30C-1EA244913091}" destId="{05CBC530-FC23-4A5E-AED1-4283FE4E8971}" srcOrd="5" destOrd="0" presId="urn:microsoft.com/office/officeart/2005/8/layout/hierarchy2"/>
    <dgm:cxn modelId="{40467FC5-38C7-4305-85C1-B4A853E2DF8D}" type="presParOf" srcId="{05CBC530-FC23-4A5E-AED1-4283FE4E8971}" destId="{0A7FCF1E-78BF-4157-93B6-0B3869C48792}" srcOrd="0" destOrd="0" presId="urn:microsoft.com/office/officeart/2005/8/layout/hierarchy2"/>
    <dgm:cxn modelId="{3D2373EC-E185-43BD-BACE-67EBEFE659C1}" type="presParOf" srcId="{05CBC530-FC23-4A5E-AED1-4283FE4E8971}" destId="{DE401868-2A59-4CE5-ABA2-D5F4040B8803}" srcOrd="1" destOrd="0" presId="urn:microsoft.com/office/officeart/2005/8/layout/hierarchy2"/>
    <dgm:cxn modelId="{10F95475-24C1-4378-9233-C124F2B202F9}" type="presParOf" srcId="{DE401868-2A59-4CE5-ABA2-D5F4040B8803}" destId="{30C8F187-1693-4471-8ED2-AEFABA2AB68E}" srcOrd="0" destOrd="0" presId="urn:microsoft.com/office/officeart/2005/8/layout/hierarchy2"/>
    <dgm:cxn modelId="{3EE5E9C2-8F98-4795-A519-671B13EF2D81}" type="presParOf" srcId="{30C8F187-1693-4471-8ED2-AEFABA2AB68E}" destId="{68CE724C-5767-4C26-A61C-C65572BAB344}" srcOrd="0" destOrd="0" presId="urn:microsoft.com/office/officeart/2005/8/layout/hierarchy2"/>
    <dgm:cxn modelId="{4C6FAD90-F7FE-4FF3-BE37-3DE58A93B8BE}" type="presParOf" srcId="{DE401868-2A59-4CE5-ABA2-D5F4040B8803}" destId="{E12BAC96-5E6D-490B-8A88-FFE70FE0F2EB}" srcOrd="1" destOrd="0" presId="urn:microsoft.com/office/officeart/2005/8/layout/hierarchy2"/>
    <dgm:cxn modelId="{E1B51B9F-23B9-4D97-A7CE-8C0A1C7C5494}" type="presParOf" srcId="{E12BAC96-5E6D-490B-8A88-FFE70FE0F2EB}" destId="{FE7D7B8D-8581-4B48-8570-E8CAA575A59B}" srcOrd="0" destOrd="0" presId="urn:microsoft.com/office/officeart/2005/8/layout/hierarchy2"/>
    <dgm:cxn modelId="{C9C0FE2B-68BF-491F-8310-FC654A57F726}" type="presParOf" srcId="{E12BAC96-5E6D-490B-8A88-FFE70FE0F2EB}" destId="{61B342F5-7F27-49AE-90A1-EDD6EFA3C94B}" srcOrd="1" destOrd="0" presId="urn:microsoft.com/office/officeart/2005/8/layout/hierarchy2"/>
    <dgm:cxn modelId="{2419F57F-CAA7-40F7-9850-1A0106D345DD}" type="presParOf" srcId="{C792B978-225F-4A43-A2A6-B9555A04F088}" destId="{5657EF8B-EC2F-4D13-ABCD-53C1A12BC026}" srcOrd="6" destOrd="0" presId="urn:microsoft.com/office/officeart/2005/8/layout/hierarchy2"/>
    <dgm:cxn modelId="{1D23CD34-8A90-4624-8DE1-4E7D6B892516}" type="presParOf" srcId="{5657EF8B-EC2F-4D13-ABCD-53C1A12BC026}" destId="{6F7D06F4-F4F7-4093-A3CE-3BA40BC60150}" srcOrd="0" destOrd="0" presId="urn:microsoft.com/office/officeart/2005/8/layout/hierarchy2"/>
    <dgm:cxn modelId="{57CBB410-E0E2-4422-B910-728CAD522803}" type="presParOf" srcId="{C792B978-225F-4A43-A2A6-B9555A04F088}" destId="{C85E68EE-C6EE-465E-A10D-45A519D15E31}" srcOrd="7" destOrd="0" presId="urn:microsoft.com/office/officeart/2005/8/layout/hierarchy2"/>
    <dgm:cxn modelId="{4EAB20EB-19EB-4E48-A559-A3FCE46ADC4A}" type="presParOf" srcId="{C85E68EE-C6EE-465E-A10D-45A519D15E31}" destId="{87E5D9E0-215E-41DC-839F-2CF01A50F255}" srcOrd="0" destOrd="0" presId="urn:microsoft.com/office/officeart/2005/8/layout/hierarchy2"/>
    <dgm:cxn modelId="{922A42B6-F100-49E6-BF2D-6CC1531D2C16}" type="presParOf" srcId="{C85E68EE-C6EE-465E-A10D-45A519D15E31}" destId="{1D3B8E22-5928-4EC4-BA0E-0E55E3F4CA18}" srcOrd="1" destOrd="0" presId="urn:microsoft.com/office/officeart/2005/8/layout/hierarchy2"/>
    <dgm:cxn modelId="{3AF5DB11-6BFA-47B3-87EF-71C7823CFB06}" type="presParOf" srcId="{1D3B8E22-5928-4EC4-BA0E-0E55E3F4CA18}" destId="{7C69E4A8-816A-410E-B1B0-C90E4AD5E2FA}" srcOrd="0" destOrd="0" presId="urn:microsoft.com/office/officeart/2005/8/layout/hierarchy2"/>
    <dgm:cxn modelId="{1DCD20D6-6966-421F-87DF-527912913E43}" type="presParOf" srcId="{7C69E4A8-816A-410E-B1B0-C90E4AD5E2FA}" destId="{9FB9423A-95E7-4982-970C-FD46AA55ECF0}" srcOrd="0" destOrd="0" presId="urn:microsoft.com/office/officeart/2005/8/layout/hierarchy2"/>
    <dgm:cxn modelId="{1B7EA9E7-B1C7-41FB-87E9-0D695E7F3B3C}" type="presParOf" srcId="{1D3B8E22-5928-4EC4-BA0E-0E55E3F4CA18}" destId="{FB8A5723-FF58-49B9-9EDB-970D39099245}" srcOrd="1" destOrd="0" presId="urn:microsoft.com/office/officeart/2005/8/layout/hierarchy2"/>
    <dgm:cxn modelId="{9E8DCA5B-AA30-455E-B3EA-6BC8189E6C04}" type="presParOf" srcId="{FB8A5723-FF58-49B9-9EDB-970D39099245}" destId="{2E3F1BC7-9E74-4FEE-9917-E4E6850FA1C2}" srcOrd="0" destOrd="0" presId="urn:microsoft.com/office/officeart/2005/8/layout/hierarchy2"/>
    <dgm:cxn modelId="{28237614-67BA-425F-A857-79AE8D8A190A}" type="presParOf" srcId="{FB8A5723-FF58-49B9-9EDB-970D39099245}" destId="{4B5292B8-D042-43C9-83C1-7126D401B864}" srcOrd="1" destOrd="0" presId="urn:microsoft.com/office/officeart/2005/8/layout/hierarchy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5826858-7EF5-47AE-8E0E-CEB5421C4F20}">
      <dsp:nvSpPr>
        <dsp:cNvPr id="0" name=""/>
        <dsp:cNvSpPr/>
      </dsp:nvSpPr>
      <dsp:spPr>
        <a:xfrm>
          <a:off x="936954" y="2145720"/>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Study Unit</a:t>
          </a:r>
          <a:endParaRPr lang="nl-NL" sz="1300" kern="1200" dirty="0"/>
        </a:p>
      </dsp:txBody>
      <dsp:txXfrm>
        <a:off x="936954" y="2145720"/>
        <a:ext cx="1065940" cy="532970"/>
      </dsp:txXfrm>
    </dsp:sp>
    <dsp:sp modelId="{9F1C77FB-A804-4611-84B7-6EC24A46D55E}">
      <dsp:nvSpPr>
        <dsp:cNvPr id="0" name=""/>
        <dsp:cNvSpPr/>
      </dsp:nvSpPr>
      <dsp:spPr>
        <a:xfrm rot="16874489">
          <a:off x="1122499" y="1329660"/>
          <a:ext cx="2187167" cy="19885"/>
        </a:xfrm>
        <a:custGeom>
          <a:avLst/>
          <a:gdLst/>
          <a:ahLst/>
          <a:cxnLst/>
          <a:rect l="0" t="0" r="0" b="0"/>
          <a:pathLst>
            <a:path>
              <a:moveTo>
                <a:pt x="0" y="9942"/>
              </a:moveTo>
              <a:lnTo>
                <a:pt x="2187167" y="9942"/>
              </a:lnTo>
            </a:path>
          </a:pathLst>
        </a:custGeom>
        <a:noFill/>
        <a:ln w="25400" cap="flat" cmpd="sng"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nl-NL" sz="700" kern="1200"/>
        </a:p>
      </dsp:txBody>
      <dsp:txXfrm rot="16874489">
        <a:off x="2161403" y="1284924"/>
        <a:ext cx="109358" cy="109358"/>
      </dsp:txXfrm>
    </dsp:sp>
    <dsp:sp modelId="{F03D2E55-BAAC-42D3-BD23-700776F63C15}">
      <dsp:nvSpPr>
        <dsp:cNvPr id="0" name=""/>
        <dsp:cNvSpPr/>
      </dsp:nvSpPr>
      <dsp:spPr>
        <a:xfrm>
          <a:off x="2429271" y="515"/>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Conceptual Component</a:t>
          </a:r>
        </a:p>
      </dsp:txBody>
      <dsp:txXfrm>
        <a:off x="2429271" y="515"/>
        <a:ext cx="1065940" cy="532970"/>
      </dsp:txXfrm>
    </dsp:sp>
    <dsp:sp modelId="{A4A6828E-582D-4B4A-A606-3E65769A65CE}">
      <dsp:nvSpPr>
        <dsp:cNvPr id="0" name=""/>
        <dsp:cNvSpPr/>
      </dsp:nvSpPr>
      <dsp:spPr>
        <a:xfrm>
          <a:off x="3495211" y="257057"/>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256341"/>
        <a:ext cx="21318" cy="21318"/>
      </dsp:txXfrm>
    </dsp:sp>
    <dsp:sp modelId="{68685B82-4DF1-48E9-A86F-3754CE6CF25D}">
      <dsp:nvSpPr>
        <dsp:cNvPr id="0" name=""/>
        <dsp:cNvSpPr/>
      </dsp:nvSpPr>
      <dsp:spPr>
        <a:xfrm>
          <a:off x="3921588" y="515"/>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Concept Scheme</a:t>
          </a:r>
          <a:endParaRPr lang="nl-NL" sz="1300" kern="1200" dirty="0"/>
        </a:p>
      </dsp:txBody>
      <dsp:txXfrm>
        <a:off x="3921588" y="515"/>
        <a:ext cx="1065940" cy="532970"/>
      </dsp:txXfrm>
    </dsp:sp>
    <dsp:sp modelId="{659A0811-D87A-4A6B-A855-59AE6E772ABD}">
      <dsp:nvSpPr>
        <dsp:cNvPr id="0" name=""/>
        <dsp:cNvSpPr/>
      </dsp:nvSpPr>
      <dsp:spPr>
        <a:xfrm>
          <a:off x="4987528" y="257057"/>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256341"/>
        <a:ext cx="21318" cy="21318"/>
      </dsp:txXfrm>
    </dsp:sp>
    <dsp:sp modelId="{131BAD83-2B68-47B1-830E-839AE978E5DA}">
      <dsp:nvSpPr>
        <dsp:cNvPr id="0" name=""/>
        <dsp:cNvSpPr/>
      </dsp:nvSpPr>
      <dsp:spPr>
        <a:xfrm>
          <a:off x="5413905" y="515"/>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smtClean="0"/>
            <a:t>Concept</a:t>
          </a:r>
          <a:endParaRPr lang="nl-NL" sz="1300" kern="1200" dirty="0"/>
        </a:p>
      </dsp:txBody>
      <dsp:txXfrm>
        <a:off x="5413905" y="515"/>
        <a:ext cx="1065940" cy="532970"/>
      </dsp:txXfrm>
    </dsp:sp>
    <dsp:sp modelId="{7E337039-FD42-4740-A03E-AC3016D62511}">
      <dsp:nvSpPr>
        <dsp:cNvPr id="0" name=""/>
        <dsp:cNvSpPr/>
      </dsp:nvSpPr>
      <dsp:spPr>
        <a:xfrm rot="17692822">
          <a:off x="1709366" y="1942576"/>
          <a:ext cx="1013432" cy="19885"/>
        </a:xfrm>
        <a:custGeom>
          <a:avLst/>
          <a:gdLst/>
          <a:ahLst/>
          <a:cxnLst/>
          <a:rect l="0" t="0" r="0" b="0"/>
          <a:pathLst>
            <a:path>
              <a:moveTo>
                <a:pt x="0" y="9942"/>
              </a:moveTo>
              <a:lnTo>
                <a:pt x="1013432" y="9942"/>
              </a:lnTo>
            </a:path>
          </a:pathLst>
        </a:custGeom>
        <a:noFill/>
        <a:ln w="25400" cap="flat" cmpd="sng"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17692822">
        <a:off x="2190747" y="1927183"/>
        <a:ext cx="50671" cy="50671"/>
      </dsp:txXfrm>
    </dsp:sp>
    <dsp:sp modelId="{FF9F032A-5E0F-4AB2-B7CC-8F3E8A98DA8E}">
      <dsp:nvSpPr>
        <dsp:cNvPr id="0" name=""/>
        <dsp:cNvSpPr/>
      </dsp:nvSpPr>
      <dsp:spPr>
        <a:xfrm>
          <a:off x="2429271" y="1226347"/>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Data Collection</a:t>
          </a:r>
          <a:endParaRPr lang="nl-NL" sz="1300" kern="1200" dirty="0"/>
        </a:p>
      </dsp:txBody>
      <dsp:txXfrm>
        <a:off x="2429271" y="1226347"/>
        <a:ext cx="1065940" cy="532970"/>
      </dsp:txXfrm>
    </dsp:sp>
    <dsp:sp modelId="{297EE36E-66C0-466D-BF8B-5792A17E5A6E}">
      <dsp:nvSpPr>
        <dsp:cNvPr id="0" name=""/>
        <dsp:cNvSpPr/>
      </dsp:nvSpPr>
      <dsp:spPr>
        <a:xfrm rot="18289469">
          <a:off x="3335082" y="1176431"/>
          <a:ext cx="746634" cy="19885"/>
        </a:xfrm>
        <a:custGeom>
          <a:avLst/>
          <a:gdLst/>
          <a:ahLst/>
          <a:cxnLst/>
          <a:rect l="0" t="0" r="0" b="0"/>
          <a:pathLst>
            <a:path>
              <a:moveTo>
                <a:pt x="0" y="9942"/>
              </a:moveTo>
              <a:lnTo>
                <a:pt x="746634"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18289469">
        <a:off x="3689734" y="1167708"/>
        <a:ext cx="37331" cy="37331"/>
      </dsp:txXfrm>
    </dsp:sp>
    <dsp:sp modelId="{BE62043F-8BD5-470B-BE7C-F934D86EA5BE}">
      <dsp:nvSpPr>
        <dsp:cNvPr id="0" name=""/>
        <dsp:cNvSpPr/>
      </dsp:nvSpPr>
      <dsp:spPr>
        <a:xfrm>
          <a:off x="3921588" y="613431"/>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Collection Event</a:t>
          </a:r>
          <a:endParaRPr lang="nl-NL" sz="1300" kern="1200" dirty="0"/>
        </a:p>
      </dsp:txBody>
      <dsp:txXfrm>
        <a:off x="3921588" y="613431"/>
        <a:ext cx="1065940" cy="532970"/>
      </dsp:txXfrm>
    </dsp:sp>
    <dsp:sp modelId="{075167E1-4E8A-4E5A-BB9F-D5A205AF7BF0}">
      <dsp:nvSpPr>
        <dsp:cNvPr id="0" name=""/>
        <dsp:cNvSpPr/>
      </dsp:nvSpPr>
      <dsp:spPr>
        <a:xfrm>
          <a:off x="3495211" y="1482889"/>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1482172"/>
        <a:ext cx="21318" cy="21318"/>
      </dsp:txXfrm>
    </dsp:sp>
    <dsp:sp modelId="{D21693A7-3711-4D01-89BA-7B84AEC3300D}">
      <dsp:nvSpPr>
        <dsp:cNvPr id="0" name=""/>
        <dsp:cNvSpPr/>
      </dsp:nvSpPr>
      <dsp:spPr>
        <a:xfrm>
          <a:off x="3921588" y="1226347"/>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Question Scheme</a:t>
          </a:r>
          <a:endParaRPr lang="nl-NL" sz="1300" kern="1200" dirty="0"/>
        </a:p>
      </dsp:txBody>
      <dsp:txXfrm>
        <a:off x="3921588" y="1226347"/>
        <a:ext cx="1065940" cy="532970"/>
      </dsp:txXfrm>
    </dsp:sp>
    <dsp:sp modelId="{FD19FE5D-4B12-43FD-8788-F25A4DE32D4E}">
      <dsp:nvSpPr>
        <dsp:cNvPr id="0" name=""/>
        <dsp:cNvSpPr/>
      </dsp:nvSpPr>
      <dsp:spPr>
        <a:xfrm>
          <a:off x="4987528" y="1482889"/>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1482172"/>
        <a:ext cx="21318" cy="21318"/>
      </dsp:txXfrm>
    </dsp:sp>
    <dsp:sp modelId="{8195EE4E-E6C1-4863-8D55-02A1A2D52537}">
      <dsp:nvSpPr>
        <dsp:cNvPr id="0" name=""/>
        <dsp:cNvSpPr/>
      </dsp:nvSpPr>
      <dsp:spPr>
        <a:xfrm>
          <a:off x="5413905" y="1226347"/>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Question Item</a:t>
          </a:r>
          <a:endParaRPr lang="nl-NL" sz="1300" kern="1200" dirty="0"/>
        </a:p>
      </dsp:txBody>
      <dsp:txXfrm>
        <a:off x="5413905" y="1226347"/>
        <a:ext cx="1065940" cy="532970"/>
      </dsp:txXfrm>
    </dsp:sp>
    <dsp:sp modelId="{638832C7-DEE5-4014-B1F9-8C4FF0432A3F}">
      <dsp:nvSpPr>
        <dsp:cNvPr id="0" name=""/>
        <dsp:cNvSpPr/>
      </dsp:nvSpPr>
      <dsp:spPr>
        <a:xfrm rot="3310531">
          <a:off x="3335082" y="1789347"/>
          <a:ext cx="746634" cy="19885"/>
        </a:xfrm>
        <a:custGeom>
          <a:avLst/>
          <a:gdLst/>
          <a:ahLst/>
          <a:cxnLst/>
          <a:rect l="0" t="0" r="0" b="0"/>
          <a:pathLst>
            <a:path>
              <a:moveTo>
                <a:pt x="0" y="9942"/>
              </a:moveTo>
              <a:lnTo>
                <a:pt x="746634"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3310531">
        <a:off x="3689734" y="1780624"/>
        <a:ext cx="37331" cy="37331"/>
      </dsp:txXfrm>
    </dsp:sp>
    <dsp:sp modelId="{389CF87F-6B56-436D-AAC0-1DA1CF0FF7D1}">
      <dsp:nvSpPr>
        <dsp:cNvPr id="0" name=""/>
        <dsp:cNvSpPr/>
      </dsp:nvSpPr>
      <dsp:spPr>
        <a:xfrm>
          <a:off x="3921588" y="1839262"/>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Construct Scheme</a:t>
          </a:r>
          <a:endParaRPr lang="nl-NL" sz="1300" kern="1200" dirty="0"/>
        </a:p>
      </dsp:txBody>
      <dsp:txXfrm>
        <a:off x="3921588" y="1839262"/>
        <a:ext cx="1065940" cy="532970"/>
      </dsp:txXfrm>
    </dsp:sp>
    <dsp:sp modelId="{D74D5456-6FBF-48D1-B71E-10B682FF78A7}">
      <dsp:nvSpPr>
        <dsp:cNvPr id="0" name=""/>
        <dsp:cNvSpPr/>
      </dsp:nvSpPr>
      <dsp:spPr>
        <a:xfrm>
          <a:off x="4987528" y="2095805"/>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2095088"/>
        <a:ext cx="21318" cy="21318"/>
      </dsp:txXfrm>
    </dsp:sp>
    <dsp:sp modelId="{DB4D89C4-92FC-431A-881B-33CEB47481A1}">
      <dsp:nvSpPr>
        <dsp:cNvPr id="0" name=""/>
        <dsp:cNvSpPr/>
      </dsp:nvSpPr>
      <dsp:spPr>
        <a:xfrm>
          <a:off x="5413905" y="1839262"/>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Question Construct</a:t>
          </a:r>
          <a:endParaRPr lang="nl-NL" sz="1300" kern="1200" dirty="0"/>
        </a:p>
      </dsp:txBody>
      <dsp:txXfrm>
        <a:off x="5413905" y="1839262"/>
        <a:ext cx="1065940" cy="532970"/>
      </dsp:txXfrm>
    </dsp:sp>
    <dsp:sp modelId="{F6878FF3-0513-4A14-8B4F-0DD016834F12}">
      <dsp:nvSpPr>
        <dsp:cNvPr id="0" name=""/>
        <dsp:cNvSpPr/>
      </dsp:nvSpPr>
      <dsp:spPr>
        <a:xfrm rot="3907178">
          <a:off x="1709366" y="2861950"/>
          <a:ext cx="1013432" cy="19885"/>
        </a:xfrm>
        <a:custGeom>
          <a:avLst/>
          <a:gdLst/>
          <a:ahLst/>
          <a:cxnLst/>
          <a:rect l="0" t="0" r="0" b="0"/>
          <a:pathLst>
            <a:path>
              <a:moveTo>
                <a:pt x="0" y="9942"/>
              </a:moveTo>
              <a:lnTo>
                <a:pt x="1013432" y="9942"/>
              </a:lnTo>
            </a:path>
          </a:pathLst>
        </a:custGeom>
        <a:noFill/>
        <a:ln w="25400" cap="flat" cmpd="sng"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3907178">
        <a:off x="2190747" y="2846557"/>
        <a:ext cx="50671" cy="50671"/>
      </dsp:txXfrm>
    </dsp:sp>
    <dsp:sp modelId="{EA75E3E0-0092-460D-81F9-E20DD1BD2F6C}">
      <dsp:nvSpPr>
        <dsp:cNvPr id="0" name=""/>
        <dsp:cNvSpPr/>
      </dsp:nvSpPr>
      <dsp:spPr>
        <a:xfrm>
          <a:off x="2429271" y="3065094"/>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Logical Product</a:t>
          </a:r>
          <a:endParaRPr lang="nl-NL" sz="1300" kern="1200" dirty="0"/>
        </a:p>
      </dsp:txBody>
      <dsp:txXfrm>
        <a:off x="2429271" y="3065094"/>
        <a:ext cx="1065940" cy="532970"/>
      </dsp:txXfrm>
    </dsp:sp>
    <dsp:sp modelId="{3EBE3BF2-7446-4024-BF0F-31933A0067C3}">
      <dsp:nvSpPr>
        <dsp:cNvPr id="0" name=""/>
        <dsp:cNvSpPr/>
      </dsp:nvSpPr>
      <dsp:spPr>
        <a:xfrm rot="18289469">
          <a:off x="3335082" y="3015179"/>
          <a:ext cx="746634" cy="19885"/>
        </a:xfrm>
        <a:custGeom>
          <a:avLst/>
          <a:gdLst/>
          <a:ahLst/>
          <a:cxnLst/>
          <a:rect l="0" t="0" r="0" b="0"/>
          <a:pathLst>
            <a:path>
              <a:moveTo>
                <a:pt x="0" y="9942"/>
              </a:moveTo>
              <a:lnTo>
                <a:pt x="746634"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18289469">
        <a:off x="3689734" y="3006456"/>
        <a:ext cx="37331" cy="37331"/>
      </dsp:txXfrm>
    </dsp:sp>
    <dsp:sp modelId="{897F65E1-B4D7-47ED-8599-413C8A8BD4CC}">
      <dsp:nvSpPr>
        <dsp:cNvPr id="0" name=""/>
        <dsp:cNvSpPr/>
      </dsp:nvSpPr>
      <dsp:spPr>
        <a:xfrm>
          <a:off x="3921588" y="2452178"/>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Category Scheme</a:t>
          </a:r>
          <a:endParaRPr lang="nl-NL" sz="1300" kern="1200" dirty="0"/>
        </a:p>
      </dsp:txBody>
      <dsp:txXfrm>
        <a:off x="3921588" y="2452178"/>
        <a:ext cx="1065940" cy="532970"/>
      </dsp:txXfrm>
    </dsp:sp>
    <dsp:sp modelId="{D4F675A8-99FF-42F5-A322-DAD7F998E137}">
      <dsp:nvSpPr>
        <dsp:cNvPr id="0" name=""/>
        <dsp:cNvSpPr/>
      </dsp:nvSpPr>
      <dsp:spPr>
        <a:xfrm>
          <a:off x="4987528" y="2708721"/>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2708004"/>
        <a:ext cx="21318" cy="21318"/>
      </dsp:txXfrm>
    </dsp:sp>
    <dsp:sp modelId="{A3AD28C9-5483-471D-A671-2311371FAA43}">
      <dsp:nvSpPr>
        <dsp:cNvPr id="0" name=""/>
        <dsp:cNvSpPr/>
      </dsp:nvSpPr>
      <dsp:spPr>
        <a:xfrm>
          <a:off x="5413905" y="2452178"/>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Category</a:t>
          </a:r>
          <a:endParaRPr lang="nl-NL" sz="1300" kern="1200" dirty="0"/>
        </a:p>
      </dsp:txBody>
      <dsp:txXfrm>
        <a:off x="5413905" y="2452178"/>
        <a:ext cx="1065940" cy="532970"/>
      </dsp:txXfrm>
    </dsp:sp>
    <dsp:sp modelId="{0091AE4E-EE10-410A-A3C3-4089860B1935}">
      <dsp:nvSpPr>
        <dsp:cNvPr id="0" name=""/>
        <dsp:cNvSpPr/>
      </dsp:nvSpPr>
      <dsp:spPr>
        <a:xfrm>
          <a:off x="3495211" y="3321637"/>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3320920"/>
        <a:ext cx="21318" cy="21318"/>
      </dsp:txXfrm>
    </dsp:sp>
    <dsp:sp modelId="{962C8C2C-1287-41ED-A530-65A03BCEDE93}">
      <dsp:nvSpPr>
        <dsp:cNvPr id="0" name=""/>
        <dsp:cNvSpPr/>
      </dsp:nvSpPr>
      <dsp:spPr>
        <a:xfrm>
          <a:off x="3921588" y="3065094"/>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Code Scheme</a:t>
          </a:r>
          <a:endParaRPr lang="nl-NL" sz="1300" kern="1200" dirty="0"/>
        </a:p>
      </dsp:txBody>
      <dsp:txXfrm>
        <a:off x="3921588" y="3065094"/>
        <a:ext cx="1065940" cy="532970"/>
      </dsp:txXfrm>
    </dsp:sp>
    <dsp:sp modelId="{3B56FEBA-72C1-496B-A744-1CE851E12FB9}">
      <dsp:nvSpPr>
        <dsp:cNvPr id="0" name=""/>
        <dsp:cNvSpPr/>
      </dsp:nvSpPr>
      <dsp:spPr>
        <a:xfrm>
          <a:off x="4987528" y="3321637"/>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3320920"/>
        <a:ext cx="21318" cy="21318"/>
      </dsp:txXfrm>
    </dsp:sp>
    <dsp:sp modelId="{9259D4C6-139B-48DB-8A20-A354EF7AE9E5}">
      <dsp:nvSpPr>
        <dsp:cNvPr id="0" name=""/>
        <dsp:cNvSpPr/>
      </dsp:nvSpPr>
      <dsp:spPr>
        <a:xfrm>
          <a:off x="5413905" y="3065094"/>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Code</a:t>
          </a:r>
          <a:endParaRPr lang="nl-NL" sz="1300" kern="1200" dirty="0"/>
        </a:p>
      </dsp:txBody>
      <dsp:txXfrm>
        <a:off x="5413905" y="3065094"/>
        <a:ext cx="1065940" cy="532970"/>
      </dsp:txXfrm>
    </dsp:sp>
    <dsp:sp modelId="{7CC2C87D-1F24-41A6-8657-83DC4839936E}">
      <dsp:nvSpPr>
        <dsp:cNvPr id="0" name=""/>
        <dsp:cNvSpPr/>
      </dsp:nvSpPr>
      <dsp:spPr>
        <a:xfrm rot="3310531">
          <a:off x="3335082" y="3628095"/>
          <a:ext cx="746634" cy="19885"/>
        </a:xfrm>
        <a:custGeom>
          <a:avLst/>
          <a:gdLst/>
          <a:ahLst/>
          <a:cxnLst/>
          <a:rect l="0" t="0" r="0" b="0"/>
          <a:pathLst>
            <a:path>
              <a:moveTo>
                <a:pt x="0" y="9942"/>
              </a:moveTo>
              <a:lnTo>
                <a:pt x="746634"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3310531">
        <a:off x="3689734" y="3619371"/>
        <a:ext cx="37331" cy="37331"/>
      </dsp:txXfrm>
    </dsp:sp>
    <dsp:sp modelId="{DCD93437-C4BF-4B05-BAA0-DC744700057F}">
      <dsp:nvSpPr>
        <dsp:cNvPr id="0" name=""/>
        <dsp:cNvSpPr/>
      </dsp:nvSpPr>
      <dsp:spPr>
        <a:xfrm>
          <a:off x="3921588" y="3678010"/>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smtClean="0"/>
            <a:t>Variable </a:t>
          </a:r>
          <a:r>
            <a:rPr lang="en-US" sz="1300" kern="1200" dirty="0" smtClean="0"/>
            <a:t>Scheme</a:t>
          </a:r>
          <a:endParaRPr lang="nl-NL" sz="1300" kern="1200"/>
        </a:p>
      </dsp:txBody>
      <dsp:txXfrm>
        <a:off x="3921588" y="3678010"/>
        <a:ext cx="1065940" cy="532970"/>
      </dsp:txXfrm>
    </dsp:sp>
    <dsp:sp modelId="{EFEB1B5F-0A4E-4F1D-A81C-F527406639ED}">
      <dsp:nvSpPr>
        <dsp:cNvPr id="0" name=""/>
        <dsp:cNvSpPr/>
      </dsp:nvSpPr>
      <dsp:spPr>
        <a:xfrm>
          <a:off x="4987528" y="3934553"/>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3933836"/>
        <a:ext cx="21318" cy="21318"/>
      </dsp:txXfrm>
    </dsp:sp>
    <dsp:sp modelId="{6F4090AB-0D4A-4C83-8066-873AA672A716}">
      <dsp:nvSpPr>
        <dsp:cNvPr id="0" name=""/>
        <dsp:cNvSpPr/>
      </dsp:nvSpPr>
      <dsp:spPr>
        <a:xfrm>
          <a:off x="5413905" y="3678010"/>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Variable</a:t>
          </a:r>
          <a:endParaRPr lang="nl-NL" sz="1300" kern="1200" dirty="0"/>
        </a:p>
      </dsp:txBody>
      <dsp:txXfrm>
        <a:off x="5413905" y="3678010"/>
        <a:ext cx="1065940" cy="532970"/>
      </dsp:txXfrm>
    </dsp:sp>
    <dsp:sp modelId="{31637781-95AF-464D-99EA-7DA1BEE0B993}">
      <dsp:nvSpPr>
        <dsp:cNvPr id="0" name=""/>
        <dsp:cNvSpPr/>
      </dsp:nvSpPr>
      <dsp:spPr>
        <a:xfrm rot="4725511">
          <a:off x="1122499" y="3474866"/>
          <a:ext cx="2187167" cy="19885"/>
        </a:xfrm>
        <a:custGeom>
          <a:avLst/>
          <a:gdLst/>
          <a:ahLst/>
          <a:cxnLst/>
          <a:rect l="0" t="0" r="0" b="0"/>
          <a:pathLst>
            <a:path>
              <a:moveTo>
                <a:pt x="0" y="9942"/>
              </a:moveTo>
              <a:lnTo>
                <a:pt x="2187167" y="9942"/>
              </a:lnTo>
            </a:path>
          </a:pathLst>
        </a:custGeom>
        <a:noFill/>
        <a:ln w="25400" cap="flat" cmpd="sng"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nl-NL" sz="700" kern="1200"/>
        </a:p>
      </dsp:txBody>
      <dsp:txXfrm rot="4725511">
        <a:off x="2161403" y="3430129"/>
        <a:ext cx="109358" cy="109358"/>
      </dsp:txXfrm>
    </dsp:sp>
    <dsp:sp modelId="{0C6A7551-5501-4458-9490-33F22729055A}">
      <dsp:nvSpPr>
        <dsp:cNvPr id="0" name=""/>
        <dsp:cNvSpPr/>
      </dsp:nvSpPr>
      <dsp:spPr>
        <a:xfrm>
          <a:off x="2429271" y="4290926"/>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smtClean="0"/>
            <a:t>Phys</a:t>
          </a:r>
          <a:r>
            <a:rPr lang="en-US" sz="1300" kern="1200" dirty="0" smtClean="0"/>
            <a:t>. Data Product</a:t>
          </a:r>
          <a:endParaRPr lang="nl-NL" sz="1300" kern="1200"/>
        </a:p>
      </dsp:txBody>
      <dsp:txXfrm>
        <a:off x="2429271" y="4290926"/>
        <a:ext cx="1065940" cy="532970"/>
      </dsp:txXfrm>
    </dsp:sp>
    <dsp:sp modelId="{5BC8A64E-3A07-4663-A758-3DD622512548}">
      <dsp:nvSpPr>
        <dsp:cNvPr id="0" name=""/>
        <dsp:cNvSpPr/>
      </dsp:nvSpPr>
      <dsp:spPr>
        <a:xfrm>
          <a:off x="3495211" y="4547468"/>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4546752"/>
        <a:ext cx="21318" cy="21318"/>
      </dsp:txXfrm>
    </dsp:sp>
    <dsp:sp modelId="{55F82144-2C22-4310-AE96-8B86570E193C}">
      <dsp:nvSpPr>
        <dsp:cNvPr id="0" name=""/>
        <dsp:cNvSpPr/>
      </dsp:nvSpPr>
      <dsp:spPr>
        <a:xfrm>
          <a:off x="3921588" y="4290926"/>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Physical Instance</a:t>
          </a:r>
          <a:endParaRPr lang="nl-NL" sz="1300" kern="1200" dirty="0"/>
        </a:p>
      </dsp:txBody>
      <dsp:txXfrm>
        <a:off x="3921588" y="4290926"/>
        <a:ext cx="1065940" cy="53297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9C411FD-A0F9-400C-8937-F1BD69FC1CF5}">
      <dsp:nvSpPr>
        <dsp:cNvPr id="0" name=""/>
        <dsp:cNvSpPr/>
      </dsp:nvSpPr>
      <dsp:spPr>
        <a:xfrm>
          <a:off x="936954" y="2145720"/>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Study Unit</a:t>
          </a:r>
          <a:endParaRPr lang="nl-NL" sz="1300" kern="1200" dirty="0"/>
        </a:p>
      </dsp:txBody>
      <dsp:txXfrm>
        <a:off x="936954" y="2145720"/>
        <a:ext cx="1065940" cy="532970"/>
      </dsp:txXfrm>
    </dsp:sp>
    <dsp:sp modelId="{4F0A676E-A422-41D8-AFA6-FF55B8A16092}">
      <dsp:nvSpPr>
        <dsp:cNvPr id="0" name=""/>
        <dsp:cNvSpPr/>
      </dsp:nvSpPr>
      <dsp:spPr>
        <a:xfrm rot="16874489">
          <a:off x="1122499" y="1329660"/>
          <a:ext cx="2187167" cy="19885"/>
        </a:xfrm>
        <a:custGeom>
          <a:avLst/>
          <a:gdLst/>
          <a:ahLst/>
          <a:cxnLst/>
          <a:rect l="0" t="0" r="0" b="0"/>
          <a:pathLst>
            <a:path>
              <a:moveTo>
                <a:pt x="0" y="9942"/>
              </a:moveTo>
              <a:lnTo>
                <a:pt x="2187167"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nl-NL" sz="700" kern="1200"/>
        </a:p>
      </dsp:txBody>
      <dsp:txXfrm rot="16874489">
        <a:off x="2161403" y="1284924"/>
        <a:ext cx="109358" cy="109358"/>
      </dsp:txXfrm>
    </dsp:sp>
    <dsp:sp modelId="{0AA19C19-8FFF-49FA-95D8-FC6B080DC155}">
      <dsp:nvSpPr>
        <dsp:cNvPr id="0" name=""/>
        <dsp:cNvSpPr/>
      </dsp:nvSpPr>
      <dsp:spPr>
        <a:xfrm>
          <a:off x="2429271" y="515"/>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Conceptual Component</a:t>
          </a:r>
        </a:p>
      </dsp:txBody>
      <dsp:txXfrm>
        <a:off x="2429271" y="515"/>
        <a:ext cx="1065940" cy="532970"/>
      </dsp:txXfrm>
    </dsp:sp>
    <dsp:sp modelId="{43181711-6E03-477C-93E3-6BDC33A2308E}">
      <dsp:nvSpPr>
        <dsp:cNvPr id="0" name=""/>
        <dsp:cNvSpPr/>
      </dsp:nvSpPr>
      <dsp:spPr>
        <a:xfrm>
          <a:off x="3495211" y="257057"/>
          <a:ext cx="426376" cy="19885"/>
        </a:xfrm>
        <a:custGeom>
          <a:avLst/>
          <a:gdLst/>
          <a:ahLst/>
          <a:cxnLst/>
          <a:rect l="0" t="0" r="0" b="0"/>
          <a:pathLst>
            <a:path>
              <a:moveTo>
                <a:pt x="0" y="9942"/>
              </a:moveTo>
              <a:lnTo>
                <a:pt x="426376"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256341"/>
        <a:ext cx="21318" cy="21318"/>
      </dsp:txXfrm>
    </dsp:sp>
    <dsp:sp modelId="{311252F0-D0BD-4FF4-A652-4C78EB767D47}">
      <dsp:nvSpPr>
        <dsp:cNvPr id="0" name=""/>
        <dsp:cNvSpPr/>
      </dsp:nvSpPr>
      <dsp:spPr>
        <a:xfrm>
          <a:off x="3921588" y="515"/>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Concept Scheme</a:t>
          </a:r>
        </a:p>
      </dsp:txBody>
      <dsp:txXfrm>
        <a:off x="3921588" y="515"/>
        <a:ext cx="1065940" cy="532970"/>
      </dsp:txXfrm>
    </dsp:sp>
    <dsp:sp modelId="{1E65D494-7F51-4915-A50E-FF36DC35695C}">
      <dsp:nvSpPr>
        <dsp:cNvPr id="0" name=""/>
        <dsp:cNvSpPr/>
      </dsp:nvSpPr>
      <dsp:spPr>
        <a:xfrm>
          <a:off x="4987528" y="257057"/>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256341"/>
        <a:ext cx="21318" cy="21318"/>
      </dsp:txXfrm>
    </dsp:sp>
    <dsp:sp modelId="{CA244A29-8DF5-4B58-8BC5-51C74FFC287D}">
      <dsp:nvSpPr>
        <dsp:cNvPr id="0" name=""/>
        <dsp:cNvSpPr/>
      </dsp:nvSpPr>
      <dsp:spPr>
        <a:xfrm>
          <a:off x="5413905" y="515"/>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Concept</a:t>
          </a:r>
          <a:endParaRPr lang="nl-NL" sz="1300" kern="1200" dirty="0"/>
        </a:p>
      </dsp:txBody>
      <dsp:txXfrm>
        <a:off x="5413905" y="515"/>
        <a:ext cx="1065940" cy="532970"/>
      </dsp:txXfrm>
    </dsp:sp>
    <dsp:sp modelId="{B5A481D5-A174-4624-A72F-20309EA9504F}">
      <dsp:nvSpPr>
        <dsp:cNvPr id="0" name=""/>
        <dsp:cNvSpPr/>
      </dsp:nvSpPr>
      <dsp:spPr>
        <a:xfrm rot="17692822">
          <a:off x="1709366" y="1942576"/>
          <a:ext cx="1013432" cy="19885"/>
        </a:xfrm>
        <a:custGeom>
          <a:avLst/>
          <a:gdLst/>
          <a:ahLst/>
          <a:cxnLst/>
          <a:rect l="0" t="0" r="0" b="0"/>
          <a:pathLst>
            <a:path>
              <a:moveTo>
                <a:pt x="0" y="9942"/>
              </a:moveTo>
              <a:lnTo>
                <a:pt x="1013432"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17692822">
        <a:off x="2190747" y="1927183"/>
        <a:ext cx="50671" cy="50671"/>
      </dsp:txXfrm>
    </dsp:sp>
    <dsp:sp modelId="{423D1479-AF15-4B98-99FD-33BF354E887F}">
      <dsp:nvSpPr>
        <dsp:cNvPr id="0" name=""/>
        <dsp:cNvSpPr/>
      </dsp:nvSpPr>
      <dsp:spPr>
        <a:xfrm>
          <a:off x="2429271" y="1226347"/>
          <a:ext cx="1065940" cy="532970"/>
        </a:xfrm>
        <a:prstGeom prst="roundRect">
          <a:avLst>
            <a:gd name="adj" fmla="val 10000"/>
          </a:avLst>
        </a:prstGeom>
        <a:solidFill>
          <a:schemeClr val="bg1">
            <a:lumMod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Data Collection</a:t>
          </a:r>
          <a:endParaRPr lang="nl-NL" sz="1300" kern="1200" dirty="0"/>
        </a:p>
      </dsp:txBody>
      <dsp:txXfrm>
        <a:off x="2429271" y="1226347"/>
        <a:ext cx="1065940" cy="532970"/>
      </dsp:txXfrm>
    </dsp:sp>
    <dsp:sp modelId="{464F3E6E-1C67-47BA-A9C0-81F5B317791F}">
      <dsp:nvSpPr>
        <dsp:cNvPr id="0" name=""/>
        <dsp:cNvSpPr/>
      </dsp:nvSpPr>
      <dsp:spPr>
        <a:xfrm rot="18289469">
          <a:off x="3335082" y="1176431"/>
          <a:ext cx="746634" cy="19885"/>
        </a:xfrm>
        <a:custGeom>
          <a:avLst/>
          <a:gdLst/>
          <a:ahLst/>
          <a:cxnLst/>
          <a:rect l="0" t="0" r="0" b="0"/>
          <a:pathLst>
            <a:path>
              <a:moveTo>
                <a:pt x="0" y="9942"/>
              </a:moveTo>
              <a:lnTo>
                <a:pt x="746634"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18289469">
        <a:off x="3689734" y="1167708"/>
        <a:ext cx="37331" cy="37331"/>
      </dsp:txXfrm>
    </dsp:sp>
    <dsp:sp modelId="{4589A909-1955-4E93-8FB2-A9A8E64C7ABB}">
      <dsp:nvSpPr>
        <dsp:cNvPr id="0" name=""/>
        <dsp:cNvSpPr/>
      </dsp:nvSpPr>
      <dsp:spPr>
        <a:xfrm>
          <a:off x="3921588" y="613431"/>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Collection Event</a:t>
          </a:r>
          <a:endParaRPr lang="nl-NL" sz="1300" kern="1200" dirty="0"/>
        </a:p>
      </dsp:txBody>
      <dsp:txXfrm>
        <a:off x="3921588" y="613431"/>
        <a:ext cx="1065940" cy="532970"/>
      </dsp:txXfrm>
    </dsp:sp>
    <dsp:sp modelId="{670CEC27-6060-4BD6-A1C1-E3BE35DE321E}">
      <dsp:nvSpPr>
        <dsp:cNvPr id="0" name=""/>
        <dsp:cNvSpPr/>
      </dsp:nvSpPr>
      <dsp:spPr>
        <a:xfrm>
          <a:off x="3495211" y="1482889"/>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1482172"/>
        <a:ext cx="21318" cy="21318"/>
      </dsp:txXfrm>
    </dsp:sp>
    <dsp:sp modelId="{13531CF4-42AC-48F6-A06C-F3F8EF3DC9B6}">
      <dsp:nvSpPr>
        <dsp:cNvPr id="0" name=""/>
        <dsp:cNvSpPr/>
      </dsp:nvSpPr>
      <dsp:spPr>
        <a:xfrm>
          <a:off x="3921588" y="1226347"/>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Question Scheme</a:t>
          </a:r>
          <a:endParaRPr lang="nl-NL" sz="1300" kern="1200" dirty="0"/>
        </a:p>
      </dsp:txBody>
      <dsp:txXfrm>
        <a:off x="3921588" y="1226347"/>
        <a:ext cx="1065940" cy="532970"/>
      </dsp:txXfrm>
    </dsp:sp>
    <dsp:sp modelId="{D6662795-D8BC-40D8-B8BC-31361F268401}">
      <dsp:nvSpPr>
        <dsp:cNvPr id="0" name=""/>
        <dsp:cNvSpPr/>
      </dsp:nvSpPr>
      <dsp:spPr>
        <a:xfrm>
          <a:off x="4987528" y="1482889"/>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1482172"/>
        <a:ext cx="21318" cy="21318"/>
      </dsp:txXfrm>
    </dsp:sp>
    <dsp:sp modelId="{D28E7330-43ED-478E-AA86-C35D973802E3}">
      <dsp:nvSpPr>
        <dsp:cNvPr id="0" name=""/>
        <dsp:cNvSpPr/>
      </dsp:nvSpPr>
      <dsp:spPr>
        <a:xfrm>
          <a:off x="5413905" y="1226347"/>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smtClean="0"/>
            <a:t>Question Item</a:t>
          </a:r>
          <a:endParaRPr lang="nl-NL" sz="1300" kern="1200" dirty="0"/>
        </a:p>
      </dsp:txBody>
      <dsp:txXfrm>
        <a:off x="5413905" y="1226347"/>
        <a:ext cx="1065940" cy="532970"/>
      </dsp:txXfrm>
    </dsp:sp>
    <dsp:sp modelId="{00C61B48-B665-4D87-A0B2-D0DBB7E27F21}">
      <dsp:nvSpPr>
        <dsp:cNvPr id="0" name=""/>
        <dsp:cNvSpPr/>
      </dsp:nvSpPr>
      <dsp:spPr>
        <a:xfrm rot="3310531">
          <a:off x="3335082" y="1789347"/>
          <a:ext cx="746634" cy="19885"/>
        </a:xfrm>
        <a:custGeom>
          <a:avLst/>
          <a:gdLst/>
          <a:ahLst/>
          <a:cxnLst/>
          <a:rect l="0" t="0" r="0" b="0"/>
          <a:pathLst>
            <a:path>
              <a:moveTo>
                <a:pt x="0" y="9942"/>
              </a:moveTo>
              <a:lnTo>
                <a:pt x="746634"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3310531">
        <a:off x="3689734" y="1780624"/>
        <a:ext cx="37331" cy="37331"/>
      </dsp:txXfrm>
    </dsp:sp>
    <dsp:sp modelId="{208C2FC7-6A7C-493C-A3F4-4232E167FB16}">
      <dsp:nvSpPr>
        <dsp:cNvPr id="0" name=""/>
        <dsp:cNvSpPr/>
      </dsp:nvSpPr>
      <dsp:spPr>
        <a:xfrm>
          <a:off x="3921588" y="1839262"/>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Question-</a:t>
          </a:r>
          <a:r>
            <a:rPr lang="en-US" sz="1300" kern="1200" dirty="0" err="1" smtClean="0"/>
            <a:t>naire</a:t>
          </a:r>
          <a:endParaRPr lang="nl-NL" sz="1300" kern="1200" dirty="0"/>
        </a:p>
      </dsp:txBody>
      <dsp:txXfrm>
        <a:off x="3921588" y="1839262"/>
        <a:ext cx="1065940" cy="532970"/>
      </dsp:txXfrm>
    </dsp:sp>
    <dsp:sp modelId="{58CCF73B-32A5-4D5A-9F4E-8E6B5781DB59}">
      <dsp:nvSpPr>
        <dsp:cNvPr id="0" name=""/>
        <dsp:cNvSpPr/>
      </dsp:nvSpPr>
      <dsp:spPr>
        <a:xfrm>
          <a:off x="4987528" y="2095805"/>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2095088"/>
        <a:ext cx="21318" cy="21318"/>
      </dsp:txXfrm>
    </dsp:sp>
    <dsp:sp modelId="{05C69DA9-8D57-4F28-B50F-6E6679532337}">
      <dsp:nvSpPr>
        <dsp:cNvPr id="0" name=""/>
        <dsp:cNvSpPr/>
      </dsp:nvSpPr>
      <dsp:spPr>
        <a:xfrm>
          <a:off x="5413905" y="1839262"/>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Question Construct</a:t>
          </a:r>
          <a:endParaRPr lang="nl-NL" sz="1300" kern="1200" dirty="0"/>
        </a:p>
      </dsp:txBody>
      <dsp:txXfrm>
        <a:off x="5413905" y="1839262"/>
        <a:ext cx="1065940" cy="532970"/>
      </dsp:txXfrm>
    </dsp:sp>
    <dsp:sp modelId="{9A6112A3-09B4-4477-B011-E3F80C487C11}">
      <dsp:nvSpPr>
        <dsp:cNvPr id="0" name=""/>
        <dsp:cNvSpPr/>
      </dsp:nvSpPr>
      <dsp:spPr>
        <a:xfrm rot="3907178">
          <a:off x="1709366" y="2861950"/>
          <a:ext cx="1013432" cy="19885"/>
        </a:xfrm>
        <a:custGeom>
          <a:avLst/>
          <a:gdLst/>
          <a:ahLst/>
          <a:cxnLst/>
          <a:rect l="0" t="0" r="0" b="0"/>
          <a:pathLst>
            <a:path>
              <a:moveTo>
                <a:pt x="0" y="9942"/>
              </a:moveTo>
              <a:lnTo>
                <a:pt x="1013432"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3907178">
        <a:off x="2190747" y="2846557"/>
        <a:ext cx="50671" cy="50671"/>
      </dsp:txXfrm>
    </dsp:sp>
    <dsp:sp modelId="{18CA22F3-9522-47A4-B24C-BD7F05AE7A89}">
      <dsp:nvSpPr>
        <dsp:cNvPr id="0" name=""/>
        <dsp:cNvSpPr/>
      </dsp:nvSpPr>
      <dsp:spPr>
        <a:xfrm>
          <a:off x="2429271" y="3065094"/>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Logical Product</a:t>
          </a:r>
          <a:endParaRPr lang="nl-NL" sz="1300" kern="1200" dirty="0"/>
        </a:p>
      </dsp:txBody>
      <dsp:txXfrm>
        <a:off x="2429271" y="3065094"/>
        <a:ext cx="1065940" cy="532970"/>
      </dsp:txXfrm>
    </dsp:sp>
    <dsp:sp modelId="{0D452BA0-421B-44E8-A330-4A17620BA016}">
      <dsp:nvSpPr>
        <dsp:cNvPr id="0" name=""/>
        <dsp:cNvSpPr/>
      </dsp:nvSpPr>
      <dsp:spPr>
        <a:xfrm rot="18289469">
          <a:off x="3335082" y="3015179"/>
          <a:ext cx="746634" cy="19885"/>
        </a:xfrm>
        <a:custGeom>
          <a:avLst/>
          <a:gdLst/>
          <a:ahLst/>
          <a:cxnLst/>
          <a:rect l="0" t="0" r="0" b="0"/>
          <a:pathLst>
            <a:path>
              <a:moveTo>
                <a:pt x="0" y="9942"/>
              </a:moveTo>
              <a:lnTo>
                <a:pt x="746634"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18289469">
        <a:off x="3689734" y="3006456"/>
        <a:ext cx="37331" cy="37331"/>
      </dsp:txXfrm>
    </dsp:sp>
    <dsp:sp modelId="{95E300A3-1906-4E21-BB72-CB22D53C0D8B}">
      <dsp:nvSpPr>
        <dsp:cNvPr id="0" name=""/>
        <dsp:cNvSpPr/>
      </dsp:nvSpPr>
      <dsp:spPr>
        <a:xfrm>
          <a:off x="3921588" y="2452178"/>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Category Scheme</a:t>
          </a:r>
          <a:endParaRPr lang="nl-NL" sz="1300" kern="1200" dirty="0"/>
        </a:p>
      </dsp:txBody>
      <dsp:txXfrm>
        <a:off x="3921588" y="2452178"/>
        <a:ext cx="1065940" cy="532970"/>
      </dsp:txXfrm>
    </dsp:sp>
    <dsp:sp modelId="{6C9BD42C-C79B-42FF-8FBD-82F2BEC82F5D}">
      <dsp:nvSpPr>
        <dsp:cNvPr id="0" name=""/>
        <dsp:cNvSpPr/>
      </dsp:nvSpPr>
      <dsp:spPr>
        <a:xfrm>
          <a:off x="4987528" y="2708721"/>
          <a:ext cx="426376" cy="19885"/>
        </a:xfrm>
        <a:custGeom>
          <a:avLst/>
          <a:gdLst/>
          <a:ahLst/>
          <a:cxnLst/>
          <a:rect l="0" t="0" r="0" b="0"/>
          <a:pathLst>
            <a:path>
              <a:moveTo>
                <a:pt x="0" y="9942"/>
              </a:moveTo>
              <a:lnTo>
                <a:pt x="426376"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2708004"/>
        <a:ext cx="21318" cy="21318"/>
      </dsp:txXfrm>
    </dsp:sp>
    <dsp:sp modelId="{CB141EEC-F2CA-4786-8666-010DC6A02224}">
      <dsp:nvSpPr>
        <dsp:cNvPr id="0" name=""/>
        <dsp:cNvSpPr/>
      </dsp:nvSpPr>
      <dsp:spPr>
        <a:xfrm>
          <a:off x="5413905" y="2452178"/>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Category</a:t>
          </a:r>
          <a:endParaRPr lang="nl-NL" sz="1300" kern="1200" dirty="0"/>
        </a:p>
      </dsp:txBody>
      <dsp:txXfrm>
        <a:off x="5413905" y="2452178"/>
        <a:ext cx="1065940" cy="532970"/>
      </dsp:txXfrm>
    </dsp:sp>
    <dsp:sp modelId="{4F869D8E-5D86-41CD-833F-10C85C11A763}">
      <dsp:nvSpPr>
        <dsp:cNvPr id="0" name=""/>
        <dsp:cNvSpPr/>
      </dsp:nvSpPr>
      <dsp:spPr>
        <a:xfrm>
          <a:off x="3495211" y="3321637"/>
          <a:ext cx="426376" cy="19885"/>
        </a:xfrm>
        <a:custGeom>
          <a:avLst/>
          <a:gdLst/>
          <a:ahLst/>
          <a:cxnLst/>
          <a:rect l="0" t="0" r="0" b="0"/>
          <a:pathLst>
            <a:path>
              <a:moveTo>
                <a:pt x="0" y="9942"/>
              </a:moveTo>
              <a:lnTo>
                <a:pt x="426376"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3320920"/>
        <a:ext cx="21318" cy="21318"/>
      </dsp:txXfrm>
    </dsp:sp>
    <dsp:sp modelId="{58873E67-3965-4021-B557-2D1571841DDD}">
      <dsp:nvSpPr>
        <dsp:cNvPr id="0" name=""/>
        <dsp:cNvSpPr/>
      </dsp:nvSpPr>
      <dsp:spPr>
        <a:xfrm>
          <a:off x="3921588" y="3065094"/>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Code Scheme</a:t>
          </a:r>
          <a:endParaRPr lang="nl-NL" sz="1300" kern="1200" dirty="0"/>
        </a:p>
      </dsp:txBody>
      <dsp:txXfrm>
        <a:off x="3921588" y="3065094"/>
        <a:ext cx="1065940" cy="532970"/>
      </dsp:txXfrm>
    </dsp:sp>
    <dsp:sp modelId="{B57CF167-4418-4C40-BABD-CDD92CAB8A42}">
      <dsp:nvSpPr>
        <dsp:cNvPr id="0" name=""/>
        <dsp:cNvSpPr/>
      </dsp:nvSpPr>
      <dsp:spPr>
        <a:xfrm>
          <a:off x="4987528" y="3321637"/>
          <a:ext cx="426376" cy="19885"/>
        </a:xfrm>
        <a:custGeom>
          <a:avLst/>
          <a:gdLst/>
          <a:ahLst/>
          <a:cxnLst/>
          <a:rect l="0" t="0" r="0" b="0"/>
          <a:pathLst>
            <a:path>
              <a:moveTo>
                <a:pt x="0" y="9942"/>
              </a:moveTo>
              <a:lnTo>
                <a:pt x="426376"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3320920"/>
        <a:ext cx="21318" cy="21318"/>
      </dsp:txXfrm>
    </dsp:sp>
    <dsp:sp modelId="{20E83A02-7244-47F0-9A6B-71C1E64F81AC}">
      <dsp:nvSpPr>
        <dsp:cNvPr id="0" name=""/>
        <dsp:cNvSpPr/>
      </dsp:nvSpPr>
      <dsp:spPr>
        <a:xfrm>
          <a:off x="5413905" y="3065094"/>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Code</a:t>
          </a:r>
          <a:endParaRPr lang="nl-NL" sz="1300" kern="1200" dirty="0"/>
        </a:p>
      </dsp:txBody>
      <dsp:txXfrm>
        <a:off x="5413905" y="3065094"/>
        <a:ext cx="1065940" cy="532970"/>
      </dsp:txXfrm>
    </dsp:sp>
    <dsp:sp modelId="{41A4937D-EA3C-448C-AC74-DB830757181D}">
      <dsp:nvSpPr>
        <dsp:cNvPr id="0" name=""/>
        <dsp:cNvSpPr/>
      </dsp:nvSpPr>
      <dsp:spPr>
        <a:xfrm rot="3310531">
          <a:off x="3335082" y="3628095"/>
          <a:ext cx="746634" cy="19885"/>
        </a:xfrm>
        <a:custGeom>
          <a:avLst/>
          <a:gdLst/>
          <a:ahLst/>
          <a:cxnLst/>
          <a:rect l="0" t="0" r="0" b="0"/>
          <a:pathLst>
            <a:path>
              <a:moveTo>
                <a:pt x="0" y="9942"/>
              </a:moveTo>
              <a:lnTo>
                <a:pt x="746634" y="9942"/>
              </a:lnTo>
            </a:path>
          </a:pathLst>
        </a:custGeom>
        <a:noFill/>
        <a:ln w="25400" cap="flat" cmpd="sng" algn="ctr">
          <a:solidFill>
            <a:schemeClr val="tx1">
              <a:lumMod val="50000"/>
              <a:lumOff val="5000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rot="3310531">
        <a:off x="3689734" y="3619371"/>
        <a:ext cx="37331" cy="37331"/>
      </dsp:txXfrm>
    </dsp:sp>
    <dsp:sp modelId="{0A7FCF1E-78BF-4157-93B6-0B3869C48792}">
      <dsp:nvSpPr>
        <dsp:cNvPr id="0" name=""/>
        <dsp:cNvSpPr/>
      </dsp:nvSpPr>
      <dsp:spPr>
        <a:xfrm>
          <a:off x="3921588" y="3678010"/>
          <a:ext cx="1065940" cy="532970"/>
        </a:xfrm>
        <a:prstGeom prst="roundRect">
          <a:avLst>
            <a:gd name="adj" fmla="val 10000"/>
          </a:avLst>
        </a:prstGeom>
        <a:solidFill>
          <a:schemeClr val="tx1">
            <a:lumMod val="50000"/>
            <a:lumOff val="50000"/>
          </a:schemeClr>
        </a:soli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Variable Scheme</a:t>
          </a:r>
          <a:endParaRPr lang="nl-NL" sz="1300" kern="1200" dirty="0"/>
        </a:p>
      </dsp:txBody>
      <dsp:txXfrm>
        <a:off x="3921588" y="3678010"/>
        <a:ext cx="1065940" cy="532970"/>
      </dsp:txXfrm>
    </dsp:sp>
    <dsp:sp modelId="{30C8F187-1693-4471-8ED2-AEFABA2AB68E}">
      <dsp:nvSpPr>
        <dsp:cNvPr id="0" name=""/>
        <dsp:cNvSpPr/>
      </dsp:nvSpPr>
      <dsp:spPr>
        <a:xfrm>
          <a:off x="4987528" y="3934553"/>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5190057" y="3933836"/>
        <a:ext cx="21318" cy="21318"/>
      </dsp:txXfrm>
    </dsp:sp>
    <dsp:sp modelId="{FE7D7B8D-8581-4B48-8570-E8CAA575A59B}">
      <dsp:nvSpPr>
        <dsp:cNvPr id="0" name=""/>
        <dsp:cNvSpPr/>
      </dsp:nvSpPr>
      <dsp:spPr>
        <a:xfrm>
          <a:off x="5413905" y="3678010"/>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Variable</a:t>
          </a:r>
          <a:endParaRPr lang="nl-NL" sz="1300" kern="1200" dirty="0"/>
        </a:p>
      </dsp:txBody>
      <dsp:txXfrm>
        <a:off x="5413905" y="3678010"/>
        <a:ext cx="1065940" cy="532970"/>
      </dsp:txXfrm>
    </dsp:sp>
    <dsp:sp modelId="{5657EF8B-EC2F-4D13-ABCD-53C1A12BC026}">
      <dsp:nvSpPr>
        <dsp:cNvPr id="0" name=""/>
        <dsp:cNvSpPr/>
      </dsp:nvSpPr>
      <dsp:spPr>
        <a:xfrm rot="4725511">
          <a:off x="1122499" y="3474866"/>
          <a:ext cx="2187167" cy="19885"/>
        </a:xfrm>
        <a:custGeom>
          <a:avLst/>
          <a:gdLst/>
          <a:ahLst/>
          <a:cxnLst/>
          <a:rect l="0" t="0" r="0" b="0"/>
          <a:pathLst>
            <a:path>
              <a:moveTo>
                <a:pt x="0" y="9942"/>
              </a:moveTo>
              <a:lnTo>
                <a:pt x="2187167" y="9942"/>
              </a:lnTo>
            </a:path>
          </a:pathLst>
        </a:custGeom>
        <a:noFill/>
        <a:ln w="25400" cap="flat" cmpd="sng"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nl-NL" sz="700" kern="1200"/>
        </a:p>
      </dsp:txBody>
      <dsp:txXfrm rot="4725511">
        <a:off x="2161403" y="3430129"/>
        <a:ext cx="109358" cy="109358"/>
      </dsp:txXfrm>
    </dsp:sp>
    <dsp:sp modelId="{87E5D9E0-215E-41DC-839F-2CF01A50F255}">
      <dsp:nvSpPr>
        <dsp:cNvPr id="0" name=""/>
        <dsp:cNvSpPr/>
      </dsp:nvSpPr>
      <dsp:spPr>
        <a:xfrm>
          <a:off x="2429271" y="4290926"/>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smtClean="0"/>
            <a:t>Dataset</a:t>
          </a:r>
          <a:endParaRPr lang="nl-NL" sz="1300" kern="1200"/>
        </a:p>
      </dsp:txBody>
      <dsp:txXfrm>
        <a:off x="2429271" y="4290926"/>
        <a:ext cx="1065940" cy="532970"/>
      </dsp:txXfrm>
    </dsp:sp>
    <dsp:sp modelId="{7C69E4A8-816A-410E-B1B0-C90E4AD5E2FA}">
      <dsp:nvSpPr>
        <dsp:cNvPr id="0" name=""/>
        <dsp:cNvSpPr/>
      </dsp:nvSpPr>
      <dsp:spPr>
        <a:xfrm>
          <a:off x="3495211" y="4547468"/>
          <a:ext cx="426376" cy="19885"/>
        </a:xfrm>
        <a:custGeom>
          <a:avLst/>
          <a:gdLst/>
          <a:ahLst/>
          <a:cxnLst/>
          <a:rect l="0" t="0" r="0" b="0"/>
          <a:pathLst>
            <a:path>
              <a:moveTo>
                <a:pt x="0" y="9942"/>
              </a:moveTo>
              <a:lnTo>
                <a:pt x="426376" y="9942"/>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nl-NL" sz="500" kern="1200"/>
        </a:p>
      </dsp:txBody>
      <dsp:txXfrm>
        <a:off x="3697740" y="4546752"/>
        <a:ext cx="21318" cy="21318"/>
      </dsp:txXfrm>
    </dsp:sp>
    <dsp:sp modelId="{2E3F1BC7-9E74-4FEE-9917-E4E6850FA1C2}">
      <dsp:nvSpPr>
        <dsp:cNvPr id="0" name=""/>
        <dsp:cNvSpPr/>
      </dsp:nvSpPr>
      <dsp:spPr>
        <a:xfrm>
          <a:off x="3921588" y="4290926"/>
          <a:ext cx="1065940" cy="532970"/>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sz="1300" kern="1200" dirty="0" smtClean="0"/>
            <a:t>Data File</a:t>
          </a:r>
          <a:endParaRPr lang="nl-NL" sz="1300" kern="1200" dirty="0"/>
        </a:p>
      </dsp:txBody>
      <dsp:txXfrm>
        <a:off x="3921588" y="4290926"/>
        <a:ext cx="1065940" cy="53297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1"/>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nl-NL"/>
          </a:p>
        </p:txBody>
      </p:sp>
      <p:sp>
        <p:nvSpPr>
          <p:cNvPr id="11267" name="Rectangle 3"/>
          <p:cNvSpPr>
            <a:spLocks noGrp="1" noChangeArrowheads="1"/>
          </p:cNvSpPr>
          <p:nvPr>
            <p:ph type="dt" sz="quarter" idx="1"/>
          </p:nvPr>
        </p:nvSpPr>
        <p:spPr bwMode="auto">
          <a:xfrm>
            <a:off x="3841750" y="1"/>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fld id="{75B98C02-D64A-4D49-8BA4-C3ABA02340D5}" type="datetime1">
              <a:rPr lang="nl-NL"/>
              <a:pPr>
                <a:defRPr/>
              </a:pPr>
              <a:t>30-11-2012</a:t>
            </a:fld>
            <a:endParaRPr lang="nl-NL"/>
          </a:p>
        </p:txBody>
      </p:sp>
      <p:sp>
        <p:nvSpPr>
          <p:cNvPr id="11268" name="Rectangle 4"/>
          <p:cNvSpPr>
            <a:spLocks noGrp="1" noChangeArrowheads="1"/>
          </p:cNvSpPr>
          <p:nvPr>
            <p:ph type="ftr" sz="quarter" idx="2"/>
          </p:nvPr>
        </p:nvSpPr>
        <p:spPr bwMode="auto">
          <a:xfrm>
            <a:off x="0" y="9421814"/>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nl-NL"/>
          </a:p>
        </p:txBody>
      </p:sp>
      <p:sp>
        <p:nvSpPr>
          <p:cNvPr id="11269" name="Rectangle 5"/>
          <p:cNvSpPr>
            <a:spLocks noGrp="1" noChangeArrowheads="1"/>
          </p:cNvSpPr>
          <p:nvPr>
            <p:ph type="sldNum" sz="quarter" idx="3"/>
          </p:nvPr>
        </p:nvSpPr>
        <p:spPr bwMode="auto">
          <a:xfrm>
            <a:off x="3841750" y="9421814"/>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AF4D85DA-0D37-4327-B7B6-4BE2F12C6CA0}" type="slidenum">
              <a:rPr lang="nl-NL"/>
              <a:pPr>
                <a:defRPr/>
              </a:pPr>
              <a:t>‹#›</a:t>
            </a:fld>
            <a:endParaRPr lang="nl-NL"/>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nl-NL"/>
          </a:p>
        </p:txBody>
      </p:sp>
      <p:sp>
        <p:nvSpPr>
          <p:cNvPr id="10243" name="Rectangle 3"/>
          <p:cNvSpPr>
            <a:spLocks noGrp="1" noChangeArrowheads="1"/>
          </p:cNvSpPr>
          <p:nvPr>
            <p:ph type="dt" idx="1"/>
          </p:nvPr>
        </p:nvSpPr>
        <p:spPr bwMode="auto">
          <a:xfrm>
            <a:off x="3841750" y="1"/>
            <a:ext cx="2938463"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fld id="{0969B8E2-79D0-4708-99EC-DB897A2923B6}" type="datetime1">
              <a:rPr lang="nl-NL"/>
              <a:pPr>
                <a:defRPr/>
              </a:pPr>
              <a:t>30-11-2012</a:t>
            </a:fld>
            <a:endParaRPr lang="nl-NL"/>
          </a:p>
        </p:txBody>
      </p:sp>
      <p:sp>
        <p:nvSpPr>
          <p:cNvPr id="37892" name="Rectangle 4"/>
          <p:cNvSpPr>
            <a:spLocks noGrp="1" noRot="1" noChangeAspect="1" noChangeArrowheads="1" noTextEdit="1"/>
          </p:cNvSpPr>
          <p:nvPr>
            <p:ph type="sldImg" idx="2"/>
          </p:nvPr>
        </p:nvSpPr>
        <p:spPr bwMode="auto">
          <a:xfrm>
            <a:off x="911225" y="744538"/>
            <a:ext cx="4959350" cy="3719512"/>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677864" y="4711700"/>
            <a:ext cx="5426075" cy="44624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nl-NL" noProof="0" smtClean="0"/>
              <a:t>Klik om de opmaakprofielen van de modeltekst te bewerken</a:t>
            </a:r>
          </a:p>
          <a:p>
            <a:pPr lvl="1"/>
            <a:r>
              <a:rPr lang="nl-NL" noProof="0" smtClean="0"/>
              <a:t>Tweede niveau</a:t>
            </a:r>
          </a:p>
          <a:p>
            <a:pPr lvl="2"/>
            <a:r>
              <a:rPr lang="nl-NL" noProof="0" smtClean="0"/>
              <a:t>Derde niveau</a:t>
            </a:r>
          </a:p>
          <a:p>
            <a:pPr lvl="3"/>
            <a:r>
              <a:rPr lang="nl-NL" noProof="0" smtClean="0"/>
              <a:t>Vierde niveau</a:t>
            </a:r>
          </a:p>
          <a:p>
            <a:pPr lvl="4"/>
            <a:r>
              <a:rPr lang="nl-NL" noProof="0" smtClean="0"/>
              <a:t>Vijfde niveau</a:t>
            </a:r>
          </a:p>
        </p:txBody>
      </p:sp>
      <p:sp>
        <p:nvSpPr>
          <p:cNvPr id="10246" name="Rectangle 6"/>
          <p:cNvSpPr>
            <a:spLocks noGrp="1" noChangeArrowheads="1"/>
          </p:cNvSpPr>
          <p:nvPr>
            <p:ph type="ftr" sz="quarter" idx="4"/>
          </p:nvPr>
        </p:nvSpPr>
        <p:spPr bwMode="auto">
          <a:xfrm>
            <a:off x="0" y="9421814"/>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nl-NL"/>
          </a:p>
        </p:txBody>
      </p:sp>
      <p:sp>
        <p:nvSpPr>
          <p:cNvPr id="10247" name="Rectangle 7"/>
          <p:cNvSpPr>
            <a:spLocks noGrp="1" noChangeArrowheads="1"/>
          </p:cNvSpPr>
          <p:nvPr>
            <p:ph type="sldNum" sz="quarter" idx="5"/>
          </p:nvPr>
        </p:nvSpPr>
        <p:spPr bwMode="auto">
          <a:xfrm>
            <a:off x="3841750" y="9421814"/>
            <a:ext cx="2938463"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D7405831-B461-43DD-9552-440AA2A21607}" type="slidenum">
              <a:rPr lang="nl-NL"/>
              <a:pPr>
                <a:defRPr/>
              </a:pPr>
              <a:t>‹#›</a:t>
            </a:fld>
            <a:endParaRPr lang="nl-NL"/>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Because some people in the audience are more familiar with </a:t>
            </a:r>
            <a:r>
              <a:rPr lang="en-US" dirty="0" err="1" smtClean="0"/>
              <a:t>Questasy</a:t>
            </a:r>
            <a:r>
              <a:rPr lang="en-US" dirty="0" smtClean="0"/>
              <a:t> than others, I'll start</a:t>
            </a:r>
          </a:p>
          <a:p>
            <a:r>
              <a:rPr lang="en-US" dirty="0" smtClean="0"/>
              <a:t>off by </a:t>
            </a:r>
            <a:r>
              <a:rPr lang="en-US" dirty="0" err="1" smtClean="0"/>
              <a:t>overviewing</a:t>
            </a:r>
            <a:r>
              <a:rPr lang="en-US" dirty="0" smtClean="0"/>
              <a:t> the issues </a:t>
            </a:r>
            <a:r>
              <a:rPr lang="en-US" dirty="0" err="1" smtClean="0"/>
              <a:t>Questasy</a:t>
            </a:r>
            <a:r>
              <a:rPr lang="en-US" dirty="0" smtClean="0"/>
              <a:t> solves, then talk more specifically about how the</a:t>
            </a:r>
          </a:p>
          <a:p>
            <a:r>
              <a:rPr lang="en-US" dirty="0" smtClean="0"/>
              <a:t>product works and show a</a:t>
            </a:r>
            <a:r>
              <a:rPr lang="en-US" baseline="0" dirty="0" smtClean="0"/>
              <a:t> demo.</a:t>
            </a:r>
          </a:p>
          <a:p>
            <a:endParaRPr lang="en-US" baseline="0" dirty="0" smtClean="0"/>
          </a:p>
          <a:p>
            <a:endParaRPr lang="nl-NL" dirty="0" smtClean="0"/>
          </a:p>
          <a:p>
            <a:endParaRPr lang="nl-NL" dirty="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1</a:t>
            </a:fld>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US" dirty="0" smtClean="0"/>
              <a:t>Non-profit organization founded in 1997</a:t>
            </a:r>
          </a:p>
          <a:p>
            <a:pPr lvl="0">
              <a:buFont typeface="Arial" pitchFamily="34" charset="0"/>
              <a:buChar char="•"/>
            </a:pPr>
            <a:endParaRPr lang="en-US" dirty="0" smtClean="0"/>
          </a:p>
          <a:p>
            <a:pPr lvl="0">
              <a:buFont typeface="Arial" pitchFamily="34" charset="0"/>
              <a:buChar char="•"/>
            </a:pPr>
            <a:r>
              <a:rPr lang="en-US" dirty="0" smtClean="0"/>
              <a:t>Manage panels including the LISS Panel</a:t>
            </a:r>
            <a:r>
              <a:rPr lang="en-US" baseline="0" dirty="0" smtClean="0"/>
              <a:t> of the MESS Project, the </a:t>
            </a:r>
            <a:r>
              <a:rPr lang="en-US" baseline="0" dirty="0" err="1" smtClean="0"/>
              <a:t>CentERpanel</a:t>
            </a:r>
            <a:r>
              <a:rPr lang="en-US" baseline="0" dirty="0" smtClean="0"/>
              <a:t>, the DHS Panel, and more</a:t>
            </a:r>
            <a:endParaRPr lang="en-US" dirty="0" smtClean="0"/>
          </a:p>
          <a:p>
            <a:pPr lvl="0">
              <a:buFont typeface="Arial" pitchFamily="34" charset="0"/>
              <a:buChar char="•"/>
            </a:pPr>
            <a:endParaRPr lang="en-US" dirty="0" smtClean="0"/>
          </a:p>
          <a:p>
            <a:pPr lvl="0">
              <a:buFont typeface="Arial" pitchFamily="34" charset="0"/>
              <a:buChar char="•"/>
            </a:pPr>
            <a:r>
              <a:rPr lang="en-US" dirty="0" smtClean="0"/>
              <a:t>Software</a:t>
            </a:r>
            <a:r>
              <a:rPr lang="en-US" baseline="0" dirty="0" smtClean="0"/>
              <a:t> solutions</a:t>
            </a:r>
          </a:p>
          <a:p>
            <a:pPr lvl="1">
              <a:buFont typeface="Arial" pitchFamily="34" charset="0"/>
              <a:buChar char="•"/>
            </a:pPr>
            <a:r>
              <a:rPr lang="en-US" baseline="0" dirty="0" smtClean="0"/>
              <a:t>Several tools for data collection and dissemination for major research projects including</a:t>
            </a:r>
          </a:p>
          <a:p>
            <a:pPr lvl="2">
              <a:buFont typeface="Arial" pitchFamily="34" charset="0"/>
              <a:buChar char="•"/>
            </a:pPr>
            <a:r>
              <a:rPr lang="en-US" baseline="0" dirty="0" smtClean="0"/>
              <a:t>LISS panel in Netherlands</a:t>
            </a:r>
          </a:p>
          <a:p>
            <a:pPr lvl="2">
              <a:buFont typeface="Arial" pitchFamily="34" charset="0"/>
              <a:buChar char="•"/>
            </a:pPr>
            <a:r>
              <a:rPr lang="en-US" baseline="0" dirty="0" smtClean="0"/>
              <a:t>Understanding Society in UK</a:t>
            </a:r>
          </a:p>
          <a:p>
            <a:pPr lvl="2">
              <a:buFont typeface="Arial" pitchFamily="34" charset="0"/>
              <a:buChar char="•"/>
            </a:pPr>
            <a:r>
              <a:rPr lang="en-US" baseline="0" dirty="0" smtClean="0"/>
              <a:t>European Values Study &amp; SHARE project across Europe</a:t>
            </a:r>
          </a:p>
          <a:p>
            <a:pPr lvl="1">
              <a:buFont typeface="Arial" pitchFamily="34" charset="0"/>
              <a:buChar char="•"/>
            </a:pPr>
            <a:r>
              <a:rPr lang="en-US" baseline="0" dirty="0" smtClean="0"/>
              <a:t>DDI tools include Questasy and </a:t>
            </a:r>
            <a:r>
              <a:rPr lang="en-US" baseline="0" dirty="0" err="1" smtClean="0"/>
              <a:t>DatapluS</a:t>
            </a:r>
            <a:r>
              <a:rPr lang="en-US" baseline="0" dirty="0" smtClean="0"/>
              <a:t> project (in IASSIST session D1 on Thursday morning )</a:t>
            </a:r>
          </a:p>
          <a:p>
            <a:pPr lvl="1">
              <a:buFont typeface="Arial" pitchFamily="34" charset="0"/>
              <a:buChar char="•"/>
            </a:pPr>
            <a:endParaRPr lang="en-US" baseline="0" dirty="0" smtClean="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dirty="0"/>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2</a:t>
            </a:fld>
            <a:endParaRPr lang="nl-NL"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6000 households with almost 10,000 panel members</a:t>
            </a:r>
          </a:p>
          <a:p>
            <a:pPr>
              <a:buFont typeface="Arial" pitchFamily="34" charset="0"/>
              <a:buChar char="•"/>
            </a:pPr>
            <a:endParaRPr lang="en-US" dirty="0" smtClean="0"/>
          </a:p>
          <a:p>
            <a:pPr>
              <a:buFont typeface="Arial" pitchFamily="34" charset="0"/>
              <a:buChar char="•"/>
            </a:pPr>
            <a:r>
              <a:rPr lang="en-US" dirty="0" smtClean="0"/>
              <a:t>Questasy started out of a need</a:t>
            </a:r>
            <a:r>
              <a:rPr lang="en-US" baseline="0" dirty="0" smtClean="0"/>
              <a:t> for a dissemination system for the LISS Panel</a:t>
            </a:r>
          </a:p>
          <a:p>
            <a:pPr>
              <a:buFont typeface="Arial" pitchFamily="34" charset="0"/>
              <a:buChar char="•"/>
            </a:pPr>
            <a:endParaRPr lang="en-US" baseline="0" dirty="0" smtClean="0"/>
          </a:p>
          <a:p>
            <a:pPr>
              <a:buFont typeface="Arial" pitchFamily="34" charset="0"/>
              <a:buChar char="•"/>
            </a:pPr>
            <a:r>
              <a:rPr lang="en-US" dirty="0" smtClean="0"/>
              <a:t>Longitudinal Panel</a:t>
            </a:r>
          </a:p>
          <a:p>
            <a:pPr lvl="1">
              <a:buFont typeface="Arial" pitchFamily="34" charset="0"/>
              <a:buChar char="•"/>
            </a:pPr>
            <a:r>
              <a:rPr lang="en-US" dirty="0" smtClean="0"/>
              <a:t>Track Studies</a:t>
            </a:r>
            <a:r>
              <a:rPr lang="en-US" baseline="0" dirty="0" smtClean="0"/>
              <a:t> &amp; Questions as they are used across waves</a:t>
            </a:r>
          </a:p>
          <a:p>
            <a:pPr lvl="1">
              <a:buFont typeface="Arial" pitchFamily="34" charset="0"/>
              <a:buChar char="•"/>
            </a:pPr>
            <a:r>
              <a:rPr lang="en-US" baseline="0" dirty="0" smtClean="0"/>
              <a:t>Present this to researchers</a:t>
            </a:r>
          </a:p>
          <a:p>
            <a:pPr lvl="0">
              <a:buFont typeface="Arial" pitchFamily="34" charset="0"/>
              <a:buChar char="•"/>
            </a:pPr>
            <a:endParaRPr lang="nl-NL" dirty="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dirty="0"/>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3</a:t>
            </a:fld>
            <a:endParaRPr lang="nl-NL"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a:t>
            </a:r>
            <a:r>
              <a:rPr lang="en-US" baseline="0" dirty="0" smtClean="0"/>
              <a:t> a extremely simplified view of a DDI Study Unit</a:t>
            </a:r>
          </a:p>
          <a:p>
            <a:endParaRPr lang="en-US" baseline="0" dirty="0" smtClean="0"/>
          </a:p>
          <a:p>
            <a:r>
              <a:rPr lang="en-US" baseline="0" dirty="0" smtClean="0"/>
              <a:t>There are many items to manage, and the terminology is confusing to administrators/researchers</a:t>
            </a:r>
            <a:endParaRPr lang="nl-NL" dirty="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4</a:t>
            </a:fld>
            <a:endParaRPr lang="nl-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Questasy</a:t>
            </a:r>
            <a:r>
              <a:rPr lang="en-US" baseline="0" dirty="0" smtClean="0"/>
              <a:t> simplifies the management &amp; terminology</a:t>
            </a:r>
          </a:p>
          <a:p>
            <a:endParaRPr lang="en-US" baseline="0" dirty="0" smtClean="0"/>
          </a:p>
          <a:p>
            <a:r>
              <a:rPr lang="en-US" baseline="0" dirty="0" smtClean="0"/>
              <a:t>Uses terms that make sense to researchers</a:t>
            </a:r>
          </a:p>
          <a:p>
            <a:endParaRPr lang="en-US" baseline="0" dirty="0" smtClean="0"/>
          </a:p>
          <a:p>
            <a:r>
              <a:rPr lang="en-US" baseline="0" dirty="0" smtClean="0"/>
              <a:t>Automatically manages the elements marked in grey boxes, so administrators don’t have to worry about it.  They can focus on the content that matters (Questions, Variables, Concepts) without worrying about all the DDI relationships.</a:t>
            </a:r>
          </a:p>
          <a:p>
            <a:endParaRPr lang="en-US" baseline="0" dirty="0" smtClean="0"/>
          </a:p>
          <a:p>
            <a:r>
              <a:rPr lang="en-US" baseline="0" dirty="0" smtClean="0"/>
              <a:t>Even better, it manages them for multiple studies, including longitudinal studies.</a:t>
            </a:r>
            <a:endParaRPr lang="nl-NL" dirty="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5</a:t>
            </a:fld>
            <a:endParaRPr lang="nl-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err="1" smtClean="0"/>
              <a:t>Questasy</a:t>
            </a:r>
            <a:r>
              <a:rPr lang="en-US" baseline="0" dirty="0" smtClean="0"/>
              <a:t> is a web application</a:t>
            </a:r>
          </a:p>
          <a:p>
            <a:pPr>
              <a:buFont typeface="Arial" pitchFamily="34" charset="0"/>
              <a:buChar char="•"/>
            </a:pPr>
            <a:r>
              <a:rPr lang="en-US" baseline="0" dirty="0" smtClean="0"/>
              <a:t>Manages the metadata and data files, primarily for longitudinal panels</a:t>
            </a:r>
          </a:p>
          <a:p>
            <a:pPr>
              <a:buFont typeface="Arial" pitchFamily="34" charset="0"/>
              <a:buChar char="•"/>
            </a:pPr>
            <a:r>
              <a:rPr lang="en-US" baseline="0" dirty="0" smtClean="0"/>
              <a:t>The admin interface went live in January 2009, and that’s when metadata entry started.</a:t>
            </a:r>
          </a:p>
          <a:p>
            <a:pPr>
              <a:buFont typeface="Arial" pitchFamily="34" charset="0"/>
              <a:buChar char="•"/>
            </a:pPr>
            <a:r>
              <a:rPr lang="en-US" baseline="0" dirty="0" smtClean="0"/>
              <a:t>The researcher interface went live 2 months later for researchers to access the data/metadata</a:t>
            </a:r>
            <a:endParaRPr lang="nl-NL" dirty="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6</a:t>
            </a:fld>
            <a:endParaRPr lang="nl-N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MVC Architecture, model based on DDI 3</a:t>
            </a:r>
          </a:p>
          <a:p>
            <a:pPr lvl="1">
              <a:buFont typeface="Arial" pitchFamily="34" charset="0"/>
              <a:buChar char="•"/>
            </a:pPr>
            <a:r>
              <a:rPr lang="en-US" dirty="0" smtClean="0"/>
              <a:t>code is easy to maintain &amp; add features</a:t>
            </a:r>
          </a:p>
          <a:p>
            <a:pPr lvl="1">
              <a:buFont typeface="Arial" pitchFamily="34" charset="0"/>
              <a:buChar char="•"/>
            </a:pPr>
            <a:r>
              <a:rPr lang="en-US" dirty="0" smtClean="0"/>
              <a:t>?</a:t>
            </a:r>
          </a:p>
          <a:p>
            <a:pPr lvl="1">
              <a:buFont typeface="Arial" pitchFamily="34" charset="0"/>
              <a:buChar char="•"/>
            </a:pPr>
            <a:endParaRPr lang="en-US" dirty="0" smtClean="0"/>
          </a:p>
          <a:p>
            <a:pPr lvl="0">
              <a:buFont typeface="Arial" pitchFamily="34" charset="0"/>
              <a:buChar char="•"/>
            </a:pPr>
            <a:r>
              <a:rPr lang="en-US" dirty="0" smtClean="0"/>
              <a:t>Written in PHP using </a:t>
            </a:r>
            <a:r>
              <a:rPr lang="en-US" dirty="0" err="1" smtClean="0"/>
              <a:t>MySQL</a:t>
            </a:r>
            <a:r>
              <a:rPr lang="en-US" baseline="0" dirty="0" smtClean="0"/>
              <a:t> database</a:t>
            </a:r>
          </a:p>
          <a:p>
            <a:pPr lvl="1">
              <a:buFont typeface="Arial" pitchFamily="34" charset="0"/>
              <a:buChar char="•"/>
            </a:pPr>
            <a:r>
              <a:rPr lang="en-US" baseline="0" dirty="0" smtClean="0"/>
              <a:t>Runs on Windows, Linux, etc.</a:t>
            </a:r>
            <a:endParaRPr lang="en-US" dirty="0" smtClean="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7</a:t>
            </a:fld>
            <a:endParaRPr lang="nl-N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Administrators fill out one</a:t>
            </a:r>
            <a:r>
              <a:rPr lang="en-US" baseline="0" dirty="0" smtClean="0"/>
              <a:t> simple form, Questasy manages all the DDI elements and relationships automatically.</a:t>
            </a:r>
          </a:p>
          <a:p>
            <a:endParaRPr lang="en-US" dirty="0" smtClean="0"/>
          </a:p>
          <a:p>
            <a:r>
              <a:rPr lang="en-US" dirty="0" err="1" smtClean="0"/>
              <a:t>Questasy</a:t>
            </a:r>
            <a:r>
              <a:rPr lang="en-US" dirty="0" smtClean="0"/>
              <a:t> also supports multiple languages.  For the LISS panel, we document surveys in both English and Dutch.</a:t>
            </a:r>
            <a:endParaRPr lang="nl-NL" dirty="0"/>
          </a:p>
        </p:txBody>
      </p:sp>
      <p:sp>
        <p:nvSpPr>
          <p:cNvPr id="4" name="Date Placeholder 3"/>
          <p:cNvSpPr>
            <a:spLocks noGrp="1"/>
          </p:cNvSpPr>
          <p:nvPr>
            <p:ph type="dt" idx="10"/>
          </p:nvPr>
        </p:nvSpPr>
        <p:spPr/>
        <p:txBody>
          <a:bodyPr/>
          <a:lstStyle/>
          <a:p>
            <a:pPr>
              <a:defRPr/>
            </a:pPr>
            <a:fld id="{0969B8E2-79D0-4708-99EC-DB897A2923B6}" type="datetime1">
              <a:rPr lang="nl-NL" smtClean="0"/>
              <a:pPr>
                <a:defRPr/>
              </a:pPr>
              <a:t>30-11-2012</a:t>
            </a:fld>
            <a:endParaRPr lang="nl-NL"/>
          </a:p>
        </p:txBody>
      </p:sp>
      <p:sp>
        <p:nvSpPr>
          <p:cNvPr id="5" name="Slide Number Placeholder 4"/>
          <p:cNvSpPr>
            <a:spLocks noGrp="1"/>
          </p:cNvSpPr>
          <p:nvPr>
            <p:ph type="sldNum" sz="quarter" idx="11"/>
          </p:nvPr>
        </p:nvSpPr>
        <p:spPr/>
        <p:txBody>
          <a:bodyPr/>
          <a:lstStyle/>
          <a:p>
            <a:pPr>
              <a:defRPr/>
            </a:pPr>
            <a:fld id="{D7405831-B461-43DD-9552-440AA2A21607}" type="slidenum">
              <a:rPr lang="nl-NL" smtClean="0"/>
              <a:pPr>
                <a:defRPr/>
              </a:pPr>
              <a:t>8</a:t>
            </a:fld>
            <a:endParaRPr lang="nl-NL"/>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7.xml"/><Relationship Id="rId1" Type="http://schemas.openxmlformats.org/officeDocument/2006/relationships/themeOverride" Target="../theme/themeOverride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23850" y="549275"/>
            <a:ext cx="8569325" cy="1295400"/>
          </a:xfrm>
        </p:spPr>
        <p:txBody>
          <a:bodyPr anchor="t"/>
          <a:lstStyle>
            <a:lvl1pPr algn="r">
              <a:defRPr sz="3600">
                <a:solidFill>
                  <a:schemeClr val="tx1"/>
                </a:solidFill>
              </a:defRPr>
            </a:lvl1pPr>
          </a:lstStyle>
          <a:p>
            <a:r>
              <a:rPr lang="en-US"/>
              <a:t>Hier komt de titel</a:t>
            </a:r>
          </a:p>
        </p:txBody>
      </p:sp>
      <p:sp>
        <p:nvSpPr>
          <p:cNvPr id="3081" name="Rectangle 9"/>
          <p:cNvSpPr>
            <a:spLocks noGrp="1" noChangeArrowheads="1"/>
          </p:cNvSpPr>
          <p:nvPr>
            <p:ph type="subTitle" sz="quarter" idx="1"/>
          </p:nvPr>
        </p:nvSpPr>
        <p:spPr>
          <a:xfrm>
            <a:off x="2555875" y="1989138"/>
            <a:ext cx="6337300" cy="1943100"/>
          </a:xfrm>
        </p:spPr>
        <p:txBody>
          <a:bodyPr/>
          <a:lstStyle>
            <a:lvl1pPr marL="0" indent="0" algn="r">
              <a:defRPr/>
            </a:lvl1pPr>
          </a:lstStyle>
          <a:p>
            <a:r>
              <a:rPr lang="en-US"/>
              <a:t>Hier komt de ondertitel</a:t>
            </a:r>
          </a:p>
          <a:p>
            <a:endParaRPr lang="en-US"/>
          </a:p>
          <a:p>
            <a:r>
              <a:rPr lang="en-US"/>
              <a:t>En auteurs/presenters</a:t>
            </a:r>
          </a:p>
        </p:txBody>
      </p:sp>
      <p:sp>
        <p:nvSpPr>
          <p:cNvPr id="4" name="Rectangle 4"/>
          <p:cNvSpPr>
            <a:spLocks noGrp="1" noChangeArrowheads="1"/>
          </p:cNvSpPr>
          <p:nvPr>
            <p:ph type="dt" sz="half" idx="10"/>
          </p:nvPr>
        </p:nvSpPr>
        <p:spPr/>
        <p:txBody>
          <a:bodyPr/>
          <a:lstStyle>
            <a:lvl1pPr>
              <a:defRPr smtClean="0">
                <a:solidFill>
                  <a:schemeClr val="tx1"/>
                </a:solidFill>
              </a:defRPr>
            </a:lvl1pPr>
          </a:lstStyle>
          <a:p>
            <a:pPr>
              <a:defRPr/>
            </a:pPr>
            <a:fld id="{606F572E-33D8-4763-A001-B570C3B6CEDF}" type="datetime1">
              <a:rPr lang="en-US"/>
              <a:pPr>
                <a:defRPr/>
              </a:pPr>
              <a:t>11/30/2012</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7"/>
          <p:cNvSpPr>
            <a:spLocks noGrp="1" noChangeArrowheads="1"/>
          </p:cNvSpPr>
          <p:nvPr>
            <p:ph type="dt" sz="half" idx="10"/>
          </p:nvPr>
        </p:nvSpPr>
        <p:spPr>
          <a:ln/>
        </p:spPr>
        <p:txBody>
          <a:bodyPr/>
          <a:lstStyle>
            <a:lvl1pPr>
              <a:defRPr/>
            </a:lvl1pPr>
          </a:lstStyle>
          <a:p>
            <a:pPr>
              <a:defRPr/>
            </a:pPr>
            <a:fld id="{7ED718E2-10DC-4491-8E21-0E941B95E4E7}" type="datetime1">
              <a:rPr lang="en-US"/>
              <a:pPr>
                <a:defRPr/>
              </a:pPr>
              <a:t>11/30/2012</a:t>
            </a:fld>
            <a:endParaRPr lang="en-US"/>
          </a:p>
        </p:txBody>
      </p:sp>
      <p:sp>
        <p:nvSpPr>
          <p:cNvPr id="5" name="Rectangle 8"/>
          <p:cNvSpPr>
            <a:spLocks noGrp="1" noChangeArrowheads="1"/>
          </p:cNvSpPr>
          <p:nvPr>
            <p:ph type="sldNum" sz="quarter" idx="11"/>
          </p:nvPr>
        </p:nvSpPr>
        <p:spPr>
          <a:ln/>
        </p:spPr>
        <p:txBody>
          <a:bodyPr/>
          <a:lstStyle>
            <a:lvl1pPr>
              <a:defRPr/>
            </a:lvl1pPr>
          </a:lstStyle>
          <a:p>
            <a:pPr>
              <a:defRPr/>
            </a:pPr>
            <a:fld id="{66D9047C-E75D-451F-8A09-B2720E657F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7"/>
          <p:cNvSpPr>
            <a:spLocks noGrp="1" noChangeArrowheads="1"/>
          </p:cNvSpPr>
          <p:nvPr>
            <p:ph type="dt" sz="half" idx="10"/>
          </p:nvPr>
        </p:nvSpPr>
        <p:spPr>
          <a:ln/>
        </p:spPr>
        <p:txBody>
          <a:bodyPr/>
          <a:lstStyle>
            <a:lvl1pPr>
              <a:defRPr/>
            </a:lvl1pPr>
          </a:lstStyle>
          <a:p>
            <a:pPr>
              <a:defRPr/>
            </a:pPr>
            <a:fld id="{1BFB382A-3B7C-4335-87E9-B8FF640575AD}" type="datetime1">
              <a:rPr lang="en-US"/>
              <a:pPr>
                <a:defRPr/>
              </a:pPr>
              <a:t>11/30/2012</a:t>
            </a:fld>
            <a:endParaRPr lang="en-US"/>
          </a:p>
        </p:txBody>
      </p:sp>
      <p:sp>
        <p:nvSpPr>
          <p:cNvPr id="5" name="Rectangle 8"/>
          <p:cNvSpPr>
            <a:spLocks noGrp="1" noChangeArrowheads="1"/>
          </p:cNvSpPr>
          <p:nvPr>
            <p:ph type="sldNum" sz="quarter" idx="11"/>
          </p:nvPr>
        </p:nvSpPr>
        <p:spPr>
          <a:ln/>
        </p:spPr>
        <p:txBody>
          <a:bodyPr/>
          <a:lstStyle>
            <a:lvl1pPr>
              <a:defRPr/>
            </a:lvl1pPr>
          </a:lstStyle>
          <a:p>
            <a:pPr>
              <a:defRPr/>
            </a:pPr>
            <a:fld id="{9E699B5F-277E-4396-B518-E67C4C439EF6}"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1484313"/>
            <a:ext cx="3632200" cy="5113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1484313"/>
            <a:ext cx="3632200" cy="5113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7"/>
          <p:cNvSpPr>
            <a:spLocks noGrp="1" noChangeArrowheads="1"/>
          </p:cNvSpPr>
          <p:nvPr>
            <p:ph type="dt" sz="half" idx="10"/>
          </p:nvPr>
        </p:nvSpPr>
        <p:spPr>
          <a:ln/>
        </p:spPr>
        <p:txBody>
          <a:bodyPr/>
          <a:lstStyle>
            <a:lvl1pPr>
              <a:defRPr/>
            </a:lvl1pPr>
          </a:lstStyle>
          <a:p>
            <a:pPr>
              <a:defRPr/>
            </a:pPr>
            <a:fld id="{6CE09CB0-FFC5-432C-A383-91CB8CCF12D4}" type="datetime1">
              <a:rPr lang="en-US"/>
              <a:pPr>
                <a:defRPr/>
              </a:pPr>
              <a:t>11/30/2012</a:t>
            </a:fld>
            <a:endParaRPr lang="en-US"/>
          </a:p>
        </p:txBody>
      </p:sp>
      <p:sp>
        <p:nvSpPr>
          <p:cNvPr id="6" name="Rectangle 8"/>
          <p:cNvSpPr>
            <a:spLocks noGrp="1" noChangeArrowheads="1"/>
          </p:cNvSpPr>
          <p:nvPr>
            <p:ph type="sldNum" sz="quarter" idx="11"/>
          </p:nvPr>
        </p:nvSpPr>
        <p:spPr>
          <a:ln/>
        </p:spPr>
        <p:txBody>
          <a:bodyPr/>
          <a:lstStyle>
            <a:lvl1pPr>
              <a:defRPr/>
            </a:lvl1pPr>
          </a:lstStyle>
          <a:p>
            <a:pPr>
              <a:defRPr/>
            </a:pPr>
            <a:fld id="{8F2BEA34-497F-413A-9279-80807182497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7"/>
          <p:cNvSpPr>
            <a:spLocks noGrp="1" noChangeArrowheads="1"/>
          </p:cNvSpPr>
          <p:nvPr>
            <p:ph type="dt" sz="half" idx="10"/>
          </p:nvPr>
        </p:nvSpPr>
        <p:spPr>
          <a:ln/>
        </p:spPr>
        <p:txBody>
          <a:bodyPr/>
          <a:lstStyle>
            <a:lvl1pPr>
              <a:defRPr/>
            </a:lvl1pPr>
          </a:lstStyle>
          <a:p>
            <a:pPr>
              <a:defRPr/>
            </a:pPr>
            <a:fld id="{ED5473DA-A85D-4AAC-A35A-CECB5CAED1DE}" type="datetime1">
              <a:rPr lang="en-US"/>
              <a:pPr>
                <a:defRPr/>
              </a:pPr>
              <a:t>11/30/2012</a:t>
            </a:fld>
            <a:endParaRPr lang="en-US"/>
          </a:p>
        </p:txBody>
      </p:sp>
      <p:sp>
        <p:nvSpPr>
          <p:cNvPr id="8" name="Rectangle 8"/>
          <p:cNvSpPr>
            <a:spLocks noGrp="1" noChangeArrowheads="1"/>
          </p:cNvSpPr>
          <p:nvPr>
            <p:ph type="sldNum" sz="quarter" idx="11"/>
          </p:nvPr>
        </p:nvSpPr>
        <p:spPr>
          <a:ln/>
        </p:spPr>
        <p:txBody>
          <a:bodyPr/>
          <a:lstStyle>
            <a:lvl1pPr>
              <a:defRPr/>
            </a:lvl1pPr>
          </a:lstStyle>
          <a:p>
            <a:pPr>
              <a:defRPr/>
            </a:pPr>
            <a:fld id="{29355F2A-D681-4D7C-AFAD-A60A1D56539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7"/>
          <p:cNvSpPr>
            <a:spLocks noGrp="1" noChangeArrowheads="1"/>
          </p:cNvSpPr>
          <p:nvPr>
            <p:ph type="dt" sz="half" idx="10"/>
          </p:nvPr>
        </p:nvSpPr>
        <p:spPr>
          <a:ln/>
        </p:spPr>
        <p:txBody>
          <a:bodyPr/>
          <a:lstStyle>
            <a:lvl1pPr>
              <a:defRPr/>
            </a:lvl1pPr>
          </a:lstStyle>
          <a:p>
            <a:pPr>
              <a:defRPr/>
            </a:pPr>
            <a:fld id="{25129E78-E4CE-47CC-A01D-CC04D8B0715D}" type="datetime1">
              <a:rPr lang="en-US"/>
              <a:pPr>
                <a:defRPr/>
              </a:pPr>
              <a:t>11/30/2012</a:t>
            </a:fld>
            <a:endParaRPr lang="en-US"/>
          </a:p>
        </p:txBody>
      </p:sp>
      <p:sp>
        <p:nvSpPr>
          <p:cNvPr id="4" name="Rectangle 8"/>
          <p:cNvSpPr>
            <a:spLocks noGrp="1" noChangeArrowheads="1"/>
          </p:cNvSpPr>
          <p:nvPr>
            <p:ph type="sldNum" sz="quarter" idx="11"/>
          </p:nvPr>
        </p:nvSpPr>
        <p:spPr>
          <a:ln/>
        </p:spPr>
        <p:txBody>
          <a:bodyPr/>
          <a:lstStyle>
            <a:lvl1pPr>
              <a:defRPr/>
            </a:lvl1pPr>
          </a:lstStyle>
          <a:p>
            <a:pPr>
              <a:defRPr/>
            </a:pPr>
            <a:fld id="{5E14B5F1-5DFD-4B00-BBAE-1CA8062ECB0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fld id="{20F137DA-BC9A-4DD7-8B74-F0A168443393}" type="datetime1">
              <a:rPr lang="en-US"/>
              <a:pPr>
                <a:defRPr/>
              </a:pPr>
              <a:t>11/30/2012</a:t>
            </a:fld>
            <a:endParaRPr lang="en-US"/>
          </a:p>
        </p:txBody>
      </p:sp>
      <p:sp>
        <p:nvSpPr>
          <p:cNvPr id="3" name="Rectangle 8"/>
          <p:cNvSpPr>
            <a:spLocks noGrp="1" noChangeArrowheads="1"/>
          </p:cNvSpPr>
          <p:nvPr>
            <p:ph type="sldNum" sz="quarter" idx="11"/>
          </p:nvPr>
        </p:nvSpPr>
        <p:spPr>
          <a:ln/>
        </p:spPr>
        <p:txBody>
          <a:bodyPr/>
          <a:lstStyle>
            <a:lvl1pPr>
              <a:defRPr/>
            </a:lvl1pPr>
          </a:lstStyle>
          <a:p>
            <a:pPr>
              <a:defRPr/>
            </a:pPr>
            <a:fld id="{D0313569-D7F9-4659-A31F-F09B7519CC3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fld id="{3FDAABE9-0553-4234-8F3A-95891DBA8FAF}" type="datetime1">
              <a:rPr lang="en-US"/>
              <a:pPr>
                <a:defRPr/>
              </a:pPr>
              <a:t>11/30/2012</a:t>
            </a:fld>
            <a:endParaRPr lang="en-US"/>
          </a:p>
        </p:txBody>
      </p:sp>
      <p:sp>
        <p:nvSpPr>
          <p:cNvPr id="6" name="Rectangle 8"/>
          <p:cNvSpPr>
            <a:spLocks noGrp="1" noChangeArrowheads="1"/>
          </p:cNvSpPr>
          <p:nvPr>
            <p:ph type="sldNum" sz="quarter" idx="11"/>
          </p:nvPr>
        </p:nvSpPr>
        <p:spPr>
          <a:ln/>
        </p:spPr>
        <p:txBody>
          <a:bodyPr/>
          <a:lstStyle>
            <a:lvl1pPr>
              <a:defRPr/>
            </a:lvl1pPr>
          </a:lstStyle>
          <a:p>
            <a:pPr>
              <a:defRPr/>
            </a:pPr>
            <a:fld id="{0D2A9FB1-F9AD-4DDC-9B57-8B0AEA31F03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fld id="{CA605A73-F55E-4725-A84D-829C58926901}" type="datetime1">
              <a:rPr lang="en-US"/>
              <a:pPr>
                <a:defRPr/>
              </a:pPr>
              <a:t>11/30/2012</a:t>
            </a:fld>
            <a:endParaRPr lang="en-US"/>
          </a:p>
        </p:txBody>
      </p:sp>
      <p:sp>
        <p:nvSpPr>
          <p:cNvPr id="6" name="Rectangle 8"/>
          <p:cNvSpPr>
            <a:spLocks noGrp="1" noChangeArrowheads="1"/>
          </p:cNvSpPr>
          <p:nvPr>
            <p:ph type="sldNum" sz="quarter" idx="11"/>
          </p:nvPr>
        </p:nvSpPr>
        <p:spPr>
          <a:ln/>
        </p:spPr>
        <p:txBody>
          <a:bodyPr/>
          <a:lstStyle>
            <a:lvl1pPr>
              <a:defRPr/>
            </a:lvl1pPr>
          </a:lstStyle>
          <a:p>
            <a:pPr>
              <a:defRPr/>
            </a:pPr>
            <a:fld id="{9D068FE0-7EF4-493A-B551-CEC1CD2B9B2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7"/>
          <p:cNvSpPr>
            <a:spLocks noGrp="1" noChangeArrowheads="1"/>
          </p:cNvSpPr>
          <p:nvPr>
            <p:ph type="dt" sz="half" idx="10"/>
          </p:nvPr>
        </p:nvSpPr>
        <p:spPr>
          <a:ln/>
        </p:spPr>
        <p:txBody>
          <a:bodyPr/>
          <a:lstStyle>
            <a:lvl1pPr>
              <a:defRPr/>
            </a:lvl1pPr>
          </a:lstStyle>
          <a:p>
            <a:pPr>
              <a:defRPr/>
            </a:pPr>
            <a:fld id="{B5AE75AD-9610-4562-B8E8-8B6120E7E745}" type="datetime1">
              <a:rPr lang="en-US"/>
              <a:pPr>
                <a:defRPr/>
              </a:pPr>
              <a:t>11/30/2012</a:t>
            </a:fld>
            <a:endParaRPr lang="en-US"/>
          </a:p>
        </p:txBody>
      </p:sp>
      <p:sp>
        <p:nvSpPr>
          <p:cNvPr id="5" name="Rectangle 8"/>
          <p:cNvSpPr>
            <a:spLocks noGrp="1" noChangeArrowheads="1"/>
          </p:cNvSpPr>
          <p:nvPr>
            <p:ph type="sldNum" sz="quarter" idx="11"/>
          </p:nvPr>
        </p:nvSpPr>
        <p:spPr>
          <a:ln/>
        </p:spPr>
        <p:txBody>
          <a:bodyPr/>
          <a:lstStyle>
            <a:lvl1pPr>
              <a:defRPr/>
            </a:lvl1pPr>
          </a:lstStyle>
          <a:p>
            <a:pPr>
              <a:defRPr/>
            </a:pPr>
            <a:fld id="{D5A4A705-456A-433E-A8CC-9377C7F98D2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430213"/>
            <a:ext cx="1854200" cy="6167437"/>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430213"/>
            <a:ext cx="5410200" cy="61674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7"/>
          <p:cNvSpPr>
            <a:spLocks noGrp="1" noChangeArrowheads="1"/>
          </p:cNvSpPr>
          <p:nvPr>
            <p:ph type="dt" sz="half" idx="10"/>
          </p:nvPr>
        </p:nvSpPr>
        <p:spPr>
          <a:ln/>
        </p:spPr>
        <p:txBody>
          <a:bodyPr/>
          <a:lstStyle>
            <a:lvl1pPr>
              <a:defRPr/>
            </a:lvl1pPr>
          </a:lstStyle>
          <a:p>
            <a:pPr>
              <a:defRPr/>
            </a:pPr>
            <a:fld id="{4C821FD0-2AF9-4BC0-A95E-E391866424D2}" type="datetime1">
              <a:rPr lang="en-US"/>
              <a:pPr>
                <a:defRPr/>
              </a:pPr>
              <a:t>11/30/2012</a:t>
            </a:fld>
            <a:endParaRPr lang="en-US"/>
          </a:p>
        </p:txBody>
      </p:sp>
      <p:sp>
        <p:nvSpPr>
          <p:cNvPr id="5" name="Rectangle 8"/>
          <p:cNvSpPr>
            <a:spLocks noGrp="1" noChangeArrowheads="1"/>
          </p:cNvSpPr>
          <p:nvPr>
            <p:ph type="sldNum" sz="quarter" idx="11"/>
          </p:nvPr>
        </p:nvSpPr>
        <p:spPr>
          <a:ln/>
        </p:spPr>
        <p:txBody>
          <a:bodyPr/>
          <a:lstStyle>
            <a:lvl1pPr>
              <a:defRPr/>
            </a:lvl1pPr>
          </a:lstStyle>
          <a:p>
            <a:pPr>
              <a:defRPr/>
            </a:pPr>
            <a:fld id="{0B4B7737-87C3-4773-A0A6-25D5926F44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476375" y="430213"/>
            <a:ext cx="7416800" cy="766762"/>
          </a:xfrm>
        </p:spPr>
        <p:txBody>
          <a:bodyPr/>
          <a:lstStyle/>
          <a:p>
            <a:r>
              <a:rPr lang="en-US" smtClean="0"/>
              <a:t>Click to edit Master title style</a:t>
            </a:r>
            <a:endParaRPr lang="nl-NL"/>
          </a:p>
        </p:txBody>
      </p:sp>
      <p:sp>
        <p:nvSpPr>
          <p:cNvPr id="3" name="SmartArt Placeholder 2"/>
          <p:cNvSpPr>
            <a:spLocks noGrp="1"/>
          </p:cNvSpPr>
          <p:nvPr>
            <p:ph type="dgm" idx="1"/>
          </p:nvPr>
        </p:nvSpPr>
        <p:spPr>
          <a:xfrm>
            <a:off x="1476375" y="1484313"/>
            <a:ext cx="7416800" cy="5113337"/>
          </a:xfrm>
        </p:spPr>
        <p:txBody>
          <a:bodyPr/>
          <a:lstStyle/>
          <a:p>
            <a:pPr lvl="0"/>
            <a:endParaRPr lang="nl-NL" noProof="0" smtClean="0"/>
          </a:p>
        </p:txBody>
      </p:sp>
      <p:sp>
        <p:nvSpPr>
          <p:cNvPr id="4" name="Rectangle 7"/>
          <p:cNvSpPr>
            <a:spLocks noGrp="1" noChangeArrowheads="1"/>
          </p:cNvSpPr>
          <p:nvPr>
            <p:ph type="dt" sz="half" idx="10"/>
          </p:nvPr>
        </p:nvSpPr>
        <p:spPr>
          <a:ln/>
        </p:spPr>
        <p:txBody>
          <a:bodyPr/>
          <a:lstStyle>
            <a:lvl1pPr>
              <a:defRPr/>
            </a:lvl1pPr>
          </a:lstStyle>
          <a:p>
            <a:pPr>
              <a:defRPr/>
            </a:pPr>
            <a:fld id="{3D7B80DC-F49C-47D1-A3D9-41D01F1825A5}" type="datetime1">
              <a:rPr lang="en-US"/>
              <a:pPr>
                <a:defRPr/>
              </a:pPr>
              <a:t>11/30/2012</a:t>
            </a:fld>
            <a:endParaRPr lang="en-US"/>
          </a:p>
        </p:txBody>
      </p:sp>
      <p:sp>
        <p:nvSpPr>
          <p:cNvPr id="5" name="Rectangle 8"/>
          <p:cNvSpPr>
            <a:spLocks noGrp="1" noChangeArrowheads="1"/>
          </p:cNvSpPr>
          <p:nvPr>
            <p:ph type="sldNum" sz="quarter" idx="11"/>
          </p:nvPr>
        </p:nvSpPr>
        <p:spPr>
          <a:ln/>
        </p:spPr>
        <p:txBody>
          <a:bodyPr/>
          <a:lstStyle>
            <a:lvl1pPr>
              <a:defRPr/>
            </a:lvl1pPr>
          </a:lstStyle>
          <a:p>
            <a:pPr>
              <a:defRPr/>
            </a:pPr>
            <a:fld id="{E42F213B-5ED1-4FD7-9528-579A3C3B92C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476375" y="430213"/>
            <a:ext cx="7416800" cy="766762"/>
          </a:xfrm>
          <a:prstGeom prst="rect">
            <a:avLst/>
          </a:prstGeom>
        </p:spPr>
        <p:txBody>
          <a:bodyPr/>
          <a:lstStyle/>
          <a:p>
            <a:r>
              <a:rPr lang="en-US" smtClean="0"/>
              <a:t>Click to edit Master title style</a:t>
            </a:r>
            <a:endParaRPr lang="nl-NL"/>
          </a:p>
        </p:txBody>
      </p:sp>
      <p:sp>
        <p:nvSpPr>
          <p:cNvPr id="3" name="SmartArt Placeholder 2"/>
          <p:cNvSpPr>
            <a:spLocks noGrp="1"/>
          </p:cNvSpPr>
          <p:nvPr>
            <p:ph type="dgm" idx="1"/>
          </p:nvPr>
        </p:nvSpPr>
        <p:spPr>
          <a:xfrm>
            <a:off x="1476375" y="1484313"/>
            <a:ext cx="7416800" cy="5113337"/>
          </a:xfrm>
          <a:prstGeom prst="rect">
            <a:avLst/>
          </a:prstGeom>
        </p:spPr>
        <p:txBody>
          <a:bodyPr/>
          <a:lstStyle/>
          <a:p>
            <a:pPr lvl="0"/>
            <a:endParaRPr lang="nl-NL" noProof="0" smtClean="0"/>
          </a:p>
        </p:txBody>
      </p:sp>
      <p:sp>
        <p:nvSpPr>
          <p:cNvPr id="4" name="Rectangle 7"/>
          <p:cNvSpPr>
            <a:spLocks noGrp="1" noChangeArrowheads="1"/>
          </p:cNvSpPr>
          <p:nvPr>
            <p:ph type="dt" sz="half" idx="10"/>
          </p:nvPr>
        </p:nvSpPr>
        <p:spPr>
          <a:xfrm>
            <a:off x="107950" y="6381750"/>
            <a:ext cx="1079500" cy="339725"/>
          </a:xfrm>
          <a:prstGeom prst="rect">
            <a:avLst/>
          </a:prstGeom>
          <a:ln/>
        </p:spPr>
        <p:txBody>
          <a:bodyPr/>
          <a:lstStyle>
            <a:lvl1pPr>
              <a:defRPr/>
            </a:lvl1pPr>
          </a:lstStyle>
          <a:p>
            <a:pPr>
              <a:defRPr/>
            </a:pPr>
            <a:fld id="{3D7B80DC-F49C-47D1-A3D9-41D01F1825A5}" type="datetime1">
              <a:rPr lang="en-US"/>
              <a:pPr>
                <a:defRPr/>
              </a:pPr>
              <a:t>11/30/2012</a:t>
            </a:fld>
            <a:endParaRPr lang="en-US"/>
          </a:p>
        </p:txBody>
      </p:sp>
      <p:sp>
        <p:nvSpPr>
          <p:cNvPr id="5" name="Rectangle 8"/>
          <p:cNvSpPr>
            <a:spLocks noGrp="1" noChangeArrowheads="1"/>
          </p:cNvSpPr>
          <p:nvPr>
            <p:ph type="sldNum" sz="quarter" idx="11"/>
          </p:nvPr>
        </p:nvSpPr>
        <p:spPr>
          <a:xfrm>
            <a:off x="107950" y="6049963"/>
            <a:ext cx="1079500" cy="331787"/>
          </a:xfrm>
          <a:prstGeom prst="rect">
            <a:avLst/>
          </a:prstGeom>
          <a:ln/>
        </p:spPr>
        <p:txBody>
          <a:bodyPr/>
          <a:lstStyle>
            <a:lvl1pPr>
              <a:defRPr/>
            </a:lvl1pPr>
          </a:lstStyle>
          <a:p>
            <a:pPr>
              <a:defRPr/>
            </a:pPr>
            <a:fld id="{E42F213B-5ED1-4FD7-9528-579A3C3B92C5}"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D200E27-60D4-4273-BA02-2A9082484143}"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3FF9A21B-0820-4C1C-8786-D3AE27D19289}" type="slidenum">
              <a:rPr lang="en-US"/>
              <a:pPr>
                <a:defRPr/>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C0FC0CD6-0E9D-4011-80E6-D1576C48F7C5}"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D9B8245F-2AF6-4D44-8B37-E9E5EFAE7C40}" type="slidenum">
              <a:rPr lang="en-US"/>
              <a:pPr>
                <a:defRPr/>
              </a:pPr>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7CFE81E7-96AB-42A5-90EB-7A3DC74EB31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3318F642-E1CF-412D-9AC9-81D1D94C36D7}" type="slidenum">
              <a:rPr lang="en-US"/>
              <a:pPr>
                <a:defRPr/>
              </a:pPr>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B1662BEF-15E2-4FAB-8F5E-39E5DEFCF537}"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F5111F62-029D-415B-8D53-56E86F27A3BD}" type="slidenum">
              <a:rPr lang="en-US"/>
              <a:pPr>
                <a:defRPr/>
              </a:pPr>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8DE2499A-ABE3-4E28-97B1-9B305F541FE6}"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B7FA6D60-C718-431F-AE3E-1C75DF98E61F}" type="slidenum">
              <a:rPr lang="en-US"/>
              <a:pPr>
                <a:defRPr/>
              </a:pPr>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4EF78B2E-3376-46F3-A5AD-3B157562F867}"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0930D62B-3998-448E-906E-5264DE1620BB}" type="slidenum">
              <a:rPr lang="en-US"/>
              <a:pPr>
                <a:defRPr/>
              </a:pPr>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6DF0C1C-44FA-4D68-AB5A-13DEB8FD090D}"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9216C20C-8B21-4B0E-96AC-514EB41B2116}" type="slidenum">
              <a:rPr lang="en-US"/>
              <a:pPr>
                <a:defRPr/>
              </a:pPr>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9DDBDD5C-A29C-4C9E-9E8F-B4925C5C91F4}"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16FCAB21-17B4-4D99-8F9A-B479F9A57EC9}" type="slidenum">
              <a:rPr lang="en-US"/>
              <a:pPr>
                <a:defRPr/>
              </a:pPr>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03989E5-CCA0-4242-B51F-3A1FAE20C54C}"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10F387DA-3857-4036-A3F3-59741B9B5717}" type="slidenum">
              <a:rPr lang="en-US"/>
              <a:pPr>
                <a:defRPr/>
              </a:pPr>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18FD9DAD-6408-4BD6-AE09-D96D80F8845D}"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7D4E3397-2D11-44C7-AF2B-3702E2DB2901}" type="slidenum">
              <a:rPr lang="en-US"/>
              <a:pPr>
                <a:defRPr/>
              </a:pPr>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062D0E6C-8C55-4174-B450-157C439ABD8B}"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074A8B0F-AF9F-4C7E-B8E4-0D74D95D61DC}" type="slidenum">
              <a:rPr lang="en-US"/>
              <a:pPr>
                <a:defRPr/>
              </a:pPr>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D36A9F33-13E8-4397-8F6D-1DB5445DACA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B413C69E-029E-4B42-A18F-31D4537CB1B0}" type="slidenum">
              <a:rPr lang="en-US"/>
              <a:pPr>
                <a:defRPr/>
              </a:pPr>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B7717718-DC92-4205-8D65-BB3835A3333D}"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DBA26C7F-729B-4AA4-A7F0-B21BA9CFB1D2}" type="slidenum">
              <a:rPr lang="en-US"/>
              <a:pPr>
                <a:defRPr/>
              </a:pPr>
              <a:t>‹#›</a:t>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5825BD99-37F6-4A9E-933B-C1C9969B6B75}"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FD375A81-34AB-436F-9D36-2CD1676ED352}" type="slidenum">
              <a:rPr lang="en-US"/>
              <a:pPr>
                <a:defRPr/>
              </a:pPr>
              <a:t>‹#›</a:t>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20D6CC66-6355-4930-A54E-E025B4CDC701}"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F2D8C9CE-6844-4AEF-B5A8-C1D9C9141EDD}" type="slidenum">
              <a:rPr lang="en-US"/>
              <a:pPr>
                <a:defRPr/>
              </a:pPr>
              <a:t>‹#›</a:t>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C901B915-ADC1-4CF9-8B66-1FF4171A493A}"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33F7D9F6-B771-4F19-A1BE-E3732FEDA5D8}" type="slidenum">
              <a:rPr lang="en-US"/>
              <a:pPr>
                <a:defRPr/>
              </a:pPr>
              <a:t>‹#›</a:t>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73E97698-53B4-4984-B982-1A82AB371814}"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5815D42E-9B02-4DD0-8EAF-34E566D08B50}" type="slidenum">
              <a:rPr lang="en-US"/>
              <a:pPr>
                <a:defRPr/>
              </a:pPr>
              <a:t>‹#›</a:t>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B3796D0-4843-4E26-9C62-90EC9601F3E2}"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26BE68C0-8C3D-4A6A-AF5C-176FE0C5E7E6}" type="slidenum">
              <a:rPr lang="en-US"/>
              <a:pPr>
                <a:defRPr/>
              </a:pPr>
              <a:t>‹#›</a:t>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64C6EABC-1A73-490F-A1CB-0CD9BF5A5DAA}"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AA58FB3C-80BA-408B-AC45-F0034DBD65B5}" type="slidenum">
              <a:rPr lang="en-US"/>
              <a:pPr>
                <a:defRPr/>
              </a:pPr>
              <a:t>‹#›</a:t>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8DB248E-3E36-4B1C-A6F5-390C37684FC7}"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D06B55B5-E30B-425F-8054-E2BFDEC31236}" type="slidenum">
              <a:rPr lang="en-US"/>
              <a:pPr>
                <a:defRPr/>
              </a:pPr>
              <a:t>‹#›</a:t>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7D979C11-FC23-4900-82BF-EB3E8E12246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35CAD89A-9F54-4EF0-A514-D5AA553B8C4E}" type="slidenum">
              <a:rPr lang="en-US"/>
              <a:pPr>
                <a:defRPr/>
              </a:pPr>
              <a:t>‹#›</a:t>
            </a:fld>
            <a:endParaRPr 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541F7126-9600-47D9-87A6-2C6E1622DDAB}"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D0A5691-BA45-4083-89E0-9D539146B7EE}" type="slidenum">
              <a:rPr lang="en-US"/>
              <a:pPr>
                <a:defRPr/>
              </a:pPr>
              <a:t>‹#›</a:t>
            </a:fld>
            <a:endParaRPr 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324532D5-8E3A-4D37-BEB3-B2D8725D8D76}"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220589EE-1C52-4538-8B09-5D1648F0F193}" type="slidenum">
              <a:rPr lang="en-US"/>
              <a:pPr>
                <a:defRPr/>
              </a:pPr>
              <a:t>‹#›</a:t>
            </a:fld>
            <a:endParaRPr 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C78EA186-9132-451F-BA32-B88C150B18B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1BFBA76A-D499-41C7-9013-C3DFB238E193}" type="slidenum">
              <a:rPr lang="en-US"/>
              <a:pPr>
                <a:defRPr/>
              </a:pPr>
              <a:t>‹#›</a:t>
            </a:fld>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C4737E56-020A-436E-9F84-A1A3822835FC}"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4D14A29-D228-4B13-9F94-F3CF5FC774B0}" type="slidenum">
              <a:rPr lang="en-US"/>
              <a:pPr>
                <a:defRPr/>
              </a:pPr>
              <a:t>‹#›</a:t>
            </a:fld>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3E16041E-76C7-4466-9403-F00CF87D4475}"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85CB2EB2-D06C-4333-8878-DF026222EF4D}" type="slidenum">
              <a:rPr lang="en-US"/>
              <a:pPr>
                <a:defRPr/>
              </a:pPr>
              <a:t>‹#›</a:t>
            </a:fld>
            <a:endParaRPr 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674236D7-5D98-4872-A919-FD7021B5F4A0}"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FBEA276E-1F22-448E-8D8B-2F20BD7D92B2}" type="slidenum">
              <a:rPr lang="en-US"/>
              <a:pPr>
                <a:defRPr/>
              </a:pPr>
              <a:t>‹#›</a:t>
            </a:fld>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3295E6F9-D004-49FA-84E9-C8ECDEA1E5CC}"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FE2C0EBC-0053-4BF0-82FA-5489852EE9D5}" type="slidenum">
              <a:rPr lang="en-US"/>
              <a:pPr>
                <a:defRPr/>
              </a:pPr>
              <a:t>‹#›</a:t>
            </a:fld>
            <a:endParaRPr 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72147F43-84B0-4F8C-8F72-9F3AC5B21EFF}"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9F5116FF-090A-4789-8D3A-4FE9E785662C}" type="slidenum">
              <a:rPr lang="en-US"/>
              <a:pPr>
                <a:defRPr/>
              </a:pPr>
              <a:t>‹#›</a:t>
            </a:fld>
            <a:endParaRPr 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6D3EA9C-D75E-4E29-A0A1-DAB7C2884B90}"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6E114AC2-5CB6-417A-955B-32F705361252}" type="slidenum">
              <a:rPr lang="en-US"/>
              <a:pPr>
                <a:defRPr/>
              </a:pPr>
              <a:t>‹#›</a:t>
            </a:fld>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0954FF29-3545-4610-990B-6E00E2F47121}"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94A6019B-22D3-4712-BA44-8F10509A179B}" type="slidenum">
              <a:rPr lang="en-US"/>
              <a:pPr>
                <a:defRPr/>
              </a:pPr>
              <a:t>‹#›</a:t>
            </a:fld>
            <a:endParaRPr 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49E2DC4C-0036-4F1B-86D2-25C3F6421AC4}"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A286EE62-3E92-47BA-B28A-6A91EB17A251}" type="slidenum">
              <a:rPr lang="en-US"/>
              <a:pPr>
                <a:defRPr/>
              </a:pPr>
              <a:t>‹#›</a:t>
            </a:fld>
            <a:endParaRPr 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4EEA629D-CDD6-40E0-81BA-E0367046590E}"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2487E5B8-18B3-4EF0-83D5-B59AAFF8639A}" type="slidenum">
              <a:rPr lang="en-US"/>
              <a:pPr>
                <a:defRPr/>
              </a:pPr>
              <a:t>‹#›</a:t>
            </a:fld>
            <a:endParaRPr 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0832EB9B-F496-4AE7-825F-DF5637766800}"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BBA90BB-8A18-41C6-BEAE-86F059DDCFE1}" type="slidenum">
              <a:rPr lang="en-US"/>
              <a:pPr>
                <a:defRPr/>
              </a:pPr>
              <a:t>‹#›</a:t>
            </a:fld>
            <a:endParaRPr 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BBC299AF-E66F-4296-94E6-7B965E1BBF82}"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94764A5-B68A-4C2A-8A06-93577704A0DC}" type="slidenum">
              <a:rPr lang="en-US"/>
              <a:pPr>
                <a:defRPr/>
              </a:pPr>
              <a:t>‹#›</a:t>
            </a:fld>
            <a:endParaRPr 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31D8E410-86AC-4B1C-B6A1-21FC598F5FD4}"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D1C94A94-C4BD-4B60-8007-9ABB5E012FAD}" type="slidenum">
              <a:rPr lang="en-US"/>
              <a:pPr>
                <a:defRPr/>
              </a:pPr>
              <a:t>‹#›</a:t>
            </a:fld>
            <a:endParaRPr 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54D5E721-33A4-465E-B8EB-9454C4AF14E2}"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A23FED13-025E-49BC-BF8F-C5BFEDF4D8D9}" type="slidenum">
              <a:rPr lang="en-US"/>
              <a:pPr>
                <a:defRPr/>
              </a:pPr>
              <a:t>‹#›</a:t>
            </a:fld>
            <a:endParaRPr 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26D190B7-4528-48BC-AE2F-81FC2AB94889}"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2C11AD6D-F574-43D1-9915-56A59DD63D12}" type="slidenum">
              <a:rPr lang="en-US"/>
              <a:pPr>
                <a:defRPr/>
              </a:pPr>
              <a:t>‹#›</a:t>
            </a:fld>
            <a:endParaRPr 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5CFC5F8D-94FA-4D0F-A4A1-FD6992242F2B}"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E2455B61-636C-4264-B29A-7C0FBE106BD5}" type="slidenum">
              <a:rPr lang="en-US"/>
              <a:pPr>
                <a:defRPr/>
              </a:pPr>
              <a:t>‹#›</a:t>
            </a:fld>
            <a:endParaRPr 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3A74900-E48B-4A99-9AF1-D13293BF3A9E}"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B90556E2-D8D9-48DB-B211-EF2B38663917}" type="slidenum">
              <a:rPr lang="en-US"/>
              <a:pPr>
                <a:defRPr/>
              </a:pPr>
              <a:t>‹#›</a:t>
            </a:fld>
            <a:endParaRPr 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B30EC7CB-5265-46F9-ABE2-D5B815A0572E}"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0562D1A5-6BAA-49DB-914E-06A5FF171D5D}" type="slidenum">
              <a:rPr lang="en-US"/>
              <a:pPr>
                <a:defRPr/>
              </a:pPr>
              <a:t>‹#›</a:t>
            </a:fld>
            <a:endParaRPr 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C69668F-A726-42FB-8166-21DD0CDD0354}"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DA4E83C-8B97-4ECF-8CA0-B0F60D2E443E}" type="slidenum">
              <a:rPr lang="en-US"/>
              <a:pPr>
                <a:defRPr/>
              </a:pPr>
              <a:t>‹#›</a:t>
            </a:fld>
            <a:endParaRPr 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BC1CAB4-BAB3-4912-A080-E943DBDE935F}"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4CBFB33-2D6E-4A5B-AFE0-3721D6E6569E}" type="slidenum">
              <a:rPr lang="en-US"/>
              <a:pPr>
                <a:defRPr/>
              </a:pPr>
              <a:t>‹#›</a:t>
            </a:fld>
            <a:endParaRPr 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F79BBF3C-F838-4C26-88E0-C0526BF76690}"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0AED423-DEE9-4865-AE6E-553CA0C1B2E7}" type="slidenum">
              <a:rPr lang="en-US"/>
              <a:pPr>
                <a:defRPr/>
              </a:pPr>
              <a:t>‹#›</a:t>
            </a:fld>
            <a:endParaRPr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CF07F283-7530-4215-9A83-FE12C40C3485}"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F29FFBC7-52CE-4B58-B151-67B1909FEFC2}" type="slidenum">
              <a:rPr lang="en-US"/>
              <a:pPr>
                <a:defRPr/>
              </a:pPr>
              <a:t>‹#›</a:t>
            </a:fld>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8B25CA6F-FFC0-402E-8AF3-5BD51BB44D2D}"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199EFEE9-AD84-4058-9D20-255EAEFBA239}" type="slidenum">
              <a:rPr lang="en-US"/>
              <a:pPr>
                <a:defRPr/>
              </a:pPr>
              <a:t>‹#›</a:t>
            </a:fld>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565E1F1E-75B8-41C6-999C-28A1ABC62910}"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62267D78-2AFD-4E48-A30B-C49DB394BE62}" type="slidenum">
              <a:rPr lang="en-US"/>
              <a:pPr>
                <a:defRPr/>
              </a:pPr>
              <a:t>‹#›</a:t>
            </a:fld>
            <a:endParaRPr 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276E0440-BE27-4127-8DD9-A945D9E4640F}"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BF0034A7-823B-4508-AF86-EB4DC68AA8C9}" type="slidenum">
              <a:rPr lang="en-US"/>
              <a:pPr>
                <a:defRPr/>
              </a:pPr>
              <a:t>‹#›</a:t>
            </a:fld>
            <a:endParaRPr 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CCF11E2E-4589-4153-9E88-719F8C8B420D}"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171E2CC0-D9DE-496C-90ED-CFFC2A045448}" type="slidenum">
              <a:rPr lang="en-US"/>
              <a:pPr>
                <a:defRPr/>
              </a:pPr>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ACC64995-B22F-4362-995D-0E3755156475}"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C0D4920B-2EA0-4DB5-9002-CAB21FCAA16E}" type="slidenum">
              <a:rPr lang="en-US"/>
              <a:pPr>
                <a:defRPr/>
              </a:pPr>
              <a:t>‹#›</a:t>
            </a:fld>
            <a:endParaRPr 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BEBBAF2-47CA-45E2-BE64-8C0E047CAE94}"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9E423E71-C030-42BF-B978-30465292B274}" type="slidenum">
              <a:rPr lang="en-US"/>
              <a:pPr>
                <a:defRPr/>
              </a:pPr>
              <a:t>‹#›</a:t>
            </a:fld>
            <a:endParaRPr 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772A9F0D-06BD-49DC-B6CE-7864D5B97727}"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67EF5E8A-3F72-4284-BCB9-5B7B353476FB}" type="slidenum">
              <a:rPr lang="en-US"/>
              <a:pPr>
                <a:defRPr/>
              </a:pPr>
              <a:t>‹#›</a:t>
            </a:fld>
            <a:endParaRPr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D4AEB6C-1A70-45BD-9338-89016F1E5360}"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68D53733-6719-4CA0-8A8D-C2C179749EAF}" type="slidenum">
              <a:rPr lang="en-US"/>
              <a:pPr>
                <a:defRPr/>
              </a:pPr>
              <a:t>‹#›</a:t>
            </a:fld>
            <a:endParaRPr 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12C35C9F-B1E5-46C5-8BCF-0AD8094FE3DF}"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19C2BAC4-FAB4-4EF2-B657-4210C3B20BD6}" type="slidenum">
              <a:rPr lang="en-US"/>
              <a:pPr>
                <a:defRPr/>
              </a:pPr>
              <a:t>‹#›</a:t>
            </a:fld>
            <a:endParaRPr 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E49E448-94D8-44A5-91A7-671CE36E1CC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40A5970D-30E6-4B2B-A024-E44AA86A3B8D}" type="slidenum">
              <a:rPr lang="en-US"/>
              <a:pPr>
                <a:defRPr/>
              </a:pPr>
              <a:t>‹#›</a:t>
            </a:fld>
            <a:endParaRPr 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6C7EAFB2-A754-4CBF-9C4E-29AED8F4EA4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23DB99A-5C4E-4DAF-BB32-9A97D540F2D1}" type="slidenum">
              <a:rPr lang="en-US"/>
              <a:pPr>
                <a:defRPr/>
              </a:pPr>
              <a:t>‹#›</a:t>
            </a:fld>
            <a:endParaRPr 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11DE635-9740-43F3-958D-12BB408887DE}"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D9AED5F-7258-4E90-8F86-56D75546B423}" type="slidenum">
              <a:rPr lang="en-US"/>
              <a:pPr>
                <a:defRPr/>
              </a:pPr>
              <a:t>‹#›</a:t>
            </a:fld>
            <a:endParaRPr 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B108BCAC-7E4A-4F20-BF09-ABA7F302C421}"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2C831977-6085-4C96-B67E-D9871B894841}" type="slidenum">
              <a:rPr lang="en-US"/>
              <a:pPr>
                <a:defRPr/>
              </a:pPr>
              <a:t>‹#›</a:t>
            </a:fld>
            <a:endParaRPr 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21D46DC3-B7BB-4B6D-8262-4FB4F6D536AE}"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AE44BBB0-D84C-4F71-8F42-48BCD3A4B997}" type="slidenum">
              <a:rPr lang="en-US"/>
              <a:pPr>
                <a:defRPr/>
              </a:pPr>
              <a:t>‹#›</a:t>
            </a:fld>
            <a:endParaRPr 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B499E57C-705C-45E6-8AF5-16775A65638A}"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282DD600-2923-4BDB-85F0-7ADAC6AF5CDF}" type="slidenum">
              <a:rPr lang="en-US"/>
              <a:pPr>
                <a:defRPr/>
              </a:pPr>
              <a:t>‹#›</a:t>
            </a:fld>
            <a:endParaRPr 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97FD872F-FCF3-4E9E-A8E3-E99675E7914D}"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28E0AB39-F32A-4947-8A1A-F4890AED50FC}" type="slidenum">
              <a:rPr lang="en-US"/>
              <a:pPr>
                <a:defRPr/>
              </a:pPr>
              <a:t>‹#›</a:t>
            </a:fld>
            <a:endParaRPr 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2B6193D3-15EE-4A2A-B71F-A5F9453197DD}"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F632AC64-CC9C-4750-8BA3-79716B2B5E71}" type="slidenum">
              <a:rPr lang="en-US"/>
              <a:pPr>
                <a:defRPr/>
              </a:pPr>
              <a:t>‹#›</a:t>
            </a:fld>
            <a:endParaRPr 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C8E4CEC6-DF47-4110-A11B-C43BF29A574A}"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61DCBFF7-01B2-4FFF-BE74-CF4DD509B61B}" type="slidenum">
              <a:rPr lang="en-US"/>
              <a:pPr>
                <a:defRPr/>
              </a:pPr>
              <a:t>‹#›</a:t>
            </a:fld>
            <a:endParaRPr 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BB7AFE5D-62EB-4BEA-AA7F-DBC3CDC82263}"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D23B7452-E3CB-4EEB-87BA-258F77E66C60}" type="slidenum">
              <a:rPr lang="en-US"/>
              <a:pPr>
                <a:defRPr/>
              </a:pPr>
              <a:t>‹#›</a:t>
            </a:fld>
            <a:endParaRPr 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A898695D-DF5C-4CD2-9375-27E91F2D0F44}"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1C26132F-32C1-427A-ABE2-94BA79B4AC0B}" type="slidenum">
              <a:rPr lang="en-US"/>
              <a:pPr>
                <a:defRPr/>
              </a:pPr>
              <a:t>‹#›</a:t>
            </a:fld>
            <a:endParaRPr 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E88ED551-3AF9-433B-AF56-9D15E3E2D5D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AB1F7C9-D162-4BCF-BCE1-C530B0DB4767}" type="slidenum">
              <a:rPr lang="en-US"/>
              <a:pPr>
                <a:defRPr/>
              </a:pPr>
              <a:t>‹#›</a:t>
            </a:fld>
            <a:endParaRPr 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794CE5B3-A3CF-457B-B55C-F1567CEEF1DB}"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491CE43-F614-4F3F-85E0-32AAB388EC03}" type="slidenum">
              <a:rPr lang="en-US"/>
              <a:pPr>
                <a:defRPr/>
              </a:pPr>
              <a:t>‹#›</a:t>
            </a:fld>
            <a:endParaRPr 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6A12E0A1-99C4-46FD-A52A-D0BC0D86F710}"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74CE68CA-DFA9-44CE-A50D-39077B9AF0F6}" type="slidenum">
              <a:rPr lang="en-US"/>
              <a:pPr>
                <a:defRPr/>
              </a:pPr>
              <a:t>‹#›</a:t>
            </a:fld>
            <a:endParaRPr 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FCA474-9E40-494C-9A9F-8D1F1A0F4D9B}"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3E98ACD-7D09-429C-8B7E-78E6817281B3}" type="slidenum">
              <a:rPr lang="en-US"/>
              <a:pPr>
                <a:defRPr/>
              </a:pPr>
              <a:t>‹#›</a:t>
            </a:fld>
            <a:endParaRPr 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1484313"/>
            <a:ext cx="3632200" cy="4824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1484313"/>
            <a:ext cx="3632200" cy="4824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6AA150C1-6757-4162-A138-162F51D6F5BD}"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9CFBA718-AA7C-4C73-B53F-6FA9FBEE9EB4}" type="slidenum">
              <a:rPr lang="en-US"/>
              <a:pPr>
                <a:defRPr/>
              </a:pPr>
              <a:t>‹#›</a:t>
            </a:fld>
            <a:endParaRPr 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84BCF5D3-A8E6-4525-AF87-80B1EF1564D8}"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F6022765-153B-4607-8936-3D170CE20BB2}" type="slidenum">
              <a:rPr lang="en-US"/>
              <a:pPr>
                <a:defRPr/>
              </a:pPr>
              <a:t>‹#›</a:t>
            </a:fld>
            <a:endParaRPr 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B37576D2-8EB6-45A9-8D82-A7E33B52BD68}"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97280F70-6C2E-4A60-A69A-3C2F3EE27890}" type="slidenum">
              <a:rPr lang="en-US"/>
              <a:pPr>
                <a:defRPr/>
              </a:pPr>
              <a:t>‹#›</a:t>
            </a:fld>
            <a:endParaRPr 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B42AC8C-01F3-45D5-ACC8-F12AAE84DF81}"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758C7550-82FF-4852-B56F-5A6E471E8DC4}" type="slidenum">
              <a:rPr lang="en-US"/>
              <a:pPr>
                <a:defRPr/>
              </a:pPr>
              <a:t>‹#›</a:t>
            </a:fld>
            <a:endParaRPr 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EBEBE72-CA36-468D-9006-48CA3AF3593B}"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D15661E5-D216-4FDA-B12F-4A25FFD0B175}" type="slidenum">
              <a:rPr lang="en-US"/>
              <a:pPr>
                <a:defRPr/>
              </a:pPr>
              <a:t>‹#›</a:t>
            </a:fld>
            <a:endParaRPr 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1493E09-A151-45E8-9572-985FE45B1073}"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45FE665A-6F79-4AE8-A569-677A2DB2FAC1}" type="slidenum">
              <a:rPr lang="en-US"/>
              <a:pPr>
                <a:defRPr/>
              </a:pPr>
              <a:t>‹#›</a:t>
            </a:fld>
            <a:endParaRPr 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483A93BF-88B5-408A-9E97-C2911D87A70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62775193-E31D-4522-A5DB-BCE6C48CFBC2}" type="slidenum">
              <a:rPr lang="en-US"/>
              <a:pPr>
                <a:defRPr/>
              </a:pPr>
              <a:t>‹#›</a:t>
            </a:fld>
            <a:endParaRPr 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430213"/>
            <a:ext cx="1854200" cy="5878512"/>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430213"/>
            <a:ext cx="5410200" cy="58785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5B80962E-CEC0-4105-8798-6127357C924B}"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B6E2145-AAB4-49C4-BBAE-D70F22B62E33}" type="slidenum">
              <a:rPr lang="en-US"/>
              <a:pPr>
                <a:defRPr/>
              </a:pPr>
              <a:t>‹#›</a:t>
            </a:fld>
            <a:endParaRPr 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D6FDD645-A9CE-4C9E-B6AB-82F544229AF3}"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5D298FD3-8E1A-416D-836C-CF1661526C7B}" type="slidenum">
              <a:rPr lang="en-US"/>
              <a:pPr>
                <a:defRPr/>
              </a:pPr>
              <a:t>‹#›</a:t>
            </a:fld>
            <a:endParaRPr 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72F773A7-B944-4DD2-97C7-088A0F778F6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27A68CD-4461-4C8E-9176-3F4F5B04A3BF}" type="slidenum">
              <a:rPr lang="en-US"/>
              <a:pPr>
                <a:defRPr/>
              </a:pPr>
              <a:t>‹#›</a:t>
            </a:fld>
            <a:endParaRPr 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4D31D4BA-0BFA-40C8-8725-09B677B0A97E}"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967436D-2F07-4A45-B885-56837798BDC5}" type="slidenum">
              <a:rPr lang="en-US"/>
              <a:pPr>
                <a:defRPr/>
              </a:pPr>
              <a:t>‹#›</a:t>
            </a:fld>
            <a:endParaRPr 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2810AA45-4506-44C4-8EDF-89FF500D8072}"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A91BDCF0-30CC-4360-A6CC-FC2DE2E82290}" type="slidenum">
              <a:rPr lang="en-US"/>
              <a:pPr>
                <a:defRPr/>
              </a:pPr>
              <a:t>‹#›</a:t>
            </a:fld>
            <a:endParaRPr 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445F0EA8-610F-42CC-A024-6EDB615669A2}"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8CC0234B-4627-41FB-8553-7285403A2E07}" type="slidenum">
              <a:rPr lang="en-US"/>
              <a:pPr>
                <a:defRPr/>
              </a:pPr>
              <a:t>‹#›</a:t>
            </a:fld>
            <a:endParaRPr 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71DFEC45-76F6-4FA4-A5EF-7A74AC094707}"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F9BA24A9-249B-4714-87B2-679008AACFD4}" type="slidenum">
              <a:rPr lang="en-US"/>
              <a:pPr>
                <a:defRPr/>
              </a:pPr>
              <a:t>‹#›</a:t>
            </a:fld>
            <a:endParaRPr 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CF59F4F-8BE7-4E44-ADD4-8CF537CFB297}"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3F466BBD-9C81-408E-9FA0-AD6FF437FB8E}" type="slidenum">
              <a:rPr lang="en-US"/>
              <a:pPr>
                <a:defRPr/>
              </a:pPr>
              <a:t>‹#›</a:t>
            </a:fld>
            <a:endParaRPr 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7BED9684-224B-4974-9ADB-97DFC3B9FD61}"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9F404C0D-AE92-4A00-9359-7838CCC2EAE1}" type="slidenum">
              <a:rPr lang="en-US"/>
              <a:pPr>
                <a:defRPr/>
              </a:pPr>
              <a:t>‹#›</a:t>
            </a:fld>
            <a:endParaRPr 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098A8535-9C4C-4815-A877-FA8DD0AA4280}"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72CAD34D-E367-4FEF-8A94-81AF3A6ADF4C}" type="slidenum">
              <a:rPr lang="en-US"/>
              <a:pPr>
                <a:defRPr/>
              </a:pPr>
              <a:t>‹#›</a:t>
            </a:fld>
            <a:endParaRPr 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7801E79A-3519-4E5D-8159-E80A259A7647}"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5C7B015C-6F81-481D-AF00-A65E86C34746}" type="slidenum">
              <a:rPr lang="en-US"/>
              <a:pPr>
                <a:defRPr/>
              </a:pPr>
              <a:t>‹#›</a:t>
            </a:fld>
            <a:endParaRPr 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1F06EC97-CC3F-42B6-8761-3761982F580E}"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91422F4B-DAE1-43B9-B663-F340F31EF06A}" type="slidenum">
              <a:rPr lang="en-US"/>
              <a:pPr>
                <a:defRPr/>
              </a:pPr>
              <a:t>‹#›</a:t>
            </a:fld>
            <a:endParaRPr 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EB85C4F0-025D-49A1-9710-7444B4D22940}"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DC345BF9-6FE6-49F5-A58B-79D8D74770BE}" type="slidenum">
              <a:rPr lang="en-US"/>
              <a:pPr>
                <a:defRPr/>
              </a:pPr>
              <a:t>‹#›</a:t>
            </a:fld>
            <a:endParaRPr 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D589DB00-18D8-4271-B5A6-83CBE1D2B397}"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09F93368-4C54-4DFD-B801-1BD8802E1F68}" type="slidenum">
              <a:rPr lang="en-US"/>
              <a:pPr>
                <a:defRPr/>
              </a:pPr>
              <a:t>‹#›</a:t>
            </a:fld>
            <a:endParaRPr 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8E5FBEFC-F810-47F2-82D2-2DC9DC5DD21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660EDCEA-4CA0-4A3A-B704-C37A4207A3F0}" type="slidenum">
              <a:rPr lang="en-US"/>
              <a:pPr>
                <a:defRPr/>
              </a:pPr>
              <a:t>‹#›</a:t>
            </a:fld>
            <a:endParaRPr 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4BF20A6C-5532-40E5-AED7-94962A6F1D55}"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99266C0-1BA9-48D1-AD0D-1A01A01B4C26}" type="slidenum">
              <a:rPr lang="en-US"/>
              <a:pPr>
                <a:defRPr/>
              </a:pPr>
              <a:t>‹#›</a:t>
            </a:fld>
            <a:endParaRPr lang="en-US"/>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870FF950-BB0D-45D7-A1D9-A292F57F288D}"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F3844F64-95B3-4890-9408-68158004CDC0}" type="slidenum">
              <a:rPr lang="en-US"/>
              <a:pPr>
                <a:defRPr/>
              </a:pPr>
              <a:t>‹#›</a:t>
            </a:fld>
            <a:endParaRPr lang="en-US"/>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9C382BE2-E80C-46BE-8BAA-2C57EC1CCF20}"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ECF3DC6C-7731-43C3-AFFD-16365B7EDA71}" type="slidenum">
              <a:rPr lang="en-US"/>
              <a:pPr>
                <a:defRPr/>
              </a:pPr>
              <a:t>‹#›</a:t>
            </a:fld>
            <a:endParaRPr lang="en-US"/>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EB4A374-A571-4B7A-AFFB-48C86189CDCE}"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0BCA246E-7E5B-44E6-A2E3-4409EBED82FA}" type="slidenum">
              <a:rPr lang="en-US"/>
              <a:pPr>
                <a:defRPr/>
              </a:pPr>
              <a:t>‹#›</a:t>
            </a:fld>
            <a:endParaRPr 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B0B687A-4A2F-420C-96E3-0FB7144986D7}"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66CD8FCB-6533-464D-9D33-018E280B6102}" type="slidenum">
              <a:rPr lang="en-US"/>
              <a:pPr>
                <a:defRPr/>
              </a:pPr>
              <a:t>‹#›</a:t>
            </a:fld>
            <a:endParaRPr 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0A24299E-3DF3-4DF2-8C18-08FC899CC5C3}"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4DC6BB8F-D0AD-4FFE-B6BD-FDB31D48A3EB}" type="slidenum">
              <a:rPr lang="en-US"/>
              <a:pPr>
                <a:defRPr/>
              </a:pPr>
              <a:t>‹#›</a:t>
            </a:fld>
            <a:endParaRPr 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6354DB93-339E-4BD9-BB1A-0F72BB989C96}"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DFE1D7D3-A587-4A50-9D99-AEFC989263C7}" type="slidenum">
              <a:rPr lang="en-US"/>
              <a:pPr>
                <a:defRPr/>
              </a:pPr>
              <a:t>‹#›</a:t>
            </a:fld>
            <a:endParaRPr 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71945514-85ED-4688-85E7-16DD25053A81}"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0DC0E5A2-4C5E-440A-8241-D4044F5EBBDF}" type="slidenum">
              <a:rPr lang="en-US"/>
              <a:pPr>
                <a:defRPr/>
              </a:pPr>
              <a:t>‹#›</a:t>
            </a:fld>
            <a:endParaRPr 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4D85BCA4-5DB5-4A3F-876F-CF619B776CA9}"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60402E1B-7F7B-4772-A372-DBE3D4242B35}" type="slidenum">
              <a:rPr lang="en-US"/>
              <a:pPr>
                <a:defRPr/>
              </a:pPr>
              <a:t>‹#›</a:t>
            </a:fld>
            <a:endParaRPr 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E4457B8-6F7F-4C74-A3E9-EEB207D11B96}"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13BABB73-11F2-4641-A0E2-5FA34B29A4C7}" type="slidenum">
              <a:rPr lang="en-US"/>
              <a:pPr>
                <a:defRPr/>
              </a:pPr>
              <a:t>‹#›</a:t>
            </a:fld>
            <a:endParaRPr 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ECD7E63-2052-42AD-98B2-02CC23680FB1}"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71921F2C-24E0-4B89-97C8-7C7D68709FA2}" type="slidenum">
              <a:rPr lang="en-US"/>
              <a:pPr>
                <a:defRPr/>
              </a:pPr>
              <a:t>‹#›</a:t>
            </a:fld>
            <a:endParaRPr 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E714C0A5-B531-4F41-BBC0-614CAD105C5D}"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89247729-EE68-4317-8162-83C516BA9197}" type="slidenum">
              <a:rPr lang="en-US"/>
              <a:pPr>
                <a:defRPr/>
              </a:pPr>
              <a:t>‹#›</a:t>
            </a:fld>
            <a:endParaRPr 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B0D89647-1BD4-4677-9DF5-723E97F289DE}"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4FA16C34-D8ED-4D3D-809A-2973BAE4632E}" type="slidenum">
              <a:rPr lang="en-US"/>
              <a:pPr>
                <a:defRPr/>
              </a:pPr>
              <a:t>‹#›</a:t>
            </a:fld>
            <a:endParaRPr 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EFBBFF34-37D8-4C50-BAA4-AB5571A2A0CB}"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3621A762-204F-4440-93D7-CCDAFF5FB36E}" type="slidenum">
              <a:rPr lang="en-US"/>
              <a:pPr>
                <a:defRPr/>
              </a:pPr>
              <a:t>‹#›</a:t>
            </a:fld>
            <a:endParaRPr 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4A4E3531-9A2E-4390-91BD-50407BCB58E6}"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DF8B1B00-FA64-42C6-B7D5-F1248DB4B1A6}" type="slidenum">
              <a:rPr lang="en-US"/>
              <a:pPr>
                <a:defRPr/>
              </a:pPr>
              <a:t>‹#›</a:t>
            </a:fld>
            <a:endParaRPr 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7A7B57E-23CC-41F8-BDA9-6DC08527A93C}"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B66FECCA-5609-4B76-A575-4AA49DD90118}" type="slidenum">
              <a:rPr lang="en-US"/>
              <a:pPr>
                <a:defRPr/>
              </a:pPr>
              <a:t>‹#›</a:t>
            </a:fld>
            <a:endParaRPr 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6DD4A91-5646-4873-8ACE-B9E0FA01C606}"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F556562F-4E19-4023-821B-6E7E92E7CE8C}" type="slidenum">
              <a:rPr lang="en-US"/>
              <a:pPr>
                <a:defRPr/>
              </a:pPr>
              <a:t>‹#›</a:t>
            </a:fld>
            <a:endParaRPr 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2E52714-18E5-4DB4-B342-F34A005CAF04}"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51C9E7A-4169-4D37-AA79-69C32B1BCA2E}" type="slidenum">
              <a:rPr lang="en-US"/>
              <a:pPr>
                <a:defRPr/>
              </a:pPr>
              <a:t>‹#›</a:t>
            </a:fld>
            <a:endParaRPr 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941EC840-0833-4A18-B0C3-DADA2E86154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B85C1521-5ABC-408A-9045-5FE6FF51A732}" type="slidenum">
              <a:rPr lang="en-US"/>
              <a:pPr>
                <a:defRPr/>
              </a:pPr>
              <a:t>‹#›</a:t>
            </a:fld>
            <a:endParaRPr lang="en-US"/>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A52E50D9-01C0-4C65-A638-016AE610612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8CA540F-E67B-478E-923D-53AA47FAA2E0}" type="slidenum">
              <a:rPr lang="en-US"/>
              <a:pPr>
                <a:defRPr/>
              </a:pPr>
              <a:t>‹#›</a:t>
            </a:fld>
            <a:endParaRPr 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D46D3F42-7B6D-4A10-B420-180D114965F1}"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DFAD1D5D-A5B6-4B98-9A4A-64CCEC4C895A}" type="slidenum">
              <a:rPr lang="en-US"/>
              <a:pPr>
                <a:defRPr/>
              </a:pPr>
              <a:t>‹#›</a:t>
            </a:fld>
            <a:endParaRPr 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718BB6DC-4EA1-43B2-91CF-C80FEC7F1FEF}"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771A326-3F12-4304-A483-0E7F9DC56C52}" type="slidenum">
              <a:rPr lang="en-US"/>
              <a:pPr>
                <a:defRPr/>
              </a:pPr>
              <a:t>‹#›</a:t>
            </a:fld>
            <a:endParaRPr 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5918B31D-4E27-468B-AB1B-BD4F38971DA3}"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285BB697-EB9E-4E4C-9362-A7CFBC6ADA5B}" type="slidenum">
              <a:rPr lang="en-US"/>
              <a:pPr>
                <a:defRPr/>
              </a:pPr>
              <a:t>‹#›</a:t>
            </a:fld>
            <a:endParaRPr 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BD9ADC83-9EDD-45CF-8C9F-8D98F596708E}"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CBC32301-433C-4133-9750-BCE2C582A93B}" type="slidenum">
              <a:rPr lang="en-US"/>
              <a:pPr>
                <a:defRPr/>
              </a:pPr>
              <a:t>‹#›</a:t>
            </a:fld>
            <a:endParaRPr 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B2645065-2989-4C2B-913D-279C91174E0B}"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922DE60E-59B7-421C-B8AB-67F72A0DCCD5}" type="slidenum">
              <a:rPr lang="en-US"/>
              <a:pPr>
                <a:defRPr/>
              </a:pPr>
              <a:t>‹#›</a:t>
            </a:fld>
            <a:endParaRPr lang="en-US"/>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B5EF58C-D473-49DB-8B8E-5FD69EED8529}"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54BA470A-37E6-4A8D-87C9-2C6A104B01E1}" type="slidenum">
              <a:rPr lang="en-US"/>
              <a:pPr>
                <a:defRPr/>
              </a:pPr>
              <a:t>‹#›</a:t>
            </a:fld>
            <a:endParaRPr 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B38B7168-03CD-4F0D-94D9-F3BDADE792DE}"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A15EC63A-B75B-4A66-A9BB-924E82383761}" type="slidenum">
              <a:rPr lang="en-US"/>
              <a:pPr>
                <a:defRPr/>
              </a:pPr>
              <a:t>‹#›</a:t>
            </a:fld>
            <a:endParaRPr 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B95E56-9156-4A86-B959-744CFA3A0ECB}"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08F1871C-C781-4F77-B0F6-A7D71815458D}" type="slidenum">
              <a:rPr lang="en-US"/>
              <a:pPr>
                <a:defRPr/>
              </a:pPr>
              <a:t>‹#›</a:t>
            </a:fld>
            <a:endParaRPr 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DA586D99-C932-4C2E-8598-342F1B87DB6F}"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7CBFB8CB-1FE1-436F-85E8-AEE718931D78}" type="slidenum">
              <a:rPr lang="en-US"/>
              <a:pPr>
                <a:defRPr/>
              </a:pPr>
              <a:t>‹#›</a:t>
            </a:fld>
            <a:endParaRPr 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BEADA542-AC13-4A26-B9A8-B9C7952EFA06}"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F6A3500D-9546-4B9D-B4FC-322355433C68}" type="slidenum">
              <a:rPr lang="en-US"/>
              <a:pPr>
                <a:defRPr/>
              </a:pPr>
              <a:t>‹#›</a:t>
            </a:fld>
            <a:endParaRPr lang="en-US"/>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CDDA221-A6E9-404E-B66C-5BF83779B40B}"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8C55B70E-1924-4A36-A34E-FCC9B649158B}" type="slidenum">
              <a:rPr lang="en-US"/>
              <a:pPr>
                <a:defRPr/>
              </a:pPr>
              <a:t>‹#›</a:t>
            </a:fld>
            <a:endParaRPr 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94BB86AF-2F02-4A52-920C-01D4680A6D36}"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34FA594B-D5E8-4B69-9B51-23C450801FF2}" type="slidenum">
              <a:rPr lang="en-US"/>
              <a:pPr>
                <a:defRPr/>
              </a:pPr>
              <a:t>‹#›</a:t>
            </a:fld>
            <a:endParaRPr 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A7D3EF08-4FDB-4CD0-9ECA-EB4085CFE3C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54DAA4AF-B54C-42D7-94D7-6F581667BADE}" type="slidenum">
              <a:rPr lang="en-US"/>
              <a:pPr>
                <a:defRPr/>
              </a:pPr>
              <a:t>‹#›</a:t>
            </a:fld>
            <a:endParaRPr 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49E0F111-9333-441E-96C5-EA4CB8DF7164}"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051BF8E-3D25-4EB6-9734-1316F527083E}" type="slidenum">
              <a:rPr lang="en-US"/>
              <a:pPr>
                <a:defRPr/>
              </a:pPr>
              <a:t>‹#›</a:t>
            </a:fld>
            <a:endParaRPr 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0306882A-EFB1-4074-8834-49DA5EDAF80F}"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F8C3216C-FA47-4ADD-BFE6-C1F9E7C1B8AC}" type="slidenum">
              <a:rPr lang="en-US"/>
              <a:pPr>
                <a:defRPr/>
              </a:pPr>
              <a:t>‹#›</a:t>
            </a:fld>
            <a:endParaRPr 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4F9CB0B2-DC64-47A7-A07D-EF9C424A2C8F}"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4398F288-E7AB-414C-9026-833A69520182}" type="slidenum">
              <a:rPr lang="en-US"/>
              <a:pPr>
                <a:defRPr/>
              </a:pPr>
              <a:t>‹#›</a:t>
            </a:fld>
            <a:endParaRPr 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DBB7CB6E-7A0D-487E-898D-17C4D40B67EA}"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F018AFF7-A50D-4C53-8038-3A9B921A6F37}" type="slidenum">
              <a:rPr lang="en-US"/>
              <a:pPr>
                <a:defRPr/>
              </a:pPr>
              <a:t>‹#›</a:t>
            </a:fld>
            <a:endParaRPr lang="en-US"/>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0A407F2F-7299-4D25-8B9B-D9D9642F26BE}"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E7ACD9B-05E3-4C4D-93ED-101F53346EE0}" type="slidenum">
              <a:rPr lang="en-US"/>
              <a:pPr>
                <a:defRPr/>
              </a:pPr>
              <a:t>‹#›</a:t>
            </a:fld>
            <a:endParaRPr lang="en-US"/>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D328E82-BD34-4D2D-A3DB-9ACE5CECBFAA}"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0D766722-1782-4427-8D39-5BA20469F2F5}" type="slidenum">
              <a:rPr lang="en-US"/>
              <a:pPr>
                <a:defRPr/>
              </a:pPr>
              <a:t>‹#›</a:t>
            </a:fld>
            <a:endParaRPr lang="en-US"/>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7E4B6812-0510-46F5-8D75-DE5066230A2F}"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EC4A7ECA-5057-4427-B44E-2B1C31D19CCE}" type="slidenum">
              <a:rPr lang="en-US"/>
              <a:pPr>
                <a:defRPr/>
              </a:pPr>
              <a:t>‹#›</a:t>
            </a:fld>
            <a:endParaRPr 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03A6292D-0281-48CE-BB71-582CB6ABBB97}"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1EAE9E53-0930-4648-B271-EE8340E8AFB7}" type="slidenum">
              <a:rPr lang="en-US"/>
              <a:pPr>
                <a:defRPr/>
              </a:pPr>
              <a:t>‹#›</a:t>
            </a:fld>
            <a:endParaRPr 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8FEB2CF0-47E0-4FFB-AD5C-20C3DDBAAC50}"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4C5CA723-F0B7-4B0A-8119-4474B19A610A}" type="slidenum">
              <a:rPr lang="en-US"/>
              <a:pPr>
                <a:defRPr/>
              </a:pPr>
              <a:t>‹#›</a:t>
            </a:fld>
            <a:endParaRPr 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4487DEAC-CB47-425D-8E7C-AD75E1FDE1A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C7333948-24F1-49EC-98A9-23DB3A598630}" type="slidenum">
              <a:rPr lang="en-US"/>
              <a:pPr>
                <a:defRPr/>
              </a:pPr>
              <a:t>‹#›</a:t>
            </a:fld>
            <a:endParaRPr 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75AD2E95-91BA-432C-8101-673209C7E1C8}"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768CE79B-FCAA-4E2D-926E-280AD1C71C20}" type="slidenum">
              <a:rPr lang="en-US"/>
              <a:pPr>
                <a:defRPr/>
              </a:pPr>
              <a:t>‹#›</a:t>
            </a:fld>
            <a:endParaRPr 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Rectangle 4"/>
          <p:cNvSpPr>
            <a:spLocks noGrp="1" noChangeArrowheads="1"/>
          </p:cNvSpPr>
          <p:nvPr>
            <p:ph type="dt" sz="half" idx="10"/>
          </p:nvPr>
        </p:nvSpPr>
        <p:spPr>
          <a:ln/>
        </p:spPr>
        <p:txBody>
          <a:bodyPr/>
          <a:lstStyle>
            <a:lvl1pPr>
              <a:defRPr/>
            </a:lvl1pPr>
          </a:lstStyle>
          <a:p>
            <a:pPr>
              <a:defRPr/>
            </a:pPr>
            <a:fld id="{5EC41898-26E8-4BE8-BAFF-EFF574839214}"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F7EF6EE7-BD16-4CAD-AF0F-2E4B06E523AC}" type="slidenum">
              <a:rPr lang="en-US"/>
              <a:pPr>
                <a:defRPr/>
              </a:pPr>
              <a:t>‹#›</a:t>
            </a:fld>
            <a:endParaRPr 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Rectangle 4"/>
          <p:cNvSpPr>
            <a:spLocks noGrp="1" noChangeArrowheads="1"/>
          </p:cNvSpPr>
          <p:nvPr>
            <p:ph type="dt" sz="half" idx="10"/>
          </p:nvPr>
        </p:nvSpPr>
        <p:spPr>
          <a:ln/>
        </p:spPr>
        <p:txBody>
          <a:bodyPr/>
          <a:lstStyle>
            <a:lvl1pPr>
              <a:defRPr/>
            </a:lvl1pPr>
          </a:lstStyle>
          <a:p>
            <a:pPr>
              <a:defRPr/>
            </a:pPr>
            <a:fld id="{17566B94-48AD-42F2-89DD-FEF294519D31}" type="datetime1">
              <a:rPr lang="en-US"/>
              <a:pPr>
                <a:defRPr/>
              </a:pPr>
              <a:t>11/30/2012</a:t>
            </a:fld>
            <a:endParaRPr lang="en-US"/>
          </a:p>
        </p:txBody>
      </p:sp>
      <p:sp>
        <p:nvSpPr>
          <p:cNvPr id="8" name="Rectangle 5"/>
          <p:cNvSpPr>
            <a:spLocks noGrp="1" noChangeArrowheads="1"/>
          </p:cNvSpPr>
          <p:nvPr>
            <p:ph type="sldNum" sz="quarter" idx="11"/>
          </p:nvPr>
        </p:nvSpPr>
        <p:spPr>
          <a:ln/>
        </p:spPr>
        <p:txBody>
          <a:bodyPr/>
          <a:lstStyle>
            <a:lvl1pPr>
              <a:defRPr/>
            </a:lvl1pPr>
          </a:lstStyle>
          <a:p>
            <a:pPr>
              <a:defRPr/>
            </a:pPr>
            <a:fld id="{D5EC374A-6A06-4EB1-B3B0-A04F38EE5F37}" type="slidenum">
              <a:rPr lang="en-US"/>
              <a:pPr>
                <a:defRPr/>
              </a:pPr>
              <a:t>‹#›</a:t>
            </a:fld>
            <a:endParaRPr 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5C39CEA9-ADAB-4180-817F-1A15A1B91834}" type="datetime1">
              <a:rPr lang="en-US"/>
              <a:pPr>
                <a:defRPr/>
              </a:pPr>
              <a:t>11/30/2012</a:t>
            </a:fld>
            <a:endParaRPr lang="en-US"/>
          </a:p>
        </p:txBody>
      </p:sp>
      <p:sp>
        <p:nvSpPr>
          <p:cNvPr id="4" name="Rectangle 5"/>
          <p:cNvSpPr>
            <a:spLocks noGrp="1" noChangeArrowheads="1"/>
          </p:cNvSpPr>
          <p:nvPr>
            <p:ph type="sldNum" sz="quarter" idx="11"/>
          </p:nvPr>
        </p:nvSpPr>
        <p:spPr>
          <a:ln/>
        </p:spPr>
        <p:txBody>
          <a:bodyPr/>
          <a:lstStyle>
            <a:lvl1pPr>
              <a:defRPr/>
            </a:lvl1pPr>
          </a:lstStyle>
          <a:p>
            <a:pPr>
              <a:defRPr/>
            </a:pPr>
            <a:fld id="{E07F96E0-EBA0-4100-9921-AF4477356FA8}" type="slidenum">
              <a:rPr lang="en-US"/>
              <a:pPr>
                <a:defRPr/>
              </a:pPr>
              <a:t>‹#›</a:t>
            </a:fld>
            <a:endParaRPr 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656DDB7-28C1-4C2D-B35D-F418D0BB173E}" type="datetime1">
              <a:rPr lang="en-US"/>
              <a:pPr>
                <a:defRPr/>
              </a:pPr>
              <a:t>11/30/2012</a:t>
            </a:fld>
            <a:endParaRPr lang="en-US"/>
          </a:p>
        </p:txBody>
      </p:sp>
      <p:sp>
        <p:nvSpPr>
          <p:cNvPr id="3" name="Rectangle 5"/>
          <p:cNvSpPr>
            <a:spLocks noGrp="1" noChangeArrowheads="1"/>
          </p:cNvSpPr>
          <p:nvPr>
            <p:ph type="sldNum" sz="quarter" idx="11"/>
          </p:nvPr>
        </p:nvSpPr>
        <p:spPr>
          <a:ln/>
        </p:spPr>
        <p:txBody>
          <a:bodyPr/>
          <a:lstStyle>
            <a:lvl1pPr>
              <a:defRPr/>
            </a:lvl1pPr>
          </a:lstStyle>
          <a:p>
            <a:pPr>
              <a:defRPr/>
            </a:pPr>
            <a:fld id="{EBC823D2-6F3C-49F8-B788-FD2A9B19189B}" type="slidenum">
              <a:rPr lang="en-US"/>
              <a:pPr>
                <a:defRPr/>
              </a:pPr>
              <a:t>‹#›</a:t>
            </a:fld>
            <a:endParaRPr 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2F57306-B12C-425C-BE70-7A9FF5818958}"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708E4FB8-E3DC-49EA-AD56-51273F79F87F}" type="slidenum">
              <a:rPr lang="en-US"/>
              <a:pPr>
                <a:defRPr/>
              </a:pPr>
              <a:t>‹#›</a:t>
            </a:fld>
            <a:endParaRPr 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68A23FE-1D96-483C-A1DB-AD36F0A358F6}" type="datetime1">
              <a:rPr lang="en-US"/>
              <a:pPr>
                <a:defRPr/>
              </a:pPr>
              <a:t>11/30/2012</a:t>
            </a:fld>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8B0FF46E-6E65-4E1D-930C-BB1F39A454C0}" type="slidenum">
              <a:rPr lang="en-US"/>
              <a:pPr>
                <a:defRPr/>
              </a:pPr>
              <a:t>‹#›</a:t>
            </a:fld>
            <a:endParaRPr 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D680FC62-CA49-480D-9B51-1BF8EED7DEAA}"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98DC76B6-5EEF-415E-B610-FBB22ED02D78}" type="slidenum">
              <a:rPr lang="en-US"/>
              <a:pPr>
                <a:defRPr/>
              </a:pPr>
              <a:t>‹#›</a:t>
            </a:fld>
            <a:endParaRPr 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Rectangle 4"/>
          <p:cNvSpPr>
            <a:spLocks noGrp="1" noChangeArrowheads="1"/>
          </p:cNvSpPr>
          <p:nvPr>
            <p:ph type="dt" sz="half" idx="10"/>
          </p:nvPr>
        </p:nvSpPr>
        <p:spPr>
          <a:ln/>
        </p:spPr>
        <p:txBody>
          <a:bodyPr/>
          <a:lstStyle>
            <a:lvl1pPr>
              <a:defRPr/>
            </a:lvl1pPr>
          </a:lstStyle>
          <a:p>
            <a:pPr>
              <a:defRPr/>
            </a:pPr>
            <a:fld id="{2E9E35DE-7556-46FD-A0BC-370C586E5ADF}" type="datetime1">
              <a:rPr lang="en-US"/>
              <a:pPr>
                <a:defRPr/>
              </a:pPr>
              <a:t>11/30/2012</a:t>
            </a:fld>
            <a:endParaRPr lang="en-US"/>
          </a:p>
        </p:txBody>
      </p:sp>
      <p:sp>
        <p:nvSpPr>
          <p:cNvPr id="5" name="Rectangle 5"/>
          <p:cNvSpPr>
            <a:spLocks noGrp="1" noChangeArrowheads="1"/>
          </p:cNvSpPr>
          <p:nvPr>
            <p:ph type="sldNum" sz="quarter" idx="11"/>
          </p:nvPr>
        </p:nvSpPr>
        <p:spPr>
          <a:ln/>
        </p:spPr>
        <p:txBody>
          <a:bodyPr/>
          <a:lstStyle>
            <a:lvl1pPr>
              <a:defRPr/>
            </a:lvl1pPr>
          </a:lstStyle>
          <a:p>
            <a:pPr>
              <a:defRPr/>
            </a:pPr>
            <a:fld id="{635517F2-46EE-43C2-A2A0-59513B5BE273}" type="slidenum">
              <a:rPr lang="en-US"/>
              <a:pPr>
                <a:defRPr/>
              </a:pPr>
              <a:t>‹#›</a:t>
            </a:fld>
            <a:endParaRPr 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23850" y="549275"/>
            <a:ext cx="8569325" cy="1295400"/>
          </a:xfrm>
        </p:spPr>
        <p:txBody>
          <a:bodyPr anchor="t"/>
          <a:lstStyle>
            <a:lvl1pPr algn="r">
              <a:defRPr sz="3600">
                <a:solidFill>
                  <a:schemeClr val="tx1"/>
                </a:solidFill>
              </a:defRPr>
            </a:lvl1pPr>
          </a:lstStyle>
          <a:p>
            <a:r>
              <a:rPr lang="en-US" smtClean="0"/>
              <a:t>Click to edit Master title style</a:t>
            </a:r>
            <a:endParaRPr lang="en-US"/>
          </a:p>
        </p:txBody>
      </p:sp>
      <p:sp>
        <p:nvSpPr>
          <p:cNvPr id="3076" name="Rectangle 4"/>
          <p:cNvSpPr>
            <a:spLocks noGrp="1" noChangeArrowheads="1"/>
          </p:cNvSpPr>
          <p:nvPr>
            <p:ph type="dt" sz="half" idx="2"/>
          </p:nvPr>
        </p:nvSpPr>
        <p:spPr/>
        <p:txBody>
          <a:bodyPr/>
          <a:lstStyle>
            <a:lvl1pPr>
              <a:defRPr>
                <a:solidFill>
                  <a:schemeClr val="tx1"/>
                </a:solidFill>
              </a:defRPr>
            </a:lvl1pPr>
          </a:lstStyle>
          <a:p>
            <a:fld id="{CDB7973B-92EC-46B4-8505-37C81B950BBF}" type="datetime1">
              <a:rPr lang="en-US"/>
              <a:pPr/>
              <a:t>11/30/2012</a:t>
            </a:fld>
            <a:endParaRPr lang="en-US"/>
          </a:p>
        </p:txBody>
      </p:sp>
      <p:sp>
        <p:nvSpPr>
          <p:cNvPr id="3081" name="Rectangle 9"/>
          <p:cNvSpPr>
            <a:spLocks noGrp="1" noChangeArrowheads="1"/>
          </p:cNvSpPr>
          <p:nvPr>
            <p:ph type="subTitle" sz="quarter" idx="1"/>
          </p:nvPr>
        </p:nvSpPr>
        <p:spPr>
          <a:xfrm>
            <a:off x="2555875" y="1989138"/>
            <a:ext cx="6337300" cy="1943100"/>
          </a:xfrm>
        </p:spPr>
        <p:txBody>
          <a:bodyPr/>
          <a:lstStyle>
            <a:lvl1pPr marL="0" indent="0" algn="r">
              <a:defRPr/>
            </a:lvl1pPr>
          </a:lstStyle>
          <a:p>
            <a:r>
              <a:rPr lang="en-US" smtClean="0"/>
              <a:t>Click to edit Master subtitle style</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A5825161-3545-44DE-A112-A47339C1D80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5AA2C2D5-C032-4386-86AA-69CEA42911CD}" type="slidenum">
              <a:rPr lang="en-US"/>
              <a:pPr/>
              <a:t>‹#›</a:t>
            </a:fld>
            <a:endParaRPr 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AC7CBDB6-C347-4BB0-A67B-6EF5CB43B210}"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A300F1B-AF24-4E85-BC51-110BE910168E}" type="slidenum">
              <a:rPr lang="en-US"/>
              <a:pPr/>
              <a:t>‹#›</a:t>
            </a:fld>
            <a:endParaRPr lang="en-US"/>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1484313"/>
            <a:ext cx="3632200" cy="5113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1484313"/>
            <a:ext cx="3632200" cy="5113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16FD9727-E898-4F64-B326-0D8803F47F44}"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878A514F-A0DB-49A2-829B-45E16F09531B}" type="slidenum">
              <a:rPr lang="en-US"/>
              <a:pPr/>
              <a:t>‹#›</a:t>
            </a:fld>
            <a:endParaRPr 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AAA613C9-3537-413C-B0E3-9F088698EE9F}"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029CAD73-1802-4272-A89A-25D9F985E4BC}" type="slidenum">
              <a:rPr lang="en-US"/>
              <a:pPr/>
              <a:t>‹#›</a:t>
            </a:fld>
            <a:endParaRPr lang="en-US"/>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28464130-80A9-405D-A4A9-EBCE0839FF71}"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BA58D311-23DB-4B78-B251-6847982E5CAC}" type="slidenum">
              <a:rPr lang="en-US"/>
              <a:pPr/>
              <a:t>‹#›</a:t>
            </a:fld>
            <a:endParaRPr lang="en-US"/>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64C4F19C-8870-4969-AE6E-BC959FEFC1CE}"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78C06541-0CF8-4F19-A11B-BD1726214365}" type="slidenum">
              <a:rPr lang="en-US"/>
              <a:pPr/>
              <a:t>‹#›</a:t>
            </a:fld>
            <a:endParaRPr lang="en-US"/>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2B6A4458-5196-4031-9F42-8B5E1DD3DEA0}"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6FBBA30C-E047-4093-AA74-3370A7D5F7A0}" type="slidenum">
              <a:rPr lang="en-US"/>
              <a:pPr/>
              <a:t>‹#›</a:t>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45BA52B-3089-462C-A353-F17CF8CD01C4}"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91A77D37-0BBD-453C-A92D-92ACF59FD29C}" type="slidenum">
              <a:rPr lang="en-US"/>
              <a:pPr/>
              <a:t>‹#›</a:t>
            </a:fld>
            <a:endParaRPr lang="en-US"/>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01A3F7C6-CA94-453D-B97A-600D603028A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A9C346D-A45D-4FCB-8B15-39C9A0F200E7}" type="slidenum">
              <a:rPr lang="en-US"/>
              <a:pPr/>
              <a:t>‹#›</a:t>
            </a:fld>
            <a:endParaRPr lang="en-US"/>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430213"/>
            <a:ext cx="1854200" cy="6167437"/>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430213"/>
            <a:ext cx="5410200" cy="61674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95FE5E70-BFE4-4647-B34F-982CF6D7F093}"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6A2FBCA8-0A93-4526-8857-E3C1FDFCB85E}" type="slidenum">
              <a:rPr lang="en-US"/>
              <a:pPr/>
              <a:t>‹#›</a:t>
            </a:fld>
            <a:endParaRPr lang="en-US"/>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476375" y="430213"/>
            <a:ext cx="7416800" cy="766762"/>
          </a:xfrm>
          <a:prstGeom prst="rect">
            <a:avLst/>
          </a:prstGeom>
        </p:spPr>
        <p:txBody>
          <a:bodyPr/>
          <a:lstStyle/>
          <a:p>
            <a:r>
              <a:rPr lang="en-US" smtClean="0"/>
              <a:t>Click to edit Master title style</a:t>
            </a:r>
            <a:endParaRPr lang="nl-NL"/>
          </a:p>
        </p:txBody>
      </p:sp>
      <p:sp>
        <p:nvSpPr>
          <p:cNvPr id="3" name="SmartArt Placeholder 2"/>
          <p:cNvSpPr>
            <a:spLocks noGrp="1"/>
          </p:cNvSpPr>
          <p:nvPr>
            <p:ph type="dgm" idx="1"/>
          </p:nvPr>
        </p:nvSpPr>
        <p:spPr>
          <a:xfrm>
            <a:off x="1476375" y="1484313"/>
            <a:ext cx="7416800" cy="5113337"/>
          </a:xfrm>
          <a:prstGeom prst="rect">
            <a:avLst/>
          </a:prstGeom>
        </p:spPr>
        <p:txBody>
          <a:bodyPr/>
          <a:lstStyle/>
          <a:p>
            <a:pPr lvl="0"/>
            <a:endParaRPr lang="nl-NL" noProof="0" smtClean="0"/>
          </a:p>
        </p:txBody>
      </p:sp>
      <p:sp>
        <p:nvSpPr>
          <p:cNvPr id="4" name="Rectangle 7"/>
          <p:cNvSpPr>
            <a:spLocks noGrp="1" noChangeArrowheads="1"/>
          </p:cNvSpPr>
          <p:nvPr>
            <p:ph type="dt" sz="half" idx="10"/>
          </p:nvPr>
        </p:nvSpPr>
        <p:spPr>
          <a:xfrm>
            <a:off x="107950" y="6381750"/>
            <a:ext cx="1079500" cy="339725"/>
          </a:xfrm>
          <a:prstGeom prst="rect">
            <a:avLst/>
          </a:prstGeom>
          <a:ln/>
        </p:spPr>
        <p:txBody>
          <a:bodyPr/>
          <a:lstStyle>
            <a:lvl1pPr>
              <a:defRPr/>
            </a:lvl1pPr>
          </a:lstStyle>
          <a:p>
            <a:pPr>
              <a:defRPr/>
            </a:pPr>
            <a:fld id="{3D7B80DC-F49C-47D1-A3D9-41D01F1825A5}" type="datetime1">
              <a:rPr lang="en-US"/>
              <a:pPr>
                <a:defRPr/>
              </a:pPr>
              <a:t>11/30/2012</a:t>
            </a:fld>
            <a:endParaRPr lang="en-US"/>
          </a:p>
        </p:txBody>
      </p:sp>
      <p:sp>
        <p:nvSpPr>
          <p:cNvPr id="5" name="Rectangle 8"/>
          <p:cNvSpPr>
            <a:spLocks noGrp="1" noChangeArrowheads="1"/>
          </p:cNvSpPr>
          <p:nvPr>
            <p:ph type="sldNum" sz="quarter" idx="11"/>
          </p:nvPr>
        </p:nvSpPr>
        <p:spPr>
          <a:xfrm>
            <a:off x="107950" y="6049963"/>
            <a:ext cx="1079500" cy="331787"/>
          </a:xfrm>
          <a:prstGeom prst="rect">
            <a:avLst/>
          </a:prstGeom>
          <a:ln/>
        </p:spPr>
        <p:txBody>
          <a:bodyPr/>
          <a:lstStyle>
            <a:lvl1pPr>
              <a:defRPr/>
            </a:lvl1pPr>
          </a:lstStyle>
          <a:p>
            <a:pPr>
              <a:defRPr/>
            </a:pPr>
            <a:fld id="{E42F213B-5ED1-4FD7-9528-579A3C3B92C5}" type="slidenum">
              <a:rPr lang="en-US"/>
              <a:pPr>
                <a:defRPr/>
              </a:pPr>
              <a:t>‹#›</a:t>
            </a:fld>
            <a:endParaRPr 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476375" y="430213"/>
            <a:ext cx="7416800" cy="766762"/>
          </a:xfrm>
          <a:prstGeom prst="rect">
            <a:avLst/>
          </a:prstGeom>
        </p:spPr>
        <p:txBody>
          <a:bodyPr/>
          <a:lstStyle/>
          <a:p>
            <a:r>
              <a:rPr lang="en-US" smtClean="0"/>
              <a:t>Click to edit Master title style</a:t>
            </a:r>
            <a:endParaRPr lang="nl-NL"/>
          </a:p>
        </p:txBody>
      </p:sp>
      <p:sp>
        <p:nvSpPr>
          <p:cNvPr id="3" name="SmartArt Placeholder 2"/>
          <p:cNvSpPr>
            <a:spLocks noGrp="1"/>
          </p:cNvSpPr>
          <p:nvPr>
            <p:ph type="dgm" idx="1"/>
          </p:nvPr>
        </p:nvSpPr>
        <p:spPr>
          <a:xfrm>
            <a:off x="1476375" y="1484313"/>
            <a:ext cx="7416800" cy="5113337"/>
          </a:xfrm>
          <a:prstGeom prst="rect">
            <a:avLst/>
          </a:prstGeom>
        </p:spPr>
        <p:txBody>
          <a:bodyPr/>
          <a:lstStyle/>
          <a:p>
            <a:pPr lvl="0"/>
            <a:endParaRPr lang="nl-NL" noProof="0" smtClean="0"/>
          </a:p>
        </p:txBody>
      </p:sp>
      <p:sp>
        <p:nvSpPr>
          <p:cNvPr id="4" name="Rectangle 7"/>
          <p:cNvSpPr>
            <a:spLocks noGrp="1" noChangeArrowheads="1"/>
          </p:cNvSpPr>
          <p:nvPr>
            <p:ph type="dt" sz="half" idx="10"/>
          </p:nvPr>
        </p:nvSpPr>
        <p:spPr>
          <a:xfrm>
            <a:off x="107950" y="6381750"/>
            <a:ext cx="1079500" cy="339725"/>
          </a:xfrm>
          <a:prstGeom prst="rect">
            <a:avLst/>
          </a:prstGeom>
          <a:ln/>
        </p:spPr>
        <p:txBody>
          <a:bodyPr/>
          <a:lstStyle>
            <a:lvl1pPr>
              <a:defRPr/>
            </a:lvl1pPr>
          </a:lstStyle>
          <a:p>
            <a:pPr>
              <a:defRPr/>
            </a:pPr>
            <a:fld id="{3D7B80DC-F49C-47D1-A3D9-41D01F1825A5}" type="datetime1">
              <a:rPr lang="en-US"/>
              <a:pPr>
                <a:defRPr/>
              </a:pPr>
              <a:t>11/30/2012</a:t>
            </a:fld>
            <a:endParaRPr lang="en-US"/>
          </a:p>
        </p:txBody>
      </p:sp>
      <p:sp>
        <p:nvSpPr>
          <p:cNvPr id="5" name="Rectangle 8"/>
          <p:cNvSpPr>
            <a:spLocks noGrp="1" noChangeArrowheads="1"/>
          </p:cNvSpPr>
          <p:nvPr>
            <p:ph type="sldNum" sz="quarter" idx="11"/>
          </p:nvPr>
        </p:nvSpPr>
        <p:spPr>
          <a:xfrm>
            <a:off x="107950" y="6049963"/>
            <a:ext cx="1079500" cy="331787"/>
          </a:xfrm>
          <a:prstGeom prst="rect">
            <a:avLst/>
          </a:prstGeom>
          <a:ln/>
        </p:spPr>
        <p:txBody>
          <a:bodyPr/>
          <a:lstStyle>
            <a:lvl1pPr>
              <a:defRPr/>
            </a:lvl1pPr>
          </a:lstStyle>
          <a:p>
            <a:pPr>
              <a:defRPr/>
            </a:pPr>
            <a:fld id="{E42F213B-5ED1-4FD7-9528-579A3C3B92C5}" type="slidenum">
              <a:rPr lang="en-US"/>
              <a:pPr>
                <a:defRPr/>
              </a:pPr>
              <a:t>‹#›</a:t>
            </a:fld>
            <a:endParaRPr lang="en-US"/>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E2C00300-D1F5-4696-BD4D-298CA0AC94D3}"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E4BC6AF-C962-49F5-91E1-420300A63327}" type="slidenum">
              <a:rPr lang="en-US"/>
              <a:pPr/>
              <a:t>‹#›</a:t>
            </a:fld>
            <a:endParaRPr lang="en-US"/>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1D53F375-9CDE-4819-8A8B-28DBBE401C51}"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EC257DDB-1D1D-4F93-9D56-531565A53100}" type="slidenum">
              <a:rPr lang="en-US"/>
              <a:pPr/>
              <a:t>‹#›</a:t>
            </a:fld>
            <a:endParaRPr lang="en-US"/>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6ECDB112-973E-495E-9683-D1375ECBDA9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86F717CC-E08E-468D-A0BF-95A737AF1435}" type="slidenum">
              <a:rPr lang="en-US"/>
              <a:pPr/>
              <a:t>‹#›</a:t>
            </a:fld>
            <a:endParaRPr 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618301A9-2615-422F-99DE-446312FAC3AF}"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46F2CBBB-D722-41D2-B778-AEB772F788AD}" type="slidenum">
              <a:rPr lang="en-US"/>
              <a:pPr/>
              <a:t>‹#›</a:t>
            </a:fld>
            <a:endParaRPr lang="en-US"/>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63A5C083-D3D4-43BA-AB88-AE6D60997F55}"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C101F900-BCF5-48CC-9ADB-97BFD3AA6102}" type="slidenum">
              <a:rPr lang="en-US"/>
              <a:pPr/>
              <a:t>‹#›</a:t>
            </a:fld>
            <a:endParaRPr 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2D6314B8-C916-4B17-891C-EEC251DD38E1}"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33E1625E-B2DB-4F63-A19B-89C2BBC31375}" type="slidenum">
              <a:rPr lang="en-US"/>
              <a:pPr/>
              <a:t>‹#›</a:t>
            </a:fld>
            <a:endParaRPr lang="en-US"/>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313684A-309D-4503-967B-C684EA83A788}"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002FE2C7-9580-42C2-9C6C-1E28C6C32F20}" type="slidenum">
              <a:rPr lang="en-US"/>
              <a:pPr/>
              <a:t>‹#›</a:t>
            </a:fld>
            <a:endParaRPr lang="en-US"/>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8DE9E714-EBB0-45F5-9059-342EEF40A8E1}"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D8E74B1F-16C1-4AAA-9577-2965629D1463}" type="slidenum">
              <a:rPr lang="en-US"/>
              <a:pPr/>
              <a:t>‹#›</a:t>
            </a:fld>
            <a:endParaRPr lang="en-US"/>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EB7BB27-08C3-4161-A584-CC31E9C3E4F6}"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2545C443-E3F5-47C6-BEF4-A44CE0079313}" type="slidenum">
              <a:rPr lang="en-US"/>
              <a:pPr/>
              <a:t>‹#›</a:t>
            </a:fld>
            <a:endParaRPr lang="en-US"/>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B27C7E7-9852-4400-A615-94F5D458E5F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F5FAFB6C-AED4-49D1-8F79-11109B996774}" type="slidenum">
              <a:rPr lang="en-US"/>
              <a:pPr/>
              <a:t>‹#›</a:t>
            </a:fld>
            <a:endParaRPr 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591CDCF6-F629-4530-A465-8D3E0878D777}"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24744310-9507-4066-BADB-88F50158149E}" type="slidenum">
              <a:rPr lang="en-US"/>
              <a:pPr/>
              <a:t>‹#›</a:t>
            </a:fld>
            <a:endParaRPr 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476375" y="430213"/>
            <a:ext cx="7416800" cy="766762"/>
          </a:xfrm>
          <a:prstGeom prst="rect">
            <a:avLst/>
          </a:prstGeom>
        </p:spPr>
        <p:txBody>
          <a:bodyPr/>
          <a:lstStyle/>
          <a:p>
            <a:r>
              <a:rPr lang="en-US" smtClean="0"/>
              <a:t>Click to edit Master title style</a:t>
            </a:r>
            <a:endParaRPr lang="nl-NL"/>
          </a:p>
        </p:txBody>
      </p:sp>
      <p:sp>
        <p:nvSpPr>
          <p:cNvPr id="3" name="SmartArt Placeholder 2"/>
          <p:cNvSpPr>
            <a:spLocks noGrp="1"/>
          </p:cNvSpPr>
          <p:nvPr>
            <p:ph type="dgm" idx="1"/>
          </p:nvPr>
        </p:nvSpPr>
        <p:spPr>
          <a:xfrm>
            <a:off x="1476375" y="1484313"/>
            <a:ext cx="7416800" cy="5113337"/>
          </a:xfrm>
          <a:prstGeom prst="rect">
            <a:avLst/>
          </a:prstGeom>
        </p:spPr>
        <p:txBody>
          <a:bodyPr/>
          <a:lstStyle/>
          <a:p>
            <a:pPr lvl="0"/>
            <a:endParaRPr lang="nl-NL" noProof="0" smtClean="0"/>
          </a:p>
        </p:txBody>
      </p:sp>
      <p:sp>
        <p:nvSpPr>
          <p:cNvPr id="4" name="Rectangle 7"/>
          <p:cNvSpPr>
            <a:spLocks noGrp="1" noChangeArrowheads="1"/>
          </p:cNvSpPr>
          <p:nvPr>
            <p:ph type="dt" sz="half" idx="10"/>
          </p:nvPr>
        </p:nvSpPr>
        <p:spPr>
          <a:xfrm>
            <a:off x="107950" y="6381750"/>
            <a:ext cx="1079500" cy="339725"/>
          </a:xfrm>
          <a:prstGeom prst="rect">
            <a:avLst/>
          </a:prstGeom>
          <a:ln/>
        </p:spPr>
        <p:txBody>
          <a:bodyPr/>
          <a:lstStyle>
            <a:lvl1pPr>
              <a:defRPr/>
            </a:lvl1pPr>
          </a:lstStyle>
          <a:p>
            <a:pPr>
              <a:defRPr/>
            </a:pPr>
            <a:fld id="{3D7B80DC-F49C-47D1-A3D9-41D01F1825A5}" type="datetime1">
              <a:rPr lang="en-US"/>
              <a:pPr>
                <a:defRPr/>
              </a:pPr>
              <a:t>11/30/2012</a:t>
            </a:fld>
            <a:endParaRPr lang="en-US"/>
          </a:p>
        </p:txBody>
      </p:sp>
      <p:sp>
        <p:nvSpPr>
          <p:cNvPr id="5" name="Rectangle 8"/>
          <p:cNvSpPr>
            <a:spLocks noGrp="1" noChangeArrowheads="1"/>
          </p:cNvSpPr>
          <p:nvPr>
            <p:ph type="sldNum" sz="quarter" idx="11"/>
          </p:nvPr>
        </p:nvSpPr>
        <p:spPr>
          <a:xfrm>
            <a:off x="107950" y="6049963"/>
            <a:ext cx="1079500" cy="331787"/>
          </a:xfrm>
          <a:prstGeom prst="rect">
            <a:avLst/>
          </a:prstGeom>
          <a:ln/>
        </p:spPr>
        <p:txBody>
          <a:bodyPr/>
          <a:lstStyle>
            <a:lvl1pPr>
              <a:defRPr/>
            </a:lvl1pPr>
          </a:lstStyle>
          <a:p>
            <a:pPr>
              <a:defRPr/>
            </a:pPr>
            <a:fld id="{E42F213B-5ED1-4FD7-9528-579A3C3B92C5}" type="slidenum">
              <a:rPr lang="en-US"/>
              <a:pPr>
                <a:defRPr/>
              </a:pPr>
              <a:t>‹#›</a:t>
            </a:fld>
            <a:endParaRPr lang="en-US"/>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DFFD15B1-00F0-4D09-B8A9-359A7C9771CF}"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3415BDE0-1C2C-4FCC-9CC4-18675B8227B0}" type="slidenum">
              <a:rPr lang="en-US"/>
              <a:pPr/>
              <a:t>‹#›</a:t>
            </a:fld>
            <a:endParaRPr lang="en-US"/>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E5EFC1FF-0607-448F-8FC0-EDC02A79625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6F24C547-A33F-48F7-BA28-FDCB3F3A95E2}" type="slidenum">
              <a:rPr lang="en-US"/>
              <a:pPr/>
              <a:t>‹#›</a:t>
            </a:fld>
            <a:endParaRPr lang="en-US"/>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465192A0-FC73-41D9-A5BF-4497C3D400D5}"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68FFB597-64BA-4A5D-9A09-1F236013B9E2}" type="slidenum">
              <a:rPr lang="en-US"/>
              <a:pPr/>
              <a:t>‹#›</a:t>
            </a:fld>
            <a:endParaRPr lang="en-US"/>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017CC315-79C4-4F02-8242-04B0EDEC7F5E}"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7992FE35-03BD-4CEF-AAE6-718A4A467247}" type="slidenum">
              <a:rPr lang="en-US"/>
              <a:pPr/>
              <a:t>‹#›</a:t>
            </a:fld>
            <a:endParaRPr 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FF9EB85A-B700-43D4-905F-88930EB0873B}"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C584BC44-8BF2-4AE6-85F0-9F18F3395ECE}" type="slidenum">
              <a:rPr lang="en-US"/>
              <a:pPr/>
              <a:t>‹#›</a:t>
            </a:fld>
            <a:endParaRPr lang="en-US"/>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0C91F54A-D71E-4DFB-9C9C-00FFFBC0CE7C}"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58F4F4F8-11BF-40EE-B5FC-F2B91F70955E}" type="slidenum">
              <a:rPr lang="en-US"/>
              <a:pPr/>
              <a:t>‹#›</a:t>
            </a:fld>
            <a:endParaRPr lang="en-US"/>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56A36E62-D31B-48C7-A6AE-BB80A52CC770}"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81F06051-F67B-4A72-B790-998A021FB16C}" type="slidenum">
              <a:rPr lang="en-US"/>
              <a:pPr/>
              <a:t>‹#›</a:t>
            </a:fld>
            <a:endParaRPr lang="en-US"/>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7A5E7C6C-0BEC-4282-BB98-FA1B42BAA943}"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59D172DF-FCF1-43B7-8731-B4BBEBF85086}" type="slidenum">
              <a:rPr lang="en-US"/>
              <a:pPr/>
              <a:t>‹#›</a:t>
            </a:fld>
            <a:endParaRPr lang="en-US"/>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BF4704F-E8F1-4524-A7E5-2C8A957514A8}"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AA885590-1DF2-4764-B4CB-00BFC8AC4EAE}" type="slidenum">
              <a:rPr lang="en-US"/>
              <a:pPr/>
              <a:t>‹#›</a:t>
            </a:fld>
            <a:endParaRPr lang="en-US"/>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422247E-8FBF-4B33-9CA6-92EBDEA5670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B8F06074-C0A9-4C33-ADE9-254E2D13F3B4}" type="slidenum">
              <a:rPr lang="en-US"/>
              <a:pPr/>
              <a:t>‹#›</a:t>
            </a:fld>
            <a:endParaRPr lang="en-US"/>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57BCA981-FD49-4895-958B-11A0F0CA782F}"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1520289F-709F-4810-845F-A09B5C6E3974}" type="slidenum">
              <a:rPr lang="en-US"/>
              <a:pPr/>
              <a:t>‹#›</a:t>
            </a:fld>
            <a:endParaRPr lang="en-US"/>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E7CA91B2-6EA7-441F-8D43-21C94FA3894A}"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0DCC2119-05ED-4A58-B19A-9DBABC569E1C}" type="slidenum">
              <a:rPr lang="en-US"/>
              <a:pPr/>
              <a:t>‹#›</a:t>
            </a:fld>
            <a:endParaRPr lang="en-US"/>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83703764-F9C8-4552-8711-34DD3B917174}"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E04AE652-FDE4-44B5-9A9A-A0300487C2E2}" type="slidenum">
              <a:rPr lang="en-US"/>
              <a:pPr/>
              <a:t>‹#›</a:t>
            </a:fld>
            <a:endParaRPr lang="en-US"/>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40CA287B-9FC8-46C9-ABBC-C5775D94B7EC}"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9CDB46DD-3895-4CBC-84BE-5780E947A9BA}" type="slidenum">
              <a:rPr lang="en-US"/>
              <a:pPr/>
              <a:t>‹#›</a:t>
            </a:fld>
            <a:endParaRPr lang="en-US"/>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EC4CF244-7E7C-4328-9486-46CFFFDC4883}"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CA1449CB-D4DC-41A2-B7AD-98EF68519EAB}" type="slidenum">
              <a:rPr lang="en-US"/>
              <a:pPr/>
              <a:t>‹#›</a:t>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42FF5E98-E3BD-44FE-803B-F2A02931F070}"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CD72EA4E-33C5-4FA1-BC31-93850CF22D59}" type="slidenum">
              <a:rPr lang="en-US"/>
              <a:pPr/>
              <a:t>‹#›</a:t>
            </a:fld>
            <a:endParaRPr lang="en-US"/>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815DF109-6D8F-46C2-8FEA-DD40AEB599FD}"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E760863D-6BC8-429C-9523-57EC5E29BF3F}" type="slidenum">
              <a:rPr lang="en-US"/>
              <a:pPr/>
              <a:t>‹#›</a:t>
            </a:fld>
            <a:endParaRPr lang="en-US"/>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7BE261FE-0104-43FA-BFDA-6560819F8EE0}"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CD18CA45-093B-4860-882E-835EFC57BFCD}" type="slidenum">
              <a:rPr lang="en-US"/>
              <a:pPr/>
              <a:t>‹#›</a:t>
            </a:fld>
            <a:endParaRPr lang="en-US"/>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1C8D41B8-3587-432D-8631-1DE12D0CB1F9}"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762AAF46-97D5-4436-82C2-DB22D89BE6B8}" type="slidenum">
              <a:rPr lang="en-US"/>
              <a:pPr/>
              <a:t>‹#›</a:t>
            </a:fld>
            <a:endParaRPr lang="en-US"/>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6B00E265-05C7-4319-B1BF-41BD5FD07278}"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9916D29D-1E7B-4DAE-9808-6A992E4C6C45}" type="slidenum">
              <a:rPr lang="en-US"/>
              <a:pPr/>
              <a:t>‹#›</a:t>
            </a:fld>
            <a:endParaRPr lang="en-US"/>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46A271D4-B1DC-4318-9A01-A8A08AB2782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AA31C670-7CA2-4863-B169-2493E5B14D34}" type="slidenum">
              <a:rPr lang="en-US"/>
              <a:pPr/>
              <a:t>‹#›</a:t>
            </a:fld>
            <a:endParaRPr lang="en-US"/>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4CE40F16-F086-4424-B5C4-A07BD0C9C33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12E3C1B1-5B6A-41C6-8ECA-8F094C1F0CF8}" type="slidenum">
              <a:rPr lang="en-US"/>
              <a:pPr/>
              <a:t>‹#›</a:t>
            </a:fld>
            <a:endParaRPr lang="en-US"/>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F42BC3C4-5A5B-45F0-8261-D959B0BE26E7}"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66556EF7-BA06-4EA1-9090-D23A4D84588D}" type="slidenum">
              <a:rPr lang="en-US"/>
              <a:pPr/>
              <a:t>‹#›</a:t>
            </a:fld>
            <a:endParaRPr lang="en-US"/>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9A12E35E-A14E-4D8E-899A-A2C966E60413}"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C94505E-1DE9-41A9-8EF7-25D872803591}" type="slidenum">
              <a:rPr lang="en-US"/>
              <a:pPr/>
              <a:t>‹#›</a:t>
            </a:fld>
            <a:endParaRPr lang="en-US"/>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7E398CC4-66FC-4C22-8397-026CC3FEC7DF}"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A440091A-979D-4C0D-A03C-FDCB963548FD}" type="slidenum">
              <a:rPr lang="en-US"/>
              <a:pPr/>
              <a:t>‹#›</a:t>
            </a:fld>
            <a:endParaRPr lang="en-US"/>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0C90FB4B-6ACD-4687-8CE9-3499D6588FC8}"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6D396C3C-96EC-415B-B68C-EA2F39740A3C}" type="slidenum">
              <a:rPr lang="en-US"/>
              <a:pPr/>
              <a:t>‹#›</a:t>
            </a:fld>
            <a:endParaRPr lang="en-US"/>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87BC7961-08D2-4CDA-A40D-9BBEA574678A}"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49816B7F-E474-4D56-8CD0-883B0FCB7344}" type="slidenum">
              <a:rPr lang="en-US"/>
              <a:pPr/>
              <a:t>‹#›</a:t>
            </a:fld>
            <a:endParaRPr lang="en-US"/>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7EA26423-3D40-4A97-AEB3-28DDF65AA76B}"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A9BFF9F7-8683-4A15-BAD2-E97C9B6DA32E}" type="slidenum">
              <a:rPr lang="en-US"/>
              <a:pPr/>
              <a:t>‹#›</a:t>
            </a:fld>
            <a:endParaRPr lang="en-US"/>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494E861-4381-44E6-81A7-FD2AF5694062}"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FE8C493E-7F0B-4584-93E1-6A250E1E5C1C}" type="slidenum">
              <a:rPr lang="en-US"/>
              <a:pPr/>
              <a:t>‹#›</a:t>
            </a:fld>
            <a:endParaRPr lang="en-US"/>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8AAB7E07-5851-456C-AED2-B2E761C682D7}"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DEA14C98-8B3A-4C28-81F1-0909DF92B021}" type="slidenum">
              <a:rPr lang="en-US"/>
              <a:pPr/>
              <a:t>‹#›</a:t>
            </a:fld>
            <a:endParaRPr lang="en-US"/>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67DE6489-5744-4E53-8B0B-1EC3E1C0462C}"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CABA4D0A-9366-4A78-9402-A58C0E7B6A8B}" type="slidenum">
              <a:rPr lang="en-US"/>
              <a:pPr/>
              <a:t>‹#›</a:t>
            </a:fld>
            <a:endParaRPr lang="en-US"/>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84B7B817-0668-4DF2-93B2-E84938797FE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F015A10-D42B-45BB-850A-5D8E45B3A204}" type="slidenum">
              <a:rPr lang="en-US"/>
              <a:pPr/>
              <a:t>‹#›</a:t>
            </a:fld>
            <a:endParaRPr lang="en-US"/>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7C6ADEA4-D388-4C54-88A8-0AA794DD278A}"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9F3A4D62-3F59-4ED6-9CCB-EA941829E22F}" type="slidenum">
              <a:rPr lang="en-US"/>
              <a:pPr/>
              <a:t>‹#›</a:t>
            </a:fld>
            <a:endParaRPr lang="en-US"/>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437F74E3-54E1-4F8D-8E77-043956019C5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3D4FB4A8-59B4-4B4D-B989-8780FAF4B161}" type="slidenum">
              <a:rPr lang="en-US"/>
              <a:pPr/>
              <a:t>‹#›</a:t>
            </a:fld>
            <a:endParaRPr lang="en-US"/>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C4C45949-835E-4447-989C-9D7E3C7E482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5DB27FD6-7196-45B3-AB5B-AC24C21D0E83}" type="slidenum">
              <a:rPr lang="en-US"/>
              <a:pPr/>
              <a:t>‹#›</a:t>
            </a:fld>
            <a:endParaRPr lang="en-US"/>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4675525B-E851-421B-9075-9B8ED493D56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642AB418-1A39-4EA7-AA37-0BB34DD97894}" type="slidenum">
              <a:rPr lang="en-US"/>
              <a:pPr/>
              <a:t>‹#›</a:t>
            </a:fld>
            <a:endParaRPr lang="en-US"/>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3164B455-1DAE-492D-A45A-6F3A2B00BA95}"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282BB4F4-229F-4EB6-8EBE-4309F70AC905}" type="slidenum">
              <a:rPr lang="en-US"/>
              <a:pPr/>
              <a:t>‹#›</a:t>
            </a:fld>
            <a:endParaRPr lang="en-US"/>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B7A9B50D-6C94-4CDA-9F9A-F9293267A1EB}"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365CC300-E8EE-42F0-9328-06E7E6FAD73B}" type="slidenum">
              <a:rPr lang="en-US"/>
              <a:pPr/>
              <a:t>‹#›</a:t>
            </a:fld>
            <a:endParaRPr lang="en-US"/>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E7754224-C7B5-43A1-A16A-96F4EB5B66AB}"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6164DD93-F028-48E0-BD33-449EA767FB70}" type="slidenum">
              <a:rPr lang="en-US"/>
              <a:pPr/>
              <a:t>‹#›</a:t>
            </a:fld>
            <a:endParaRPr lang="en-US"/>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81E0D04-F34B-41BD-8E6D-E2915FCEB111}"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95B57D1B-72AC-473D-AFE4-1886231FB734}" type="slidenum">
              <a:rPr lang="en-US"/>
              <a:pPr/>
              <a:t>‹#›</a:t>
            </a:fld>
            <a:endParaRPr lang="en-US"/>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8AD25AB9-44C7-44D1-9958-DD267B304646}"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0BE2EE0F-D06D-43E7-A4FA-1F96ABFF87B7}" type="slidenum">
              <a:rPr lang="en-US"/>
              <a:pPr/>
              <a:t>‹#›</a:t>
            </a:fld>
            <a:endParaRPr lang="en-US"/>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7DBEC115-589D-40CE-872D-2B6F44C46B9C}"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0C270461-86C6-43FE-A005-9756284CF95B}" type="slidenum">
              <a:rPr lang="en-US"/>
              <a:pPr/>
              <a:t>‹#›</a:t>
            </a:fld>
            <a:endParaRPr lang="en-US"/>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1A713EAD-42A8-4CDC-ABEE-8A31C0EBE196}"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DCBD8081-AFA6-4955-A3A6-5EECB029F6E5}" type="slidenum">
              <a:rPr lang="en-US"/>
              <a:pPr/>
              <a:t>‹#›</a:t>
            </a:fld>
            <a:endParaRPr lang="en-US"/>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8A1D0983-2F19-4071-9FA0-73AF95B4D0A7}"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18DED118-D5C5-4750-B9BE-C0AC17FF6FB0}" type="slidenum">
              <a:rPr lang="en-US"/>
              <a:pPr/>
              <a:t>‹#›</a:t>
            </a:fld>
            <a:endParaRPr lang="en-US"/>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D95341F3-E0BB-423F-80E0-AD70C9EB8394}"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053C1B1-E202-4955-A622-E7A9B0826933}" type="slidenum">
              <a:rPr lang="en-US"/>
              <a:pPr/>
              <a:t>‹#›</a:t>
            </a:fld>
            <a:endParaRPr lang="en-US"/>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F1C18A2C-1465-4F4D-B68B-FFAE0FC67B13}"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55C2925F-FFB1-425E-9291-603B8069EB21}" type="slidenum">
              <a:rPr lang="en-US"/>
              <a:pPr/>
              <a:t>‹#›</a:t>
            </a:fld>
            <a:endParaRPr lang="en-US"/>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E2E9DEB1-42F4-4C4A-9472-0AFCA587868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D7485CC9-C47C-4926-A087-D8ED712A5F89}" type="slidenum">
              <a:rPr lang="en-US"/>
              <a:pPr/>
              <a:t>‹#›</a:t>
            </a:fld>
            <a:endParaRPr lang="en-US"/>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808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D8B36006-50B5-4D93-AC41-43E7AFAC59D4}"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49AA5D18-FC18-4287-B782-A83A076DC6B2}" type="slidenum">
              <a:rPr lang="en-US"/>
              <a:pPr/>
              <a:t>‹#›</a:t>
            </a:fld>
            <a:endParaRPr lang="en-US"/>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FE294A7D-0F08-408A-808B-378642A1DF94}"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0EFE43A7-FF08-471B-BEDB-380AEAA6B2EF}" type="slidenum">
              <a:rPr lang="en-US"/>
              <a:pPr/>
              <a:t>‹#›</a:t>
            </a:fld>
            <a:endParaRPr lang="en-US"/>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23C25A2C-97E5-4FE3-8FF7-948D6D1548D8}"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3F490704-07EC-4CEB-9AD1-9CAE992A6077}" type="slidenum">
              <a:rPr lang="en-US"/>
              <a:pPr/>
              <a:t>‹#›</a:t>
            </a:fld>
            <a:endParaRPr lang="en-US"/>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B41912F2-A643-4890-A18A-47F4A986F668}"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810E25B8-8BC9-439F-B7B9-3F9F662BFBB0}" type="slidenum">
              <a:rPr lang="en-US"/>
              <a:pPr/>
              <a:t>‹#›</a:t>
            </a:fld>
            <a:endParaRPr lang="en-US"/>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D738F1CB-80F6-49A7-B123-A4303D76C7C4}"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75833CA5-A08A-4C60-AC9F-8D483130083B}" type="slidenum">
              <a:rPr lang="en-US"/>
              <a:pPr/>
              <a:t>‹#›</a:t>
            </a:fld>
            <a:endParaRPr lang="en-US"/>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CFD86FA-724D-47FD-9AA3-63A1772D3D48}"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1ABF0751-C75D-407C-90DD-769EF1F596D4}" type="slidenum">
              <a:rPr lang="en-US"/>
              <a:pPr/>
              <a:t>‹#›</a:t>
            </a:fld>
            <a:endParaRPr lang="en-US"/>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202C2BD9-B023-4828-8224-13EBD069F6B9}"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BCE2C17C-BE37-446C-B4EE-10A677B8A2FE}" type="slidenum">
              <a:rPr lang="en-US"/>
              <a:pPr/>
              <a:t>‹#›</a:t>
            </a:fld>
            <a:endParaRPr lang="en-US"/>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86397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8639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E804810C-A23F-4B80-845A-DEDF8597BC9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8A8EC261-E66B-4F00-935C-D732B31A019A}" type="slidenum">
              <a:rPr lang="en-US"/>
              <a:pPr/>
              <a:t>‹#›</a:t>
            </a:fld>
            <a:endParaRPr lang="en-US"/>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6E03104C-CFCB-4C95-9A1E-42A9918270F4}"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6EBD449-942A-4CC4-9A10-08435054F088}" type="slidenum">
              <a:rPr lang="en-US"/>
              <a:pPr/>
              <a:t>‹#›</a:t>
            </a:fld>
            <a:endParaRPr lang="en-US"/>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45FFF82E-66FD-4AED-BCB5-986507DAF01A}"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B0D81EF3-0CF4-43B6-B34A-82B2B13BFC5B}" type="slidenum">
              <a:rPr lang="en-US"/>
              <a:pPr/>
              <a:t>‹#›</a:t>
            </a:fld>
            <a:endParaRPr lang="en-US"/>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567E4C5D-A519-4131-A5C1-7C654977C1E0}"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F22D6AA7-19A4-48BE-8BBE-F1AB5CF0D47F}" type="slidenum">
              <a:rPr lang="en-US"/>
              <a:pPr/>
              <a:t>‹#›</a:t>
            </a:fld>
            <a:endParaRPr lang="en-US"/>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1484313"/>
            <a:ext cx="3632200" cy="4824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1484313"/>
            <a:ext cx="3632200" cy="4824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09491259-7A11-40F3-B4A9-FC3F692C635C}"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2E5995DD-24F3-4FAF-B07D-1193476521BC}" type="slidenum">
              <a:rPr lang="en-US"/>
              <a:pPr/>
              <a:t>‹#›</a:t>
            </a:fld>
            <a:endParaRPr lang="en-US"/>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E2CC17AA-A29F-46A4-8B54-23C9A80544CD}"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ECCE69E8-73CA-4CFB-943A-644F44F64E80}" type="slidenum">
              <a:rPr lang="en-US"/>
              <a:pPr/>
              <a:t>‹#›</a:t>
            </a:fld>
            <a:endParaRPr lang="en-US"/>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E3FF0106-979B-4276-93F8-EE4BAE457CF2}"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A8CFF4E4-B3C9-4707-9F92-6661E6C84B58}" type="slidenum">
              <a:rPr lang="en-US"/>
              <a:pPr/>
              <a:t>‹#›</a:t>
            </a:fld>
            <a:endParaRPr lang="en-US"/>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53642BBC-445A-4BE5-8D50-9AA8F89793C7}"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3A8B2BA8-61E3-4F2D-82C8-C672AE69415B}" type="slidenum">
              <a:rPr lang="en-US"/>
              <a:pPr/>
              <a:t>‹#›</a:t>
            </a:fld>
            <a:endParaRPr lang="en-US"/>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127067D0-FFDD-43D6-A9C7-AE4D4B3A4D22}"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8F267B1C-0FDB-4E13-81F3-F39CE7141BF0}" type="slidenum">
              <a:rPr lang="en-US"/>
              <a:pPr/>
              <a:t>‹#›</a:t>
            </a:fld>
            <a:endParaRPr lang="en-US"/>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8F2F3E06-5AF3-49C3-AE4A-57FB17A91316}"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958C5891-3D13-44BE-A3AA-BA0B3BE0230D}" type="slidenum">
              <a:rPr lang="en-US"/>
              <a:pPr/>
              <a:t>‹#›</a:t>
            </a:fld>
            <a:endParaRPr lang="en-US"/>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48C3F2E0-54A1-45AE-ACA5-57FDB08E57CC}"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7B646F8-3DEA-4D37-B09A-775C9DA24446}" type="slidenum">
              <a:rPr lang="en-US"/>
              <a:pPr/>
              <a:t>‹#›</a:t>
            </a:fld>
            <a:endParaRPr lang="en-US"/>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430213"/>
            <a:ext cx="1854200" cy="5878512"/>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430213"/>
            <a:ext cx="5410200" cy="58785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81E1CE6A-B89C-4565-BE05-9377791F898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9A6852C0-EFAD-45E8-9A06-98A8E3E16C65}" type="slidenum">
              <a:rPr lang="en-US"/>
              <a:pPr/>
              <a:t>‹#›</a:t>
            </a:fld>
            <a:endParaRPr lang="en-US"/>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D146258A-8063-4D43-A4B1-5BE2E8EE062D}"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16CC3B0-39B2-4964-8B62-D69263E5836D}" type="slidenum">
              <a:rPr lang="en-US"/>
              <a:pPr/>
              <a:t>‹#›</a:t>
            </a:fld>
            <a:endParaRPr lang="en-US"/>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0A9E81C0-2FF1-4C6E-9B96-CBD7245BF12D}"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9EFCE429-29A7-4D5A-B08B-DE08A225869C}" type="slidenum">
              <a:rPr lang="en-US"/>
              <a:pPr/>
              <a:t>‹#›</a:t>
            </a:fld>
            <a:endParaRPr lang="en-US"/>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F95DA207-9BB1-4679-B6C3-BBA18747D70C}"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1302739-E6CD-4002-B2EC-3639096F4E80}" type="slidenum">
              <a:rPr lang="en-US"/>
              <a:pPr/>
              <a:t>‹#›</a:t>
            </a:fld>
            <a:endParaRPr lang="en-US"/>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3DB389D0-A173-4B73-9816-B2EAF229D305}"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DB06864B-21C4-4A0A-8D86-E1F972573FD0}" type="slidenum">
              <a:rPr lang="en-US"/>
              <a:pPr/>
              <a:t>‹#›</a:t>
            </a:fld>
            <a:endParaRPr lang="en-US"/>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355D4E98-73A3-4292-9CFD-D46A54989E91}"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80A8D5C2-F185-464B-9F98-AF44D498CA61}" type="slidenum">
              <a:rPr lang="en-US"/>
              <a:pPr/>
              <a:t>‹#›</a:t>
            </a:fld>
            <a:endParaRPr lang="en-US"/>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B6FB688D-ED20-43D3-A33F-45BDC5FD00EB}"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76C8345D-5874-4402-9435-69ADC228AE08}" type="slidenum">
              <a:rPr lang="en-US"/>
              <a:pPr/>
              <a:t>‹#›</a:t>
            </a:fld>
            <a:endParaRPr lang="en-US"/>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FFB1E9F6-BE13-4402-B08F-9CD11272C589}"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52EDE872-6584-41B4-9CB0-279D8FF4B919}" type="slidenum">
              <a:rPr lang="en-US"/>
              <a:pPr/>
              <a:t>‹#›</a:t>
            </a:fld>
            <a:endParaRPr lang="en-US"/>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5D59F93-59D1-429F-B35B-7DF91277FD3D}"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FA2FD375-371C-4734-9A44-AF436E7F5680}" type="slidenum">
              <a:rPr lang="en-US"/>
              <a:pPr/>
              <a:t>‹#›</a:t>
            </a:fld>
            <a:endParaRPr lang="en-US"/>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251BDB9F-06FB-4C72-87D9-FF69903BB54F}"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0F24A0DF-EC9B-47B0-AA6C-3F18164CB18C}" type="slidenum">
              <a:rPr lang="en-US"/>
              <a:pPr/>
              <a:t>‹#›</a:t>
            </a:fld>
            <a:endParaRPr lang="en-US"/>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01E1C2B0-4514-4286-B663-48FBB346BD5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DEA6BC6-FCA4-4944-B7FF-32C746ADB97D}" type="slidenum">
              <a:rPr lang="en-US"/>
              <a:pPr/>
              <a:t>‹#›</a:t>
            </a:fld>
            <a:endParaRPr lang="en-US"/>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5358910F-A9CF-4BB2-8BC3-911B6C09E43F}"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F607E0DE-970C-4AF6-8002-8AC64423B6BF}" type="slidenum">
              <a:rPr lang="en-US"/>
              <a:pPr/>
              <a:t>‹#›</a:t>
            </a:fld>
            <a:endParaRPr lang="en-US"/>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3228F92E-2796-460C-854C-458F028C130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816E2DBF-0AD3-4F2F-9503-E1E43706C6C3}" type="slidenum">
              <a:rPr lang="en-US"/>
              <a:pPr/>
              <a:t>‹#›</a:t>
            </a:fld>
            <a:endParaRPr lang="en-US"/>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FFEA3108-D307-442B-AC6A-E4FA70E2CA9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A1C054B1-0A83-402F-A9A7-07D7AD208FF9}" type="slidenum">
              <a:rPr lang="en-US"/>
              <a:pPr/>
              <a:t>‹#›</a:t>
            </a:fld>
            <a:endParaRPr lang="en-US"/>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DFB5859A-F3BA-44AA-BED9-47396DE6EB3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BA91AC84-97B9-4E82-8EA6-8D81A85CC40C}" type="slidenum">
              <a:rPr lang="en-US"/>
              <a:pPr/>
              <a:t>‹#›</a:t>
            </a:fld>
            <a:endParaRPr lang="en-US"/>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1F0F6B0C-7682-45B8-ABB0-3DDB51B8BA5B}"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10C7A565-1442-495D-BF68-86D0AA8489BE}" type="slidenum">
              <a:rPr lang="en-US"/>
              <a:pPr/>
              <a:t>‹#›</a:t>
            </a:fld>
            <a:endParaRPr lang="en-US"/>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E8CC94F0-5F03-4F5C-B6A4-D3C26F277E43}"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A2477F28-60FC-4A82-8FD7-A21473A80CB1}" type="slidenum">
              <a:rPr lang="en-US"/>
              <a:pPr/>
              <a:t>‹#›</a:t>
            </a:fld>
            <a:endParaRPr lang="en-US"/>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EE62BB51-518B-4DD4-AB88-F2FE5746AFD7}"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A2EA6799-C905-4229-8BD5-CC7B242F6AF5}" type="slidenum">
              <a:rPr lang="en-US"/>
              <a:pPr/>
              <a:t>‹#›</a:t>
            </a:fld>
            <a:endParaRPr lang="en-US"/>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143E430-4679-42B6-9409-45C8B594482C}"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4A3FC801-C0ED-407E-B163-2EA7FC1B7F40}" type="slidenum">
              <a:rPr lang="en-US"/>
              <a:pPr/>
              <a:t>‹#›</a:t>
            </a:fld>
            <a:endParaRPr lang="en-US"/>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04C7CCB-AB47-425B-A9F9-ECA9038F60DC}"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199B1924-EBED-4BD9-A6DF-F419AB29E71F}" type="slidenum">
              <a:rPr lang="en-US"/>
              <a:pPr/>
              <a:t>‹#›</a:t>
            </a:fld>
            <a:endParaRPr lang="en-US"/>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7AFE37BA-B674-462B-BAFE-66DEB816F7D7}"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5560067D-7456-4E1D-9BEE-316C9861FF32}" type="slidenum">
              <a:rPr lang="en-US"/>
              <a:pPr/>
              <a:t>‹#›</a:t>
            </a:fld>
            <a:endParaRPr lang="en-US"/>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B9B56F73-532C-43AC-AC31-64960B23FCE9}"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FEA42AB6-DD0E-4535-A60B-2B1A3FD0B499}" type="slidenum">
              <a:rPr lang="en-US"/>
              <a:pPr/>
              <a:t>‹#›</a:t>
            </a:fld>
            <a:endParaRPr lang="en-US"/>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66B6802-9853-4519-9751-711EFE7768E9}"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AFDEDF03-A663-46C0-8278-521F459BB2C2}" type="slidenum">
              <a:rPr lang="en-US"/>
              <a:pPr/>
              <a:t>‹#›</a:t>
            </a:fld>
            <a:endParaRPr lang="en-US"/>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B0D40D40-413E-4003-BA83-D5BA3FC7BCC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2FD29F62-D0C6-41B6-9C0C-31E2AC228DFD}" type="slidenum">
              <a:rPr lang="en-US"/>
              <a:pPr/>
              <a:t>‹#›</a:t>
            </a:fld>
            <a:endParaRPr lang="en-US"/>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EBE07B2E-A41E-40EC-87D3-E1C562992624}"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8373FA08-05B8-43A1-98C9-72FF9563AD0E}" type="slidenum">
              <a:rPr lang="en-US"/>
              <a:pPr/>
              <a:t>‹#›</a:t>
            </a:fld>
            <a:endParaRPr lang="en-US"/>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BD49EC08-8928-4998-811F-32E727D566F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BAB411F5-4B50-4B74-96D4-50ECE6C8DC4A}" type="slidenum">
              <a:rPr lang="en-US"/>
              <a:pPr/>
              <a:t>‹#›</a:t>
            </a:fld>
            <a:endParaRPr lang="en-US"/>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E5750221-9E93-4F14-8C49-AD7D95568156}"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9D60D5C0-0113-408D-A4AE-9EB5EF9626AB}" type="slidenum">
              <a:rPr lang="en-US"/>
              <a:pPr/>
              <a:t>‹#›</a:t>
            </a:fld>
            <a:endParaRPr lang="en-US"/>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484E9309-6F01-4572-BB6A-0BE02BA364F3}"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6C9B4807-AFD9-46AA-8847-89C8F7B4F86B}" type="slidenum">
              <a:rPr lang="en-US"/>
              <a:pPr/>
              <a:t>‹#›</a:t>
            </a:fld>
            <a:endParaRPr lang="en-US"/>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FBE2196A-6ADC-4476-953C-6D33B48520AD}"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5CCFF437-AEC7-497F-9146-00B93C2DDCB6}" type="slidenum">
              <a:rPr lang="en-US"/>
              <a:pPr/>
              <a:t>‹#›</a:t>
            </a:fld>
            <a:endParaRPr lang="en-US"/>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7A4FF842-BA92-4560-9BB4-39E8FE3A2DB2}"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52511EE0-8D12-4A4D-9768-C9BBF92B45E3}" type="slidenum">
              <a:rPr lang="en-US"/>
              <a:pPr/>
              <a:t>‹#›</a:t>
            </a:fld>
            <a:endParaRPr lang="en-US"/>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916E4915-89D5-4882-930C-AAEF2367F029}"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1DCE90F5-EB0C-4D08-A4FC-702A14579364}" type="slidenum">
              <a:rPr lang="en-US"/>
              <a:pPr/>
              <a:t>‹#›</a:t>
            </a:fld>
            <a:endParaRPr lang="en-US"/>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8E3F80E9-4859-40A2-8F5D-1AA3D9AB42D0}"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D377CA77-6C1B-4445-B234-6F630DD731B8}" type="slidenum">
              <a:rPr lang="en-US"/>
              <a:pPr/>
              <a:t>‹#›</a:t>
            </a:fld>
            <a:endParaRPr lang="en-US"/>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A6225718-F7CD-4B62-B64C-484762B3F15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9F861CB3-C95A-41C4-8C0D-2F46D73F09DA}" type="slidenum">
              <a:rPr lang="en-US"/>
              <a:pPr/>
              <a:t>‹#›</a:t>
            </a:fld>
            <a:endParaRPr lang="en-US"/>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A909A85-517E-4C26-A193-B49E98F77CDF}"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1C0BD1E7-067B-458A-A2B7-FCD85464E46D}" type="slidenum">
              <a:rPr lang="en-US"/>
              <a:pPr/>
              <a:t>‹#›</a:t>
            </a:fld>
            <a:endParaRPr lang="en-US"/>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C5868095-A207-425F-90EB-70DA45A759F1}"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DB986CC-D2A3-4521-BCDE-E7C9FC251E2B}" type="slidenum">
              <a:rPr lang="en-US"/>
              <a:pPr/>
              <a:t>‹#›</a:t>
            </a:fld>
            <a:endParaRPr lang="en-US"/>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28A3224-3449-4249-B32C-523C5457423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6C3C3D3C-84B3-4660-8D1D-6B62570A8385}" type="slidenum">
              <a:rPr lang="en-US"/>
              <a:pPr/>
              <a:t>‹#›</a:t>
            </a:fld>
            <a:endParaRPr lang="en-US"/>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57F40626-02C4-4C1A-9863-37B9020BE59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F508711E-C541-474B-B681-655049676CA1}" type="slidenum">
              <a:rPr lang="en-US"/>
              <a:pPr/>
              <a:t>‹#›</a:t>
            </a:fld>
            <a:endParaRPr lang="en-US"/>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2B74972E-3181-45E5-9F17-85ED38E31229}"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39FF0F62-6435-4750-865F-0D0BC62E3F98}" type="slidenum">
              <a:rPr lang="en-US"/>
              <a:pPr/>
              <a:t>‹#›</a:t>
            </a:fld>
            <a:endParaRPr lang="en-US"/>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F4463D60-5168-47F6-B9E3-DAD115DB37B8}"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636354F4-2F52-4BB5-AA90-D962ED2CF061}" type="slidenum">
              <a:rPr lang="en-US"/>
              <a:pPr/>
              <a:t>‹#›</a:t>
            </a:fld>
            <a:endParaRPr lang="en-US"/>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78BDF2A1-CECC-41D8-B2E3-64C9F1640A9C}"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C51E38A9-ADDA-4150-BF7A-B7A3C3B8F4E7}" type="slidenum">
              <a:rPr lang="en-US"/>
              <a:pPr/>
              <a:t>‹#›</a:t>
            </a:fld>
            <a:endParaRPr lang="en-US"/>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5E549F9-845D-4EE9-8B96-E74A16C45DE9}"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578C8A30-FE7F-4F6F-A0A0-306B327CB078}" type="slidenum">
              <a:rPr lang="en-US"/>
              <a:pPr/>
              <a:t>‹#›</a:t>
            </a:fld>
            <a:endParaRPr lang="en-US"/>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4190D70-F1AE-4D59-84CD-D87D8E38F943}"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B92F0EB6-75DE-43D0-9948-10F4EE5DC505}" type="slidenum">
              <a:rPr lang="en-US"/>
              <a:pPr/>
              <a:t>‹#›</a:t>
            </a:fld>
            <a:endParaRPr lang="en-US"/>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5B3D355-D3D2-416B-B43B-0CF10723CA79}"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0E322BC0-3005-43F1-A25D-8ECB195CF0F6}" type="slidenum">
              <a:rPr lang="en-US"/>
              <a:pPr/>
              <a:t>‹#›</a:t>
            </a:fld>
            <a:endParaRPr lang="en-US"/>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56E257AF-2F27-4264-B5E2-C23733E7D163}"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0CFD64BA-CD9D-4AE0-A942-080DE3C23F64}" type="slidenum">
              <a:rPr lang="en-US"/>
              <a:pPr/>
              <a:t>‹#›</a:t>
            </a:fld>
            <a:endParaRPr lang="en-US"/>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1AECE954-561C-441C-83B9-6C72838386F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7F272149-62B4-4228-8EED-0B31FEE6EF99}" type="slidenum">
              <a:rPr lang="en-US"/>
              <a:pPr/>
              <a:t>‹#›</a:t>
            </a:fld>
            <a:endParaRPr lang="en-US"/>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C4FEA1A0-8716-429E-A110-6F252A969FC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EE8A42AB-CE96-471F-8260-DCAFC763B388}" type="slidenum">
              <a:rPr lang="en-US"/>
              <a:pPr/>
              <a:t>‹#›</a:t>
            </a:fld>
            <a:endParaRPr lang="en-US"/>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CA65F1E9-F5CA-48F1-9703-ABFB91AB5FDB}"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B2F3C9C-AB10-46A8-B298-A8C33133AEA6}" type="slidenum">
              <a:rPr lang="en-US"/>
              <a:pPr/>
              <a:t>‹#›</a:t>
            </a:fld>
            <a:endParaRPr lang="en-US"/>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6C2FE9F0-D4AD-4A1A-96A7-00B988D2511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F58879EC-CD62-4BC2-AF64-DC63B1ED7DEF}" type="slidenum">
              <a:rPr lang="en-US"/>
              <a:pPr/>
              <a:t>‹#›</a:t>
            </a:fld>
            <a:endParaRPr lang="en-US"/>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16A8E328-4E67-47E3-B287-C538587D3220}"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19DCBE7A-AEE9-4696-9E12-BE26E8AE70A8}" type="slidenum">
              <a:rPr lang="en-US"/>
              <a:pPr/>
              <a:t>‹#›</a:t>
            </a:fld>
            <a:endParaRPr lang="en-US"/>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BBB9C87B-B94F-4837-8FC2-2DCEA0D89D35}"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247BAAE7-CBCA-47A0-8B4F-50ADE1B0BC1A}" type="slidenum">
              <a:rPr lang="en-US"/>
              <a:pPr/>
              <a:t>‹#›</a:t>
            </a:fld>
            <a:endParaRPr lang="en-US"/>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69DA023E-375D-43B7-B465-62066CE1428F}"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48E78C3B-E191-4F0B-87FC-BBCD0C496C6E}" type="slidenum">
              <a:rPr lang="en-US"/>
              <a:pPr/>
              <a:t>‹#›</a:t>
            </a:fld>
            <a:endParaRPr lang="en-US"/>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CC30C9C-2A20-46BD-8536-4665C4EEC9E6}"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18F94598-68FD-4F2C-8AE2-06540977098E}" type="slidenum">
              <a:rPr lang="en-US"/>
              <a:pPr/>
              <a:t>‹#›</a:t>
            </a:fld>
            <a:endParaRPr lang="en-US"/>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C8DD3AA8-F839-4DCD-94C6-81D83A16EA11}"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3E7EBDA2-65E7-48E7-A8D6-7ECE21FD2F44}" type="slidenum">
              <a:rPr lang="en-US"/>
              <a:pPr/>
              <a:t>‹#›</a:t>
            </a:fld>
            <a:endParaRPr lang="en-US"/>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48563F5-B288-4203-891E-4511BA072567}"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08EDE439-782E-464F-AF32-F61125FCD3A2}" type="slidenum">
              <a:rPr lang="en-US"/>
              <a:pPr/>
              <a:t>‹#›</a:t>
            </a:fld>
            <a:endParaRPr lang="en-US"/>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7DAD653-D72C-495B-8760-328963912029}"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CF317237-8B71-452D-9BD5-B34B6C51DF04}" type="slidenum">
              <a:rPr lang="en-US"/>
              <a:pPr/>
              <a:t>‹#›</a:t>
            </a:fld>
            <a:endParaRPr lang="en-US"/>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084138C-BDB2-4E58-8E41-3E6A236DA9FE}"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551F5982-60B1-407E-8AC2-BC1806E39B1E}" type="slidenum">
              <a:rPr lang="en-US"/>
              <a:pPr/>
              <a:t>‹#›</a:t>
            </a:fld>
            <a:endParaRPr lang="en-US"/>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lvl1pPr>
              <a:defRPr/>
            </a:lvl1pPr>
          </a:lstStyle>
          <a:p>
            <a:fld id="{751D0475-5A89-4AB2-9D79-41077F177980}"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3B583109-314E-43D7-97F1-1E4685ED1D0E}" type="slidenum">
              <a:rPr lang="en-US"/>
              <a:pPr/>
              <a:t>‹#›</a:t>
            </a:fld>
            <a:endParaRPr lang="en-US"/>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5A107AB4-2D70-401B-AA4C-E18AE4353A28}"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111728E-BD62-496C-B70D-0BF5275F5219}" type="slidenum">
              <a:rPr lang="en-US"/>
              <a:pPr/>
              <a:t>‹#›</a:t>
            </a:fld>
            <a:endParaRPr lang="en-US"/>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EEC67093-7FB9-414F-8315-B24A54915FF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7C940A86-2865-4036-A317-6B3DAFFE4B8C}" type="slidenum">
              <a:rPr lang="en-US"/>
              <a:pPr/>
              <a:t>‹#›</a:t>
            </a:fld>
            <a:endParaRPr lang="en-US"/>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14763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5260975" y="3789363"/>
            <a:ext cx="3632200" cy="2519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lvl1pPr>
              <a:defRPr/>
            </a:lvl1pPr>
          </a:lstStyle>
          <a:p>
            <a:fld id="{A820B007-B27F-454D-8C34-DB358DD06C74}"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20A393CC-3ABB-40E5-BF3C-086F257CCE34}" type="slidenum">
              <a:rPr lang="en-US"/>
              <a:pPr/>
              <a:t>‹#›</a:t>
            </a:fld>
            <a:endParaRPr lang="en-US"/>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lvl1pPr>
              <a:defRPr/>
            </a:lvl1pPr>
          </a:lstStyle>
          <a:p>
            <a:fld id="{9032781B-18F8-459F-AE58-4083CEF959FA}" type="datetime1">
              <a:rPr lang="en-US"/>
              <a:pPr/>
              <a:t>11/30/2012</a:t>
            </a:fld>
            <a:endParaRPr lang="en-US"/>
          </a:p>
        </p:txBody>
      </p:sp>
      <p:sp>
        <p:nvSpPr>
          <p:cNvPr id="8" name="Slide Number Placeholder 7"/>
          <p:cNvSpPr>
            <a:spLocks noGrp="1"/>
          </p:cNvSpPr>
          <p:nvPr>
            <p:ph type="sldNum" sz="quarter" idx="11"/>
          </p:nvPr>
        </p:nvSpPr>
        <p:spPr/>
        <p:txBody>
          <a:bodyPr/>
          <a:lstStyle>
            <a:lvl1pPr>
              <a:defRPr/>
            </a:lvl1pPr>
          </a:lstStyle>
          <a:p>
            <a:fld id="{3052694A-5E48-4F5C-83A1-24C1A1936DEC}" type="slidenum">
              <a:rPr lang="en-US"/>
              <a:pPr/>
              <a:t>‹#›</a:t>
            </a:fld>
            <a:endParaRPr lang="en-US"/>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lvl1pPr>
              <a:defRPr/>
            </a:lvl1pPr>
          </a:lstStyle>
          <a:p>
            <a:fld id="{667E3643-808E-4EDD-9ACD-A665626A6041}" type="datetime1">
              <a:rPr lang="en-US"/>
              <a:pPr/>
              <a:t>11/30/2012</a:t>
            </a:fld>
            <a:endParaRPr lang="en-US"/>
          </a:p>
        </p:txBody>
      </p:sp>
      <p:sp>
        <p:nvSpPr>
          <p:cNvPr id="4" name="Slide Number Placeholder 3"/>
          <p:cNvSpPr>
            <a:spLocks noGrp="1"/>
          </p:cNvSpPr>
          <p:nvPr>
            <p:ph type="sldNum" sz="quarter" idx="11"/>
          </p:nvPr>
        </p:nvSpPr>
        <p:spPr/>
        <p:txBody>
          <a:bodyPr/>
          <a:lstStyle>
            <a:lvl1pPr>
              <a:defRPr/>
            </a:lvl1pPr>
          </a:lstStyle>
          <a:p>
            <a:fld id="{F91BB7AC-994D-4D1A-A148-CC59A7C0F4CD}" type="slidenum">
              <a:rPr lang="en-US"/>
              <a:pPr/>
              <a:t>‹#›</a:t>
            </a:fld>
            <a:endParaRPr lang="en-US"/>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F46C527-EB19-4B92-B07E-370904EB1FFB}" type="datetime1">
              <a:rPr lang="en-US"/>
              <a:pPr/>
              <a:t>11/30/2012</a:t>
            </a:fld>
            <a:endParaRPr lang="en-US"/>
          </a:p>
        </p:txBody>
      </p:sp>
      <p:sp>
        <p:nvSpPr>
          <p:cNvPr id="3" name="Slide Number Placeholder 2"/>
          <p:cNvSpPr>
            <a:spLocks noGrp="1"/>
          </p:cNvSpPr>
          <p:nvPr>
            <p:ph type="sldNum" sz="quarter" idx="11"/>
          </p:nvPr>
        </p:nvSpPr>
        <p:spPr/>
        <p:txBody>
          <a:bodyPr/>
          <a:lstStyle>
            <a:lvl1pPr>
              <a:defRPr/>
            </a:lvl1pPr>
          </a:lstStyle>
          <a:p>
            <a:fld id="{574BB2DF-2A10-43CE-A803-71A0226B0C2F}" type="slidenum">
              <a:rPr lang="en-US"/>
              <a:pPr/>
              <a:t>‹#›</a:t>
            </a:fld>
            <a:endParaRPr lang="en-US"/>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709771B-C36F-4F49-9CA5-99862C5F9346}"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85AD691F-C29B-4513-B4B2-3525C962EBA1}" type="slidenum">
              <a:rPr lang="en-US"/>
              <a:pPr/>
              <a:t>‹#›</a:t>
            </a:fld>
            <a:endParaRPr lang="en-US"/>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D8FFDE92-08FB-45D7-A4D2-38E18ABFDC95}" type="datetime1">
              <a:rPr lang="en-US"/>
              <a:pPr/>
              <a:t>11/30/2012</a:t>
            </a:fld>
            <a:endParaRPr lang="en-US"/>
          </a:p>
        </p:txBody>
      </p:sp>
      <p:sp>
        <p:nvSpPr>
          <p:cNvPr id="6" name="Slide Number Placeholder 5"/>
          <p:cNvSpPr>
            <a:spLocks noGrp="1"/>
          </p:cNvSpPr>
          <p:nvPr>
            <p:ph type="sldNum" sz="quarter" idx="11"/>
          </p:nvPr>
        </p:nvSpPr>
        <p:spPr/>
        <p:txBody>
          <a:bodyPr/>
          <a:lstStyle>
            <a:lvl1pPr>
              <a:defRPr/>
            </a:lvl1pPr>
          </a:lstStyle>
          <a:p>
            <a:fld id="{E99B4FAD-213C-49CD-BA86-20926D9F741E}" type="slidenum">
              <a:rPr lang="en-US"/>
              <a:pPr/>
              <a:t>‹#›</a:t>
            </a:fld>
            <a:endParaRPr lang="en-US"/>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1F96E99-29F3-4CE7-9487-EB9E49FE29E6}"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14496365-FEED-455D-848C-E087F075B083}" type="slidenum">
              <a:rPr lang="en-US"/>
              <a:pPr/>
              <a:t>‹#›</a:t>
            </a:fld>
            <a:endParaRPr lang="en-US"/>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38975" y="2733675"/>
            <a:ext cx="1854200" cy="3575050"/>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1476375" y="2733675"/>
            <a:ext cx="5410200" cy="35750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lvl1pPr>
              <a:defRPr/>
            </a:lvl1pPr>
          </a:lstStyle>
          <a:p>
            <a:fld id="{D55C5CFD-2A6E-48FA-8B9C-5882C20EBBB2}" type="datetime1">
              <a:rPr lang="en-US"/>
              <a:pPr/>
              <a:t>11/30/2012</a:t>
            </a:fld>
            <a:endParaRPr lang="en-US"/>
          </a:p>
        </p:txBody>
      </p:sp>
      <p:sp>
        <p:nvSpPr>
          <p:cNvPr id="5" name="Slide Number Placeholder 4"/>
          <p:cNvSpPr>
            <a:spLocks noGrp="1"/>
          </p:cNvSpPr>
          <p:nvPr>
            <p:ph type="sldNum" sz="quarter" idx="11"/>
          </p:nvPr>
        </p:nvSpPr>
        <p:spPr/>
        <p:txBody>
          <a:bodyPr/>
          <a:lstStyle>
            <a:lvl1pPr>
              <a:defRPr/>
            </a:lvl1pPr>
          </a:lstStyle>
          <a:p>
            <a:fld id="{450C06C0-C061-4ED6-A0F2-536DC9C0B30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4.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5.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image" Target="../media/image6.jpe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7.jpe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8.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image" Target="../media/image9.jpeg"/><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theme" Target="../theme/theme8.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image" Target="../media/image10.jpeg"/><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theme" Target="../theme/theme9.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image" Target="../media/image1.jpeg"/><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theme" Target="../theme/theme10.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image" Target="../media/image11.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image" Target="../media/image5.jpeg"/><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theme" Target="../theme/theme11.xml"/><Relationship Id="rId2" Type="http://schemas.openxmlformats.org/officeDocument/2006/relationships/slideLayout" Target="../slideLayouts/slideLayout114.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image" Target="../media/image11.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image" Target="../media/image6.jpeg"/><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theme" Target="../theme/theme12.xml"/><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0" Type="http://schemas.openxmlformats.org/officeDocument/2006/relationships/slideLayout" Target="../slideLayouts/slideLayout133.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image" Target="../media/image11.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image" Target="../media/image7.jpeg"/><Relationship Id="rId3" Type="http://schemas.openxmlformats.org/officeDocument/2006/relationships/slideLayout" Target="../slideLayouts/slideLayout137.xml"/><Relationship Id="rId7" Type="http://schemas.openxmlformats.org/officeDocument/2006/relationships/slideLayout" Target="../slideLayouts/slideLayout141.xml"/><Relationship Id="rId12" Type="http://schemas.openxmlformats.org/officeDocument/2006/relationships/theme" Target="../theme/theme13.xml"/><Relationship Id="rId2" Type="http://schemas.openxmlformats.org/officeDocument/2006/relationships/slideLayout" Target="../slideLayouts/slideLayout136.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0" Type="http://schemas.openxmlformats.org/officeDocument/2006/relationships/slideLayout" Target="../slideLayouts/slideLayout144.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image" Target="../media/image11.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3.xml"/><Relationship Id="rId13" Type="http://schemas.openxmlformats.org/officeDocument/2006/relationships/image" Target="../media/image8.jpeg"/><Relationship Id="rId3" Type="http://schemas.openxmlformats.org/officeDocument/2006/relationships/slideLayout" Target="../slideLayouts/slideLayout148.xml"/><Relationship Id="rId7" Type="http://schemas.openxmlformats.org/officeDocument/2006/relationships/slideLayout" Target="../slideLayouts/slideLayout152.xml"/><Relationship Id="rId12" Type="http://schemas.openxmlformats.org/officeDocument/2006/relationships/theme" Target="../theme/theme14.xml"/><Relationship Id="rId2" Type="http://schemas.openxmlformats.org/officeDocument/2006/relationships/slideLayout" Target="../slideLayouts/slideLayout147.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5" Type="http://schemas.openxmlformats.org/officeDocument/2006/relationships/slideLayout" Target="../slideLayouts/slideLayout150.xml"/><Relationship Id="rId10" Type="http://schemas.openxmlformats.org/officeDocument/2006/relationships/slideLayout" Target="../slideLayouts/slideLayout155.xml"/><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image" Target="../media/image11.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image" Target="../media/image9.jpeg"/><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theme" Target="../theme/theme15.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image" Target="../media/image11.png"/></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5.xml"/><Relationship Id="rId13" Type="http://schemas.openxmlformats.org/officeDocument/2006/relationships/image" Target="../media/image10.jpeg"/><Relationship Id="rId3" Type="http://schemas.openxmlformats.org/officeDocument/2006/relationships/slideLayout" Target="../slideLayouts/slideLayout170.xml"/><Relationship Id="rId7" Type="http://schemas.openxmlformats.org/officeDocument/2006/relationships/slideLayout" Target="../slideLayouts/slideLayout174.xml"/><Relationship Id="rId12" Type="http://schemas.openxmlformats.org/officeDocument/2006/relationships/theme" Target="../theme/theme16.xml"/><Relationship Id="rId2" Type="http://schemas.openxmlformats.org/officeDocument/2006/relationships/slideLayout" Target="../slideLayouts/slideLayout169.x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1" Type="http://schemas.openxmlformats.org/officeDocument/2006/relationships/slideLayout" Target="../slideLayouts/slideLayout178.xml"/><Relationship Id="rId5" Type="http://schemas.openxmlformats.org/officeDocument/2006/relationships/slideLayout" Target="../slideLayouts/slideLayout172.xml"/><Relationship Id="rId10" Type="http://schemas.openxmlformats.org/officeDocument/2006/relationships/slideLayout" Target="../slideLayouts/slideLayout177.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14" Type="http://schemas.openxmlformats.org/officeDocument/2006/relationships/image" Target="../media/image11.pn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6.xml"/><Relationship Id="rId13" Type="http://schemas.openxmlformats.org/officeDocument/2006/relationships/theme" Target="../theme/theme17.xml"/><Relationship Id="rId3" Type="http://schemas.openxmlformats.org/officeDocument/2006/relationships/slideLayout" Target="../slideLayouts/slideLayout181.xml"/><Relationship Id="rId7" Type="http://schemas.openxmlformats.org/officeDocument/2006/relationships/slideLayout" Target="../slideLayouts/slideLayout185.xml"/><Relationship Id="rId12" Type="http://schemas.openxmlformats.org/officeDocument/2006/relationships/slideLayout" Target="../slideLayouts/slideLayout190.xml"/><Relationship Id="rId2" Type="http://schemas.openxmlformats.org/officeDocument/2006/relationships/slideLayout" Target="../slideLayouts/slideLayout180.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1" Type="http://schemas.openxmlformats.org/officeDocument/2006/relationships/slideLayout" Target="../slideLayouts/slideLayout189.xml"/><Relationship Id="rId5" Type="http://schemas.openxmlformats.org/officeDocument/2006/relationships/slideLayout" Target="../slideLayouts/slideLayout183.xml"/><Relationship Id="rId10" Type="http://schemas.openxmlformats.org/officeDocument/2006/relationships/slideLayout" Target="../slideLayouts/slideLayout188.xml"/><Relationship Id="rId4" Type="http://schemas.openxmlformats.org/officeDocument/2006/relationships/slideLayout" Target="../slideLayouts/slideLayout182.xml"/><Relationship Id="rId9" Type="http://schemas.openxmlformats.org/officeDocument/2006/relationships/slideLayout" Target="../slideLayouts/slideLayout187.xml"/><Relationship Id="rId14" Type="http://schemas.openxmlformats.org/officeDocument/2006/relationships/image" Target="../media/image12.jpeg"/></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98.xml"/><Relationship Id="rId13" Type="http://schemas.openxmlformats.org/officeDocument/2006/relationships/theme" Target="../theme/theme18.xml"/><Relationship Id="rId3" Type="http://schemas.openxmlformats.org/officeDocument/2006/relationships/slideLayout" Target="../slideLayouts/slideLayout193.xml"/><Relationship Id="rId7" Type="http://schemas.openxmlformats.org/officeDocument/2006/relationships/slideLayout" Target="../slideLayouts/slideLayout197.xml"/><Relationship Id="rId12" Type="http://schemas.openxmlformats.org/officeDocument/2006/relationships/slideLayout" Target="../slideLayouts/slideLayout202.xml"/><Relationship Id="rId2" Type="http://schemas.openxmlformats.org/officeDocument/2006/relationships/slideLayout" Target="../slideLayouts/slideLayout192.xml"/><Relationship Id="rId1" Type="http://schemas.openxmlformats.org/officeDocument/2006/relationships/slideLayout" Target="../slideLayouts/slideLayout191.xml"/><Relationship Id="rId6" Type="http://schemas.openxmlformats.org/officeDocument/2006/relationships/slideLayout" Target="../slideLayouts/slideLayout196.xml"/><Relationship Id="rId11" Type="http://schemas.openxmlformats.org/officeDocument/2006/relationships/slideLayout" Target="../slideLayouts/slideLayout201.xml"/><Relationship Id="rId5" Type="http://schemas.openxmlformats.org/officeDocument/2006/relationships/slideLayout" Target="../slideLayouts/slideLayout195.xml"/><Relationship Id="rId10" Type="http://schemas.openxmlformats.org/officeDocument/2006/relationships/slideLayout" Target="../slideLayouts/slideLayout200.xml"/><Relationship Id="rId4" Type="http://schemas.openxmlformats.org/officeDocument/2006/relationships/slideLayout" Target="../slideLayouts/slideLayout194.xml"/><Relationship Id="rId9" Type="http://schemas.openxmlformats.org/officeDocument/2006/relationships/slideLayout" Target="../slideLayouts/slideLayout199.xml"/><Relationship Id="rId14" Type="http://schemas.openxmlformats.org/officeDocument/2006/relationships/image" Target="../media/image4.jpeg"/></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10.xml"/><Relationship Id="rId13" Type="http://schemas.openxmlformats.org/officeDocument/2006/relationships/theme" Target="../theme/theme19.xml"/><Relationship Id="rId3" Type="http://schemas.openxmlformats.org/officeDocument/2006/relationships/slideLayout" Target="../slideLayouts/slideLayout205.xml"/><Relationship Id="rId7" Type="http://schemas.openxmlformats.org/officeDocument/2006/relationships/slideLayout" Target="../slideLayouts/slideLayout209.xml"/><Relationship Id="rId12" Type="http://schemas.openxmlformats.org/officeDocument/2006/relationships/slideLayout" Target="../slideLayouts/slideLayout214.xml"/><Relationship Id="rId2" Type="http://schemas.openxmlformats.org/officeDocument/2006/relationships/slideLayout" Target="../slideLayouts/slideLayout204.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11" Type="http://schemas.openxmlformats.org/officeDocument/2006/relationships/slideLayout" Target="../slideLayouts/slideLayout213.xml"/><Relationship Id="rId5" Type="http://schemas.openxmlformats.org/officeDocument/2006/relationships/slideLayout" Target="../slideLayouts/slideLayout207.xml"/><Relationship Id="rId10" Type="http://schemas.openxmlformats.org/officeDocument/2006/relationships/slideLayout" Target="../slideLayouts/slideLayout212.xml"/><Relationship Id="rId4" Type="http://schemas.openxmlformats.org/officeDocument/2006/relationships/slideLayout" Target="../slideLayouts/slideLayout206.xml"/><Relationship Id="rId9" Type="http://schemas.openxmlformats.org/officeDocument/2006/relationships/slideLayout" Target="../slideLayouts/slideLayout211.xml"/><Relationship Id="rId14" Type="http://schemas.openxmlformats.org/officeDocument/2006/relationships/image" Target="../media/image13.jpeg"/></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22.xml"/><Relationship Id="rId13" Type="http://schemas.openxmlformats.org/officeDocument/2006/relationships/image" Target="../media/image14.jpeg"/><Relationship Id="rId3" Type="http://schemas.openxmlformats.org/officeDocument/2006/relationships/slideLayout" Target="../slideLayouts/slideLayout217.xml"/><Relationship Id="rId7" Type="http://schemas.openxmlformats.org/officeDocument/2006/relationships/slideLayout" Target="../slideLayouts/slideLayout221.xml"/><Relationship Id="rId12" Type="http://schemas.openxmlformats.org/officeDocument/2006/relationships/theme" Target="../theme/theme20.xml"/><Relationship Id="rId2" Type="http://schemas.openxmlformats.org/officeDocument/2006/relationships/slideLayout" Target="../slideLayouts/slideLayout216.xml"/><Relationship Id="rId1" Type="http://schemas.openxmlformats.org/officeDocument/2006/relationships/slideLayout" Target="../slideLayouts/slideLayout215.xml"/><Relationship Id="rId6" Type="http://schemas.openxmlformats.org/officeDocument/2006/relationships/slideLayout" Target="../slideLayouts/slideLayout220.xml"/><Relationship Id="rId11" Type="http://schemas.openxmlformats.org/officeDocument/2006/relationships/slideLayout" Target="../slideLayouts/slideLayout225.xml"/><Relationship Id="rId5" Type="http://schemas.openxmlformats.org/officeDocument/2006/relationships/slideLayout" Target="../slideLayouts/slideLayout219.xml"/><Relationship Id="rId10" Type="http://schemas.openxmlformats.org/officeDocument/2006/relationships/slideLayout" Target="../slideLayouts/slideLayout224.xml"/><Relationship Id="rId4" Type="http://schemas.openxmlformats.org/officeDocument/2006/relationships/slideLayout" Target="../slideLayouts/slideLayout218.xml"/><Relationship Id="rId9" Type="http://schemas.openxmlformats.org/officeDocument/2006/relationships/slideLayout" Target="../slideLayouts/slideLayout223.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33.xml"/><Relationship Id="rId13" Type="http://schemas.openxmlformats.org/officeDocument/2006/relationships/image" Target="../media/image15.jpeg"/><Relationship Id="rId3" Type="http://schemas.openxmlformats.org/officeDocument/2006/relationships/slideLayout" Target="../slideLayouts/slideLayout228.xml"/><Relationship Id="rId7" Type="http://schemas.openxmlformats.org/officeDocument/2006/relationships/slideLayout" Target="../slideLayouts/slideLayout232.xml"/><Relationship Id="rId12" Type="http://schemas.openxmlformats.org/officeDocument/2006/relationships/theme" Target="../theme/theme21.xml"/><Relationship Id="rId2" Type="http://schemas.openxmlformats.org/officeDocument/2006/relationships/slideLayout" Target="../slideLayouts/slideLayout227.xml"/><Relationship Id="rId1" Type="http://schemas.openxmlformats.org/officeDocument/2006/relationships/slideLayout" Target="../slideLayouts/slideLayout226.xml"/><Relationship Id="rId6" Type="http://schemas.openxmlformats.org/officeDocument/2006/relationships/slideLayout" Target="../slideLayouts/slideLayout231.xml"/><Relationship Id="rId11" Type="http://schemas.openxmlformats.org/officeDocument/2006/relationships/slideLayout" Target="../slideLayouts/slideLayout236.xml"/><Relationship Id="rId5" Type="http://schemas.openxmlformats.org/officeDocument/2006/relationships/slideLayout" Target="../slideLayouts/slideLayout230.xml"/><Relationship Id="rId10" Type="http://schemas.openxmlformats.org/officeDocument/2006/relationships/slideLayout" Target="../slideLayouts/slideLayout235.xml"/><Relationship Id="rId4" Type="http://schemas.openxmlformats.org/officeDocument/2006/relationships/slideLayout" Target="../slideLayouts/slideLayout229.xml"/><Relationship Id="rId9" Type="http://schemas.openxmlformats.org/officeDocument/2006/relationships/slideLayout" Target="../slideLayouts/slideLayout234.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44.xml"/><Relationship Id="rId13" Type="http://schemas.openxmlformats.org/officeDocument/2006/relationships/image" Target="../media/image16.jpeg"/><Relationship Id="rId3" Type="http://schemas.openxmlformats.org/officeDocument/2006/relationships/slideLayout" Target="../slideLayouts/slideLayout239.xml"/><Relationship Id="rId7" Type="http://schemas.openxmlformats.org/officeDocument/2006/relationships/slideLayout" Target="../slideLayouts/slideLayout243.xml"/><Relationship Id="rId12" Type="http://schemas.openxmlformats.org/officeDocument/2006/relationships/theme" Target="../theme/theme22.xml"/><Relationship Id="rId2" Type="http://schemas.openxmlformats.org/officeDocument/2006/relationships/slideLayout" Target="../slideLayouts/slideLayout238.xml"/><Relationship Id="rId1" Type="http://schemas.openxmlformats.org/officeDocument/2006/relationships/slideLayout" Target="../slideLayouts/slideLayout237.xml"/><Relationship Id="rId6" Type="http://schemas.openxmlformats.org/officeDocument/2006/relationships/slideLayout" Target="../slideLayouts/slideLayout242.xml"/><Relationship Id="rId11" Type="http://schemas.openxmlformats.org/officeDocument/2006/relationships/slideLayout" Target="../slideLayouts/slideLayout247.xml"/><Relationship Id="rId5" Type="http://schemas.openxmlformats.org/officeDocument/2006/relationships/slideLayout" Target="../slideLayouts/slideLayout241.xml"/><Relationship Id="rId10" Type="http://schemas.openxmlformats.org/officeDocument/2006/relationships/slideLayout" Target="../slideLayouts/slideLayout246.xml"/><Relationship Id="rId4" Type="http://schemas.openxmlformats.org/officeDocument/2006/relationships/slideLayout" Target="../slideLayouts/slideLayout240.xml"/><Relationship Id="rId9" Type="http://schemas.openxmlformats.org/officeDocument/2006/relationships/slideLayout" Target="../slideLayouts/slideLayout245.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55.xml"/><Relationship Id="rId13" Type="http://schemas.openxmlformats.org/officeDocument/2006/relationships/image" Target="../media/image17.jpeg"/><Relationship Id="rId3" Type="http://schemas.openxmlformats.org/officeDocument/2006/relationships/slideLayout" Target="../slideLayouts/slideLayout250.xml"/><Relationship Id="rId7" Type="http://schemas.openxmlformats.org/officeDocument/2006/relationships/slideLayout" Target="../slideLayouts/slideLayout254.xml"/><Relationship Id="rId12" Type="http://schemas.openxmlformats.org/officeDocument/2006/relationships/theme" Target="../theme/theme23.xml"/><Relationship Id="rId2" Type="http://schemas.openxmlformats.org/officeDocument/2006/relationships/slideLayout" Target="../slideLayouts/slideLayout249.xml"/><Relationship Id="rId1" Type="http://schemas.openxmlformats.org/officeDocument/2006/relationships/slideLayout" Target="../slideLayouts/slideLayout248.xml"/><Relationship Id="rId6" Type="http://schemas.openxmlformats.org/officeDocument/2006/relationships/slideLayout" Target="../slideLayouts/slideLayout253.xml"/><Relationship Id="rId11" Type="http://schemas.openxmlformats.org/officeDocument/2006/relationships/slideLayout" Target="../slideLayouts/slideLayout258.xml"/><Relationship Id="rId5" Type="http://schemas.openxmlformats.org/officeDocument/2006/relationships/slideLayout" Target="../slideLayouts/slideLayout252.xml"/><Relationship Id="rId10" Type="http://schemas.openxmlformats.org/officeDocument/2006/relationships/slideLayout" Target="../slideLayouts/slideLayout257.xml"/><Relationship Id="rId4" Type="http://schemas.openxmlformats.org/officeDocument/2006/relationships/slideLayout" Target="../slideLayouts/slideLayout251.xml"/><Relationship Id="rId9" Type="http://schemas.openxmlformats.org/officeDocument/2006/relationships/slideLayout" Target="../slideLayouts/slideLayout256.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66.xml"/><Relationship Id="rId13" Type="http://schemas.openxmlformats.org/officeDocument/2006/relationships/image" Target="../media/image18.jpeg"/><Relationship Id="rId3" Type="http://schemas.openxmlformats.org/officeDocument/2006/relationships/slideLayout" Target="../slideLayouts/slideLayout261.xml"/><Relationship Id="rId7" Type="http://schemas.openxmlformats.org/officeDocument/2006/relationships/slideLayout" Target="../slideLayouts/slideLayout265.xml"/><Relationship Id="rId12" Type="http://schemas.openxmlformats.org/officeDocument/2006/relationships/theme" Target="../theme/theme24.xml"/><Relationship Id="rId2" Type="http://schemas.openxmlformats.org/officeDocument/2006/relationships/slideLayout" Target="../slideLayouts/slideLayout260.xml"/><Relationship Id="rId1" Type="http://schemas.openxmlformats.org/officeDocument/2006/relationships/slideLayout" Target="../slideLayouts/slideLayout259.xml"/><Relationship Id="rId6" Type="http://schemas.openxmlformats.org/officeDocument/2006/relationships/slideLayout" Target="../slideLayouts/slideLayout264.xml"/><Relationship Id="rId11" Type="http://schemas.openxmlformats.org/officeDocument/2006/relationships/slideLayout" Target="../slideLayouts/slideLayout269.xml"/><Relationship Id="rId5" Type="http://schemas.openxmlformats.org/officeDocument/2006/relationships/slideLayout" Target="../slideLayouts/slideLayout263.xml"/><Relationship Id="rId10" Type="http://schemas.openxmlformats.org/officeDocument/2006/relationships/slideLayout" Target="../slideLayouts/slideLayout268.xml"/><Relationship Id="rId4" Type="http://schemas.openxmlformats.org/officeDocument/2006/relationships/slideLayout" Target="../slideLayouts/slideLayout262.xml"/><Relationship Id="rId9" Type="http://schemas.openxmlformats.org/officeDocument/2006/relationships/slideLayout" Target="../slideLayouts/slideLayout267.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77.xml"/><Relationship Id="rId13" Type="http://schemas.openxmlformats.org/officeDocument/2006/relationships/image" Target="../media/image12.jpeg"/><Relationship Id="rId3" Type="http://schemas.openxmlformats.org/officeDocument/2006/relationships/slideLayout" Target="../slideLayouts/slideLayout272.xml"/><Relationship Id="rId7" Type="http://schemas.openxmlformats.org/officeDocument/2006/relationships/slideLayout" Target="../slideLayouts/slideLayout276.xml"/><Relationship Id="rId12" Type="http://schemas.openxmlformats.org/officeDocument/2006/relationships/theme" Target="../theme/theme25.xml"/><Relationship Id="rId2" Type="http://schemas.openxmlformats.org/officeDocument/2006/relationships/slideLayout" Target="../slideLayouts/slideLayout271.xml"/><Relationship Id="rId1" Type="http://schemas.openxmlformats.org/officeDocument/2006/relationships/slideLayout" Target="../slideLayouts/slideLayout270.xml"/><Relationship Id="rId6" Type="http://schemas.openxmlformats.org/officeDocument/2006/relationships/slideLayout" Target="../slideLayouts/slideLayout275.xml"/><Relationship Id="rId11" Type="http://schemas.openxmlformats.org/officeDocument/2006/relationships/slideLayout" Target="../slideLayouts/slideLayout280.xml"/><Relationship Id="rId5" Type="http://schemas.openxmlformats.org/officeDocument/2006/relationships/slideLayout" Target="../slideLayouts/slideLayout274.xml"/><Relationship Id="rId10" Type="http://schemas.openxmlformats.org/officeDocument/2006/relationships/slideLayout" Target="../slideLayouts/slideLayout279.xml"/><Relationship Id="rId4" Type="http://schemas.openxmlformats.org/officeDocument/2006/relationships/slideLayout" Target="../slideLayouts/slideLayout273.xml"/><Relationship Id="rId9" Type="http://schemas.openxmlformats.org/officeDocument/2006/relationships/slideLayout" Target="../slideLayouts/slideLayout278.xml"/><Relationship Id="rId14" Type="http://schemas.openxmlformats.org/officeDocument/2006/relationships/image" Target="../media/image11.png"/></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288.xml"/><Relationship Id="rId13" Type="http://schemas.openxmlformats.org/officeDocument/2006/relationships/image" Target="../media/image13.jpeg"/><Relationship Id="rId3" Type="http://schemas.openxmlformats.org/officeDocument/2006/relationships/slideLayout" Target="../slideLayouts/slideLayout283.xml"/><Relationship Id="rId7" Type="http://schemas.openxmlformats.org/officeDocument/2006/relationships/slideLayout" Target="../slideLayouts/slideLayout287.xml"/><Relationship Id="rId12" Type="http://schemas.openxmlformats.org/officeDocument/2006/relationships/theme" Target="../theme/theme26.xml"/><Relationship Id="rId2" Type="http://schemas.openxmlformats.org/officeDocument/2006/relationships/slideLayout" Target="../slideLayouts/slideLayout282.xml"/><Relationship Id="rId1" Type="http://schemas.openxmlformats.org/officeDocument/2006/relationships/slideLayout" Target="../slideLayouts/slideLayout281.xml"/><Relationship Id="rId6" Type="http://schemas.openxmlformats.org/officeDocument/2006/relationships/slideLayout" Target="../slideLayouts/slideLayout286.xml"/><Relationship Id="rId11" Type="http://schemas.openxmlformats.org/officeDocument/2006/relationships/slideLayout" Target="../slideLayouts/slideLayout291.xml"/><Relationship Id="rId5" Type="http://schemas.openxmlformats.org/officeDocument/2006/relationships/slideLayout" Target="../slideLayouts/slideLayout285.xml"/><Relationship Id="rId10" Type="http://schemas.openxmlformats.org/officeDocument/2006/relationships/slideLayout" Target="../slideLayouts/slideLayout290.xml"/><Relationship Id="rId4" Type="http://schemas.openxmlformats.org/officeDocument/2006/relationships/slideLayout" Target="../slideLayouts/slideLayout284.xml"/><Relationship Id="rId9" Type="http://schemas.openxmlformats.org/officeDocument/2006/relationships/slideLayout" Target="../slideLayouts/slideLayout289.xml"/><Relationship Id="rId14" Type="http://schemas.openxmlformats.org/officeDocument/2006/relationships/image" Target="../media/image11.png"/></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299.xml"/><Relationship Id="rId13" Type="http://schemas.openxmlformats.org/officeDocument/2006/relationships/image" Target="../media/image14.jpeg"/><Relationship Id="rId3" Type="http://schemas.openxmlformats.org/officeDocument/2006/relationships/slideLayout" Target="../slideLayouts/slideLayout294.xml"/><Relationship Id="rId7" Type="http://schemas.openxmlformats.org/officeDocument/2006/relationships/slideLayout" Target="../slideLayouts/slideLayout298.xml"/><Relationship Id="rId12" Type="http://schemas.openxmlformats.org/officeDocument/2006/relationships/theme" Target="../theme/theme27.xml"/><Relationship Id="rId2" Type="http://schemas.openxmlformats.org/officeDocument/2006/relationships/slideLayout" Target="../slideLayouts/slideLayout293.xml"/><Relationship Id="rId1" Type="http://schemas.openxmlformats.org/officeDocument/2006/relationships/slideLayout" Target="../slideLayouts/slideLayout292.xml"/><Relationship Id="rId6" Type="http://schemas.openxmlformats.org/officeDocument/2006/relationships/slideLayout" Target="../slideLayouts/slideLayout297.xml"/><Relationship Id="rId11" Type="http://schemas.openxmlformats.org/officeDocument/2006/relationships/slideLayout" Target="../slideLayouts/slideLayout302.xml"/><Relationship Id="rId5" Type="http://schemas.openxmlformats.org/officeDocument/2006/relationships/slideLayout" Target="../slideLayouts/slideLayout296.xml"/><Relationship Id="rId10" Type="http://schemas.openxmlformats.org/officeDocument/2006/relationships/slideLayout" Target="../slideLayouts/slideLayout301.xml"/><Relationship Id="rId4" Type="http://schemas.openxmlformats.org/officeDocument/2006/relationships/slideLayout" Target="../slideLayouts/slideLayout295.xml"/><Relationship Id="rId9" Type="http://schemas.openxmlformats.org/officeDocument/2006/relationships/slideLayout" Target="../slideLayouts/slideLayout300.xml"/><Relationship Id="rId14" Type="http://schemas.openxmlformats.org/officeDocument/2006/relationships/image" Target="../media/image11.png"/></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10.xml"/><Relationship Id="rId13" Type="http://schemas.openxmlformats.org/officeDocument/2006/relationships/image" Target="../media/image15.jpeg"/><Relationship Id="rId3" Type="http://schemas.openxmlformats.org/officeDocument/2006/relationships/slideLayout" Target="../slideLayouts/slideLayout305.xml"/><Relationship Id="rId7" Type="http://schemas.openxmlformats.org/officeDocument/2006/relationships/slideLayout" Target="../slideLayouts/slideLayout309.xml"/><Relationship Id="rId12" Type="http://schemas.openxmlformats.org/officeDocument/2006/relationships/theme" Target="../theme/theme28.xml"/><Relationship Id="rId2" Type="http://schemas.openxmlformats.org/officeDocument/2006/relationships/slideLayout" Target="../slideLayouts/slideLayout304.xml"/><Relationship Id="rId1" Type="http://schemas.openxmlformats.org/officeDocument/2006/relationships/slideLayout" Target="../slideLayouts/slideLayout303.xml"/><Relationship Id="rId6" Type="http://schemas.openxmlformats.org/officeDocument/2006/relationships/slideLayout" Target="../slideLayouts/slideLayout308.xml"/><Relationship Id="rId11" Type="http://schemas.openxmlformats.org/officeDocument/2006/relationships/slideLayout" Target="../slideLayouts/slideLayout313.xml"/><Relationship Id="rId5" Type="http://schemas.openxmlformats.org/officeDocument/2006/relationships/slideLayout" Target="../slideLayouts/slideLayout307.xml"/><Relationship Id="rId10" Type="http://schemas.openxmlformats.org/officeDocument/2006/relationships/slideLayout" Target="../slideLayouts/slideLayout312.xml"/><Relationship Id="rId4" Type="http://schemas.openxmlformats.org/officeDocument/2006/relationships/slideLayout" Target="../slideLayouts/slideLayout306.xml"/><Relationship Id="rId9" Type="http://schemas.openxmlformats.org/officeDocument/2006/relationships/slideLayout" Target="../slideLayouts/slideLayout311.xml"/><Relationship Id="rId14" Type="http://schemas.openxmlformats.org/officeDocument/2006/relationships/image" Target="../media/image11.png"/></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21.xml"/><Relationship Id="rId13" Type="http://schemas.openxmlformats.org/officeDocument/2006/relationships/image" Target="../media/image16.jpeg"/><Relationship Id="rId3" Type="http://schemas.openxmlformats.org/officeDocument/2006/relationships/slideLayout" Target="../slideLayouts/slideLayout316.xml"/><Relationship Id="rId7" Type="http://schemas.openxmlformats.org/officeDocument/2006/relationships/slideLayout" Target="../slideLayouts/slideLayout320.xml"/><Relationship Id="rId12" Type="http://schemas.openxmlformats.org/officeDocument/2006/relationships/theme" Target="../theme/theme29.xml"/><Relationship Id="rId2" Type="http://schemas.openxmlformats.org/officeDocument/2006/relationships/slideLayout" Target="../slideLayouts/slideLayout315.xml"/><Relationship Id="rId1" Type="http://schemas.openxmlformats.org/officeDocument/2006/relationships/slideLayout" Target="../slideLayouts/slideLayout314.xml"/><Relationship Id="rId6" Type="http://schemas.openxmlformats.org/officeDocument/2006/relationships/slideLayout" Target="../slideLayouts/slideLayout319.xml"/><Relationship Id="rId11" Type="http://schemas.openxmlformats.org/officeDocument/2006/relationships/slideLayout" Target="../slideLayouts/slideLayout324.xml"/><Relationship Id="rId5" Type="http://schemas.openxmlformats.org/officeDocument/2006/relationships/slideLayout" Target="../slideLayouts/slideLayout318.xml"/><Relationship Id="rId10" Type="http://schemas.openxmlformats.org/officeDocument/2006/relationships/slideLayout" Target="../slideLayouts/slideLayout323.xml"/><Relationship Id="rId4" Type="http://schemas.openxmlformats.org/officeDocument/2006/relationships/slideLayout" Target="../slideLayouts/slideLayout317.xml"/><Relationship Id="rId9" Type="http://schemas.openxmlformats.org/officeDocument/2006/relationships/slideLayout" Target="../slideLayouts/slideLayout322.xml"/><Relationship Id="rId14" Type="http://schemas.openxmlformats.org/officeDocument/2006/relationships/image" Target="../media/image11.png"/></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image" Target="../media/image17.jpeg"/><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theme" Target="../theme/theme30.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 Id="rId14" Type="http://schemas.openxmlformats.org/officeDocument/2006/relationships/image" Target="../media/image11.png"/></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43.xml"/><Relationship Id="rId13" Type="http://schemas.openxmlformats.org/officeDocument/2006/relationships/image" Target="../media/image18.jpeg"/><Relationship Id="rId3" Type="http://schemas.openxmlformats.org/officeDocument/2006/relationships/slideLayout" Target="../slideLayouts/slideLayout338.xml"/><Relationship Id="rId7" Type="http://schemas.openxmlformats.org/officeDocument/2006/relationships/slideLayout" Target="../slideLayouts/slideLayout342.xml"/><Relationship Id="rId12" Type="http://schemas.openxmlformats.org/officeDocument/2006/relationships/theme" Target="../theme/theme31.xml"/><Relationship Id="rId2" Type="http://schemas.openxmlformats.org/officeDocument/2006/relationships/slideLayout" Target="../slideLayouts/slideLayout337.xml"/><Relationship Id="rId1" Type="http://schemas.openxmlformats.org/officeDocument/2006/relationships/slideLayout" Target="../slideLayouts/slideLayout336.xml"/><Relationship Id="rId6" Type="http://schemas.openxmlformats.org/officeDocument/2006/relationships/slideLayout" Target="../slideLayouts/slideLayout341.xml"/><Relationship Id="rId11" Type="http://schemas.openxmlformats.org/officeDocument/2006/relationships/slideLayout" Target="../slideLayouts/slideLayout346.xml"/><Relationship Id="rId5" Type="http://schemas.openxmlformats.org/officeDocument/2006/relationships/slideLayout" Target="../slideLayouts/slideLayout340.xml"/><Relationship Id="rId10" Type="http://schemas.openxmlformats.org/officeDocument/2006/relationships/slideLayout" Target="../slideLayouts/slideLayout345.xml"/><Relationship Id="rId4" Type="http://schemas.openxmlformats.org/officeDocument/2006/relationships/slideLayout" Target="../slideLayouts/slideLayout339.xml"/><Relationship Id="rId9" Type="http://schemas.openxmlformats.org/officeDocument/2006/relationships/slideLayout" Target="../slideLayouts/slideLayout344.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1476375" y="430213"/>
            <a:ext cx="7416800" cy="7667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7171" name="Rectangle 3"/>
          <p:cNvSpPr>
            <a:spLocks noGrp="1" noChangeArrowheads="1"/>
          </p:cNvSpPr>
          <p:nvPr>
            <p:ph type="body" idx="1"/>
          </p:nvPr>
        </p:nvSpPr>
        <p:spPr bwMode="auto">
          <a:xfrm>
            <a:off x="1476375" y="1484313"/>
            <a:ext cx="7416800" cy="5113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031" name="Rectangle 7"/>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637DFBC6-1925-4C79-AFB2-0D37AEDDBAAF}" type="datetime1">
              <a:rPr lang="en-US"/>
              <a:pPr>
                <a:defRPr/>
              </a:pPr>
              <a:t>11/30/2012</a:t>
            </a:fld>
            <a:endParaRPr lang="en-US"/>
          </a:p>
        </p:txBody>
      </p:sp>
      <p:sp>
        <p:nvSpPr>
          <p:cNvPr id="1032" name="Rectangle 8"/>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02312AFE-2B24-4DEE-9841-8A698EF05F2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020"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402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l" rtl="0" eaLnBrk="0" fontAlgn="base" hangingPunct="0">
        <a:spcBef>
          <a:spcPct val="0"/>
        </a:spcBef>
        <a:spcAft>
          <a:spcPct val="0"/>
        </a:spcAft>
        <a:defRPr sz="4800" b="1">
          <a:solidFill>
            <a:schemeClr val="tx2"/>
          </a:solidFill>
          <a:latin typeface="+mj-lt"/>
          <a:ea typeface="+mj-ea"/>
          <a:cs typeface="+mj-cs"/>
        </a:defRPr>
      </a:lvl1pPr>
      <a:lvl2pPr algn="l" rtl="0" eaLnBrk="0" fontAlgn="base" hangingPunct="0">
        <a:spcBef>
          <a:spcPct val="0"/>
        </a:spcBef>
        <a:spcAft>
          <a:spcPct val="0"/>
        </a:spcAft>
        <a:defRPr sz="4800" b="1">
          <a:solidFill>
            <a:schemeClr val="tx2"/>
          </a:solidFill>
          <a:latin typeface="Palatino" pitchFamily="18" charset="0"/>
        </a:defRPr>
      </a:lvl2pPr>
      <a:lvl3pPr algn="l" rtl="0" eaLnBrk="0" fontAlgn="base" hangingPunct="0">
        <a:spcBef>
          <a:spcPct val="0"/>
        </a:spcBef>
        <a:spcAft>
          <a:spcPct val="0"/>
        </a:spcAft>
        <a:defRPr sz="4800" b="1">
          <a:solidFill>
            <a:schemeClr val="tx2"/>
          </a:solidFill>
          <a:latin typeface="Palatino" pitchFamily="18" charset="0"/>
        </a:defRPr>
      </a:lvl3pPr>
      <a:lvl4pPr algn="l" rtl="0" eaLnBrk="0" fontAlgn="base" hangingPunct="0">
        <a:spcBef>
          <a:spcPct val="0"/>
        </a:spcBef>
        <a:spcAft>
          <a:spcPct val="0"/>
        </a:spcAft>
        <a:defRPr sz="4800" b="1">
          <a:solidFill>
            <a:schemeClr val="tx2"/>
          </a:solidFill>
          <a:latin typeface="Palatino" pitchFamily="18" charset="0"/>
        </a:defRPr>
      </a:lvl4pPr>
      <a:lvl5pPr algn="l" rtl="0" eaLnBrk="0" fontAlgn="base" hangingPunct="0">
        <a:spcBef>
          <a:spcPct val="0"/>
        </a:spcBef>
        <a:spcAft>
          <a:spcPct val="0"/>
        </a:spcAft>
        <a:defRPr sz="4800" b="1">
          <a:solidFill>
            <a:schemeClr val="tx2"/>
          </a:solidFill>
          <a:latin typeface="Palatino" pitchFamily="18" charset="0"/>
        </a:defRPr>
      </a:lvl5pPr>
      <a:lvl6pPr marL="457200" algn="l" rtl="0" fontAlgn="base">
        <a:spcBef>
          <a:spcPct val="0"/>
        </a:spcBef>
        <a:spcAft>
          <a:spcPct val="0"/>
        </a:spcAft>
        <a:defRPr sz="4800" b="1">
          <a:solidFill>
            <a:schemeClr val="tx2"/>
          </a:solidFill>
          <a:latin typeface="Palatino" pitchFamily="18" charset="0"/>
        </a:defRPr>
      </a:lvl6pPr>
      <a:lvl7pPr marL="914400" algn="l" rtl="0" fontAlgn="base">
        <a:spcBef>
          <a:spcPct val="0"/>
        </a:spcBef>
        <a:spcAft>
          <a:spcPct val="0"/>
        </a:spcAft>
        <a:defRPr sz="4800" b="1">
          <a:solidFill>
            <a:schemeClr val="tx2"/>
          </a:solidFill>
          <a:latin typeface="Palatino" pitchFamily="18" charset="0"/>
        </a:defRPr>
      </a:lvl7pPr>
      <a:lvl8pPr marL="1371600" algn="l" rtl="0" fontAlgn="base">
        <a:spcBef>
          <a:spcPct val="0"/>
        </a:spcBef>
        <a:spcAft>
          <a:spcPct val="0"/>
        </a:spcAft>
        <a:defRPr sz="4800" b="1">
          <a:solidFill>
            <a:schemeClr val="tx2"/>
          </a:solidFill>
          <a:latin typeface="Palatino" pitchFamily="18" charset="0"/>
        </a:defRPr>
      </a:lvl8pPr>
      <a:lvl9pPr marL="1828800" algn="l" rtl="0" fontAlgn="base">
        <a:spcBef>
          <a:spcPct val="0"/>
        </a:spcBef>
        <a:spcAft>
          <a:spcPct val="0"/>
        </a:spcAft>
        <a:defRPr sz="4800" b="1">
          <a:solidFill>
            <a:schemeClr val="tx2"/>
          </a:solidFill>
          <a:latin typeface="Palatino" pitchFamily="18"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8195"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4950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C7F06D9F-07D1-49CF-BC20-2FA8E6D697E8}" type="datetime1">
              <a:rPr lang="en-US"/>
              <a:pPr>
                <a:defRPr/>
              </a:pPr>
              <a:t>11/30/2012</a:t>
            </a:fld>
            <a:endParaRPr lang="en-US"/>
          </a:p>
        </p:txBody>
      </p:sp>
      <p:sp>
        <p:nvSpPr>
          <p:cNvPr id="14950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CD5C29D1-055C-44C7-B20E-0A8A5728F9F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9219"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1556"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4B4989DE-FA58-4E64-96ED-4683E0FF4BF2}" type="datetime1">
              <a:rPr lang="en-US"/>
              <a:pPr>
                <a:defRPr/>
              </a:pPr>
              <a:t>11/30/2012</a:t>
            </a:fld>
            <a:endParaRPr lang="en-US"/>
          </a:p>
        </p:txBody>
      </p:sp>
      <p:sp>
        <p:nvSpPr>
          <p:cNvPr id="151557"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C4C040D4-5F81-40F9-8641-CDD730C14BF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0243"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2580"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8160B49E-AC8E-4798-ABFA-A87AC6F99DED}" type="datetime1">
              <a:rPr lang="en-US"/>
              <a:pPr>
                <a:defRPr/>
              </a:pPr>
              <a:t>11/30/2012</a:t>
            </a:fld>
            <a:endParaRPr lang="en-US"/>
          </a:p>
        </p:txBody>
      </p:sp>
      <p:sp>
        <p:nvSpPr>
          <p:cNvPr id="152581"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1E401605-01EE-4C0D-AAA6-904683CAEEB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1267"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3604"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4F2B258B-BD5C-46A4-9E59-5D933CF6C2A3}" type="datetime1">
              <a:rPr lang="en-US"/>
              <a:pPr>
                <a:defRPr/>
              </a:pPr>
              <a:t>11/30/2012</a:t>
            </a:fld>
            <a:endParaRPr lang="en-US"/>
          </a:p>
        </p:txBody>
      </p:sp>
      <p:sp>
        <p:nvSpPr>
          <p:cNvPr id="153605"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6CF6B704-EF6F-4928-9B74-393BF154E8D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2291"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462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E6CB1641-2BAB-4A6E-8CCA-B0E8150241A0}" type="datetime1">
              <a:rPr lang="en-US"/>
              <a:pPr>
                <a:defRPr/>
              </a:pPr>
              <a:t>11/30/2012</a:t>
            </a:fld>
            <a:endParaRPr lang="en-US"/>
          </a:p>
        </p:txBody>
      </p:sp>
      <p:sp>
        <p:nvSpPr>
          <p:cNvPr id="15462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D23A19A5-DDB7-4EB0-915A-B19ED73C056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3315"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5652"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DA769AE8-BE6B-4071-9351-FE4B1B3FA069}" type="datetime1">
              <a:rPr lang="en-US"/>
              <a:pPr>
                <a:defRPr/>
              </a:pPr>
              <a:t>11/30/2012</a:t>
            </a:fld>
            <a:endParaRPr lang="en-US"/>
          </a:p>
        </p:txBody>
      </p:sp>
      <p:sp>
        <p:nvSpPr>
          <p:cNvPr id="155653"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B5638B4A-15E7-49E2-B6B1-7ECA6A855B5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1476375" y="430213"/>
            <a:ext cx="7416800" cy="7667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4339" name="Rectangle 3"/>
          <p:cNvSpPr>
            <a:spLocks noGrp="1" noChangeArrowheads="1"/>
          </p:cNvSpPr>
          <p:nvPr>
            <p:ph type="body" idx="1"/>
          </p:nvPr>
        </p:nvSpPr>
        <p:spPr bwMode="auto">
          <a:xfrm>
            <a:off x="1476375" y="1484313"/>
            <a:ext cx="7416800" cy="4824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6852"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41699E50-73A7-495B-9D24-F0279931929E}" type="datetime1">
              <a:rPr lang="en-US"/>
              <a:pPr>
                <a:defRPr/>
              </a:pPr>
              <a:t>11/30/2012</a:t>
            </a:fld>
            <a:endParaRPr lang="en-US"/>
          </a:p>
        </p:txBody>
      </p:sp>
      <p:sp>
        <p:nvSpPr>
          <p:cNvPr id="206853"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F88B5BEA-2C01-4E3D-BA7D-BFA6402CB6EE}" type="slidenum">
              <a:rPr lang="en-US"/>
              <a:pPr>
                <a:defRPr/>
              </a:pPr>
              <a:t>‹#›</a:t>
            </a:fld>
            <a:endParaRPr lang="en-US"/>
          </a:p>
        </p:txBody>
      </p:sp>
      <p:pic>
        <p:nvPicPr>
          <p:cNvPr id="14342"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5363"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8900"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38D4302C-A6B7-4680-B2D3-125455974BA7}" type="datetime1">
              <a:rPr lang="en-US"/>
              <a:pPr>
                <a:defRPr/>
              </a:pPr>
              <a:t>11/30/2012</a:t>
            </a:fld>
            <a:endParaRPr lang="en-US"/>
          </a:p>
        </p:txBody>
      </p:sp>
      <p:sp>
        <p:nvSpPr>
          <p:cNvPr id="208901"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60D08127-A3F9-49B5-A42F-C1FA9B9E0F0C}" type="slidenum">
              <a:rPr lang="en-US"/>
              <a:pPr>
                <a:defRPr/>
              </a:pPr>
              <a:t>‹#›</a:t>
            </a:fld>
            <a:endParaRPr lang="en-US"/>
          </a:p>
        </p:txBody>
      </p:sp>
      <p:pic>
        <p:nvPicPr>
          <p:cNvPr id="15366"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6387"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9924"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5ADBEFE8-FC29-4091-87DA-AC825D0552F5}" type="datetime1">
              <a:rPr lang="en-US"/>
              <a:pPr>
                <a:defRPr/>
              </a:pPr>
              <a:t>11/30/2012</a:t>
            </a:fld>
            <a:endParaRPr lang="en-US"/>
          </a:p>
        </p:txBody>
      </p:sp>
      <p:sp>
        <p:nvSpPr>
          <p:cNvPr id="209925"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0EF73624-553A-4997-A377-41BA1A70BEB8}" type="slidenum">
              <a:rPr lang="en-US"/>
              <a:pPr>
                <a:defRPr/>
              </a:pPr>
              <a:t>‹#›</a:t>
            </a:fld>
            <a:endParaRPr lang="en-US"/>
          </a:p>
        </p:txBody>
      </p:sp>
      <p:pic>
        <p:nvPicPr>
          <p:cNvPr id="16390"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 id="2147483974" r:id="rId10"/>
    <p:sldLayoutId id="2147483975"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7411"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094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EA2770E4-B88B-4F16-AE28-01B122443AEA}" type="datetime1">
              <a:rPr lang="en-US"/>
              <a:pPr>
                <a:defRPr/>
              </a:pPr>
              <a:t>11/30/2012</a:t>
            </a:fld>
            <a:endParaRPr lang="en-US"/>
          </a:p>
        </p:txBody>
      </p:sp>
      <p:sp>
        <p:nvSpPr>
          <p:cNvPr id="21094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BB45EC8D-B6BF-4E80-B782-21A2E262CA51}" type="slidenum">
              <a:rPr lang="en-US"/>
              <a:pPr>
                <a:defRPr/>
              </a:pPr>
              <a:t>‹#›</a:t>
            </a:fld>
            <a:endParaRPr lang="en-US"/>
          </a:p>
        </p:txBody>
      </p:sp>
      <p:pic>
        <p:nvPicPr>
          <p:cNvPr id="17414"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8435"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1972"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BD3AE44E-EFD3-4065-9FC4-DADF38A0CAE5}" type="datetime1">
              <a:rPr lang="en-US"/>
              <a:pPr>
                <a:defRPr/>
              </a:pPr>
              <a:t>11/30/2012</a:t>
            </a:fld>
            <a:endParaRPr lang="en-US"/>
          </a:p>
        </p:txBody>
      </p:sp>
      <p:sp>
        <p:nvSpPr>
          <p:cNvPr id="211973"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55AAC212-9A02-4195-B629-3D5D0448847E}" type="slidenum">
              <a:rPr lang="en-US"/>
              <a:pPr>
                <a:defRPr/>
              </a:pPr>
              <a:t>‹#›</a:t>
            </a:fld>
            <a:endParaRPr lang="en-US"/>
          </a:p>
        </p:txBody>
      </p:sp>
      <p:pic>
        <p:nvPicPr>
          <p:cNvPr id="18438"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9459"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2996"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2B260C58-4A4A-400D-A7A4-5117ABAA020C}" type="datetime1">
              <a:rPr lang="en-US"/>
              <a:pPr>
                <a:defRPr/>
              </a:pPr>
              <a:t>11/30/2012</a:t>
            </a:fld>
            <a:endParaRPr lang="en-US"/>
          </a:p>
        </p:txBody>
      </p:sp>
      <p:sp>
        <p:nvSpPr>
          <p:cNvPr id="212997"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49F33446-2D04-4484-9DFB-DF1BC7818215}" type="slidenum">
              <a:rPr lang="en-US"/>
              <a:pPr>
                <a:defRPr/>
              </a:pPr>
              <a:t>‹#›</a:t>
            </a:fld>
            <a:endParaRPr lang="en-US"/>
          </a:p>
        </p:txBody>
      </p:sp>
      <p:pic>
        <p:nvPicPr>
          <p:cNvPr id="19462"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0483"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4020"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solidFill>
                  <a:schemeClr val="bg1"/>
                </a:solidFill>
                <a:latin typeface="+mn-lt"/>
              </a:defRPr>
            </a:lvl1pPr>
          </a:lstStyle>
          <a:p>
            <a:pPr>
              <a:defRPr/>
            </a:pPr>
            <a:fld id="{ED4CDDE3-B71D-4B38-9306-DE36C2136F27}" type="datetime1">
              <a:rPr lang="en-US"/>
              <a:pPr>
                <a:defRPr/>
              </a:pPr>
              <a:t>11/30/2012</a:t>
            </a:fld>
            <a:endParaRPr lang="en-US"/>
          </a:p>
        </p:txBody>
      </p:sp>
      <p:sp>
        <p:nvSpPr>
          <p:cNvPr id="214021"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bg1"/>
                </a:solidFill>
                <a:latin typeface="+mn-lt"/>
              </a:defRPr>
            </a:lvl1pPr>
          </a:lstStyle>
          <a:p>
            <a:pPr>
              <a:defRPr/>
            </a:pPr>
            <a:fld id="{994053DE-7583-4294-9C9C-424F9E484C8B}" type="slidenum">
              <a:rPr lang="en-US"/>
              <a:pPr>
                <a:defRPr/>
              </a:pPr>
              <a:t>‹#›</a:t>
            </a:fld>
            <a:endParaRPr lang="en-US"/>
          </a:p>
        </p:txBody>
      </p:sp>
      <p:pic>
        <p:nvPicPr>
          <p:cNvPr id="20486"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hf hdr="0" ftr="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Verdana" pitchFamily="34" charset="0"/>
        </a:defRPr>
      </a:lvl2pPr>
      <a:lvl3pPr algn="l" rtl="0" eaLnBrk="0" fontAlgn="base" hangingPunct="0">
        <a:spcBef>
          <a:spcPct val="0"/>
        </a:spcBef>
        <a:spcAft>
          <a:spcPct val="0"/>
        </a:spcAft>
        <a:defRPr sz="3200" b="1">
          <a:solidFill>
            <a:schemeClr val="tx2"/>
          </a:solidFill>
          <a:latin typeface="Verdana" pitchFamily="34" charset="0"/>
        </a:defRPr>
      </a:lvl3pPr>
      <a:lvl4pPr algn="l" rtl="0" eaLnBrk="0" fontAlgn="base" hangingPunct="0">
        <a:spcBef>
          <a:spcPct val="0"/>
        </a:spcBef>
        <a:spcAft>
          <a:spcPct val="0"/>
        </a:spcAft>
        <a:defRPr sz="3200" b="1">
          <a:solidFill>
            <a:schemeClr val="tx2"/>
          </a:solidFill>
          <a:latin typeface="Verdana" pitchFamily="34" charset="0"/>
        </a:defRPr>
      </a:lvl4pPr>
      <a:lvl5pPr algn="l" rtl="0" eaLnBrk="0" fontAlgn="base" hangingPunct="0">
        <a:spcBef>
          <a:spcPct val="0"/>
        </a:spcBef>
        <a:spcAft>
          <a:spcPct val="0"/>
        </a:spcAft>
        <a:defRPr sz="3200" b="1">
          <a:solidFill>
            <a:schemeClr val="tx2"/>
          </a:solidFill>
          <a:latin typeface="Verdana" pitchFamily="34" charset="0"/>
        </a:defRPr>
      </a:lvl5pPr>
      <a:lvl6pPr marL="457200" algn="l" rtl="0" fontAlgn="base">
        <a:spcBef>
          <a:spcPct val="0"/>
        </a:spcBef>
        <a:spcAft>
          <a:spcPct val="0"/>
        </a:spcAft>
        <a:defRPr sz="3200" b="1">
          <a:solidFill>
            <a:schemeClr val="tx2"/>
          </a:solidFill>
          <a:latin typeface="Verdana" pitchFamily="34" charset="0"/>
        </a:defRPr>
      </a:lvl6pPr>
      <a:lvl7pPr marL="914400" algn="l" rtl="0" fontAlgn="base">
        <a:spcBef>
          <a:spcPct val="0"/>
        </a:spcBef>
        <a:spcAft>
          <a:spcPct val="0"/>
        </a:spcAft>
        <a:defRPr sz="3200" b="1">
          <a:solidFill>
            <a:schemeClr val="tx2"/>
          </a:solidFill>
          <a:latin typeface="Verdana" pitchFamily="34" charset="0"/>
        </a:defRPr>
      </a:lvl7pPr>
      <a:lvl8pPr marL="1371600" algn="l" rtl="0" fontAlgn="base">
        <a:spcBef>
          <a:spcPct val="0"/>
        </a:spcBef>
        <a:spcAft>
          <a:spcPct val="0"/>
        </a:spcAft>
        <a:defRPr sz="3200" b="1">
          <a:solidFill>
            <a:schemeClr val="tx2"/>
          </a:solidFill>
          <a:latin typeface="Verdana" pitchFamily="34" charset="0"/>
        </a:defRPr>
      </a:lvl8pPr>
      <a:lvl9pPr marL="1828800" algn="l" rtl="0" fontAlgn="base">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defRPr sz="2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76375" y="430213"/>
            <a:ext cx="7416800" cy="7667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027" name="Rectangle 3"/>
          <p:cNvSpPr>
            <a:spLocks noGrp="1" noChangeArrowheads="1"/>
          </p:cNvSpPr>
          <p:nvPr>
            <p:ph type="body" idx="1"/>
          </p:nvPr>
        </p:nvSpPr>
        <p:spPr bwMode="auto">
          <a:xfrm>
            <a:off x="1476375" y="1484313"/>
            <a:ext cx="7416800" cy="51133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031" name="Rectangle 7"/>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425FF88D-6E30-4BB0-81EF-71AA710B91E7}" type="datetime1">
              <a:rPr lang="en-US"/>
              <a:pPr/>
              <a:t>11/30/2012</a:t>
            </a:fld>
            <a:endParaRPr lang="en-US"/>
          </a:p>
        </p:txBody>
      </p:sp>
      <p:sp>
        <p:nvSpPr>
          <p:cNvPr id="1032" name="Rectangle 8"/>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D7379438-BC30-44EE-9DE2-514A578FACC4}"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 id="2147484204" r:id="rId12"/>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205" r:id="rId12"/>
  </p:sldLayoutIdLst>
  <p:txStyles>
    <p:titleStyle>
      <a:lvl1pPr algn="l" rtl="0" eaLnBrk="1" fontAlgn="base" hangingPunct="1">
        <a:spcBef>
          <a:spcPct val="0"/>
        </a:spcBef>
        <a:spcAft>
          <a:spcPct val="0"/>
        </a:spcAft>
        <a:defRPr sz="4800" b="1">
          <a:solidFill>
            <a:schemeClr val="tx2"/>
          </a:solidFill>
          <a:latin typeface="+mj-lt"/>
          <a:ea typeface="+mj-ea"/>
          <a:cs typeface="+mj-cs"/>
        </a:defRPr>
      </a:lvl1pPr>
      <a:lvl2pPr algn="l" rtl="0" eaLnBrk="1" fontAlgn="base" hangingPunct="1">
        <a:spcBef>
          <a:spcPct val="0"/>
        </a:spcBef>
        <a:spcAft>
          <a:spcPct val="0"/>
        </a:spcAft>
        <a:defRPr sz="4800" b="1">
          <a:solidFill>
            <a:schemeClr val="tx2"/>
          </a:solidFill>
          <a:latin typeface="Palatino" pitchFamily="18" charset="0"/>
        </a:defRPr>
      </a:lvl2pPr>
      <a:lvl3pPr algn="l" rtl="0" eaLnBrk="1" fontAlgn="base" hangingPunct="1">
        <a:spcBef>
          <a:spcPct val="0"/>
        </a:spcBef>
        <a:spcAft>
          <a:spcPct val="0"/>
        </a:spcAft>
        <a:defRPr sz="4800" b="1">
          <a:solidFill>
            <a:schemeClr val="tx2"/>
          </a:solidFill>
          <a:latin typeface="Palatino" pitchFamily="18" charset="0"/>
        </a:defRPr>
      </a:lvl3pPr>
      <a:lvl4pPr algn="l" rtl="0" eaLnBrk="1" fontAlgn="base" hangingPunct="1">
        <a:spcBef>
          <a:spcPct val="0"/>
        </a:spcBef>
        <a:spcAft>
          <a:spcPct val="0"/>
        </a:spcAft>
        <a:defRPr sz="4800" b="1">
          <a:solidFill>
            <a:schemeClr val="tx2"/>
          </a:solidFill>
          <a:latin typeface="Palatino" pitchFamily="18" charset="0"/>
        </a:defRPr>
      </a:lvl4pPr>
      <a:lvl5pPr algn="l" rtl="0" eaLnBrk="1" fontAlgn="base" hangingPunct="1">
        <a:spcBef>
          <a:spcPct val="0"/>
        </a:spcBef>
        <a:spcAft>
          <a:spcPct val="0"/>
        </a:spcAft>
        <a:defRPr sz="4800" b="1">
          <a:solidFill>
            <a:schemeClr val="tx2"/>
          </a:solidFill>
          <a:latin typeface="Palatino" pitchFamily="18" charset="0"/>
        </a:defRPr>
      </a:lvl5pPr>
      <a:lvl6pPr marL="457200" algn="l" rtl="0" eaLnBrk="1" fontAlgn="base" hangingPunct="1">
        <a:spcBef>
          <a:spcPct val="0"/>
        </a:spcBef>
        <a:spcAft>
          <a:spcPct val="0"/>
        </a:spcAft>
        <a:defRPr sz="4800" b="1">
          <a:solidFill>
            <a:schemeClr val="tx2"/>
          </a:solidFill>
          <a:latin typeface="Palatino" pitchFamily="18" charset="0"/>
        </a:defRPr>
      </a:lvl6pPr>
      <a:lvl7pPr marL="914400" algn="l" rtl="0" eaLnBrk="1" fontAlgn="base" hangingPunct="1">
        <a:spcBef>
          <a:spcPct val="0"/>
        </a:spcBef>
        <a:spcAft>
          <a:spcPct val="0"/>
        </a:spcAft>
        <a:defRPr sz="4800" b="1">
          <a:solidFill>
            <a:schemeClr val="tx2"/>
          </a:solidFill>
          <a:latin typeface="Palatino" pitchFamily="18" charset="0"/>
        </a:defRPr>
      </a:lvl7pPr>
      <a:lvl8pPr marL="1371600" algn="l" rtl="0" eaLnBrk="1" fontAlgn="base" hangingPunct="1">
        <a:spcBef>
          <a:spcPct val="0"/>
        </a:spcBef>
        <a:spcAft>
          <a:spcPct val="0"/>
        </a:spcAft>
        <a:defRPr sz="4800" b="1">
          <a:solidFill>
            <a:schemeClr val="tx2"/>
          </a:solidFill>
          <a:latin typeface="Palatino" pitchFamily="18" charset="0"/>
        </a:defRPr>
      </a:lvl8pPr>
      <a:lvl9pPr marL="1828800" algn="l" rtl="0" eaLnBrk="1" fontAlgn="base" hangingPunct="1">
        <a:spcBef>
          <a:spcPct val="0"/>
        </a:spcBef>
        <a:spcAft>
          <a:spcPct val="0"/>
        </a:spcAft>
        <a:defRPr sz="4800" b="1">
          <a:solidFill>
            <a:schemeClr val="tx2"/>
          </a:solidFill>
          <a:latin typeface="Palatino" pitchFamily="18"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49507"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4950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50D7F20D-1D8C-45A5-AF4C-79839F134625}" type="datetime1">
              <a:rPr lang="en-US"/>
              <a:pPr/>
              <a:t>11/30/2012</a:t>
            </a:fld>
            <a:endParaRPr lang="en-US"/>
          </a:p>
        </p:txBody>
      </p:sp>
      <p:sp>
        <p:nvSpPr>
          <p:cNvPr id="14950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A849404D-87D7-443F-A519-CBB7E5A14220}"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 id="2147484202" r:id="rId12"/>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51555"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1556"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B468C86D-14BD-445D-B12D-6DDDED544A16}" type="datetime1">
              <a:rPr lang="en-US"/>
              <a:pPr/>
              <a:t>11/30/2012</a:t>
            </a:fld>
            <a:endParaRPr lang="en-US"/>
          </a:p>
        </p:txBody>
      </p:sp>
      <p:sp>
        <p:nvSpPr>
          <p:cNvPr id="151557"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AC637807-5CDB-463E-BF33-28134F84E17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52579"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2580"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FF42F45F-7542-4BEB-B65A-9B023A0E7573}" type="datetime1">
              <a:rPr lang="en-US"/>
              <a:pPr/>
              <a:t>11/30/2012</a:t>
            </a:fld>
            <a:endParaRPr lang="en-US"/>
          </a:p>
        </p:txBody>
      </p:sp>
      <p:sp>
        <p:nvSpPr>
          <p:cNvPr id="152581"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2307A2AD-6B73-4AA4-9CE4-4C9C140B4CF4}"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53603"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3604"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BA919821-421F-4F0D-BCAD-80E09BE3CFFD}" type="datetime1">
              <a:rPr lang="en-US"/>
              <a:pPr/>
              <a:t>11/30/2012</a:t>
            </a:fld>
            <a:endParaRPr lang="en-US"/>
          </a:p>
        </p:txBody>
      </p:sp>
      <p:sp>
        <p:nvSpPr>
          <p:cNvPr id="153605"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910D3A82-6BB4-46B6-9E8F-090B040C3320}"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54627"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462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B54DF59E-0875-465C-9A4D-BA0197E0C876}" type="datetime1">
              <a:rPr lang="en-US"/>
              <a:pPr/>
              <a:t>11/30/2012</a:t>
            </a:fld>
            <a:endParaRPr lang="en-US"/>
          </a:p>
        </p:txBody>
      </p:sp>
      <p:sp>
        <p:nvSpPr>
          <p:cNvPr id="15462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753A83A1-1555-48E8-8D28-5B87EA7A529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95" r:id="rId1"/>
    <p:sldLayoutId id="2147484096" r:id="rId2"/>
    <p:sldLayoutId id="2147484097" r:id="rId3"/>
    <p:sldLayoutId id="2147484098" r:id="rId4"/>
    <p:sldLayoutId id="2147484099" r:id="rId5"/>
    <p:sldLayoutId id="2147484100" r:id="rId6"/>
    <p:sldLayoutId id="2147484101" r:id="rId7"/>
    <p:sldLayoutId id="2147484102" r:id="rId8"/>
    <p:sldLayoutId id="2147484103" r:id="rId9"/>
    <p:sldLayoutId id="2147484104" r:id="rId10"/>
    <p:sldLayoutId id="2147484105"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155651" name="Rectangle 3"/>
          <p:cNvSpPr>
            <a:spLocks noGrp="1" noChangeArrowheads="1"/>
          </p:cNvSpPr>
          <p:nvPr>
            <p:ph type="body" idx="1"/>
          </p:nvPr>
        </p:nvSpPr>
        <p:spPr bwMode="auto">
          <a:xfrm>
            <a:off x="1476375" y="3789363"/>
            <a:ext cx="7416800" cy="280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155652"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16959C9A-86FF-4193-8DBB-629A2ACB7217}" type="datetime1">
              <a:rPr lang="en-US"/>
              <a:pPr/>
              <a:t>11/30/2012</a:t>
            </a:fld>
            <a:endParaRPr lang="en-US"/>
          </a:p>
        </p:txBody>
      </p:sp>
      <p:sp>
        <p:nvSpPr>
          <p:cNvPr id="155653"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4C02A5E7-F3A5-4617-8AE3-D26B3EDB835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10" r:id="rId4"/>
    <p:sldLayoutId id="2147484111" r:id="rId5"/>
    <p:sldLayoutId id="2147484112" r:id="rId6"/>
    <p:sldLayoutId id="2147484113" r:id="rId7"/>
    <p:sldLayoutId id="2147484114" r:id="rId8"/>
    <p:sldLayoutId id="2147484115" r:id="rId9"/>
    <p:sldLayoutId id="2147484116" r:id="rId10"/>
    <p:sldLayoutId id="2147484117"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bwMode="auto">
          <a:xfrm>
            <a:off x="1476375" y="430213"/>
            <a:ext cx="7416800" cy="7667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05827" name="Rectangle 3"/>
          <p:cNvSpPr>
            <a:spLocks noGrp="1" noChangeArrowheads="1"/>
          </p:cNvSpPr>
          <p:nvPr>
            <p:ph type="body" idx="1"/>
          </p:nvPr>
        </p:nvSpPr>
        <p:spPr bwMode="auto">
          <a:xfrm>
            <a:off x="1476375" y="1484313"/>
            <a:ext cx="7416800" cy="4824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582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019050F8-0CBC-483C-995D-4E37A3A8FD34}" type="datetime1">
              <a:rPr lang="en-US"/>
              <a:pPr/>
              <a:t>11/30/2012</a:t>
            </a:fld>
            <a:endParaRPr lang="en-US"/>
          </a:p>
        </p:txBody>
      </p:sp>
      <p:sp>
        <p:nvSpPr>
          <p:cNvPr id="20582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B6057CD2-9F89-4D3C-8E32-F67817E2556B}" type="slidenum">
              <a:rPr lang="en-US"/>
              <a:pPr/>
              <a:t>‹#›</a:t>
            </a:fld>
            <a:endParaRPr lang="en-US"/>
          </a:p>
        </p:txBody>
      </p:sp>
      <p:pic>
        <p:nvPicPr>
          <p:cNvPr id="205830" name="Picture 6"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19" r:id="rId1"/>
    <p:sldLayoutId id="2147484120" r:id="rId2"/>
    <p:sldLayoutId id="2147484121" r:id="rId3"/>
    <p:sldLayoutId id="2147484122" r:id="rId4"/>
    <p:sldLayoutId id="2147484123" r:id="rId5"/>
    <p:sldLayoutId id="2147484124" r:id="rId6"/>
    <p:sldLayoutId id="2147484125" r:id="rId7"/>
    <p:sldLayoutId id="2147484126" r:id="rId8"/>
    <p:sldLayoutId id="2147484127" r:id="rId9"/>
    <p:sldLayoutId id="2147484128" r:id="rId10"/>
    <p:sldLayoutId id="2147484129"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07875"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7876"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EA5CDB4A-413D-4DF3-9961-6832234D836E}" type="datetime1">
              <a:rPr lang="en-US"/>
              <a:pPr/>
              <a:t>11/30/2012</a:t>
            </a:fld>
            <a:endParaRPr lang="en-US"/>
          </a:p>
        </p:txBody>
      </p:sp>
      <p:sp>
        <p:nvSpPr>
          <p:cNvPr id="207877"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AF249A2A-F27E-4D4A-B5D7-9565E05FEE78}" type="slidenum">
              <a:rPr lang="en-US"/>
              <a:pPr/>
              <a:t>‹#›</a:t>
            </a:fld>
            <a:endParaRPr lang="en-US"/>
          </a:p>
        </p:txBody>
      </p:sp>
      <p:pic>
        <p:nvPicPr>
          <p:cNvPr id="207879" name="Picture 7"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31" r:id="rId1"/>
    <p:sldLayoutId id="2147484132" r:id="rId2"/>
    <p:sldLayoutId id="2147484133" r:id="rId3"/>
    <p:sldLayoutId id="2147484134" r:id="rId4"/>
    <p:sldLayoutId id="2147484135" r:id="rId5"/>
    <p:sldLayoutId id="2147484136" r:id="rId6"/>
    <p:sldLayoutId id="2147484137" r:id="rId7"/>
    <p:sldLayoutId id="2147484138" r:id="rId8"/>
    <p:sldLayoutId id="2147484139" r:id="rId9"/>
    <p:sldLayoutId id="2147484140" r:id="rId10"/>
    <p:sldLayoutId id="2147484141"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08899"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8900"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32E0C72D-113C-4B78-9ECF-FF8EE13BA213}" type="datetime1">
              <a:rPr lang="en-US"/>
              <a:pPr/>
              <a:t>11/30/2012</a:t>
            </a:fld>
            <a:endParaRPr lang="en-US"/>
          </a:p>
        </p:txBody>
      </p:sp>
      <p:sp>
        <p:nvSpPr>
          <p:cNvPr id="208901"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0CEB931A-0C21-45D9-9788-8FE4642BB037}" type="slidenum">
              <a:rPr lang="en-US"/>
              <a:pPr/>
              <a:t>‹#›</a:t>
            </a:fld>
            <a:endParaRPr lang="en-US"/>
          </a:p>
        </p:txBody>
      </p:sp>
      <p:pic>
        <p:nvPicPr>
          <p:cNvPr id="208903" name="Picture 7"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09923"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09924"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ED421966-8828-4EF1-8BDA-75CC23D5CDBA}" type="datetime1">
              <a:rPr lang="en-US"/>
              <a:pPr/>
              <a:t>11/30/2012</a:t>
            </a:fld>
            <a:endParaRPr lang="en-US"/>
          </a:p>
        </p:txBody>
      </p:sp>
      <p:sp>
        <p:nvSpPr>
          <p:cNvPr id="209925"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4C5E5528-FAF9-4DC4-8D6A-32D5758E2360}" type="slidenum">
              <a:rPr lang="en-US"/>
              <a:pPr/>
              <a:t>‹#›</a:t>
            </a:fld>
            <a:endParaRPr lang="en-US"/>
          </a:p>
        </p:txBody>
      </p:sp>
      <p:pic>
        <p:nvPicPr>
          <p:cNvPr id="209927" name="Picture 7"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10947"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0948"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82B72B27-3629-43BF-BD0A-151A5D58117B}" type="datetime1">
              <a:rPr lang="en-US"/>
              <a:pPr/>
              <a:t>11/30/2012</a:t>
            </a:fld>
            <a:endParaRPr lang="en-US"/>
          </a:p>
        </p:txBody>
      </p:sp>
      <p:sp>
        <p:nvSpPr>
          <p:cNvPr id="210949"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6159FA4D-49EB-4718-A724-F8786ECD68C7}" type="slidenum">
              <a:rPr lang="en-US"/>
              <a:pPr/>
              <a:t>‹#›</a:t>
            </a:fld>
            <a:endParaRPr lang="en-US"/>
          </a:p>
        </p:txBody>
      </p:sp>
      <p:pic>
        <p:nvPicPr>
          <p:cNvPr id="210951" name="Picture 7"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67" r:id="rId1"/>
    <p:sldLayoutId id="2147484168" r:id="rId2"/>
    <p:sldLayoutId id="2147484169" r:id="rId3"/>
    <p:sldLayoutId id="2147484170" r:id="rId4"/>
    <p:sldLayoutId id="2147484171" r:id="rId5"/>
    <p:sldLayoutId id="2147484172" r:id="rId6"/>
    <p:sldLayoutId id="2147484173" r:id="rId7"/>
    <p:sldLayoutId id="2147484174" r:id="rId8"/>
    <p:sldLayoutId id="2147484175" r:id="rId9"/>
    <p:sldLayoutId id="2147484176" r:id="rId10"/>
    <p:sldLayoutId id="2147484177"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11971"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1972"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AB4246D6-F289-4480-B3BE-A47058A969C0}" type="datetime1">
              <a:rPr lang="en-US"/>
              <a:pPr/>
              <a:t>11/30/2012</a:t>
            </a:fld>
            <a:endParaRPr lang="en-US"/>
          </a:p>
        </p:txBody>
      </p:sp>
      <p:sp>
        <p:nvSpPr>
          <p:cNvPr id="211973"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93E0EC7C-E5FE-438E-B4BD-DBEED038621E}" type="slidenum">
              <a:rPr lang="en-US"/>
              <a:pPr/>
              <a:t>‹#›</a:t>
            </a:fld>
            <a:endParaRPr lang="en-US"/>
          </a:p>
        </p:txBody>
      </p:sp>
      <p:pic>
        <p:nvPicPr>
          <p:cNvPr id="211975" name="Picture 7"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79" r:id="rId1"/>
    <p:sldLayoutId id="2147484180" r:id="rId2"/>
    <p:sldLayoutId id="2147484181" r:id="rId3"/>
    <p:sldLayoutId id="2147484182" r:id="rId4"/>
    <p:sldLayoutId id="2147484183" r:id="rId5"/>
    <p:sldLayoutId id="2147484184" r:id="rId6"/>
    <p:sldLayoutId id="2147484185" r:id="rId7"/>
    <p:sldLayoutId id="2147484186" r:id="rId8"/>
    <p:sldLayoutId id="2147484187" r:id="rId9"/>
    <p:sldLayoutId id="2147484188" r:id="rId10"/>
    <p:sldLayoutId id="2147484189"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bwMode="auto">
          <a:xfrm>
            <a:off x="1476375" y="2733675"/>
            <a:ext cx="7416800" cy="7667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Titel Verdana 32 Bold</a:t>
            </a:r>
          </a:p>
        </p:txBody>
      </p:sp>
      <p:sp>
        <p:nvSpPr>
          <p:cNvPr id="212995" name="Rectangle 3"/>
          <p:cNvSpPr>
            <a:spLocks noGrp="1" noChangeArrowheads="1"/>
          </p:cNvSpPr>
          <p:nvPr>
            <p:ph type="body" idx="1"/>
          </p:nvPr>
        </p:nvSpPr>
        <p:spPr bwMode="auto">
          <a:xfrm>
            <a:off x="1476375" y="3789363"/>
            <a:ext cx="7416800" cy="25193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Bodytekst Verdana 26</a:t>
            </a:r>
          </a:p>
        </p:txBody>
      </p:sp>
      <p:sp>
        <p:nvSpPr>
          <p:cNvPr id="212996" name="Rectangle 4"/>
          <p:cNvSpPr>
            <a:spLocks noGrp="1" noChangeArrowheads="1"/>
          </p:cNvSpPr>
          <p:nvPr>
            <p:ph type="dt" sz="half" idx="2"/>
          </p:nvPr>
        </p:nvSpPr>
        <p:spPr bwMode="auto">
          <a:xfrm>
            <a:off x="107950" y="6381750"/>
            <a:ext cx="10795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chemeClr val="bg1"/>
                </a:solidFill>
                <a:latin typeface="+mn-lt"/>
              </a:defRPr>
            </a:lvl1pPr>
          </a:lstStyle>
          <a:p>
            <a:fld id="{21FCDA39-1FF8-4990-A9CE-F042283933A4}" type="datetime1">
              <a:rPr lang="en-US"/>
              <a:pPr/>
              <a:t>11/30/2012</a:t>
            </a:fld>
            <a:endParaRPr lang="en-US"/>
          </a:p>
        </p:txBody>
      </p:sp>
      <p:sp>
        <p:nvSpPr>
          <p:cNvPr id="212997" name="Rectangle 5"/>
          <p:cNvSpPr>
            <a:spLocks noGrp="1" noChangeArrowheads="1"/>
          </p:cNvSpPr>
          <p:nvPr>
            <p:ph type="sldNum" sz="quarter" idx="4"/>
          </p:nvPr>
        </p:nvSpPr>
        <p:spPr bwMode="auto">
          <a:xfrm>
            <a:off x="107950" y="6049963"/>
            <a:ext cx="1079500" cy="3317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mn-lt"/>
              </a:defRPr>
            </a:lvl1pPr>
          </a:lstStyle>
          <a:p>
            <a:fld id="{FDF0EF65-1394-4078-AE7F-DEC4B66E4A28}" type="slidenum">
              <a:rPr lang="en-US"/>
              <a:pPr/>
              <a:t>‹#›</a:t>
            </a:fld>
            <a:endParaRPr lang="en-US"/>
          </a:p>
        </p:txBody>
      </p:sp>
      <p:pic>
        <p:nvPicPr>
          <p:cNvPr id="212999" name="Picture 7" descr="UVT_Logo_creme_eng"/>
          <p:cNvPicPr>
            <a:picLocks noChangeAspect="1" noChangeArrowheads="1"/>
          </p:cNvPicPr>
          <p:nvPr/>
        </p:nvPicPr>
        <p:blipFill>
          <a:blip r:embed="rId14" cstate="print"/>
          <a:srcRect l="4784" t="20068" r="2734" b="5017"/>
          <a:stretch>
            <a:fillRect/>
          </a:stretch>
        </p:blipFill>
        <p:spPr bwMode="auto">
          <a:xfrm>
            <a:off x="7289800" y="6327775"/>
            <a:ext cx="1598613" cy="5302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191" r:id="rId1"/>
    <p:sldLayoutId id="2147484192" r:id="rId2"/>
    <p:sldLayoutId id="2147484193" r:id="rId3"/>
    <p:sldLayoutId id="2147484194" r:id="rId4"/>
    <p:sldLayoutId id="2147484195" r:id="rId5"/>
    <p:sldLayoutId id="2147484196" r:id="rId6"/>
    <p:sldLayoutId id="2147484197" r:id="rId7"/>
    <p:sldLayoutId id="2147484198" r:id="rId8"/>
    <p:sldLayoutId id="2147484199" r:id="rId9"/>
    <p:sldLayoutId id="2147484200" r:id="rId10"/>
    <p:sldLayoutId id="2147484201" r:id="rId11"/>
  </p:sldLayoutIdLst>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itchFamily="34" charset="0"/>
        </a:defRPr>
      </a:lvl2pPr>
      <a:lvl3pPr algn="l" rtl="0" eaLnBrk="1" fontAlgn="base" hangingPunct="1">
        <a:spcBef>
          <a:spcPct val="0"/>
        </a:spcBef>
        <a:spcAft>
          <a:spcPct val="0"/>
        </a:spcAft>
        <a:defRPr sz="3200" b="1">
          <a:solidFill>
            <a:schemeClr val="tx2"/>
          </a:solidFill>
          <a:latin typeface="Verdana" pitchFamily="34" charset="0"/>
        </a:defRPr>
      </a:lvl3pPr>
      <a:lvl4pPr algn="l" rtl="0" eaLnBrk="1" fontAlgn="base" hangingPunct="1">
        <a:spcBef>
          <a:spcPct val="0"/>
        </a:spcBef>
        <a:spcAft>
          <a:spcPct val="0"/>
        </a:spcAft>
        <a:defRPr sz="3200" b="1">
          <a:solidFill>
            <a:schemeClr val="tx2"/>
          </a:solidFill>
          <a:latin typeface="Verdana" pitchFamily="34" charset="0"/>
        </a:defRPr>
      </a:lvl4pPr>
      <a:lvl5pPr algn="l" rtl="0" eaLnBrk="1" fontAlgn="base" hangingPunct="1">
        <a:spcBef>
          <a:spcPct val="0"/>
        </a:spcBef>
        <a:spcAft>
          <a:spcPct val="0"/>
        </a:spcAft>
        <a:defRPr sz="3200" b="1">
          <a:solidFill>
            <a:schemeClr val="tx2"/>
          </a:solidFill>
          <a:latin typeface="Verdana" pitchFamily="34" charset="0"/>
        </a:defRPr>
      </a:lvl5pPr>
      <a:lvl6pPr marL="457200" algn="l" rtl="0" eaLnBrk="1" fontAlgn="base" hangingPunct="1">
        <a:spcBef>
          <a:spcPct val="0"/>
        </a:spcBef>
        <a:spcAft>
          <a:spcPct val="0"/>
        </a:spcAft>
        <a:defRPr sz="3200" b="1">
          <a:solidFill>
            <a:schemeClr val="tx2"/>
          </a:solidFill>
          <a:latin typeface="Verdana" pitchFamily="34" charset="0"/>
        </a:defRPr>
      </a:lvl6pPr>
      <a:lvl7pPr marL="914400" algn="l" rtl="0" eaLnBrk="1" fontAlgn="base" hangingPunct="1">
        <a:spcBef>
          <a:spcPct val="0"/>
        </a:spcBef>
        <a:spcAft>
          <a:spcPct val="0"/>
        </a:spcAft>
        <a:defRPr sz="3200" b="1">
          <a:solidFill>
            <a:schemeClr val="tx2"/>
          </a:solidFill>
          <a:latin typeface="Verdana" pitchFamily="34" charset="0"/>
        </a:defRPr>
      </a:lvl7pPr>
      <a:lvl8pPr marL="1371600" algn="l" rtl="0" eaLnBrk="1" fontAlgn="base" hangingPunct="1">
        <a:spcBef>
          <a:spcPct val="0"/>
        </a:spcBef>
        <a:spcAft>
          <a:spcPct val="0"/>
        </a:spcAft>
        <a:defRPr sz="3200" b="1">
          <a:solidFill>
            <a:schemeClr val="tx2"/>
          </a:solidFill>
          <a:latin typeface="Verdana" pitchFamily="34" charset="0"/>
        </a:defRPr>
      </a:lvl8pPr>
      <a:lvl9pPr marL="1828800" algn="l"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1" fontAlgn="base" hangingPunct="1">
        <a:spcBef>
          <a:spcPct val="20000"/>
        </a:spcBef>
        <a:spcAft>
          <a:spcPct val="0"/>
        </a:spcAft>
        <a:defRPr sz="26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7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7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71.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71.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71.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7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71.xml"/><Relationship Id="rId1" Type="http://schemas.openxmlformats.org/officeDocument/2006/relationships/vmlDrawing" Target="../drawings/vmlDrawing2.v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71.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7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7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7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7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71.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7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71.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7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ctrTitle"/>
          </p:nvPr>
        </p:nvSpPr>
        <p:spPr/>
        <p:txBody>
          <a:bodyPr/>
          <a:lstStyle/>
          <a:p>
            <a:pPr eaLnBrk="1" hangingPunct="1"/>
            <a:r>
              <a:rPr lang="en-US" sz="3200" dirty="0" smtClean="0"/>
              <a:t> Questasy: Documenting and Disseminating Longitudinal Data Online with DDI 3</a:t>
            </a:r>
          </a:p>
        </p:txBody>
      </p:sp>
      <p:sp>
        <p:nvSpPr>
          <p:cNvPr id="22532" name="Rectangle 3"/>
          <p:cNvSpPr>
            <a:spLocks noGrp="1" noChangeArrowheads="1"/>
          </p:cNvSpPr>
          <p:nvPr>
            <p:ph type="subTitle" sz="quarter" idx="1"/>
          </p:nvPr>
        </p:nvSpPr>
        <p:spPr>
          <a:xfrm>
            <a:off x="2555875" y="2500306"/>
            <a:ext cx="6337300" cy="1431932"/>
          </a:xfrm>
        </p:spPr>
        <p:txBody>
          <a:bodyPr/>
          <a:lstStyle/>
          <a:p>
            <a:pPr eaLnBrk="1" hangingPunct="1"/>
            <a:r>
              <a:rPr lang="en-US" dirty="0" smtClean="0"/>
              <a:t>Edwin de Vet</a:t>
            </a:r>
          </a:p>
        </p:txBody>
      </p:sp>
      <p:sp>
        <p:nvSpPr>
          <p:cNvPr id="4" name="Rectangle 4"/>
          <p:cNvSpPr>
            <a:spLocks noGrp="1" noChangeArrowheads="1"/>
          </p:cNvSpPr>
          <p:nvPr>
            <p:ph type="dt" sz="half" idx="10"/>
          </p:nvPr>
        </p:nvSpPr>
        <p:spPr>
          <a:prstGeom prst="rect">
            <a:avLst/>
          </a:prstGeom>
        </p:spPr>
        <p:txBody>
          <a:bodyPr/>
          <a:lstStyle/>
          <a:p>
            <a:pPr>
              <a:defRPr/>
            </a:pPr>
            <a:fld id="{FC730F2B-2996-4FD0-8D4F-0A6C51B8CA35}" type="datetime1">
              <a:rPr lang="en-US"/>
              <a:pPr>
                <a:defRPr/>
              </a:pPr>
              <a:t>11/30/2012</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CentERdata</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Research institute</a:t>
            </a:r>
          </a:p>
          <a:p>
            <a:pPr lvl="1">
              <a:buFont typeface="Arial" pitchFamily="34" charset="0"/>
              <a:buChar char="•"/>
            </a:pPr>
            <a:r>
              <a:rPr lang="en-US" dirty="0" smtClean="0"/>
              <a:t>University of Tilburg, Netherlands</a:t>
            </a:r>
          </a:p>
          <a:p>
            <a:pPr lvl="1">
              <a:buFont typeface="Arial" pitchFamily="34" charset="0"/>
              <a:buChar char="•"/>
            </a:pPr>
            <a:endParaRPr lang="en-US" dirty="0" smtClean="0"/>
          </a:p>
          <a:p>
            <a:pPr>
              <a:buFont typeface="Arial" pitchFamily="34" charset="0"/>
              <a:buChar char="•"/>
            </a:pPr>
            <a:r>
              <a:rPr lang="en-US" dirty="0" smtClean="0"/>
              <a:t>Data collection</a:t>
            </a:r>
          </a:p>
          <a:p>
            <a:pPr lvl="1">
              <a:buFont typeface="Arial" pitchFamily="34" charset="0"/>
              <a:buChar char="•"/>
            </a:pPr>
            <a:r>
              <a:rPr lang="en-US" dirty="0" smtClean="0"/>
              <a:t>Manage several panels</a:t>
            </a:r>
          </a:p>
          <a:p>
            <a:pPr lvl="1">
              <a:buFont typeface="Arial" pitchFamily="34" charset="0"/>
              <a:buChar char="•"/>
            </a:pPr>
            <a:endParaRPr lang="en-US" dirty="0" smtClean="0"/>
          </a:p>
          <a:p>
            <a:pPr>
              <a:buFont typeface="Arial" pitchFamily="34" charset="0"/>
              <a:buChar char="•"/>
            </a:pPr>
            <a:r>
              <a:rPr lang="en-US" dirty="0" smtClean="0"/>
              <a:t>Quantitative Analysis</a:t>
            </a:r>
          </a:p>
          <a:p>
            <a:pPr>
              <a:buFont typeface="Arial" pitchFamily="34" charset="0"/>
              <a:buChar char="•"/>
            </a:pPr>
            <a:endParaRPr lang="en-US" dirty="0" smtClean="0"/>
          </a:p>
          <a:p>
            <a:pPr>
              <a:buFont typeface="Arial" pitchFamily="34" charset="0"/>
              <a:buChar char="•"/>
            </a:pPr>
            <a:r>
              <a:rPr lang="en-US" dirty="0" smtClean="0"/>
              <a:t>Software solutions</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dirty="0"/>
          </a:p>
        </p:txBody>
      </p:sp>
      <p:sp>
        <p:nvSpPr>
          <p:cNvPr id="5" name="Slide Number Placeholder 4"/>
          <p:cNvSpPr>
            <a:spLocks noGrp="1"/>
          </p:cNvSpPr>
          <p:nvPr>
            <p:ph type="sldNum" sz="quarter" idx="11"/>
          </p:nvPr>
        </p:nvSpPr>
        <p:spPr/>
        <p:txBody>
          <a:bodyPr/>
          <a:lstStyle/>
          <a:p>
            <a:fld id="{B0D81EF3-0CF4-43B6-B34A-82B2B13BFC5B}" type="slidenum">
              <a:rPr lang="en-US" smtClean="0"/>
              <a:pPr/>
              <a:t>2</a:t>
            </a:fld>
            <a:endParaRPr 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LISS Panel</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~6000 households in Netherlands</a:t>
            </a:r>
          </a:p>
          <a:p>
            <a:pPr>
              <a:buFont typeface="Arial" pitchFamily="34" charset="0"/>
              <a:buChar char="•"/>
            </a:pPr>
            <a:endParaRPr lang="en-US" dirty="0" smtClean="0"/>
          </a:p>
          <a:p>
            <a:pPr>
              <a:buFont typeface="Arial" pitchFamily="34" charset="0"/>
              <a:buChar char="•"/>
            </a:pPr>
            <a:r>
              <a:rPr lang="en-US" dirty="0" smtClean="0"/>
              <a:t>Studies conducted on various schedules</a:t>
            </a:r>
          </a:p>
          <a:p>
            <a:pPr lvl="1">
              <a:buFont typeface="Arial" pitchFamily="34" charset="0"/>
              <a:buChar char="•"/>
            </a:pPr>
            <a:r>
              <a:rPr lang="en-US" dirty="0" smtClean="0"/>
              <a:t>Includes longitudinal studies</a:t>
            </a:r>
          </a:p>
          <a:p>
            <a:pPr>
              <a:buFont typeface="Arial" pitchFamily="34" charset="0"/>
              <a:buChar char="•"/>
            </a:pPr>
            <a:endParaRPr lang="en-US" dirty="0" smtClean="0"/>
          </a:p>
          <a:p>
            <a:pPr>
              <a:buFont typeface="Arial" pitchFamily="34" charset="0"/>
              <a:buChar char="•"/>
            </a:pPr>
            <a:r>
              <a:rPr lang="en-US" dirty="0" smtClean="0"/>
              <a:t>Datasets prepared on various schedules</a:t>
            </a:r>
          </a:p>
          <a:p>
            <a:endParaRPr lang="en-US" dirty="0" smtClean="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dirty="0"/>
          </a:p>
        </p:txBody>
      </p:sp>
      <p:sp>
        <p:nvSpPr>
          <p:cNvPr id="5" name="Slide Number Placeholder 4"/>
          <p:cNvSpPr>
            <a:spLocks noGrp="1"/>
          </p:cNvSpPr>
          <p:nvPr>
            <p:ph type="sldNum" sz="quarter" idx="11"/>
          </p:nvPr>
        </p:nvSpPr>
        <p:spPr/>
        <p:txBody>
          <a:bodyPr/>
          <a:lstStyle/>
          <a:p>
            <a:fld id="{B0D81EF3-0CF4-43B6-B34A-82B2B13BFC5B}" type="slidenum">
              <a:rPr lang="en-US" smtClean="0"/>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is Complex”</a:t>
            </a:r>
            <a:endParaRPr lang="nl-NL" dirty="0"/>
          </a:p>
        </p:txBody>
      </p:sp>
      <p:graphicFrame>
        <p:nvGraphicFramePr>
          <p:cNvPr id="6" name="Content Placeholder 5"/>
          <p:cNvGraphicFramePr>
            <a:graphicFrameLocks noGrp="1"/>
          </p:cNvGraphicFramePr>
          <p:nvPr>
            <p:ph idx="1"/>
          </p:nvPr>
        </p:nvGraphicFramePr>
        <p:xfrm>
          <a:off x="1476372" y="1484313"/>
          <a:ext cx="7416800" cy="4824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374" y="430213"/>
            <a:ext cx="7524781" cy="766762"/>
          </a:xfrm>
        </p:spPr>
        <p:txBody>
          <a:bodyPr/>
          <a:lstStyle/>
          <a:p>
            <a:r>
              <a:rPr lang="en-US" dirty="0" smtClean="0"/>
              <a:t>Questasy Hides DDI Complexity</a:t>
            </a:r>
            <a:endParaRPr lang="nl-NL" dirty="0"/>
          </a:p>
        </p:txBody>
      </p:sp>
      <p:graphicFrame>
        <p:nvGraphicFramePr>
          <p:cNvPr id="6" name="Content Placeholder 5"/>
          <p:cNvGraphicFramePr>
            <a:graphicFrameLocks noGrp="1"/>
          </p:cNvGraphicFramePr>
          <p:nvPr>
            <p:ph idx="1"/>
          </p:nvPr>
        </p:nvGraphicFramePr>
        <p:xfrm>
          <a:off x="1476375" y="1484313"/>
          <a:ext cx="7416800" cy="4824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Questasy</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Web application based on DDI 3</a:t>
            </a:r>
          </a:p>
          <a:p>
            <a:pPr>
              <a:buFont typeface="Arial" pitchFamily="34" charset="0"/>
              <a:buChar char="•"/>
            </a:pPr>
            <a:r>
              <a:rPr lang="en-US" dirty="0" smtClean="0"/>
              <a:t>Manages data &amp; metadata</a:t>
            </a:r>
          </a:p>
          <a:p>
            <a:pPr>
              <a:buFont typeface="Arial" pitchFamily="34" charset="0"/>
              <a:buChar char="•"/>
            </a:pPr>
            <a:r>
              <a:rPr lang="en-US" dirty="0" smtClean="0"/>
              <a:t>Administrator Interface</a:t>
            </a:r>
          </a:p>
          <a:p>
            <a:pPr lvl="1">
              <a:buFont typeface="Arial" pitchFamily="34" charset="0"/>
              <a:buChar char="•"/>
            </a:pPr>
            <a:r>
              <a:rPr lang="en-US" dirty="0" smtClean="0"/>
              <a:t>Data entry without DDI knowledge</a:t>
            </a:r>
          </a:p>
          <a:p>
            <a:pPr>
              <a:buFont typeface="Arial" pitchFamily="34" charset="0"/>
              <a:buChar char="•"/>
            </a:pPr>
            <a:r>
              <a:rPr lang="en-US" dirty="0" smtClean="0"/>
              <a:t>Researcher Interface</a:t>
            </a:r>
          </a:p>
          <a:p>
            <a:pPr lvl="1">
              <a:buFont typeface="Arial" pitchFamily="34" charset="0"/>
              <a:buChar char="•"/>
            </a:pPr>
            <a:r>
              <a:rPr lang="en-US" dirty="0" smtClean="0"/>
              <a:t>Browse/search metadata</a:t>
            </a:r>
          </a:p>
          <a:p>
            <a:pPr lvl="1">
              <a:buFont typeface="Arial" pitchFamily="34" charset="0"/>
              <a:buChar char="•"/>
            </a:pPr>
            <a:r>
              <a:rPr lang="en-US" dirty="0" smtClean="0"/>
              <a:t>Download data, variable export</a:t>
            </a:r>
          </a:p>
          <a:p>
            <a:pPr>
              <a:buFont typeface="Arial" pitchFamily="34" charset="0"/>
              <a:buChar char="•"/>
            </a:pPr>
            <a:r>
              <a:rPr lang="en-US" dirty="0" smtClean="0"/>
              <a:t>Public Interface</a:t>
            </a:r>
          </a:p>
          <a:p>
            <a:pPr lvl="1">
              <a:buFont typeface="Arial" pitchFamily="34" charset="0"/>
              <a:buChar char="•"/>
            </a:pPr>
            <a:r>
              <a:rPr lang="en-US" dirty="0" smtClean="0"/>
              <a:t>Browse/search metadata</a:t>
            </a:r>
          </a:p>
          <a:p>
            <a:pPr>
              <a:buFont typeface="Arial" pitchFamily="34" charset="0"/>
              <a:buChar char="•"/>
            </a:pPr>
            <a:endParaRPr lang="nl-NL" b="1"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Questasy Architecture</a:t>
            </a:r>
            <a:endParaRPr lang="nl-NL" dirty="0"/>
          </a:p>
        </p:txBody>
      </p:sp>
      <p:graphicFrame>
        <p:nvGraphicFramePr>
          <p:cNvPr id="8" name="Content Placeholder 7"/>
          <p:cNvGraphicFramePr>
            <a:graphicFrameLocks noChangeAspect="1"/>
          </p:cNvGraphicFramePr>
          <p:nvPr>
            <p:ph idx="1"/>
          </p:nvPr>
        </p:nvGraphicFramePr>
        <p:xfrm>
          <a:off x="1500188" y="1571625"/>
          <a:ext cx="7175500" cy="4418013"/>
        </p:xfrm>
        <a:graphic>
          <a:graphicData uri="http://schemas.openxmlformats.org/presentationml/2006/ole">
            <p:oleObj spid="_x0000_s230403" name="Visio" r:id="rId4" imgW="7221855" imgH="4446651" progId="">
              <p:embed/>
            </p:oleObj>
          </a:graphicData>
        </a:graphic>
      </p:graphicFrame>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p:txBody>
          <a:bodyPr/>
          <a:lstStyle/>
          <a:p>
            <a:pPr eaLnBrk="1" hangingPunct="1"/>
            <a:r>
              <a:rPr lang="en-US" smtClean="0"/>
              <a:t>Add Question Item</a:t>
            </a:r>
          </a:p>
        </p:txBody>
      </p:sp>
      <p:pic>
        <p:nvPicPr>
          <p:cNvPr id="32773" name="Picture 6" descr="3 question add"/>
          <p:cNvPicPr>
            <a:picLocks noGrp="1" noChangeAspect="1" noChangeArrowheads="1"/>
          </p:cNvPicPr>
          <p:nvPr>
            <p:ph idx="1"/>
          </p:nvPr>
        </p:nvPicPr>
        <p:blipFill>
          <a:blip r:embed="rId3" cstate="print"/>
          <a:srcRect/>
          <a:stretch>
            <a:fillRect/>
          </a:stretch>
        </p:blipFill>
        <p:spPr>
          <a:xfrm>
            <a:off x="1357290" y="1484313"/>
            <a:ext cx="5346700" cy="5113337"/>
          </a:xfrm>
          <a:noFill/>
        </p:spPr>
      </p:pic>
      <p:sp>
        <p:nvSpPr>
          <p:cNvPr id="8" name="Date Placeholder 3"/>
          <p:cNvSpPr>
            <a:spLocks noGrp="1"/>
          </p:cNvSpPr>
          <p:nvPr>
            <p:ph type="dt" sz="half" idx="10"/>
          </p:nvPr>
        </p:nvSpPr>
        <p:spPr>
          <a:xfrm>
            <a:off x="0" y="6381750"/>
            <a:ext cx="1079500" cy="339725"/>
          </a:xfrm>
          <a:prstGeom prst="rect">
            <a:avLst/>
          </a:prstGeom>
        </p:spPr>
        <p:txBody>
          <a:bodyPr/>
          <a:lstStyle/>
          <a:p>
            <a:pPr>
              <a:defRPr/>
            </a:pPr>
            <a:fld id="{D20147FB-7872-4593-8553-9CC9AAE50C31}" type="datetime1">
              <a:rPr lang="en-US"/>
              <a:pPr>
                <a:defRPr/>
              </a:pPr>
              <a:t>11/30/2012</a:t>
            </a:fld>
            <a:endParaRPr lang="en-US"/>
          </a:p>
        </p:txBody>
      </p:sp>
      <p:sp>
        <p:nvSpPr>
          <p:cNvPr id="9" name="Slide Number Placeholder 4"/>
          <p:cNvSpPr>
            <a:spLocks noGrp="1"/>
          </p:cNvSpPr>
          <p:nvPr>
            <p:ph type="sldNum" sz="quarter" idx="11"/>
          </p:nvPr>
        </p:nvSpPr>
        <p:spPr>
          <a:xfrm>
            <a:off x="0" y="6049963"/>
            <a:ext cx="1079500" cy="331787"/>
          </a:xfrm>
          <a:prstGeom prst="rect">
            <a:avLst/>
          </a:prstGeom>
        </p:spPr>
        <p:txBody>
          <a:bodyPr/>
          <a:lstStyle/>
          <a:p>
            <a:pPr>
              <a:defRPr/>
            </a:pPr>
            <a:fld id="{FB5EE351-5EE1-4791-8645-D6681DDC69CD}" type="slidenum">
              <a:rPr lang="en-US"/>
              <a:pPr>
                <a:defRPr/>
              </a:pPr>
              <a:t>8</a:t>
            </a:fld>
            <a:endParaRPr lang="en-US"/>
          </a:p>
        </p:txBody>
      </p:sp>
      <p:sp>
        <p:nvSpPr>
          <p:cNvPr id="32774" name="Text Box 7"/>
          <p:cNvSpPr txBox="1">
            <a:spLocks noChangeArrowheads="1"/>
          </p:cNvSpPr>
          <p:nvPr/>
        </p:nvSpPr>
        <p:spPr bwMode="auto">
          <a:xfrm>
            <a:off x="6643702" y="2128838"/>
            <a:ext cx="1708150" cy="366712"/>
          </a:xfrm>
          <a:prstGeom prst="rect">
            <a:avLst/>
          </a:prstGeom>
          <a:noFill/>
          <a:ln w="9525">
            <a:noFill/>
            <a:miter lim="800000"/>
            <a:headEnd/>
            <a:tailEnd/>
          </a:ln>
        </p:spPr>
        <p:txBody>
          <a:bodyPr wrap="none">
            <a:spAutoFit/>
          </a:bodyPr>
          <a:lstStyle/>
          <a:p>
            <a:r>
              <a:rPr lang="en-US" dirty="0">
                <a:latin typeface="Verdana" pitchFamily="34" charset="0"/>
              </a:rPr>
              <a:t>Question</a:t>
            </a:r>
            <a:r>
              <a:rPr lang="en-US" dirty="0"/>
              <a:t> Item</a:t>
            </a:r>
          </a:p>
        </p:txBody>
      </p:sp>
      <p:sp>
        <p:nvSpPr>
          <p:cNvPr id="32775" name="Text Box 8"/>
          <p:cNvSpPr txBox="1">
            <a:spLocks noChangeArrowheads="1"/>
          </p:cNvSpPr>
          <p:nvPr/>
        </p:nvSpPr>
        <p:spPr bwMode="auto">
          <a:xfrm>
            <a:off x="6643702" y="4648200"/>
            <a:ext cx="2130425" cy="366713"/>
          </a:xfrm>
          <a:prstGeom prst="rect">
            <a:avLst/>
          </a:prstGeom>
          <a:noFill/>
          <a:ln w="9525">
            <a:noFill/>
            <a:miter lim="800000"/>
            <a:headEnd/>
            <a:tailEnd/>
          </a:ln>
        </p:spPr>
        <p:txBody>
          <a:bodyPr wrap="none">
            <a:spAutoFit/>
          </a:bodyPr>
          <a:lstStyle/>
          <a:p>
            <a:r>
              <a:rPr lang="en-US" dirty="0">
                <a:latin typeface="Verdana" pitchFamily="34" charset="0"/>
              </a:rPr>
              <a:t>Response</a:t>
            </a:r>
            <a:r>
              <a:rPr lang="en-US" dirty="0"/>
              <a:t> Domain</a:t>
            </a:r>
          </a:p>
        </p:txBody>
      </p:sp>
      <p:sp>
        <p:nvSpPr>
          <p:cNvPr id="32776" name="Text Box 9"/>
          <p:cNvSpPr txBox="1">
            <a:spLocks noChangeArrowheads="1"/>
          </p:cNvSpPr>
          <p:nvPr/>
        </p:nvSpPr>
        <p:spPr bwMode="auto">
          <a:xfrm>
            <a:off x="6643702" y="4931454"/>
            <a:ext cx="1757362" cy="366713"/>
          </a:xfrm>
          <a:prstGeom prst="rect">
            <a:avLst/>
          </a:prstGeom>
          <a:noFill/>
          <a:ln w="9525">
            <a:noFill/>
            <a:miter lim="800000"/>
            <a:headEnd/>
            <a:tailEnd/>
          </a:ln>
        </p:spPr>
        <p:txBody>
          <a:bodyPr wrap="none">
            <a:spAutoFit/>
          </a:bodyPr>
          <a:lstStyle/>
          <a:p>
            <a:r>
              <a:rPr lang="en-US" dirty="0">
                <a:latin typeface="Verdana" pitchFamily="34" charset="0"/>
              </a:rPr>
              <a:t>Code Scheme</a:t>
            </a:r>
          </a:p>
        </p:txBody>
      </p:sp>
      <p:sp>
        <p:nvSpPr>
          <p:cNvPr id="32777" name="Text Box 10"/>
          <p:cNvSpPr txBox="1">
            <a:spLocks noChangeArrowheads="1"/>
          </p:cNvSpPr>
          <p:nvPr/>
        </p:nvSpPr>
        <p:spPr bwMode="auto">
          <a:xfrm>
            <a:off x="6792385" y="5214708"/>
            <a:ext cx="1994457" cy="369332"/>
          </a:xfrm>
          <a:prstGeom prst="rect">
            <a:avLst/>
          </a:prstGeom>
          <a:noFill/>
          <a:ln w="9525">
            <a:noFill/>
            <a:miter lim="800000"/>
            <a:headEnd/>
            <a:tailEnd/>
          </a:ln>
        </p:spPr>
        <p:txBody>
          <a:bodyPr wrap="none">
            <a:spAutoFit/>
          </a:bodyPr>
          <a:lstStyle/>
          <a:p>
            <a:r>
              <a:rPr lang="en-US" dirty="0">
                <a:latin typeface="Verdana" pitchFamily="34" charset="0"/>
              </a:rPr>
              <a:t>Code (multiple</a:t>
            </a:r>
            <a:r>
              <a:rPr lang="en-US" dirty="0" smtClean="0">
                <a:latin typeface="Verdana" pitchFamily="34" charset="0"/>
              </a:rPr>
              <a:t>)</a:t>
            </a:r>
          </a:p>
        </p:txBody>
      </p:sp>
      <p:sp>
        <p:nvSpPr>
          <p:cNvPr id="10" name="Text Box 9"/>
          <p:cNvSpPr txBox="1">
            <a:spLocks noChangeArrowheads="1"/>
          </p:cNvSpPr>
          <p:nvPr/>
        </p:nvSpPr>
        <p:spPr bwMode="auto">
          <a:xfrm>
            <a:off x="6643702" y="5500581"/>
            <a:ext cx="2236510" cy="369332"/>
          </a:xfrm>
          <a:prstGeom prst="rect">
            <a:avLst/>
          </a:prstGeom>
          <a:noFill/>
          <a:ln w="9525">
            <a:noFill/>
            <a:miter lim="800000"/>
            <a:headEnd/>
            <a:tailEnd/>
          </a:ln>
        </p:spPr>
        <p:txBody>
          <a:bodyPr wrap="none">
            <a:spAutoFit/>
          </a:bodyPr>
          <a:lstStyle/>
          <a:p>
            <a:r>
              <a:rPr lang="en-US" dirty="0" smtClean="0">
                <a:latin typeface="Verdana" pitchFamily="34" charset="0"/>
              </a:rPr>
              <a:t>Category </a:t>
            </a:r>
            <a:r>
              <a:rPr lang="en-US" dirty="0">
                <a:latin typeface="Verdana" pitchFamily="34" charset="0"/>
              </a:rPr>
              <a:t>Scheme</a:t>
            </a:r>
          </a:p>
        </p:txBody>
      </p:sp>
      <p:sp>
        <p:nvSpPr>
          <p:cNvPr id="11" name="Text Box 10"/>
          <p:cNvSpPr txBox="1">
            <a:spLocks noChangeArrowheads="1"/>
          </p:cNvSpPr>
          <p:nvPr/>
        </p:nvSpPr>
        <p:spPr bwMode="auto">
          <a:xfrm>
            <a:off x="6757746" y="5786454"/>
            <a:ext cx="2457724" cy="369332"/>
          </a:xfrm>
          <a:prstGeom prst="rect">
            <a:avLst/>
          </a:prstGeom>
          <a:noFill/>
          <a:ln w="9525">
            <a:noFill/>
            <a:miter lim="800000"/>
            <a:headEnd/>
            <a:tailEnd/>
          </a:ln>
        </p:spPr>
        <p:txBody>
          <a:bodyPr wrap="none">
            <a:spAutoFit/>
          </a:bodyPr>
          <a:lstStyle/>
          <a:p>
            <a:r>
              <a:rPr lang="en-US" dirty="0" smtClean="0">
                <a:latin typeface="Verdana" pitchFamily="34" charset="0"/>
              </a:rPr>
              <a:t>Category </a:t>
            </a:r>
            <a:r>
              <a:rPr lang="en-US" dirty="0">
                <a:latin typeface="Verdana" pitchFamily="34" charset="0"/>
              </a:rPr>
              <a:t>(multiple</a:t>
            </a:r>
            <a:r>
              <a:rPr lang="en-US" dirty="0" smtClean="0">
                <a:latin typeface="Verdana" pitchFamily="34" charset="0"/>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Researcher Interface</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9</a:t>
            </a:fld>
            <a:endParaRPr lang="en-US"/>
          </a:p>
        </p:txBody>
      </p:sp>
      <p:pic>
        <p:nvPicPr>
          <p:cNvPr id="1102849" name="Picture 1"/>
          <p:cNvPicPr>
            <a:picLocks noGrp="1" noChangeAspect="1" noChangeArrowheads="1"/>
          </p:cNvPicPr>
          <p:nvPr>
            <p:ph idx="1"/>
          </p:nvPr>
        </p:nvPicPr>
        <p:blipFill>
          <a:blip r:embed="rId2" cstate="print"/>
          <a:srcRect/>
          <a:stretch>
            <a:fillRect/>
          </a:stretch>
        </p:blipFill>
        <p:spPr bwMode="auto">
          <a:xfrm>
            <a:off x="1476375" y="1573142"/>
            <a:ext cx="7416800" cy="464675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View</a:t>
            </a:r>
            <a:endParaRPr lang="nl-NL" dirty="0"/>
          </a:p>
        </p:txBody>
      </p:sp>
      <p:pic>
        <p:nvPicPr>
          <p:cNvPr id="6" name="Content Placeholder 5" descr="questasy_question_view.png"/>
          <p:cNvPicPr>
            <a:picLocks noGrp="1" noChangeAspect="1"/>
          </p:cNvPicPr>
          <p:nvPr>
            <p:ph idx="1"/>
          </p:nvPr>
        </p:nvPicPr>
        <p:blipFill>
          <a:blip r:embed="rId2" cstate="print"/>
          <a:stretch>
            <a:fillRect/>
          </a:stretch>
        </p:blipFill>
        <p:spPr>
          <a:xfrm>
            <a:off x="1866747" y="1484313"/>
            <a:ext cx="6636055" cy="4824412"/>
          </a:xfrm>
        </p:spPr>
      </p:pic>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Questasy</a:t>
            </a:r>
            <a:r>
              <a:rPr lang="en-US" dirty="0" smtClean="0"/>
              <a:t> Relationships</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11</a:t>
            </a:fld>
            <a:endParaRPr lang="en-US"/>
          </a:p>
        </p:txBody>
      </p:sp>
      <p:graphicFrame>
        <p:nvGraphicFramePr>
          <p:cNvPr id="6" name="Content Placeholder 5"/>
          <p:cNvGraphicFramePr>
            <a:graphicFrameLocks noChangeAspect="1"/>
          </p:cNvGraphicFramePr>
          <p:nvPr>
            <p:ph idx="1"/>
          </p:nvPr>
        </p:nvGraphicFramePr>
        <p:xfrm>
          <a:off x="1459602" y="1412776"/>
          <a:ext cx="7435032" cy="4968552"/>
        </p:xfrm>
        <a:graphic>
          <a:graphicData uri="http://schemas.openxmlformats.org/presentationml/2006/ole">
            <p:oleObj spid="_x0000_s1101826" name="Visio" r:id="rId3" imgW="6124575" imgH="4092702" progId="">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Recent Features</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Version 3.4</a:t>
            </a:r>
          </a:p>
          <a:p>
            <a:pPr lvl="1">
              <a:buFont typeface="Arial" pitchFamily="34" charset="0"/>
              <a:buChar char="•"/>
            </a:pPr>
            <a:r>
              <a:rPr lang="en-US" dirty="0" smtClean="0"/>
              <a:t>Support for multiple panels</a:t>
            </a:r>
          </a:p>
          <a:p>
            <a:pPr lvl="1">
              <a:buFont typeface="Arial" pitchFamily="34" charset="0"/>
              <a:buChar char="•"/>
            </a:pPr>
            <a:r>
              <a:rPr lang="en-US" dirty="0" smtClean="0"/>
              <a:t>Themes</a:t>
            </a:r>
          </a:p>
          <a:p>
            <a:pPr lvl="1">
              <a:buFont typeface="Arial" pitchFamily="34" charset="0"/>
              <a:buChar char="•"/>
            </a:pPr>
            <a:r>
              <a:rPr lang="en-US" dirty="0" smtClean="0"/>
              <a:t>Search Engine Optimization (SEO)</a:t>
            </a:r>
          </a:p>
          <a:p>
            <a:pPr lvl="1">
              <a:buFont typeface="Arial" pitchFamily="34" charset="0"/>
              <a:buChar char="•"/>
            </a:pPr>
            <a:r>
              <a:rPr lang="en-US" dirty="0" smtClean="0"/>
              <a:t>Performance Improvements</a:t>
            </a:r>
          </a:p>
          <a:p>
            <a:pPr>
              <a:buFont typeface="Arial" pitchFamily="34" charset="0"/>
              <a:buChar char="•"/>
            </a:pPr>
            <a:endParaRPr lang="en-US" dirty="0" smtClean="0"/>
          </a:p>
          <a:p>
            <a:pPr>
              <a:buFont typeface="Arial" pitchFamily="34" charset="0"/>
              <a:buChar char="•"/>
            </a:pPr>
            <a:r>
              <a:rPr lang="en-US" dirty="0" smtClean="0"/>
              <a:t>Version 4.0</a:t>
            </a:r>
          </a:p>
          <a:p>
            <a:pPr lvl="1">
              <a:buFont typeface="Arial" pitchFamily="34" charset="0"/>
              <a:buChar char="•"/>
            </a:pPr>
            <a:r>
              <a:rPr lang="en-US" dirty="0" smtClean="0"/>
              <a:t>Variable Baskets</a:t>
            </a:r>
          </a:p>
          <a:p>
            <a:pPr lvl="1">
              <a:buFont typeface="Arial" pitchFamily="34" charset="0"/>
              <a:buChar char="•"/>
            </a:pPr>
            <a:r>
              <a:rPr lang="en-US" dirty="0" smtClean="0"/>
              <a:t>Custom datasets</a:t>
            </a:r>
          </a:p>
          <a:p>
            <a:pPr lvl="1">
              <a:buFont typeface="Arial" pitchFamily="34" charset="0"/>
              <a:buChar char="•"/>
            </a:pPr>
            <a:r>
              <a:rPr lang="en-US" dirty="0" smtClean="0"/>
              <a:t>Custom codebooks</a:t>
            </a:r>
          </a:p>
          <a:p>
            <a:pPr>
              <a:buFont typeface="Arial" pitchFamily="34" charset="0"/>
              <a:buChar char="•"/>
            </a:pPr>
            <a:endParaRPr lang="en-US" dirty="0" smtClean="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Questasy</a:t>
            </a:r>
            <a:r>
              <a:rPr lang="en-US" dirty="0" smtClean="0"/>
              <a:t> version 4.1</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New view for study units</a:t>
            </a:r>
          </a:p>
          <a:p>
            <a:pPr>
              <a:buFont typeface="Arial" pitchFamily="34" charset="0"/>
              <a:buChar char="•"/>
            </a:pPr>
            <a:r>
              <a:rPr lang="en-US" dirty="0" smtClean="0"/>
              <a:t>Images inside questions</a:t>
            </a:r>
          </a:p>
          <a:p>
            <a:pPr>
              <a:buFont typeface="Arial" pitchFamily="34" charset="0"/>
              <a:buChar char="•"/>
            </a:pPr>
            <a:r>
              <a:rPr lang="en-US" dirty="0" smtClean="0"/>
              <a:t>Search </a:t>
            </a:r>
            <a:r>
              <a:rPr lang="en-US" smtClean="0"/>
              <a:t>function improved + </a:t>
            </a:r>
            <a:r>
              <a:rPr lang="en-US" dirty="0" smtClean="0"/>
              <a:t>restyled</a:t>
            </a:r>
          </a:p>
          <a:p>
            <a:pPr>
              <a:buFont typeface="Arial" pitchFamily="34" charset="0"/>
              <a:buChar char="•"/>
            </a:pPr>
            <a:endParaRPr lang="en-US" dirty="0" smtClean="0"/>
          </a:p>
          <a:p>
            <a:pPr>
              <a:buFont typeface="Arial" pitchFamily="34" charset="0"/>
              <a:buChar char="•"/>
            </a:pPr>
            <a:r>
              <a:rPr lang="en-US" dirty="0" smtClean="0"/>
              <a:t>Versioning of questions</a:t>
            </a:r>
          </a:p>
          <a:p>
            <a:pPr>
              <a:buFont typeface="Arial" pitchFamily="34" charset="0"/>
              <a:buChar char="•"/>
            </a:pPr>
            <a:r>
              <a:rPr lang="en-US" dirty="0" smtClean="0"/>
              <a:t>Variable basket: long format data support</a:t>
            </a:r>
          </a:p>
          <a:p>
            <a:pPr>
              <a:buFont typeface="Arial" pitchFamily="34" charset="0"/>
              <a:buChar char="•"/>
            </a:pP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Study Unit View - Tab 1</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14</a:t>
            </a:fld>
            <a:endParaRPr lang="en-US"/>
          </a:p>
        </p:txBody>
      </p:sp>
      <p:pic>
        <p:nvPicPr>
          <p:cNvPr id="10" name="Content Placeholder 9" descr="lissdata_study_unit.PNG"/>
          <p:cNvPicPr>
            <a:picLocks noGrp="1" noChangeAspect="1"/>
          </p:cNvPicPr>
          <p:nvPr>
            <p:ph idx="1"/>
          </p:nvPr>
        </p:nvPicPr>
        <p:blipFill>
          <a:blip r:embed="rId2" cstate="print"/>
          <a:stretch>
            <a:fillRect/>
          </a:stretch>
        </p:blipFill>
        <p:spPr>
          <a:xfrm>
            <a:off x="1476375" y="1745280"/>
            <a:ext cx="7416800" cy="4302477"/>
          </a:xfr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Study Unit View – Tab 2</a:t>
            </a:r>
            <a:endParaRPr lang="nl-NL" dirty="0"/>
          </a:p>
        </p:txBody>
      </p:sp>
      <p:pic>
        <p:nvPicPr>
          <p:cNvPr id="6" name="Content Placeholder 5" descr="lissdata_study_unit_2.PNG"/>
          <p:cNvPicPr>
            <a:picLocks noGrp="1" noChangeAspect="1"/>
          </p:cNvPicPr>
          <p:nvPr>
            <p:ph idx="1"/>
          </p:nvPr>
        </p:nvPicPr>
        <p:blipFill>
          <a:blip r:embed="rId2" cstate="print"/>
          <a:stretch>
            <a:fillRect/>
          </a:stretch>
        </p:blipFill>
        <p:spPr>
          <a:xfrm>
            <a:off x="1589810" y="1484313"/>
            <a:ext cx="7189930" cy="4824412"/>
          </a:xfrm>
        </p:spPr>
      </p:pic>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Images in Questions</a:t>
            </a:r>
            <a:endParaRPr lang="nl-NL" dirty="0"/>
          </a:p>
        </p:txBody>
      </p:sp>
      <p:pic>
        <p:nvPicPr>
          <p:cNvPr id="6" name="Content Placeholder 5" descr="lissdata_image.PNG"/>
          <p:cNvPicPr>
            <a:picLocks noGrp="1" noChangeAspect="1"/>
          </p:cNvPicPr>
          <p:nvPr>
            <p:ph idx="1"/>
          </p:nvPr>
        </p:nvPicPr>
        <p:blipFill>
          <a:blip r:embed="rId2" cstate="print"/>
          <a:stretch>
            <a:fillRect/>
          </a:stretch>
        </p:blipFill>
        <p:spPr>
          <a:xfrm>
            <a:off x="1476375" y="1578393"/>
            <a:ext cx="7416800" cy="4636251"/>
          </a:xfrm>
        </p:spPr>
      </p:pic>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Search Engine</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Sphinx search engine</a:t>
            </a:r>
          </a:p>
          <a:p>
            <a:pPr>
              <a:buFont typeface="Arial" pitchFamily="34" charset="0"/>
              <a:buChar char="•"/>
            </a:pPr>
            <a:r>
              <a:rPr lang="en-US" dirty="0" smtClean="0"/>
              <a:t>Indexed fields defined in configuration file</a:t>
            </a:r>
          </a:p>
          <a:p>
            <a:pPr>
              <a:buFont typeface="Arial" pitchFamily="34" charset="0"/>
              <a:buChar char="•"/>
            </a:pPr>
            <a:r>
              <a:rPr lang="en-US" dirty="0" smtClean="0"/>
              <a:t>Added: search for files and datasets</a:t>
            </a:r>
          </a:p>
          <a:p>
            <a:pPr>
              <a:buFont typeface="Arial" pitchFamily="34" charset="0"/>
              <a:buChar char="•"/>
            </a:pPr>
            <a:r>
              <a:rPr lang="en-US" dirty="0" smtClean="0"/>
              <a:t>Pagination of search results</a:t>
            </a:r>
          </a:p>
          <a:p>
            <a:pPr>
              <a:buFont typeface="Arial" pitchFamily="34" charset="0"/>
              <a:buChar char="•"/>
            </a:pPr>
            <a:r>
              <a:rPr lang="en-US" dirty="0" smtClean="0"/>
              <a:t>Filtering of search results</a:t>
            </a: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Results</a:t>
            </a:r>
            <a:endParaRPr lang="nl-NL" dirty="0"/>
          </a:p>
        </p:txBody>
      </p:sp>
      <p:pic>
        <p:nvPicPr>
          <p:cNvPr id="6" name="Content Placeholder 5" descr="lissdata_search_results.PNG"/>
          <p:cNvPicPr>
            <a:picLocks noGrp="1" noChangeAspect="1"/>
          </p:cNvPicPr>
          <p:nvPr>
            <p:ph idx="1"/>
          </p:nvPr>
        </p:nvPicPr>
        <p:blipFill>
          <a:blip r:embed="rId2" cstate="print"/>
          <a:stretch>
            <a:fillRect/>
          </a:stretch>
        </p:blipFill>
        <p:spPr>
          <a:xfrm>
            <a:off x="1946954" y="1484313"/>
            <a:ext cx="6475642" cy="4824412"/>
          </a:xfrm>
        </p:spPr>
      </p:pic>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Versioning of Questions</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Simple implementation without major restructuring of the database</a:t>
            </a:r>
          </a:p>
          <a:p>
            <a:pPr>
              <a:buFont typeface="Arial" pitchFamily="34" charset="0"/>
              <a:buChar char="•"/>
            </a:pPr>
            <a:r>
              <a:rPr lang="en-US" dirty="0" smtClean="0"/>
              <a:t>Added a ‘version’ column to question items table</a:t>
            </a:r>
          </a:p>
          <a:p>
            <a:pPr>
              <a:buFont typeface="Arial" pitchFamily="34" charset="0"/>
              <a:buChar char="•"/>
            </a:pPr>
            <a:r>
              <a:rPr lang="en-US" dirty="0" smtClean="0"/>
              <a:t>Mainly relevant for longitudinal studies</a:t>
            </a:r>
          </a:p>
          <a:p>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Versioning of Questions</a:t>
            </a:r>
            <a:endParaRPr lang="nl-NL" dirty="0"/>
          </a:p>
        </p:txBody>
      </p:sp>
      <p:sp>
        <p:nvSpPr>
          <p:cNvPr id="3" name="Content Placeholder 2"/>
          <p:cNvSpPr>
            <a:spLocks noGrp="1"/>
          </p:cNvSpPr>
          <p:nvPr>
            <p:ph idx="1"/>
          </p:nvPr>
        </p:nvSpPr>
        <p:spPr/>
        <p:txBody>
          <a:bodyPr/>
          <a:lstStyle/>
          <a:p>
            <a:r>
              <a:rPr lang="en-US" dirty="0" smtClean="0"/>
              <a:t>Question items are each other versions if:</a:t>
            </a:r>
          </a:p>
          <a:p>
            <a:pPr>
              <a:buFontTx/>
              <a:buChar char="-"/>
            </a:pPr>
            <a:r>
              <a:rPr lang="en-US" dirty="0" smtClean="0"/>
              <a:t>Have the same name</a:t>
            </a:r>
          </a:p>
          <a:p>
            <a:pPr>
              <a:buFontTx/>
              <a:buChar char="-"/>
            </a:pPr>
            <a:r>
              <a:rPr lang="en-US" dirty="0" smtClean="0"/>
              <a:t>Are located in the same question scheme</a:t>
            </a:r>
          </a:p>
          <a:p>
            <a:pPr>
              <a:buFontTx/>
              <a:buChar char="-"/>
            </a:pPr>
            <a:r>
              <a:rPr lang="en-US" dirty="0" smtClean="0"/>
              <a:t>Have a different version number</a:t>
            </a:r>
          </a:p>
          <a:p>
            <a:endParaRPr lang="en-US" dirty="0" smtClean="0"/>
          </a:p>
          <a:p>
            <a:endParaRPr lang="en-US" dirty="0" smtClean="0"/>
          </a:p>
          <a:p>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430213"/>
            <a:ext cx="7956376" cy="766762"/>
          </a:xfrm>
        </p:spPr>
        <p:txBody>
          <a:bodyPr/>
          <a:lstStyle/>
          <a:p>
            <a:r>
              <a:rPr lang="en-US" dirty="0" smtClean="0"/>
              <a:t>Versioning – Longitudinal Study</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21</a:t>
            </a:fld>
            <a:endParaRPr lang="en-US"/>
          </a:p>
        </p:txBody>
      </p:sp>
      <p:grpSp>
        <p:nvGrpSpPr>
          <p:cNvPr id="25" name="Group 24"/>
          <p:cNvGrpSpPr/>
          <p:nvPr/>
        </p:nvGrpSpPr>
        <p:grpSpPr>
          <a:xfrm>
            <a:off x="1763688" y="1772816"/>
            <a:ext cx="6264696" cy="1584176"/>
            <a:chOff x="1763688" y="1772816"/>
            <a:chExt cx="6264696" cy="1584176"/>
          </a:xfrm>
        </p:grpSpPr>
        <p:sp>
          <p:nvSpPr>
            <p:cNvPr id="6" name="Rounded Rectangle 5"/>
            <p:cNvSpPr/>
            <p:nvPr/>
          </p:nvSpPr>
          <p:spPr>
            <a:xfrm>
              <a:off x="1763688" y="285293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1</a:t>
              </a:r>
              <a:endParaRPr lang="nl-NL" sz="1400" dirty="0"/>
            </a:p>
          </p:txBody>
        </p:sp>
        <p:sp>
          <p:nvSpPr>
            <p:cNvPr id="8" name="Rounded Rectangle 7"/>
            <p:cNvSpPr/>
            <p:nvPr/>
          </p:nvSpPr>
          <p:spPr>
            <a:xfrm>
              <a:off x="3131840" y="285293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2</a:t>
              </a:r>
              <a:endParaRPr lang="nl-NL" sz="1400" dirty="0"/>
            </a:p>
          </p:txBody>
        </p:sp>
        <p:sp>
          <p:nvSpPr>
            <p:cNvPr id="9" name="Rounded Rectangle 8"/>
            <p:cNvSpPr/>
            <p:nvPr/>
          </p:nvSpPr>
          <p:spPr>
            <a:xfrm>
              <a:off x="4355976" y="285293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3</a:t>
              </a:r>
              <a:endParaRPr lang="nl-NL" sz="1400" dirty="0"/>
            </a:p>
          </p:txBody>
        </p:sp>
        <p:sp>
          <p:nvSpPr>
            <p:cNvPr id="10" name="Rounded Rectangle 9"/>
            <p:cNvSpPr/>
            <p:nvPr/>
          </p:nvSpPr>
          <p:spPr>
            <a:xfrm>
              <a:off x="7020272" y="285293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5</a:t>
              </a:r>
              <a:endParaRPr lang="nl-NL" sz="1400" dirty="0"/>
            </a:p>
          </p:txBody>
        </p:sp>
        <p:sp>
          <p:nvSpPr>
            <p:cNvPr id="11" name="Rounded Rectangle 10"/>
            <p:cNvSpPr/>
            <p:nvPr/>
          </p:nvSpPr>
          <p:spPr>
            <a:xfrm>
              <a:off x="5724128" y="285293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4</a:t>
              </a:r>
              <a:endParaRPr lang="nl-NL" sz="1400" dirty="0"/>
            </a:p>
          </p:txBody>
        </p:sp>
        <p:sp>
          <p:nvSpPr>
            <p:cNvPr id="13" name="Rounded Rectangle 12"/>
            <p:cNvSpPr/>
            <p:nvPr/>
          </p:nvSpPr>
          <p:spPr>
            <a:xfrm>
              <a:off x="4355976" y="1772816"/>
              <a:ext cx="1080120" cy="648072"/>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QI</a:t>
              </a:r>
            </a:p>
            <a:p>
              <a:pPr algn="ctr"/>
              <a:r>
                <a:rPr lang="en-US" dirty="0" smtClean="0"/>
                <a:t>1.0.0</a:t>
              </a:r>
              <a:endParaRPr lang="nl-NL" dirty="0"/>
            </a:p>
          </p:txBody>
        </p:sp>
        <p:cxnSp>
          <p:nvCxnSpPr>
            <p:cNvPr id="15" name="Straight Arrow Connector 14"/>
            <p:cNvCxnSpPr/>
            <p:nvPr/>
          </p:nvCxnSpPr>
          <p:spPr>
            <a:xfrm flipV="1">
              <a:off x="2699792" y="2204864"/>
              <a:ext cx="1584176"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4067944" y="2492896"/>
              <a:ext cx="288032"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4860032" y="2492896"/>
              <a:ext cx="0"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5508104" y="2348880"/>
              <a:ext cx="648072"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5508104" y="2132856"/>
              <a:ext cx="1512168"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1475656" y="4725143"/>
            <a:ext cx="7417519" cy="1583581"/>
            <a:chOff x="1475656" y="4725143"/>
            <a:chExt cx="7417519" cy="1583581"/>
          </a:xfrm>
        </p:grpSpPr>
        <p:sp>
          <p:nvSpPr>
            <p:cNvPr id="27" name="Rounded Rectangle 26"/>
            <p:cNvSpPr/>
            <p:nvPr/>
          </p:nvSpPr>
          <p:spPr>
            <a:xfrm>
              <a:off x="1475656" y="5804857"/>
              <a:ext cx="1193624" cy="5038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1</a:t>
              </a:r>
              <a:endParaRPr lang="nl-NL" sz="1400" dirty="0"/>
            </a:p>
          </p:txBody>
        </p:sp>
        <p:sp>
          <p:nvSpPr>
            <p:cNvPr id="28" name="Rounded Rectangle 27"/>
            <p:cNvSpPr/>
            <p:nvPr/>
          </p:nvSpPr>
          <p:spPr>
            <a:xfrm>
              <a:off x="3095574" y="5804857"/>
              <a:ext cx="1193624" cy="5038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2</a:t>
              </a:r>
              <a:endParaRPr lang="nl-NL" sz="1400" dirty="0"/>
            </a:p>
          </p:txBody>
        </p:sp>
        <p:sp>
          <p:nvSpPr>
            <p:cNvPr id="29" name="Rounded Rectangle 28"/>
            <p:cNvSpPr/>
            <p:nvPr/>
          </p:nvSpPr>
          <p:spPr>
            <a:xfrm>
              <a:off x="4544974" y="5804857"/>
              <a:ext cx="1193624" cy="5038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3</a:t>
              </a:r>
              <a:endParaRPr lang="nl-NL" sz="1400" dirty="0"/>
            </a:p>
          </p:txBody>
        </p:sp>
        <p:sp>
          <p:nvSpPr>
            <p:cNvPr id="30" name="Rounded Rectangle 29"/>
            <p:cNvSpPr/>
            <p:nvPr/>
          </p:nvSpPr>
          <p:spPr>
            <a:xfrm>
              <a:off x="7699551" y="5804857"/>
              <a:ext cx="1193624" cy="5038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5</a:t>
              </a:r>
              <a:endParaRPr lang="nl-NL" sz="1400" dirty="0"/>
            </a:p>
          </p:txBody>
        </p:sp>
        <p:sp>
          <p:nvSpPr>
            <p:cNvPr id="31" name="Rounded Rectangle 30"/>
            <p:cNvSpPr/>
            <p:nvPr/>
          </p:nvSpPr>
          <p:spPr>
            <a:xfrm>
              <a:off x="6164892" y="5804857"/>
              <a:ext cx="1193624" cy="5038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QC Wave 4</a:t>
              </a:r>
              <a:endParaRPr lang="nl-NL" sz="1400" dirty="0"/>
            </a:p>
          </p:txBody>
        </p:sp>
        <p:sp>
          <p:nvSpPr>
            <p:cNvPr id="32" name="Rounded Rectangle 31"/>
            <p:cNvSpPr/>
            <p:nvPr/>
          </p:nvSpPr>
          <p:spPr>
            <a:xfrm>
              <a:off x="4544974" y="4725143"/>
              <a:ext cx="1278883" cy="647829"/>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QI</a:t>
              </a:r>
            </a:p>
            <a:p>
              <a:pPr algn="ctr"/>
              <a:r>
                <a:rPr lang="en-US" dirty="0" smtClean="0"/>
                <a:t>1.0.0</a:t>
              </a:r>
              <a:endParaRPr lang="nl-NL" dirty="0"/>
            </a:p>
          </p:txBody>
        </p:sp>
        <p:cxnSp>
          <p:nvCxnSpPr>
            <p:cNvPr id="33" name="Straight Arrow Connector 32"/>
            <p:cNvCxnSpPr/>
            <p:nvPr/>
          </p:nvCxnSpPr>
          <p:spPr>
            <a:xfrm flipV="1">
              <a:off x="2584021" y="5157029"/>
              <a:ext cx="1875694" cy="6478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4203939" y="5444953"/>
              <a:ext cx="341035" cy="2879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5141786" y="5444953"/>
              <a:ext cx="0" cy="2879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flipV="1">
              <a:off x="5909116" y="5300991"/>
              <a:ext cx="767330" cy="4318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Rounded Rectangle 37"/>
            <p:cNvSpPr/>
            <p:nvPr/>
          </p:nvSpPr>
          <p:spPr>
            <a:xfrm>
              <a:off x="6372200" y="4725144"/>
              <a:ext cx="1278883" cy="647829"/>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QI</a:t>
              </a:r>
            </a:p>
            <a:p>
              <a:pPr algn="ctr"/>
              <a:r>
                <a:rPr lang="en-US" dirty="0" smtClean="0"/>
                <a:t>1.0.2</a:t>
              </a:r>
              <a:endParaRPr lang="nl-NL" dirty="0"/>
            </a:p>
          </p:txBody>
        </p:sp>
        <p:cxnSp>
          <p:nvCxnSpPr>
            <p:cNvPr id="40" name="Straight Arrow Connector 39"/>
            <p:cNvCxnSpPr/>
            <p:nvPr/>
          </p:nvCxnSpPr>
          <p:spPr>
            <a:xfrm flipH="1" flipV="1">
              <a:off x="7668344" y="5373216"/>
              <a:ext cx="504056"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of Versioned Question</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22</a:t>
            </a:fld>
            <a:endParaRPr lang="en-US"/>
          </a:p>
        </p:txBody>
      </p:sp>
      <p:pic>
        <p:nvPicPr>
          <p:cNvPr id="1114114" name="Picture 2"/>
          <p:cNvPicPr>
            <a:picLocks noGrp="1" noChangeAspect="1" noChangeArrowheads="1"/>
          </p:cNvPicPr>
          <p:nvPr>
            <p:ph idx="1"/>
          </p:nvPr>
        </p:nvPicPr>
        <p:blipFill>
          <a:blip r:embed="rId2" cstate="print"/>
          <a:srcRect/>
          <a:stretch>
            <a:fillRect/>
          </a:stretch>
        </p:blipFill>
        <p:spPr bwMode="auto">
          <a:xfrm>
            <a:off x="1744699" y="1484313"/>
            <a:ext cx="6880151" cy="4824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430213"/>
            <a:ext cx="7812360" cy="766762"/>
          </a:xfrm>
        </p:spPr>
        <p:txBody>
          <a:bodyPr/>
          <a:lstStyle/>
          <a:p>
            <a:r>
              <a:rPr lang="en-US" dirty="0" smtClean="0"/>
              <a:t>Versioning of Questions - Tables</a:t>
            </a:r>
            <a:endParaRPr lang="nl-NL" dirty="0"/>
          </a:p>
        </p:txBody>
      </p:sp>
      <p:sp>
        <p:nvSpPr>
          <p:cNvPr id="3" name="Content Placeholder 2"/>
          <p:cNvSpPr>
            <a:spLocks noGrp="1"/>
          </p:cNvSpPr>
          <p:nvPr>
            <p:ph idx="1"/>
          </p:nvPr>
        </p:nvSpPr>
        <p:spPr/>
        <p:txBody>
          <a:bodyPr/>
          <a:lstStyle/>
          <a:p>
            <a:r>
              <a:rPr lang="en-US" dirty="0" smtClean="0"/>
              <a:t>Table headers with </a:t>
            </a:r>
            <a:r>
              <a:rPr lang="en-US" dirty="0" err="1" smtClean="0"/>
              <a:t>subquestions</a:t>
            </a:r>
            <a:endParaRPr lang="en-US" dirty="0" smtClean="0"/>
          </a:p>
          <a:p>
            <a:pPr>
              <a:buFont typeface="Arial" pitchFamily="34" charset="0"/>
              <a:buChar char="•"/>
            </a:pPr>
            <a:r>
              <a:rPr lang="en-US" dirty="0" smtClean="0"/>
              <a:t>Versioned as one block</a:t>
            </a:r>
          </a:p>
          <a:p>
            <a:pPr>
              <a:buFont typeface="Arial" pitchFamily="34" charset="0"/>
              <a:buChar char="•"/>
            </a:pPr>
            <a:r>
              <a:rPr lang="en-US" dirty="0" smtClean="0"/>
              <a:t>If the header or one of the </a:t>
            </a:r>
            <a:r>
              <a:rPr lang="en-US" dirty="0" err="1" smtClean="0"/>
              <a:t>subquestions</a:t>
            </a:r>
            <a:r>
              <a:rPr lang="en-US" dirty="0" smtClean="0"/>
              <a:t> changes, a new version of the complete block is created</a:t>
            </a:r>
          </a:p>
          <a:p>
            <a:pPr>
              <a:buFont typeface="Arial" pitchFamily="34" charset="0"/>
              <a:buChar char="•"/>
            </a:pPr>
            <a:r>
              <a:rPr lang="en-US" dirty="0" smtClean="0"/>
              <a:t>The header and </a:t>
            </a:r>
            <a:r>
              <a:rPr lang="en-US" dirty="0" err="1" smtClean="0"/>
              <a:t>subquestions</a:t>
            </a:r>
            <a:r>
              <a:rPr lang="en-US" dirty="0" smtClean="0"/>
              <a:t> have all the same version number</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Baskets</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Researchers can choose variables to create custom datasets</a:t>
            </a:r>
          </a:p>
          <a:p>
            <a:pPr>
              <a:buFont typeface="Arial" pitchFamily="34" charset="0"/>
              <a:buChar char="•"/>
            </a:pPr>
            <a:endParaRPr lang="en-US" dirty="0" smtClean="0"/>
          </a:p>
          <a:p>
            <a:pPr>
              <a:buFont typeface="Arial" pitchFamily="34" charset="0"/>
              <a:buChar char="•"/>
            </a:pPr>
            <a:r>
              <a:rPr lang="en-US" dirty="0" err="1" smtClean="0"/>
              <a:t>Questasy</a:t>
            </a:r>
            <a:r>
              <a:rPr lang="en-US" dirty="0" smtClean="0"/>
              <a:t> baskets</a:t>
            </a:r>
          </a:p>
          <a:p>
            <a:pPr lvl="1">
              <a:buFont typeface="Arial" pitchFamily="34" charset="0"/>
              <a:buChar char="•"/>
            </a:pPr>
            <a:r>
              <a:rPr lang="en-US" dirty="0" smtClean="0"/>
              <a:t>Variable baskets per panel</a:t>
            </a:r>
          </a:p>
          <a:p>
            <a:pPr lvl="1">
              <a:buFont typeface="Arial" pitchFamily="34" charset="0"/>
              <a:buChar char="•"/>
            </a:pPr>
            <a:r>
              <a:rPr lang="en-US" dirty="0" smtClean="0"/>
              <a:t>Each researcher can create/manage multiple baskets</a:t>
            </a:r>
          </a:p>
          <a:p>
            <a:pPr lvl="1">
              <a:buFont typeface="Arial" pitchFamily="34" charset="0"/>
              <a:buChar char="•"/>
            </a:pPr>
            <a:r>
              <a:rPr lang="en-US" dirty="0" smtClean="0"/>
              <a:t>Basket management integrated into web interface</a:t>
            </a:r>
          </a:p>
          <a:p>
            <a:pPr lvl="1">
              <a:buFont typeface="Arial" pitchFamily="34" charset="0"/>
              <a:buChar char="•"/>
            </a:pPr>
            <a:r>
              <a:rPr lang="en-US" dirty="0" smtClean="0"/>
              <a:t>Download custom datasets along with custom codebooks</a:t>
            </a:r>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 Variables to Basket</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25</a:t>
            </a:fld>
            <a:endParaRPr lang="en-US"/>
          </a:p>
        </p:txBody>
      </p:sp>
      <p:pic>
        <p:nvPicPr>
          <p:cNvPr id="7" name="Content Placeholder 6" descr="questasy_basket_variable_view.png"/>
          <p:cNvPicPr>
            <a:picLocks noGrp="1" noChangeAspect="1"/>
          </p:cNvPicPr>
          <p:nvPr>
            <p:ph idx="1"/>
          </p:nvPr>
        </p:nvPicPr>
        <p:blipFill>
          <a:blip r:embed="rId2" cstate="print"/>
          <a:stretch>
            <a:fillRect/>
          </a:stretch>
        </p:blipFill>
        <p:spPr>
          <a:xfrm>
            <a:off x="1476375" y="1634395"/>
            <a:ext cx="7416800" cy="4524248"/>
          </a:xfr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Basket Download</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26</a:t>
            </a:fld>
            <a:endParaRPr lang="en-US"/>
          </a:p>
        </p:txBody>
      </p:sp>
      <p:pic>
        <p:nvPicPr>
          <p:cNvPr id="8" name="Content Placeholder 7" descr="questasy_basket_view.png"/>
          <p:cNvPicPr>
            <a:picLocks noGrp="1" noChangeAspect="1"/>
          </p:cNvPicPr>
          <p:nvPr>
            <p:ph idx="1"/>
          </p:nvPr>
        </p:nvPicPr>
        <p:blipFill>
          <a:blip r:embed="rId2" cstate="print"/>
          <a:stretch>
            <a:fillRect/>
          </a:stretch>
        </p:blipFill>
        <p:spPr>
          <a:xfrm>
            <a:off x="1568274" y="1484313"/>
            <a:ext cx="7233001" cy="4824412"/>
          </a:xfr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Wide versus Long Format</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Wide Data: one row for each individual</a:t>
            </a:r>
          </a:p>
          <a:p>
            <a:pPr>
              <a:buFont typeface="Arial" pitchFamily="34" charset="0"/>
              <a:buChar char="•"/>
            </a:pPr>
            <a:r>
              <a:rPr lang="en-US" dirty="0" smtClean="0"/>
              <a:t>Long Format Data: multiple rows for each individual</a:t>
            </a:r>
          </a:p>
          <a:p>
            <a:pPr>
              <a:buFont typeface="Arial" pitchFamily="34" charset="0"/>
              <a:buChar char="•"/>
            </a:pPr>
            <a:endParaRPr lang="en-US" dirty="0" smtClean="0"/>
          </a:p>
          <a:p>
            <a:r>
              <a:rPr lang="en-US" dirty="0" smtClean="0"/>
              <a:t>Examples of Long Format Data:</a:t>
            </a:r>
          </a:p>
          <a:p>
            <a:pPr>
              <a:buFont typeface="Arial" pitchFamily="34" charset="0"/>
              <a:buChar char="•"/>
            </a:pPr>
            <a:r>
              <a:rPr lang="en-US" dirty="0" smtClean="0"/>
              <a:t>Background variables</a:t>
            </a:r>
          </a:p>
          <a:p>
            <a:pPr>
              <a:buFont typeface="Arial" pitchFamily="34" charset="0"/>
              <a:buChar char="•"/>
            </a:pPr>
            <a:r>
              <a:rPr lang="en-US" dirty="0" smtClean="0"/>
              <a:t>Weigh data</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Basket – Wide versus Long</a:t>
            </a:r>
            <a:endParaRPr lang="nl-NL" dirty="0"/>
          </a:p>
        </p:txBody>
      </p:sp>
      <p:sp>
        <p:nvSpPr>
          <p:cNvPr id="3" name="Content Placeholder 2"/>
          <p:cNvSpPr>
            <a:spLocks noGrp="1"/>
          </p:cNvSpPr>
          <p:nvPr>
            <p:ph idx="1"/>
          </p:nvPr>
        </p:nvSpPr>
        <p:spPr/>
        <p:txBody>
          <a:bodyPr/>
          <a:lstStyle/>
          <a:p>
            <a:r>
              <a:rPr lang="en-US" dirty="0" smtClean="0"/>
              <a:t>Only wide format</a:t>
            </a:r>
          </a:p>
          <a:p>
            <a:pPr>
              <a:buFont typeface="Arial" pitchFamily="34" charset="0"/>
              <a:buChar char="•"/>
            </a:pPr>
            <a:r>
              <a:rPr lang="en-US" dirty="0" smtClean="0"/>
              <a:t>Join variable -&gt; Id of individual</a:t>
            </a:r>
          </a:p>
          <a:p>
            <a:pPr>
              <a:buFont typeface="Arial" pitchFamily="34" charset="0"/>
              <a:buChar char="•"/>
            </a:pPr>
            <a:endParaRPr lang="en-US" dirty="0" smtClean="0"/>
          </a:p>
          <a:p>
            <a:r>
              <a:rPr lang="en-US" dirty="0" smtClean="0"/>
              <a:t>Wide format + Long format</a:t>
            </a:r>
          </a:p>
          <a:p>
            <a:pPr>
              <a:buFont typeface="Arial" pitchFamily="34" charset="0"/>
              <a:buChar char="•"/>
            </a:pPr>
            <a:r>
              <a:rPr lang="en-US" dirty="0" smtClean="0"/>
              <a:t>Join variable -&gt; Id of individual</a:t>
            </a:r>
          </a:p>
          <a:p>
            <a:pPr>
              <a:buFont typeface="Arial" pitchFamily="34" charset="0"/>
              <a:buChar char="•"/>
            </a:pPr>
            <a:r>
              <a:rPr lang="en-US" dirty="0" smtClean="0"/>
              <a:t>Wave -&gt; Year + Month</a:t>
            </a:r>
            <a:endParaRPr lang="nl-NL" dirty="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Basket – One Wide Variable</a:t>
            </a:r>
            <a:endParaRPr lang="nl-NL" dirty="0"/>
          </a:p>
        </p:txBody>
      </p:sp>
      <p:pic>
        <p:nvPicPr>
          <p:cNvPr id="6" name="Content Placeholder 5" descr="lissdata_wide_format.PNG"/>
          <p:cNvPicPr>
            <a:picLocks noGrp="1" noChangeAspect="1"/>
          </p:cNvPicPr>
          <p:nvPr>
            <p:ph idx="1"/>
          </p:nvPr>
        </p:nvPicPr>
        <p:blipFill>
          <a:blip r:embed="rId2" cstate="print"/>
          <a:stretch>
            <a:fillRect/>
          </a:stretch>
        </p:blipFill>
        <p:spPr>
          <a:xfrm>
            <a:off x="3232848" y="1484313"/>
            <a:ext cx="3903853" cy="4824412"/>
          </a:xfrm>
        </p:spPr>
      </p:pic>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Basket – Adding Long Format</a:t>
            </a:r>
            <a:endParaRPr lang="nl-NL" dirty="0"/>
          </a:p>
        </p:txBody>
      </p:sp>
      <p:pic>
        <p:nvPicPr>
          <p:cNvPr id="6" name="Content Placeholder 5" descr="lissdata_long_format.PNG"/>
          <p:cNvPicPr>
            <a:picLocks noGrp="1" noChangeAspect="1"/>
          </p:cNvPicPr>
          <p:nvPr>
            <p:ph idx="1"/>
          </p:nvPr>
        </p:nvPicPr>
        <p:blipFill>
          <a:blip r:embed="rId2" cstate="print"/>
          <a:stretch>
            <a:fillRect/>
          </a:stretch>
        </p:blipFill>
        <p:spPr>
          <a:xfrm>
            <a:off x="2976586" y="1484313"/>
            <a:ext cx="4416377" cy="4824412"/>
          </a:xfrm>
        </p:spPr>
      </p:pic>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Licensing</a:t>
            </a:r>
            <a:endParaRPr lang="nl-NL" dirty="0"/>
          </a:p>
        </p:txBody>
      </p:sp>
      <p:sp>
        <p:nvSpPr>
          <p:cNvPr id="3" name="Content Placeholder 2"/>
          <p:cNvSpPr>
            <a:spLocks noGrp="1"/>
          </p:cNvSpPr>
          <p:nvPr>
            <p:ph idx="1"/>
          </p:nvPr>
        </p:nvSpPr>
        <p:spPr/>
        <p:txBody>
          <a:bodyPr/>
          <a:lstStyle/>
          <a:p>
            <a:pPr>
              <a:buFont typeface="Arial" pitchFamily="34" charset="0"/>
              <a:buChar char="•"/>
            </a:pPr>
            <a:r>
              <a:rPr lang="en-US" dirty="0" smtClean="0"/>
              <a:t>Free</a:t>
            </a:r>
          </a:p>
          <a:p>
            <a:pPr lvl="1">
              <a:buFont typeface="Arial" pitchFamily="34" charset="0"/>
              <a:buChar char="•"/>
            </a:pPr>
            <a:r>
              <a:rPr lang="en-US" dirty="0" smtClean="0"/>
              <a:t>Including source code</a:t>
            </a:r>
          </a:p>
          <a:p>
            <a:pPr>
              <a:buFont typeface="Arial" pitchFamily="34" charset="0"/>
              <a:buChar char="•"/>
            </a:pPr>
            <a:endParaRPr lang="en-US" dirty="0" smtClean="0"/>
          </a:p>
          <a:p>
            <a:pPr>
              <a:buFont typeface="Arial" pitchFamily="34" charset="0"/>
              <a:buChar char="•"/>
            </a:pPr>
            <a:r>
              <a:rPr lang="en-US" dirty="0" smtClean="0"/>
              <a:t>License agreement available</a:t>
            </a:r>
          </a:p>
          <a:p>
            <a:pPr>
              <a:buFont typeface="Arial" pitchFamily="34" charset="0"/>
              <a:buChar char="•"/>
            </a:pPr>
            <a:endParaRPr lang="en-US" dirty="0" smtClean="0"/>
          </a:p>
          <a:p>
            <a:pPr>
              <a:buFont typeface="Arial" pitchFamily="34" charset="0"/>
              <a:buChar char="•"/>
            </a:pPr>
            <a:r>
              <a:rPr lang="en-US" dirty="0" smtClean="0"/>
              <a:t>Available for non-profit scientific &amp; government institutes</a:t>
            </a:r>
          </a:p>
          <a:p>
            <a:pPr>
              <a:buFont typeface="Arial" pitchFamily="34" charset="0"/>
              <a:buChar char="•"/>
            </a:pPr>
            <a:endParaRPr lang="en-US" dirty="0" smtClean="0"/>
          </a:p>
        </p:txBody>
      </p:sp>
      <p:sp>
        <p:nvSpPr>
          <p:cNvPr id="4" name="Date Placeholder 3"/>
          <p:cNvSpPr>
            <a:spLocks noGrp="1"/>
          </p:cNvSpPr>
          <p:nvPr>
            <p:ph type="dt" sz="half" idx="10"/>
          </p:nvPr>
        </p:nvSpPr>
        <p:spPr/>
        <p:txBody>
          <a:bodyPr/>
          <a:lstStyle/>
          <a:p>
            <a:fld id="{45FFF82E-66FD-4AED-BCB5-986507DAF01A}" type="datetime1">
              <a:rPr lang="en-US" smtClean="0"/>
              <a:pPr/>
              <a:t>11/30/2012</a:t>
            </a:fld>
            <a:endParaRPr lang="en-US"/>
          </a:p>
        </p:txBody>
      </p:sp>
      <p:sp>
        <p:nvSpPr>
          <p:cNvPr id="5" name="Slide Number Placeholder 4"/>
          <p:cNvSpPr>
            <a:spLocks noGrp="1"/>
          </p:cNvSpPr>
          <p:nvPr>
            <p:ph type="sldNum" sz="quarter" idx="11"/>
          </p:nvPr>
        </p:nvSpPr>
        <p:spPr/>
        <p:txBody>
          <a:bodyPr/>
          <a:lstStyle/>
          <a:p>
            <a:fld id="{B0D81EF3-0CF4-43B6-B34A-82B2B13BFC5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Wit E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Wit E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it EN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tart slide">
  <a:themeElements>
    <a:clrScheme name="Start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Start 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rt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Eind slide">
  <a:themeElements>
    <a:clrScheme name="Eind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Eind slide">
      <a:majorFont>
        <a:latin typeface="Palatino"/>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ind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oto slide 1">
  <a:themeElements>
    <a:clrScheme name="Foto slide 1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1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Foto slide 2">
  <a:themeElements>
    <a:clrScheme name="Foto slide 2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2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Foto slide 3">
  <a:themeElements>
    <a:clrScheme name="Foto slide 3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3">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3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Foto slide 4">
  <a:themeElements>
    <a:clrScheme name="Foto slide 4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4">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4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Foto slide 5">
  <a:themeElements>
    <a:clrScheme name="Foto slide 5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5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Foto slide 6">
  <a:themeElements>
    <a:clrScheme name="Foto slide 6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6">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6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Standaard slide UvT">
  <a:themeElements>
    <a:clrScheme name="Standaard slide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Standaard slide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ard slide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Foto slide 1 UvT">
  <a:themeElements>
    <a:clrScheme name="Foto slide 1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1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1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Foto slide 2 UvT">
  <a:themeElements>
    <a:clrScheme name="Foto slide 2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2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2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Foto slide 3 UvT">
  <a:themeElements>
    <a:clrScheme name="Foto slide 3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3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3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Foto slide 4 UvT">
  <a:themeElements>
    <a:clrScheme name="Foto slide 4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4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4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Foto slide 5 UvT">
  <a:themeElements>
    <a:clrScheme name="Foto slide 5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5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5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Foto slide 6 UvT">
  <a:themeElements>
    <a:clrScheme name="Foto slide 6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6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6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Standaard slide">
  <a:themeElements>
    <a:clrScheme name="Standaard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Standaard slid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ard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_Eind slide">
  <a:themeElements>
    <a:clrScheme name="cdata">
      <a:dk1>
        <a:srgbClr val="000000"/>
      </a:dk1>
      <a:lt1>
        <a:srgbClr val="FFFFFF"/>
      </a:lt1>
      <a:dk2>
        <a:srgbClr val="007AC0"/>
      </a:dk2>
      <a:lt2>
        <a:srgbClr val="E4DEA0"/>
      </a:lt2>
      <a:accent1>
        <a:srgbClr val="30686F"/>
      </a:accent1>
      <a:accent2>
        <a:srgbClr val="CBB900"/>
      </a:accent2>
      <a:accent3>
        <a:srgbClr val="007AC0"/>
      </a:accent3>
      <a:accent4>
        <a:srgbClr val="C07C98"/>
      </a:accent4>
      <a:accent5>
        <a:srgbClr val="B19F00"/>
      </a:accent5>
      <a:accent6>
        <a:srgbClr val="399ED3"/>
      </a:accent6>
      <a:hlink>
        <a:srgbClr val="399ED3"/>
      </a:hlink>
      <a:folHlink>
        <a:srgbClr val="30686F"/>
      </a:folHlink>
    </a:clrScheme>
    <a:fontScheme name="Eind slide">
      <a:majorFont>
        <a:latin typeface="Palatino"/>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ind slide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_Foto slide 1">
  <a:themeElements>
    <a:clrScheme name="cdata">
      <a:dk1>
        <a:srgbClr val="000000"/>
      </a:dk1>
      <a:lt1>
        <a:srgbClr val="FFFFFF"/>
      </a:lt1>
      <a:dk2>
        <a:srgbClr val="007AC0"/>
      </a:dk2>
      <a:lt2>
        <a:srgbClr val="E4DEA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1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_Foto slide 2">
  <a:themeElements>
    <a:clrScheme name="Foto slide 2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2">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2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1_Foto slide 3">
  <a:themeElements>
    <a:clrScheme name="Foto slide 3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3">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3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1_Foto slide 4">
  <a:themeElements>
    <a:clrScheme name="Foto slide 4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4">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4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1_Foto slide 5">
  <a:themeElements>
    <a:clrScheme name="Foto slide 5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5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1_Foto slide 6">
  <a:themeElements>
    <a:clrScheme name="Foto slide 6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6">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6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1_Standaard slide UvT">
  <a:themeElements>
    <a:clrScheme name="cdata">
      <a:dk1>
        <a:srgbClr val="000000"/>
      </a:dk1>
      <a:lt1>
        <a:srgbClr val="FFFFFF"/>
      </a:lt1>
      <a:dk2>
        <a:srgbClr val="007AC0"/>
      </a:dk2>
      <a:lt2>
        <a:srgbClr val="E4DEA0"/>
      </a:lt2>
      <a:accent1>
        <a:srgbClr val="30686F"/>
      </a:accent1>
      <a:accent2>
        <a:srgbClr val="CBB900"/>
      </a:accent2>
      <a:accent3>
        <a:srgbClr val="007AC0"/>
      </a:accent3>
      <a:accent4>
        <a:srgbClr val="C07C98"/>
      </a:accent4>
      <a:accent5>
        <a:srgbClr val="B19F00"/>
      </a:accent5>
      <a:accent6>
        <a:srgbClr val="399ED3"/>
      </a:accent6>
      <a:hlink>
        <a:srgbClr val="399ED3"/>
      </a:hlink>
      <a:folHlink>
        <a:srgbClr val="30686F"/>
      </a:folHlink>
    </a:clrScheme>
    <a:fontScheme name="Standaard slide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ard slide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1_Foto slide 1 UvT">
  <a:themeElements>
    <a:clrScheme name="Foto slide 1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1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1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1_Foto slide 2 UvT">
  <a:themeElements>
    <a:clrScheme name="Foto slide 2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2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2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1_Foto slide 3 UvT">
  <a:themeElements>
    <a:clrScheme name="Foto slide 3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3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3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1_Foto slide 4 UvT">
  <a:themeElements>
    <a:clrScheme name="Foto slide 4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4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4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1_Foto slide 5 UvT">
  <a:themeElements>
    <a:clrScheme name="Foto slide 5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5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5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1_Foto slide 6 UvT">
  <a:themeElements>
    <a:clrScheme name="Foto slide 6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fontScheme name="Foto slide 6 Uv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oto slide 6 UvT 1">
        <a:dk1>
          <a:srgbClr val="000000"/>
        </a:dk1>
        <a:lt1>
          <a:srgbClr val="FFFFFF"/>
        </a:lt1>
        <a:dk2>
          <a:srgbClr val="000000"/>
        </a:dk2>
        <a:lt2>
          <a:srgbClr val="808080"/>
        </a:lt2>
        <a:accent1>
          <a:srgbClr val="FFE66B"/>
        </a:accent1>
        <a:accent2>
          <a:srgbClr val="C07C98"/>
        </a:accent2>
        <a:accent3>
          <a:srgbClr val="FFFFFF"/>
        </a:accent3>
        <a:accent4>
          <a:srgbClr val="000000"/>
        </a:accent4>
        <a:accent5>
          <a:srgbClr val="FFF0BA"/>
        </a:accent5>
        <a:accent6>
          <a:srgbClr val="AE7089"/>
        </a:accent6>
        <a:hlink>
          <a:srgbClr val="399ED3"/>
        </a:hlink>
        <a:folHlink>
          <a:srgbClr val="30686F"/>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Wit EN</Template>
  <TotalTime>6393</TotalTime>
  <Words>978</Words>
  <Application>Microsoft Office PowerPoint</Application>
  <PresentationFormat>On-screen Show (4:3)</PresentationFormat>
  <Paragraphs>296</Paragraphs>
  <Slides>32</Slides>
  <Notes>8</Notes>
  <HiddenSlides>0</HiddenSlides>
  <MMClips>0</MMClips>
  <ScaleCrop>false</ScaleCrop>
  <HeadingPairs>
    <vt:vector size="6" baseType="variant">
      <vt:variant>
        <vt:lpstr>Theme</vt:lpstr>
      </vt:variant>
      <vt:variant>
        <vt:i4>31</vt:i4>
      </vt:variant>
      <vt:variant>
        <vt:lpstr>Embedded OLE Servers</vt:lpstr>
      </vt:variant>
      <vt:variant>
        <vt:i4>1</vt:i4>
      </vt:variant>
      <vt:variant>
        <vt:lpstr>Slide Titles</vt:lpstr>
      </vt:variant>
      <vt:variant>
        <vt:i4>32</vt:i4>
      </vt:variant>
    </vt:vector>
  </HeadingPairs>
  <TitlesOfParts>
    <vt:vector size="64" baseType="lpstr">
      <vt:lpstr>Wit EN</vt:lpstr>
      <vt:lpstr>Start slide</vt:lpstr>
      <vt:lpstr>Eind slide</vt:lpstr>
      <vt:lpstr>Foto slide 1</vt:lpstr>
      <vt:lpstr>Foto slide 2</vt:lpstr>
      <vt:lpstr>Foto slide 3</vt:lpstr>
      <vt:lpstr>Foto slide 4</vt:lpstr>
      <vt:lpstr>Foto slide 5</vt:lpstr>
      <vt:lpstr>Foto slide 6</vt:lpstr>
      <vt:lpstr>Standaard slide UvT</vt:lpstr>
      <vt:lpstr>Foto slide 1 UvT</vt:lpstr>
      <vt:lpstr>Foto slide 2 UvT</vt:lpstr>
      <vt:lpstr>Foto slide 3 UvT</vt:lpstr>
      <vt:lpstr>Foto slide 4 UvT</vt:lpstr>
      <vt:lpstr>Foto slide 5 UvT</vt:lpstr>
      <vt:lpstr>Foto slide 6 UvT</vt:lpstr>
      <vt:lpstr>Standaard slide</vt:lpstr>
      <vt:lpstr>1_Eind slide</vt:lpstr>
      <vt:lpstr>1_Foto slide 1</vt:lpstr>
      <vt:lpstr>1_Foto slide 2</vt:lpstr>
      <vt:lpstr>1_Foto slide 3</vt:lpstr>
      <vt:lpstr>1_Foto slide 4</vt:lpstr>
      <vt:lpstr>1_Foto slide 5</vt:lpstr>
      <vt:lpstr>1_Foto slide 6</vt:lpstr>
      <vt:lpstr>1_Standaard slide UvT</vt:lpstr>
      <vt:lpstr>1_Foto slide 1 UvT</vt:lpstr>
      <vt:lpstr>1_Foto slide 2 UvT</vt:lpstr>
      <vt:lpstr>1_Foto slide 3 UvT</vt:lpstr>
      <vt:lpstr>1_Foto slide 4 UvT</vt:lpstr>
      <vt:lpstr>1_Foto slide 5 UvT</vt:lpstr>
      <vt:lpstr>1_Foto slide 6 UvT</vt:lpstr>
      <vt:lpstr>Visio</vt:lpstr>
      <vt:lpstr> Questasy: Documenting and Disseminating Longitudinal Data Online with DDI 3</vt:lpstr>
      <vt:lpstr>CentERdata</vt:lpstr>
      <vt:lpstr>LISS Panel</vt:lpstr>
      <vt:lpstr>“DDI is Complex”</vt:lpstr>
      <vt:lpstr>Questasy Hides DDI Complexity</vt:lpstr>
      <vt:lpstr>Questasy</vt:lpstr>
      <vt:lpstr>Questasy Architecture</vt:lpstr>
      <vt:lpstr>Add Question Item</vt:lpstr>
      <vt:lpstr>Researcher Interface</vt:lpstr>
      <vt:lpstr>Question View</vt:lpstr>
      <vt:lpstr>Questasy Relationships</vt:lpstr>
      <vt:lpstr>Other Recent Features</vt:lpstr>
      <vt:lpstr>Questasy version 4.1</vt:lpstr>
      <vt:lpstr>Study Unit View - Tab 1</vt:lpstr>
      <vt:lpstr>Study Unit View – Tab 2</vt:lpstr>
      <vt:lpstr>Images in Questions</vt:lpstr>
      <vt:lpstr>Indexed Search Engine</vt:lpstr>
      <vt:lpstr>Search Results</vt:lpstr>
      <vt:lpstr>Versioning of Questions</vt:lpstr>
      <vt:lpstr>Versioning of Questions</vt:lpstr>
      <vt:lpstr>Versioning – Longitudinal Study</vt:lpstr>
      <vt:lpstr>View of Versioned Question</vt:lpstr>
      <vt:lpstr>Versioning of Questions - Tables</vt:lpstr>
      <vt:lpstr>Variable Baskets</vt:lpstr>
      <vt:lpstr>Add Variables to Basket</vt:lpstr>
      <vt:lpstr>Basket Download</vt:lpstr>
      <vt:lpstr>Wide versus Long Format</vt:lpstr>
      <vt:lpstr>Basket – Wide versus Long</vt:lpstr>
      <vt:lpstr>Basket – One Wide Variable</vt:lpstr>
      <vt:lpstr>Basket – Adding Long Format</vt:lpstr>
      <vt:lpstr>Licensing</vt:lpstr>
      <vt:lpstr>Slide 32</vt:lpstr>
    </vt:vector>
  </TitlesOfParts>
  <Company>CentERdata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Questasy</dc:title>
  <dc:creator>AA</dc:creator>
  <cp:lastModifiedBy>WinXP user</cp:lastModifiedBy>
  <cp:revision>347</cp:revision>
  <dcterms:created xsi:type="dcterms:W3CDTF">2009-04-20T10:39:27Z</dcterms:created>
  <dcterms:modified xsi:type="dcterms:W3CDTF">2012-11-30T08:44:48Z</dcterms:modified>
</cp:coreProperties>
</file>