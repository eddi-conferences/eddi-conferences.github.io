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95" r:id="rId4"/>
    <p:sldId id="293" r:id="rId5"/>
    <p:sldId id="294" r:id="rId6"/>
    <p:sldId id="274" r:id="rId7"/>
    <p:sldId id="280" r:id="rId8"/>
    <p:sldId id="277" r:id="rId9"/>
    <p:sldId id="288" r:id="rId10"/>
    <p:sldId id="278" r:id="rId11"/>
    <p:sldId id="289" r:id="rId12"/>
    <p:sldId id="281" r:id="rId13"/>
    <p:sldId id="298" r:id="rId14"/>
    <p:sldId id="296" r:id="rId15"/>
    <p:sldId id="284" r:id="rId16"/>
    <p:sldId id="290" r:id="rId17"/>
    <p:sldId id="282" r:id="rId18"/>
    <p:sldId id="285" r:id="rId19"/>
    <p:sldId id="286" r:id="rId20"/>
    <p:sldId id="287" r:id="rId21"/>
    <p:sldId id="291" r:id="rId22"/>
    <p:sldId id="292" r:id="rId23"/>
    <p:sldId id="283" r:id="rId24"/>
    <p:sldId id="29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73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4660"/>
  </p:normalViewPr>
  <p:slideViewPr>
    <p:cSldViewPr>
      <p:cViewPr>
        <p:scale>
          <a:sx n="106" d="100"/>
          <a:sy n="106" d="100"/>
        </p:scale>
        <p:origin x="-1304" y="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714D31-7A90-43CA-A9A2-02DACDE6F48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FA012D3-1DEC-42B5-807F-AD24C17E40DC}">
      <dgm:prSet phldrT="[Text]"/>
      <dgm:spPr/>
      <dgm:t>
        <a:bodyPr/>
        <a:lstStyle/>
        <a:p>
          <a:r>
            <a:rPr lang="de-DE" dirty="0" smtClean="0"/>
            <a:t>DDI Files</a:t>
          </a:r>
          <a:endParaRPr lang="en-US" dirty="0"/>
        </a:p>
      </dgm:t>
    </dgm:pt>
    <dgm:pt modelId="{05FAEC1F-F7D6-47A9-B2E7-367CD662427A}" type="parTrans" cxnId="{89CEA616-D147-42D9-8B2B-FB12CBBF4765}">
      <dgm:prSet/>
      <dgm:spPr/>
      <dgm:t>
        <a:bodyPr/>
        <a:lstStyle/>
        <a:p>
          <a:endParaRPr lang="en-US"/>
        </a:p>
      </dgm:t>
    </dgm:pt>
    <dgm:pt modelId="{BAF5F12F-2CCB-428B-A197-5BCC11092D60}" type="sibTrans" cxnId="{89CEA616-D147-42D9-8B2B-FB12CBBF4765}">
      <dgm:prSet/>
      <dgm:spPr/>
      <dgm:t>
        <a:bodyPr/>
        <a:lstStyle/>
        <a:p>
          <a:endParaRPr lang="en-US"/>
        </a:p>
      </dgm:t>
    </dgm:pt>
    <dgm:pt modelId="{A571E071-2E15-4005-807F-E9C51B8EA1AC}">
      <dgm:prSet phldrT="[Text]"/>
      <dgm:spPr/>
      <dgm:t>
        <a:bodyPr/>
        <a:lstStyle/>
        <a:p>
          <a:r>
            <a:rPr lang="de-DE" dirty="0" smtClean="0"/>
            <a:t>Split </a:t>
          </a:r>
          <a:r>
            <a:rPr lang="de-DE" dirty="0" err="1" smtClean="0"/>
            <a:t>according</a:t>
          </a:r>
          <a:r>
            <a:rPr lang="de-DE" dirty="0" smtClean="0"/>
            <a:t> </a:t>
          </a:r>
          <a:r>
            <a:rPr lang="de-DE" dirty="0" err="1" smtClean="0"/>
            <a:t>Config</a:t>
          </a:r>
          <a:endParaRPr lang="en-US" dirty="0"/>
        </a:p>
      </dgm:t>
    </dgm:pt>
    <dgm:pt modelId="{0404880E-BA9A-47AF-8F21-F31E63EACF9C}" type="parTrans" cxnId="{D169DAE4-3018-4BC1-84B8-3303BEF5BBB4}">
      <dgm:prSet/>
      <dgm:spPr/>
      <dgm:t>
        <a:bodyPr/>
        <a:lstStyle/>
        <a:p>
          <a:endParaRPr lang="en-US"/>
        </a:p>
      </dgm:t>
    </dgm:pt>
    <dgm:pt modelId="{D514B9F9-41C2-48DE-9AA9-2C024396023B}" type="sibTrans" cxnId="{D169DAE4-3018-4BC1-84B8-3303BEF5BBB4}">
      <dgm:prSet/>
      <dgm:spPr/>
      <dgm:t>
        <a:bodyPr/>
        <a:lstStyle/>
        <a:p>
          <a:endParaRPr lang="en-US"/>
        </a:p>
      </dgm:t>
    </dgm:pt>
    <dgm:pt modelId="{A75FFB16-05A5-48E2-B26C-E82A3FBA5BCE}">
      <dgm:prSet phldrT="[Text]"/>
      <dgm:spPr/>
      <dgm:t>
        <a:bodyPr/>
        <a:lstStyle/>
        <a:p>
          <a:r>
            <a:rPr lang="de-DE" dirty="0" smtClean="0"/>
            <a:t>Insert </a:t>
          </a:r>
          <a:r>
            <a:rPr lang="de-DE" dirty="0" err="1" smtClean="0"/>
            <a:t>to</a:t>
          </a:r>
          <a:r>
            <a:rPr lang="de-DE" dirty="0" smtClean="0"/>
            <a:t> </a:t>
          </a:r>
          <a:r>
            <a:rPr lang="de-DE" dirty="0" err="1" smtClean="0"/>
            <a:t>FlatDB</a:t>
          </a:r>
          <a:endParaRPr lang="en-US" dirty="0"/>
        </a:p>
      </dgm:t>
    </dgm:pt>
    <dgm:pt modelId="{602577DB-CC97-4D3B-80E7-5D52BE2D155B}" type="parTrans" cxnId="{A130577C-1751-45C8-B1C2-04549128CE71}">
      <dgm:prSet/>
      <dgm:spPr/>
      <dgm:t>
        <a:bodyPr/>
        <a:lstStyle/>
        <a:p>
          <a:endParaRPr lang="en-US"/>
        </a:p>
      </dgm:t>
    </dgm:pt>
    <dgm:pt modelId="{B01484E2-52F7-42AE-BCA0-63E576DE8EF8}" type="sibTrans" cxnId="{A130577C-1751-45C8-B1C2-04549128CE71}">
      <dgm:prSet/>
      <dgm:spPr/>
      <dgm:t>
        <a:bodyPr/>
        <a:lstStyle/>
        <a:p>
          <a:endParaRPr lang="en-US"/>
        </a:p>
      </dgm:t>
    </dgm:pt>
    <dgm:pt modelId="{40761105-6B39-4422-B17A-990A6B91488E}">
      <dgm:prSet phldrT="[Text]"/>
      <dgm:spPr/>
      <dgm:t>
        <a:bodyPr/>
        <a:lstStyle/>
        <a:p>
          <a:r>
            <a:rPr lang="de-DE" dirty="0" smtClean="0"/>
            <a:t>Parse XML File</a:t>
          </a:r>
          <a:endParaRPr lang="en-US" dirty="0"/>
        </a:p>
      </dgm:t>
    </dgm:pt>
    <dgm:pt modelId="{E14C9347-20A5-4EDF-B0D7-FDAFF78CE28F}" type="parTrans" cxnId="{9DEB5528-AC54-4753-9958-6F9BA5495E48}">
      <dgm:prSet/>
      <dgm:spPr/>
      <dgm:t>
        <a:bodyPr/>
        <a:lstStyle/>
        <a:p>
          <a:endParaRPr lang="en-US"/>
        </a:p>
      </dgm:t>
    </dgm:pt>
    <dgm:pt modelId="{CA0B05CB-D475-4762-A2E9-50A5CDBA6E2B}" type="sibTrans" cxnId="{9DEB5528-AC54-4753-9958-6F9BA5495E48}">
      <dgm:prSet/>
      <dgm:spPr/>
      <dgm:t>
        <a:bodyPr/>
        <a:lstStyle/>
        <a:p>
          <a:endParaRPr lang="en-US"/>
        </a:p>
      </dgm:t>
    </dgm:pt>
    <dgm:pt modelId="{45E0ED58-9570-4861-B0F2-9DBD5F4FA448}" type="pres">
      <dgm:prSet presAssocID="{9A714D31-7A90-43CA-A9A2-02DACDE6F481}" presName="Name0" presStyleCnt="0">
        <dgm:presLayoutVars>
          <dgm:dir/>
          <dgm:animLvl val="lvl"/>
          <dgm:resizeHandles val="exact"/>
        </dgm:presLayoutVars>
      </dgm:prSet>
      <dgm:spPr/>
    </dgm:pt>
    <dgm:pt modelId="{60B3F468-DA56-4449-BABC-55A0B8A19F20}" type="pres">
      <dgm:prSet presAssocID="{2FA012D3-1DEC-42B5-807F-AD24C17E40DC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B10E68-7DE7-499A-B670-A2E5DB03FDC8}" type="pres">
      <dgm:prSet presAssocID="{BAF5F12F-2CCB-428B-A197-5BCC11092D60}" presName="parTxOnlySpace" presStyleCnt="0"/>
      <dgm:spPr/>
    </dgm:pt>
    <dgm:pt modelId="{667E01DB-5775-4435-BD61-C78C28EB6095}" type="pres">
      <dgm:prSet presAssocID="{40761105-6B39-4422-B17A-990A6B91488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71A119-F302-4923-8CD8-04A43CB690A4}" type="pres">
      <dgm:prSet presAssocID="{CA0B05CB-D475-4762-A2E9-50A5CDBA6E2B}" presName="parTxOnlySpace" presStyleCnt="0"/>
      <dgm:spPr/>
    </dgm:pt>
    <dgm:pt modelId="{09CB2788-DB24-4EDA-86EE-48E97F58759C}" type="pres">
      <dgm:prSet presAssocID="{A571E071-2E15-4005-807F-E9C51B8EA1A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1F23FB-DF7D-45A6-A768-5C26D7E6270F}" type="pres">
      <dgm:prSet presAssocID="{D514B9F9-41C2-48DE-9AA9-2C024396023B}" presName="parTxOnlySpace" presStyleCnt="0"/>
      <dgm:spPr/>
    </dgm:pt>
    <dgm:pt modelId="{7C98E999-BD92-4860-9F3F-5BC1374F1FCD}" type="pres">
      <dgm:prSet presAssocID="{A75FFB16-05A5-48E2-B26C-E82A3FBA5BC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86BDC87-F3BD-4DCA-88E2-2A2A347D62C9}" type="presOf" srcId="{A571E071-2E15-4005-807F-E9C51B8EA1AC}" destId="{09CB2788-DB24-4EDA-86EE-48E97F58759C}" srcOrd="0" destOrd="0" presId="urn:microsoft.com/office/officeart/2005/8/layout/chevron1"/>
    <dgm:cxn modelId="{BE3E7703-3491-447E-A19B-B25FB5826D94}" type="presOf" srcId="{9A714D31-7A90-43CA-A9A2-02DACDE6F481}" destId="{45E0ED58-9570-4861-B0F2-9DBD5F4FA448}" srcOrd="0" destOrd="0" presId="urn:microsoft.com/office/officeart/2005/8/layout/chevron1"/>
    <dgm:cxn modelId="{F40EB96B-0508-404D-A771-3E676607616B}" type="presOf" srcId="{40761105-6B39-4422-B17A-990A6B91488E}" destId="{667E01DB-5775-4435-BD61-C78C28EB6095}" srcOrd="0" destOrd="0" presId="urn:microsoft.com/office/officeart/2005/8/layout/chevron1"/>
    <dgm:cxn modelId="{89CEA616-D147-42D9-8B2B-FB12CBBF4765}" srcId="{9A714D31-7A90-43CA-A9A2-02DACDE6F481}" destId="{2FA012D3-1DEC-42B5-807F-AD24C17E40DC}" srcOrd="0" destOrd="0" parTransId="{05FAEC1F-F7D6-47A9-B2E7-367CD662427A}" sibTransId="{BAF5F12F-2CCB-428B-A197-5BCC11092D60}"/>
    <dgm:cxn modelId="{AEE7D48C-C1E4-4E7B-9225-57BF2D4AFCCB}" type="presOf" srcId="{A75FFB16-05A5-48E2-B26C-E82A3FBA5BCE}" destId="{7C98E999-BD92-4860-9F3F-5BC1374F1FCD}" srcOrd="0" destOrd="0" presId="urn:microsoft.com/office/officeart/2005/8/layout/chevron1"/>
    <dgm:cxn modelId="{9DEB5528-AC54-4753-9958-6F9BA5495E48}" srcId="{9A714D31-7A90-43CA-A9A2-02DACDE6F481}" destId="{40761105-6B39-4422-B17A-990A6B91488E}" srcOrd="1" destOrd="0" parTransId="{E14C9347-20A5-4EDF-B0D7-FDAFF78CE28F}" sibTransId="{CA0B05CB-D475-4762-A2E9-50A5CDBA6E2B}"/>
    <dgm:cxn modelId="{A130577C-1751-45C8-B1C2-04549128CE71}" srcId="{9A714D31-7A90-43CA-A9A2-02DACDE6F481}" destId="{A75FFB16-05A5-48E2-B26C-E82A3FBA5BCE}" srcOrd="3" destOrd="0" parTransId="{602577DB-CC97-4D3B-80E7-5D52BE2D155B}" sibTransId="{B01484E2-52F7-42AE-BCA0-63E576DE8EF8}"/>
    <dgm:cxn modelId="{AD67399E-68C4-49AB-8671-1021CBBE2FAE}" type="presOf" srcId="{2FA012D3-1DEC-42B5-807F-AD24C17E40DC}" destId="{60B3F468-DA56-4449-BABC-55A0B8A19F20}" srcOrd="0" destOrd="0" presId="urn:microsoft.com/office/officeart/2005/8/layout/chevron1"/>
    <dgm:cxn modelId="{D169DAE4-3018-4BC1-84B8-3303BEF5BBB4}" srcId="{9A714D31-7A90-43CA-A9A2-02DACDE6F481}" destId="{A571E071-2E15-4005-807F-E9C51B8EA1AC}" srcOrd="2" destOrd="0" parTransId="{0404880E-BA9A-47AF-8F21-F31E63EACF9C}" sibTransId="{D514B9F9-41C2-48DE-9AA9-2C024396023B}"/>
    <dgm:cxn modelId="{542F9F4F-0A94-4B0A-BF90-E335D45DF200}" type="presParOf" srcId="{45E0ED58-9570-4861-B0F2-9DBD5F4FA448}" destId="{60B3F468-DA56-4449-BABC-55A0B8A19F20}" srcOrd="0" destOrd="0" presId="urn:microsoft.com/office/officeart/2005/8/layout/chevron1"/>
    <dgm:cxn modelId="{B35862C7-B8B9-4594-8A68-1391A4FE55BA}" type="presParOf" srcId="{45E0ED58-9570-4861-B0F2-9DBD5F4FA448}" destId="{7AB10E68-7DE7-499A-B670-A2E5DB03FDC8}" srcOrd="1" destOrd="0" presId="urn:microsoft.com/office/officeart/2005/8/layout/chevron1"/>
    <dgm:cxn modelId="{E2A495B7-668B-400A-B135-F3B97EBF9E04}" type="presParOf" srcId="{45E0ED58-9570-4861-B0F2-9DBD5F4FA448}" destId="{667E01DB-5775-4435-BD61-C78C28EB6095}" srcOrd="2" destOrd="0" presId="urn:microsoft.com/office/officeart/2005/8/layout/chevron1"/>
    <dgm:cxn modelId="{282537F8-5078-44F6-AEDE-5D9E065CBE9C}" type="presParOf" srcId="{45E0ED58-9570-4861-B0F2-9DBD5F4FA448}" destId="{9171A119-F302-4923-8CD8-04A43CB690A4}" srcOrd="3" destOrd="0" presId="urn:microsoft.com/office/officeart/2005/8/layout/chevron1"/>
    <dgm:cxn modelId="{2DF0159E-FFE5-46D7-AA6E-D0F9BDA300B7}" type="presParOf" srcId="{45E0ED58-9570-4861-B0F2-9DBD5F4FA448}" destId="{09CB2788-DB24-4EDA-86EE-48E97F58759C}" srcOrd="4" destOrd="0" presId="urn:microsoft.com/office/officeart/2005/8/layout/chevron1"/>
    <dgm:cxn modelId="{931A4CBC-02B6-412A-ABB1-9024394D12C8}" type="presParOf" srcId="{45E0ED58-9570-4861-B0F2-9DBD5F4FA448}" destId="{F21F23FB-DF7D-45A6-A768-5C26D7E6270F}" srcOrd="5" destOrd="0" presId="urn:microsoft.com/office/officeart/2005/8/layout/chevron1"/>
    <dgm:cxn modelId="{52208A11-E653-4602-837C-E84B29A539A5}" type="presParOf" srcId="{45E0ED58-9570-4861-B0F2-9DBD5F4FA448}" destId="{7C98E999-BD92-4860-9F3F-5BC1374F1FC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159F01-DAC1-421D-84DC-A2879CFA5A8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3FBDFE3-80BC-40C5-ABF9-C732E274B9B6}">
      <dgm:prSet phldrT="[Text]"/>
      <dgm:spPr/>
      <dgm:t>
        <a:bodyPr/>
        <a:lstStyle/>
        <a:p>
          <a:r>
            <a:rPr lang="de-DE" dirty="0" err="1" smtClean="0"/>
            <a:t>Fetch</a:t>
          </a:r>
          <a:r>
            <a:rPr lang="de-DE" dirty="0" smtClean="0"/>
            <a:t> Variables</a:t>
          </a:r>
          <a:endParaRPr lang="en-US" dirty="0"/>
        </a:p>
      </dgm:t>
    </dgm:pt>
    <dgm:pt modelId="{441CE091-C0BC-4406-B05A-E55210BBC12F}" type="parTrans" cxnId="{4E1F910B-A1FB-45B3-B1A6-AF6F09F8310A}">
      <dgm:prSet/>
      <dgm:spPr/>
      <dgm:t>
        <a:bodyPr/>
        <a:lstStyle/>
        <a:p>
          <a:endParaRPr lang="en-US"/>
        </a:p>
      </dgm:t>
    </dgm:pt>
    <dgm:pt modelId="{A0A37C92-214D-4100-B1B4-5ED08EBD0BD0}" type="sibTrans" cxnId="{4E1F910B-A1FB-45B3-B1A6-AF6F09F8310A}">
      <dgm:prSet/>
      <dgm:spPr/>
      <dgm:t>
        <a:bodyPr/>
        <a:lstStyle/>
        <a:p>
          <a:endParaRPr lang="en-US"/>
        </a:p>
      </dgm:t>
    </dgm:pt>
    <dgm:pt modelId="{A077F46D-D0BD-4826-8CB9-618A3B2338A6}">
      <dgm:prSet phldrT="[Text]"/>
      <dgm:spPr/>
      <dgm:t>
        <a:bodyPr/>
        <a:lstStyle/>
        <a:p>
          <a:r>
            <a:rPr lang="de-DE" dirty="0" err="1" smtClean="0"/>
            <a:t>Fetch</a:t>
          </a:r>
          <a:r>
            <a:rPr lang="de-DE" dirty="0" smtClean="0"/>
            <a:t> </a:t>
          </a:r>
          <a:r>
            <a:rPr lang="de-DE" dirty="0" err="1" smtClean="0"/>
            <a:t>QuestionItems</a:t>
          </a:r>
          <a:endParaRPr lang="en-US" dirty="0"/>
        </a:p>
      </dgm:t>
    </dgm:pt>
    <dgm:pt modelId="{565A0286-E336-4853-BE47-C975C4901325}" type="parTrans" cxnId="{61451FC5-D69E-40FC-AE0B-0CEC5AEBD859}">
      <dgm:prSet/>
      <dgm:spPr/>
      <dgm:t>
        <a:bodyPr/>
        <a:lstStyle/>
        <a:p>
          <a:endParaRPr lang="en-US"/>
        </a:p>
      </dgm:t>
    </dgm:pt>
    <dgm:pt modelId="{D39E1626-90C9-4F0C-B4EF-69A0B0D4F997}" type="sibTrans" cxnId="{61451FC5-D69E-40FC-AE0B-0CEC5AEBD859}">
      <dgm:prSet/>
      <dgm:spPr/>
      <dgm:t>
        <a:bodyPr/>
        <a:lstStyle/>
        <a:p>
          <a:endParaRPr lang="en-US"/>
        </a:p>
      </dgm:t>
    </dgm:pt>
    <dgm:pt modelId="{C387C2E9-4986-4C97-B61E-809284BE2825}">
      <dgm:prSet phldrT="[Text]"/>
      <dgm:spPr/>
      <dgm:t>
        <a:bodyPr/>
        <a:lstStyle/>
        <a:p>
          <a:r>
            <a:rPr lang="de-DE" dirty="0" err="1" smtClean="0"/>
            <a:t>Convert</a:t>
          </a:r>
          <a:r>
            <a:rPr lang="de-DE" dirty="0" smtClean="0"/>
            <a:t> </a:t>
          </a:r>
          <a:r>
            <a:rPr lang="de-DE" dirty="0" err="1" smtClean="0"/>
            <a:t>to</a:t>
          </a:r>
          <a:r>
            <a:rPr lang="de-DE" dirty="0" smtClean="0"/>
            <a:t> Latex</a:t>
          </a:r>
          <a:endParaRPr lang="en-US" dirty="0"/>
        </a:p>
      </dgm:t>
    </dgm:pt>
    <dgm:pt modelId="{349AB3D7-CEFD-46A9-B6EF-280DAE516282}" type="parTrans" cxnId="{C9EDA1D3-7A9C-4752-8E5C-32F6FCDED262}">
      <dgm:prSet/>
      <dgm:spPr/>
      <dgm:t>
        <a:bodyPr/>
        <a:lstStyle/>
        <a:p>
          <a:endParaRPr lang="en-US"/>
        </a:p>
      </dgm:t>
    </dgm:pt>
    <dgm:pt modelId="{EA26A4E2-B4EA-4C45-9497-186B28B3509A}" type="sibTrans" cxnId="{C9EDA1D3-7A9C-4752-8E5C-32F6FCDED262}">
      <dgm:prSet/>
      <dgm:spPr/>
      <dgm:t>
        <a:bodyPr/>
        <a:lstStyle/>
        <a:p>
          <a:endParaRPr lang="en-US"/>
        </a:p>
      </dgm:t>
    </dgm:pt>
    <dgm:pt modelId="{B1D991B0-782F-47A8-82C3-74A1289D9260}">
      <dgm:prSet phldrT="[Text]"/>
      <dgm:spPr/>
      <dgm:t>
        <a:bodyPr/>
        <a:lstStyle/>
        <a:p>
          <a:r>
            <a:rPr lang="de-DE" dirty="0" err="1" smtClean="0"/>
            <a:t>Fetch</a:t>
          </a:r>
          <a:r>
            <a:rPr lang="de-DE" dirty="0" smtClean="0"/>
            <a:t> Table (CBE)</a:t>
          </a:r>
          <a:endParaRPr lang="en-US" dirty="0"/>
        </a:p>
      </dgm:t>
    </dgm:pt>
    <dgm:pt modelId="{EE5B5343-0AAA-4E8E-909C-F601DB5FBC0D}" type="parTrans" cxnId="{903F6288-2040-4F2C-8682-10EE922C66A4}">
      <dgm:prSet/>
      <dgm:spPr/>
      <dgm:t>
        <a:bodyPr/>
        <a:lstStyle/>
        <a:p>
          <a:endParaRPr lang="en-US"/>
        </a:p>
      </dgm:t>
    </dgm:pt>
    <dgm:pt modelId="{02E32BF9-4DD6-433F-AF2A-913494F8CDB0}" type="sibTrans" cxnId="{903F6288-2040-4F2C-8682-10EE922C66A4}">
      <dgm:prSet/>
      <dgm:spPr/>
      <dgm:t>
        <a:bodyPr/>
        <a:lstStyle/>
        <a:p>
          <a:endParaRPr lang="en-US"/>
        </a:p>
      </dgm:t>
    </dgm:pt>
    <dgm:pt modelId="{10E729D1-4CF5-462B-BCCF-291B2696B071}">
      <dgm:prSet phldrT="[Text]"/>
      <dgm:spPr/>
      <dgm:t>
        <a:bodyPr/>
        <a:lstStyle/>
        <a:p>
          <a:r>
            <a:rPr lang="de-DE" dirty="0" err="1" smtClean="0"/>
            <a:t>Fetch</a:t>
          </a:r>
          <a:r>
            <a:rPr lang="de-DE" dirty="0" smtClean="0"/>
            <a:t> Cards (CBE)</a:t>
          </a:r>
          <a:endParaRPr lang="en-US" dirty="0"/>
        </a:p>
      </dgm:t>
    </dgm:pt>
    <dgm:pt modelId="{67D5EAA5-9C02-4EB7-930B-674593D79341}" type="parTrans" cxnId="{9F0E4CAB-B155-4574-95A5-B35D05FB0715}">
      <dgm:prSet/>
      <dgm:spPr/>
      <dgm:t>
        <a:bodyPr/>
        <a:lstStyle/>
        <a:p>
          <a:endParaRPr lang="en-US"/>
        </a:p>
      </dgm:t>
    </dgm:pt>
    <dgm:pt modelId="{B33A4E38-BA8D-4055-A178-F5725B2682D3}" type="sibTrans" cxnId="{9F0E4CAB-B155-4574-95A5-B35D05FB0715}">
      <dgm:prSet/>
      <dgm:spPr/>
      <dgm:t>
        <a:bodyPr/>
        <a:lstStyle/>
        <a:p>
          <a:endParaRPr lang="en-US"/>
        </a:p>
      </dgm:t>
    </dgm:pt>
    <dgm:pt modelId="{77949DB9-288A-458D-AAF9-A7AD99247420}">
      <dgm:prSet phldrT="[Text]"/>
      <dgm:spPr/>
      <dgm:t>
        <a:bodyPr/>
        <a:lstStyle/>
        <a:p>
          <a:r>
            <a:rPr lang="de-DE" dirty="0" err="1" smtClean="0"/>
            <a:t>PDFLatex</a:t>
          </a:r>
          <a:endParaRPr lang="en-US" dirty="0"/>
        </a:p>
      </dgm:t>
    </dgm:pt>
    <dgm:pt modelId="{DA167FBE-AA68-4089-8772-C90185F6E380}" type="parTrans" cxnId="{B2185433-0908-449E-80ED-4900B22C9028}">
      <dgm:prSet/>
      <dgm:spPr/>
      <dgm:t>
        <a:bodyPr/>
        <a:lstStyle/>
        <a:p>
          <a:endParaRPr lang="en-US"/>
        </a:p>
      </dgm:t>
    </dgm:pt>
    <dgm:pt modelId="{2B7384C9-A6AE-4DB5-B39E-ACDF13932650}" type="sibTrans" cxnId="{B2185433-0908-449E-80ED-4900B22C9028}">
      <dgm:prSet/>
      <dgm:spPr/>
      <dgm:t>
        <a:bodyPr/>
        <a:lstStyle/>
        <a:p>
          <a:endParaRPr lang="en-US"/>
        </a:p>
      </dgm:t>
    </dgm:pt>
    <dgm:pt modelId="{C1537BE9-00B4-4571-B506-96894E611B3D}" type="pres">
      <dgm:prSet presAssocID="{78159F01-DAC1-421D-84DC-A2879CFA5A87}" presName="Name0" presStyleCnt="0">
        <dgm:presLayoutVars>
          <dgm:dir/>
          <dgm:animLvl val="lvl"/>
          <dgm:resizeHandles val="exact"/>
        </dgm:presLayoutVars>
      </dgm:prSet>
      <dgm:spPr/>
    </dgm:pt>
    <dgm:pt modelId="{C990E907-7F60-4C07-A958-292EF33C669B}" type="pres">
      <dgm:prSet presAssocID="{13FBDFE3-80BC-40C5-ABF9-C732E274B9B6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35455A-8818-498E-ABBB-3CEC69C75B17}" type="pres">
      <dgm:prSet presAssocID="{A0A37C92-214D-4100-B1B4-5ED08EBD0BD0}" presName="parTxOnlySpace" presStyleCnt="0"/>
      <dgm:spPr/>
    </dgm:pt>
    <dgm:pt modelId="{F212E171-1896-4A40-8B82-B6F06C688EFB}" type="pres">
      <dgm:prSet presAssocID="{A077F46D-D0BD-4826-8CB9-618A3B2338A6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91DC07-F110-4795-B4F8-E82E96A9BA7D}" type="pres">
      <dgm:prSet presAssocID="{D39E1626-90C9-4F0C-B4EF-69A0B0D4F997}" presName="parTxOnlySpace" presStyleCnt="0"/>
      <dgm:spPr/>
    </dgm:pt>
    <dgm:pt modelId="{F55ACF5B-6E6D-4D98-AE1A-597462A8CFFA}" type="pres">
      <dgm:prSet presAssocID="{B1D991B0-782F-47A8-82C3-74A1289D926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AB72DC-86B5-4E28-BF65-C9D5BD17FF89}" type="pres">
      <dgm:prSet presAssocID="{02E32BF9-4DD6-433F-AF2A-913494F8CDB0}" presName="parTxOnlySpace" presStyleCnt="0"/>
      <dgm:spPr/>
    </dgm:pt>
    <dgm:pt modelId="{E4BB388B-3237-41EB-80BE-7F1BAA163461}" type="pres">
      <dgm:prSet presAssocID="{10E729D1-4CF5-462B-BCCF-291B2696B071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A3B686-2C3D-434D-844F-46600C1D69DD}" type="pres">
      <dgm:prSet presAssocID="{B33A4E38-BA8D-4055-A178-F5725B2682D3}" presName="parTxOnlySpace" presStyleCnt="0"/>
      <dgm:spPr/>
    </dgm:pt>
    <dgm:pt modelId="{E24E6C9E-44AB-4E02-9C8A-518470E044B1}" type="pres">
      <dgm:prSet presAssocID="{C387C2E9-4986-4C97-B61E-809284BE2825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AC3346-C6AC-4A23-AF22-93EDFFCE9746}" type="pres">
      <dgm:prSet presAssocID="{EA26A4E2-B4EA-4C45-9497-186B28B3509A}" presName="parTxOnlySpace" presStyleCnt="0"/>
      <dgm:spPr/>
    </dgm:pt>
    <dgm:pt modelId="{37A6108C-BA31-4A95-B8F1-32B43FA94D75}" type="pres">
      <dgm:prSet presAssocID="{77949DB9-288A-458D-AAF9-A7AD99247420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5BACFDE-461A-4686-B221-E4ED0233B210}" type="presOf" srcId="{78159F01-DAC1-421D-84DC-A2879CFA5A87}" destId="{C1537BE9-00B4-4571-B506-96894E611B3D}" srcOrd="0" destOrd="0" presId="urn:microsoft.com/office/officeart/2005/8/layout/chevron1"/>
    <dgm:cxn modelId="{C9EDA1D3-7A9C-4752-8E5C-32F6FCDED262}" srcId="{78159F01-DAC1-421D-84DC-A2879CFA5A87}" destId="{C387C2E9-4986-4C97-B61E-809284BE2825}" srcOrd="4" destOrd="0" parTransId="{349AB3D7-CEFD-46A9-B6EF-280DAE516282}" sibTransId="{EA26A4E2-B4EA-4C45-9497-186B28B3509A}"/>
    <dgm:cxn modelId="{9F0E4CAB-B155-4574-95A5-B35D05FB0715}" srcId="{78159F01-DAC1-421D-84DC-A2879CFA5A87}" destId="{10E729D1-4CF5-462B-BCCF-291B2696B071}" srcOrd="3" destOrd="0" parTransId="{67D5EAA5-9C02-4EB7-930B-674593D79341}" sibTransId="{B33A4E38-BA8D-4055-A178-F5725B2682D3}"/>
    <dgm:cxn modelId="{FBCB1DE9-D3E8-4E92-83E0-BB0DB99E1955}" type="presOf" srcId="{10E729D1-4CF5-462B-BCCF-291B2696B071}" destId="{E4BB388B-3237-41EB-80BE-7F1BAA163461}" srcOrd="0" destOrd="0" presId="urn:microsoft.com/office/officeart/2005/8/layout/chevron1"/>
    <dgm:cxn modelId="{5FD94B62-3ABC-4C16-B581-013A378E79EC}" type="presOf" srcId="{13FBDFE3-80BC-40C5-ABF9-C732E274B9B6}" destId="{C990E907-7F60-4C07-A958-292EF33C669B}" srcOrd="0" destOrd="0" presId="urn:microsoft.com/office/officeart/2005/8/layout/chevron1"/>
    <dgm:cxn modelId="{0544BA9A-CB21-48A0-9253-8697D25568EF}" type="presOf" srcId="{C387C2E9-4986-4C97-B61E-809284BE2825}" destId="{E24E6C9E-44AB-4E02-9C8A-518470E044B1}" srcOrd="0" destOrd="0" presId="urn:microsoft.com/office/officeart/2005/8/layout/chevron1"/>
    <dgm:cxn modelId="{B2185433-0908-449E-80ED-4900B22C9028}" srcId="{78159F01-DAC1-421D-84DC-A2879CFA5A87}" destId="{77949DB9-288A-458D-AAF9-A7AD99247420}" srcOrd="5" destOrd="0" parTransId="{DA167FBE-AA68-4089-8772-C90185F6E380}" sibTransId="{2B7384C9-A6AE-4DB5-B39E-ACDF13932650}"/>
    <dgm:cxn modelId="{05C95195-FBD9-436F-B4F9-FFC6D7A40738}" type="presOf" srcId="{77949DB9-288A-458D-AAF9-A7AD99247420}" destId="{37A6108C-BA31-4A95-B8F1-32B43FA94D75}" srcOrd="0" destOrd="0" presId="urn:microsoft.com/office/officeart/2005/8/layout/chevron1"/>
    <dgm:cxn modelId="{61451FC5-D69E-40FC-AE0B-0CEC5AEBD859}" srcId="{78159F01-DAC1-421D-84DC-A2879CFA5A87}" destId="{A077F46D-D0BD-4826-8CB9-618A3B2338A6}" srcOrd="1" destOrd="0" parTransId="{565A0286-E336-4853-BE47-C975C4901325}" sibTransId="{D39E1626-90C9-4F0C-B4EF-69A0B0D4F997}"/>
    <dgm:cxn modelId="{433AC4CC-4CB7-4CF4-9371-C60494F26A98}" type="presOf" srcId="{A077F46D-D0BD-4826-8CB9-618A3B2338A6}" destId="{F212E171-1896-4A40-8B82-B6F06C688EFB}" srcOrd="0" destOrd="0" presId="urn:microsoft.com/office/officeart/2005/8/layout/chevron1"/>
    <dgm:cxn modelId="{903F6288-2040-4F2C-8682-10EE922C66A4}" srcId="{78159F01-DAC1-421D-84DC-A2879CFA5A87}" destId="{B1D991B0-782F-47A8-82C3-74A1289D9260}" srcOrd="2" destOrd="0" parTransId="{EE5B5343-0AAA-4E8E-909C-F601DB5FBC0D}" sibTransId="{02E32BF9-4DD6-433F-AF2A-913494F8CDB0}"/>
    <dgm:cxn modelId="{F3713EEA-61B4-4566-ADC9-E76919E04D2C}" type="presOf" srcId="{B1D991B0-782F-47A8-82C3-74A1289D9260}" destId="{F55ACF5B-6E6D-4D98-AE1A-597462A8CFFA}" srcOrd="0" destOrd="0" presId="urn:microsoft.com/office/officeart/2005/8/layout/chevron1"/>
    <dgm:cxn modelId="{4E1F910B-A1FB-45B3-B1A6-AF6F09F8310A}" srcId="{78159F01-DAC1-421D-84DC-A2879CFA5A87}" destId="{13FBDFE3-80BC-40C5-ABF9-C732E274B9B6}" srcOrd="0" destOrd="0" parTransId="{441CE091-C0BC-4406-B05A-E55210BBC12F}" sibTransId="{A0A37C92-214D-4100-B1B4-5ED08EBD0BD0}"/>
    <dgm:cxn modelId="{571BD8B9-4C9A-4FBA-B4EE-04A573E07015}" type="presParOf" srcId="{C1537BE9-00B4-4571-B506-96894E611B3D}" destId="{C990E907-7F60-4C07-A958-292EF33C669B}" srcOrd="0" destOrd="0" presId="urn:microsoft.com/office/officeart/2005/8/layout/chevron1"/>
    <dgm:cxn modelId="{09A1564D-ADB4-449D-AAAC-EBCC6DB399CE}" type="presParOf" srcId="{C1537BE9-00B4-4571-B506-96894E611B3D}" destId="{9A35455A-8818-498E-ABBB-3CEC69C75B17}" srcOrd="1" destOrd="0" presId="urn:microsoft.com/office/officeart/2005/8/layout/chevron1"/>
    <dgm:cxn modelId="{0226059D-40CB-4F79-9095-F193A17D41DC}" type="presParOf" srcId="{C1537BE9-00B4-4571-B506-96894E611B3D}" destId="{F212E171-1896-4A40-8B82-B6F06C688EFB}" srcOrd="2" destOrd="0" presId="urn:microsoft.com/office/officeart/2005/8/layout/chevron1"/>
    <dgm:cxn modelId="{D2EBA4CF-385D-415F-B243-620A8F33936F}" type="presParOf" srcId="{C1537BE9-00B4-4571-B506-96894E611B3D}" destId="{9291DC07-F110-4795-B4F8-E82E96A9BA7D}" srcOrd="3" destOrd="0" presId="urn:microsoft.com/office/officeart/2005/8/layout/chevron1"/>
    <dgm:cxn modelId="{F08CFA1F-788F-4E4B-A0F4-BB9D3F0384AD}" type="presParOf" srcId="{C1537BE9-00B4-4571-B506-96894E611B3D}" destId="{F55ACF5B-6E6D-4D98-AE1A-597462A8CFFA}" srcOrd="4" destOrd="0" presId="urn:microsoft.com/office/officeart/2005/8/layout/chevron1"/>
    <dgm:cxn modelId="{28D51823-731A-44E9-BBE5-C4BD83FD6FCB}" type="presParOf" srcId="{C1537BE9-00B4-4571-B506-96894E611B3D}" destId="{8DAB72DC-86B5-4E28-BF65-C9D5BD17FF89}" srcOrd="5" destOrd="0" presId="urn:microsoft.com/office/officeart/2005/8/layout/chevron1"/>
    <dgm:cxn modelId="{DB270229-941F-41ED-8218-0E8516050F7C}" type="presParOf" srcId="{C1537BE9-00B4-4571-B506-96894E611B3D}" destId="{E4BB388B-3237-41EB-80BE-7F1BAA163461}" srcOrd="6" destOrd="0" presId="urn:microsoft.com/office/officeart/2005/8/layout/chevron1"/>
    <dgm:cxn modelId="{A35F36C3-46D3-4821-B212-4BA9A33B8349}" type="presParOf" srcId="{C1537BE9-00B4-4571-B506-96894E611B3D}" destId="{DBA3B686-2C3D-434D-844F-46600C1D69DD}" srcOrd="7" destOrd="0" presId="urn:microsoft.com/office/officeart/2005/8/layout/chevron1"/>
    <dgm:cxn modelId="{C14FE68A-947F-458C-9C2D-92FB5DE0BC84}" type="presParOf" srcId="{C1537BE9-00B4-4571-B506-96894E611B3D}" destId="{E24E6C9E-44AB-4E02-9C8A-518470E044B1}" srcOrd="8" destOrd="0" presId="urn:microsoft.com/office/officeart/2005/8/layout/chevron1"/>
    <dgm:cxn modelId="{DF275CCF-7D2E-466F-8B50-B93B1F09DE94}" type="presParOf" srcId="{C1537BE9-00B4-4571-B506-96894E611B3D}" destId="{E1AC3346-C6AC-4A23-AF22-93EDFFCE9746}" srcOrd="9" destOrd="0" presId="urn:microsoft.com/office/officeart/2005/8/layout/chevron1"/>
    <dgm:cxn modelId="{F10B0C3F-6304-45A2-82EB-29CDD280AA2A}" type="presParOf" srcId="{C1537BE9-00B4-4571-B506-96894E611B3D}" destId="{37A6108C-BA31-4A95-B8F1-32B43FA94D75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68CB0C-B075-404A-A830-B41157C720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4DCB759-A932-4BD1-A20D-DB610071885A}">
      <dgm:prSet phldrT="[Text]"/>
      <dgm:spPr/>
      <dgm:t>
        <a:bodyPr/>
        <a:lstStyle/>
        <a:p>
          <a:r>
            <a:rPr lang="de-DE" dirty="0" smtClean="0"/>
            <a:t>Load</a:t>
          </a:r>
        </a:p>
        <a:p>
          <a:r>
            <a:rPr lang="de-DE" dirty="0" smtClean="0"/>
            <a:t>Entity</a:t>
          </a:r>
          <a:endParaRPr lang="en-US" dirty="0"/>
        </a:p>
      </dgm:t>
    </dgm:pt>
    <dgm:pt modelId="{E0F8F265-510E-4F11-B693-921454D89F7D}" type="parTrans" cxnId="{8FF394A8-2056-4B3F-AAD9-E7A4C33FF2F4}">
      <dgm:prSet/>
      <dgm:spPr/>
      <dgm:t>
        <a:bodyPr/>
        <a:lstStyle/>
        <a:p>
          <a:endParaRPr lang="en-US"/>
        </a:p>
      </dgm:t>
    </dgm:pt>
    <dgm:pt modelId="{BC934F1E-16E6-4638-9F84-D27AFA42A31A}" type="sibTrans" cxnId="{8FF394A8-2056-4B3F-AAD9-E7A4C33FF2F4}">
      <dgm:prSet/>
      <dgm:spPr/>
      <dgm:t>
        <a:bodyPr/>
        <a:lstStyle/>
        <a:p>
          <a:endParaRPr lang="en-US"/>
        </a:p>
      </dgm:t>
    </dgm:pt>
    <dgm:pt modelId="{793A3E62-4C4F-4816-BEAB-CF8073C4D1EB}">
      <dgm:prSet phldrT="[Text]"/>
      <dgm:spPr/>
      <dgm:t>
        <a:bodyPr/>
        <a:lstStyle/>
        <a:p>
          <a:r>
            <a:rPr lang="de-DE" dirty="0" smtClean="0"/>
            <a:t>Edit Entity</a:t>
          </a:r>
          <a:endParaRPr lang="en-US" dirty="0"/>
        </a:p>
      </dgm:t>
    </dgm:pt>
    <dgm:pt modelId="{E604280C-B2DA-4293-B1C6-0C383D78E460}" type="parTrans" cxnId="{0E7E32BF-3E17-4064-9733-1D24A98C7D29}">
      <dgm:prSet/>
      <dgm:spPr/>
      <dgm:t>
        <a:bodyPr/>
        <a:lstStyle/>
        <a:p>
          <a:endParaRPr lang="en-US"/>
        </a:p>
      </dgm:t>
    </dgm:pt>
    <dgm:pt modelId="{E5405AFE-FA8B-49F4-A893-EF39ED7F8E68}" type="sibTrans" cxnId="{0E7E32BF-3E17-4064-9733-1D24A98C7D29}">
      <dgm:prSet/>
      <dgm:spPr/>
      <dgm:t>
        <a:bodyPr/>
        <a:lstStyle/>
        <a:p>
          <a:endParaRPr lang="en-US"/>
        </a:p>
      </dgm:t>
    </dgm:pt>
    <dgm:pt modelId="{1D8CB25A-B0FD-4EEB-88E8-A2F3D5AD8CAA}">
      <dgm:prSet phldrT="[Text]"/>
      <dgm:spPr/>
      <dgm:t>
        <a:bodyPr/>
        <a:lstStyle/>
        <a:p>
          <a:r>
            <a:rPr lang="de-DE" dirty="0" smtClean="0"/>
            <a:t>Store</a:t>
          </a:r>
          <a:endParaRPr lang="en-US" dirty="0"/>
        </a:p>
      </dgm:t>
    </dgm:pt>
    <dgm:pt modelId="{847A7B9A-70AC-42FA-BAC6-8E8FB2C6EA62}" type="parTrans" cxnId="{B5F401F8-0611-4365-B871-E187EE163106}">
      <dgm:prSet/>
      <dgm:spPr/>
      <dgm:t>
        <a:bodyPr/>
        <a:lstStyle/>
        <a:p>
          <a:endParaRPr lang="en-US"/>
        </a:p>
      </dgm:t>
    </dgm:pt>
    <dgm:pt modelId="{0F7AAAFF-5211-4F1D-991D-1769970056FB}" type="sibTrans" cxnId="{B5F401F8-0611-4365-B871-E187EE163106}">
      <dgm:prSet/>
      <dgm:spPr/>
      <dgm:t>
        <a:bodyPr/>
        <a:lstStyle/>
        <a:p>
          <a:endParaRPr lang="en-US"/>
        </a:p>
      </dgm:t>
    </dgm:pt>
    <dgm:pt modelId="{B589DAB9-3242-47DB-BDC0-E48FA134BFB2}" type="pres">
      <dgm:prSet presAssocID="{7768CB0C-B075-404A-A830-B41157C720B0}" presName="Name0" presStyleCnt="0">
        <dgm:presLayoutVars>
          <dgm:dir/>
          <dgm:animLvl val="lvl"/>
          <dgm:resizeHandles val="exact"/>
        </dgm:presLayoutVars>
      </dgm:prSet>
      <dgm:spPr/>
    </dgm:pt>
    <dgm:pt modelId="{6F9F22C8-3091-4221-BCCD-828ABDF5FC34}" type="pres">
      <dgm:prSet presAssocID="{44DCB759-A932-4BD1-A20D-DB610071885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BF9594-2390-4FB1-A193-8D24361E1F3D}" type="pres">
      <dgm:prSet presAssocID="{BC934F1E-16E6-4638-9F84-D27AFA42A31A}" presName="parTxOnlySpace" presStyleCnt="0"/>
      <dgm:spPr/>
    </dgm:pt>
    <dgm:pt modelId="{DF3A061B-449A-4C4A-8FEE-53144AA9CD5C}" type="pres">
      <dgm:prSet presAssocID="{793A3E62-4C4F-4816-BEAB-CF8073C4D1E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4E4E6D-07A5-40B9-9FDD-9A48EDEB37A6}" type="pres">
      <dgm:prSet presAssocID="{E5405AFE-FA8B-49F4-A893-EF39ED7F8E68}" presName="parTxOnlySpace" presStyleCnt="0"/>
      <dgm:spPr/>
    </dgm:pt>
    <dgm:pt modelId="{B79875B6-A581-4808-8D0B-A03B5D3EC0ED}" type="pres">
      <dgm:prSet presAssocID="{1D8CB25A-B0FD-4EEB-88E8-A2F3D5AD8CA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7E32BF-3E17-4064-9733-1D24A98C7D29}" srcId="{7768CB0C-B075-404A-A830-B41157C720B0}" destId="{793A3E62-4C4F-4816-BEAB-CF8073C4D1EB}" srcOrd="1" destOrd="0" parTransId="{E604280C-B2DA-4293-B1C6-0C383D78E460}" sibTransId="{E5405AFE-FA8B-49F4-A893-EF39ED7F8E68}"/>
    <dgm:cxn modelId="{7087B3BF-13D1-4538-8A5F-2D76238C8B44}" type="presOf" srcId="{7768CB0C-B075-404A-A830-B41157C720B0}" destId="{B589DAB9-3242-47DB-BDC0-E48FA134BFB2}" srcOrd="0" destOrd="0" presId="urn:microsoft.com/office/officeart/2005/8/layout/chevron1"/>
    <dgm:cxn modelId="{8FF394A8-2056-4B3F-AAD9-E7A4C33FF2F4}" srcId="{7768CB0C-B075-404A-A830-B41157C720B0}" destId="{44DCB759-A932-4BD1-A20D-DB610071885A}" srcOrd="0" destOrd="0" parTransId="{E0F8F265-510E-4F11-B693-921454D89F7D}" sibTransId="{BC934F1E-16E6-4638-9F84-D27AFA42A31A}"/>
    <dgm:cxn modelId="{B5AA9380-739E-4D7B-A594-147DC2D54B60}" type="presOf" srcId="{793A3E62-4C4F-4816-BEAB-CF8073C4D1EB}" destId="{DF3A061B-449A-4C4A-8FEE-53144AA9CD5C}" srcOrd="0" destOrd="0" presId="urn:microsoft.com/office/officeart/2005/8/layout/chevron1"/>
    <dgm:cxn modelId="{C6B73853-2ED4-4E46-B3A7-B076C636C5AF}" type="presOf" srcId="{44DCB759-A932-4BD1-A20D-DB610071885A}" destId="{6F9F22C8-3091-4221-BCCD-828ABDF5FC34}" srcOrd="0" destOrd="0" presId="urn:microsoft.com/office/officeart/2005/8/layout/chevron1"/>
    <dgm:cxn modelId="{B5F401F8-0611-4365-B871-E187EE163106}" srcId="{7768CB0C-B075-404A-A830-B41157C720B0}" destId="{1D8CB25A-B0FD-4EEB-88E8-A2F3D5AD8CAA}" srcOrd="2" destOrd="0" parTransId="{847A7B9A-70AC-42FA-BAC6-8E8FB2C6EA62}" sibTransId="{0F7AAAFF-5211-4F1D-991D-1769970056FB}"/>
    <dgm:cxn modelId="{D5A1FFAE-DC8F-4B7C-847A-74110F48B925}" type="presOf" srcId="{1D8CB25A-B0FD-4EEB-88E8-A2F3D5AD8CAA}" destId="{B79875B6-A581-4808-8D0B-A03B5D3EC0ED}" srcOrd="0" destOrd="0" presId="urn:microsoft.com/office/officeart/2005/8/layout/chevron1"/>
    <dgm:cxn modelId="{6458AB70-390F-4FCE-83F9-AAB4F5CE2AB6}" type="presParOf" srcId="{B589DAB9-3242-47DB-BDC0-E48FA134BFB2}" destId="{6F9F22C8-3091-4221-BCCD-828ABDF5FC34}" srcOrd="0" destOrd="0" presId="urn:microsoft.com/office/officeart/2005/8/layout/chevron1"/>
    <dgm:cxn modelId="{61C11E0C-A938-44B5-A4E0-31D55CB8A7E3}" type="presParOf" srcId="{B589DAB9-3242-47DB-BDC0-E48FA134BFB2}" destId="{F6BF9594-2390-4FB1-A193-8D24361E1F3D}" srcOrd="1" destOrd="0" presId="urn:microsoft.com/office/officeart/2005/8/layout/chevron1"/>
    <dgm:cxn modelId="{F6ED99AE-3FD3-45E9-82B0-718905F6C331}" type="presParOf" srcId="{B589DAB9-3242-47DB-BDC0-E48FA134BFB2}" destId="{DF3A061B-449A-4C4A-8FEE-53144AA9CD5C}" srcOrd="2" destOrd="0" presId="urn:microsoft.com/office/officeart/2005/8/layout/chevron1"/>
    <dgm:cxn modelId="{EF376B22-6217-4971-9A5A-C04AF9493441}" type="presParOf" srcId="{B589DAB9-3242-47DB-BDC0-E48FA134BFB2}" destId="{C14E4E6D-07A5-40B9-9FDD-9A48EDEB37A6}" srcOrd="3" destOrd="0" presId="urn:microsoft.com/office/officeart/2005/8/layout/chevron1"/>
    <dgm:cxn modelId="{889B87BD-7344-4214-A726-A25A975F35F8}" type="presParOf" srcId="{B589DAB9-3242-47DB-BDC0-E48FA134BFB2}" destId="{B79875B6-A581-4808-8D0B-A03B5D3EC0E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68CB0C-B075-404A-A830-B41157C720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4DCB759-A932-4BD1-A20D-DB610071885A}">
      <dgm:prSet phldrT="[Text]"/>
      <dgm:spPr/>
      <dgm:t>
        <a:bodyPr/>
        <a:lstStyle/>
        <a:p>
          <a:r>
            <a:rPr lang="de-DE" dirty="0" smtClean="0"/>
            <a:t>Store</a:t>
          </a:r>
        </a:p>
      </dgm:t>
    </dgm:pt>
    <dgm:pt modelId="{E0F8F265-510E-4F11-B693-921454D89F7D}" type="parTrans" cxnId="{8FF394A8-2056-4B3F-AAD9-E7A4C33FF2F4}">
      <dgm:prSet/>
      <dgm:spPr/>
      <dgm:t>
        <a:bodyPr/>
        <a:lstStyle/>
        <a:p>
          <a:endParaRPr lang="en-US"/>
        </a:p>
      </dgm:t>
    </dgm:pt>
    <dgm:pt modelId="{BC934F1E-16E6-4638-9F84-D27AFA42A31A}" type="sibTrans" cxnId="{8FF394A8-2056-4B3F-AAD9-E7A4C33FF2F4}">
      <dgm:prSet/>
      <dgm:spPr/>
      <dgm:t>
        <a:bodyPr/>
        <a:lstStyle/>
        <a:p>
          <a:endParaRPr lang="en-US"/>
        </a:p>
      </dgm:t>
    </dgm:pt>
    <dgm:pt modelId="{793A3E62-4C4F-4816-BEAB-CF8073C4D1EB}">
      <dgm:prSet phldrT="[Text]"/>
      <dgm:spPr/>
      <dgm:t>
        <a:bodyPr/>
        <a:lstStyle/>
        <a:p>
          <a:r>
            <a:rPr lang="de-DE" dirty="0" smtClean="0"/>
            <a:t>Set </a:t>
          </a:r>
          <a:r>
            <a:rPr lang="de-DE" dirty="0" err="1" smtClean="0"/>
            <a:t>FlatDB</a:t>
          </a:r>
          <a:endParaRPr lang="en-US" dirty="0"/>
        </a:p>
      </dgm:t>
    </dgm:pt>
    <dgm:pt modelId="{E604280C-B2DA-4293-B1C6-0C383D78E460}" type="parTrans" cxnId="{0E7E32BF-3E17-4064-9733-1D24A98C7D29}">
      <dgm:prSet/>
      <dgm:spPr/>
      <dgm:t>
        <a:bodyPr/>
        <a:lstStyle/>
        <a:p>
          <a:endParaRPr lang="en-US"/>
        </a:p>
      </dgm:t>
    </dgm:pt>
    <dgm:pt modelId="{E5405AFE-FA8B-49F4-A893-EF39ED7F8E68}" type="sibTrans" cxnId="{0E7E32BF-3E17-4064-9733-1D24A98C7D29}">
      <dgm:prSet/>
      <dgm:spPr/>
      <dgm:t>
        <a:bodyPr/>
        <a:lstStyle/>
        <a:p>
          <a:endParaRPr lang="en-US"/>
        </a:p>
      </dgm:t>
    </dgm:pt>
    <dgm:pt modelId="{1D8CB25A-B0FD-4EEB-88E8-A2F3D5AD8CAA}">
      <dgm:prSet phldrT="[Text]"/>
      <dgm:spPr/>
      <dgm:t>
        <a:bodyPr/>
        <a:lstStyle/>
        <a:p>
          <a:r>
            <a:rPr lang="de-DE" dirty="0" err="1" smtClean="0"/>
            <a:t>Serialize</a:t>
          </a:r>
          <a:r>
            <a:rPr lang="de-DE" dirty="0" smtClean="0"/>
            <a:t> DDI File</a:t>
          </a:r>
          <a:endParaRPr lang="en-US" dirty="0"/>
        </a:p>
      </dgm:t>
    </dgm:pt>
    <dgm:pt modelId="{847A7B9A-70AC-42FA-BAC6-8E8FB2C6EA62}" type="parTrans" cxnId="{B5F401F8-0611-4365-B871-E187EE163106}">
      <dgm:prSet/>
      <dgm:spPr/>
      <dgm:t>
        <a:bodyPr/>
        <a:lstStyle/>
        <a:p>
          <a:endParaRPr lang="en-US"/>
        </a:p>
      </dgm:t>
    </dgm:pt>
    <dgm:pt modelId="{0F7AAAFF-5211-4F1D-991D-1769970056FB}" type="sibTrans" cxnId="{B5F401F8-0611-4365-B871-E187EE163106}">
      <dgm:prSet/>
      <dgm:spPr/>
      <dgm:t>
        <a:bodyPr/>
        <a:lstStyle/>
        <a:p>
          <a:endParaRPr lang="en-US"/>
        </a:p>
      </dgm:t>
    </dgm:pt>
    <dgm:pt modelId="{B589DAB9-3242-47DB-BDC0-E48FA134BFB2}" type="pres">
      <dgm:prSet presAssocID="{7768CB0C-B075-404A-A830-B41157C720B0}" presName="Name0" presStyleCnt="0">
        <dgm:presLayoutVars>
          <dgm:dir/>
          <dgm:animLvl val="lvl"/>
          <dgm:resizeHandles val="exact"/>
        </dgm:presLayoutVars>
      </dgm:prSet>
      <dgm:spPr/>
    </dgm:pt>
    <dgm:pt modelId="{6F9F22C8-3091-4221-BCCD-828ABDF5FC34}" type="pres">
      <dgm:prSet presAssocID="{44DCB759-A932-4BD1-A20D-DB610071885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BF9594-2390-4FB1-A193-8D24361E1F3D}" type="pres">
      <dgm:prSet presAssocID="{BC934F1E-16E6-4638-9F84-D27AFA42A31A}" presName="parTxOnlySpace" presStyleCnt="0"/>
      <dgm:spPr/>
    </dgm:pt>
    <dgm:pt modelId="{DF3A061B-449A-4C4A-8FEE-53144AA9CD5C}" type="pres">
      <dgm:prSet presAssocID="{793A3E62-4C4F-4816-BEAB-CF8073C4D1E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4E4E6D-07A5-40B9-9FDD-9A48EDEB37A6}" type="pres">
      <dgm:prSet presAssocID="{E5405AFE-FA8B-49F4-A893-EF39ED7F8E68}" presName="parTxOnlySpace" presStyleCnt="0"/>
      <dgm:spPr/>
    </dgm:pt>
    <dgm:pt modelId="{B79875B6-A581-4808-8D0B-A03B5D3EC0ED}" type="pres">
      <dgm:prSet presAssocID="{1D8CB25A-B0FD-4EEB-88E8-A2F3D5AD8CA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7E32BF-3E17-4064-9733-1D24A98C7D29}" srcId="{7768CB0C-B075-404A-A830-B41157C720B0}" destId="{793A3E62-4C4F-4816-BEAB-CF8073C4D1EB}" srcOrd="1" destOrd="0" parTransId="{E604280C-B2DA-4293-B1C6-0C383D78E460}" sibTransId="{E5405AFE-FA8B-49F4-A893-EF39ED7F8E68}"/>
    <dgm:cxn modelId="{8FF394A8-2056-4B3F-AAD9-E7A4C33FF2F4}" srcId="{7768CB0C-B075-404A-A830-B41157C720B0}" destId="{44DCB759-A932-4BD1-A20D-DB610071885A}" srcOrd="0" destOrd="0" parTransId="{E0F8F265-510E-4F11-B693-921454D89F7D}" sibTransId="{BC934F1E-16E6-4638-9F84-D27AFA42A31A}"/>
    <dgm:cxn modelId="{B5F401F8-0611-4365-B871-E187EE163106}" srcId="{7768CB0C-B075-404A-A830-B41157C720B0}" destId="{1D8CB25A-B0FD-4EEB-88E8-A2F3D5AD8CAA}" srcOrd="2" destOrd="0" parTransId="{847A7B9A-70AC-42FA-BAC6-8E8FB2C6EA62}" sibTransId="{0F7AAAFF-5211-4F1D-991D-1769970056FB}"/>
    <dgm:cxn modelId="{3AADF963-3BD1-48C3-9111-BC69C20D2B36}" type="presOf" srcId="{7768CB0C-B075-404A-A830-B41157C720B0}" destId="{B589DAB9-3242-47DB-BDC0-E48FA134BFB2}" srcOrd="0" destOrd="0" presId="urn:microsoft.com/office/officeart/2005/8/layout/chevron1"/>
    <dgm:cxn modelId="{C11B0D69-F2F0-4DD6-ABAE-D4C3AEBD11E2}" type="presOf" srcId="{44DCB759-A932-4BD1-A20D-DB610071885A}" destId="{6F9F22C8-3091-4221-BCCD-828ABDF5FC34}" srcOrd="0" destOrd="0" presId="urn:microsoft.com/office/officeart/2005/8/layout/chevron1"/>
    <dgm:cxn modelId="{5BCDF154-8CFE-4391-8AD7-3D6BE9D3D805}" type="presOf" srcId="{1D8CB25A-B0FD-4EEB-88E8-A2F3D5AD8CAA}" destId="{B79875B6-A581-4808-8D0B-A03B5D3EC0ED}" srcOrd="0" destOrd="0" presId="urn:microsoft.com/office/officeart/2005/8/layout/chevron1"/>
    <dgm:cxn modelId="{99C5CFD3-D9CA-4EDF-A682-3368BA0802B0}" type="presOf" srcId="{793A3E62-4C4F-4816-BEAB-CF8073C4D1EB}" destId="{DF3A061B-449A-4C4A-8FEE-53144AA9CD5C}" srcOrd="0" destOrd="0" presId="urn:microsoft.com/office/officeart/2005/8/layout/chevron1"/>
    <dgm:cxn modelId="{01A22EE3-2408-4F9E-9B89-4C97140CBF2E}" type="presParOf" srcId="{B589DAB9-3242-47DB-BDC0-E48FA134BFB2}" destId="{6F9F22C8-3091-4221-BCCD-828ABDF5FC34}" srcOrd="0" destOrd="0" presId="urn:microsoft.com/office/officeart/2005/8/layout/chevron1"/>
    <dgm:cxn modelId="{2873FC67-224A-4CEB-9DC0-8FD3BE0819D5}" type="presParOf" srcId="{B589DAB9-3242-47DB-BDC0-E48FA134BFB2}" destId="{F6BF9594-2390-4FB1-A193-8D24361E1F3D}" srcOrd="1" destOrd="0" presId="urn:microsoft.com/office/officeart/2005/8/layout/chevron1"/>
    <dgm:cxn modelId="{1FE5273C-26AB-4A89-8580-0739F60A70C4}" type="presParOf" srcId="{B589DAB9-3242-47DB-BDC0-E48FA134BFB2}" destId="{DF3A061B-449A-4C4A-8FEE-53144AA9CD5C}" srcOrd="2" destOrd="0" presId="urn:microsoft.com/office/officeart/2005/8/layout/chevron1"/>
    <dgm:cxn modelId="{0ED5CF3C-F319-4BAD-BCE7-E72696359600}" type="presParOf" srcId="{B589DAB9-3242-47DB-BDC0-E48FA134BFB2}" destId="{C14E4E6D-07A5-40B9-9FDD-9A48EDEB37A6}" srcOrd="3" destOrd="0" presId="urn:microsoft.com/office/officeart/2005/8/layout/chevron1"/>
    <dgm:cxn modelId="{ED79BD8B-EC1C-47AB-B8EB-8AE6221886E5}" type="presParOf" srcId="{B589DAB9-3242-47DB-BDC0-E48FA134BFB2}" destId="{B79875B6-A581-4808-8D0B-A03B5D3EC0E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68CB0C-B075-404A-A830-B41157C720B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4DCB759-A932-4BD1-A20D-DB610071885A}">
      <dgm:prSet phldrT="[Text]"/>
      <dgm:spPr/>
      <dgm:t>
        <a:bodyPr/>
        <a:lstStyle/>
        <a:p>
          <a:r>
            <a:rPr lang="de-DE" dirty="0" smtClean="0"/>
            <a:t>New Revision</a:t>
          </a:r>
        </a:p>
        <a:p>
          <a:r>
            <a:rPr lang="de-DE" dirty="0" smtClean="0"/>
            <a:t>New Version</a:t>
          </a:r>
        </a:p>
      </dgm:t>
    </dgm:pt>
    <dgm:pt modelId="{E0F8F265-510E-4F11-B693-921454D89F7D}" type="parTrans" cxnId="{8FF394A8-2056-4B3F-AAD9-E7A4C33FF2F4}">
      <dgm:prSet/>
      <dgm:spPr/>
      <dgm:t>
        <a:bodyPr/>
        <a:lstStyle/>
        <a:p>
          <a:endParaRPr lang="en-US"/>
        </a:p>
      </dgm:t>
    </dgm:pt>
    <dgm:pt modelId="{BC934F1E-16E6-4638-9F84-D27AFA42A31A}" type="sibTrans" cxnId="{8FF394A8-2056-4B3F-AAD9-E7A4C33FF2F4}">
      <dgm:prSet/>
      <dgm:spPr/>
      <dgm:t>
        <a:bodyPr/>
        <a:lstStyle/>
        <a:p>
          <a:endParaRPr lang="en-US"/>
        </a:p>
      </dgm:t>
    </dgm:pt>
    <dgm:pt modelId="{793A3E62-4C4F-4816-BEAB-CF8073C4D1EB}">
      <dgm:prSet phldrT="[Text]" custT="1"/>
      <dgm:spPr/>
      <dgm:t>
        <a:bodyPr/>
        <a:lstStyle/>
        <a:p>
          <a:r>
            <a:rPr lang="de-DE" sz="2000" dirty="0" err="1" smtClean="0"/>
            <a:t>git</a:t>
          </a:r>
          <a:r>
            <a:rPr lang="de-DE" sz="2000" dirty="0" smtClean="0"/>
            <a:t> –m „</a:t>
          </a:r>
          <a:r>
            <a:rPr lang="de-DE" sz="2000" dirty="0" err="1" smtClean="0"/>
            <a:t>new</a:t>
          </a:r>
          <a:r>
            <a:rPr lang="de-DE" sz="2000" dirty="0" smtClean="0"/>
            <a:t> </a:t>
          </a:r>
          <a:r>
            <a:rPr lang="de-DE" sz="2000" dirty="0" err="1" smtClean="0"/>
            <a:t>revision</a:t>
          </a:r>
          <a:r>
            <a:rPr lang="de-DE" sz="2000" dirty="0" smtClean="0"/>
            <a:t>“</a:t>
          </a:r>
        </a:p>
        <a:p>
          <a:endParaRPr lang="de-DE" sz="2000" dirty="0" smtClean="0"/>
        </a:p>
        <a:p>
          <a:r>
            <a:rPr lang="de-DE" sz="2000" dirty="0" err="1" smtClean="0"/>
            <a:t>git</a:t>
          </a:r>
          <a:r>
            <a:rPr lang="de-DE" sz="2000" dirty="0" smtClean="0"/>
            <a:t> tag –a v1.6 –m „</a:t>
          </a:r>
          <a:r>
            <a:rPr lang="de-DE" sz="2000" dirty="0" err="1" smtClean="0"/>
            <a:t>new</a:t>
          </a:r>
          <a:r>
            <a:rPr lang="de-DE" sz="2000" dirty="0" smtClean="0"/>
            <a:t> </a:t>
          </a:r>
          <a:r>
            <a:rPr lang="de-DE" sz="2000" dirty="0" err="1" smtClean="0"/>
            <a:t>version</a:t>
          </a:r>
          <a:r>
            <a:rPr lang="de-DE" sz="2000" dirty="0" smtClean="0"/>
            <a:t>“ </a:t>
          </a:r>
          <a:endParaRPr lang="en-US" sz="2000" dirty="0"/>
        </a:p>
      </dgm:t>
    </dgm:pt>
    <dgm:pt modelId="{E604280C-B2DA-4293-B1C6-0C383D78E460}" type="parTrans" cxnId="{0E7E32BF-3E17-4064-9733-1D24A98C7D29}">
      <dgm:prSet/>
      <dgm:spPr/>
      <dgm:t>
        <a:bodyPr/>
        <a:lstStyle/>
        <a:p>
          <a:endParaRPr lang="en-US"/>
        </a:p>
      </dgm:t>
    </dgm:pt>
    <dgm:pt modelId="{E5405AFE-FA8B-49F4-A893-EF39ED7F8E68}" type="sibTrans" cxnId="{0E7E32BF-3E17-4064-9733-1D24A98C7D29}">
      <dgm:prSet/>
      <dgm:spPr/>
      <dgm:t>
        <a:bodyPr/>
        <a:lstStyle/>
        <a:p>
          <a:endParaRPr lang="en-US"/>
        </a:p>
      </dgm:t>
    </dgm:pt>
    <dgm:pt modelId="{B589DAB9-3242-47DB-BDC0-E48FA134BFB2}" type="pres">
      <dgm:prSet presAssocID="{7768CB0C-B075-404A-A830-B41157C720B0}" presName="Name0" presStyleCnt="0">
        <dgm:presLayoutVars>
          <dgm:dir/>
          <dgm:animLvl val="lvl"/>
          <dgm:resizeHandles val="exact"/>
        </dgm:presLayoutVars>
      </dgm:prSet>
      <dgm:spPr/>
    </dgm:pt>
    <dgm:pt modelId="{6F9F22C8-3091-4221-BCCD-828ABDF5FC34}" type="pres">
      <dgm:prSet presAssocID="{44DCB759-A932-4BD1-A20D-DB610071885A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BF9594-2390-4FB1-A193-8D24361E1F3D}" type="pres">
      <dgm:prSet presAssocID="{BC934F1E-16E6-4638-9F84-D27AFA42A31A}" presName="parTxOnlySpace" presStyleCnt="0"/>
      <dgm:spPr/>
    </dgm:pt>
    <dgm:pt modelId="{DF3A061B-449A-4C4A-8FEE-53144AA9CD5C}" type="pres">
      <dgm:prSet presAssocID="{793A3E62-4C4F-4816-BEAB-CF8073C4D1EB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7A6A3C-CA94-4DF0-B2C7-566C10E33436}" type="presOf" srcId="{44DCB759-A932-4BD1-A20D-DB610071885A}" destId="{6F9F22C8-3091-4221-BCCD-828ABDF5FC34}" srcOrd="0" destOrd="0" presId="urn:microsoft.com/office/officeart/2005/8/layout/chevron1"/>
    <dgm:cxn modelId="{8FF394A8-2056-4B3F-AAD9-E7A4C33FF2F4}" srcId="{7768CB0C-B075-404A-A830-B41157C720B0}" destId="{44DCB759-A932-4BD1-A20D-DB610071885A}" srcOrd="0" destOrd="0" parTransId="{E0F8F265-510E-4F11-B693-921454D89F7D}" sibTransId="{BC934F1E-16E6-4638-9F84-D27AFA42A31A}"/>
    <dgm:cxn modelId="{EFB4771B-5E96-4337-A2C1-5DDCA709B048}" type="presOf" srcId="{793A3E62-4C4F-4816-BEAB-CF8073C4D1EB}" destId="{DF3A061B-449A-4C4A-8FEE-53144AA9CD5C}" srcOrd="0" destOrd="0" presId="urn:microsoft.com/office/officeart/2005/8/layout/chevron1"/>
    <dgm:cxn modelId="{6BF0EE1B-EAE1-436B-94C9-34800666AB5C}" type="presOf" srcId="{7768CB0C-B075-404A-A830-B41157C720B0}" destId="{B589DAB9-3242-47DB-BDC0-E48FA134BFB2}" srcOrd="0" destOrd="0" presId="urn:microsoft.com/office/officeart/2005/8/layout/chevron1"/>
    <dgm:cxn modelId="{0E7E32BF-3E17-4064-9733-1D24A98C7D29}" srcId="{7768CB0C-B075-404A-A830-B41157C720B0}" destId="{793A3E62-4C4F-4816-BEAB-CF8073C4D1EB}" srcOrd="1" destOrd="0" parTransId="{E604280C-B2DA-4293-B1C6-0C383D78E460}" sibTransId="{E5405AFE-FA8B-49F4-A893-EF39ED7F8E68}"/>
    <dgm:cxn modelId="{C426C52B-F169-4C4D-BC65-E1B2E0CFFE64}" type="presParOf" srcId="{B589DAB9-3242-47DB-BDC0-E48FA134BFB2}" destId="{6F9F22C8-3091-4221-BCCD-828ABDF5FC34}" srcOrd="0" destOrd="0" presId="urn:microsoft.com/office/officeart/2005/8/layout/chevron1"/>
    <dgm:cxn modelId="{512F506B-B10D-4940-B712-7A2F0097641C}" type="presParOf" srcId="{B589DAB9-3242-47DB-BDC0-E48FA134BFB2}" destId="{F6BF9594-2390-4FB1-A193-8D24361E1F3D}" srcOrd="1" destOrd="0" presId="urn:microsoft.com/office/officeart/2005/8/layout/chevron1"/>
    <dgm:cxn modelId="{A7CCB6C2-0336-49C4-BD76-19F42D64C5D8}" type="presParOf" srcId="{B589DAB9-3242-47DB-BDC0-E48FA134BFB2}" destId="{DF3A061B-449A-4C4A-8FEE-53144AA9CD5C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77508B-BC4D-40AA-8D8C-36ECE41898F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315A737-AE57-4F1C-9392-1AD4D4E5C4C5}">
      <dgm:prSet phldrT="[Text]"/>
      <dgm:spPr/>
      <dgm:t>
        <a:bodyPr/>
        <a:lstStyle/>
        <a:p>
          <a:r>
            <a:rPr lang="de-DE" dirty="0" smtClean="0"/>
            <a:t>Load/Split </a:t>
          </a:r>
          <a:r>
            <a:rPr lang="de-DE" dirty="0" err="1" smtClean="0"/>
            <a:t>Entities</a:t>
          </a:r>
          <a:endParaRPr lang="en-US" dirty="0"/>
        </a:p>
      </dgm:t>
    </dgm:pt>
    <dgm:pt modelId="{D5C37356-533C-4E32-9428-19D0E79FD2C9}" type="parTrans" cxnId="{B919AA0C-1468-4F12-A912-863065347CC8}">
      <dgm:prSet/>
      <dgm:spPr/>
      <dgm:t>
        <a:bodyPr/>
        <a:lstStyle/>
        <a:p>
          <a:endParaRPr lang="en-US"/>
        </a:p>
      </dgm:t>
    </dgm:pt>
    <dgm:pt modelId="{E98F11C1-ED2D-4173-A6DD-51905DCB8F3E}" type="sibTrans" cxnId="{B919AA0C-1468-4F12-A912-863065347CC8}">
      <dgm:prSet/>
      <dgm:spPr/>
      <dgm:t>
        <a:bodyPr/>
        <a:lstStyle/>
        <a:p>
          <a:endParaRPr lang="en-US"/>
        </a:p>
      </dgm:t>
    </dgm:pt>
    <dgm:pt modelId="{592CC25C-700D-4386-A610-74A2FFD809B8}">
      <dgm:prSet phldrT="[Text]"/>
      <dgm:spPr/>
      <dgm:t>
        <a:bodyPr/>
        <a:lstStyle/>
        <a:p>
          <a:r>
            <a:rPr lang="de-DE" dirty="0" smtClean="0"/>
            <a:t>Format/</a:t>
          </a:r>
          <a:r>
            <a:rPr lang="de-DE" dirty="0" err="1" smtClean="0"/>
            <a:t>Prepare</a:t>
          </a:r>
          <a:endParaRPr lang="de-DE" dirty="0" smtClean="0"/>
        </a:p>
        <a:p>
          <a:r>
            <a:rPr lang="de-DE" dirty="0" err="1" smtClean="0"/>
            <a:t>Indexing</a:t>
          </a:r>
          <a:endParaRPr lang="en-US" dirty="0"/>
        </a:p>
      </dgm:t>
    </dgm:pt>
    <dgm:pt modelId="{5E70C326-6880-4003-9857-F2BD90D799B7}" type="parTrans" cxnId="{39668379-73EF-49DD-9194-68F57E6EC0E5}">
      <dgm:prSet/>
      <dgm:spPr/>
      <dgm:t>
        <a:bodyPr/>
        <a:lstStyle/>
        <a:p>
          <a:endParaRPr lang="en-US"/>
        </a:p>
      </dgm:t>
    </dgm:pt>
    <dgm:pt modelId="{AE699B01-926C-426E-A850-732EE5CDD9CF}" type="sibTrans" cxnId="{39668379-73EF-49DD-9194-68F57E6EC0E5}">
      <dgm:prSet/>
      <dgm:spPr/>
      <dgm:t>
        <a:bodyPr/>
        <a:lstStyle/>
        <a:p>
          <a:endParaRPr lang="en-US"/>
        </a:p>
      </dgm:t>
    </dgm:pt>
    <dgm:pt modelId="{78AD1438-DC9D-4A41-962D-B143B4B7E6D8}">
      <dgm:prSet phldrT="[Text]"/>
      <dgm:spPr/>
      <dgm:t>
        <a:bodyPr/>
        <a:lstStyle/>
        <a:p>
          <a:r>
            <a:rPr lang="de-DE" dirty="0" smtClean="0"/>
            <a:t>Upload </a:t>
          </a:r>
          <a:r>
            <a:rPr lang="de-DE" dirty="0" err="1" smtClean="0"/>
            <a:t>to</a:t>
          </a:r>
          <a:r>
            <a:rPr lang="de-DE" dirty="0" smtClean="0"/>
            <a:t> </a:t>
          </a:r>
        </a:p>
        <a:p>
          <a:r>
            <a:rPr lang="de-DE" dirty="0" smtClean="0"/>
            <a:t>Search </a:t>
          </a:r>
          <a:r>
            <a:rPr lang="de-DE" dirty="0" err="1" smtClean="0"/>
            <a:t>engine</a:t>
          </a:r>
          <a:endParaRPr lang="en-US" dirty="0"/>
        </a:p>
      </dgm:t>
    </dgm:pt>
    <dgm:pt modelId="{205F5C54-B313-42DB-8390-6F6A02FD8918}" type="parTrans" cxnId="{3B3CE8CD-8DF9-4871-ADA1-D1341B4B413E}">
      <dgm:prSet/>
      <dgm:spPr/>
      <dgm:t>
        <a:bodyPr/>
        <a:lstStyle/>
        <a:p>
          <a:endParaRPr lang="en-US"/>
        </a:p>
      </dgm:t>
    </dgm:pt>
    <dgm:pt modelId="{7CC7FEBE-AADD-4168-B156-918603FD7B0A}" type="sibTrans" cxnId="{3B3CE8CD-8DF9-4871-ADA1-D1341B4B413E}">
      <dgm:prSet/>
      <dgm:spPr/>
      <dgm:t>
        <a:bodyPr/>
        <a:lstStyle/>
        <a:p>
          <a:endParaRPr lang="en-US"/>
        </a:p>
      </dgm:t>
    </dgm:pt>
    <dgm:pt modelId="{63AAA699-E725-457F-9DC3-5EA8DEB675FA}">
      <dgm:prSet phldrT="[Text]"/>
      <dgm:spPr/>
      <dgm:t>
        <a:bodyPr/>
        <a:lstStyle/>
        <a:p>
          <a:r>
            <a:rPr lang="de-DE" dirty="0" smtClean="0"/>
            <a:t>Search Interface</a:t>
          </a:r>
          <a:endParaRPr lang="en-US" dirty="0"/>
        </a:p>
      </dgm:t>
    </dgm:pt>
    <dgm:pt modelId="{47884FCC-95D1-4232-8606-D88E193B18F0}" type="parTrans" cxnId="{65D3419F-3C16-4C1A-B690-C323E46CD2FB}">
      <dgm:prSet/>
      <dgm:spPr/>
      <dgm:t>
        <a:bodyPr/>
        <a:lstStyle/>
        <a:p>
          <a:endParaRPr lang="en-US"/>
        </a:p>
      </dgm:t>
    </dgm:pt>
    <dgm:pt modelId="{A1CE00BE-8C92-49AB-A5D3-F02289CCB8CA}" type="sibTrans" cxnId="{65D3419F-3C16-4C1A-B690-C323E46CD2FB}">
      <dgm:prSet/>
      <dgm:spPr/>
      <dgm:t>
        <a:bodyPr/>
        <a:lstStyle/>
        <a:p>
          <a:endParaRPr lang="en-US"/>
        </a:p>
      </dgm:t>
    </dgm:pt>
    <dgm:pt modelId="{7F142460-3B20-4889-AD56-DAA422ED8CE0}" type="pres">
      <dgm:prSet presAssocID="{E077508B-BC4D-40AA-8D8C-36ECE41898FB}" presName="Name0" presStyleCnt="0">
        <dgm:presLayoutVars>
          <dgm:dir/>
          <dgm:animLvl val="lvl"/>
          <dgm:resizeHandles val="exact"/>
        </dgm:presLayoutVars>
      </dgm:prSet>
      <dgm:spPr/>
    </dgm:pt>
    <dgm:pt modelId="{AA626289-E320-47E2-BE67-318B963810E3}" type="pres">
      <dgm:prSet presAssocID="{1315A737-AE57-4F1C-9392-1AD4D4E5C4C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34C55C-5B96-45DA-8300-08D8D88F7C2D}" type="pres">
      <dgm:prSet presAssocID="{E98F11C1-ED2D-4173-A6DD-51905DCB8F3E}" presName="parTxOnlySpace" presStyleCnt="0"/>
      <dgm:spPr/>
    </dgm:pt>
    <dgm:pt modelId="{8DCDA55F-0C77-441C-ABD2-D5B0D4FE0268}" type="pres">
      <dgm:prSet presAssocID="{592CC25C-700D-4386-A610-74A2FFD809B8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8A99F2-EB77-4D5F-A8EC-8474BE021056}" type="pres">
      <dgm:prSet presAssocID="{AE699B01-926C-426E-A850-732EE5CDD9CF}" presName="parTxOnlySpace" presStyleCnt="0"/>
      <dgm:spPr/>
    </dgm:pt>
    <dgm:pt modelId="{2C9300BF-C9CD-4AF8-BF8F-1E0AAC9D369D}" type="pres">
      <dgm:prSet presAssocID="{78AD1438-DC9D-4A41-962D-B143B4B7E6D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372BB1-42C8-49FD-B6FB-DA9294B2CEFA}" type="pres">
      <dgm:prSet presAssocID="{7CC7FEBE-AADD-4168-B156-918603FD7B0A}" presName="parTxOnlySpace" presStyleCnt="0"/>
      <dgm:spPr/>
    </dgm:pt>
    <dgm:pt modelId="{4769FA3B-3EE0-462C-8646-72BC013276DB}" type="pres">
      <dgm:prSet presAssocID="{63AAA699-E725-457F-9DC3-5EA8DEB675F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6FF8062-64C1-4163-A1EE-1710AE8A4780}" type="presOf" srcId="{78AD1438-DC9D-4A41-962D-B143B4B7E6D8}" destId="{2C9300BF-C9CD-4AF8-BF8F-1E0AAC9D369D}" srcOrd="0" destOrd="0" presId="urn:microsoft.com/office/officeart/2005/8/layout/chevron1"/>
    <dgm:cxn modelId="{6E13BE74-1A25-4492-A742-4EABB55E4D4A}" type="presOf" srcId="{1315A737-AE57-4F1C-9392-1AD4D4E5C4C5}" destId="{AA626289-E320-47E2-BE67-318B963810E3}" srcOrd="0" destOrd="0" presId="urn:microsoft.com/office/officeart/2005/8/layout/chevron1"/>
    <dgm:cxn modelId="{D73E7CB4-E433-4E16-97D2-D34E0098E05C}" type="presOf" srcId="{592CC25C-700D-4386-A610-74A2FFD809B8}" destId="{8DCDA55F-0C77-441C-ABD2-D5B0D4FE0268}" srcOrd="0" destOrd="0" presId="urn:microsoft.com/office/officeart/2005/8/layout/chevron1"/>
    <dgm:cxn modelId="{F74E213E-B3D0-44E6-B976-D9A8856A7658}" type="presOf" srcId="{63AAA699-E725-457F-9DC3-5EA8DEB675FA}" destId="{4769FA3B-3EE0-462C-8646-72BC013276DB}" srcOrd="0" destOrd="0" presId="urn:microsoft.com/office/officeart/2005/8/layout/chevron1"/>
    <dgm:cxn modelId="{B919AA0C-1468-4F12-A912-863065347CC8}" srcId="{E077508B-BC4D-40AA-8D8C-36ECE41898FB}" destId="{1315A737-AE57-4F1C-9392-1AD4D4E5C4C5}" srcOrd="0" destOrd="0" parTransId="{D5C37356-533C-4E32-9428-19D0E79FD2C9}" sibTransId="{E98F11C1-ED2D-4173-A6DD-51905DCB8F3E}"/>
    <dgm:cxn modelId="{3337C47F-B0F9-4E0B-B762-E322A4E85987}" type="presOf" srcId="{E077508B-BC4D-40AA-8D8C-36ECE41898FB}" destId="{7F142460-3B20-4889-AD56-DAA422ED8CE0}" srcOrd="0" destOrd="0" presId="urn:microsoft.com/office/officeart/2005/8/layout/chevron1"/>
    <dgm:cxn modelId="{65D3419F-3C16-4C1A-B690-C323E46CD2FB}" srcId="{E077508B-BC4D-40AA-8D8C-36ECE41898FB}" destId="{63AAA699-E725-457F-9DC3-5EA8DEB675FA}" srcOrd="3" destOrd="0" parTransId="{47884FCC-95D1-4232-8606-D88E193B18F0}" sibTransId="{A1CE00BE-8C92-49AB-A5D3-F02289CCB8CA}"/>
    <dgm:cxn modelId="{3B3CE8CD-8DF9-4871-ADA1-D1341B4B413E}" srcId="{E077508B-BC4D-40AA-8D8C-36ECE41898FB}" destId="{78AD1438-DC9D-4A41-962D-B143B4B7E6D8}" srcOrd="2" destOrd="0" parTransId="{205F5C54-B313-42DB-8390-6F6A02FD8918}" sibTransId="{7CC7FEBE-AADD-4168-B156-918603FD7B0A}"/>
    <dgm:cxn modelId="{39668379-73EF-49DD-9194-68F57E6EC0E5}" srcId="{E077508B-BC4D-40AA-8D8C-36ECE41898FB}" destId="{592CC25C-700D-4386-A610-74A2FFD809B8}" srcOrd="1" destOrd="0" parTransId="{5E70C326-6880-4003-9857-F2BD90D799B7}" sibTransId="{AE699B01-926C-426E-A850-732EE5CDD9CF}"/>
    <dgm:cxn modelId="{AAEAFC9B-B852-4725-AA3C-F7B780F02D91}" type="presParOf" srcId="{7F142460-3B20-4889-AD56-DAA422ED8CE0}" destId="{AA626289-E320-47E2-BE67-318B963810E3}" srcOrd="0" destOrd="0" presId="urn:microsoft.com/office/officeart/2005/8/layout/chevron1"/>
    <dgm:cxn modelId="{7196C160-4406-42EC-997E-EFED20EB681D}" type="presParOf" srcId="{7F142460-3B20-4889-AD56-DAA422ED8CE0}" destId="{6134C55C-5B96-45DA-8300-08D8D88F7C2D}" srcOrd="1" destOrd="0" presId="urn:microsoft.com/office/officeart/2005/8/layout/chevron1"/>
    <dgm:cxn modelId="{DABBA0CD-A945-4391-9382-73D275F194C1}" type="presParOf" srcId="{7F142460-3B20-4889-AD56-DAA422ED8CE0}" destId="{8DCDA55F-0C77-441C-ABD2-D5B0D4FE0268}" srcOrd="2" destOrd="0" presId="urn:microsoft.com/office/officeart/2005/8/layout/chevron1"/>
    <dgm:cxn modelId="{D4A907F8-3160-4F43-BC1D-63F28E8F9EBF}" type="presParOf" srcId="{7F142460-3B20-4889-AD56-DAA422ED8CE0}" destId="{2B8A99F2-EB77-4D5F-A8EC-8474BE021056}" srcOrd="3" destOrd="0" presId="urn:microsoft.com/office/officeart/2005/8/layout/chevron1"/>
    <dgm:cxn modelId="{2D62647D-0272-4C0F-8B44-02E8425F5654}" type="presParOf" srcId="{7F142460-3B20-4889-AD56-DAA422ED8CE0}" destId="{2C9300BF-C9CD-4AF8-BF8F-1E0AAC9D369D}" srcOrd="4" destOrd="0" presId="urn:microsoft.com/office/officeart/2005/8/layout/chevron1"/>
    <dgm:cxn modelId="{21881332-85FF-4164-8A47-96A5EE3A6C1C}" type="presParOf" srcId="{7F142460-3B20-4889-AD56-DAA422ED8CE0}" destId="{15372BB1-42C8-49FD-B6FB-DA9294B2CEFA}" srcOrd="5" destOrd="0" presId="urn:microsoft.com/office/officeart/2005/8/layout/chevron1"/>
    <dgm:cxn modelId="{997438D6-D788-402C-A8D7-E22E8D10A352}" type="presParOf" srcId="{7F142460-3B20-4889-AD56-DAA422ED8CE0}" destId="{4769FA3B-3EE0-462C-8646-72BC013276D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3F468-DA56-4449-BABC-55A0B8A19F20}">
      <dsp:nvSpPr>
        <dsp:cNvPr id="0" name=""/>
        <dsp:cNvSpPr/>
      </dsp:nvSpPr>
      <dsp:spPr>
        <a:xfrm>
          <a:off x="3817" y="325953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kern="1200" dirty="0" smtClean="0"/>
            <a:t>DDI Files</a:t>
          </a:r>
          <a:endParaRPr lang="en-US" sz="2100" kern="1200" dirty="0"/>
        </a:p>
      </dsp:txBody>
      <dsp:txXfrm>
        <a:off x="448248" y="325953"/>
        <a:ext cx="1333291" cy="888861"/>
      </dsp:txXfrm>
    </dsp:sp>
    <dsp:sp modelId="{667E01DB-5775-4435-BD61-C78C28EB6095}">
      <dsp:nvSpPr>
        <dsp:cNvPr id="0" name=""/>
        <dsp:cNvSpPr/>
      </dsp:nvSpPr>
      <dsp:spPr>
        <a:xfrm>
          <a:off x="2003754" y="325953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kern="1200" dirty="0" smtClean="0"/>
            <a:t>Parse XML File</a:t>
          </a:r>
          <a:endParaRPr lang="en-US" sz="2100" kern="1200" dirty="0"/>
        </a:p>
      </dsp:txBody>
      <dsp:txXfrm>
        <a:off x="2448185" y="325953"/>
        <a:ext cx="1333291" cy="888861"/>
      </dsp:txXfrm>
    </dsp:sp>
    <dsp:sp modelId="{09CB2788-DB24-4EDA-86EE-48E97F58759C}">
      <dsp:nvSpPr>
        <dsp:cNvPr id="0" name=""/>
        <dsp:cNvSpPr/>
      </dsp:nvSpPr>
      <dsp:spPr>
        <a:xfrm>
          <a:off x="4003692" y="325953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kern="1200" dirty="0" smtClean="0"/>
            <a:t>Split </a:t>
          </a:r>
          <a:r>
            <a:rPr lang="de-DE" sz="2100" kern="1200" dirty="0" err="1" smtClean="0"/>
            <a:t>according</a:t>
          </a:r>
          <a:r>
            <a:rPr lang="de-DE" sz="2100" kern="1200" dirty="0" smtClean="0"/>
            <a:t> </a:t>
          </a:r>
          <a:r>
            <a:rPr lang="de-DE" sz="2100" kern="1200" dirty="0" err="1" smtClean="0"/>
            <a:t>Config</a:t>
          </a:r>
          <a:endParaRPr lang="en-US" sz="2100" kern="1200" dirty="0"/>
        </a:p>
      </dsp:txBody>
      <dsp:txXfrm>
        <a:off x="4448123" y="325953"/>
        <a:ext cx="1333291" cy="888861"/>
      </dsp:txXfrm>
    </dsp:sp>
    <dsp:sp modelId="{7C98E999-BD92-4860-9F3F-5BC1374F1FCD}">
      <dsp:nvSpPr>
        <dsp:cNvPr id="0" name=""/>
        <dsp:cNvSpPr/>
      </dsp:nvSpPr>
      <dsp:spPr>
        <a:xfrm>
          <a:off x="6003629" y="325953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100" kern="1200" dirty="0" smtClean="0"/>
            <a:t>Insert </a:t>
          </a:r>
          <a:r>
            <a:rPr lang="de-DE" sz="2100" kern="1200" dirty="0" err="1" smtClean="0"/>
            <a:t>to</a:t>
          </a:r>
          <a:r>
            <a:rPr lang="de-DE" sz="2100" kern="1200" dirty="0" smtClean="0"/>
            <a:t> </a:t>
          </a:r>
          <a:r>
            <a:rPr lang="de-DE" sz="2100" kern="1200" dirty="0" err="1" smtClean="0"/>
            <a:t>FlatDB</a:t>
          </a:r>
          <a:endParaRPr lang="en-US" sz="2100" kern="1200" dirty="0"/>
        </a:p>
      </dsp:txBody>
      <dsp:txXfrm>
        <a:off x="6448060" y="325953"/>
        <a:ext cx="1333291" cy="888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0E907-7F60-4C07-A958-292EF33C669B}">
      <dsp:nvSpPr>
        <dsp:cNvPr id="0" name=""/>
        <dsp:cNvSpPr/>
      </dsp:nvSpPr>
      <dsp:spPr>
        <a:xfrm>
          <a:off x="4184" y="416674"/>
          <a:ext cx="1556469" cy="622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err="1" smtClean="0"/>
            <a:t>Fetch</a:t>
          </a:r>
          <a:r>
            <a:rPr lang="de-DE" sz="1000" kern="1200" dirty="0" smtClean="0"/>
            <a:t> Variables</a:t>
          </a:r>
          <a:endParaRPr lang="en-US" sz="1000" kern="1200" dirty="0"/>
        </a:p>
      </dsp:txBody>
      <dsp:txXfrm>
        <a:off x="315478" y="416674"/>
        <a:ext cx="933882" cy="622587"/>
      </dsp:txXfrm>
    </dsp:sp>
    <dsp:sp modelId="{F212E171-1896-4A40-8B82-B6F06C688EFB}">
      <dsp:nvSpPr>
        <dsp:cNvPr id="0" name=""/>
        <dsp:cNvSpPr/>
      </dsp:nvSpPr>
      <dsp:spPr>
        <a:xfrm>
          <a:off x="1405006" y="416674"/>
          <a:ext cx="1556469" cy="622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err="1" smtClean="0"/>
            <a:t>Fetch</a:t>
          </a:r>
          <a:r>
            <a:rPr lang="de-DE" sz="1000" kern="1200" dirty="0" smtClean="0"/>
            <a:t> </a:t>
          </a:r>
          <a:r>
            <a:rPr lang="de-DE" sz="1000" kern="1200" dirty="0" err="1" smtClean="0"/>
            <a:t>QuestionItems</a:t>
          </a:r>
          <a:endParaRPr lang="en-US" sz="1000" kern="1200" dirty="0"/>
        </a:p>
      </dsp:txBody>
      <dsp:txXfrm>
        <a:off x="1716300" y="416674"/>
        <a:ext cx="933882" cy="622587"/>
      </dsp:txXfrm>
    </dsp:sp>
    <dsp:sp modelId="{F55ACF5B-6E6D-4D98-AE1A-597462A8CFFA}">
      <dsp:nvSpPr>
        <dsp:cNvPr id="0" name=""/>
        <dsp:cNvSpPr/>
      </dsp:nvSpPr>
      <dsp:spPr>
        <a:xfrm>
          <a:off x="2805829" y="416674"/>
          <a:ext cx="1556469" cy="622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err="1" smtClean="0"/>
            <a:t>Fetch</a:t>
          </a:r>
          <a:r>
            <a:rPr lang="de-DE" sz="1000" kern="1200" dirty="0" smtClean="0"/>
            <a:t> Table (CBE)</a:t>
          </a:r>
          <a:endParaRPr lang="en-US" sz="1000" kern="1200" dirty="0"/>
        </a:p>
      </dsp:txBody>
      <dsp:txXfrm>
        <a:off x="3117123" y="416674"/>
        <a:ext cx="933882" cy="622587"/>
      </dsp:txXfrm>
    </dsp:sp>
    <dsp:sp modelId="{E4BB388B-3237-41EB-80BE-7F1BAA163461}">
      <dsp:nvSpPr>
        <dsp:cNvPr id="0" name=""/>
        <dsp:cNvSpPr/>
      </dsp:nvSpPr>
      <dsp:spPr>
        <a:xfrm>
          <a:off x="4206652" y="416674"/>
          <a:ext cx="1556469" cy="622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err="1" smtClean="0"/>
            <a:t>Fetch</a:t>
          </a:r>
          <a:r>
            <a:rPr lang="de-DE" sz="1000" kern="1200" dirty="0" smtClean="0"/>
            <a:t> Cards (CBE)</a:t>
          </a:r>
          <a:endParaRPr lang="en-US" sz="1000" kern="1200" dirty="0"/>
        </a:p>
      </dsp:txBody>
      <dsp:txXfrm>
        <a:off x="4517946" y="416674"/>
        <a:ext cx="933882" cy="622587"/>
      </dsp:txXfrm>
    </dsp:sp>
    <dsp:sp modelId="{E24E6C9E-44AB-4E02-9C8A-518470E044B1}">
      <dsp:nvSpPr>
        <dsp:cNvPr id="0" name=""/>
        <dsp:cNvSpPr/>
      </dsp:nvSpPr>
      <dsp:spPr>
        <a:xfrm>
          <a:off x="5607475" y="416674"/>
          <a:ext cx="1556469" cy="622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err="1" smtClean="0"/>
            <a:t>Convert</a:t>
          </a:r>
          <a:r>
            <a:rPr lang="de-DE" sz="1000" kern="1200" dirty="0" smtClean="0"/>
            <a:t> </a:t>
          </a:r>
          <a:r>
            <a:rPr lang="de-DE" sz="1000" kern="1200" dirty="0" err="1" smtClean="0"/>
            <a:t>to</a:t>
          </a:r>
          <a:r>
            <a:rPr lang="de-DE" sz="1000" kern="1200" dirty="0" smtClean="0"/>
            <a:t> Latex</a:t>
          </a:r>
          <a:endParaRPr lang="en-US" sz="1000" kern="1200" dirty="0"/>
        </a:p>
      </dsp:txBody>
      <dsp:txXfrm>
        <a:off x="5918769" y="416674"/>
        <a:ext cx="933882" cy="622587"/>
      </dsp:txXfrm>
    </dsp:sp>
    <dsp:sp modelId="{37A6108C-BA31-4A95-B8F1-32B43FA94D75}">
      <dsp:nvSpPr>
        <dsp:cNvPr id="0" name=""/>
        <dsp:cNvSpPr/>
      </dsp:nvSpPr>
      <dsp:spPr>
        <a:xfrm>
          <a:off x="7008298" y="416674"/>
          <a:ext cx="1556469" cy="6225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err="1" smtClean="0"/>
            <a:t>PDFLatex</a:t>
          </a:r>
          <a:endParaRPr lang="en-US" sz="1000" kern="1200" dirty="0"/>
        </a:p>
      </dsp:txBody>
      <dsp:txXfrm>
        <a:off x="7319592" y="416674"/>
        <a:ext cx="933882" cy="6225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F22C8-3091-4221-BCCD-828ABDF5FC34}">
      <dsp:nvSpPr>
        <dsp:cNvPr id="0" name=""/>
        <dsp:cNvSpPr/>
      </dsp:nvSpPr>
      <dsp:spPr>
        <a:xfrm>
          <a:off x="2411" y="182899"/>
          <a:ext cx="2937420" cy="1174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400" kern="1200" dirty="0" smtClean="0"/>
            <a:t>Load</a:t>
          </a:r>
        </a:p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400" kern="1200" dirty="0" smtClean="0"/>
            <a:t>Entity</a:t>
          </a:r>
          <a:endParaRPr lang="en-US" sz="3400" kern="1200" dirty="0"/>
        </a:p>
      </dsp:txBody>
      <dsp:txXfrm>
        <a:off x="589895" y="182899"/>
        <a:ext cx="1762452" cy="1174968"/>
      </dsp:txXfrm>
    </dsp:sp>
    <dsp:sp modelId="{DF3A061B-449A-4C4A-8FEE-53144AA9CD5C}">
      <dsp:nvSpPr>
        <dsp:cNvPr id="0" name=""/>
        <dsp:cNvSpPr/>
      </dsp:nvSpPr>
      <dsp:spPr>
        <a:xfrm>
          <a:off x="2646089" y="182899"/>
          <a:ext cx="2937420" cy="1174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400" kern="1200" dirty="0" smtClean="0"/>
            <a:t>Edit Entity</a:t>
          </a:r>
          <a:endParaRPr lang="en-US" sz="3400" kern="1200" dirty="0"/>
        </a:p>
      </dsp:txBody>
      <dsp:txXfrm>
        <a:off x="3233573" y="182899"/>
        <a:ext cx="1762452" cy="1174968"/>
      </dsp:txXfrm>
    </dsp:sp>
    <dsp:sp modelId="{B79875B6-A581-4808-8D0B-A03B5D3EC0ED}">
      <dsp:nvSpPr>
        <dsp:cNvPr id="0" name=""/>
        <dsp:cNvSpPr/>
      </dsp:nvSpPr>
      <dsp:spPr>
        <a:xfrm>
          <a:off x="5289768" y="182899"/>
          <a:ext cx="2937420" cy="1174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17" tIns="45339" rIns="45339" bIns="45339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400" kern="1200" dirty="0" smtClean="0"/>
            <a:t>Store</a:t>
          </a:r>
          <a:endParaRPr lang="en-US" sz="3400" kern="1200" dirty="0"/>
        </a:p>
      </dsp:txBody>
      <dsp:txXfrm>
        <a:off x="5877252" y="182899"/>
        <a:ext cx="1762452" cy="11749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F22C8-3091-4221-BCCD-828ABDF5FC34}">
      <dsp:nvSpPr>
        <dsp:cNvPr id="0" name=""/>
        <dsp:cNvSpPr/>
      </dsp:nvSpPr>
      <dsp:spPr>
        <a:xfrm>
          <a:off x="2411" y="182899"/>
          <a:ext cx="2937420" cy="1174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Store</a:t>
          </a:r>
        </a:p>
      </dsp:txBody>
      <dsp:txXfrm>
        <a:off x="589895" y="182899"/>
        <a:ext cx="1762452" cy="1174968"/>
      </dsp:txXfrm>
    </dsp:sp>
    <dsp:sp modelId="{DF3A061B-449A-4C4A-8FEE-53144AA9CD5C}">
      <dsp:nvSpPr>
        <dsp:cNvPr id="0" name=""/>
        <dsp:cNvSpPr/>
      </dsp:nvSpPr>
      <dsp:spPr>
        <a:xfrm>
          <a:off x="2646089" y="182899"/>
          <a:ext cx="2937420" cy="1174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smtClean="0"/>
            <a:t>Set </a:t>
          </a:r>
          <a:r>
            <a:rPr lang="de-DE" sz="3200" kern="1200" dirty="0" err="1" smtClean="0"/>
            <a:t>FlatDB</a:t>
          </a:r>
          <a:endParaRPr lang="en-US" sz="3200" kern="1200" dirty="0"/>
        </a:p>
      </dsp:txBody>
      <dsp:txXfrm>
        <a:off x="3233573" y="182899"/>
        <a:ext cx="1762452" cy="1174968"/>
      </dsp:txXfrm>
    </dsp:sp>
    <dsp:sp modelId="{B79875B6-A581-4808-8D0B-A03B5D3EC0ED}">
      <dsp:nvSpPr>
        <dsp:cNvPr id="0" name=""/>
        <dsp:cNvSpPr/>
      </dsp:nvSpPr>
      <dsp:spPr>
        <a:xfrm>
          <a:off x="5289768" y="182899"/>
          <a:ext cx="2937420" cy="11749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200" kern="1200" dirty="0" err="1" smtClean="0"/>
            <a:t>Serialize</a:t>
          </a:r>
          <a:r>
            <a:rPr lang="de-DE" sz="3200" kern="1200" dirty="0" smtClean="0"/>
            <a:t> DDI File</a:t>
          </a:r>
          <a:endParaRPr lang="en-US" sz="3200" kern="1200" dirty="0"/>
        </a:p>
      </dsp:txBody>
      <dsp:txXfrm>
        <a:off x="5877252" y="182899"/>
        <a:ext cx="1762452" cy="11749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F22C8-3091-4221-BCCD-828ABDF5FC34}">
      <dsp:nvSpPr>
        <dsp:cNvPr id="0" name=""/>
        <dsp:cNvSpPr/>
      </dsp:nvSpPr>
      <dsp:spPr>
        <a:xfrm>
          <a:off x="7233" y="0"/>
          <a:ext cx="4323754" cy="1540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300" kern="1200" dirty="0" smtClean="0"/>
            <a:t>New Revision</a:t>
          </a:r>
        </a:p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300" kern="1200" dirty="0" smtClean="0"/>
            <a:t>New Version</a:t>
          </a:r>
        </a:p>
      </dsp:txBody>
      <dsp:txXfrm>
        <a:off x="777617" y="0"/>
        <a:ext cx="2782986" cy="1540768"/>
      </dsp:txXfrm>
    </dsp:sp>
    <dsp:sp modelId="{DF3A061B-449A-4C4A-8FEE-53144AA9CD5C}">
      <dsp:nvSpPr>
        <dsp:cNvPr id="0" name=""/>
        <dsp:cNvSpPr/>
      </dsp:nvSpPr>
      <dsp:spPr>
        <a:xfrm>
          <a:off x="3898612" y="0"/>
          <a:ext cx="4323754" cy="154076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err="1" smtClean="0"/>
            <a:t>git</a:t>
          </a:r>
          <a:r>
            <a:rPr lang="de-DE" sz="2000" kern="1200" dirty="0" smtClean="0"/>
            <a:t> –m „</a:t>
          </a:r>
          <a:r>
            <a:rPr lang="de-DE" sz="2000" kern="1200" dirty="0" err="1" smtClean="0"/>
            <a:t>new</a:t>
          </a:r>
          <a:r>
            <a:rPr lang="de-DE" sz="2000" kern="1200" dirty="0" smtClean="0"/>
            <a:t> </a:t>
          </a:r>
          <a:r>
            <a:rPr lang="de-DE" sz="2000" kern="1200" dirty="0" err="1" smtClean="0"/>
            <a:t>revision</a:t>
          </a:r>
          <a:r>
            <a:rPr lang="de-DE" sz="2000" kern="1200" dirty="0" smtClean="0"/>
            <a:t>“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000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err="1" smtClean="0"/>
            <a:t>git</a:t>
          </a:r>
          <a:r>
            <a:rPr lang="de-DE" sz="2000" kern="1200" dirty="0" smtClean="0"/>
            <a:t> tag –a v1.6 –m „</a:t>
          </a:r>
          <a:r>
            <a:rPr lang="de-DE" sz="2000" kern="1200" dirty="0" err="1" smtClean="0"/>
            <a:t>new</a:t>
          </a:r>
          <a:r>
            <a:rPr lang="de-DE" sz="2000" kern="1200" dirty="0" smtClean="0"/>
            <a:t> </a:t>
          </a:r>
          <a:r>
            <a:rPr lang="de-DE" sz="2000" kern="1200" dirty="0" err="1" smtClean="0"/>
            <a:t>version</a:t>
          </a:r>
          <a:r>
            <a:rPr lang="de-DE" sz="2000" kern="1200" dirty="0" smtClean="0"/>
            <a:t>“ </a:t>
          </a:r>
          <a:endParaRPr lang="en-US" sz="2000" kern="1200" dirty="0"/>
        </a:p>
      </dsp:txBody>
      <dsp:txXfrm>
        <a:off x="4668996" y="0"/>
        <a:ext cx="2782986" cy="15407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26289-E320-47E2-BE67-318B963810E3}">
      <dsp:nvSpPr>
        <dsp:cNvPr id="0" name=""/>
        <dsp:cNvSpPr/>
      </dsp:nvSpPr>
      <dsp:spPr>
        <a:xfrm>
          <a:off x="3817" y="271940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/>
            <a:t>Load/Split </a:t>
          </a:r>
          <a:r>
            <a:rPr lang="de-DE" sz="1400" kern="1200" dirty="0" err="1" smtClean="0"/>
            <a:t>Entities</a:t>
          </a:r>
          <a:endParaRPr lang="en-US" sz="1400" kern="1200" dirty="0"/>
        </a:p>
      </dsp:txBody>
      <dsp:txXfrm>
        <a:off x="448248" y="271940"/>
        <a:ext cx="1333291" cy="888861"/>
      </dsp:txXfrm>
    </dsp:sp>
    <dsp:sp modelId="{8DCDA55F-0C77-441C-ABD2-D5B0D4FE0268}">
      <dsp:nvSpPr>
        <dsp:cNvPr id="0" name=""/>
        <dsp:cNvSpPr/>
      </dsp:nvSpPr>
      <dsp:spPr>
        <a:xfrm>
          <a:off x="2003754" y="271940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/>
            <a:t>Format/</a:t>
          </a:r>
          <a:r>
            <a:rPr lang="de-DE" sz="1400" kern="1200" dirty="0" err="1" smtClean="0"/>
            <a:t>Prepare</a:t>
          </a:r>
          <a:endParaRPr lang="de-DE" sz="1400" kern="1200" dirty="0" smtClean="0"/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err="1" smtClean="0"/>
            <a:t>Indexing</a:t>
          </a:r>
          <a:endParaRPr lang="en-US" sz="1400" kern="1200" dirty="0"/>
        </a:p>
      </dsp:txBody>
      <dsp:txXfrm>
        <a:off x="2448185" y="271940"/>
        <a:ext cx="1333291" cy="888861"/>
      </dsp:txXfrm>
    </dsp:sp>
    <dsp:sp modelId="{2C9300BF-C9CD-4AF8-BF8F-1E0AAC9D369D}">
      <dsp:nvSpPr>
        <dsp:cNvPr id="0" name=""/>
        <dsp:cNvSpPr/>
      </dsp:nvSpPr>
      <dsp:spPr>
        <a:xfrm>
          <a:off x="4003692" y="271940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/>
            <a:t>Upload </a:t>
          </a:r>
          <a:r>
            <a:rPr lang="de-DE" sz="1400" kern="1200" dirty="0" err="1" smtClean="0"/>
            <a:t>to</a:t>
          </a:r>
          <a:r>
            <a:rPr lang="de-DE" sz="1400" kern="1200" dirty="0" smtClean="0"/>
            <a:t>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/>
            <a:t>Search </a:t>
          </a:r>
          <a:r>
            <a:rPr lang="de-DE" sz="1400" kern="1200" dirty="0" err="1" smtClean="0"/>
            <a:t>engine</a:t>
          </a:r>
          <a:endParaRPr lang="en-US" sz="1400" kern="1200" dirty="0"/>
        </a:p>
      </dsp:txBody>
      <dsp:txXfrm>
        <a:off x="4448123" y="271940"/>
        <a:ext cx="1333291" cy="888861"/>
      </dsp:txXfrm>
    </dsp:sp>
    <dsp:sp modelId="{4769FA3B-3EE0-462C-8646-72BC013276DB}">
      <dsp:nvSpPr>
        <dsp:cNvPr id="0" name=""/>
        <dsp:cNvSpPr/>
      </dsp:nvSpPr>
      <dsp:spPr>
        <a:xfrm>
          <a:off x="6003629" y="271940"/>
          <a:ext cx="2222152" cy="88886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dirty="0" smtClean="0"/>
            <a:t>Search Interface</a:t>
          </a:r>
          <a:endParaRPr lang="en-US" sz="1400" kern="1200" dirty="0"/>
        </a:p>
      </dsp:txBody>
      <dsp:txXfrm>
        <a:off x="6448060" y="271940"/>
        <a:ext cx="1333291" cy="888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475656" y="6356350"/>
            <a:ext cx="1115144" cy="365125"/>
          </a:xfrm>
        </p:spPr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StarDat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1026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021288"/>
            <a:ext cx="1049129" cy="71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StarDat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196751"/>
            <a:ext cx="5486400" cy="3530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2" descr="J:\NEU\Corporate Design\Leibniz BMBF etc\Leibniz\Logos\Mitglieder Logos DE-EN\Mitglied_WGL_4c_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6392"/>
            <a:ext cx="524565" cy="35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72048" y="5733256"/>
            <a:ext cx="8022798" cy="348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Logos, Mittelgeber, Projektpartner oder andere Institute (optional)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72048" y="1268760"/>
            <a:ext cx="8039194" cy="1296144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de-DE" dirty="0" smtClean="0"/>
              <a:t>Titel eingeben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48" y="387236"/>
            <a:ext cx="2459543" cy="449476"/>
          </a:xfrm>
          <a:prstGeom prst="rect">
            <a:avLst/>
          </a:prstGeom>
        </p:spPr>
      </p:pic>
      <p:sp>
        <p:nvSpPr>
          <p:cNvPr id="7" name="Untertitel 2"/>
          <p:cNvSpPr txBox="1">
            <a:spLocks/>
          </p:cNvSpPr>
          <p:nvPr/>
        </p:nvSpPr>
        <p:spPr>
          <a:xfrm>
            <a:off x="572048" y="2708920"/>
            <a:ext cx="8103640" cy="792088"/>
          </a:xfrm>
          <a:prstGeom prst="rect">
            <a:avLst/>
          </a:prstGeom>
        </p:spPr>
        <p:txBody>
          <a:bodyPr lIns="0" rIns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5A6F"/>
              </a:buClr>
              <a:buFont typeface="Wingdings" pitchFamily="2" charset="2"/>
              <a:buNone/>
              <a:defRPr sz="28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5A6F"/>
              </a:buClr>
              <a:buFont typeface="Wingdings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5A6F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5A6F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45A6F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Untertitel eingeben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540000" y="4293096"/>
            <a:ext cx="8604000" cy="1064860"/>
          </a:xfrm>
          <a:prstGeom prst="rect">
            <a:avLst/>
          </a:prstGeom>
          <a:solidFill>
            <a:srgbClr val="58748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40000" y="3645025"/>
            <a:ext cx="8604000" cy="792088"/>
          </a:xfrm>
          <a:prstGeom prst="rect">
            <a:avLst/>
          </a:prstGeom>
          <a:solidFill>
            <a:srgbClr val="5874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3717032"/>
            <a:ext cx="4104456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Titel und Namen eingeben</a:t>
            </a:r>
            <a:endParaRPr lang="de-DE" dirty="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89" y="3645023"/>
            <a:ext cx="1141633" cy="171293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1" r="29110"/>
          <a:stretch/>
        </p:blipFill>
        <p:spPr>
          <a:xfrm>
            <a:off x="1984122" y="3645025"/>
            <a:ext cx="1147718" cy="1712933"/>
          </a:xfrm>
          <a:prstGeom prst="rect">
            <a:avLst/>
          </a:prstGeom>
        </p:spPr>
      </p:pic>
      <p:sp>
        <p:nvSpPr>
          <p:cNvPr id="13" name="Textplatzhalt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4149080"/>
            <a:ext cx="4104456" cy="288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 dirty="0" smtClean="0"/>
              <a:t>Optional Ort und Datum</a:t>
            </a:r>
            <a:endParaRPr lang="de-DE" dirty="0"/>
          </a:p>
        </p:txBody>
      </p:sp>
      <p:sp>
        <p:nvSpPr>
          <p:cNvPr id="21" name="Datumsplatzhalter 3"/>
          <p:cNvSpPr>
            <a:spLocks noGrp="1"/>
          </p:cNvSpPr>
          <p:nvPr>
            <p:ph type="dt" sz="half" idx="2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 dirty="0"/>
          </a:p>
        </p:txBody>
      </p:sp>
      <p:sp>
        <p:nvSpPr>
          <p:cNvPr id="2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e-DE" smtClean="0"/>
              <a:t>StarDat</a:t>
            </a:r>
            <a:endParaRPr lang="en-US" dirty="0"/>
          </a:p>
        </p:txBody>
      </p:sp>
      <p:pic>
        <p:nvPicPr>
          <p:cNvPr id="5" name="Picture 2" descr="J:\Work\Kommunikation\Corporate Design\Leibniz BMBF etc\Leibniz\Logos\Mitglieder Logos DE-EN\Mitglied_WGL_sw_D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309320"/>
            <a:ext cx="704589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500062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857375"/>
            <a:ext cx="8229600" cy="4643438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e-DE" smtClean="0"/>
              <a:t>StarDat</a:t>
            </a:r>
            <a:endParaRPr lang="en-US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500062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95662"/>
            <a:ext cx="4038600" cy="4268799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95662"/>
            <a:ext cx="4038600" cy="4268799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5000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28596" y="17671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624355"/>
            <a:ext cx="4040188" cy="33401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3438" y="17671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624355"/>
            <a:ext cx="4041775" cy="33401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38"/>
            <a:ext cx="8229600" cy="500062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2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2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de-DE" dirty="0" smtClean="0"/>
              <a:t>EDDI Kopenhagen</a:t>
            </a:r>
            <a:endParaRPr lang="en-US" dirty="0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052736"/>
            <a:ext cx="3008313" cy="107157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052736"/>
            <a:ext cx="5111750" cy="491174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195744"/>
            <a:ext cx="3008313" cy="37687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567477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052736"/>
            <a:ext cx="5486400" cy="344171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 smtClean="0"/>
              <a:t>Bild durch Klicken auf Symbol hinzufügen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134215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67"/>
          <a:stretch/>
        </p:blipFill>
        <p:spPr>
          <a:xfrm>
            <a:off x="540000" y="360000"/>
            <a:ext cx="648072" cy="237778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539750" y="6525344"/>
            <a:ext cx="1007914" cy="332656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96951" y="6525344"/>
            <a:ext cx="5832648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678886" y="6525344"/>
            <a:ext cx="996802" cy="332656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475656" y="6356350"/>
            <a:ext cx="1115144" cy="365125"/>
          </a:xfrm>
          <a:prstGeom prst="rect">
            <a:avLst/>
          </a:prstGeom>
        </p:spPr>
        <p:txBody>
          <a:bodyPr/>
          <a:lstStyle/>
          <a:p>
            <a:fld id="{D1EC1A62-BF9E-4EA8-832C-FE4CC4E85C20}" type="datetimeFigureOut">
              <a:rPr lang="en-US" smtClean="0"/>
              <a:t>12/1/2015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StarDat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115616" y="6356350"/>
            <a:ext cx="14751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D1EC1A62-BF9E-4EA8-832C-FE4CC4E85C20}" type="datetimeFigureOut">
              <a:rPr lang="en-US" smtClean="0"/>
              <a:t>12/1/2015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r>
              <a:rPr lang="de-DE" smtClean="0"/>
              <a:t>StarDat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A429B05-2B6A-44DB-8372-1A0075E64B42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Grafik 7" descr="GS_Kopf PPT.bmp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-180528" y="-99391"/>
            <a:ext cx="9505056" cy="288032"/>
          </a:xfrm>
          <a:prstGeom prst="rect">
            <a:avLst/>
          </a:prstGeom>
          <a:solidFill>
            <a:srgbClr val="5874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  <a:ea typeface="ヒラギノ角ゴ ProN W6"/>
          <a:cs typeface="ヒラギノ角ゴ ProN W6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445A6F"/>
        </a:buClr>
        <a:buFont typeface="Wingdings" pitchFamily="2" charset="2"/>
        <a:buChar char="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445A6F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445A6F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445A6F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445A6F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7772400" cy="1470025"/>
          </a:xfrm>
        </p:spPr>
        <p:txBody>
          <a:bodyPr/>
          <a:lstStyle/>
          <a:p>
            <a:r>
              <a:rPr lang="de-DE" dirty="0" smtClean="0"/>
              <a:t>DDI - </a:t>
            </a:r>
            <a:r>
              <a:rPr lang="de-DE" dirty="0" err="1" smtClean="0"/>
              <a:t>FlatDB</a:t>
            </a:r>
            <a:r>
              <a:rPr lang="de-DE" dirty="0" smtClean="0"/>
              <a:t> 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483768" y="5157192"/>
            <a:ext cx="4032448" cy="1063352"/>
          </a:xfrm>
        </p:spPr>
        <p:txBody>
          <a:bodyPr>
            <a:normAutofit fontScale="40000" lnSpcReduction="20000"/>
          </a:bodyPr>
          <a:lstStyle/>
          <a:p>
            <a:r>
              <a:rPr lang="de-DE" dirty="0" smtClean="0"/>
              <a:t>Claus-Peter Klas</a:t>
            </a:r>
          </a:p>
          <a:p>
            <a:r>
              <a:rPr lang="de-DE" dirty="0" smtClean="0"/>
              <a:t>Oliver Hopt</a:t>
            </a:r>
          </a:p>
          <a:p>
            <a:r>
              <a:rPr lang="de-DE" dirty="0" smtClean="0"/>
              <a:t>Wolfgang Zenk-Möltgen</a:t>
            </a:r>
          </a:p>
          <a:p>
            <a:r>
              <a:rPr lang="de-DE" dirty="0" smtClean="0"/>
              <a:t>Alexander </a:t>
            </a:r>
            <a:r>
              <a:rPr lang="de-DE" dirty="0" smtClean="0"/>
              <a:t>Mühlbauer</a:t>
            </a:r>
          </a:p>
          <a:p>
            <a:r>
              <a:rPr lang="de-DE" dirty="0" smtClean="0"/>
              <a:t>GESIS – Leibniz Institute for </a:t>
            </a:r>
            <a:r>
              <a:rPr lang="de-DE" dirty="0" err="1" smtClean="0"/>
              <a:t>Social</a:t>
            </a:r>
            <a:r>
              <a:rPr lang="de-DE" dirty="0" smtClean="0"/>
              <a:t> </a:t>
            </a:r>
            <a:r>
              <a:rPr lang="de-DE" dirty="0" err="1" smtClean="0"/>
              <a:t>Sciences</a:t>
            </a:r>
            <a:endParaRPr lang="en-US" dirty="0"/>
          </a:p>
        </p:txBody>
      </p:sp>
      <p:pic>
        <p:nvPicPr>
          <p:cNvPr id="3074" name="Picture 2" descr="http://icons.iconarchive.com/icons/paomedia/small-n-flat/96/database-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296345"/>
            <a:ext cx="1406653" cy="140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878" y="2334240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347" y="5076934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467" y="3013609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949" y="3718196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901" y="4397565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586" y="2334241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077" y="5076935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342" y="3013609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718196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Bildergebnis für DDI F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397566"/>
            <a:ext cx="1080120" cy="6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18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Overview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Why</a:t>
            </a:r>
            <a:r>
              <a:rPr lang="de-DE" dirty="0" smtClean="0"/>
              <a:t> DDI in a DB?</a:t>
            </a:r>
          </a:p>
          <a:p>
            <a:r>
              <a:rPr lang="de-DE" dirty="0" smtClean="0"/>
              <a:t>Main </a:t>
            </a:r>
            <a:r>
              <a:rPr lang="de-DE" dirty="0" err="1" smtClean="0"/>
              <a:t>idea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DDI-</a:t>
            </a:r>
            <a:r>
              <a:rPr lang="de-DE" dirty="0" err="1" smtClean="0"/>
              <a:t>FlatDB</a:t>
            </a:r>
            <a:endParaRPr lang="de-DE" dirty="0" smtClean="0"/>
          </a:p>
          <a:p>
            <a:r>
              <a:rPr lang="de-DE" dirty="0" smtClean="0"/>
              <a:t>GESIS </a:t>
            </a:r>
            <a:r>
              <a:rPr lang="de-DE" dirty="0" err="1" smtClean="0"/>
              <a:t>tools</a:t>
            </a:r>
            <a:endParaRPr lang="de-DE" dirty="0" smtClean="0"/>
          </a:p>
          <a:p>
            <a:pPr lvl="1"/>
            <a:r>
              <a:rPr lang="de-DE" dirty="0" smtClean="0"/>
              <a:t>Variable Report</a:t>
            </a:r>
            <a:endParaRPr lang="de-DE" dirty="0"/>
          </a:p>
          <a:p>
            <a:pPr lvl="1"/>
            <a:r>
              <a:rPr lang="de-DE" dirty="0" smtClean="0"/>
              <a:t>Editor</a:t>
            </a:r>
          </a:p>
          <a:p>
            <a:pPr lvl="1"/>
            <a:r>
              <a:rPr lang="de-DE" dirty="0" err="1" smtClean="0"/>
              <a:t>Question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Variable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2350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Why</a:t>
            </a:r>
            <a:r>
              <a:rPr lang="de-DE" dirty="0" smtClean="0"/>
              <a:t> </a:t>
            </a:r>
            <a:r>
              <a:rPr lang="de-DE" dirty="0" err="1" smtClean="0"/>
              <a:t>store</a:t>
            </a:r>
            <a:r>
              <a:rPr lang="de-DE" smtClean="0"/>
              <a:t> DDI in a DB?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857375"/>
            <a:ext cx="8229600" cy="3875881"/>
          </a:xfrm>
        </p:spPr>
        <p:txBody>
          <a:bodyPr/>
          <a:lstStyle/>
          <a:p>
            <a:r>
              <a:rPr lang="de-DE" dirty="0" err="1" smtClean="0"/>
              <a:t>Complex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endParaRPr lang="de-DE" dirty="0" smtClean="0"/>
          </a:p>
          <a:p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direct</a:t>
            </a:r>
            <a:r>
              <a:rPr lang="de-DE" dirty="0" smtClean="0"/>
              <a:t> </a:t>
            </a:r>
            <a:r>
              <a:rPr lang="de-DE" dirty="0" err="1" smtClean="0"/>
              <a:t>mapping</a:t>
            </a:r>
            <a:r>
              <a:rPr lang="de-DE" dirty="0" smtClean="0"/>
              <a:t> </a:t>
            </a:r>
            <a:r>
              <a:rPr lang="de-DE" dirty="0" err="1" smtClean="0"/>
              <a:t>possible</a:t>
            </a:r>
            <a:endParaRPr lang="de-DE" dirty="0" smtClean="0"/>
          </a:p>
          <a:p>
            <a:r>
              <a:rPr lang="de-DE" dirty="0" err="1" smtClean="0"/>
              <a:t>Extremly</a:t>
            </a:r>
            <a:r>
              <a:rPr lang="de-DE" dirty="0" smtClean="0"/>
              <a:t> expensive </a:t>
            </a:r>
            <a:r>
              <a:rPr lang="de-DE" dirty="0" err="1" smtClean="0"/>
              <a:t>wrt</a:t>
            </a:r>
            <a:r>
              <a:rPr lang="de-DE" dirty="0" smtClean="0"/>
              <a:t> </a:t>
            </a:r>
            <a:r>
              <a:rPr lang="de-DE" dirty="0" err="1" smtClean="0"/>
              <a:t>resources</a:t>
            </a:r>
            <a:endParaRPr lang="de-DE" dirty="0" smtClean="0"/>
          </a:p>
          <a:p>
            <a:r>
              <a:rPr lang="de-DE" dirty="0" smtClean="0"/>
              <a:t>Different DDI Versions (</a:t>
            </a:r>
            <a:r>
              <a:rPr lang="de-DE" dirty="0" err="1" smtClean="0"/>
              <a:t>upcoming</a:t>
            </a:r>
            <a:r>
              <a:rPr lang="de-DE" dirty="0" smtClean="0"/>
              <a:t> 4.0)</a:t>
            </a:r>
          </a:p>
          <a:p>
            <a:r>
              <a:rPr lang="de-DE" dirty="0" smtClean="0"/>
              <a:t>Different </a:t>
            </a:r>
            <a:r>
              <a:rPr lang="de-DE" dirty="0" err="1" smtClean="0"/>
              <a:t>semantic</a:t>
            </a:r>
            <a:r>
              <a:rPr lang="de-DE" dirty="0" smtClean="0"/>
              <a:t> </a:t>
            </a:r>
            <a:r>
              <a:rPr lang="de-DE" dirty="0" err="1" smtClean="0"/>
              <a:t>interpretations</a:t>
            </a:r>
            <a:endParaRPr lang="de-DE" dirty="0" smtClean="0"/>
          </a:p>
          <a:p>
            <a:r>
              <a:rPr lang="en-US" dirty="0"/>
              <a:t>A</a:t>
            </a:r>
            <a:r>
              <a:rPr lang="en-US" dirty="0" smtClean="0"/>
              <a:t>pplication </a:t>
            </a:r>
            <a:r>
              <a:rPr lang="en-US" dirty="0"/>
              <a:t>specific and non-reusable models</a:t>
            </a:r>
          </a:p>
        </p:txBody>
      </p:sp>
    </p:spTree>
    <p:extLst>
      <p:ext uri="{BB962C8B-B14F-4D97-AF65-F5344CB8AC3E}">
        <p14:creationId xmlns:p14="http://schemas.microsoft.com/office/powerpoint/2010/main" val="22431305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Our</a:t>
            </a:r>
            <a:r>
              <a:rPr lang="de-DE" dirty="0" smtClean="0"/>
              <a:t> </a:t>
            </a:r>
            <a:r>
              <a:rPr lang="de-DE" dirty="0" err="1" smtClean="0"/>
              <a:t>idea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Keep </a:t>
            </a:r>
            <a:r>
              <a:rPr lang="de-DE" dirty="0" err="1" smtClean="0"/>
              <a:t>everything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DDI XML File</a:t>
            </a:r>
          </a:p>
          <a:p>
            <a:r>
              <a:rPr lang="de-DE" dirty="0" smtClean="0"/>
              <a:t>Follow a </a:t>
            </a:r>
            <a:r>
              <a:rPr lang="de-DE" dirty="0" err="1" smtClean="0"/>
              <a:t>stricly</a:t>
            </a:r>
            <a:r>
              <a:rPr lang="de-DE" dirty="0" smtClean="0"/>
              <a:t> </a:t>
            </a:r>
            <a:r>
              <a:rPr lang="de-DE" dirty="0" err="1" smtClean="0"/>
              <a:t>functional</a:t>
            </a:r>
            <a:r>
              <a:rPr lang="de-DE" dirty="0" smtClean="0"/>
              <a:t> </a:t>
            </a:r>
            <a:r>
              <a:rPr lang="de-DE" dirty="0" err="1" smtClean="0"/>
              <a:t>driven</a:t>
            </a:r>
            <a:r>
              <a:rPr lang="de-DE" dirty="0" smtClean="0"/>
              <a:t> </a:t>
            </a:r>
            <a:r>
              <a:rPr lang="de-DE" dirty="0" err="1" smtClean="0"/>
              <a:t>implementation</a:t>
            </a:r>
            <a:r>
              <a:rPr lang="de-DE" dirty="0" smtClean="0"/>
              <a:t> </a:t>
            </a:r>
            <a:r>
              <a:rPr lang="de-DE" dirty="0" err="1" smtClean="0"/>
              <a:t>approach</a:t>
            </a:r>
            <a:endParaRPr lang="de-DE" dirty="0" smtClean="0"/>
          </a:p>
          <a:p>
            <a:r>
              <a:rPr lang="de-DE" dirty="0" smtClean="0"/>
              <a:t>Do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much</a:t>
            </a:r>
            <a:r>
              <a:rPr lang="de-DE" dirty="0" smtClean="0"/>
              <a:t> for </a:t>
            </a:r>
            <a:r>
              <a:rPr lang="de-DE" dirty="0" err="1" smtClean="0"/>
              <a:t>efficiency</a:t>
            </a:r>
            <a:r>
              <a:rPr lang="de-DE" dirty="0" smtClean="0"/>
              <a:t> for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users</a:t>
            </a:r>
            <a:r>
              <a:rPr lang="de-DE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8969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525963"/>
          </a:xfrm>
        </p:spPr>
        <p:txBody>
          <a:bodyPr>
            <a:noAutofit/>
          </a:bodyPr>
          <a:lstStyle/>
          <a:p>
            <a:r>
              <a:rPr lang="de-DE" sz="2800" dirty="0" err="1" smtClean="0"/>
              <a:t>What</a:t>
            </a:r>
            <a:r>
              <a:rPr lang="de-DE" sz="2800" dirty="0" smtClean="0"/>
              <a:t> </a:t>
            </a:r>
            <a:r>
              <a:rPr lang="de-DE" sz="2800" dirty="0" err="1" smtClean="0"/>
              <a:t>is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DDI – </a:t>
            </a:r>
            <a:r>
              <a:rPr lang="de-DE" sz="2800" dirty="0" err="1" smtClean="0"/>
              <a:t>FlatDB</a:t>
            </a:r>
            <a:r>
              <a:rPr lang="de-DE" sz="2800" dirty="0" smtClean="0"/>
              <a:t> </a:t>
            </a:r>
            <a:r>
              <a:rPr lang="de-DE" sz="2800" dirty="0" err="1" smtClean="0"/>
              <a:t>architecture</a:t>
            </a:r>
            <a:r>
              <a:rPr lang="de-DE" sz="2800" dirty="0" smtClean="0"/>
              <a:t>?</a:t>
            </a:r>
          </a:p>
          <a:p>
            <a:pPr lvl="1"/>
            <a:r>
              <a:rPr lang="de-DE" sz="2400" dirty="0" err="1" smtClean="0"/>
              <a:t>Abstracting</a:t>
            </a:r>
            <a:r>
              <a:rPr lang="de-DE" sz="2400" dirty="0" smtClean="0"/>
              <a:t>, </a:t>
            </a:r>
            <a:r>
              <a:rPr lang="de-DE" sz="2400" dirty="0" err="1" smtClean="0"/>
              <a:t>efficient</a:t>
            </a:r>
            <a:r>
              <a:rPr lang="de-DE" sz="2400" dirty="0" smtClean="0"/>
              <a:t>, </a:t>
            </a:r>
            <a:r>
              <a:rPr lang="de-DE" sz="2400" dirty="0" err="1" smtClean="0"/>
              <a:t>functional</a:t>
            </a:r>
            <a:r>
              <a:rPr lang="de-DE" sz="2400" dirty="0" smtClean="0"/>
              <a:t> </a:t>
            </a:r>
            <a:r>
              <a:rPr lang="de-DE" sz="2400" dirty="0" err="1" smtClean="0"/>
              <a:t>driven</a:t>
            </a:r>
            <a:r>
              <a:rPr lang="de-DE" sz="2400" dirty="0" smtClean="0"/>
              <a:t> </a:t>
            </a:r>
            <a:r>
              <a:rPr lang="de-DE" sz="2400" dirty="0" err="1" smtClean="0"/>
              <a:t>and</a:t>
            </a:r>
            <a:r>
              <a:rPr lang="de-DE" sz="2400" dirty="0" smtClean="0"/>
              <a:t> rest-</a:t>
            </a:r>
            <a:r>
              <a:rPr lang="de-DE" sz="2400" dirty="0" err="1" smtClean="0"/>
              <a:t>full</a:t>
            </a:r>
            <a:r>
              <a:rPr lang="de-DE" sz="2400" dirty="0" smtClean="0"/>
              <a:t> </a:t>
            </a:r>
            <a:r>
              <a:rPr lang="de-DE" sz="2400" dirty="0" err="1" smtClean="0"/>
              <a:t>access</a:t>
            </a:r>
            <a:r>
              <a:rPr lang="de-DE" sz="2400" dirty="0" smtClean="0"/>
              <a:t> </a:t>
            </a:r>
            <a:r>
              <a:rPr lang="de-DE" sz="2400" dirty="0" err="1" smtClean="0"/>
              <a:t>to</a:t>
            </a:r>
            <a:r>
              <a:rPr lang="de-DE" sz="2400" dirty="0" smtClean="0"/>
              <a:t> </a:t>
            </a:r>
            <a:r>
              <a:rPr lang="de-DE" sz="2400" dirty="0" err="1" smtClean="0"/>
              <a:t>studies</a:t>
            </a:r>
            <a:r>
              <a:rPr lang="de-DE" sz="2400" dirty="0" smtClean="0"/>
              <a:t> in DDI </a:t>
            </a:r>
            <a:r>
              <a:rPr lang="de-DE" sz="2400" dirty="0" err="1"/>
              <a:t>f</a:t>
            </a:r>
            <a:r>
              <a:rPr lang="de-DE" sz="2400" dirty="0" err="1" smtClean="0"/>
              <a:t>ormat</a:t>
            </a:r>
            <a:r>
              <a:rPr lang="de-DE" sz="2400" dirty="0" smtClean="0"/>
              <a:t>.</a:t>
            </a:r>
          </a:p>
          <a:p>
            <a:r>
              <a:rPr lang="de-DE" sz="2800" dirty="0" smtClean="0"/>
              <a:t>Main </a:t>
            </a:r>
            <a:r>
              <a:rPr lang="de-DE" sz="2800" dirty="0" err="1" smtClean="0"/>
              <a:t>features</a:t>
            </a:r>
            <a:endParaRPr lang="de-DE" sz="2800" dirty="0" smtClean="0"/>
          </a:p>
          <a:p>
            <a:pPr lvl="1"/>
            <a:r>
              <a:rPr lang="de-DE" sz="2400" dirty="0" err="1" smtClean="0"/>
              <a:t>Efficient</a:t>
            </a:r>
            <a:r>
              <a:rPr lang="de-DE" sz="2400" dirty="0" smtClean="0"/>
              <a:t> </a:t>
            </a:r>
            <a:r>
              <a:rPr lang="de-DE" sz="2400" dirty="0" err="1" smtClean="0"/>
              <a:t>access</a:t>
            </a:r>
            <a:r>
              <a:rPr lang="de-DE" sz="2400" dirty="0" smtClean="0"/>
              <a:t> </a:t>
            </a:r>
            <a:r>
              <a:rPr lang="de-DE" sz="2400" dirty="0" err="1" smtClean="0"/>
              <a:t>of</a:t>
            </a:r>
            <a:r>
              <a:rPr lang="de-DE" sz="2400" dirty="0" smtClean="0"/>
              <a:t> </a:t>
            </a:r>
            <a:r>
              <a:rPr lang="de-DE" sz="2400" dirty="0" err="1" smtClean="0"/>
              <a:t>entities</a:t>
            </a:r>
            <a:r>
              <a:rPr lang="de-DE" sz="2400" dirty="0" smtClean="0"/>
              <a:t> via REST </a:t>
            </a:r>
          </a:p>
          <a:p>
            <a:pPr lvl="2"/>
            <a:r>
              <a:rPr lang="de-DE" sz="2000" dirty="0" err="1" smtClean="0"/>
              <a:t>StudyUnit</a:t>
            </a:r>
            <a:r>
              <a:rPr lang="de-DE" sz="2000" dirty="0" smtClean="0"/>
              <a:t>, </a:t>
            </a:r>
            <a:r>
              <a:rPr lang="de-DE" sz="2000" dirty="0" err="1" smtClean="0"/>
              <a:t>Question</a:t>
            </a:r>
            <a:r>
              <a:rPr lang="de-DE" sz="2000" dirty="0" smtClean="0"/>
              <a:t>, Item, </a:t>
            </a:r>
            <a:r>
              <a:rPr lang="de-DE" sz="2000" dirty="0" smtClean="0"/>
              <a:t>…</a:t>
            </a:r>
          </a:p>
          <a:p>
            <a:pPr lvl="1"/>
            <a:r>
              <a:rPr lang="de-DE" sz="2400" dirty="0" smtClean="0"/>
              <a:t>Keep </a:t>
            </a:r>
            <a:r>
              <a:rPr lang="de-DE" sz="2400" dirty="0" err="1" smtClean="0"/>
              <a:t>things</a:t>
            </a:r>
            <a:r>
              <a:rPr lang="de-DE" sz="2400" dirty="0" smtClean="0"/>
              <a:t> </a:t>
            </a:r>
            <a:r>
              <a:rPr lang="de-DE" sz="2400" dirty="0" err="1" smtClean="0"/>
              <a:t>configurable</a:t>
            </a:r>
            <a:r>
              <a:rPr lang="de-DE" sz="2400" dirty="0" smtClean="0"/>
              <a:t> </a:t>
            </a:r>
            <a:r>
              <a:rPr lang="de-DE" sz="2400" dirty="0" err="1" smtClean="0"/>
              <a:t>to</a:t>
            </a:r>
            <a:r>
              <a:rPr lang="de-DE" sz="2400" dirty="0" smtClean="0"/>
              <a:t> </a:t>
            </a:r>
            <a:r>
              <a:rPr lang="de-DE" sz="2400" dirty="0" err="1" smtClean="0"/>
              <a:t>avoid</a:t>
            </a:r>
            <a:r>
              <a:rPr lang="de-DE" sz="2400" dirty="0" smtClean="0"/>
              <a:t> </a:t>
            </a:r>
            <a:r>
              <a:rPr lang="de-DE" sz="2400" dirty="0" err="1" smtClean="0"/>
              <a:t>reprogramming</a:t>
            </a:r>
            <a:endParaRPr lang="de-DE" sz="2400" dirty="0" smtClean="0"/>
          </a:p>
          <a:p>
            <a:pPr lvl="1"/>
            <a:r>
              <a:rPr lang="de-DE" sz="2400" dirty="0" err="1" smtClean="0"/>
              <a:t>Efficient</a:t>
            </a:r>
            <a:r>
              <a:rPr lang="de-DE" sz="2400" dirty="0" smtClean="0"/>
              <a:t> </a:t>
            </a:r>
            <a:r>
              <a:rPr lang="de-DE" sz="2400" dirty="0" err="1" smtClean="0"/>
              <a:t>searching</a:t>
            </a:r>
            <a:r>
              <a:rPr lang="de-DE" sz="2400" dirty="0" smtClean="0"/>
              <a:t> for all </a:t>
            </a:r>
            <a:r>
              <a:rPr lang="de-DE" sz="2400" dirty="0" err="1" smtClean="0"/>
              <a:t>entities</a:t>
            </a:r>
            <a:endParaRPr lang="de-DE" sz="2400" dirty="0" smtClean="0"/>
          </a:p>
          <a:p>
            <a:pPr lvl="1"/>
            <a:r>
              <a:rPr lang="de-DE" sz="2400" dirty="0" smtClean="0"/>
              <a:t>Flexible </a:t>
            </a:r>
            <a:r>
              <a:rPr lang="de-DE" sz="2400" dirty="0" err="1" smtClean="0"/>
              <a:t>usage</a:t>
            </a:r>
            <a:r>
              <a:rPr lang="de-DE" sz="2400" dirty="0" smtClean="0"/>
              <a:t> for all </a:t>
            </a:r>
            <a:r>
              <a:rPr lang="de-DE" sz="2400" dirty="0" err="1" smtClean="0"/>
              <a:t>study</a:t>
            </a:r>
            <a:r>
              <a:rPr lang="de-DE" sz="2400" dirty="0" smtClean="0"/>
              <a:t> </a:t>
            </a:r>
            <a:r>
              <a:rPr lang="de-DE" sz="2400" dirty="0" err="1" smtClean="0"/>
              <a:t>related</a:t>
            </a:r>
            <a:r>
              <a:rPr lang="de-DE" sz="2400" dirty="0" smtClean="0"/>
              <a:t> </a:t>
            </a:r>
            <a:r>
              <a:rPr lang="de-DE" sz="2400" dirty="0" err="1" smtClean="0"/>
              <a:t>portals</a:t>
            </a:r>
            <a:r>
              <a:rPr lang="de-DE" sz="2400" dirty="0" smtClean="0"/>
              <a:t> </a:t>
            </a:r>
            <a:r>
              <a:rPr lang="de-DE" sz="2400" dirty="0" err="1" smtClean="0"/>
              <a:t>and</a:t>
            </a:r>
            <a:r>
              <a:rPr lang="de-DE" sz="2400" dirty="0" smtClean="0"/>
              <a:t> </a:t>
            </a:r>
            <a:r>
              <a:rPr lang="de-DE" sz="2400" dirty="0" err="1" smtClean="0"/>
              <a:t>functionalities</a:t>
            </a:r>
            <a:endParaRPr lang="de-DE" sz="2400" dirty="0" smtClean="0"/>
          </a:p>
          <a:p>
            <a:pPr lvl="1"/>
            <a:endParaRPr lang="de-DE" sz="2400" dirty="0" smtClean="0"/>
          </a:p>
        </p:txBody>
      </p:sp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500062"/>
          </a:xfrm>
        </p:spPr>
        <p:txBody>
          <a:bodyPr/>
          <a:lstStyle/>
          <a:p>
            <a:r>
              <a:rPr lang="de-DE" dirty="0" smtClean="0"/>
              <a:t>DDI - </a:t>
            </a:r>
            <a:r>
              <a:rPr lang="de-DE" dirty="0" err="1" smtClean="0"/>
              <a:t>FlatDB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305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9356" y="980728"/>
            <a:ext cx="8229600" cy="1143000"/>
          </a:xfrm>
        </p:spPr>
        <p:txBody>
          <a:bodyPr/>
          <a:lstStyle/>
          <a:p>
            <a:r>
              <a:rPr lang="de-DE" dirty="0" smtClean="0"/>
              <a:t>DDI </a:t>
            </a:r>
            <a:r>
              <a:rPr lang="de-DE" dirty="0" err="1" smtClean="0"/>
              <a:t>Lifecycle</a:t>
            </a:r>
            <a:endParaRPr lang="en-US" dirty="0"/>
          </a:p>
        </p:txBody>
      </p:sp>
      <p:pic>
        <p:nvPicPr>
          <p:cNvPr id="1026" name="Picture 2" descr="Data Life Cycle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744" y="2348880"/>
            <a:ext cx="4682824" cy="386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6717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143000"/>
          </a:xfrm>
        </p:spPr>
        <p:txBody>
          <a:bodyPr/>
          <a:lstStyle/>
          <a:p>
            <a:r>
              <a:rPr lang="de-DE" dirty="0" smtClean="0"/>
              <a:t>DDI </a:t>
            </a:r>
            <a:r>
              <a:rPr lang="de-DE" dirty="0" err="1" smtClean="0"/>
              <a:t>Lifecycle</a:t>
            </a:r>
            <a:r>
              <a:rPr lang="de-DE" dirty="0" smtClean="0"/>
              <a:t> &amp; DDI </a:t>
            </a:r>
            <a:r>
              <a:rPr lang="de-DE" dirty="0" err="1" smtClean="0"/>
              <a:t>Codebook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772816"/>
            <a:ext cx="3754760" cy="4525963"/>
          </a:xfrm>
        </p:spPr>
        <p:txBody>
          <a:bodyPr>
            <a:normAutofit/>
          </a:bodyPr>
          <a:lstStyle/>
          <a:p>
            <a:r>
              <a:rPr lang="de-DE" dirty="0" smtClean="0"/>
              <a:t>DDI-</a:t>
            </a:r>
            <a:r>
              <a:rPr lang="de-DE" dirty="0" err="1" smtClean="0"/>
              <a:t>Lifecycle</a:t>
            </a:r>
            <a:endParaRPr lang="de-DE" dirty="0" smtClean="0"/>
          </a:p>
          <a:p>
            <a:pPr lvl="1"/>
            <a:r>
              <a:rPr lang="de-DE" dirty="0" err="1" smtClean="0"/>
              <a:t>StudyUnit</a:t>
            </a:r>
            <a:endParaRPr lang="de-DE" dirty="0" smtClean="0"/>
          </a:p>
          <a:p>
            <a:pPr lvl="1"/>
            <a:r>
              <a:rPr lang="de-DE" dirty="0" err="1" smtClean="0"/>
              <a:t>Othermaterial</a:t>
            </a:r>
            <a:endParaRPr lang="de-DE" dirty="0" smtClean="0"/>
          </a:p>
          <a:p>
            <a:pPr lvl="1"/>
            <a:r>
              <a:rPr lang="de-DE" dirty="0" err="1" smtClean="0"/>
              <a:t>Creator</a:t>
            </a:r>
            <a:endParaRPr lang="de-DE" dirty="0" smtClean="0"/>
          </a:p>
          <a:p>
            <a:pPr lvl="1"/>
            <a:r>
              <a:rPr lang="de-DE" dirty="0" smtClean="0"/>
              <a:t>Abstract</a:t>
            </a:r>
          </a:p>
          <a:p>
            <a:pPr lvl="1"/>
            <a:r>
              <a:rPr lang="de-DE" dirty="0" err="1" smtClean="0"/>
              <a:t>Subject</a:t>
            </a:r>
            <a:endParaRPr lang="de-DE" dirty="0" smtClean="0"/>
          </a:p>
          <a:p>
            <a:pPr lvl="1"/>
            <a:r>
              <a:rPr lang="de-DE" dirty="0" err="1" smtClean="0"/>
              <a:t>SpatialCoverage</a:t>
            </a:r>
            <a:endParaRPr lang="de-DE" dirty="0" smtClean="0"/>
          </a:p>
          <a:p>
            <a:pPr lvl="1"/>
            <a:r>
              <a:rPr lang="de-DE" dirty="0" err="1" smtClean="0"/>
              <a:t>DataCollection</a:t>
            </a:r>
            <a:endParaRPr lang="de-DE" dirty="0" smtClean="0"/>
          </a:p>
          <a:p>
            <a:pPr lvl="1"/>
            <a:r>
              <a:rPr lang="de-DE" dirty="0" smtClean="0"/>
              <a:t>Access</a:t>
            </a:r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4750137" y="1844824"/>
            <a:ext cx="37547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DDI-</a:t>
            </a:r>
            <a:r>
              <a:rPr lang="de-DE" dirty="0" err="1" smtClean="0"/>
              <a:t>Codebook</a:t>
            </a:r>
            <a:endParaRPr lang="de-DE" dirty="0" smtClean="0"/>
          </a:p>
          <a:p>
            <a:pPr lvl="1"/>
            <a:r>
              <a:rPr lang="de-DE" dirty="0" err="1" smtClean="0"/>
              <a:t>Codebook</a:t>
            </a:r>
            <a:endParaRPr lang="de-DE" dirty="0" smtClean="0"/>
          </a:p>
          <a:p>
            <a:pPr lvl="1"/>
            <a:r>
              <a:rPr lang="de-DE" dirty="0" err="1" smtClean="0"/>
              <a:t>AuthEnty</a:t>
            </a:r>
            <a:endParaRPr lang="de-DE" dirty="0" smtClean="0"/>
          </a:p>
          <a:p>
            <a:pPr lvl="1"/>
            <a:r>
              <a:rPr lang="de-DE" dirty="0" err="1" smtClean="0"/>
              <a:t>TopcClass</a:t>
            </a:r>
            <a:endParaRPr lang="de-DE" dirty="0" smtClean="0"/>
          </a:p>
          <a:p>
            <a:pPr lvl="1"/>
            <a:r>
              <a:rPr lang="de-DE" dirty="0" err="1" smtClean="0"/>
              <a:t>geogCover</a:t>
            </a:r>
            <a:endParaRPr lang="de-DE" dirty="0" smtClean="0"/>
          </a:p>
          <a:p>
            <a:pPr lvl="1"/>
            <a:r>
              <a:rPr lang="de-DE" dirty="0" err="1" smtClean="0"/>
              <a:t>dataColl</a:t>
            </a:r>
            <a:endParaRPr lang="de-DE" dirty="0" smtClean="0"/>
          </a:p>
          <a:p>
            <a:pPr lvl="1"/>
            <a:r>
              <a:rPr lang="de-DE" dirty="0" err="1" smtClean="0"/>
              <a:t>dataAccs</a:t>
            </a:r>
            <a:endParaRPr lang="de-DE" dirty="0" smtClean="0"/>
          </a:p>
          <a:p>
            <a:pPr lvl="1"/>
            <a:r>
              <a:rPr lang="de-DE" dirty="0" err="1" smtClean="0"/>
              <a:t>relMat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7547423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de-DE" dirty="0" smtClean="0"/>
              <a:t>DDI </a:t>
            </a:r>
            <a:r>
              <a:rPr lang="de-DE" dirty="0" err="1" smtClean="0"/>
              <a:t>Lifecycle</a:t>
            </a:r>
            <a:r>
              <a:rPr lang="de-DE" dirty="0" smtClean="0"/>
              <a:t> &amp; DDI </a:t>
            </a:r>
            <a:r>
              <a:rPr lang="de-DE" dirty="0" err="1" smtClean="0"/>
              <a:t>Codebook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Variables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2319815"/>
            <a:ext cx="3754760" cy="3053401"/>
          </a:xfrm>
        </p:spPr>
        <p:txBody>
          <a:bodyPr>
            <a:normAutofit/>
          </a:bodyPr>
          <a:lstStyle/>
          <a:p>
            <a:r>
              <a:rPr lang="de-DE" dirty="0" smtClean="0"/>
              <a:t>DDI-</a:t>
            </a:r>
            <a:r>
              <a:rPr lang="de-DE" dirty="0" err="1" smtClean="0"/>
              <a:t>Lifecycle</a:t>
            </a:r>
            <a:endParaRPr lang="de-DE" dirty="0" smtClean="0"/>
          </a:p>
          <a:p>
            <a:pPr lvl="1"/>
            <a:r>
              <a:rPr lang="de-DE" dirty="0" err="1" smtClean="0"/>
              <a:t>VariableGroup</a:t>
            </a:r>
            <a:endParaRPr lang="de-DE" dirty="0" smtClean="0"/>
          </a:p>
          <a:p>
            <a:pPr lvl="1"/>
            <a:r>
              <a:rPr lang="de-DE" dirty="0" err="1" smtClean="0"/>
              <a:t>VariableScheme</a:t>
            </a:r>
            <a:endParaRPr lang="de-DE" dirty="0" smtClean="0"/>
          </a:p>
          <a:p>
            <a:pPr lvl="1"/>
            <a:r>
              <a:rPr lang="de-DE" dirty="0" err="1" smtClean="0"/>
              <a:t>QuestionScheme</a:t>
            </a:r>
            <a:endParaRPr lang="de-DE" dirty="0" smtClean="0"/>
          </a:p>
          <a:p>
            <a:pPr lvl="1"/>
            <a:r>
              <a:rPr lang="de-DE" dirty="0" err="1" smtClean="0"/>
              <a:t>CategoryScheme</a:t>
            </a:r>
            <a:endParaRPr lang="de-DE" dirty="0" smtClean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4716016" y="2319817"/>
            <a:ext cx="3754760" cy="341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DDI-</a:t>
            </a:r>
            <a:r>
              <a:rPr lang="de-DE" dirty="0" err="1" smtClean="0"/>
              <a:t>Codebook</a:t>
            </a:r>
            <a:endParaRPr lang="de-DE" dirty="0" smtClean="0"/>
          </a:p>
          <a:p>
            <a:pPr lvl="1"/>
            <a:r>
              <a:rPr lang="de-DE" dirty="0" err="1" smtClean="0"/>
              <a:t>varGrp</a:t>
            </a:r>
            <a:endParaRPr lang="de-DE" dirty="0" smtClean="0"/>
          </a:p>
          <a:p>
            <a:pPr lvl="1"/>
            <a:r>
              <a:rPr lang="de-DE" dirty="0" err="1" smtClean="0"/>
              <a:t>var</a:t>
            </a:r>
            <a:endParaRPr lang="de-DE" dirty="0" smtClean="0"/>
          </a:p>
          <a:p>
            <a:pPr lvl="1"/>
            <a:r>
              <a:rPr lang="de-DE" dirty="0" err="1" smtClean="0"/>
              <a:t>qstn</a:t>
            </a:r>
            <a:endParaRPr lang="de-DE" dirty="0" smtClean="0"/>
          </a:p>
          <a:p>
            <a:pPr lvl="1"/>
            <a:r>
              <a:rPr lang="de-DE" dirty="0" err="1" smtClean="0"/>
              <a:t>catgry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246345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9952" y="836712"/>
            <a:ext cx="8229600" cy="1143000"/>
          </a:xfrm>
        </p:spPr>
        <p:txBody>
          <a:bodyPr/>
          <a:lstStyle/>
          <a:p>
            <a:r>
              <a:rPr lang="de-DE" dirty="0" err="1" smtClean="0"/>
              <a:t>Architecture</a:t>
            </a:r>
            <a:r>
              <a:rPr lang="de-DE" dirty="0" smtClean="0"/>
              <a:t> DDI-</a:t>
            </a:r>
            <a:r>
              <a:rPr lang="de-DE" dirty="0" err="1" smtClean="0"/>
              <a:t>FlatDB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>
          <a:xfrm>
            <a:off x="3328628" y="3791117"/>
            <a:ext cx="304110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DDI-</a:t>
            </a:r>
            <a:r>
              <a:rPr lang="de-DE" dirty="0" err="1" smtClean="0"/>
              <a:t>FlatDB</a:t>
            </a:r>
            <a:r>
              <a:rPr lang="de-DE" dirty="0" smtClean="0"/>
              <a:t> Service</a:t>
            </a:r>
            <a:endParaRPr lang="en-US" dirty="0"/>
          </a:p>
        </p:txBody>
      </p:sp>
      <p:sp>
        <p:nvSpPr>
          <p:cNvPr id="5" name="Zylinder 4"/>
          <p:cNvSpPr/>
          <p:nvPr/>
        </p:nvSpPr>
        <p:spPr>
          <a:xfrm>
            <a:off x="4444752" y="4521546"/>
            <a:ext cx="808856" cy="93610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DDI</a:t>
            </a:r>
          </a:p>
          <a:p>
            <a:pPr algn="ctr"/>
            <a:r>
              <a:rPr lang="de-DE" sz="1600" dirty="0" err="1" smtClean="0"/>
              <a:t>FlatDB</a:t>
            </a:r>
            <a:endParaRPr lang="en-US" sz="1600" dirty="0"/>
          </a:p>
        </p:txBody>
      </p:sp>
      <p:sp>
        <p:nvSpPr>
          <p:cNvPr id="6" name="Abgerundetes Rechteck 5"/>
          <p:cNvSpPr/>
          <p:nvPr/>
        </p:nvSpPr>
        <p:spPr>
          <a:xfrm>
            <a:off x="888740" y="3701108"/>
            <a:ext cx="127937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DDI-Files</a:t>
            </a:r>
            <a:endParaRPr lang="en-US" dirty="0"/>
          </a:p>
        </p:txBody>
      </p:sp>
      <p:sp>
        <p:nvSpPr>
          <p:cNvPr id="7" name="Gefaltete Ecke 6"/>
          <p:cNvSpPr/>
          <p:nvPr/>
        </p:nvSpPr>
        <p:spPr>
          <a:xfrm>
            <a:off x="2168116" y="4511748"/>
            <a:ext cx="1736576" cy="771391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smtClean="0"/>
              <a:t>Entity Setup</a:t>
            </a:r>
          </a:p>
          <a:p>
            <a:pPr algn="ctr"/>
            <a:r>
              <a:rPr lang="de-DE" sz="1200" dirty="0" smtClean="0"/>
              <a:t>for </a:t>
            </a:r>
            <a:r>
              <a:rPr lang="de-DE" sz="1200" dirty="0" err="1" smtClean="0"/>
              <a:t>each</a:t>
            </a:r>
            <a:r>
              <a:rPr lang="de-DE" sz="1200" dirty="0" smtClean="0"/>
              <a:t> DDI Version</a:t>
            </a:r>
          </a:p>
          <a:p>
            <a:pPr algn="ctr"/>
            <a:r>
              <a:rPr lang="de-DE" sz="1200" dirty="0" err="1" smtClean="0"/>
              <a:t>Entity:XPath</a:t>
            </a:r>
            <a:endParaRPr lang="en-US" sz="1200" dirty="0"/>
          </a:p>
        </p:txBody>
      </p:sp>
      <p:cxnSp>
        <p:nvCxnSpPr>
          <p:cNvPr id="9" name="Gerade Verbindung mit Pfeil 8"/>
          <p:cNvCxnSpPr>
            <a:stCxn id="15" idx="1"/>
          </p:cNvCxnSpPr>
          <p:nvPr/>
        </p:nvCxnSpPr>
        <p:spPr>
          <a:xfrm>
            <a:off x="2213125" y="3989140"/>
            <a:ext cx="1115503" cy="307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2213125" y="3758307"/>
            <a:ext cx="1115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Import</a:t>
            </a:r>
          </a:p>
          <a:p>
            <a:r>
              <a:rPr lang="de-DE" sz="1200" dirty="0" smtClean="0"/>
              <a:t>Export/Store</a:t>
            </a:r>
            <a:endParaRPr lang="en-US" sz="1200" dirty="0"/>
          </a:p>
        </p:txBody>
      </p:sp>
      <p:graphicFrame>
        <p:nvGraphicFramePr>
          <p:cNvPr id="17" name="Tabel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186288"/>
              </p:ext>
            </p:extLst>
          </p:nvPr>
        </p:nvGraphicFramePr>
        <p:xfrm>
          <a:off x="1801180" y="6023366"/>
          <a:ext cx="60959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Key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Element</a:t>
                      </a:r>
                    </a:p>
                    <a:p>
                      <a:r>
                        <a:rPr lang="de-DE" sz="1200" dirty="0" err="1" smtClean="0"/>
                        <a:t>Id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Entity</a:t>
                      </a:r>
                    </a:p>
                    <a:p>
                      <a:r>
                        <a:rPr lang="de-DE" sz="1200" dirty="0" smtClean="0"/>
                        <a:t>Type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Element</a:t>
                      </a:r>
                    </a:p>
                    <a:p>
                      <a:r>
                        <a:rPr lang="de-DE" sz="1200" dirty="0" smtClean="0"/>
                        <a:t>Order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XML Content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DDI </a:t>
                      </a:r>
                    </a:p>
                    <a:p>
                      <a:r>
                        <a:rPr lang="de-DE" sz="1200" dirty="0" err="1" smtClean="0"/>
                        <a:t>dialect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smtClean="0"/>
                        <a:t>Study</a:t>
                      </a:r>
                    </a:p>
                    <a:p>
                      <a:r>
                        <a:rPr lang="de-DE" sz="1200" dirty="0" err="1" smtClean="0"/>
                        <a:t>Id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feld 17"/>
          <p:cNvSpPr txBox="1"/>
          <p:nvPr/>
        </p:nvSpPr>
        <p:spPr>
          <a:xfrm>
            <a:off x="1792454" y="5586267"/>
            <a:ext cx="1570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/>
              <a:t>DDIStore</a:t>
            </a:r>
            <a:r>
              <a:rPr lang="de-DE" dirty="0" smtClean="0"/>
              <a:t> Table</a:t>
            </a:r>
            <a:endParaRPr lang="en-US" dirty="0"/>
          </a:p>
        </p:txBody>
      </p:sp>
      <p:sp>
        <p:nvSpPr>
          <p:cNvPr id="19" name="Gefaltete Ecke 18"/>
          <p:cNvSpPr/>
          <p:nvPr/>
        </p:nvSpPr>
        <p:spPr>
          <a:xfrm>
            <a:off x="2364904" y="3287062"/>
            <a:ext cx="4968552" cy="216024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REST-API</a:t>
            </a:r>
            <a:endParaRPr lang="en-US" dirty="0"/>
          </a:p>
        </p:txBody>
      </p:sp>
      <p:sp>
        <p:nvSpPr>
          <p:cNvPr id="20" name="Textfeld 19"/>
          <p:cNvSpPr txBox="1"/>
          <p:nvPr/>
        </p:nvSpPr>
        <p:spPr>
          <a:xfrm>
            <a:off x="2392524" y="1846902"/>
            <a:ext cx="22233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get</a:t>
            </a:r>
            <a:r>
              <a:rPr lang="de-DE" dirty="0" smtClean="0"/>
              <a:t> </a:t>
            </a:r>
            <a:r>
              <a:rPr lang="de-DE" dirty="0" err="1" smtClean="0"/>
              <a:t>list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get</a:t>
            </a:r>
            <a:r>
              <a:rPr lang="de-DE" dirty="0" smtClean="0"/>
              <a:t> </a:t>
            </a:r>
            <a:r>
              <a:rPr lang="de-DE" dirty="0" err="1"/>
              <a:t>element</a:t>
            </a:r>
            <a:r>
              <a:rPr lang="de-DE" dirty="0"/>
              <a:t> </a:t>
            </a:r>
            <a:r>
              <a:rPr lang="de-DE" dirty="0" err="1" smtClean="0"/>
              <a:t>list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get</a:t>
            </a:r>
            <a:r>
              <a:rPr lang="de-DE" dirty="0" smtClean="0"/>
              <a:t>/</a:t>
            </a:r>
            <a:r>
              <a:rPr lang="de-DE" dirty="0" err="1" smtClean="0"/>
              <a:t>set</a:t>
            </a:r>
            <a:r>
              <a:rPr lang="de-DE" dirty="0" smtClean="0"/>
              <a:t> </a:t>
            </a:r>
            <a:r>
              <a:rPr lang="de-DE" dirty="0" err="1" smtClean="0"/>
              <a:t>element</a:t>
            </a:r>
            <a:endParaRPr lang="de-D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delete</a:t>
            </a:r>
            <a:r>
              <a:rPr lang="de-DE" dirty="0" smtClean="0"/>
              <a:t> </a:t>
            </a:r>
            <a:r>
              <a:rPr lang="de-DE" dirty="0" err="1" smtClean="0"/>
              <a:t>element</a:t>
            </a:r>
            <a:r>
              <a:rPr lang="de-DE" dirty="0" smtClean="0"/>
              <a:t> </a:t>
            </a:r>
            <a:r>
              <a:rPr lang="de-DE" dirty="0" err="1" smtClean="0"/>
              <a:t>list</a:t>
            </a:r>
            <a:endParaRPr lang="de-DE" dirty="0" smtClean="0"/>
          </a:p>
          <a:p>
            <a:endParaRPr lang="en-US" dirty="0"/>
          </a:p>
        </p:txBody>
      </p:sp>
      <p:sp>
        <p:nvSpPr>
          <p:cNvPr id="21" name="Textfeld 20"/>
          <p:cNvSpPr txBox="1"/>
          <p:nvPr/>
        </p:nvSpPr>
        <p:spPr>
          <a:xfrm>
            <a:off x="5056820" y="1857598"/>
            <a:ext cx="14095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indexAll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 smtClean="0"/>
              <a:t>indexNew</a:t>
            </a:r>
            <a:endParaRPr lang="de-DE" dirty="0" smtClean="0"/>
          </a:p>
        </p:txBody>
      </p:sp>
      <p:cxnSp>
        <p:nvCxnSpPr>
          <p:cNvPr id="23" name="Gerade Verbindung mit Pfeil 22"/>
          <p:cNvCxnSpPr/>
          <p:nvPr/>
        </p:nvCxnSpPr>
        <p:spPr>
          <a:xfrm>
            <a:off x="4849180" y="5518500"/>
            <a:ext cx="0" cy="4370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>
            <a:off x="4855549" y="4277172"/>
            <a:ext cx="0" cy="1620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/>
          <p:nvPr/>
        </p:nvCxnSpPr>
        <p:spPr>
          <a:xfrm flipH="1">
            <a:off x="4849180" y="3520822"/>
            <a:ext cx="6370" cy="2390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ylinder 32"/>
          <p:cNvSpPr/>
          <p:nvPr/>
        </p:nvSpPr>
        <p:spPr>
          <a:xfrm>
            <a:off x="1168388" y="4558886"/>
            <a:ext cx="720080" cy="86834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GIT</a:t>
            </a:r>
          </a:p>
          <a:p>
            <a:pPr algn="ctr"/>
            <a:r>
              <a:rPr lang="de-DE" dirty="0" smtClean="0"/>
              <a:t>HUB</a:t>
            </a:r>
            <a:endParaRPr lang="en-US" dirty="0"/>
          </a:p>
        </p:txBody>
      </p:sp>
      <p:sp>
        <p:nvSpPr>
          <p:cNvPr id="34" name="Textfeld 33"/>
          <p:cNvSpPr txBox="1"/>
          <p:nvPr/>
        </p:nvSpPr>
        <p:spPr>
          <a:xfrm>
            <a:off x="107504" y="4706325"/>
            <a:ext cx="963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Revision</a:t>
            </a:r>
          </a:p>
          <a:p>
            <a:r>
              <a:rPr lang="de-DE" dirty="0" smtClean="0"/>
              <a:t>Version</a:t>
            </a:r>
            <a:endParaRPr lang="en-US" dirty="0"/>
          </a:p>
        </p:txBody>
      </p:sp>
      <p:cxnSp>
        <p:nvCxnSpPr>
          <p:cNvPr id="35" name="Gerade Verbindung mit Pfeil 34"/>
          <p:cNvCxnSpPr/>
          <p:nvPr/>
        </p:nvCxnSpPr>
        <p:spPr>
          <a:xfrm>
            <a:off x="1528428" y="4383514"/>
            <a:ext cx="0" cy="1620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0663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3876" y="836712"/>
            <a:ext cx="8229600" cy="1143000"/>
          </a:xfrm>
        </p:spPr>
        <p:txBody>
          <a:bodyPr/>
          <a:lstStyle/>
          <a:p>
            <a:r>
              <a:rPr lang="de-DE" dirty="0" smtClean="0"/>
              <a:t>DDI-</a:t>
            </a:r>
            <a:r>
              <a:rPr lang="de-DE" dirty="0" err="1" smtClean="0"/>
              <a:t>FlatDB</a:t>
            </a:r>
            <a:r>
              <a:rPr lang="de-DE" dirty="0" smtClean="0"/>
              <a:t>: Split-</a:t>
            </a:r>
            <a:r>
              <a:rPr lang="de-DE" dirty="0" err="1" smtClean="0"/>
              <a:t>Process</a:t>
            </a:r>
            <a:endParaRPr lang="en-US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705418"/>
              </p:ext>
            </p:extLst>
          </p:nvPr>
        </p:nvGraphicFramePr>
        <p:xfrm>
          <a:off x="516233" y="1677786"/>
          <a:ext cx="8229600" cy="1540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feld 4"/>
          <p:cNvSpPr txBox="1"/>
          <p:nvPr/>
        </p:nvSpPr>
        <p:spPr>
          <a:xfrm>
            <a:off x="251520" y="3212976"/>
            <a:ext cx="8121134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# Attention: Order is important due to DDI Sequence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 err="1"/>
              <a:t>ddiinstance.note</a:t>
            </a:r>
            <a:r>
              <a:rPr lang="en-US" sz="1400" dirty="0"/>
              <a:t> = /</a:t>
            </a:r>
            <a:r>
              <a:rPr lang="en-US" sz="1400" dirty="0" err="1"/>
              <a:t>DDIInstance</a:t>
            </a:r>
            <a:r>
              <a:rPr lang="en-US" sz="1400" dirty="0"/>
              <a:t>/</a:t>
            </a:r>
            <a:r>
              <a:rPr lang="en-US" sz="1400" dirty="0" err="1"/>
              <a:t>ResourcePackage</a:t>
            </a:r>
            <a:r>
              <a:rPr lang="en-US" sz="1400" dirty="0"/>
              <a:t>/Note</a:t>
            </a:r>
          </a:p>
          <a:p>
            <a:r>
              <a:rPr lang="en-US" sz="1400" dirty="0" err="1"/>
              <a:t>ddiinstance.variablescheme.variable</a:t>
            </a:r>
            <a:r>
              <a:rPr lang="en-US" sz="1400" dirty="0"/>
              <a:t> = /</a:t>
            </a:r>
            <a:r>
              <a:rPr lang="en-US" sz="1400" dirty="0" err="1"/>
              <a:t>DDIInstance</a:t>
            </a:r>
            <a:r>
              <a:rPr lang="en-US" sz="1400" dirty="0"/>
              <a:t>/</a:t>
            </a:r>
            <a:r>
              <a:rPr lang="en-US" sz="1400" dirty="0" err="1"/>
              <a:t>ResourcePackage</a:t>
            </a:r>
            <a:r>
              <a:rPr lang="en-US" sz="1400" dirty="0"/>
              <a:t>/</a:t>
            </a:r>
            <a:r>
              <a:rPr lang="en-US" sz="1400" dirty="0" err="1"/>
              <a:t>VariableScheme</a:t>
            </a:r>
            <a:r>
              <a:rPr lang="en-US" sz="1400" dirty="0"/>
              <a:t>/Variable</a:t>
            </a:r>
          </a:p>
          <a:p>
            <a:r>
              <a:rPr lang="en-US" sz="1400" dirty="0" err="1"/>
              <a:t>ddiinstance.variablescheme</a:t>
            </a:r>
            <a:r>
              <a:rPr lang="en-US" sz="1400" dirty="0"/>
              <a:t> = /</a:t>
            </a:r>
            <a:r>
              <a:rPr lang="en-US" sz="1400" dirty="0" err="1"/>
              <a:t>DDIInstance</a:t>
            </a:r>
            <a:r>
              <a:rPr lang="en-US" sz="1400" dirty="0"/>
              <a:t>/</a:t>
            </a:r>
            <a:r>
              <a:rPr lang="en-US" sz="1400" dirty="0" err="1"/>
              <a:t>ResourcePackage</a:t>
            </a:r>
            <a:r>
              <a:rPr lang="en-US" sz="1400" dirty="0"/>
              <a:t>/</a:t>
            </a:r>
            <a:r>
              <a:rPr lang="en-US" sz="1400" dirty="0" err="1"/>
              <a:t>VariableScheme</a:t>
            </a:r>
            <a:endParaRPr lang="en-US" sz="1400" dirty="0"/>
          </a:p>
          <a:p>
            <a:r>
              <a:rPr lang="en-US" sz="1400" dirty="0" err="1"/>
              <a:t>ddiinstance.questionscheme.item</a:t>
            </a:r>
            <a:r>
              <a:rPr lang="en-US" sz="1400" dirty="0"/>
              <a:t> = /</a:t>
            </a:r>
            <a:r>
              <a:rPr lang="en-US" sz="1400" dirty="0" err="1"/>
              <a:t>DDIInstance</a:t>
            </a:r>
            <a:r>
              <a:rPr lang="en-US" sz="1400" dirty="0"/>
              <a:t>/</a:t>
            </a:r>
            <a:r>
              <a:rPr lang="en-US" sz="1400" dirty="0" err="1"/>
              <a:t>ResourcePackage</a:t>
            </a:r>
            <a:r>
              <a:rPr lang="en-US" sz="1400" dirty="0"/>
              <a:t>/</a:t>
            </a:r>
            <a:r>
              <a:rPr lang="en-US" sz="1400" dirty="0" err="1"/>
              <a:t>QuestionScheme</a:t>
            </a:r>
            <a:r>
              <a:rPr lang="en-US" sz="1400" dirty="0"/>
              <a:t>/</a:t>
            </a:r>
            <a:r>
              <a:rPr lang="en-US" sz="1400" dirty="0" err="1"/>
              <a:t>QuestionItem</a:t>
            </a:r>
            <a:endParaRPr lang="en-US" sz="1400" dirty="0"/>
          </a:p>
          <a:p>
            <a:r>
              <a:rPr lang="en-US" sz="1400" dirty="0" err="1"/>
              <a:t>ddiinstance.questionscheme</a:t>
            </a:r>
            <a:r>
              <a:rPr lang="en-US" sz="1400" dirty="0"/>
              <a:t>= /</a:t>
            </a:r>
            <a:r>
              <a:rPr lang="en-US" sz="1400" dirty="0" err="1"/>
              <a:t>DDIInstance</a:t>
            </a:r>
            <a:r>
              <a:rPr lang="en-US" sz="1400" dirty="0"/>
              <a:t>/</a:t>
            </a:r>
            <a:r>
              <a:rPr lang="en-US" sz="1400" dirty="0" err="1"/>
              <a:t>ResourcePackage</a:t>
            </a:r>
            <a:r>
              <a:rPr lang="en-US" sz="1400" dirty="0"/>
              <a:t>/</a:t>
            </a:r>
            <a:r>
              <a:rPr lang="en-US" sz="1400" dirty="0" err="1"/>
              <a:t>QuestionScheme</a:t>
            </a:r>
            <a:endParaRPr lang="en-US" sz="1400" dirty="0"/>
          </a:p>
          <a:p>
            <a:r>
              <a:rPr lang="en-US" sz="1400" dirty="0" err="1"/>
              <a:t>ddiinstance</a:t>
            </a:r>
            <a:r>
              <a:rPr lang="en-US" sz="1400" dirty="0"/>
              <a:t> = /</a:t>
            </a:r>
            <a:r>
              <a:rPr lang="en-US" sz="1400" dirty="0" err="1"/>
              <a:t>DDIInstance</a:t>
            </a:r>
            <a:endParaRPr lang="en-US" sz="14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106969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Würfel 40"/>
          <p:cNvSpPr/>
          <p:nvPr/>
        </p:nvSpPr>
        <p:spPr>
          <a:xfrm>
            <a:off x="2400780" y="5392477"/>
            <a:ext cx="2053947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Variable Search</a:t>
            </a:r>
            <a:endParaRPr lang="en-US" dirty="0"/>
          </a:p>
        </p:txBody>
      </p:sp>
      <p:sp>
        <p:nvSpPr>
          <p:cNvPr id="48" name="Würfel 47"/>
          <p:cNvSpPr/>
          <p:nvPr/>
        </p:nvSpPr>
        <p:spPr>
          <a:xfrm>
            <a:off x="4211961" y="5392477"/>
            <a:ext cx="1122130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003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CBE</a:t>
            </a:r>
            <a:endParaRPr lang="en-US" dirty="0"/>
          </a:p>
        </p:txBody>
      </p:sp>
      <p:sp>
        <p:nvSpPr>
          <p:cNvPr id="38" name="Würfel 37"/>
          <p:cNvSpPr/>
          <p:nvPr/>
        </p:nvSpPr>
        <p:spPr>
          <a:xfrm>
            <a:off x="2400780" y="3601627"/>
            <a:ext cx="1126896" cy="2023409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Editor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1854" y="675081"/>
            <a:ext cx="8229600" cy="1143000"/>
          </a:xfrm>
        </p:spPr>
        <p:txBody>
          <a:bodyPr/>
          <a:lstStyle/>
          <a:p>
            <a:r>
              <a:rPr lang="de-DE" dirty="0" smtClean="0"/>
              <a:t>Integration</a:t>
            </a:r>
            <a:endParaRPr lang="en-US" dirty="0"/>
          </a:p>
        </p:txBody>
      </p:sp>
      <p:sp>
        <p:nvSpPr>
          <p:cNvPr id="4" name="Würfel 3"/>
          <p:cNvSpPr/>
          <p:nvPr/>
        </p:nvSpPr>
        <p:spPr>
          <a:xfrm>
            <a:off x="3305290" y="2708920"/>
            <a:ext cx="2916000" cy="2916324"/>
          </a:xfrm>
          <a:prstGeom prst="cube">
            <a:avLst>
              <a:gd name="adj" fmla="val 8755"/>
            </a:avLst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13"/>
          <p:cNvCxnSpPr/>
          <p:nvPr/>
        </p:nvCxnSpPr>
        <p:spPr>
          <a:xfrm>
            <a:off x="5069487" y="2981914"/>
            <a:ext cx="0" cy="264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4203010" y="2981914"/>
            <a:ext cx="0" cy="264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/>
          <p:cNvCxnSpPr/>
          <p:nvPr/>
        </p:nvCxnSpPr>
        <p:spPr>
          <a:xfrm rot="5400000">
            <a:off x="4628184" y="2538048"/>
            <a:ext cx="0" cy="264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/>
          <p:cNvCxnSpPr/>
          <p:nvPr/>
        </p:nvCxnSpPr>
        <p:spPr>
          <a:xfrm rot="5400000">
            <a:off x="4628002" y="3402144"/>
            <a:ext cx="0" cy="264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Würfel 5"/>
          <p:cNvSpPr/>
          <p:nvPr/>
        </p:nvSpPr>
        <p:spPr>
          <a:xfrm>
            <a:off x="4133383" y="3861048"/>
            <a:ext cx="936104" cy="936000"/>
          </a:xfrm>
          <a:prstGeom prst="cube">
            <a:avLst>
              <a:gd name="adj" fmla="val 8587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DDI-</a:t>
            </a:r>
            <a:r>
              <a:rPr lang="de-DE" sz="1600" dirty="0" err="1" smtClean="0"/>
              <a:t>FlatDB</a:t>
            </a:r>
            <a:endParaRPr lang="en-US" dirty="0"/>
          </a:p>
        </p:txBody>
      </p:sp>
      <p:cxnSp>
        <p:nvCxnSpPr>
          <p:cNvPr id="32" name="Gerade Verbindung 31"/>
          <p:cNvCxnSpPr/>
          <p:nvPr/>
        </p:nvCxnSpPr>
        <p:spPr>
          <a:xfrm flipH="1">
            <a:off x="5961196" y="3599207"/>
            <a:ext cx="262800" cy="2628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/>
        </p:nvCxnSpPr>
        <p:spPr>
          <a:xfrm flipH="1">
            <a:off x="5962155" y="4463303"/>
            <a:ext cx="262800" cy="2628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 flipH="1">
            <a:off x="5071290" y="2705580"/>
            <a:ext cx="262800" cy="2628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 flipH="1">
            <a:off x="4203854" y="2708920"/>
            <a:ext cx="262800" cy="2628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feld 36"/>
          <p:cNvSpPr txBox="1"/>
          <p:nvPr/>
        </p:nvSpPr>
        <p:spPr>
          <a:xfrm>
            <a:off x="3953074" y="3203684"/>
            <a:ext cx="12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>
                <a:solidFill>
                  <a:schemeClr val="bg1"/>
                </a:solidFill>
              </a:rPr>
              <a:t>DDI-</a:t>
            </a:r>
            <a:r>
              <a:rPr lang="de-DE" dirty="0" err="1" smtClean="0">
                <a:solidFill>
                  <a:schemeClr val="bg1"/>
                </a:solidFill>
              </a:rPr>
              <a:t>Entities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2" name="Würfel 41"/>
          <p:cNvSpPr/>
          <p:nvPr/>
        </p:nvSpPr>
        <p:spPr>
          <a:xfrm>
            <a:off x="2411760" y="1816460"/>
            <a:ext cx="2031075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001">
            <a:schemeClr val="dk2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Reporting Tool</a:t>
            </a:r>
            <a:endParaRPr lang="en-US" dirty="0"/>
          </a:p>
        </p:txBody>
      </p:sp>
      <p:sp>
        <p:nvSpPr>
          <p:cNvPr id="43" name="Würfel 42"/>
          <p:cNvSpPr/>
          <p:nvPr/>
        </p:nvSpPr>
        <p:spPr>
          <a:xfrm>
            <a:off x="5087948" y="1818081"/>
            <a:ext cx="1137007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003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DBK Edit</a:t>
            </a:r>
            <a:endParaRPr lang="en-US" dirty="0"/>
          </a:p>
        </p:txBody>
      </p:sp>
      <p:sp>
        <p:nvSpPr>
          <p:cNvPr id="46" name="Würfel 45"/>
          <p:cNvSpPr/>
          <p:nvPr/>
        </p:nvSpPr>
        <p:spPr>
          <a:xfrm>
            <a:off x="5991068" y="4502620"/>
            <a:ext cx="1137007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003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DBK Portal</a:t>
            </a:r>
            <a:endParaRPr lang="en-US" dirty="0"/>
          </a:p>
        </p:txBody>
      </p:sp>
      <p:sp>
        <p:nvSpPr>
          <p:cNvPr id="45" name="Würfel 44"/>
          <p:cNvSpPr/>
          <p:nvPr/>
        </p:nvSpPr>
        <p:spPr>
          <a:xfrm>
            <a:off x="5987213" y="3602867"/>
            <a:ext cx="1137007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003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GLES</a:t>
            </a:r>
          </a:p>
          <a:p>
            <a:pPr algn="ctr"/>
            <a:r>
              <a:rPr lang="de-DE" sz="1200" dirty="0" err="1"/>
              <a:t>Question</a:t>
            </a:r>
            <a:endParaRPr lang="de-DE" sz="1200" dirty="0"/>
          </a:p>
          <a:p>
            <a:pPr algn="ctr"/>
            <a:r>
              <a:rPr lang="de-DE" sz="1200" dirty="0"/>
              <a:t>&amp; </a:t>
            </a:r>
          </a:p>
          <a:p>
            <a:pPr algn="ctr"/>
            <a:r>
              <a:rPr lang="de-DE" sz="1200" dirty="0"/>
              <a:t>Items</a:t>
            </a:r>
            <a:endParaRPr lang="en-US" sz="1200" dirty="0"/>
          </a:p>
        </p:txBody>
      </p:sp>
      <p:sp>
        <p:nvSpPr>
          <p:cNvPr id="44" name="Würfel 43"/>
          <p:cNvSpPr/>
          <p:nvPr/>
        </p:nvSpPr>
        <p:spPr>
          <a:xfrm>
            <a:off x="5991069" y="2705580"/>
            <a:ext cx="1137007" cy="1123814"/>
          </a:xfrm>
          <a:prstGeom prst="cube">
            <a:avLst>
              <a:gd name="adj" fmla="val 22572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003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DSDM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698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Configurable</a:t>
            </a:r>
            <a:r>
              <a:rPr lang="de-DE" dirty="0" smtClean="0"/>
              <a:t> DDI Entity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gesis31.StudyUnit.ID.path=//</a:t>
            </a:r>
            <a:r>
              <a:rPr lang="en-US" sz="1400" dirty="0" err="1"/>
              <a:t>StudyUnit</a:t>
            </a:r>
            <a:r>
              <a:rPr lang="en-US" sz="1400" dirty="0"/>
              <a:t>/@id</a:t>
            </a:r>
          </a:p>
          <a:p>
            <a:r>
              <a:rPr lang="en-US" sz="1400" dirty="0"/>
              <a:t>gesis31.StudyUnit.Title.path=//</a:t>
            </a:r>
            <a:r>
              <a:rPr lang="en-US" sz="1400" dirty="0" err="1"/>
              <a:t>StudyUnit</a:t>
            </a:r>
            <a:r>
              <a:rPr lang="en-US" sz="1400" dirty="0"/>
              <a:t>/Citation/Title[</a:t>
            </a:r>
            <a:r>
              <a:rPr lang="en-US" sz="1400" u="sng" dirty="0"/>
              <a:t>@</a:t>
            </a:r>
            <a:r>
              <a:rPr lang="en-US" sz="1400" u="sng" dirty="0" err="1"/>
              <a:t>lang</a:t>
            </a:r>
            <a:r>
              <a:rPr lang="en-US" sz="1400" u="sng" dirty="0"/>
              <a:t>='%</a:t>
            </a:r>
            <a:r>
              <a:rPr lang="en-US" sz="1400" u="sng" dirty="0" err="1"/>
              <a:t>lang</a:t>
            </a:r>
            <a:r>
              <a:rPr lang="en-US" sz="1400" u="sng" dirty="0"/>
              <a:t>%']/text()</a:t>
            </a:r>
          </a:p>
          <a:p>
            <a:r>
              <a:rPr lang="en-US" sz="1400" dirty="0"/>
              <a:t>gesis31.StudyUnit.UserId.path=//</a:t>
            </a:r>
            <a:r>
              <a:rPr lang="en-US" sz="1400" dirty="0" err="1"/>
              <a:t>StudyUnit</a:t>
            </a:r>
            <a:r>
              <a:rPr lang="en-US" sz="1400" dirty="0"/>
              <a:t>/</a:t>
            </a:r>
            <a:r>
              <a:rPr lang="en-US" sz="1400" dirty="0" err="1"/>
              <a:t>UserID</a:t>
            </a:r>
            <a:r>
              <a:rPr lang="en-US" sz="1400" dirty="0"/>
              <a:t>/text()</a:t>
            </a:r>
          </a:p>
          <a:p>
            <a:r>
              <a:rPr lang="en-US" sz="1400" dirty="0"/>
              <a:t>gesis31.StudyUnit.UserIdType.path=//</a:t>
            </a:r>
            <a:r>
              <a:rPr lang="en-US" sz="1400" dirty="0" err="1"/>
              <a:t>StudyUnit</a:t>
            </a:r>
            <a:r>
              <a:rPr lang="en-US" sz="1400" dirty="0"/>
              <a:t>/</a:t>
            </a:r>
            <a:r>
              <a:rPr lang="en-US" sz="1400" dirty="0" err="1"/>
              <a:t>UserID</a:t>
            </a:r>
            <a:r>
              <a:rPr lang="en-US" sz="1400" dirty="0"/>
              <a:t>/@type</a:t>
            </a:r>
          </a:p>
          <a:p>
            <a:r>
              <a:rPr lang="en-US" sz="1400" dirty="0"/>
              <a:t>gesis31.StudyUnit.Creator.path=//Citation/Creator</a:t>
            </a:r>
          </a:p>
          <a:p>
            <a:r>
              <a:rPr lang="en-US" sz="1400" dirty="0"/>
              <a:t>gesis31.StudyUnit.Creator.Name.path=text()</a:t>
            </a:r>
          </a:p>
          <a:p>
            <a:r>
              <a:rPr lang="en-US" sz="1400" dirty="0"/>
              <a:t>gesis31.StudyUnit.Creator.Affiliation.path=@affiliation</a:t>
            </a:r>
          </a:p>
          <a:p>
            <a:r>
              <a:rPr lang="en-US" sz="1400" dirty="0"/>
              <a:t>gesis31.StudyUnit.Creator.Role.path=@role</a:t>
            </a:r>
          </a:p>
          <a:p>
            <a:r>
              <a:rPr lang="en-US" sz="1400" dirty="0"/>
              <a:t>gesis31.StudyUnit.Contributor.path=//Citation/Contributor</a:t>
            </a:r>
          </a:p>
          <a:p>
            <a:r>
              <a:rPr lang="en-US" sz="1400" dirty="0"/>
              <a:t>gesis31.StudyUnit.Contributor.Name.path=text()</a:t>
            </a:r>
          </a:p>
          <a:p>
            <a:r>
              <a:rPr lang="en-US" sz="1400" dirty="0"/>
              <a:t>gesis31.StudyUnit.Contributor.Affiliation.path=@affiliation</a:t>
            </a:r>
          </a:p>
          <a:p>
            <a:r>
              <a:rPr lang="en-US" sz="1400" dirty="0"/>
              <a:t>gesis31.StudyUnit.Contributor.Role.path=@role</a:t>
            </a:r>
          </a:p>
          <a:p>
            <a:r>
              <a:rPr lang="en-US" sz="1400" dirty="0"/>
              <a:t>gesis31.StudyUnit.Publisher.ldep=false</a:t>
            </a:r>
          </a:p>
          <a:p>
            <a:r>
              <a:rPr lang="en-US" sz="1400" dirty="0"/>
              <a:t>gesis31.StudyUnit.Publisher.multi=false</a:t>
            </a:r>
          </a:p>
          <a:p>
            <a:r>
              <a:rPr lang="en-US" sz="1400" dirty="0"/>
              <a:t>gesis31.StudyUnit.Publisher.path=//Publisher/text()</a:t>
            </a:r>
          </a:p>
          <a:p>
            <a:r>
              <a:rPr lang="en-US" sz="1400" dirty="0"/>
              <a:t>gesis31.StudyUnit.PublicationYear.path=//</a:t>
            </a:r>
            <a:r>
              <a:rPr lang="en-US" sz="1400" dirty="0" err="1"/>
              <a:t>PublicationDate</a:t>
            </a:r>
            <a:r>
              <a:rPr lang="en-US" sz="1400" dirty="0"/>
              <a:t>/</a:t>
            </a:r>
            <a:r>
              <a:rPr lang="en-US" sz="1400" dirty="0" err="1"/>
              <a:t>SimpleDate</a:t>
            </a:r>
            <a:r>
              <a:rPr lang="en-US" sz="1400" dirty="0"/>
              <a:t>/text()</a:t>
            </a:r>
          </a:p>
          <a:p>
            <a:r>
              <a:rPr lang="en-US" sz="1400" dirty="0"/>
              <a:t>gesis31.StudyUnit.Content.path=//</a:t>
            </a:r>
            <a:r>
              <a:rPr lang="en-US" sz="1400" dirty="0" err="1"/>
              <a:t>StudyUnit</a:t>
            </a:r>
            <a:r>
              <a:rPr lang="en-US" sz="1400" dirty="0"/>
              <a:t>/Abstract/Content[</a:t>
            </a:r>
            <a:r>
              <a:rPr lang="en-US" sz="1400" u="sng" dirty="0"/>
              <a:t>@</a:t>
            </a:r>
            <a:r>
              <a:rPr lang="en-US" sz="1400" u="sng" dirty="0" err="1"/>
              <a:t>lang</a:t>
            </a:r>
            <a:r>
              <a:rPr lang="en-US" sz="1400" u="sng" dirty="0"/>
              <a:t>='%</a:t>
            </a:r>
            <a:r>
              <a:rPr lang="en-US" sz="1400" u="sng" dirty="0" err="1"/>
              <a:t>lang</a:t>
            </a:r>
            <a:r>
              <a:rPr lang="en-US" sz="1400" u="sng" dirty="0"/>
              <a:t>%']/text()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4963810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Current</a:t>
            </a:r>
            <a:r>
              <a:rPr lang="de-DE" dirty="0" smtClean="0"/>
              <a:t> Softwaretools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Variable Reporttool (Evaluation Phase)</a:t>
            </a:r>
          </a:p>
          <a:p>
            <a:r>
              <a:rPr lang="de-DE" dirty="0" smtClean="0"/>
              <a:t>DDI Editor (</a:t>
            </a:r>
            <a:r>
              <a:rPr lang="de-DE" dirty="0" err="1" smtClean="0"/>
              <a:t>Prototypes</a:t>
            </a:r>
            <a:r>
              <a:rPr lang="de-DE" dirty="0" smtClean="0"/>
              <a:t>)</a:t>
            </a:r>
          </a:p>
          <a:p>
            <a:r>
              <a:rPr lang="de-DE" dirty="0" err="1" smtClean="0"/>
              <a:t>Question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Variable Search (</a:t>
            </a:r>
            <a:r>
              <a:rPr lang="de-DE" dirty="0" err="1" smtClean="0"/>
              <a:t>Prototypes</a:t>
            </a:r>
            <a:r>
              <a:rPr lang="de-DE" dirty="0" smtClean="0"/>
              <a:t>)</a:t>
            </a:r>
          </a:p>
          <a:p>
            <a:r>
              <a:rPr lang="de-DE" dirty="0" smtClean="0"/>
              <a:t>GLES </a:t>
            </a:r>
            <a:r>
              <a:rPr lang="de-DE" dirty="0" err="1" smtClean="0"/>
              <a:t>Question</a:t>
            </a:r>
            <a:r>
              <a:rPr lang="de-DE" dirty="0" smtClean="0"/>
              <a:t> Designer </a:t>
            </a:r>
            <a:r>
              <a:rPr lang="de-DE" dirty="0" err="1" smtClean="0"/>
              <a:t>and</a:t>
            </a:r>
            <a:r>
              <a:rPr lang="de-DE" dirty="0" smtClean="0"/>
              <a:t> Editor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00786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500062"/>
          </a:xfrm>
        </p:spPr>
        <p:txBody>
          <a:bodyPr/>
          <a:lstStyle/>
          <a:p>
            <a:r>
              <a:rPr lang="de-DE" dirty="0" smtClean="0"/>
              <a:t>Report Tool</a:t>
            </a:r>
            <a:endParaRPr lang="en-US" dirty="0"/>
          </a:p>
        </p:txBody>
      </p:sp>
      <p:pic>
        <p:nvPicPr>
          <p:cNvPr id="1026" name="2CF0EA2C-1B25-4F05-AFAE-C5EE70F9C9D3" descr="38460329-2878-4A74-AAA7-91F026AC3F37@ge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7729538" cy="516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06634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/>
          <a:lstStyle/>
          <a:p>
            <a:r>
              <a:rPr lang="de-DE" dirty="0" smtClean="0"/>
              <a:t>Reporting Tool: Workflow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71441"/>
            <a:ext cx="8229600" cy="4015306"/>
          </a:xfrm>
        </p:spPr>
      </p:pic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3855514421"/>
              </p:ext>
            </p:extLst>
          </p:nvPr>
        </p:nvGraphicFramePr>
        <p:xfrm>
          <a:off x="251520" y="1412776"/>
          <a:ext cx="8568952" cy="1455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96170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>
            <a:normAutofit/>
          </a:bodyPr>
          <a:lstStyle/>
          <a:p>
            <a:r>
              <a:rPr lang="de-DE" dirty="0" smtClean="0"/>
              <a:t>Editor: </a:t>
            </a:r>
            <a:r>
              <a:rPr lang="de-DE" dirty="0" err="1" smtClean="0"/>
              <a:t>Studydescription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72816"/>
            <a:ext cx="8229600" cy="3782008"/>
          </a:xfrm>
        </p:spPr>
      </p:pic>
    </p:spTree>
    <p:extLst>
      <p:ext uri="{BB962C8B-B14F-4D97-AF65-F5344CB8AC3E}">
        <p14:creationId xmlns:p14="http://schemas.microsoft.com/office/powerpoint/2010/main" val="19456387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143000"/>
          </a:xfrm>
        </p:spPr>
        <p:txBody>
          <a:bodyPr/>
          <a:lstStyle/>
          <a:p>
            <a:r>
              <a:rPr lang="de-DE" dirty="0" smtClean="0"/>
              <a:t>Editor: Other </a:t>
            </a:r>
            <a:r>
              <a:rPr lang="de-DE" dirty="0" err="1" smtClean="0"/>
              <a:t>content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8229600" cy="3428279"/>
          </a:xfrm>
        </p:spPr>
      </p:pic>
    </p:spTree>
    <p:extLst>
      <p:ext uri="{BB962C8B-B14F-4D97-AF65-F5344CB8AC3E}">
        <p14:creationId xmlns:p14="http://schemas.microsoft.com/office/powerpoint/2010/main" val="2337730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/>
          <a:lstStyle/>
          <a:p>
            <a:r>
              <a:rPr lang="de-DE" dirty="0" smtClean="0"/>
              <a:t>Editor: </a:t>
            </a:r>
            <a:r>
              <a:rPr lang="de-DE" dirty="0" err="1" smtClean="0"/>
              <a:t>Creator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44737"/>
            <a:ext cx="8229600" cy="4068714"/>
          </a:xfrm>
        </p:spPr>
      </p:pic>
    </p:spTree>
    <p:extLst>
      <p:ext uri="{BB962C8B-B14F-4D97-AF65-F5344CB8AC3E}">
        <p14:creationId xmlns:p14="http://schemas.microsoft.com/office/powerpoint/2010/main" val="43649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143000"/>
          </a:xfrm>
        </p:spPr>
        <p:txBody>
          <a:bodyPr/>
          <a:lstStyle/>
          <a:p>
            <a:r>
              <a:rPr lang="de-DE" dirty="0" smtClean="0"/>
              <a:t>Editor: Content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82293"/>
            <a:ext cx="8229600" cy="4193601"/>
          </a:xfrm>
        </p:spPr>
      </p:pic>
    </p:spTree>
    <p:extLst>
      <p:ext uri="{BB962C8B-B14F-4D97-AF65-F5344CB8AC3E}">
        <p14:creationId xmlns:p14="http://schemas.microsoft.com/office/powerpoint/2010/main" val="33020455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/>
          <a:lstStyle/>
          <a:p>
            <a:r>
              <a:rPr lang="de-DE" dirty="0" smtClean="0"/>
              <a:t>Editor: Edit </a:t>
            </a:r>
            <a:r>
              <a:rPr lang="de-DE" dirty="0" err="1" smtClean="0"/>
              <a:t>and</a:t>
            </a:r>
            <a:r>
              <a:rPr lang="de-DE" dirty="0" smtClean="0"/>
              <a:t> Store</a:t>
            </a:r>
            <a:endParaRPr lang="en-US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263924"/>
              </p:ext>
            </p:extLst>
          </p:nvPr>
        </p:nvGraphicFramePr>
        <p:xfrm>
          <a:off x="467544" y="1700808"/>
          <a:ext cx="8229600" cy="1540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434642"/>
              </p:ext>
            </p:extLst>
          </p:nvPr>
        </p:nvGraphicFramePr>
        <p:xfrm>
          <a:off x="539552" y="3140968"/>
          <a:ext cx="8229600" cy="1540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9555264"/>
              </p:ext>
            </p:extLst>
          </p:nvPr>
        </p:nvGraphicFramePr>
        <p:xfrm>
          <a:off x="611560" y="5013176"/>
          <a:ext cx="8229600" cy="1540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0055075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Question</a:t>
            </a:r>
            <a:r>
              <a:rPr lang="de-DE" dirty="0" smtClean="0"/>
              <a:t> &amp; Variable Search</a:t>
            </a:r>
            <a:endParaRPr lang="en-US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002901"/>
              </p:ext>
            </p:extLst>
          </p:nvPr>
        </p:nvGraphicFramePr>
        <p:xfrm>
          <a:off x="457200" y="2500313"/>
          <a:ext cx="8229600" cy="1432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005064"/>
            <a:ext cx="1440426" cy="1440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Zylinder 30"/>
          <p:cNvSpPr/>
          <p:nvPr/>
        </p:nvSpPr>
        <p:spPr>
          <a:xfrm>
            <a:off x="4937415" y="4005064"/>
            <a:ext cx="952872" cy="109812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Elastic</a:t>
            </a:r>
            <a:r>
              <a:rPr lang="de-DE" dirty="0" smtClean="0"/>
              <a:t> Search Index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05064"/>
            <a:ext cx="1708742" cy="166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Inhaltsplatzhalter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858357"/>
            <a:ext cx="2927484" cy="139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855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/>
          <a:lstStyle/>
          <a:p>
            <a:r>
              <a:rPr lang="de-DE" dirty="0" smtClean="0"/>
              <a:t>Variable Search</a:t>
            </a:r>
            <a:endParaRPr lang="en-US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8229600" cy="3911815"/>
          </a:xfrm>
        </p:spPr>
      </p:pic>
    </p:spTree>
    <p:extLst>
      <p:ext uri="{BB962C8B-B14F-4D97-AF65-F5344CB8AC3E}">
        <p14:creationId xmlns:p14="http://schemas.microsoft.com/office/powerpoint/2010/main" val="26504254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Summary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 smtClean="0"/>
              <a:t>Up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now</a:t>
            </a:r>
            <a:r>
              <a:rPr lang="de-DE" dirty="0" smtClean="0"/>
              <a:t> </a:t>
            </a:r>
            <a:r>
              <a:rPr lang="de-DE" dirty="0" err="1" smtClean="0"/>
              <a:t>architecture</a:t>
            </a:r>
            <a:r>
              <a:rPr lang="de-DE" dirty="0" smtClean="0"/>
              <a:t> </a:t>
            </a:r>
            <a:r>
              <a:rPr lang="de-DE" dirty="0" err="1" smtClean="0"/>
              <a:t>holds</a:t>
            </a:r>
            <a:endParaRPr lang="de-DE" dirty="0" smtClean="0"/>
          </a:p>
          <a:p>
            <a:pPr lvl="1"/>
            <a:r>
              <a:rPr lang="de-DE" dirty="0" smtClean="0"/>
              <a:t>Can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adapted</a:t>
            </a:r>
            <a:r>
              <a:rPr lang="de-DE" dirty="0" smtClean="0"/>
              <a:t>, </a:t>
            </a:r>
            <a:r>
              <a:rPr lang="de-DE" dirty="0" err="1" smtClean="0"/>
              <a:t>if</a:t>
            </a:r>
            <a:r>
              <a:rPr lang="de-DE" dirty="0" smtClean="0"/>
              <a:t> </a:t>
            </a:r>
            <a:r>
              <a:rPr lang="de-DE" dirty="0" err="1" smtClean="0"/>
              <a:t>functional</a:t>
            </a:r>
            <a:r>
              <a:rPr lang="de-DE" dirty="0" smtClean="0"/>
              <a:t> </a:t>
            </a:r>
            <a:r>
              <a:rPr lang="de-DE" dirty="0" err="1" smtClean="0"/>
              <a:t>requirement</a:t>
            </a:r>
            <a:r>
              <a:rPr lang="de-DE" dirty="0" smtClean="0"/>
              <a:t> </a:t>
            </a:r>
            <a:r>
              <a:rPr lang="de-DE" dirty="0" err="1" smtClean="0"/>
              <a:t>comes</a:t>
            </a:r>
            <a:r>
              <a:rPr lang="de-DE" dirty="0" smtClean="0"/>
              <a:t> </a:t>
            </a:r>
            <a:r>
              <a:rPr lang="de-DE" dirty="0" err="1" smtClean="0"/>
              <a:t>up</a:t>
            </a:r>
            <a:endParaRPr lang="de-DE" dirty="0" smtClean="0"/>
          </a:p>
          <a:p>
            <a:r>
              <a:rPr lang="de-DE" dirty="0" err="1" smtClean="0"/>
              <a:t>Overcomes</a:t>
            </a:r>
            <a:r>
              <a:rPr lang="de-DE" dirty="0" smtClean="0"/>
              <a:t> DDI </a:t>
            </a:r>
            <a:r>
              <a:rPr lang="de-DE" dirty="0" err="1" smtClean="0"/>
              <a:t>formats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dialects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9104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SIS">
  <a:themeElements>
    <a:clrScheme name="GESIS Farbschema">
      <a:dk1>
        <a:sysClr val="windowText" lastClr="000000"/>
      </a:dk1>
      <a:lt1>
        <a:srgbClr val="FFFFFF"/>
      </a:lt1>
      <a:dk2>
        <a:srgbClr val="445A6F"/>
      </a:dk2>
      <a:lt2>
        <a:srgbClr val="EAE5CE"/>
      </a:lt2>
      <a:accent1>
        <a:srgbClr val="FF6100"/>
      </a:accent1>
      <a:accent2>
        <a:srgbClr val="ACA690"/>
      </a:accent2>
      <a:accent3>
        <a:srgbClr val="FF6100"/>
      </a:accent3>
      <a:accent4>
        <a:srgbClr val="FF6100"/>
      </a:accent4>
      <a:accent5>
        <a:srgbClr val="FF6100"/>
      </a:accent5>
      <a:accent6>
        <a:srgbClr val="FF6100"/>
      </a:accent6>
      <a:hlink>
        <a:srgbClr val="445A6F"/>
      </a:hlink>
      <a:folHlink>
        <a:srgbClr val="445A6F"/>
      </a:folHlink>
    </a:clrScheme>
    <a:fontScheme name="GESIS PPT Arial">
      <a:majorFont>
        <a:latin typeface="Arial"/>
        <a:ea typeface="ヒラギノ角ゴ ProN W6"/>
        <a:cs typeface="ヒラギノ角ゴ ProN W6"/>
      </a:majorFont>
      <a:minorFont>
        <a:latin typeface="Arial"/>
        <a:ea typeface="ヒラギノ角ゴ ProN W6"/>
        <a:cs typeface="ヒラギノ角ゴ ProN W6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IIR Research</Template>
  <TotalTime>0</TotalTime>
  <Words>496</Words>
  <Application>Microsoft Office PowerPoint</Application>
  <PresentationFormat>Bildschirmpräsentation (4:3)</PresentationFormat>
  <Paragraphs>187</Paragraphs>
  <Slides>23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23</vt:i4>
      </vt:variant>
    </vt:vector>
  </HeadingPairs>
  <TitlesOfParts>
    <vt:vector size="25" baseType="lpstr">
      <vt:lpstr>Benutzerdefiniertes Design</vt:lpstr>
      <vt:lpstr>GESIS</vt:lpstr>
      <vt:lpstr>DDI - FlatDB </vt:lpstr>
      <vt:lpstr>Overview</vt:lpstr>
      <vt:lpstr>Why store DDI in a DB?</vt:lpstr>
      <vt:lpstr>Our idea</vt:lpstr>
      <vt:lpstr>DDI - FlatDB</vt:lpstr>
      <vt:lpstr>DDI Lifecycle</vt:lpstr>
      <vt:lpstr>DDI Lifecycle &amp; DDI Codebook</vt:lpstr>
      <vt:lpstr>DDI Lifecycle &amp; DDI Codebook Variables</vt:lpstr>
      <vt:lpstr>Architecture DDI-FlatDB</vt:lpstr>
      <vt:lpstr>DDI-FlatDB: Split-Process</vt:lpstr>
      <vt:lpstr>Integration</vt:lpstr>
      <vt:lpstr>Configurable DDI Entity</vt:lpstr>
      <vt:lpstr>Current Softwaretools</vt:lpstr>
      <vt:lpstr>Report Tool</vt:lpstr>
      <vt:lpstr>Reporting Tool: Workflow</vt:lpstr>
      <vt:lpstr>Editor: Studydescription</vt:lpstr>
      <vt:lpstr>Editor: Other content</vt:lpstr>
      <vt:lpstr>Editor: Creator</vt:lpstr>
      <vt:lpstr>Editor: Content</vt:lpstr>
      <vt:lpstr>Editor: Edit and Store</vt:lpstr>
      <vt:lpstr>Question &amp; Variable Search</vt:lpstr>
      <vt:lpstr>Variable Search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ReportTool</dc:title>
  <dc:creator>Klas, Claus-Peter</dc:creator>
  <cp:lastModifiedBy>Klas, Claus-Peter</cp:lastModifiedBy>
  <cp:revision>143</cp:revision>
  <dcterms:created xsi:type="dcterms:W3CDTF">2014-11-13T08:51:40Z</dcterms:created>
  <dcterms:modified xsi:type="dcterms:W3CDTF">2015-12-02T14:47:28Z</dcterms:modified>
</cp:coreProperties>
</file>