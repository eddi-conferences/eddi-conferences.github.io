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strictFirstAndLastChars="0" saveSubsetFonts="1">
  <p:sldMasterIdLst>
    <p:sldMasterId id="2147483662" r:id="rId3"/>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9144000"/>
  <p:notesSz cx="6858000" cy="9144000"/>
  <p:defaultText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 name="Shape 1"/>
        <p:cNvGrpSpPr/>
        <p:nvPr/>
      </p:nvGrpSpPr>
      <p:grpSpPr>
        <a:xfrm>
          <a:off x="0" y="0"/>
          <a:ext cx="0" cy="0"/>
          <a:chOff x="0" y="0"/>
          <a:chExt cx="0" cy="0"/>
        </a:xfrm>
      </p:grpSpPr>
      <p:sp>
        <p:nvSpPr>
          <p:cNvPr id="2" name="Shape 2"/>
          <p:cNvSpPr txBox="1"/>
          <p:nvPr>
            <p:ph idx="2" type="hdr"/>
          </p:nvPr>
        </p:nvSpPr>
        <p:spPr>
          <a:xfrm>
            <a:off x="0" y="0"/>
            <a:ext cx="2971799" cy="458788"/>
          </a:xfrm>
          <a:prstGeom prst="rect">
            <a:avLst/>
          </a:prstGeom>
          <a:noFill/>
          <a:ln>
            <a:noFill/>
          </a:ln>
        </p:spPr>
        <p:txBody>
          <a:bodyPr anchorCtr="0" anchor="t" bIns="91425" lIns="91425" rIns="91425" tIns="91425"/>
          <a:lstStyle>
            <a:lvl1pPr indent="0" marL="0" marR="0" rtl="0" algn="l">
              <a:spcBef>
                <a:spcPts val="0"/>
              </a:spcBef>
              <a:defRPr b="0" baseline="0" i="0" sz="1200" u="none" cap="none" strike="noStrike">
                <a:solidFill>
                  <a:schemeClr val="dk1"/>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3" name="Shape 3"/>
          <p:cNvSpPr txBox="1"/>
          <p:nvPr>
            <p:ph idx="10" type="dt"/>
          </p:nvPr>
        </p:nvSpPr>
        <p:spPr>
          <a:xfrm>
            <a:off x="3884612" y="0"/>
            <a:ext cx="2971799" cy="458788"/>
          </a:xfrm>
          <a:prstGeom prst="rect">
            <a:avLst/>
          </a:prstGeom>
          <a:noFill/>
          <a:ln>
            <a:noFill/>
          </a:ln>
        </p:spPr>
        <p:txBody>
          <a:bodyPr anchorCtr="0" anchor="t" bIns="91425" lIns="91425" rIns="91425" tIns="91425"/>
          <a:lstStyle>
            <a:lvl1pPr indent="0" marL="0" marR="0" rtl="0" algn="r">
              <a:spcBef>
                <a:spcPts val="0"/>
              </a:spcBef>
              <a:defRPr b="0" baseline="0" i="0" sz="1200" u="none" cap="none" strike="noStrike">
                <a:solidFill>
                  <a:schemeClr val="dk1"/>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4" name="Shape 4"/>
          <p:cNvSpPr/>
          <p:nvPr>
            <p:ph idx="3"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5" name="Shape 5"/>
          <p:cNvSpPr txBox="1"/>
          <p:nvPr>
            <p:ph idx="1" type="body"/>
          </p:nvPr>
        </p:nvSpPr>
        <p:spPr>
          <a:xfrm>
            <a:off x="685800" y="4400550"/>
            <a:ext cx="5486399" cy="3600450"/>
          </a:xfrm>
          <a:prstGeom prst="rect">
            <a:avLst/>
          </a:prstGeom>
          <a:noFill/>
          <a:ln>
            <a:noFill/>
          </a:ln>
        </p:spPr>
        <p:txBody>
          <a:bodyPr anchorCtr="0" anchor="t" bIns="91425" lIns="91425" rIns="91425" tIns="91425"/>
          <a:lstStyle>
            <a:lvl1pPr indent="0" marL="0" marR="0" rtl="0" algn="l">
              <a:spcBef>
                <a:spcPts val="0"/>
              </a:spcBef>
              <a:defRPr b="0" baseline="0" i="0" sz="1200" u="none" cap="none" strike="noStrike">
                <a:solidFill>
                  <a:schemeClr val="dk1"/>
                </a:solidFill>
                <a:latin typeface="Calibri"/>
                <a:ea typeface="Calibri"/>
                <a:cs typeface="Calibri"/>
                <a:sym typeface="Calibri"/>
              </a:defRPr>
            </a:lvl1pPr>
            <a:lvl2pPr indent="0" marL="457200" marR="0" rtl="0" algn="l">
              <a:spcBef>
                <a:spcPts val="0"/>
              </a:spcBef>
              <a:defRPr b="0" baseline="0" i="0" sz="1200" u="none" cap="none" strike="noStrike">
                <a:solidFill>
                  <a:schemeClr val="dk1"/>
                </a:solidFill>
                <a:latin typeface="Calibri"/>
                <a:ea typeface="Calibri"/>
                <a:cs typeface="Calibri"/>
                <a:sym typeface="Calibri"/>
              </a:defRPr>
            </a:lvl2pPr>
            <a:lvl3pPr indent="0" marL="914400" marR="0" rtl="0" algn="l">
              <a:spcBef>
                <a:spcPts val="0"/>
              </a:spcBef>
              <a:defRPr b="0" baseline="0" i="0" sz="1200" u="none" cap="none" strike="noStrike">
                <a:solidFill>
                  <a:schemeClr val="dk1"/>
                </a:solidFill>
                <a:latin typeface="Calibri"/>
                <a:ea typeface="Calibri"/>
                <a:cs typeface="Calibri"/>
                <a:sym typeface="Calibri"/>
              </a:defRPr>
            </a:lvl3pPr>
            <a:lvl4pPr indent="0" marL="1371600" marR="0" rtl="0" algn="l">
              <a:spcBef>
                <a:spcPts val="0"/>
              </a:spcBef>
              <a:defRPr b="0" baseline="0" i="0" sz="1200" u="none" cap="none" strike="noStrike">
                <a:solidFill>
                  <a:schemeClr val="dk1"/>
                </a:solidFill>
                <a:latin typeface="Calibri"/>
                <a:ea typeface="Calibri"/>
                <a:cs typeface="Calibri"/>
                <a:sym typeface="Calibri"/>
              </a:defRPr>
            </a:lvl4pPr>
            <a:lvl5pPr indent="0" marL="1828800" marR="0" rtl="0" algn="l">
              <a:spcBef>
                <a:spcPts val="0"/>
              </a:spcBef>
              <a:defRPr b="0" baseline="0" i="0" sz="1200" u="none" cap="none" strike="noStrike">
                <a:solidFill>
                  <a:schemeClr val="dk1"/>
                </a:solidFill>
                <a:latin typeface="Calibri"/>
                <a:ea typeface="Calibri"/>
                <a:cs typeface="Calibri"/>
                <a:sym typeface="Calibri"/>
              </a:defRPr>
            </a:lvl5pPr>
            <a:lvl6pPr indent="0" marL="2286000" marR="0" rtl="0" algn="l">
              <a:spcBef>
                <a:spcPts val="0"/>
              </a:spcBef>
              <a:defRPr b="0" baseline="0" i="0" sz="1200" u="none" cap="none" strike="noStrike">
                <a:solidFill>
                  <a:schemeClr val="dk1"/>
                </a:solidFill>
                <a:latin typeface="Calibri"/>
                <a:ea typeface="Calibri"/>
                <a:cs typeface="Calibri"/>
                <a:sym typeface="Calibri"/>
              </a:defRPr>
            </a:lvl6pPr>
            <a:lvl7pPr indent="0" marL="2743200" marR="0" rtl="0" algn="l">
              <a:spcBef>
                <a:spcPts val="0"/>
              </a:spcBef>
              <a:defRPr b="0" baseline="0" i="0" sz="1200" u="none" cap="none" strike="noStrike">
                <a:solidFill>
                  <a:schemeClr val="dk1"/>
                </a:solidFill>
                <a:latin typeface="Calibri"/>
                <a:ea typeface="Calibri"/>
                <a:cs typeface="Calibri"/>
                <a:sym typeface="Calibri"/>
              </a:defRPr>
            </a:lvl7pPr>
            <a:lvl8pPr indent="0" marL="3200400" marR="0" rtl="0" algn="l">
              <a:spcBef>
                <a:spcPts val="0"/>
              </a:spcBef>
              <a:defRPr b="0" baseline="0" i="0" sz="1200" u="none" cap="none" strike="noStrike">
                <a:solidFill>
                  <a:schemeClr val="dk1"/>
                </a:solidFill>
                <a:latin typeface="Calibri"/>
                <a:ea typeface="Calibri"/>
                <a:cs typeface="Calibri"/>
                <a:sym typeface="Calibri"/>
              </a:defRPr>
            </a:lvl8pPr>
            <a:lvl9pPr indent="0" marL="3657600" marR="0" rtl="0" algn="l">
              <a:spcBef>
                <a:spcPts val="0"/>
              </a:spcBef>
              <a:defRPr b="0" baseline="0" i="0" sz="1200" u="none" cap="none" strike="noStrike">
                <a:solidFill>
                  <a:schemeClr val="dk1"/>
                </a:solidFill>
                <a:latin typeface="Calibri"/>
                <a:ea typeface="Calibri"/>
                <a:cs typeface="Calibri"/>
                <a:sym typeface="Calibri"/>
              </a:defRPr>
            </a:lvl9pPr>
          </a:lstStyle>
          <a:p/>
        </p:txBody>
      </p:sp>
      <p:sp>
        <p:nvSpPr>
          <p:cNvPr id="6" name="Shape 6"/>
          <p:cNvSpPr txBox="1"/>
          <p:nvPr>
            <p:ph idx="11" type="ftr"/>
          </p:nvPr>
        </p:nvSpPr>
        <p:spPr>
          <a:xfrm>
            <a:off x="0" y="8685213"/>
            <a:ext cx="2971799" cy="458786"/>
          </a:xfrm>
          <a:prstGeom prst="rect">
            <a:avLst/>
          </a:prstGeom>
          <a:noFill/>
          <a:ln>
            <a:noFill/>
          </a:ln>
        </p:spPr>
        <p:txBody>
          <a:bodyPr anchorCtr="0" anchor="b" bIns="91425" lIns="91425" rIns="91425" tIns="91425"/>
          <a:lstStyle>
            <a:lvl1pPr indent="0" marL="0" marR="0" rtl="0" algn="l">
              <a:spcBef>
                <a:spcPts val="0"/>
              </a:spcBef>
              <a:defRPr b="0" baseline="0" i="0" sz="1200" u="none" cap="none" strike="noStrike">
                <a:solidFill>
                  <a:schemeClr val="dk1"/>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7" name="Shape 7"/>
          <p:cNvSpPr txBox="1"/>
          <p:nvPr>
            <p:ph idx="12" type="sldNum"/>
          </p:nvPr>
        </p:nvSpPr>
        <p:spPr>
          <a:xfrm>
            <a:off x="3884612" y="8685213"/>
            <a:ext cx="2971799" cy="458786"/>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4" name="Shape 34"/>
        <p:cNvGrpSpPr/>
        <p:nvPr/>
      </p:nvGrpSpPr>
      <p:grpSpPr>
        <a:xfrm>
          <a:off x="0" y="0"/>
          <a:ext cx="0" cy="0"/>
          <a:chOff x="0" y="0"/>
          <a:chExt cx="0" cy="0"/>
        </a:xfrm>
      </p:grpSpPr>
      <p:sp>
        <p:nvSpPr>
          <p:cNvPr id="35" name="Shape 35"/>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36" name="Shape 36"/>
          <p:cNvSpPr txBox="1"/>
          <p:nvPr>
            <p:ph idx="1" type="body"/>
          </p:nvPr>
        </p:nvSpPr>
        <p:spPr>
          <a:xfrm>
            <a:off x="685800" y="4400550"/>
            <a:ext cx="5486399" cy="3600450"/>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baseline="0" i="0" sz="1200" u="none" cap="none" strike="noStrike">
              <a:solidFill>
                <a:schemeClr val="dk1"/>
              </a:solidFill>
              <a:latin typeface="Calibri"/>
              <a:ea typeface="Calibri"/>
              <a:cs typeface="Calibri"/>
              <a:sym typeface="Calibri"/>
            </a:endParaRPr>
          </a:p>
        </p:txBody>
      </p:sp>
      <p:sp>
        <p:nvSpPr>
          <p:cNvPr id="37" name="Shape 37"/>
          <p:cNvSpPr txBox="1"/>
          <p:nvPr>
            <p:ph idx="12" type="sldNum"/>
          </p:nvPr>
        </p:nvSpPr>
        <p:spPr>
          <a:xfrm>
            <a:off x="3884612" y="8685213"/>
            <a:ext cx="2971799" cy="458786"/>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2" name="Shape 42"/>
        <p:cNvGrpSpPr/>
        <p:nvPr/>
      </p:nvGrpSpPr>
      <p:grpSpPr>
        <a:xfrm>
          <a:off x="0" y="0"/>
          <a:ext cx="0" cy="0"/>
          <a:chOff x="0" y="0"/>
          <a:chExt cx="0" cy="0"/>
        </a:xfrm>
      </p:grpSpPr>
      <p:sp>
        <p:nvSpPr>
          <p:cNvPr id="43" name="Shape 43"/>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44" name="Shape 44"/>
          <p:cNvSpPr txBox="1"/>
          <p:nvPr>
            <p:ph idx="1" type="body"/>
          </p:nvPr>
        </p:nvSpPr>
        <p:spPr>
          <a:xfrm>
            <a:off x="685800" y="4400550"/>
            <a:ext cx="5486399" cy="360045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1" baseline="0" i="0" lang="en-US" sz="1200" u="none" cap="none" strike="noStrike">
                <a:solidFill>
                  <a:srgbClr val="333333"/>
                </a:solidFill>
                <a:latin typeface="Arial"/>
                <a:ea typeface="Arial"/>
                <a:cs typeface="Arial"/>
                <a:sym typeface="Arial"/>
              </a:rPr>
              <a:t>Abstract</a:t>
            </a:r>
          </a:p>
          <a:p>
            <a:pPr indent="0" lvl="0" marL="0" marR="0" rtl="0" algn="l">
              <a:spcBef>
                <a:spcPts val="0"/>
              </a:spcBef>
              <a:buSzPct val="25000"/>
              <a:buNone/>
            </a:pPr>
            <a:r>
              <a:rPr b="0" baseline="0" i="0" lang="en-US" sz="1200" u="none" cap="none" strike="noStrike">
                <a:solidFill>
                  <a:srgbClr val="333333"/>
                </a:solidFill>
                <a:latin typeface="Arial"/>
                <a:ea typeface="Arial"/>
                <a:cs typeface="Arial"/>
                <a:sym typeface="Arial"/>
              </a:rPr>
              <a:t>The UK Data Service is providing access to its data and metadata holdings by making public some of its web service APIs. These REST APIs facilitate a self-service approach for our data producers and researchers alike, whilst also enabling 3rd party developers to write applications that consume our APIs and present novel and exciting ways of accessing and viewing some of the data collections that we hold.</a:t>
            </a:r>
          </a:p>
          <a:p>
            <a:pPr indent="0" lvl="0" marL="0" marR="0" rtl="0" algn="l">
              <a:spcBef>
                <a:spcPts val="0"/>
              </a:spcBef>
              <a:buSzPct val="25000"/>
              <a:buNone/>
            </a:pPr>
            <a:r>
              <a:rPr b="0" baseline="0" i="0" lang="en-US" sz="1200" u="none" cap="none" strike="noStrike">
                <a:solidFill>
                  <a:srgbClr val="333333"/>
                </a:solidFill>
                <a:latin typeface="Arial"/>
                <a:ea typeface="Arial"/>
                <a:cs typeface="Arial"/>
                <a:sym typeface="Arial"/>
              </a:rPr>
              <a:t>We have put new infrastructure in place to enable the provision of these APIs and have already run an App Challenge (for external developers to build mobile applications against our APIs) and added a data collection usage ‘leader board’ as initial tests of the functionality, capacity, account management, developer documentation and performance aspects of our public APIs.</a:t>
            </a:r>
          </a:p>
          <a:p>
            <a:pPr indent="0" lvl="0" marL="0" marR="0" rtl="0" algn="l">
              <a:spcBef>
                <a:spcPts val="0"/>
              </a:spcBef>
              <a:buSzPct val="25000"/>
              <a:buNone/>
            </a:pPr>
            <a:r>
              <a:rPr b="0" baseline="0" i="0" lang="en-US" sz="1200" u="none" cap="none" strike="noStrike">
                <a:solidFill>
                  <a:srgbClr val="333333"/>
                </a:solidFill>
                <a:latin typeface="Arial"/>
                <a:ea typeface="Arial"/>
                <a:cs typeface="Arial"/>
                <a:sym typeface="Arial"/>
              </a:rPr>
              <a:t>The main infrastructure elements are an API management service, HTTP caching and routing and various API endpoints. The other major consideration was a set of design principles for the APIs so that developers have a consistent and predictable experience.</a:t>
            </a:r>
          </a:p>
          <a:p>
            <a:pPr indent="0" lvl="0" marL="0" marR="0" rtl="0" algn="l">
              <a:spcBef>
                <a:spcPts val="0"/>
              </a:spcBef>
              <a:buSzPct val="25000"/>
              <a:buNone/>
            </a:pPr>
            <a:r>
              <a:rPr b="0" baseline="0" i="0" lang="en-US" sz="1200" u="none" cap="none" strike="noStrike">
                <a:solidFill>
                  <a:srgbClr val="333333"/>
                </a:solidFill>
                <a:latin typeface="Arial"/>
                <a:ea typeface="Arial"/>
                <a:cs typeface="Arial"/>
                <a:sym typeface="Arial"/>
              </a:rPr>
              <a:t>This presentation will elaborate on the key components of the infrastructure and the API design guidelines.</a:t>
            </a:r>
          </a:p>
        </p:txBody>
      </p:sp>
      <p:sp>
        <p:nvSpPr>
          <p:cNvPr id="45" name="Shape 45"/>
          <p:cNvSpPr txBox="1"/>
          <p:nvPr>
            <p:ph idx="12" type="sldNum"/>
          </p:nvPr>
        </p:nvSpPr>
        <p:spPr>
          <a:xfrm>
            <a:off x="3884612" y="8685213"/>
            <a:ext cx="2971799" cy="458786"/>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9" name="Shape 49"/>
        <p:cNvGrpSpPr/>
        <p:nvPr/>
      </p:nvGrpSpPr>
      <p:grpSpPr>
        <a:xfrm>
          <a:off x="0" y="0"/>
          <a:ext cx="0" cy="0"/>
          <a:chOff x="0" y="0"/>
          <a:chExt cx="0" cy="0"/>
        </a:xfrm>
      </p:grpSpPr>
      <p:sp>
        <p:nvSpPr>
          <p:cNvPr id="50" name="Shape 50"/>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51" name="Shape 51"/>
          <p:cNvSpPr txBox="1"/>
          <p:nvPr>
            <p:ph idx="1" type="body"/>
          </p:nvPr>
        </p:nvSpPr>
        <p:spPr>
          <a:xfrm>
            <a:off x="685800" y="4400550"/>
            <a:ext cx="5486399" cy="3600450"/>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baseline="0" i="0" sz="1200" u="none" cap="none" strike="noStrike">
              <a:solidFill>
                <a:schemeClr val="dk1"/>
              </a:solidFill>
              <a:latin typeface="Calibri"/>
              <a:ea typeface="Calibri"/>
              <a:cs typeface="Calibri"/>
              <a:sym typeface="Calibri"/>
            </a:endParaRPr>
          </a:p>
        </p:txBody>
      </p:sp>
      <p:sp>
        <p:nvSpPr>
          <p:cNvPr id="52" name="Shape 52"/>
          <p:cNvSpPr txBox="1"/>
          <p:nvPr>
            <p:ph idx="12" type="sldNum"/>
          </p:nvPr>
        </p:nvSpPr>
        <p:spPr>
          <a:xfrm>
            <a:off x="3884612" y="8685213"/>
            <a:ext cx="2971799" cy="458786"/>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6" name="Shape 56"/>
        <p:cNvGrpSpPr/>
        <p:nvPr/>
      </p:nvGrpSpPr>
      <p:grpSpPr>
        <a:xfrm>
          <a:off x="0" y="0"/>
          <a:ext cx="0" cy="0"/>
          <a:chOff x="0" y="0"/>
          <a:chExt cx="0" cy="0"/>
        </a:xfrm>
      </p:grpSpPr>
      <p:sp>
        <p:nvSpPr>
          <p:cNvPr id="57" name="Shape 57"/>
          <p:cNvSpPr txBox="1"/>
          <p:nvPr>
            <p:ph idx="1" type="body"/>
          </p:nvPr>
        </p:nvSpPr>
        <p:spPr>
          <a:xfrm>
            <a:off x="685800" y="4400550"/>
            <a:ext cx="5486399" cy="3600450"/>
          </a:xfrm>
          <a:prstGeom prst="rect">
            <a:avLst/>
          </a:prstGeom>
        </p:spPr>
        <p:txBody>
          <a:bodyPr anchorCtr="0" anchor="t" bIns="91425" lIns="91425" rIns="91425" tIns="91425">
            <a:noAutofit/>
          </a:bodyPr>
          <a:lstStyle/>
          <a:p>
            <a:pPr>
              <a:spcBef>
                <a:spcPts val="0"/>
              </a:spcBef>
              <a:buNone/>
            </a:pPr>
            <a:r>
              <a:t/>
            </a:r>
            <a:endParaRPr/>
          </a:p>
        </p:txBody>
      </p:sp>
      <p:sp>
        <p:nvSpPr>
          <p:cNvPr id="58" name="Shape 58"/>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2" name="Shape 62"/>
        <p:cNvGrpSpPr/>
        <p:nvPr/>
      </p:nvGrpSpPr>
      <p:grpSpPr>
        <a:xfrm>
          <a:off x="0" y="0"/>
          <a:ext cx="0" cy="0"/>
          <a:chOff x="0" y="0"/>
          <a:chExt cx="0" cy="0"/>
        </a:xfrm>
      </p:grpSpPr>
      <p:sp>
        <p:nvSpPr>
          <p:cNvPr id="63" name="Shape 63"/>
          <p:cNvSpPr txBox="1"/>
          <p:nvPr>
            <p:ph idx="1" type="body"/>
          </p:nvPr>
        </p:nvSpPr>
        <p:spPr>
          <a:xfrm>
            <a:off x="685800" y="4400550"/>
            <a:ext cx="5486399" cy="3600450"/>
          </a:xfrm>
          <a:prstGeom prst="rect">
            <a:avLst/>
          </a:prstGeom>
        </p:spPr>
        <p:txBody>
          <a:bodyPr anchorCtr="0" anchor="t" bIns="91425" lIns="91425" rIns="91425" tIns="91425">
            <a:noAutofit/>
          </a:bodyPr>
          <a:lstStyle/>
          <a:p>
            <a:pPr>
              <a:spcBef>
                <a:spcPts val="0"/>
              </a:spcBef>
              <a:buNone/>
            </a:pPr>
            <a:r>
              <a:t/>
            </a:r>
            <a:endParaRPr/>
          </a:p>
        </p:txBody>
      </p:sp>
      <p:sp>
        <p:nvSpPr>
          <p:cNvPr id="64" name="Shape 64"/>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8" name="Shape 68"/>
        <p:cNvGrpSpPr/>
        <p:nvPr/>
      </p:nvGrpSpPr>
      <p:grpSpPr>
        <a:xfrm>
          <a:off x="0" y="0"/>
          <a:ext cx="0" cy="0"/>
          <a:chOff x="0" y="0"/>
          <a:chExt cx="0" cy="0"/>
        </a:xfrm>
      </p:grpSpPr>
      <p:sp>
        <p:nvSpPr>
          <p:cNvPr id="69" name="Shape 69"/>
          <p:cNvSpPr txBox="1"/>
          <p:nvPr>
            <p:ph idx="1" type="body"/>
          </p:nvPr>
        </p:nvSpPr>
        <p:spPr>
          <a:xfrm>
            <a:off x="685800" y="4400550"/>
            <a:ext cx="5486399" cy="3600450"/>
          </a:xfrm>
          <a:prstGeom prst="rect">
            <a:avLst/>
          </a:prstGeom>
        </p:spPr>
        <p:txBody>
          <a:bodyPr anchorCtr="0" anchor="t" bIns="91425" lIns="91425" rIns="91425" tIns="91425">
            <a:noAutofit/>
          </a:bodyPr>
          <a:lstStyle/>
          <a:p>
            <a:pPr>
              <a:spcBef>
                <a:spcPts val="0"/>
              </a:spcBef>
              <a:buNone/>
            </a:pPr>
            <a:r>
              <a:t/>
            </a:r>
            <a:endParaRPr/>
          </a:p>
        </p:txBody>
      </p:sp>
      <p:sp>
        <p:nvSpPr>
          <p:cNvPr id="70" name="Shape 70"/>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4" name="Shape 74"/>
        <p:cNvGrpSpPr/>
        <p:nvPr/>
      </p:nvGrpSpPr>
      <p:grpSpPr>
        <a:xfrm>
          <a:off x="0" y="0"/>
          <a:ext cx="0" cy="0"/>
          <a:chOff x="0" y="0"/>
          <a:chExt cx="0" cy="0"/>
        </a:xfrm>
      </p:grpSpPr>
      <p:sp>
        <p:nvSpPr>
          <p:cNvPr id="75" name="Shape 75"/>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6" name="Shape 76"/>
          <p:cNvSpPr txBox="1"/>
          <p:nvPr>
            <p:ph idx="1" type="body"/>
          </p:nvPr>
        </p:nvSpPr>
        <p:spPr>
          <a:xfrm>
            <a:off x="685800" y="4400550"/>
            <a:ext cx="5486399" cy="3600599"/>
          </a:xfrm>
          <a:prstGeom prst="rect">
            <a:avLst/>
          </a:prstGeom>
        </p:spPr>
        <p:txBody>
          <a:bodyPr anchorCtr="0" anchor="t" bIns="91425" lIns="91425" rIns="91425" tIns="91425">
            <a:noAutofit/>
          </a:bodyPr>
          <a:lstStyle/>
          <a:p>
            <a:pPr>
              <a:spcBef>
                <a:spcPts val="0"/>
              </a:spcBef>
              <a:buNone/>
            </a:pPr>
            <a:r>
              <a:t/>
            </a:r>
            <a:endParaRPr/>
          </a:p>
        </p:txBody>
      </p:sp>
      <p:sp>
        <p:nvSpPr>
          <p:cNvPr id="77" name="Shape 77"/>
          <p:cNvSpPr txBox="1"/>
          <p:nvPr>
            <p:ph idx="12" type="sldNum"/>
          </p:nvPr>
        </p:nvSpPr>
        <p:spPr>
          <a:xfrm>
            <a:off x="3884612" y="8685213"/>
            <a:ext cx="2971799" cy="458699"/>
          </a:xfrm>
          <a:prstGeom prst="rect">
            <a:avLst/>
          </a:prstGeom>
        </p:spPr>
        <p:txBody>
          <a:bodyPr anchorCtr="0" anchor="b" bIns="45700" lIns="91425" rIns="91425" tIns="45700">
            <a:noAutofit/>
          </a:bodyPr>
          <a:lstStyle/>
          <a:p>
            <a:pPr lvl="0">
              <a:spcBef>
                <a:spcPts val="0"/>
              </a:spcBef>
              <a:buClr>
                <a:srgbClr val="000000"/>
              </a:buClr>
              <a:buSzPct val="25000"/>
              <a:buFont typeface="Arial"/>
              <a:buNone/>
            </a:pPr>
            <a:fld id="{00000000-1234-1234-1234-123412341234}" type="slidenum">
              <a:rPr lang="en-US"/>
              <a:t>‹#›</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5" name="Shape 85"/>
        <p:cNvGrpSpPr/>
        <p:nvPr/>
      </p:nvGrpSpPr>
      <p:grpSpPr>
        <a:xfrm>
          <a:off x="0" y="0"/>
          <a:ext cx="0" cy="0"/>
          <a:chOff x="0" y="0"/>
          <a:chExt cx="0" cy="0"/>
        </a:xfrm>
      </p:grpSpPr>
      <p:sp>
        <p:nvSpPr>
          <p:cNvPr id="86" name="Shape 86"/>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87" name="Shape 87"/>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88" name="Shape 88"/>
          <p:cNvSpPr txBox="1"/>
          <p:nvPr>
            <p:ph idx="12" type="sldNum"/>
          </p:nvPr>
        </p:nvSpPr>
        <p:spPr>
          <a:xfrm>
            <a:off x="3884612" y="8685213"/>
            <a:ext cx="2971799" cy="458699"/>
          </a:xfrm>
          <a:prstGeom prst="rect">
            <a:avLst/>
          </a:prstGeom>
        </p:spPr>
        <p:txBody>
          <a:bodyPr anchorCtr="0" anchor="b" bIns="45700" lIns="91425" rIns="91425" tIns="45700">
            <a:noAutofit/>
          </a:bodyPr>
          <a:lstStyle/>
          <a:p>
            <a:pPr lvl="0" rtl="0">
              <a:spcBef>
                <a:spcPts val="0"/>
              </a:spcBef>
              <a:buNone/>
            </a:pPr>
            <a:fld id="{00000000-1234-1234-1234-123412341234}" type="slidenum">
              <a:rPr lang="en-US"/>
              <a:t>‹#›</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9" name="Shape 99"/>
        <p:cNvGrpSpPr/>
        <p:nvPr/>
      </p:nvGrpSpPr>
      <p:grpSpPr>
        <a:xfrm>
          <a:off x="0" y="0"/>
          <a:ext cx="0" cy="0"/>
          <a:chOff x="0" y="0"/>
          <a:chExt cx="0" cy="0"/>
        </a:xfrm>
      </p:grpSpPr>
      <p:sp>
        <p:nvSpPr>
          <p:cNvPr id="100" name="Shape 100"/>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101" name="Shape 101"/>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0" name="Shape 180"/>
        <p:cNvGrpSpPr/>
        <p:nvPr/>
      </p:nvGrpSpPr>
      <p:grpSpPr>
        <a:xfrm>
          <a:off x="0" y="0"/>
          <a:ext cx="0" cy="0"/>
          <a:chOff x="0" y="0"/>
          <a:chExt cx="0" cy="0"/>
        </a:xfrm>
      </p:grpSpPr>
      <p:sp>
        <p:nvSpPr>
          <p:cNvPr id="181" name="Shape 18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rtl="0">
              <a:spcBef>
                <a:spcPts val="0"/>
              </a:spcBef>
              <a:buNone/>
            </a:pPr>
            <a:r>
              <a:t/>
            </a:r>
            <a:endParaRPr/>
          </a:p>
        </p:txBody>
      </p:sp>
      <p:sp>
        <p:nvSpPr>
          <p:cNvPr id="182" name="Shape 182"/>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6" name="Shape 186"/>
        <p:cNvGrpSpPr/>
        <p:nvPr/>
      </p:nvGrpSpPr>
      <p:grpSpPr>
        <a:xfrm>
          <a:off x="0" y="0"/>
          <a:ext cx="0" cy="0"/>
          <a:chOff x="0" y="0"/>
          <a:chExt cx="0" cy="0"/>
        </a:xfrm>
      </p:grpSpPr>
      <p:sp>
        <p:nvSpPr>
          <p:cNvPr id="187" name="Shape 187"/>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88" name="Shape 188"/>
          <p:cNvSpPr txBox="1"/>
          <p:nvPr>
            <p:ph idx="1" type="body"/>
          </p:nvPr>
        </p:nvSpPr>
        <p:spPr>
          <a:xfrm>
            <a:off x="685800" y="4400550"/>
            <a:ext cx="5486399" cy="3600599"/>
          </a:xfrm>
          <a:prstGeom prst="rect">
            <a:avLst/>
          </a:prstGeom>
        </p:spPr>
        <p:txBody>
          <a:bodyPr anchorCtr="0" anchor="t" bIns="91425" lIns="91425" rIns="91425" tIns="91425">
            <a:noAutofit/>
          </a:bodyPr>
          <a:lstStyle/>
          <a:p>
            <a:pPr>
              <a:spcBef>
                <a:spcPts val="0"/>
              </a:spcBef>
              <a:buNone/>
            </a:pPr>
            <a:r>
              <a:t/>
            </a:r>
            <a:endParaRPr/>
          </a:p>
        </p:txBody>
      </p:sp>
      <p:sp>
        <p:nvSpPr>
          <p:cNvPr id="189" name="Shape 189"/>
          <p:cNvSpPr txBox="1"/>
          <p:nvPr>
            <p:ph idx="12" type="sldNum"/>
          </p:nvPr>
        </p:nvSpPr>
        <p:spPr>
          <a:xfrm>
            <a:off x="3884612" y="8685213"/>
            <a:ext cx="2971799" cy="458699"/>
          </a:xfrm>
          <a:prstGeom prst="rect">
            <a:avLst/>
          </a:prstGeom>
        </p:spPr>
        <p:txBody>
          <a:bodyPr anchorCtr="0" anchor="b" bIns="45700" lIns="91425" rIns="91425" tIns="45700">
            <a:noAutofit/>
          </a:bodyPr>
          <a:lstStyle/>
          <a:p>
            <a:pPr lvl="0">
              <a:spcBef>
                <a:spcPts val="0"/>
              </a:spcBef>
              <a:buClr>
                <a:srgbClr val="000000"/>
              </a:buClr>
              <a:buSzPct val="25000"/>
              <a:buFont typeface="Arial"/>
              <a:buNone/>
            </a:pPr>
            <a:fld id="{00000000-1234-1234-1234-123412341234}" type="slidenum">
              <a:rPr lang="en-US"/>
              <a:t>‹#›</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3" name="Shape 203"/>
        <p:cNvGrpSpPr/>
        <p:nvPr/>
      </p:nvGrpSpPr>
      <p:grpSpPr>
        <a:xfrm>
          <a:off x="0" y="0"/>
          <a:ext cx="0" cy="0"/>
          <a:chOff x="0" y="0"/>
          <a:chExt cx="0" cy="0"/>
        </a:xfrm>
      </p:grpSpPr>
      <p:sp>
        <p:nvSpPr>
          <p:cNvPr id="204" name="Shape 204"/>
          <p:cNvSpPr txBox="1"/>
          <p:nvPr>
            <p:ph idx="1" type="body"/>
          </p:nvPr>
        </p:nvSpPr>
        <p:spPr>
          <a:xfrm>
            <a:off x="685800" y="4400550"/>
            <a:ext cx="5486399" cy="3600450"/>
          </a:xfrm>
          <a:prstGeom prst="rect">
            <a:avLst/>
          </a:prstGeom>
        </p:spPr>
        <p:txBody>
          <a:bodyPr anchorCtr="0" anchor="t" bIns="91425" lIns="91425" rIns="91425" tIns="91425">
            <a:noAutofit/>
          </a:bodyPr>
          <a:lstStyle/>
          <a:p>
            <a:pPr>
              <a:spcBef>
                <a:spcPts val="0"/>
              </a:spcBef>
              <a:buNone/>
            </a:pPr>
            <a:r>
              <a:t/>
            </a:r>
            <a:endParaRPr/>
          </a:p>
        </p:txBody>
      </p:sp>
      <p:sp>
        <p:nvSpPr>
          <p:cNvPr id="205" name="Shape 205"/>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1" name="Shape 211"/>
        <p:cNvGrpSpPr/>
        <p:nvPr/>
      </p:nvGrpSpPr>
      <p:grpSpPr>
        <a:xfrm>
          <a:off x="0" y="0"/>
          <a:ext cx="0" cy="0"/>
          <a:chOff x="0" y="0"/>
          <a:chExt cx="0" cy="0"/>
        </a:xfrm>
      </p:grpSpPr>
      <p:sp>
        <p:nvSpPr>
          <p:cNvPr id="212" name="Shape 212"/>
          <p:cNvSpPr txBox="1"/>
          <p:nvPr>
            <p:ph idx="1" type="body"/>
          </p:nvPr>
        </p:nvSpPr>
        <p:spPr>
          <a:xfrm>
            <a:off x="685800" y="4343400"/>
            <a:ext cx="5486399" cy="4114800"/>
          </a:xfrm>
          <a:prstGeom prst="rect">
            <a:avLst/>
          </a:prstGeom>
        </p:spPr>
        <p:txBody>
          <a:bodyPr anchorCtr="0" anchor="t" bIns="91425" lIns="91425" rIns="91425" tIns="91425">
            <a:noAutofit/>
          </a:bodyPr>
          <a:lstStyle/>
          <a:p>
            <a:pPr lvl="0" rtl="0">
              <a:spcBef>
                <a:spcPts val="0"/>
              </a:spcBef>
              <a:buNone/>
            </a:pPr>
            <a:r>
              <a:t/>
            </a:r>
            <a:endParaRPr/>
          </a:p>
        </p:txBody>
      </p:sp>
      <p:sp>
        <p:nvSpPr>
          <p:cNvPr id="213" name="Shape 213"/>
          <p:cNvSpPr/>
          <p:nvPr>
            <p:ph idx="2" type="sldImg"/>
          </p:nvPr>
        </p:nvSpPr>
        <p:spPr>
          <a:xfrm>
            <a:off x="1143225" y="685800"/>
            <a:ext cx="4572299"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9" name="Shape 219"/>
        <p:cNvGrpSpPr/>
        <p:nvPr/>
      </p:nvGrpSpPr>
      <p:grpSpPr>
        <a:xfrm>
          <a:off x="0" y="0"/>
          <a:ext cx="0" cy="0"/>
          <a:chOff x="0" y="0"/>
          <a:chExt cx="0" cy="0"/>
        </a:xfrm>
      </p:grpSpPr>
      <p:sp>
        <p:nvSpPr>
          <p:cNvPr id="220" name="Shape 220"/>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221" name="Shape 221"/>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5" name="Shape 225"/>
        <p:cNvGrpSpPr/>
        <p:nvPr/>
      </p:nvGrpSpPr>
      <p:grpSpPr>
        <a:xfrm>
          <a:off x="0" y="0"/>
          <a:ext cx="0" cy="0"/>
          <a:chOff x="0" y="0"/>
          <a:chExt cx="0" cy="0"/>
        </a:xfrm>
      </p:grpSpPr>
      <p:sp>
        <p:nvSpPr>
          <p:cNvPr id="226" name="Shape 226"/>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227" name="Shape 227"/>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1" name="Shape 231"/>
        <p:cNvGrpSpPr/>
        <p:nvPr/>
      </p:nvGrpSpPr>
      <p:grpSpPr>
        <a:xfrm>
          <a:off x="0" y="0"/>
          <a:ext cx="0" cy="0"/>
          <a:chOff x="0" y="0"/>
          <a:chExt cx="0" cy="0"/>
        </a:xfrm>
      </p:grpSpPr>
      <p:sp>
        <p:nvSpPr>
          <p:cNvPr id="232" name="Shape 232"/>
          <p:cNvSpPr txBox="1"/>
          <p:nvPr>
            <p:ph idx="1" type="body"/>
          </p:nvPr>
        </p:nvSpPr>
        <p:spPr>
          <a:xfrm>
            <a:off x="685800" y="4400550"/>
            <a:ext cx="5486399" cy="3600450"/>
          </a:xfrm>
          <a:prstGeom prst="rect">
            <a:avLst/>
          </a:prstGeom>
        </p:spPr>
        <p:txBody>
          <a:bodyPr anchorCtr="0" anchor="t" bIns="91425" lIns="91425" rIns="91425" tIns="91425">
            <a:noAutofit/>
          </a:bodyPr>
          <a:lstStyle/>
          <a:p>
            <a:pPr>
              <a:spcBef>
                <a:spcPts val="0"/>
              </a:spcBef>
              <a:buNone/>
            </a:pPr>
            <a:r>
              <a:t/>
            </a:r>
            <a:endParaRPr/>
          </a:p>
        </p:txBody>
      </p:sp>
      <p:sp>
        <p:nvSpPr>
          <p:cNvPr id="233" name="Shape 233"/>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7" name="Shape 237"/>
        <p:cNvGrpSpPr/>
        <p:nvPr/>
      </p:nvGrpSpPr>
      <p:grpSpPr>
        <a:xfrm>
          <a:off x="0" y="0"/>
          <a:ext cx="0" cy="0"/>
          <a:chOff x="0" y="0"/>
          <a:chExt cx="0" cy="0"/>
        </a:xfrm>
      </p:grpSpPr>
      <p:sp>
        <p:nvSpPr>
          <p:cNvPr id="238" name="Shape 238"/>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239" name="Shape 239"/>
          <p:cNvSpPr txBox="1"/>
          <p:nvPr>
            <p:ph idx="1" type="body"/>
          </p:nvPr>
        </p:nvSpPr>
        <p:spPr>
          <a:xfrm>
            <a:off x="685800" y="4400550"/>
            <a:ext cx="5486399" cy="3600450"/>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baseline="0" i="0" sz="1200" u="none" cap="none" strike="noStrike">
              <a:solidFill>
                <a:schemeClr val="dk1"/>
              </a:solidFill>
              <a:latin typeface="Calibri"/>
              <a:ea typeface="Calibri"/>
              <a:cs typeface="Calibri"/>
              <a:sym typeface="Calibri"/>
            </a:endParaRPr>
          </a:p>
        </p:txBody>
      </p:sp>
      <p:sp>
        <p:nvSpPr>
          <p:cNvPr id="240" name="Shape 240"/>
          <p:cNvSpPr txBox="1"/>
          <p:nvPr>
            <p:ph idx="12" type="sldNum"/>
          </p:nvPr>
        </p:nvSpPr>
        <p:spPr>
          <a:xfrm>
            <a:off x="3884612" y="8685213"/>
            <a:ext cx="2971799" cy="458786"/>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3" name="Shape 243"/>
        <p:cNvGrpSpPr/>
        <p:nvPr/>
      </p:nvGrpSpPr>
      <p:grpSpPr>
        <a:xfrm>
          <a:off x="0" y="0"/>
          <a:ext cx="0" cy="0"/>
          <a:chOff x="0" y="0"/>
          <a:chExt cx="0" cy="0"/>
        </a:xfrm>
      </p:grpSpPr>
      <p:sp>
        <p:nvSpPr>
          <p:cNvPr id="244" name="Shape 244"/>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245" name="Shape 245"/>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9" name="Shape 249"/>
        <p:cNvGrpSpPr/>
        <p:nvPr/>
      </p:nvGrpSpPr>
      <p:grpSpPr>
        <a:xfrm>
          <a:off x="0" y="0"/>
          <a:ext cx="0" cy="0"/>
          <a:chOff x="0" y="0"/>
          <a:chExt cx="0" cy="0"/>
        </a:xfrm>
      </p:grpSpPr>
      <p:sp>
        <p:nvSpPr>
          <p:cNvPr id="250" name="Shape 250"/>
          <p:cNvSpPr txBox="1"/>
          <p:nvPr>
            <p:ph idx="1" type="body"/>
          </p:nvPr>
        </p:nvSpPr>
        <p:spPr>
          <a:xfrm>
            <a:off x="685800" y="4400550"/>
            <a:ext cx="5486399" cy="3600599"/>
          </a:xfrm>
          <a:prstGeom prst="rect">
            <a:avLst/>
          </a:prstGeom>
        </p:spPr>
        <p:txBody>
          <a:bodyPr anchorCtr="0" anchor="t" bIns="91425" lIns="91425" rIns="91425" tIns="91425">
            <a:noAutofit/>
          </a:bodyPr>
          <a:lstStyle/>
          <a:p>
            <a:pPr lvl="0" rtl="0">
              <a:spcBef>
                <a:spcPts val="0"/>
              </a:spcBef>
              <a:buNone/>
            </a:pPr>
            <a:r>
              <a:t/>
            </a:r>
            <a:endParaRPr/>
          </a:p>
        </p:txBody>
      </p:sp>
      <p:sp>
        <p:nvSpPr>
          <p:cNvPr id="251" name="Shape 251"/>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5" name="Shape 255"/>
        <p:cNvGrpSpPr/>
        <p:nvPr/>
      </p:nvGrpSpPr>
      <p:grpSpPr>
        <a:xfrm>
          <a:off x="0" y="0"/>
          <a:ext cx="0" cy="0"/>
          <a:chOff x="0" y="0"/>
          <a:chExt cx="0" cy="0"/>
        </a:xfrm>
      </p:grpSpPr>
      <p:sp>
        <p:nvSpPr>
          <p:cNvPr id="256" name="Shape 256"/>
          <p:cNvSpPr/>
          <p:nvPr>
            <p:ph idx="2" type="sldImg"/>
          </p:nvPr>
        </p:nvSpPr>
        <p:spPr>
          <a:xfrm>
            <a:off x="1371600" y="1143000"/>
            <a:ext cx="4114800" cy="3086099"/>
          </a:xfrm>
          <a:custGeom>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med" w="med" type="none"/>
            <a:tailEnd len="med" w="med" type="none"/>
          </a:ln>
        </p:spPr>
      </p:sp>
      <p:sp>
        <p:nvSpPr>
          <p:cNvPr id="257" name="Shape 257"/>
          <p:cNvSpPr txBox="1"/>
          <p:nvPr>
            <p:ph idx="1" type="body"/>
          </p:nvPr>
        </p:nvSpPr>
        <p:spPr>
          <a:xfrm>
            <a:off x="685800" y="4400550"/>
            <a:ext cx="5486399" cy="3600599"/>
          </a:xfrm>
          <a:prstGeom prst="rect">
            <a:avLst/>
          </a:prstGeom>
          <a:noFill/>
          <a:ln>
            <a:noFill/>
          </a:ln>
        </p:spPr>
        <p:txBody>
          <a:bodyPr anchorCtr="0" anchor="t" bIns="45700" lIns="91425" rIns="91425" tIns="45700">
            <a:noAutofit/>
          </a:bodyPr>
          <a:lstStyle/>
          <a:p>
            <a:pPr indent="0" lvl="0" marL="0" marR="0" rtl="0" algn="l">
              <a:spcBef>
                <a:spcPts val="0"/>
              </a:spcBef>
              <a:buNone/>
            </a:pPr>
            <a:r>
              <a:t/>
            </a:r>
            <a:endParaRPr b="0" baseline="0" i="0" sz="1200" u="none" cap="none" strike="noStrike">
              <a:solidFill>
                <a:schemeClr val="dk1"/>
              </a:solidFill>
              <a:latin typeface="Calibri"/>
              <a:ea typeface="Calibri"/>
              <a:cs typeface="Calibri"/>
              <a:sym typeface="Calibri"/>
            </a:endParaRPr>
          </a:p>
        </p:txBody>
      </p:sp>
      <p:sp>
        <p:nvSpPr>
          <p:cNvPr id="258" name="Shape 258"/>
          <p:cNvSpPr txBox="1"/>
          <p:nvPr>
            <p:ph idx="12" type="sldNum"/>
          </p:nvPr>
        </p:nvSpPr>
        <p:spPr>
          <a:xfrm>
            <a:off x="3884612" y="8685213"/>
            <a:ext cx="2971799" cy="458699"/>
          </a:xfrm>
          <a:prstGeom prst="rect">
            <a:avLst/>
          </a:prstGeom>
          <a:noFill/>
          <a:ln>
            <a:noFill/>
          </a:ln>
        </p:spPr>
        <p:txBody>
          <a:bodyPr anchorCtr="0" anchor="b"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chemeClr val="dk1"/>
                </a:solidFill>
                <a:latin typeface="Calibri"/>
                <a:ea typeface="Calibri"/>
                <a:cs typeface="Calibri"/>
                <a:sym typeface="Calibri"/>
              </a:rPr>
              <a:t>‹#›</a:t>
            </a:fld>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 Id="rId3" Type="http://schemas.openxmlformats.org/officeDocument/2006/relationships/image" Target="../media/image0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3.png"/><Relationship Id="rId3" Type="http://schemas.openxmlformats.org/officeDocument/2006/relationships/image" Target="../media/image0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0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UKDS TITLE">
    <p:spTree>
      <p:nvGrpSpPr>
        <p:cNvPr id="14" name="Shape 14"/>
        <p:cNvGrpSpPr/>
        <p:nvPr/>
      </p:nvGrpSpPr>
      <p:grpSpPr>
        <a:xfrm>
          <a:off x="0" y="0"/>
          <a:ext cx="0" cy="0"/>
          <a:chOff x="0" y="0"/>
          <a:chExt cx="0" cy="0"/>
        </a:xfrm>
      </p:grpSpPr>
      <p:pic>
        <p:nvPicPr>
          <p:cNvPr id="15" name="Shape 15"/>
          <p:cNvPicPr preferRelativeResize="0"/>
          <p:nvPr/>
        </p:nvPicPr>
        <p:blipFill rotWithShape="1">
          <a:blip r:embed="rId2">
            <a:alphaModFix/>
          </a:blip>
          <a:srcRect b="0" l="0" r="43416" t="0"/>
          <a:stretch/>
        </p:blipFill>
        <p:spPr>
          <a:xfrm>
            <a:off x="6516216" y="0"/>
            <a:ext cx="2627783" cy="6858000"/>
          </a:xfrm>
          <a:prstGeom prst="rect">
            <a:avLst/>
          </a:prstGeom>
          <a:noFill/>
          <a:ln>
            <a:noFill/>
          </a:ln>
        </p:spPr>
      </p:pic>
      <p:sp>
        <p:nvSpPr>
          <p:cNvPr id="16" name="Shape 16"/>
          <p:cNvSpPr txBox="1"/>
          <p:nvPr>
            <p:ph type="title"/>
          </p:nvPr>
        </p:nvSpPr>
        <p:spPr>
          <a:xfrm>
            <a:off x="251519" y="0"/>
            <a:ext cx="7272808" cy="2420888"/>
          </a:xfrm>
          <a:prstGeom prst="rect">
            <a:avLst/>
          </a:prstGeom>
          <a:noFill/>
          <a:ln>
            <a:noFill/>
          </a:ln>
        </p:spPr>
        <p:txBody>
          <a:bodyPr anchorCtr="0" anchor="ctr" bIns="91425" lIns="91425" rIns="91425" tIns="91425"/>
          <a:lstStyle>
            <a:lvl1pPr rtl="0" algn="l">
              <a:spcBef>
                <a:spcPts val="0"/>
              </a:spcBef>
              <a:defRPr b="0" baseline="0" i="0" sz="4400">
                <a:latin typeface="Arial"/>
                <a:ea typeface="Arial"/>
                <a:cs typeface="Arial"/>
                <a:sym typeface="Arial"/>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pic>
        <p:nvPicPr>
          <p:cNvPr id="17" name="Shape 17"/>
          <p:cNvPicPr preferRelativeResize="0"/>
          <p:nvPr/>
        </p:nvPicPr>
        <p:blipFill rotWithShape="1">
          <a:blip r:embed="rId3">
            <a:alphaModFix/>
          </a:blip>
          <a:srcRect b="0" l="0" r="0" t="0"/>
          <a:stretch/>
        </p:blipFill>
        <p:spPr>
          <a:xfrm>
            <a:off x="467543" y="5805264"/>
            <a:ext cx="1446666" cy="872867"/>
          </a:xfrm>
          <a:prstGeom prst="rect">
            <a:avLst/>
          </a:prstGeom>
          <a:noFill/>
          <a:ln>
            <a:noFill/>
          </a:ln>
        </p:spPr>
      </p:pic>
      <p:sp>
        <p:nvSpPr>
          <p:cNvPr id="18" name="Shape 18"/>
          <p:cNvSpPr txBox="1"/>
          <p:nvPr>
            <p:ph idx="1" type="subTitle"/>
          </p:nvPr>
        </p:nvSpPr>
        <p:spPr>
          <a:xfrm>
            <a:off x="251519" y="2708919"/>
            <a:ext cx="4032448" cy="1148408"/>
          </a:xfrm>
          <a:prstGeom prst="rect">
            <a:avLst/>
          </a:prstGeom>
          <a:noFill/>
          <a:ln>
            <a:noFill/>
          </a:ln>
        </p:spPr>
        <p:txBody>
          <a:bodyPr anchorCtr="0" anchor="t" bIns="91425" lIns="91425" rIns="91425" tIns="91425"/>
          <a:lstStyle>
            <a:lvl1pPr indent="0" marL="0" marR="0" rtl="0" algn="l">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1pPr>
            <a:lvl2pPr indent="0" marL="457200" marR="0" rtl="0" algn="ctr">
              <a:spcBef>
                <a:spcPts val="560"/>
              </a:spcBef>
              <a:buClr>
                <a:srgbClr val="888888"/>
              </a:buClr>
              <a:buFont typeface="Arial"/>
              <a:buNone/>
              <a:defRPr b="0" baseline="0" i="0" sz="2800" u="none" cap="none" strike="noStrike">
                <a:solidFill>
                  <a:srgbClr val="888888"/>
                </a:solidFill>
                <a:latin typeface="Arial"/>
                <a:ea typeface="Arial"/>
                <a:cs typeface="Arial"/>
                <a:sym typeface="Arial"/>
              </a:defRPr>
            </a:lvl2pPr>
            <a:lvl3pPr indent="0" marL="914400" marR="0" rtl="0" algn="ctr">
              <a:spcBef>
                <a:spcPts val="480"/>
              </a:spcBef>
              <a:buClr>
                <a:srgbClr val="888888"/>
              </a:buClr>
              <a:buFont typeface="Arial"/>
              <a:buNone/>
              <a:defRPr b="0" baseline="0" i="0" sz="2400" u="none" cap="none" strike="noStrike">
                <a:solidFill>
                  <a:srgbClr val="888888"/>
                </a:solidFill>
                <a:latin typeface="Arial"/>
                <a:ea typeface="Arial"/>
                <a:cs typeface="Arial"/>
                <a:sym typeface="Arial"/>
              </a:defRPr>
            </a:lvl3pPr>
            <a:lvl4pPr indent="0" marL="13716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4pPr>
            <a:lvl5pPr indent="0" marL="18288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5pPr>
            <a:lvl6pPr indent="0" marL="22860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6pPr>
            <a:lvl7pPr indent="0" marL="27432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7pPr>
            <a:lvl8pPr indent="0" marL="32004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8pPr>
            <a:lvl9pPr indent="0" marL="3657600" marR="0" rtl="0" algn="ctr">
              <a:spcBef>
                <a:spcPts val="400"/>
              </a:spcBef>
              <a:buClr>
                <a:srgbClr val="888888"/>
              </a:buClr>
              <a:buFont typeface="Arial"/>
              <a:buNone/>
              <a:defRPr b="0" baseline="0" i="0" sz="2000" u="none" cap="none" strike="noStrike">
                <a:solidFill>
                  <a:srgbClr val="888888"/>
                </a:solidFill>
                <a:latin typeface="Arial"/>
                <a:ea typeface="Arial"/>
                <a:cs typeface="Arial"/>
                <a:sym typeface="Arial"/>
              </a:defRPr>
            </a:lvl9pPr>
          </a:lstStyle>
          <a:p/>
        </p:txBody>
      </p:sp>
      <p:sp>
        <p:nvSpPr>
          <p:cNvPr id="19" name="Shape 19"/>
          <p:cNvSpPr txBox="1"/>
          <p:nvPr>
            <p:ph idx="2" type="body"/>
          </p:nvPr>
        </p:nvSpPr>
        <p:spPr>
          <a:xfrm>
            <a:off x="304800" y="4149725"/>
            <a:ext cx="3979863" cy="1439862"/>
          </a:xfrm>
          <a:prstGeom prst="rect">
            <a:avLst/>
          </a:prstGeom>
          <a:noFill/>
          <a:ln>
            <a:noFill/>
          </a:ln>
        </p:spPr>
        <p:txBody>
          <a:bodyPr anchorCtr="0" anchor="t" bIns="91425" lIns="91425" rIns="91425" tIns="91425"/>
          <a:lstStyle>
            <a:lvl1pPr indent="0" marL="0" rtl="0">
              <a:spcBef>
                <a:spcPts val="0"/>
              </a:spcBef>
              <a:buFont typeface="Arial"/>
              <a:buNone/>
              <a:defRPr baseline="0" sz="2000">
                <a:latin typeface="Arial"/>
                <a:ea typeface="Arial"/>
                <a:cs typeface="Arial"/>
                <a:sym typeface="Arial"/>
              </a:defRPr>
            </a:lvl1pPr>
            <a:lvl2pPr rtl="0">
              <a:spcBef>
                <a:spcPts val="0"/>
              </a:spcBef>
              <a:defRPr sz="2800">
                <a:solidFill>
                  <a:schemeClr val="dk1"/>
                </a:solidFill>
                <a:latin typeface="Arial"/>
                <a:ea typeface="Arial"/>
                <a:cs typeface="Arial"/>
                <a:sym typeface="Arial"/>
              </a:defRPr>
            </a:lvl2pPr>
            <a:lvl3pPr rtl="0">
              <a:spcBef>
                <a:spcPts val="0"/>
              </a:spcBef>
              <a:defRPr sz="2400">
                <a:solidFill>
                  <a:schemeClr val="dk1"/>
                </a:solidFill>
                <a:latin typeface="Arial"/>
                <a:ea typeface="Arial"/>
                <a:cs typeface="Arial"/>
                <a:sym typeface="Arial"/>
              </a:defRPr>
            </a:lvl3pPr>
            <a:lvl4pPr rtl="0">
              <a:spcBef>
                <a:spcPts val="0"/>
              </a:spcBef>
              <a:defRPr sz="2000">
                <a:solidFill>
                  <a:schemeClr val="dk1"/>
                </a:solidFill>
                <a:latin typeface="Arial"/>
                <a:ea typeface="Arial"/>
                <a:cs typeface="Arial"/>
                <a:sym typeface="Arial"/>
              </a:defRPr>
            </a:lvl4pPr>
            <a:lvl5pPr rtl="0">
              <a:spcBef>
                <a:spcPts val="0"/>
              </a:spcBef>
              <a:defRPr sz="2000">
                <a:solidFill>
                  <a:schemeClr val="dk1"/>
                </a:solidFill>
                <a:latin typeface="Arial"/>
                <a:ea typeface="Arial"/>
                <a:cs typeface="Arial"/>
                <a:sym typeface="Arial"/>
              </a:defRPr>
            </a:lvl5pPr>
            <a:lvl6pPr rtl="0">
              <a:spcBef>
                <a:spcPts val="0"/>
              </a:spcBef>
              <a:defRPr sz="2000">
                <a:solidFill>
                  <a:schemeClr val="dk1"/>
                </a:solidFill>
              </a:defRPr>
            </a:lvl6pPr>
            <a:lvl7pPr rtl="0">
              <a:spcBef>
                <a:spcPts val="0"/>
              </a:spcBef>
              <a:defRPr sz="2000">
                <a:solidFill>
                  <a:schemeClr val="dk1"/>
                </a:solidFill>
              </a:defRPr>
            </a:lvl7pPr>
            <a:lvl8pPr rtl="0">
              <a:spcBef>
                <a:spcPts val="0"/>
              </a:spcBef>
              <a:defRPr sz="2000">
                <a:solidFill>
                  <a:schemeClr val="dk1"/>
                </a:solidFill>
              </a:defRPr>
            </a:lvl8pPr>
            <a:lvl9pPr rtl="0">
              <a:spcBef>
                <a:spcPts val="0"/>
              </a:spcBef>
              <a:defRPr sz="2000">
                <a:solidFill>
                  <a:schemeClr val="dk1"/>
                </a:solidFill>
              </a:defRPr>
            </a:lvl9pPr>
          </a:lstStyle>
          <a:p/>
        </p:txBody>
      </p:sp>
      <p:cxnSp>
        <p:nvCxnSpPr>
          <p:cNvPr id="20" name="Shape 20"/>
          <p:cNvCxnSpPr/>
          <p:nvPr/>
        </p:nvCxnSpPr>
        <p:spPr>
          <a:xfrm flipH="1" rot="10800000">
            <a:off x="309593" y="471584"/>
            <a:ext cx="8208912" cy="5087"/>
          </a:xfrm>
          <a:prstGeom prst="straightConnector1">
            <a:avLst/>
          </a:prstGeom>
          <a:noFill/>
          <a:ln cap="flat" cmpd="sng" w="9525">
            <a:solidFill>
              <a:srgbClr val="8E959C"/>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UKDS SLIDE">
    <p:spTree>
      <p:nvGrpSpPr>
        <p:cNvPr id="21" name="Shape 21"/>
        <p:cNvGrpSpPr/>
        <p:nvPr/>
      </p:nvGrpSpPr>
      <p:grpSpPr>
        <a:xfrm>
          <a:off x="0" y="0"/>
          <a:ext cx="0" cy="0"/>
          <a:chOff x="0" y="0"/>
          <a:chExt cx="0" cy="0"/>
        </a:xfrm>
      </p:grpSpPr>
      <p:sp>
        <p:nvSpPr>
          <p:cNvPr id="22" name="Shape 22"/>
          <p:cNvSpPr txBox="1"/>
          <p:nvPr>
            <p:ph type="title"/>
          </p:nvPr>
        </p:nvSpPr>
        <p:spPr>
          <a:xfrm>
            <a:off x="251519" y="260647"/>
            <a:ext cx="8229600" cy="1143000"/>
          </a:xfrm>
          <a:prstGeom prst="rect">
            <a:avLst/>
          </a:prstGeom>
          <a:noFill/>
          <a:ln>
            <a:noFill/>
          </a:ln>
        </p:spPr>
        <p:txBody>
          <a:bodyPr anchorCtr="0" anchor="ctr" bIns="91425" lIns="91425" rIns="91425" tIns="91425"/>
          <a:lstStyle>
            <a:lvl1pPr rtl="0" algn="l">
              <a:spcBef>
                <a:spcPts val="0"/>
              </a:spcBef>
              <a:defRPr sz="3500">
                <a:latin typeface="Arial"/>
                <a:ea typeface="Arial"/>
                <a:cs typeface="Arial"/>
                <a:sym typeface="Arial"/>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23" name="Shape 23"/>
          <p:cNvSpPr txBox="1"/>
          <p:nvPr>
            <p:ph idx="1" type="body"/>
          </p:nvPr>
        </p:nvSpPr>
        <p:spPr>
          <a:xfrm>
            <a:off x="285225" y="1643458"/>
            <a:ext cx="8229600" cy="5141168"/>
          </a:xfrm>
          <a:prstGeom prst="rect">
            <a:avLst/>
          </a:prstGeom>
          <a:noFill/>
          <a:ln>
            <a:noFill/>
          </a:ln>
        </p:spPr>
        <p:txBody>
          <a:bodyPr anchorCtr="0" anchor="t" bIns="91425" lIns="91425" rIns="91425" tIns="91425"/>
          <a:lstStyle>
            <a:lvl1pPr rtl="0">
              <a:spcBef>
                <a:spcPts val="0"/>
              </a:spcBef>
              <a:defRPr baseline="0" sz="2400">
                <a:latin typeface="Arial"/>
                <a:ea typeface="Arial"/>
                <a:cs typeface="Arial"/>
                <a:sym typeface="Arial"/>
              </a:defRPr>
            </a:lvl1pPr>
            <a:lvl2pPr indent="-158750" marL="742950" rtl="0">
              <a:spcBef>
                <a:spcPts val="0"/>
              </a:spcBef>
              <a:buFont typeface="Arial"/>
              <a:buChar char="•"/>
              <a:defRPr baseline="0" sz="2000">
                <a:latin typeface="Arial"/>
                <a:ea typeface="Arial"/>
                <a:cs typeface="Arial"/>
                <a:sym typeface="Arial"/>
              </a:defRPr>
            </a:lvl2pPr>
            <a:lvl3pPr indent="-228600" marL="1257300" rtl="0">
              <a:spcBef>
                <a:spcPts val="0"/>
              </a:spcBef>
              <a:buFont typeface="Arial"/>
              <a:buChar char="•"/>
              <a:defRPr baseline="0" sz="1800">
                <a:latin typeface="Arial"/>
                <a:ea typeface="Arial"/>
                <a:cs typeface="Arial"/>
                <a:sym typeface="Arial"/>
              </a:defRPr>
            </a:lvl3pPr>
            <a:lvl4pPr rtl="0">
              <a:spcBef>
                <a:spcPts val="0"/>
              </a:spcBef>
              <a:defRPr sz="2000">
                <a:solidFill>
                  <a:schemeClr val="dk1"/>
                </a:solidFill>
                <a:latin typeface="Arial"/>
                <a:ea typeface="Arial"/>
                <a:cs typeface="Arial"/>
                <a:sym typeface="Arial"/>
              </a:defRPr>
            </a:lvl4pPr>
            <a:lvl5pPr rtl="0">
              <a:spcBef>
                <a:spcPts val="0"/>
              </a:spcBef>
              <a:defRPr sz="2000">
                <a:solidFill>
                  <a:schemeClr val="dk1"/>
                </a:solidFill>
                <a:latin typeface="Arial"/>
                <a:ea typeface="Arial"/>
                <a:cs typeface="Arial"/>
                <a:sym typeface="Arial"/>
              </a:defRPr>
            </a:lvl5pPr>
            <a:lvl6pPr rtl="0">
              <a:spcBef>
                <a:spcPts val="0"/>
              </a:spcBef>
              <a:defRPr sz="2000">
                <a:solidFill>
                  <a:schemeClr val="dk1"/>
                </a:solidFill>
              </a:defRPr>
            </a:lvl6pPr>
            <a:lvl7pPr rtl="0">
              <a:spcBef>
                <a:spcPts val="0"/>
              </a:spcBef>
              <a:defRPr sz="2000">
                <a:solidFill>
                  <a:schemeClr val="dk1"/>
                </a:solidFill>
              </a:defRPr>
            </a:lvl7pPr>
            <a:lvl8pPr rtl="0">
              <a:spcBef>
                <a:spcPts val="0"/>
              </a:spcBef>
              <a:defRPr sz="2000">
                <a:solidFill>
                  <a:schemeClr val="dk1"/>
                </a:solidFill>
              </a:defRPr>
            </a:lvl8pPr>
            <a:lvl9pPr rtl="0">
              <a:spcBef>
                <a:spcPts val="0"/>
              </a:spcBef>
              <a:defRPr sz="2000">
                <a:solidFill>
                  <a:schemeClr val="dk1"/>
                </a:solidFill>
              </a:defRPr>
            </a:lvl9pPr>
          </a:lstStyle>
          <a:p/>
        </p:txBody>
      </p:sp>
      <p:pic>
        <p:nvPicPr>
          <p:cNvPr id="24" name="Shape 24"/>
          <p:cNvPicPr preferRelativeResize="0"/>
          <p:nvPr/>
        </p:nvPicPr>
        <p:blipFill rotWithShape="1">
          <a:blip r:embed="rId2">
            <a:alphaModFix/>
          </a:blip>
          <a:srcRect b="0" l="0" r="88382" t="0"/>
          <a:stretch/>
        </p:blipFill>
        <p:spPr>
          <a:xfrm>
            <a:off x="8604447" y="-1683567"/>
            <a:ext cx="539552" cy="6858000"/>
          </a:xfrm>
          <a:prstGeom prst="rect">
            <a:avLst/>
          </a:prstGeom>
          <a:noFill/>
          <a:ln>
            <a:noFill/>
          </a:ln>
        </p:spPr>
      </p:pic>
      <p:pic>
        <p:nvPicPr>
          <p:cNvPr id="25" name="Shape 25"/>
          <p:cNvPicPr preferRelativeResize="0"/>
          <p:nvPr/>
        </p:nvPicPr>
        <p:blipFill rotWithShape="1">
          <a:blip r:embed="rId3">
            <a:alphaModFix/>
          </a:blip>
          <a:srcRect b="0" l="0" r="0" t="0"/>
          <a:stretch/>
        </p:blipFill>
        <p:spPr>
          <a:xfrm>
            <a:off x="7596335" y="6021287"/>
            <a:ext cx="1265137" cy="763338"/>
          </a:xfrm>
          <a:prstGeom prst="rect">
            <a:avLst/>
          </a:prstGeom>
          <a:noFill/>
          <a:ln>
            <a:noFill/>
          </a:ln>
        </p:spPr>
      </p:pic>
      <p:cxnSp>
        <p:nvCxnSpPr>
          <p:cNvPr id="26" name="Shape 26"/>
          <p:cNvCxnSpPr/>
          <p:nvPr/>
        </p:nvCxnSpPr>
        <p:spPr>
          <a:xfrm flipH="1" rot="10800000">
            <a:off x="309593" y="471584"/>
            <a:ext cx="8208912" cy="5087"/>
          </a:xfrm>
          <a:prstGeom prst="straightConnector1">
            <a:avLst/>
          </a:prstGeom>
          <a:noFill/>
          <a:ln cap="flat" cmpd="sng" w="9525">
            <a:solidFill>
              <a:srgbClr val="8E959C"/>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UKDS FINAL">
    <p:spTree>
      <p:nvGrpSpPr>
        <p:cNvPr id="27" name="Shape 27"/>
        <p:cNvGrpSpPr/>
        <p:nvPr/>
      </p:nvGrpSpPr>
      <p:grpSpPr>
        <a:xfrm>
          <a:off x="0" y="0"/>
          <a:ext cx="0" cy="0"/>
          <a:chOff x="0" y="0"/>
          <a:chExt cx="0" cy="0"/>
        </a:xfrm>
      </p:grpSpPr>
      <p:pic>
        <p:nvPicPr>
          <p:cNvPr id="28" name="Shape 28"/>
          <p:cNvPicPr preferRelativeResize="0"/>
          <p:nvPr/>
        </p:nvPicPr>
        <p:blipFill rotWithShape="1">
          <a:blip r:embed="rId2">
            <a:alphaModFix/>
          </a:blip>
          <a:srcRect b="0" l="0" r="0" t="0"/>
          <a:stretch/>
        </p:blipFill>
        <p:spPr>
          <a:xfrm>
            <a:off x="6516687" y="1588"/>
            <a:ext cx="2627312" cy="6858000"/>
          </a:xfrm>
          <a:prstGeom prst="rect">
            <a:avLst/>
          </a:prstGeom>
          <a:noFill/>
          <a:ln>
            <a:noFill/>
          </a:ln>
        </p:spPr>
      </p:pic>
      <p:sp>
        <p:nvSpPr>
          <p:cNvPr id="29" name="Shape 29"/>
          <p:cNvSpPr txBox="1"/>
          <p:nvPr>
            <p:ph idx="1" type="body"/>
          </p:nvPr>
        </p:nvSpPr>
        <p:spPr>
          <a:xfrm>
            <a:off x="467543" y="2420888"/>
            <a:ext cx="5040313" cy="576064"/>
          </a:xfrm>
          <a:prstGeom prst="rect">
            <a:avLst/>
          </a:prstGeom>
          <a:noFill/>
          <a:ln>
            <a:noFill/>
          </a:ln>
        </p:spPr>
        <p:txBody>
          <a:bodyPr anchorCtr="0" anchor="t" bIns="91425" lIns="91425" rIns="91425" tIns="91425"/>
          <a:lstStyle>
            <a:lvl1pPr indent="0" marL="0" rtl="0">
              <a:spcBef>
                <a:spcPts val="0"/>
              </a:spcBef>
              <a:buClr>
                <a:schemeClr val="dk1"/>
              </a:buClr>
              <a:buFont typeface="Arial"/>
              <a:buNone/>
              <a:defRPr baseline="0">
                <a:solidFill>
                  <a:schemeClr val="dk1"/>
                </a:solidFill>
                <a:latin typeface="Arial"/>
                <a:ea typeface="Arial"/>
                <a:cs typeface="Arial"/>
                <a:sym typeface="Arial"/>
              </a:defRPr>
            </a:lvl1pPr>
            <a:lvl2pPr rtl="0">
              <a:spcBef>
                <a:spcPts val="0"/>
              </a:spcBef>
              <a:defRPr sz="2800">
                <a:solidFill>
                  <a:schemeClr val="dk1"/>
                </a:solidFill>
                <a:latin typeface="Arial"/>
                <a:ea typeface="Arial"/>
                <a:cs typeface="Arial"/>
                <a:sym typeface="Arial"/>
              </a:defRPr>
            </a:lvl2pPr>
            <a:lvl3pPr rtl="0">
              <a:spcBef>
                <a:spcPts val="0"/>
              </a:spcBef>
              <a:defRPr sz="2400">
                <a:solidFill>
                  <a:schemeClr val="dk1"/>
                </a:solidFill>
                <a:latin typeface="Arial"/>
                <a:ea typeface="Arial"/>
                <a:cs typeface="Arial"/>
                <a:sym typeface="Arial"/>
              </a:defRPr>
            </a:lvl3pPr>
            <a:lvl4pPr rtl="0">
              <a:spcBef>
                <a:spcPts val="0"/>
              </a:spcBef>
              <a:defRPr sz="2000">
                <a:solidFill>
                  <a:schemeClr val="dk1"/>
                </a:solidFill>
                <a:latin typeface="Arial"/>
                <a:ea typeface="Arial"/>
                <a:cs typeface="Arial"/>
                <a:sym typeface="Arial"/>
              </a:defRPr>
            </a:lvl4pPr>
            <a:lvl5pPr rtl="0">
              <a:spcBef>
                <a:spcPts val="0"/>
              </a:spcBef>
              <a:defRPr sz="2000">
                <a:solidFill>
                  <a:schemeClr val="dk1"/>
                </a:solidFill>
                <a:latin typeface="Arial"/>
                <a:ea typeface="Arial"/>
                <a:cs typeface="Arial"/>
                <a:sym typeface="Arial"/>
              </a:defRPr>
            </a:lvl5pPr>
            <a:lvl6pPr rtl="0">
              <a:spcBef>
                <a:spcPts val="0"/>
              </a:spcBef>
              <a:defRPr sz="2000">
                <a:solidFill>
                  <a:schemeClr val="dk1"/>
                </a:solidFill>
              </a:defRPr>
            </a:lvl6pPr>
            <a:lvl7pPr rtl="0">
              <a:spcBef>
                <a:spcPts val="0"/>
              </a:spcBef>
              <a:defRPr sz="2000">
                <a:solidFill>
                  <a:schemeClr val="dk1"/>
                </a:solidFill>
              </a:defRPr>
            </a:lvl7pPr>
            <a:lvl8pPr rtl="0">
              <a:spcBef>
                <a:spcPts val="0"/>
              </a:spcBef>
              <a:defRPr sz="2000">
                <a:solidFill>
                  <a:schemeClr val="dk1"/>
                </a:solidFill>
              </a:defRPr>
            </a:lvl8pPr>
            <a:lvl9pPr rtl="0">
              <a:spcBef>
                <a:spcPts val="0"/>
              </a:spcBef>
              <a:defRPr sz="2000">
                <a:solidFill>
                  <a:schemeClr val="dk1"/>
                </a:solidFill>
              </a:defRPr>
            </a:lvl9pPr>
          </a:lstStyle>
          <a:p/>
        </p:txBody>
      </p:sp>
      <p:sp>
        <p:nvSpPr>
          <p:cNvPr id="30" name="Shape 30"/>
          <p:cNvSpPr txBox="1"/>
          <p:nvPr>
            <p:ph idx="2" type="body"/>
          </p:nvPr>
        </p:nvSpPr>
        <p:spPr>
          <a:xfrm>
            <a:off x="468312" y="3213100"/>
            <a:ext cx="5040312" cy="576262"/>
          </a:xfrm>
          <a:prstGeom prst="rect">
            <a:avLst/>
          </a:prstGeom>
          <a:noFill/>
          <a:ln>
            <a:noFill/>
          </a:ln>
        </p:spPr>
        <p:txBody>
          <a:bodyPr anchorCtr="0" anchor="t" bIns="91425" lIns="91425" rIns="91425" tIns="91425"/>
          <a:lstStyle>
            <a:lvl1pPr indent="0" marL="0" rtl="0">
              <a:spcBef>
                <a:spcPts val="0"/>
              </a:spcBef>
              <a:buFont typeface="Arial"/>
              <a:buNone/>
              <a:defRPr baseline="0">
                <a:latin typeface="Arial"/>
                <a:ea typeface="Arial"/>
                <a:cs typeface="Arial"/>
                <a:sym typeface="Arial"/>
              </a:defRPr>
            </a:lvl1pPr>
            <a:lvl2pPr rtl="0">
              <a:spcBef>
                <a:spcPts val="0"/>
              </a:spcBef>
              <a:defRPr sz="2800">
                <a:solidFill>
                  <a:schemeClr val="dk1"/>
                </a:solidFill>
                <a:latin typeface="Arial"/>
                <a:ea typeface="Arial"/>
                <a:cs typeface="Arial"/>
                <a:sym typeface="Arial"/>
              </a:defRPr>
            </a:lvl2pPr>
            <a:lvl3pPr rtl="0">
              <a:spcBef>
                <a:spcPts val="0"/>
              </a:spcBef>
              <a:defRPr sz="2400">
                <a:solidFill>
                  <a:schemeClr val="dk1"/>
                </a:solidFill>
                <a:latin typeface="Arial"/>
                <a:ea typeface="Arial"/>
                <a:cs typeface="Arial"/>
                <a:sym typeface="Arial"/>
              </a:defRPr>
            </a:lvl3pPr>
            <a:lvl4pPr rtl="0">
              <a:spcBef>
                <a:spcPts val="0"/>
              </a:spcBef>
              <a:defRPr sz="2000">
                <a:solidFill>
                  <a:schemeClr val="dk1"/>
                </a:solidFill>
                <a:latin typeface="Arial"/>
                <a:ea typeface="Arial"/>
                <a:cs typeface="Arial"/>
                <a:sym typeface="Arial"/>
              </a:defRPr>
            </a:lvl4pPr>
            <a:lvl5pPr rtl="0">
              <a:spcBef>
                <a:spcPts val="0"/>
              </a:spcBef>
              <a:defRPr sz="2000">
                <a:solidFill>
                  <a:schemeClr val="dk1"/>
                </a:solidFill>
                <a:latin typeface="Arial"/>
                <a:ea typeface="Arial"/>
                <a:cs typeface="Arial"/>
                <a:sym typeface="Arial"/>
              </a:defRPr>
            </a:lvl5pPr>
            <a:lvl6pPr rtl="0">
              <a:spcBef>
                <a:spcPts val="0"/>
              </a:spcBef>
              <a:defRPr sz="2000">
                <a:solidFill>
                  <a:schemeClr val="dk1"/>
                </a:solidFill>
              </a:defRPr>
            </a:lvl6pPr>
            <a:lvl7pPr rtl="0">
              <a:spcBef>
                <a:spcPts val="0"/>
              </a:spcBef>
              <a:defRPr sz="2000">
                <a:solidFill>
                  <a:schemeClr val="dk1"/>
                </a:solidFill>
              </a:defRPr>
            </a:lvl7pPr>
            <a:lvl8pPr rtl="0">
              <a:spcBef>
                <a:spcPts val="0"/>
              </a:spcBef>
              <a:defRPr sz="2000">
                <a:solidFill>
                  <a:schemeClr val="dk1"/>
                </a:solidFill>
              </a:defRPr>
            </a:lvl8pPr>
            <a:lvl9pPr rtl="0">
              <a:spcBef>
                <a:spcPts val="0"/>
              </a:spcBef>
              <a:defRPr sz="2000">
                <a:solidFill>
                  <a:schemeClr val="dk1"/>
                </a:solidFill>
              </a:defRPr>
            </a:lvl9pPr>
          </a:lstStyle>
          <a:p/>
        </p:txBody>
      </p:sp>
      <p:cxnSp>
        <p:nvCxnSpPr>
          <p:cNvPr id="31" name="Shape 31"/>
          <p:cNvCxnSpPr/>
          <p:nvPr/>
        </p:nvCxnSpPr>
        <p:spPr>
          <a:xfrm flipH="1" rot="10800000">
            <a:off x="309593" y="471584"/>
            <a:ext cx="8208912" cy="5087"/>
          </a:xfrm>
          <a:prstGeom prst="straightConnector1">
            <a:avLst/>
          </a:prstGeom>
          <a:noFill/>
          <a:ln cap="flat" cmpd="sng" w="9525">
            <a:solidFill>
              <a:srgbClr val="8E959C"/>
            </a:solidFill>
            <a:prstDash val="solid"/>
            <a:round/>
            <a:headEnd len="med" w="med" type="none"/>
            <a:tailEnd len="med" w="med" type="none"/>
          </a:ln>
        </p:spPr>
      </p:cxnSp>
      <p:sp>
        <p:nvSpPr>
          <p:cNvPr id="32" name="Shape 32"/>
          <p:cNvSpPr txBox="1"/>
          <p:nvPr>
            <p:ph idx="3" type="body"/>
          </p:nvPr>
        </p:nvSpPr>
        <p:spPr>
          <a:xfrm>
            <a:off x="468312" y="4076700"/>
            <a:ext cx="5040312" cy="720724"/>
          </a:xfrm>
          <a:prstGeom prst="rect">
            <a:avLst/>
          </a:prstGeom>
          <a:noFill/>
          <a:ln>
            <a:noFill/>
          </a:ln>
        </p:spPr>
        <p:txBody>
          <a:bodyPr anchorCtr="0" anchor="t" bIns="91425" lIns="91425" rIns="91425" tIns="91425"/>
          <a:lstStyle>
            <a:lvl1pPr indent="0" marL="0" rtl="0">
              <a:spcBef>
                <a:spcPts val="0"/>
              </a:spcBef>
              <a:buFont typeface="Arial"/>
              <a:buNone/>
              <a:defRPr/>
            </a:lvl1pPr>
            <a:lvl2pPr rtl="0">
              <a:spcBef>
                <a:spcPts val="0"/>
              </a:spcBef>
              <a:defRPr sz="2800">
                <a:solidFill>
                  <a:schemeClr val="dk1"/>
                </a:solidFill>
                <a:latin typeface="Arial"/>
                <a:ea typeface="Arial"/>
                <a:cs typeface="Arial"/>
                <a:sym typeface="Arial"/>
              </a:defRPr>
            </a:lvl2pPr>
            <a:lvl3pPr rtl="0">
              <a:spcBef>
                <a:spcPts val="0"/>
              </a:spcBef>
              <a:defRPr sz="2400">
                <a:solidFill>
                  <a:schemeClr val="dk1"/>
                </a:solidFill>
                <a:latin typeface="Arial"/>
                <a:ea typeface="Arial"/>
                <a:cs typeface="Arial"/>
                <a:sym typeface="Arial"/>
              </a:defRPr>
            </a:lvl3pPr>
            <a:lvl4pPr rtl="0">
              <a:spcBef>
                <a:spcPts val="0"/>
              </a:spcBef>
              <a:defRPr sz="2000">
                <a:solidFill>
                  <a:schemeClr val="dk1"/>
                </a:solidFill>
                <a:latin typeface="Arial"/>
                <a:ea typeface="Arial"/>
                <a:cs typeface="Arial"/>
                <a:sym typeface="Arial"/>
              </a:defRPr>
            </a:lvl4pPr>
            <a:lvl5pPr rtl="0">
              <a:spcBef>
                <a:spcPts val="0"/>
              </a:spcBef>
              <a:defRPr sz="2000">
                <a:solidFill>
                  <a:schemeClr val="dk1"/>
                </a:solidFill>
                <a:latin typeface="Arial"/>
                <a:ea typeface="Arial"/>
                <a:cs typeface="Arial"/>
                <a:sym typeface="Arial"/>
              </a:defRPr>
            </a:lvl5pPr>
            <a:lvl6pPr rtl="0">
              <a:spcBef>
                <a:spcPts val="0"/>
              </a:spcBef>
              <a:defRPr sz="2000">
                <a:solidFill>
                  <a:schemeClr val="dk1"/>
                </a:solidFill>
              </a:defRPr>
            </a:lvl6pPr>
            <a:lvl7pPr rtl="0">
              <a:spcBef>
                <a:spcPts val="0"/>
              </a:spcBef>
              <a:defRPr sz="2000">
                <a:solidFill>
                  <a:schemeClr val="dk1"/>
                </a:solidFill>
              </a:defRPr>
            </a:lvl7pPr>
            <a:lvl8pPr rtl="0">
              <a:spcBef>
                <a:spcPts val="0"/>
              </a:spcBef>
              <a:defRPr sz="2000">
                <a:solidFill>
                  <a:schemeClr val="dk1"/>
                </a:solidFill>
              </a:defRPr>
            </a:lvl8pPr>
            <a:lvl9pPr rtl="0">
              <a:spcBef>
                <a:spcPts val="0"/>
              </a:spcBef>
              <a:defRPr sz="2000">
                <a:solidFill>
                  <a:schemeClr val="dk1"/>
                </a:solidFill>
              </a:defRPr>
            </a:lvl9pPr>
          </a:lstStyle>
          <a:p/>
        </p:txBody>
      </p:sp>
      <p:sp>
        <p:nvSpPr>
          <p:cNvPr id="33" name="Shape 33"/>
          <p:cNvSpPr txBox="1"/>
          <p:nvPr/>
        </p:nvSpPr>
        <p:spPr>
          <a:xfrm>
            <a:off x="251519" y="505779"/>
            <a:ext cx="5918589" cy="646331"/>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0" baseline="0" i="0" lang="en-US" sz="3600" u="none" cap="none" strike="noStrike">
                <a:solidFill>
                  <a:schemeClr val="dk1"/>
                </a:solidFill>
                <a:latin typeface="Arial"/>
                <a:ea typeface="Arial"/>
                <a:cs typeface="Arial"/>
                <a:sym typeface="Arial"/>
              </a:rPr>
              <a:t>Questions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tellysbilde">
    <p:spTree>
      <p:nvGrpSpPr>
        <p:cNvPr id="111" name="Shape 111"/>
        <p:cNvGrpSpPr/>
        <p:nvPr/>
      </p:nvGrpSpPr>
      <p:grpSpPr>
        <a:xfrm>
          <a:off x="0" y="0"/>
          <a:ext cx="0" cy="0"/>
          <a:chOff x="0" y="0"/>
          <a:chExt cx="0" cy="0"/>
        </a:xfrm>
      </p:grpSpPr>
      <p:sp>
        <p:nvSpPr>
          <p:cNvPr id="112" name="Shape 112"/>
          <p:cNvSpPr txBox="1"/>
          <p:nvPr>
            <p:ph type="ctrTitle"/>
          </p:nvPr>
        </p:nvSpPr>
        <p:spPr>
          <a:xfrm>
            <a:off x="685800" y="2130425"/>
            <a:ext cx="7772400" cy="1470000"/>
          </a:xfrm>
          <a:prstGeom prst="rect">
            <a:avLst/>
          </a:prstGeom>
          <a:noFill/>
          <a:ln>
            <a:noFill/>
          </a:ln>
        </p:spPr>
        <p:txBody>
          <a:bodyPr anchorCtr="0" anchor="ctr" bIns="91425" lIns="91425" rIns="91425" tIns="91425"/>
          <a:lstStyle>
            <a:lvl1pPr indent="0" marL="0" marR="0" rtl="0" algn="ctr">
              <a:spcBef>
                <a:spcPts val="0"/>
              </a:spcBef>
              <a:buClr>
                <a:schemeClr val="dk1"/>
              </a:buClr>
              <a:buFont typeface="Calibri"/>
              <a:buNone/>
              <a:defRPr b="0" baseline="0" i="0" sz="4400" u="none" cap="none" strike="noStrike">
                <a:solidFill>
                  <a:schemeClr val="dk1"/>
                </a:solidFill>
                <a:latin typeface="Calibri"/>
                <a:ea typeface="Calibri"/>
                <a:cs typeface="Calibri"/>
                <a:sym typeface="Calibri"/>
              </a:defRPr>
            </a:lvl1pPr>
            <a:lvl2pPr indent="0" marL="0" marR="0" rtl="0" algn="l">
              <a:spcBef>
                <a:spcPts val="0"/>
              </a:spcBef>
              <a:defRPr/>
            </a:lvl2pPr>
            <a:lvl3pPr indent="0" marL="0" marR="0" rtl="0" algn="l">
              <a:spcBef>
                <a:spcPts val="0"/>
              </a:spcBef>
              <a:defRPr/>
            </a:lvl3pPr>
            <a:lvl4pPr indent="0" marL="0" marR="0" rtl="0" algn="l">
              <a:spcBef>
                <a:spcPts val="0"/>
              </a:spcBef>
              <a:defRPr/>
            </a:lvl4pPr>
            <a:lvl5pPr indent="0" marL="0" marR="0" rtl="0" algn="l">
              <a:spcBef>
                <a:spcPts val="0"/>
              </a:spcBef>
              <a:defRPr/>
            </a:lvl5pPr>
            <a:lvl6pPr indent="0" marL="0" marR="0" rtl="0" algn="l">
              <a:spcBef>
                <a:spcPts val="0"/>
              </a:spcBef>
              <a:defRPr/>
            </a:lvl6pPr>
            <a:lvl7pPr indent="0" marL="0" marR="0" rtl="0" algn="l">
              <a:spcBef>
                <a:spcPts val="0"/>
              </a:spcBef>
              <a:defRPr/>
            </a:lvl7pPr>
            <a:lvl8pPr indent="0" marL="0" marR="0" rtl="0" algn="l">
              <a:spcBef>
                <a:spcPts val="0"/>
              </a:spcBef>
              <a:defRPr/>
            </a:lvl8pPr>
            <a:lvl9pPr indent="0" marL="0" marR="0" rtl="0" algn="l">
              <a:spcBef>
                <a:spcPts val="0"/>
              </a:spcBef>
              <a:defRPr/>
            </a:lvl9pPr>
          </a:lstStyle>
          <a:p/>
        </p:txBody>
      </p:sp>
      <p:sp>
        <p:nvSpPr>
          <p:cNvPr id="113" name="Shape 113"/>
          <p:cNvSpPr txBox="1"/>
          <p:nvPr>
            <p:ph idx="1" type="subTitle"/>
          </p:nvPr>
        </p:nvSpPr>
        <p:spPr>
          <a:xfrm>
            <a:off x="1371600" y="3886200"/>
            <a:ext cx="6400799" cy="1752600"/>
          </a:xfrm>
          <a:prstGeom prst="rect">
            <a:avLst/>
          </a:prstGeom>
          <a:noFill/>
          <a:ln>
            <a:noFill/>
          </a:ln>
        </p:spPr>
        <p:txBody>
          <a:bodyPr anchorCtr="0" anchor="t" bIns="91425" lIns="91425" rIns="91425" tIns="91425"/>
          <a:lstStyle>
            <a:lvl1pPr indent="0" marL="0" marR="0" rtl="0" algn="ctr">
              <a:spcBef>
                <a:spcPts val="640"/>
              </a:spcBef>
              <a:buClr>
                <a:srgbClr val="888888"/>
              </a:buClr>
              <a:buFont typeface="Arial"/>
              <a:buNone/>
              <a:defRPr b="0" baseline="0" i="0" sz="3200" u="none" cap="none" strike="noStrike">
                <a:solidFill>
                  <a:srgbClr val="888888"/>
                </a:solidFill>
                <a:latin typeface="Calibri"/>
                <a:ea typeface="Calibri"/>
                <a:cs typeface="Calibri"/>
                <a:sym typeface="Calibri"/>
              </a:defRPr>
            </a:lvl1pPr>
            <a:lvl2pPr indent="0" marL="457200" marR="0" rtl="0" algn="ctr">
              <a:spcBef>
                <a:spcPts val="560"/>
              </a:spcBef>
              <a:buClr>
                <a:srgbClr val="888888"/>
              </a:buClr>
              <a:buFont typeface="Arial"/>
              <a:buNone/>
              <a:defRPr b="0" baseline="0" i="0" sz="2800" u="none" cap="none" strike="noStrike">
                <a:solidFill>
                  <a:srgbClr val="888888"/>
                </a:solidFill>
                <a:latin typeface="Calibri"/>
                <a:ea typeface="Calibri"/>
                <a:cs typeface="Calibri"/>
                <a:sym typeface="Calibri"/>
              </a:defRPr>
            </a:lvl2pPr>
            <a:lvl3pPr indent="0" marL="914400" marR="0" rtl="0" algn="ctr">
              <a:spcBef>
                <a:spcPts val="480"/>
              </a:spcBef>
              <a:buClr>
                <a:srgbClr val="888888"/>
              </a:buClr>
              <a:buFont typeface="Arial"/>
              <a:buNone/>
              <a:defRPr b="0" baseline="0" i="0" sz="2400" u="none" cap="none" strike="noStrike">
                <a:solidFill>
                  <a:srgbClr val="888888"/>
                </a:solidFill>
                <a:latin typeface="Calibri"/>
                <a:ea typeface="Calibri"/>
                <a:cs typeface="Calibri"/>
                <a:sym typeface="Calibri"/>
              </a:defRPr>
            </a:lvl3pPr>
            <a:lvl4pPr indent="0" marL="13716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4pPr>
            <a:lvl5pPr indent="0" marL="18288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5pPr>
            <a:lvl6pPr indent="0" marL="22860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6pPr>
            <a:lvl7pPr indent="0" marL="27432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7pPr>
            <a:lvl8pPr indent="0" marL="32004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8pPr>
            <a:lvl9pPr indent="0" marL="3657600" marR="0" rtl="0" algn="ctr">
              <a:spcBef>
                <a:spcPts val="400"/>
              </a:spcBef>
              <a:buClr>
                <a:srgbClr val="888888"/>
              </a:buClr>
              <a:buFont typeface="Arial"/>
              <a:buNone/>
              <a:defRPr b="0" baseline="0" i="0" sz="2000" u="none" cap="none" strike="noStrike">
                <a:solidFill>
                  <a:srgbClr val="888888"/>
                </a:solidFill>
                <a:latin typeface="Calibri"/>
                <a:ea typeface="Calibri"/>
                <a:cs typeface="Calibri"/>
                <a:sym typeface="Calibri"/>
              </a:defRPr>
            </a:lvl9pPr>
          </a:lstStyle>
          <a:p/>
        </p:txBody>
      </p:sp>
      <p:sp>
        <p:nvSpPr>
          <p:cNvPr id="114" name="Shape 114"/>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15" name="Shape 115"/>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16" name="Shape 116"/>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tel og innhold">
    <p:spTree>
      <p:nvGrpSpPr>
        <p:cNvPr id="117" name="Shape 117"/>
        <p:cNvGrpSpPr/>
        <p:nvPr/>
      </p:nvGrpSpPr>
      <p:grpSpPr>
        <a:xfrm>
          <a:off x="0" y="0"/>
          <a:ext cx="0" cy="0"/>
          <a:chOff x="0" y="0"/>
          <a:chExt cx="0" cy="0"/>
        </a:xfrm>
      </p:grpSpPr>
      <p:sp>
        <p:nvSpPr>
          <p:cNvPr id="118" name="Shape 118"/>
          <p:cNvSpPr txBox="1"/>
          <p:nvPr>
            <p:ph type="title"/>
          </p:nvPr>
        </p:nvSpPr>
        <p:spPr>
          <a:xfrm>
            <a:off x="457200" y="274637"/>
            <a:ext cx="8229600" cy="1143000"/>
          </a:xfrm>
          <a:prstGeom prst="rect">
            <a:avLst/>
          </a:prstGeom>
          <a:noFill/>
          <a:ln>
            <a:noFill/>
          </a:ln>
        </p:spPr>
        <p:txBody>
          <a:bodyPr anchorCtr="0" anchor="ctr" bIns="91425" lIns="91425" rIns="91425" tIns="91425"/>
          <a:lstStyle>
            <a:lvl1pPr rtl="0" algn="ctr">
              <a:spcBef>
                <a:spcPts val="0"/>
              </a:spcBef>
              <a:buClr>
                <a:schemeClr val="dk1"/>
              </a:buClr>
              <a:buFont typeface="Calibri"/>
              <a:buNone/>
              <a:defRPr sz="4400">
                <a:solidFill>
                  <a:schemeClr val="dk1"/>
                </a:solidFill>
                <a:latin typeface="Calibri"/>
                <a:ea typeface="Calibri"/>
                <a:cs typeface="Calibri"/>
                <a:sym typeface="Calibri"/>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19" name="Shape 119"/>
          <p:cNvSpPr txBox="1"/>
          <p:nvPr>
            <p:ph idx="1" type="body"/>
          </p:nvPr>
        </p:nvSpPr>
        <p:spPr>
          <a:xfrm>
            <a:off x="457200" y="1600200"/>
            <a:ext cx="8229600" cy="4526100"/>
          </a:xfrm>
          <a:prstGeom prst="rect">
            <a:avLst/>
          </a:prstGeom>
          <a:noFill/>
          <a:ln>
            <a:noFill/>
          </a:ln>
        </p:spPr>
        <p:txBody>
          <a:bodyPr anchorCtr="0" anchor="t" bIns="91425" lIns="91425" rIns="91425" tIns="91425"/>
          <a:lstStyle>
            <a:lvl1pPr indent="-13970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120" name="Shape 120"/>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21" name="Shape 121"/>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22" name="Shape 122"/>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Deloverskrift">
    <p:spTree>
      <p:nvGrpSpPr>
        <p:cNvPr id="123" name="Shape 123"/>
        <p:cNvGrpSpPr/>
        <p:nvPr/>
      </p:nvGrpSpPr>
      <p:grpSpPr>
        <a:xfrm>
          <a:off x="0" y="0"/>
          <a:ext cx="0" cy="0"/>
          <a:chOff x="0" y="0"/>
          <a:chExt cx="0" cy="0"/>
        </a:xfrm>
      </p:grpSpPr>
      <p:sp>
        <p:nvSpPr>
          <p:cNvPr id="124" name="Shape 124"/>
          <p:cNvSpPr txBox="1"/>
          <p:nvPr>
            <p:ph type="title"/>
          </p:nvPr>
        </p:nvSpPr>
        <p:spPr>
          <a:xfrm>
            <a:off x="722312" y="4406900"/>
            <a:ext cx="7772400" cy="1361999"/>
          </a:xfrm>
          <a:prstGeom prst="rect">
            <a:avLst/>
          </a:prstGeom>
          <a:noFill/>
          <a:ln>
            <a:noFill/>
          </a:ln>
        </p:spPr>
        <p:txBody>
          <a:bodyPr anchorCtr="0" anchor="t" bIns="91425" lIns="91425" rIns="91425" tIns="91425"/>
          <a:lstStyle>
            <a:lvl1pPr rtl="0" algn="l">
              <a:spcBef>
                <a:spcPts val="0"/>
              </a:spcBef>
              <a:defRPr b="1" sz="4000" cap="none"/>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25" name="Shape 125"/>
          <p:cNvSpPr txBox="1"/>
          <p:nvPr>
            <p:ph idx="1" type="body"/>
          </p:nvPr>
        </p:nvSpPr>
        <p:spPr>
          <a:xfrm>
            <a:off x="722312" y="2906713"/>
            <a:ext cx="7772400" cy="1500300"/>
          </a:xfrm>
          <a:prstGeom prst="rect">
            <a:avLst/>
          </a:prstGeom>
          <a:noFill/>
          <a:ln>
            <a:noFill/>
          </a:ln>
        </p:spPr>
        <p:txBody>
          <a:bodyPr anchorCtr="0" anchor="b" bIns="91425" lIns="91425" rIns="91425" tIns="91425"/>
          <a:lstStyle>
            <a:lvl1pPr indent="0" marL="0" rtl="0">
              <a:spcBef>
                <a:spcPts val="0"/>
              </a:spcBef>
              <a:buClr>
                <a:srgbClr val="888888"/>
              </a:buClr>
              <a:buFont typeface="Calibri"/>
              <a:buNone/>
              <a:defRPr sz="2000">
                <a:solidFill>
                  <a:srgbClr val="888888"/>
                </a:solidFill>
              </a:defRPr>
            </a:lvl1pPr>
            <a:lvl2pPr indent="0" marL="457200" rtl="0">
              <a:spcBef>
                <a:spcPts val="0"/>
              </a:spcBef>
              <a:buClr>
                <a:srgbClr val="888888"/>
              </a:buClr>
              <a:buFont typeface="Calibri"/>
              <a:buNone/>
              <a:defRPr sz="1800">
                <a:solidFill>
                  <a:srgbClr val="888888"/>
                </a:solidFill>
              </a:defRPr>
            </a:lvl2pPr>
            <a:lvl3pPr indent="0" marL="914400" rtl="0">
              <a:spcBef>
                <a:spcPts val="0"/>
              </a:spcBef>
              <a:buClr>
                <a:srgbClr val="888888"/>
              </a:buClr>
              <a:buFont typeface="Calibri"/>
              <a:buNone/>
              <a:defRPr sz="1600">
                <a:solidFill>
                  <a:srgbClr val="888888"/>
                </a:solidFill>
              </a:defRPr>
            </a:lvl3pPr>
            <a:lvl4pPr indent="0" marL="1371600" rtl="0">
              <a:spcBef>
                <a:spcPts val="0"/>
              </a:spcBef>
              <a:buClr>
                <a:srgbClr val="888888"/>
              </a:buClr>
              <a:buFont typeface="Calibri"/>
              <a:buNone/>
              <a:defRPr sz="1400">
                <a:solidFill>
                  <a:srgbClr val="888888"/>
                </a:solidFill>
              </a:defRPr>
            </a:lvl4pPr>
            <a:lvl5pPr indent="0" marL="1828800" rtl="0">
              <a:spcBef>
                <a:spcPts val="0"/>
              </a:spcBef>
              <a:buClr>
                <a:srgbClr val="888888"/>
              </a:buClr>
              <a:buFont typeface="Calibri"/>
              <a:buNone/>
              <a:defRPr sz="1400">
                <a:solidFill>
                  <a:srgbClr val="888888"/>
                </a:solidFill>
              </a:defRPr>
            </a:lvl5pPr>
            <a:lvl6pPr indent="0" marL="2286000" rtl="0">
              <a:spcBef>
                <a:spcPts val="0"/>
              </a:spcBef>
              <a:buClr>
                <a:srgbClr val="888888"/>
              </a:buClr>
              <a:buFont typeface="Calibri"/>
              <a:buNone/>
              <a:defRPr sz="1400">
                <a:solidFill>
                  <a:srgbClr val="888888"/>
                </a:solidFill>
              </a:defRPr>
            </a:lvl6pPr>
            <a:lvl7pPr indent="0" marL="2743200" rtl="0">
              <a:spcBef>
                <a:spcPts val="0"/>
              </a:spcBef>
              <a:buClr>
                <a:srgbClr val="888888"/>
              </a:buClr>
              <a:buFont typeface="Calibri"/>
              <a:buNone/>
              <a:defRPr sz="1400">
                <a:solidFill>
                  <a:srgbClr val="888888"/>
                </a:solidFill>
              </a:defRPr>
            </a:lvl7pPr>
            <a:lvl8pPr indent="0" marL="3200400" rtl="0">
              <a:spcBef>
                <a:spcPts val="0"/>
              </a:spcBef>
              <a:buClr>
                <a:srgbClr val="888888"/>
              </a:buClr>
              <a:buFont typeface="Calibri"/>
              <a:buNone/>
              <a:defRPr sz="1400">
                <a:solidFill>
                  <a:srgbClr val="888888"/>
                </a:solidFill>
              </a:defRPr>
            </a:lvl8pPr>
            <a:lvl9pPr indent="0" marL="3657600" rtl="0">
              <a:spcBef>
                <a:spcPts val="0"/>
              </a:spcBef>
              <a:buClr>
                <a:srgbClr val="888888"/>
              </a:buClr>
              <a:buFont typeface="Calibri"/>
              <a:buNone/>
              <a:defRPr sz="1400">
                <a:solidFill>
                  <a:srgbClr val="888888"/>
                </a:solidFill>
              </a:defRPr>
            </a:lvl9pPr>
          </a:lstStyle>
          <a:p/>
        </p:txBody>
      </p:sp>
      <p:sp>
        <p:nvSpPr>
          <p:cNvPr id="126" name="Shape 126"/>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27" name="Shape 127"/>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28" name="Shape 128"/>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Obj">
  <p:cSld name="To innholdsdeler">
    <p:spTree>
      <p:nvGrpSpPr>
        <p:cNvPr id="129" name="Shape 129"/>
        <p:cNvGrpSpPr/>
        <p:nvPr/>
      </p:nvGrpSpPr>
      <p:grpSpPr>
        <a:xfrm>
          <a:off x="0" y="0"/>
          <a:ext cx="0" cy="0"/>
          <a:chOff x="0" y="0"/>
          <a:chExt cx="0" cy="0"/>
        </a:xfrm>
      </p:grpSpPr>
      <p:sp>
        <p:nvSpPr>
          <p:cNvPr id="130" name="Shape 130"/>
          <p:cNvSpPr txBox="1"/>
          <p:nvPr>
            <p:ph type="title"/>
          </p:nvPr>
        </p:nvSpPr>
        <p:spPr>
          <a:xfrm>
            <a:off x="457200" y="274637"/>
            <a:ext cx="8229600" cy="1143000"/>
          </a:xfrm>
          <a:prstGeom prst="rect">
            <a:avLst/>
          </a:prstGeom>
          <a:noFill/>
          <a:ln>
            <a:noFill/>
          </a:ln>
        </p:spPr>
        <p:txBody>
          <a:bodyPr anchorCtr="0" anchor="ctr" bIns="91425" lIns="91425" rIns="91425" tIns="91425"/>
          <a:lstStyle>
            <a:lvl1pPr rtl="0" algn="ctr">
              <a:spcBef>
                <a:spcPts val="0"/>
              </a:spcBef>
              <a:buClr>
                <a:schemeClr val="dk1"/>
              </a:buClr>
              <a:buFont typeface="Calibri"/>
              <a:buNone/>
              <a:defRPr sz="4400">
                <a:solidFill>
                  <a:schemeClr val="dk1"/>
                </a:solidFill>
                <a:latin typeface="Calibri"/>
                <a:ea typeface="Calibri"/>
                <a:cs typeface="Calibri"/>
                <a:sym typeface="Calibri"/>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31" name="Shape 131"/>
          <p:cNvSpPr txBox="1"/>
          <p:nvPr>
            <p:ph idx="1" type="body"/>
          </p:nvPr>
        </p:nvSpPr>
        <p:spPr>
          <a:xfrm>
            <a:off x="457200" y="1600200"/>
            <a:ext cx="4038599" cy="4526100"/>
          </a:xfrm>
          <a:prstGeom prst="rect">
            <a:avLst/>
          </a:prstGeom>
          <a:noFill/>
          <a:ln>
            <a:noFill/>
          </a:ln>
        </p:spPr>
        <p:txBody>
          <a:bodyPr anchorCtr="0" anchor="t" bIns="91425" lIns="91425" rIns="91425" tIns="91425"/>
          <a:lstStyle>
            <a:lvl1pPr rtl="0">
              <a:spcBef>
                <a:spcPts val="0"/>
              </a:spcBef>
              <a:defRPr sz="2800"/>
            </a:lvl1pPr>
            <a:lvl2pPr rtl="0">
              <a:spcBef>
                <a:spcPts val="0"/>
              </a:spcBef>
              <a:defRPr sz="2400"/>
            </a:lvl2pPr>
            <a:lvl3pPr rtl="0">
              <a:spcBef>
                <a:spcPts val="0"/>
              </a:spcBef>
              <a:defRPr sz="2000"/>
            </a:lvl3pPr>
            <a:lvl4pPr rtl="0">
              <a:spcBef>
                <a:spcPts val="0"/>
              </a:spcBef>
              <a:defRPr sz="1800"/>
            </a:lvl4pPr>
            <a:lvl5pPr rtl="0">
              <a:spcBef>
                <a:spcPts val="0"/>
              </a:spcBef>
              <a:defRPr sz="1800"/>
            </a:lvl5pPr>
            <a:lvl6pPr rtl="0">
              <a:spcBef>
                <a:spcPts val="0"/>
              </a:spcBef>
              <a:defRPr sz="1800"/>
            </a:lvl6pPr>
            <a:lvl7pPr rtl="0">
              <a:spcBef>
                <a:spcPts val="0"/>
              </a:spcBef>
              <a:defRPr sz="1800"/>
            </a:lvl7pPr>
            <a:lvl8pPr rtl="0">
              <a:spcBef>
                <a:spcPts val="0"/>
              </a:spcBef>
              <a:defRPr sz="1800"/>
            </a:lvl8pPr>
            <a:lvl9pPr rtl="0">
              <a:spcBef>
                <a:spcPts val="0"/>
              </a:spcBef>
              <a:defRPr sz="1800"/>
            </a:lvl9pPr>
          </a:lstStyle>
          <a:p/>
        </p:txBody>
      </p:sp>
      <p:sp>
        <p:nvSpPr>
          <p:cNvPr id="132" name="Shape 132"/>
          <p:cNvSpPr txBox="1"/>
          <p:nvPr>
            <p:ph idx="2" type="body"/>
          </p:nvPr>
        </p:nvSpPr>
        <p:spPr>
          <a:xfrm>
            <a:off x="4648200" y="1600200"/>
            <a:ext cx="4038599" cy="4526100"/>
          </a:xfrm>
          <a:prstGeom prst="rect">
            <a:avLst/>
          </a:prstGeom>
          <a:noFill/>
          <a:ln>
            <a:noFill/>
          </a:ln>
        </p:spPr>
        <p:txBody>
          <a:bodyPr anchorCtr="0" anchor="t" bIns="91425" lIns="91425" rIns="91425" tIns="91425"/>
          <a:lstStyle>
            <a:lvl1pPr rtl="0">
              <a:spcBef>
                <a:spcPts val="0"/>
              </a:spcBef>
              <a:defRPr sz="2800"/>
            </a:lvl1pPr>
            <a:lvl2pPr rtl="0">
              <a:spcBef>
                <a:spcPts val="0"/>
              </a:spcBef>
              <a:defRPr sz="2400"/>
            </a:lvl2pPr>
            <a:lvl3pPr rtl="0">
              <a:spcBef>
                <a:spcPts val="0"/>
              </a:spcBef>
              <a:defRPr sz="2000"/>
            </a:lvl3pPr>
            <a:lvl4pPr rtl="0">
              <a:spcBef>
                <a:spcPts val="0"/>
              </a:spcBef>
              <a:defRPr sz="1800"/>
            </a:lvl4pPr>
            <a:lvl5pPr rtl="0">
              <a:spcBef>
                <a:spcPts val="0"/>
              </a:spcBef>
              <a:defRPr sz="1800"/>
            </a:lvl5pPr>
            <a:lvl6pPr rtl="0">
              <a:spcBef>
                <a:spcPts val="0"/>
              </a:spcBef>
              <a:defRPr sz="1800"/>
            </a:lvl6pPr>
            <a:lvl7pPr rtl="0">
              <a:spcBef>
                <a:spcPts val="0"/>
              </a:spcBef>
              <a:defRPr sz="1800"/>
            </a:lvl7pPr>
            <a:lvl8pPr rtl="0">
              <a:spcBef>
                <a:spcPts val="0"/>
              </a:spcBef>
              <a:defRPr sz="1800"/>
            </a:lvl8pPr>
            <a:lvl9pPr rtl="0">
              <a:spcBef>
                <a:spcPts val="0"/>
              </a:spcBef>
              <a:defRPr sz="1800"/>
            </a:lvl9pPr>
          </a:lstStyle>
          <a:p/>
        </p:txBody>
      </p:sp>
      <p:sp>
        <p:nvSpPr>
          <p:cNvPr id="133" name="Shape 133"/>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34" name="Shape 134"/>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35" name="Shape 135"/>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TxTwoObj">
  <p:cSld name="Sammenligning">
    <p:spTree>
      <p:nvGrpSpPr>
        <p:cNvPr id="136" name="Shape 136"/>
        <p:cNvGrpSpPr/>
        <p:nvPr/>
      </p:nvGrpSpPr>
      <p:grpSpPr>
        <a:xfrm>
          <a:off x="0" y="0"/>
          <a:ext cx="0" cy="0"/>
          <a:chOff x="0" y="0"/>
          <a:chExt cx="0" cy="0"/>
        </a:xfrm>
      </p:grpSpPr>
      <p:sp>
        <p:nvSpPr>
          <p:cNvPr id="137" name="Shape 137"/>
          <p:cNvSpPr txBox="1"/>
          <p:nvPr>
            <p:ph type="title"/>
          </p:nvPr>
        </p:nvSpPr>
        <p:spPr>
          <a:xfrm>
            <a:off x="457200" y="274637"/>
            <a:ext cx="8229600" cy="1143000"/>
          </a:xfrm>
          <a:prstGeom prst="rect">
            <a:avLst/>
          </a:prstGeom>
          <a:noFill/>
          <a:ln>
            <a:noFill/>
          </a:ln>
        </p:spPr>
        <p:txBody>
          <a:bodyPr anchorCtr="0" anchor="ctr" bIns="91425" lIns="91425" rIns="91425" tIns="91425"/>
          <a:lstStyle>
            <a:lvl1pPr rtl="0">
              <a:spcBef>
                <a:spcPts val="0"/>
              </a:spcBef>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38" name="Shape 138"/>
          <p:cNvSpPr txBox="1"/>
          <p:nvPr>
            <p:ph idx="1" type="body"/>
          </p:nvPr>
        </p:nvSpPr>
        <p:spPr>
          <a:xfrm>
            <a:off x="457200" y="1535112"/>
            <a:ext cx="4040099" cy="639900"/>
          </a:xfrm>
          <a:prstGeom prst="rect">
            <a:avLst/>
          </a:prstGeom>
          <a:noFill/>
          <a:ln>
            <a:noFill/>
          </a:ln>
        </p:spPr>
        <p:txBody>
          <a:bodyPr anchorCtr="0" anchor="b" bIns="91425" lIns="91425" rIns="91425" tIns="91425"/>
          <a:lstStyle>
            <a:lvl1pPr indent="0" marL="0" rtl="0">
              <a:spcBef>
                <a:spcPts val="0"/>
              </a:spcBef>
              <a:buFont typeface="Calibri"/>
              <a:buNone/>
              <a:defRPr b="1" sz="2400"/>
            </a:lvl1pPr>
            <a:lvl2pPr indent="0" marL="457200" rtl="0">
              <a:spcBef>
                <a:spcPts val="0"/>
              </a:spcBef>
              <a:buFont typeface="Calibri"/>
              <a:buNone/>
              <a:defRPr b="1" sz="2000"/>
            </a:lvl2pPr>
            <a:lvl3pPr indent="0" marL="914400" rtl="0">
              <a:spcBef>
                <a:spcPts val="0"/>
              </a:spcBef>
              <a:buFont typeface="Calibri"/>
              <a:buNone/>
              <a:defRPr b="1" sz="1800"/>
            </a:lvl3pPr>
            <a:lvl4pPr indent="0" marL="1371600" rtl="0">
              <a:spcBef>
                <a:spcPts val="0"/>
              </a:spcBef>
              <a:buFont typeface="Calibri"/>
              <a:buNone/>
              <a:defRPr b="1" sz="1600"/>
            </a:lvl4pPr>
            <a:lvl5pPr indent="0" marL="1828800" rtl="0">
              <a:spcBef>
                <a:spcPts val="0"/>
              </a:spcBef>
              <a:buFont typeface="Calibri"/>
              <a:buNone/>
              <a:defRPr b="1" sz="1600"/>
            </a:lvl5pPr>
            <a:lvl6pPr indent="0" marL="2286000" rtl="0">
              <a:spcBef>
                <a:spcPts val="0"/>
              </a:spcBef>
              <a:buFont typeface="Calibri"/>
              <a:buNone/>
              <a:defRPr b="1" sz="1600"/>
            </a:lvl6pPr>
            <a:lvl7pPr indent="0" marL="2743200" rtl="0">
              <a:spcBef>
                <a:spcPts val="0"/>
              </a:spcBef>
              <a:buFont typeface="Calibri"/>
              <a:buNone/>
              <a:defRPr b="1" sz="1600"/>
            </a:lvl7pPr>
            <a:lvl8pPr indent="0" marL="3200400" rtl="0">
              <a:spcBef>
                <a:spcPts val="0"/>
              </a:spcBef>
              <a:buFont typeface="Calibri"/>
              <a:buNone/>
              <a:defRPr b="1" sz="1600"/>
            </a:lvl8pPr>
            <a:lvl9pPr indent="0" marL="3657600" rtl="0">
              <a:spcBef>
                <a:spcPts val="0"/>
              </a:spcBef>
              <a:buFont typeface="Calibri"/>
              <a:buNone/>
              <a:defRPr b="1" sz="1600"/>
            </a:lvl9pPr>
          </a:lstStyle>
          <a:p/>
        </p:txBody>
      </p:sp>
      <p:sp>
        <p:nvSpPr>
          <p:cNvPr id="139" name="Shape 139"/>
          <p:cNvSpPr txBox="1"/>
          <p:nvPr>
            <p:ph idx="2" type="body"/>
          </p:nvPr>
        </p:nvSpPr>
        <p:spPr>
          <a:xfrm>
            <a:off x="457200" y="2174875"/>
            <a:ext cx="4040099" cy="3951300"/>
          </a:xfrm>
          <a:prstGeom prst="rect">
            <a:avLst/>
          </a:prstGeom>
          <a:noFill/>
          <a:ln>
            <a:noFill/>
          </a:ln>
        </p:spPr>
        <p:txBody>
          <a:bodyPr anchorCtr="0" anchor="t" bIns="91425" lIns="91425" rIns="91425" tIns="91425"/>
          <a:lstStyle>
            <a:lvl1pPr rtl="0">
              <a:spcBef>
                <a:spcPts val="0"/>
              </a:spcBef>
              <a:defRPr sz="2400"/>
            </a:lvl1pPr>
            <a:lvl2pPr rtl="0">
              <a:spcBef>
                <a:spcPts val="0"/>
              </a:spcBef>
              <a:defRPr sz="2000"/>
            </a:lvl2pPr>
            <a:lvl3pPr rtl="0">
              <a:spcBef>
                <a:spcPts val="0"/>
              </a:spcBef>
              <a:defRPr sz="1800"/>
            </a:lvl3pPr>
            <a:lvl4pPr rtl="0">
              <a:spcBef>
                <a:spcPts val="0"/>
              </a:spcBef>
              <a:defRPr sz="1600"/>
            </a:lvl4pPr>
            <a:lvl5pPr rtl="0">
              <a:spcBef>
                <a:spcPts val="0"/>
              </a:spcBef>
              <a:defRPr sz="1600"/>
            </a:lvl5pPr>
            <a:lvl6pPr rtl="0">
              <a:spcBef>
                <a:spcPts val="0"/>
              </a:spcBef>
              <a:defRPr sz="1600"/>
            </a:lvl6pPr>
            <a:lvl7pPr rtl="0">
              <a:spcBef>
                <a:spcPts val="0"/>
              </a:spcBef>
              <a:defRPr sz="1600"/>
            </a:lvl7pPr>
            <a:lvl8pPr rtl="0">
              <a:spcBef>
                <a:spcPts val="0"/>
              </a:spcBef>
              <a:defRPr sz="1600"/>
            </a:lvl8pPr>
            <a:lvl9pPr rtl="0">
              <a:spcBef>
                <a:spcPts val="0"/>
              </a:spcBef>
              <a:defRPr sz="1600"/>
            </a:lvl9pPr>
          </a:lstStyle>
          <a:p/>
        </p:txBody>
      </p:sp>
      <p:sp>
        <p:nvSpPr>
          <p:cNvPr id="140" name="Shape 140"/>
          <p:cNvSpPr txBox="1"/>
          <p:nvPr>
            <p:ph idx="3" type="body"/>
          </p:nvPr>
        </p:nvSpPr>
        <p:spPr>
          <a:xfrm>
            <a:off x="4645025" y="1535112"/>
            <a:ext cx="4041900" cy="639900"/>
          </a:xfrm>
          <a:prstGeom prst="rect">
            <a:avLst/>
          </a:prstGeom>
          <a:noFill/>
          <a:ln>
            <a:noFill/>
          </a:ln>
        </p:spPr>
        <p:txBody>
          <a:bodyPr anchorCtr="0" anchor="b" bIns="91425" lIns="91425" rIns="91425" tIns="91425"/>
          <a:lstStyle>
            <a:lvl1pPr indent="0" marL="0" rtl="0">
              <a:spcBef>
                <a:spcPts val="0"/>
              </a:spcBef>
              <a:buFont typeface="Calibri"/>
              <a:buNone/>
              <a:defRPr b="1" sz="2400"/>
            </a:lvl1pPr>
            <a:lvl2pPr indent="0" marL="457200" rtl="0">
              <a:spcBef>
                <a:spcPts val="0"/>
              </a:spcBef>
              <a:buFont typeface="Calibri"/>
              <a:buNone/>
              <a:defRPr b="1" sz="2000"/>
            </a:lvl2pPr>
            <a:lvl3pPr indent="0" marL="914400" rtl="0">
              <a:spcBef>
                <a:spcPts val="0"/>
              </a:spcBef>
              <a:buFont typeface="Calibri"/>
              <a:buNone/>
              <a:defRPr b="1" sz="1800"/>
            </a:lvl3pPr>
            <a:lvl4pPr indent="0" marL="1371600" rtl="0">
              <a:spcBef>
                <a:spcPts val="0"/>
              </a:spcBef>
              <a:buFont typeface="Calibri"/>
              <a:buNone/>
              <a:defRPr b="1" sz="1600"/>
            </a:lvl4pPr>
            <a:lvl5pPr indent="0" marL="1828800" rtl="0">
              <a:spcBef>
                <a:spcPts val="0"/>
              </a:spcBef>
              <a:buFont typeface="Calibri"/>
              <a:buNone/>
              <a:defRPr b="1" sz="1600"/>
            </a:lvl5pPr>
            <a:lvl6pPr indent="0" marL="2286000" rtl="0">
              <a:spcBef>
                <a:spcPts val="0"/>
              </a:spcBef>
              <a:buFont typeface="Calibri"/>
              <a:buNone/>
              <a:defRPr b="1" sz="1600"/>
            </a:lvl6pPr>
            <a:lvl7pPr indent="0" marL="2743200" rtl="0">
              <a:spcBef>
                <a:spcPts val="0"/>
              </a:spcBef>
              <a:buFont typeface="Calibri"/>
              <a:buNone/>
              <a:defRPr b="1" sz="1600"/>
            </a:lvl7pPr>
            <a:lvl8pPr indent="0" marL="3200400" rtl="0">
              <a:spcBef>
                <a:spcPts val="0"/>
              </a:spcBef>
              <a:buFont typeface="Calibri"/>
              <a:buNone/>
              <a:defRPr b="1" sz="1600"/>
            </a:lvl8pPr>
            <a:lvl9pPr indent="0" marL="3657600" rtl="0">
              <a:spcBef>
                <a:spcPts val="0"/>
              </a:spcBef>
              <a:buFont typeface="Calibri"/>
              <a:buNone/>
              <a:defRPr b="1" sz="1600"/>
            </a:lvl9pPr>
          </a:lstStyle>
          <a:p/>
        </p:txBody>
      </p:sp>
      <p:sp>
        <p:nvSpPr>
          <p:cNvPr id="141" name="Shape 141"/>
          <p:cNvSpPr txBox="1"/>
          <p:nvPr>
            <p:ph idx="4" type="body"/>
          </p:nvPr>
        </p:nvSpPr>
        <p:spPr>
          <a:xfrm>
            <a:off x="4645025" y="2174875"/>
            <a:ext cx="4041900" cy="3951300"/>
          </a:xfrm>
          <a:prstGeom prst="rect">
            <a:avLst/>
          </a:prstGeom>
          <a:noFill/>
          <a:ln>
            <a:noFill/>
          </a:ln>
        </p:spPr>
        <p:txBody>
          <a:bodyPr anchorCtr="0" anchor="t" bIns="91425" lIns="91425" rIns="91425" tIns="91425"/>
          <a:lstStyle>
            <a:lvl1pPr rtl="0">
              <a:spcBef>
                <a:spcPts val="0"/>
              </a:spcBef>
              <a:defRPr sz="2400"/>
            </a:lvl1pPr>
            <a:lvl2pPr rtl="0">
              <a:spcBef>
                <a:spcPts val="0"/>
              </a:spcBef>
              <a:defRPr sz="2000"/>
            </a:lvl2pPr>
            <a:lvl3pPr rtl="0">
              <a:spcBef>
                <a:spcPts val="0"/>
              </a:spcBef>
              <a:defRPr sz="1800"/>
            </a:lvl3pPr>
            <a:lvl4pPr rtl="0">
              <a:spcBef>
                <a:spcPts val="0"/>
              </a:spcBef>
              <a:defRPr sz="1600"/>
            </a:lvl4pPr>
            <a:lvl5pPr rtl="0">
              <a:spcBef>
                <a:spcPts val="0"/>
              </a:spcBef>
              <a:defRPr sz="1600"/>
            </a:lvl5pPr>
            <a:lvl6pPr rtl="0">
              <a:spcBef>
                <a:spcPts val="0"/>
              </a:spcBef>
              <a:defRPr sz="1600"/>
            </a:lvl6pPr>
            <a:lvl7pPr rtl="0">
              <a:spcBef>
                <a:spcPts val="0"/>
              </a:spcBef>
              <a:defRPr sz="1600"/>
            </a:lvl7pPr>
            <a:lvl8pPr rtl="0">
              <a:spcBef>
                <a:spcPts val="0"/>
              </a:spcBef>
              <a:defRPr sz="1600"/>
            </a:lvl8pPr>
            <a:lvl9pPr rtl="0">
              <a:spcBef>
                <a:spcPts val="0"/>
              </a:spcBef>
              <a:defRPr sz="1600"/>
            </a:lvl9pPr>
          </a:lstStyle>
          <a:p/>
        </p:txBody>
      </p:sp>
      <p:sp>
        <p:nvSpPr>
          <p:cNvPr id="142" name="Shape 142"/>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43" name="Shape 143"/>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44" name="Shape 144"/>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Bare tittel">
    <p:spTree>
      <p:nvGrpSpPr>
        <p:cNvPr id="145" name="Shape 145"/>
        <p:cNvGrpSpPr/>
        <p:nvPr/>
      </p:nvGrpSpPr>
      <p:grpSpPr>
        <a:xfrm>
          <a:off x="0" y="0"/>
          <a:ext cx="0" cy="0"/>
          <a:chOff x="0" y="0"/>
          <a:chExt cx="0" cy="0"/>
        </a:xfrm>
      </p:grpSpPr>
      <p:sp>
        <p:nvSpPr>
          <p:cNvPr id="146" name="Shape 146"/>
          <p:cNvSpPr txBox="1"/>
          <p:nvPr>
            <p:ph type="title"/>
          </p:nvPr>
        </p:nvSpPr>
        <p:spPr>
          <a:xfrm>
            <a:off x="457200" y="274637"/>
            <a:ext cx="8229600" cy="1143000"/>
          </a:xfrm>
          <a:prstGeom prst="rect">
            <a:avLst/>
          </a:prstGeom>
          <a:noFill/>
          <a:ln>
            <a:noFill/>
          </a:ln>
        </p:spPr>
        <p:txBody>
          <a:bodyPr anchorCtr="0" anchor="ctr" bIns="91425" lIns="91425" rIns="91425" tIns="91425"/>
          <a:lstStyle>
            <a:lvl1pPr rtl="0" algn="ctr">
              <a:spcBef>
                <a:spcPts val="0"/>
              </a:spcBef>
              <a:buClr>
                <a:schemeClr val="dk1"/>
              </a:buClr>
              <a:buFont typeface="Calibri"/>
              <a:buNone/>
              <a:defRPr sz="4400">
                <a:solidFill>
                  <a:schemeClr val="dk1"/>
                </a:solidFill>
                <a:latin typeface="Calibri"/>
                <a:ea typeface="Calibri"/>
                <a:cs typeface="Calibri"/>
                <a:sym typeface="Calibri"/>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47" name="Shape 147"/>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48" name="Shape 148"/>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49" name="Shape 149"/>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Tomt">
    <p:spTree>
      <p:nvGrpSpPr>
        <p:cNvPr id="150" name="Shape 150"/>
        <p:cNvGrpSpPr/>
        <p:nvPr/>
      </p:nvGrpSpPr>
      <p:grpSpPr>
        <a:xfrm>
          <a:off x="0" y="0"/>
          <a:ext cx="0" cy="0"/>
          <a:chOff x="0" y="0"/>
          <a:chExt cx="0" cy="0"/>
        </a:xfrm>
      </p:grpSpPr>
      <p:sp>
        <p:nvSpPr>
          <p:cNvPr id="151" name="Shape 151"/>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52" name="Shape 152"/>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53" name="Shape 153"/>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Tx">
  <p:cSld name="Innhold med tekst">
    <p:spTree>
      <p:nvGrpSpPr>
        <p:cNvPr id="154" name="Shape 154"/>
        <p:cNvGrpSpPr/>
        <p:nvPr/>
      </p:nvGrpSpPr>
      <p:grpSpPr>
        <a:xfrm>
          <a:off x="0" y="0"/>
          <a:ext cx="0" cy="0"/>
          <a:chOff x="0" y="0"/>
          <a:chExt cx="0" cy="0"/>
        </a:xfrm>
      </p:grpSpPr>
      <p:sp>
        <p:nvSpPr>
          <p:cNvPr id="155" name="Shape 155"/>
          <p:cNvSpPr txBox="1"/>
          <p:nvPr>
            <p:ph type="title"/>
          </p:nvPr>
        </p:nvSpPr>
        <p:spPr>
          <a:xfrm>
            <a:off x="457200" y="273050"/>
            <a:ext cx="3008399" cy="1161900"/>
          </a:xfrm>
          <a:prstGeom prst="rect">
            <a:avLst/>
          </a:prstGeom>
          <a:noFill/>
          <a:ln>
            <a:noFill/>
          </a:ln>
        </p:spPr>
        <p:txBody>
          <a:bodyPr anchorCtr="0" anchor="b" bIns="91425" lIns="91425" rIns="91425" tIns="91425"/>
          <a:lstStyle>
            <a:lvl1pPr rtl="0" algn="l">
              <a:spcBef>
                <a:spcPts val="0"/>
              </a:spcBef>
              <a:defRPr b="1" sz="2000"/>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56" name="Shape 156"/>
          <p:cNvSpPr txBox="1"/>
          <p:nvPr>
            <p:ph idx="1" type="body"/>
          </p:nvPr>
        </p:nvSpPr>
        <p:spPr>
          <a:xfrm>
            <a:off x="3575050" y="273050"/>
            <a:ext cx="5111699" cy="5852999"/>
          </a:xfrm>
          <a:prstGeom prst="rect">
            <a:avLst/>
          </a:prstGeom>
          <a:noFill/>
          <a:ln>
            <a:noFill/>
          </a:ln>
        </p:spPr>
        <p:txBody>
          <a:bodyPr anchorCtr="0" anchor="t" bIns="91425" lIns="91425" rIns="91425" tIns="91425"/>
          <a:lstStyle>
            <a:lvl1pPr rtl="0">
              <a:spcBef>
                <a:spcPts val="0"/>
              </a:spcBef>
              <a:defRPr sz="3200"/>
            </a:lvl1pPr>
            <a:lvl2pPr rtl="0">
              <a:spcBef>
                <a:spcPts val="0"/>
              </a:spcBef>
              <a:defRPr sz="2800"/>
            </a:lvl2pPr>
            <a:lvl3pPr rtl="0">
              <a:spcBef>
                <a:spcPts val="0"/>
              </a:spcBef>
              <a:defRPr sz="2400"/>
            </a:lvl3pPr>
            <a:lvl4pPr rtl="0">
              <a:spcBef>
                <a:spcPts val="0"/>
              </a:spcBef>
              <a:defRPr sz="2000"/>
            </a:lvl4pPr>
            <a:lvl5pPr rtl="0">
              <a:spcBef>
                <a:spcPts val="0"/>
              </a:spcBef>
              <a:defRPr sz="2000"/>
            </a:lvl5pPr>
            <a:lvl6pPr rtl="0">
              <a:spcBef>
                <a:spcPts val="0"/>
              </a:spcBef>
              <a:defRPr sz="2000"/>
            </a:lvl6pPr>
            <a:lvl7pPr rtl="0">
              <a:spcBef>
                <a:spcPts val="0"/>
              </a:spcBef>
              <a:defRPr sz="2000"/>
            </a:lvl7pPr>
            <a:lvl8pPr rtl="0">
              <a:spcBef>
                <a:spcPts val="0"/>
              </a:spcBef>
              <a:defRPr sz="2000"/>
            </a:lvl8pPr>
            <a:lvl9pPr rtl="0">
              <a:spcBef>
                <a:spcPts val="0"/>
              </a:spcBef>
              <a:defRPr sz="2000"/>
            </a:lvl9pPr>
          </a:lstStyle>
          <a:p/>
        </p:txBody>
      </p:sp>
      <p:sp>
        <p:nvSpPr>
          <p:cNvPr id="157" name="Shape 157"/>
          <p:cNvSpPr txBox="1"/>
          <p:nvPr>
            <p:ph idx="2" type="body"/>
          </p:nvPr>
        </p:nvSpPr>
        <p:spPr>
          <a:xfrm>
            <a:off x="457200" y="1435100"/>
            <a:ext cx="3008399" cy="4691099"/>
          </a:xfrm>
          <a:prstGeom prst="rect">
            <a:avLst/>
          </a:prstGeom>
          <a:noFill/>
          <a:ln>
            <a:noFill/>
          </a:ln>
        </p:spPr>
        <p:txBody>
          <a:bodyPr anchorCtr="0" anchor="t" bIns="91425" lIns="91425" rIns="91425" tIns="91425"/>
          <a:lstStyle>
            <a:lvl1pPr indent="0" marL="0" rtl="0">
              <a:spcBef>
                <a:spcPts val="0"/>
              </a:spcBef>
              <a:buFont typeface="Calibri"/>
              <a:buNone/>
              <a:defRPr sz="1400"/>
            </a:lvl1pPr>
            <a:lvl2pPr indent="0" marL="457200" rtl="0">
              <a:spcBef>
                <a:spcPts val="0"/>
              </a:spcBef>
              <a:buFont typeface="Calibri"/>
              <a:buNone/>
              <a:defRPr sz="1200"/>
            </a:lvl2pPr>
            <a:lvl3pPr indent="0" marL="914400" rtl="0">
              <a:spcBef>
                <a:spcPts val="0"/>
              </a:spcBef>
              <a:buFont typeface="Calibri"/>
              <a:buNone/>
              <a:defRPr sz="1000"/>
            </a:lvl3pPr>
            <a:lvl4pPr indent="0" marL="1371600" rtl="0">
              <a:spcBef>
                <a:spcPts val="0"/>
              </a:spcBef>
              <a:buFont typeface="Calibri"/>
              <a:buNone/>
              <a:defRPr sz="900"/>
            </a:lvl4pPr>
            <a:lvl5pPr indent="0" marL="1828800" rtl="0">
              <a:spcBef>
                <a:spcPts val="0"/>
              </a:spcBef>
              <a:buFont typeface="Calibri"/>
              <a:buNone/>
              <a:defRPr sz="900"/>
            </a:lvl5pPr>
            <a:lvl6pPr indent="0" marL="2286000" rtl="0">
              <a:spcBef>
                <a:spcPts val="0"/>
              </a:spcBef>
              <a:buFont typeface="Calibri"/>
              <a:buNone/>
              <a:defRPr sz="900"/>
            </a:lvl6pPr>
            <a:lvl7pPr indent="0" marL="2743200" rtl="0">
              <a:spcBef>
                <a:spcPts val="0"/>
              </a:spcBef>
              <a:buFont typeface="Calibri"/>
              <a:buNone/>
              <a:defRPr sz="900"/>
            </a:lvl7pPr>
            <a:lvl8pPr indent="0" marL="3200400" rtl="0">
              <a:spcBef>
                <a:spcPts val="0"/>
              </a:spcBef>
              <a:buFont typeface="Calibri"/>
              <a:buNone/>
              <a:defRPr sz="900"/>
            </a:lvl8pPr>
            <a:lvl9pPr indent="0" marL="3657600" rtl="0">
              <a:spcBef>
                <a:spcPts val="0"/>
              </a:spcBef>
              <a:buFont typeface="Calibri"/>
              <a:buNone/>
              <a:defRPr sz="900"/>
            </a:lvl9pPr>
          </a:lstStyle>
          <a:p/>
        </p:txBody>
      </p:sp>
      <p:sp>
        <p:nvSpPr>
          <p:cNvPr id="158" name="Shape 158"/>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59" name="Shape 159"/>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60" name="Shape 160"/>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picTx">
  <p:cSld name="Bilde med tekst">
    <p:spTree>
      <p:nvGrpSpPr>
        <p:cNvPr id="161" name="Shape 161"/>
        <p:cNvGrpSpPr/>
        <p:nvPr/>
      </p:nvGrpSpPr>
      <p:grpSpPr>
        <a:xfrm>
          <a:off x="0" y="0"/>
          <a:ext cx="0" cy="0"/>
          <a:chOff x="0" y="0"/>
          <a:chExt cx="0" cy="0"/>
        </a:xfrm>
      </p:grpSpPr>
      <p:sp>
        <p:nvSpPr>
          <p:cNvPr id="162" name="Shape 162"/>
          <p:cNvSpPr txBox="1"/>
          <p:nvPr>
            <p:ph type="title"/>
          </p:nvPr>
        </p:nvSpPr>
        <p:spPr>
          <a:xfrm>
            <a:off x="1792288" y="4800600"/>
            <a:ext cx="5486399" cy="566699"/>
          </a:xfrm>
          <a:prstGeom prst="rect">
            <a:avLst/>
          </a:prstGeom>
          <a:noFill/>
          <a:ln>
            <a:noFill/>
          </a:ln>
        </p:spPr>
        <p:txBody>
          <a:bodyPr anchorCtr="0" anchor="b" bIns="91425" lIns="91425" rIns="91425" tIns="91425"/>
          <a:lstStyle>
            <a:lvl1pPr rtl="0" algn="l">
              <a:spcBef>
                <a:spcPts val="0"/>
              </a:spcBef>
              <a:defRPr b="1" sz="2000"/>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63" name="Shape 163"/>
          <p:cNvSpPr/>
          <p:nvPr>
            <p:ph idx="2" type="pic"/>
          </p:nvPr>
        </p:nvSpPr>
        <p:spPr>
          <a:xfrm>
            <a:off x="1792288" y="612775"/>
            <a:ext cx="5486399" cy="4114800"/>
          </a:xfrm>
          <a:prstGeom prst="rect">
            <a:avLst/>
          </a:prstGeom>
          <a:noFill/>
          <a:ln>
            <a:noFill/>
          </a:ln>
        </p:spPr>
        <p:txBody>
          <a:bodyPr anchorCtr="0" anchor="ctr" bIns="91425" lIns="91425" rIns="91425" tIns="91425"/>
          <a:lstStyle>
            <a:lvl1pPr indent="0" marL="0" marR="0" rtl="0" algn="l">
              <a:spcBef>
                <a:spcPts val="0"/>
              </a:spcBef>
              <a:buClr>
                <a:srgbClr val="888888"/>
              </a:buClr>
              <a:buFont typeface="Calibri"/>
              <a:buNone/>
              <a:defRPr b="0" baseline="0" i="0" sz="3200" u="none" cap="none" strike="noStrike">
                <a:solidFill>
                  <a:srgbClr val="888888"/>
                </a:solidFill>
                <a:latin typeface="Calibri"/>
                <a:ea typeface="Calibri"/>
                <a:cs typeface="Calibri"/>
                <a:sym typeface="Calibri"/>
              </a:defRPr>
            </a:lvl1pPr>
            <a:lvl2pPr indent="0" marL="457200" marR="0" rtl="0" algn="l">
              <a:spcBef>
                <a:spcPts val="0"/>
              </a:spcBef>
              <a:buClr>
                <a:schemeClr val="dk1"/>
              </a:buClr>
              <a:buFont typeface="Calibri"/>
              <a:buNone/>
              <a:defRPr b="0" baseline="0" i="0" sz="2800" u="none" cap="none" strike="noStrike">
                <a:solidFill>
                  <a:schemeClr val="dk1"/>
                </a:solidFill>
                <a:latin typeface="Calibri"/>
                <a:ea typeface="Calibri"/>
                <a:cs typeface="Calibri"/>
                <a:sym typeface="Calibri"/>
              </a:defRPr>
            </a:lvl2pPr>
            <a:lvl3pPr indent="0" marL="914400" marR="0" rtl="0" algn="l">
              <a:spcBef>
                <a:spcPts val="0"/>
              </a:spcBef>
              <a:buClr>
                <a:schemeClr val="dk1"/>
              </a:buClr>
              <a:buFont typeface="Calibri"/>
              <a:buNone/>
              <a:defRPr b="0" baseline="0" i="0" sz="2400" u="none" cap="none" strike="noStrike">
                <a:solidFill>
                  <a:schemeClr val="dk1"/>
                </a:solidFill>
                <a:latin typeface="Calibri"/>
                <a:ea typeface="Calibri"/>
                <a:cs typeface="Calibri"/>
                <a:sym typeface="Calibri"/>
              </a:defRPr>
            </a:lvl3pPr>
            <a:lvl4pPr indent="0" marL="13716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4pPr>
            <a:lvl5pPr indent="0" marL="18288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5pPr>
            <a:lvl6pPr indent="0" marL="22860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6pPr>
            <a:lvl7pPr indent="0" marL="27432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7pPr>
            <a:lvl8pPr indent="0" marL="32004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8pPr>
            <a:lvl9pPr indent="0" marL="3657600" marR="0" rtl="0" algn="l">
              <a:spcBef>
                <a:spcPts val="0"/>
              </a:spcBef>
              <a:buClr>
                <a:schemeClr val="dk1"/>
              </a:buClr>
              <a:buFont typeface="Calibri"/>
              <a:buNone/>
              <a:defRPr b="0" baseline="0" i="0" sz="2000" u="none" cap="none" strike="noStrike">
                <a:solidFill>
                  <a:schemeClr val="dk1"/>
                </a:solidFill>
                <a:latin typeface="Calibri"/>
                <a:ea typeface="Calibri"/>
                <a:cs typeface="Calibri"/>
                <a:sym typeface="Calibri"/>
              </a:defRPr>
            </a:lvl9pPr>
          </a:lstStyle>
          <a:p/>
        </p:txBody>
      </p:sp>
      <p:sp>
        <p:nvSpPr>
          <p:cNvPr id="164" name="Shape 164"/>
          <p:cNvSpPr txBox="1"/>
          <p:nvPr>
            <p:ph idx="1" type="body"/>
          </p:nvPr>
        </p:nvSpPr>
        <p:spPr>
          <a:xfrm>
            <a:off x="1792288" y="5367337"/>
            <a:ext cx="5486399" cy="804899"/>
          </a:xfrm>
          <a:prstGeom prst="rect">
            <a:avLst/>
          </a:prstGeom>
          <a:noFill/>
          <a:ln>
            <a:noFill/>
          </a:ln>
        </p:spPr>
        <p:txBody>
          <a:bodyPr anchorCtr="0" anchor="t" bIns="91425" lIns="91425" rIns="91425" tIns="91425"/>
          <a:lstStyle>
            <a:lvl1pPr indent="0" marL="0" rtl="0">
              <a:spcBef>
                <a:spcPts val="0"/>
              </a:spcBef>
              <a:buFont typeface="Calibri"/>
              <a:buNone/>
              <a:defRPr sz="1400"/>
            </a:lvl1pPr>
            <a:lvl2pPr indent="0" marL="457200" rtl="0">
              <a:spcBef>
                <a:spcPts val="0"/>
              </a:spcBef>
              <a:buFont typeface="Calibri"/>
              <a:buNone/>
              <a:defRPr sz="1200"/>
            </a:lvl2pPr>
            <a:lvl3pPr indent="0" marL="914400" rtl="0">
              <a:spcBef>
                <a:spcPts val="0"/>
              </a:spcBef>
              <a:buFont typeface="Calibri"/>
              <a:buNone/>
              <a:defRPr sz="1000"/>
            </a:lvl3pPr>
            <a:lvl4pPr indent="0" marL="1371600" rtl="0">
              <a:spcBef>
                <a:spcPts val="0"/>
              </a:spcBef>
              <a:buFont typeface="Calibri"/>
              <a:buNone/>
              <a:defRPr sz="900"/>
            </a:lvl4pPr>
            <a:lvl5pPr indent="0" marL="1828800" rtl="0">
              <a:spcBef>
                <a:spcPts val="0"/>
              </a:spcBef>
              <a:buFont typeface="Calibri"/>
              <a:buNone/>
              <a:defRPr sz="900"/>
            </a:lvl5pPr>
            <a:lvl6pPr indent="0" marL="2286000" rtl="0">
              <a:spcBef>
                <a:spcPts val="0"/>
              </a:spcBef>
              <a:buFont typeface="Calibri"/>
              <a:buNone/>
              <a:defRPr sz="900"/>
            </a:lvl6pPr>
            <a:lvl7pPr indent="0" marL="2743200" rtl="0">
              <a:spcBef>
                <a:spcPts val="0"/>
              </a:spcBef>
              <a:buFont typeface="Calibri"/>
              <a:buNone/>
              <a:defRPr sz="900"/>
            </a:lvl7pPr>
            <a:lvl8pPr indent="0" marL="3200400" rtl="0">
              <a:spcBef>
                <a:spcPts val="0"/>
              </a:spcBef>
              <a:buFont typeface="Calibri"/>
              <a:buNone/>
              <a:defRPr sz="900"/>
            </a:lvl8pPr>
            <a:lvl9pPr indent="0" marL="3657600" rtl="0">
              <a:spcBef>
                <a:spcPts val="0"/>
              </a:spcBef>
              <a:buFont typeface="Calibri"/>
              <a:buNone/>
              <a:defRPr sz="900"/>
            </a:lvl9pPr>
          </a:lstStyle>
          <a:p/>
        </p:txBody>
      </p:sp>
      <p:sp>
        <p:nvSpPr>
          <p:cNvPr id="165" name="Shape 165"/>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66" name="Shape 166"/>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67" name="Shape 167"/>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x">
  <p:cSld name="Loddrett tekst">
    <p:spTree>
      <p:nvGrpSpPr>
        <p:cNvPr id="168" name="Shape 168"/>
        <p:cNvGrpSpPr/>
        <p:nvPr/>
      </p:nvGrpSpPr>
      <p:grpSpPr>
        <a:xfrm>
          <a:off x="0" y="0"/>
          <a:ext cx="0" cy="0"/>
          <a:chOff x="0" y="0"/>
          <a:chExt cx="0" cy="0"/>
        </a:xfrm>
      </p:grpSpPr>
      <p:sp>
        <p:nvSpPr>
          <p:cNvPr id="169" name="Shape 169"/>
          <p:cNvSpPr txBox="1"/>
          <p:nvPr>
            <p:ph type="title"/>
          </p:nvPr>
        </p:nvSpPr>
        <p:spPr>
          <a:xfrm>
            <a:off x="457200" y="274637"/>
            <a:ext cx="8229600" cy="1143000"/>
          </a:xfrm>
          <a:prstGeom prst="rect">
            <a:avLst/>
          </a:prstGeom>
          <a:noFill/>
          <a:ln>
            <a:noFill/>
          </a:ln>
        </p:spPr>
        <p:txBody>
          <a:bodyPr anchorCtr="0" anchor="ctr" bIns="91425" lIns="91425" rIns="91425" tIns="91425"/>
          <a:lstStyle>
            <a:lvl1pPr rtl="0" algn="ctr">
              <a:spcBef>
                <a:spcPts val="0"/>
              </a:spcBef>
              <a:buClr>
                <a:schemeClr val="dk1"/>
              </a:buClr>
              <a:buFont typeface="Calibri"/>
              <a:buNone/>
              <a:defRPr sz="4400">
                <a:solidFill>
                  <a:schemeClr val="dk1"/>
                </a:solidFill>
                <a:latin typeface="Calibri"/>
                <a:ea typeface="Calibri"/>
                <a:cs typeface="Calibri"/>
                <a:sym typeface="Calibri"/>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70" name="Shape 170"/>
          <p:cNvSpPr txBox="1"/>
          <p:nvPr>
            <p:ph idx="1" type="body"/>
          </p:nvPr>
        </p:nvSpPr>
        <p:spPr>
          <a:xfrm rot="5400000">
            <a:off x="2308949" y="-251550"/>
            <a:ext cx="4526100" cy="8229600"/>
          </a:xfrm>
          <a:prstGeom prst="rect">
            <a:avLst/>
          </a:prstGeom>
          <a:noFill/>
          <a:ln>
            <a:noFill/>
          </a:ln>
        </p:spPr>
        <p:txBody>
          <a:bodyPr anchorCtr="0" anchor="t" bIns="91425" lIns="91425" rIns="91425" tIns="91425"/>
          <a:lstStyle>
            <a:lvl1pPr indent="-13970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171" name="Shape 171"/>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72" name="Shape 172"/>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73" name="Shape 173"/>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vertTitleAndTx">
  <p:cSld name="Loddrett tittel og tekst">
    <p:spTree>
      <p:nvGrpSpPr>
        <p:cNvPr id="174" name="Shape 174"/>
        <p:cNvGrpSpPr/>
        <p:nvPr/>
      </p:nvGrpSpPr>
      <p:grpSpPr>
        <a:xfrm>
          <a:off x="0" y="0"/>
          <a:ext cx="0" cy="0"/>
          <a:chOff x="0" y="0"/>
          <a:chExt cx="0" cy="0"/>
        </a:xfrm>
      </p:grpSpPr>
      <p:sp>
        <p:nvSpPr>
          <p:cNvPr id="175" name="Shape 175"/>
          <p:cNvSpPr txBox="1"/>
          <p:nvPr>
            <p:ph type="title"/>
          </p:nvPr>
        </p:nvSpPr>
        <p:spPr>
          <a:xfrm rot="5400000">
            <a:off x="4732349" y="2171687"/>
            <a:ext cx="5851500" cy="2057400"/>
          </a:xfrm>
          <a:prstGeom prst="rect">
            <a:avLst/>
          </a:prstGeom>
          <a:noFill/>
          <a:ln>
            <a:noFill/>
          </a:ln>
        </p:spPr>
        <p:txBody>
          <a:bodyPr anchorCtr="0" anchor="ctr" bIns="91425" lIns="91425" rIns="91425" tIns="91425"/>
          <a:lstStyle>
            <a:lvl1pPr rtl="0" algn="ctr">
              <a:spcBef>
                <a:spcPts val="0"/>
              </a:spcBef>
              <a:buClr>
                <a:schemeClr val="dk1"/>
              </a:buClr>
              <a:buFont typeface="Calibri"/>
              <a:buNone/>
              <a:defRPr sz="4400">
                <a:solidFill>
                  <a:schemeClr val="dk1"/>
                </a:solidFill>
                <a:latin typeface="Calibri"/>
                <a:ea typeface="Calibri"/>
                <a:cs typeface="Calibri"/>
                <a:sym typeface="Calibri"/>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p:txBody>
      </p:sp>
      <p:sp>
        <p:nvSpPr>
          <p:cNvPr id="176" name="Shape 176"/>
          <p:cNvSpPr txBox="1"/>
          <p:nvPr>
            <p:ph idx="1" type="body"/>
          </p:nvPr>
        </p:nvSpPr>
        <p:spPr>
          <a:xfrm rot="5400000">
            <a:off x="541350" y="190488"/>
            <a:ext cx="5851500" cy="6019799"/>
          </a:xfrm>
          <a:prstGeom prst="rect">
            <a:avLst/>
          </a:prstGeom>
          <a:noFill/>
          <a:ln>
            <a:noFill/>
          </a:ln>
        </p:spPr>
        <p:txBody>
          <a:bodyPr anchorCtr="0" anchor="t" bIns="91425" lIns="91425" rIns="91425" tIns="91425"/>
          <a:lstStyle>
            <a:lvl1pPr indent="-139700" marL="342900" rtl="0" algn="l">
              <a:spcBef>
                <a:spcPts val="640"/>
              </a:spcBef>
              <a:buClr>
                <a:schemeClr val="dk1"/>
              </a:buClr>
              <a:buFont typeface="Arial"/>
              <a:buChar char="•"/>
              <a:defRPr sz="3200">
                <a:solidFill>
                  <a:schemeClr val="dk1"/>
                </a:solidFill>
                <a:latin typeface="Calibri"/>
                <a:ea typeface="Calibri"/>
                <a:cs typeface="Calibri"/>
                <a:sym typeface="Calibri"/>
              </a:defRPr>
            </a:lvl1pPr>
            <a:lvl2pPr indent="-107950" marL="742950" rtl="0" algn="l">
              <a:spcBef>
                <a:spcPts val="560"/>
              </a:spcBef>
              <a:buClr>
                <a:schemeClr val="dk1"/>
              </a:buClr>
              <a:buFont typeface="Arial"/>
              <a:buChar char="–"/>
              <a:defRPr sz="2800">
                <a:solidFill>
                  <a:schemeClr val="dk1"/>
                </a:solidFill>
                <a:latin typeface="Calibri"/>
                <a:ea typeface="Calibri"/>
                <a:cs typeface="Calibri"/>
                <a:sym typeface="Calibri"/>
              </a:defRPr>
            </a:lvl2pPr>
            <a:lvl3pPr indent="-76200" marL="1143000" rtl="0" algn="l">
              <a:spcBef>
                <a:spcPts val="480"/>
              </a:spcBef>
              <a:buClr>
                <a:schemeClr val="dk1"/>
              </a:buClr>
              <a:buFont typeface="Arial"/>
              <a:buChar char="•"/>
              <a:defRPr sz="2400">
                <a:solidFill>
                  <a:schemeClr val="dk1"/>
                </a:solidFill>
                <a:latin typeface="Calibri"/>
                <a:ea typeface="Calibri"/>
                <a:cs typeface="Calibri"/>
                <a:sym typeface="Calibri"/>
              </a:defRPr>
            </a:lvl3pPr>
            <a:lvl4pPr indent="-101600" marL="1600200" rtl="0" algn="l">
              <a:spcBef>
                <a:spcPts val="400"/>
              </a:spcBef>
              <a:buClr>
                <a:schemeClr val="dk1"/>
              </a:buClr>
              <a:buFont typeface="Arial"/>
              <a:buChar char="–"/>
              <a:defRPr sz="2000">
                <a:solidFill>
                  <a:schemeClr val="dk1"/>
                </a:solidFill>
                <a:latin typeface="Calibri"/>
                <a:ea typeface="Calibri"/>
                <a:cs typeface="Calibri"/>
                <a:sym typeface="Calibri"/>
              </a:defRPr>
            </a:lvl4pPr>
            <a:lvl5pPr indent="-101600" marL="2057400" rtl="0" algn="l">
              <a:spcBef>
                <a:spcPts val="400"/>
              </a:spcBef>
              <a:buClr>
                <a:schemeClr val="dk1"/>
              </a:buClr>
              <a:buFont typeface="Arial"/>
              <a:buChar char="»"/>
              <a:defRPr sz="2000">
                <a:solidFill>
                  <a:schemeClr val="dk1"/>
                </a:solidFill>
                <a:latin typeface="Calibri"/>
                <a:ea typeface="Calibri"/>
                <a:cs typeface="Calibri"/>
                <a:sym typeface="Calibri"/>
              </a:defRPr>
            </a:lvl5pPr>
            <a:lvl6pPr indent="-101600" marL="2514600" rtl="0" algn="l">
              <a:spcBef>
                <a:spcPts val="400"/>
              </a:spcBef>
              <a:buClr>
                <a:schemeClr val="dk1"/>
              </a:buClr>
              <a:buFont typeface="Arial"/>
              <a:buChar char="•"/>
              <a:defRPr sz="2000">
                <a:solidFill>
                  <a:schemeClr val="dk1"/>
                </a:solidFill>
                <a:latin typeface="Calibri"/>
                <a:ea typeface="Calibri"/>
                <a:cs typeface="Calibri"/>
                <a:sym typeface="Calibri"/>
              </a:defRPr>
            </a:lvl6pPr>
            <a:lvl7pPr indent="-101600" marL="2971800" rtl="0" algn="l">
              <a:spcBef>
                <a:spcPts val="400"/>
              </a:spcBef>
              <a:buClr>
                <a:schemeClr val="dk1"/>
              </a:buClr>
              <a:buFont typeface="Arial"/>
              <a:buChar char="•"/>
              <a:defRPr sz="2000">
                <a:solidFill>
                  <a:schemeClr val="dk1"/>
                </a:solidFill>
                <a:latin typeface="Calibri"/>
                <a:ea typeface="Calibri"/>
                <a:cs typeface="Calibri"/>
                <a:sym typeface="Calibri"/>
              </a:defRPr>
            </a:lvl7pPr>
            <a:lvl8pPr indent="-101600" marL="3429000" rtl="0" algn="l">
              <a:spcBef>
                <a:spcPts val="400"/>
              </a:spcBef>
              <a:buClr>
                <a:schemeClr val="dk1"/>
              </a:buClr>
              <a:buFont typeface="Arial"/>
              <a:buChar char="•"/>
              <a:defRPr sz="2000">
                <a:solidFill>
                  <a:schemeClr val="dk1"/>
                </a:solidFill>
                <a:latin typeface="Calibri"/>
                <a:ea typeface="Calibri"/>
                <a:cs typeface="Calibri"/>
                <a:sym typeface="Calibri"/>
              </a:defRPr>
            </a:lvl8pPr>
            <a:lvl9pPr indent="-101600" marL="3886200" rtl="0" algn="l">
              <a:spcBef>
                <a:spcPts val="400"/>
              </a:spcBef>
              <a:buClr>
                <a:schemeClr val="dk1"/>
              </a:buClr>
              <a:buFont typeface="Arial"/>
              <a:buChar char="•"/>
              <a:defRPr sz="2000">
                <a:solidFill>
                  <a:schemeClr val="dk1"/>
                </a:solidFill>
                <a:latin typeface="Calibri"/>
                <a:ea typeface="Calibri"/>
                <a:cs typeface="Calibri"/>
                <a:sym typeface="Calibri"/>
              </a:defRPr>
            </a:lvl9pPr>
          </a:lstStyle>
          <a:p/>
        </p:txBody>
      </p:sp>
      <p:sp>
        <p:nvSpPr>
          <p:cNvPr id="177" name="Shape 177"/>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78" name="Shape 178"/>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79" name="Shape 179"/>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2" Type="http://schemas.openxmlformats.org/officeDocument/2006/relationships/theme" Target="../theme/theme1.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 name="Shape 8"/>
        <p:cNvGrpSpPr/>
        <p:nvPr/>
      </p:nvGrpSpPr>
      <p:grpSpPr>
        <a:xfrm>
          <a:off x="0" y="0"/>
          <a:ext cx="0" cy="0"/>
          <a:chOff x="0" y="0"/>
          <a:chExt cx="0" cy="0"/>
        </a:xfrm>
      </p:grpSpPr>
      <p:sp>
        <p:nvSpPr>
          <p:cNvPr id="9" name="Shape 9"/>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marL="0" marR="0" rtl="0" algn="ctr">
              <a:spcBef>
                <a:spcPts val="0"/>
              </a:spcBef>
              <a:buClr>
                <a:schemeClr val="dk1"/>
              </a:buClr>
              <a:buFont typeface="Arial"/>
              <a:buNone/>
              <a:defRPr b="0" baseline="0" i="0" sz="4400" u="none" cap="none" strike="noStrike">
                <a:solidFill>
                  <a:schemeClr val="dk1"/>
                </a:solidFill>
                <a:latin typeface="Arial"/>
                <a:ea typeface="Arial"/>
                <a:cs typeface="Arial"/>
                <a:sym typeface="Arial"/>
              </a:defRPr>
            </a:lvl1pPr>
            <a:lvl2pPr indent="0" marL="0" marR="0" rtl="0" algn="l">
              <a:spcBef>
                <a:spcPts val="0"/>
              </a:spcBef>
              <a:defRPr/>
            </a:lvl2pPr>
            <a:lvl3pPr indent="0" marL="0" marR="0" rtl="0" algn="l">
              <a:spcBef>
                <a:spcPts val="0"/>
              </a:spcBef>
              <a:defRPr/>
            </a:lvl3pPr>
            <a:lvl4pPr indent="0" marL="0" marR="0" rtl="0" algn="l">
              <a:spcBef>
                <a:spcPts val="0"/>
              </a:spcBef>
              <a:defRPr/>
            </a:lvl4pPr>
            <a:lvl5pPr indent="0" marL="0" marR="0" rtl="0" algn="l">
              <a:spcBef>
                <a:spcPts val="0"/>
              </a:spcBef>
              <a:defRPr/>
            </a:lvl5pPr>
            <a:lvl6pPr indent="0" marL="0" marR="0" rtl="0" algn="l">
              <a:spcBef>
                <a:spcPts val="0"/>
              </a:spcBef>
              <a:defRPr/>
            </a:lvl6pPr>
            <a:lvl7pPr indent="0" marL="0" marR="0" rtl="0" algn="l">
              <a:spcBef>
                <a:spcPts val="0"/>
              </a:spcBef>
              <a:defRPr/>
            </a:lvl7pPr>
            <a:lvl8pPr indent="0" marL="0" marR="0" rtl="0" algn="l">
              <a:spcBef>
                <a:spcPts val="0"/>
              </a:spcBef>
              <a:defRPr/>
            </a:lvl8pPr>
            <a:lvl9pPr indent="0" marL="0" marR="0" rtl="0" algn="l">
              <a:spcBef>
                <a:spcPts val="0"/>
              </a:spcBef>
              <a:defRPr/>
            </a:lvl9pPr>
          </a:lstStyle>
          <a:p/>
        </p:txBody>
      </p:sp>
      <p:sp>
        <p:nvSpPr>
          <p:cNvPr id="10" name="Shape 10"/>
          <p:cNvSpPr txBox="1"/>
          <p:nvPr>
            <p:ph idx="1" type="body"/>
          </p:nvPr>
        </p:nvSpPr>
        <p:spPr>
          <a:xfrm>
            <a:off x="457200" y="1600200"/>
            <a:ext cx="8229600" cy="4525963"/>
          </a:xfrm>
          <a:prstGeom prst="rect">
            <a:avLst/>
          </a:prstGeom>
          <a:noFill/>
          <a:ln>
            <a:noFill/>
          </a:ln>
        </p:spPr>
        <p:txBody>
          <a:bodyPr anchorCtr="0" anchor="t" bIns="91425" lIns="91425" rIns="91425" tIns="91425"/>
          <a:lstStyle>
            <a:lvl1pPr indent="-139700" marL="342900" marR="0" rtl="0" algn="l">
              <a:spcBef>
                <a:spcPts val="640"/>
              </a:spcBef>
              <a:buClr>
                <a:schemeClr val="dk1"/>
              </a:buClr>
              <a:buFont typeface="Arial"/>
              <a:buChar char="•"/>
              <a:defRPr b="0" baseline="0" i="0" sz="3200" u="none" cap="none" strike="noStrike">
                <a:solidFill>
                  <a:schemeClr val="dk1"/>
                </a:solidFill>
                <a:latin typeface="Arial"/>
                <a:ea typeface="Arial"/>
                <a:cs typeface="Arial"/>
                <a:sym typeface="Arial"/>
              </a:defRPr>
            </a:lvl1pPr>
            <a:lvl2pPr indent="-107950" marL="742950" marR="0" rtl="0" algn="l">
              <a:spcBef>
                <a:spcPts val="560"/>
              </a:spcBef>
              <a:buClr>
                <a:schemeClr val="dk1"/>
              </a:buClr>
              <a:buFont typeface="Arial"/>
              <a:buChar char="–"/>
              <a:defRPr b="0" baseline="0" i="0" sz="2800" u="none" cap="none" strike="noStrike">
                <a:solidFill>
                  <a:schemeClr val="dk1"/>
                </a:solidFill>
                <a:latin typeface="Arial"/>
                <a:ea typeface="Arial"/>
                <a:cs typeface="Arial"/>
                <a:sym typeface="Arial"/>
              </a:defRPr>
            </a:lvl2pPr>
            <a:lvl3pPr indent="-76200" marL="1143000" marR="0" rtl="0" algn="l">
              <a:spcBef>
                <a:spcPts val="480"/>
              </a:spcBef>
              <a:buClr>
                <a:schemeClr val="dk1"/>
              </a:buClr>
              <a:buFont typeface="Arial"/>
              <a:buChar char="•"/>
              <a:defRPr b="0" baseline="0" i="0" sz="2400" u="none" cap="none" strike="noStrike">
                <a:solidFill>
                  <a:schemeClr val="dk1"/>
                </a:solidFill>
                <a:latin typeface="Arial"/>
                <a:ea typeface="Arial"/>
                <a:cs typeface="Arial"/>
                <a:sym typeface="Arial"/>
              </a:defRPr>
            </a:lvl3pPr>
            <a:lvl4pPr indent="-101600" marL="16002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4pPr>
            <a:lvl5pPr indent="-101600" marL="20574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5pPr>
            <a:lvl6pPr indent="-101600" marL="25146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6pPr>
            <a:lvl7pPr indent="-101600" marL="29718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7pPr>
            <a:lvl8pPr indent="-101600" marL="34290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8pPr>
            <a:lvl9pPr indent="-101600" marL="3886200" marR="0" rtl="0" algn="l">
              <a:spcBef>
                <a:spcPts val="400"/>
              </a:spcBef>
              <a:buClr>
                <a:schemeClr val="dk1"/>
              </a:buClr>
              <a:buFont typeface="Arial"/>
              <a:buChar char="•"/>
              <a:defRPr b="0" baseline="0" i="0" sz="2000" u="none" cap="none" strike="noStrike">
                <a:solidFill>
                  <a:schemeClr val="dk1"/>
                </a:solidFill>
                <a:latin typeface="Arial"/>
                <a:ea typeface="Arial"/>
                <a:cs typeface="Arial"/>
                <a:sym typeface="Arial"/>
              </a:defRPr>
            </a:lvl9pPr>
          </a:lstStyle>
          <a:p/>
        </p:txBody>
      </p:sp>
      <p:sp>
        <p:nvSpPr>
          <p:cNvPr id="11" name="Shape 11"/>
          <p:cNvSpPr txBox="1"/>
          <p:nvPr>
            <p:ph idx="10" type="dt"/>
          </p:nvPr>
        </p:nvSpPr>
        <p:spPr>
          <a:xfrm>
            <a:off x="457200" y="6356350"/>
            <a:ext cx="2133599" cy="365125"/>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Arial"/>
                <a:ea typeface="Arial"/>
                <a:cs typeface="Arial"/>
                <a:sym typeface="Arial"/>
              </a:defRPr>
            </a:lvl1pPr>
            <a:lvl2pPr indent="0" marL="457200" marR="0" rtl="0" algn="l">
              <a:spcBef>
                <a:spcPts val="0"/>
              </a:spcBef>
              <a:defRPr b="0" baseline="0" i="0" sz="1800" u="none" cap="none" strike="noStrike">
                <a:solidFill>
                  <a:schemeClr val="dk1"/>
                </a:solidFill>
                <a:latin typeface="Arial"/>
                <a:ea typeface="Arial"/>
                <a:cs typeface="Arial"/>
                <a:sym typeface="Arial"/>
              </a:defRPr>
            </a:lvl2pPr>
            <a:lvl3pPr indent="0" marL="914400" marR="0" rtl="0" algn="l">
              <a:spcBef>
                <a:spcPts val="0"/>
              </a:spcBef>
              <a:defRPr b="0" baseline="0" i="0" sz="1800" u="none" cap="none" strike="noStrike">
                <a:solidFill>
                  <a:schemeClr val="dk1"/>
                </a:solidFill>
                <a:latin typeface="Arial"/>
                <a:ea typeface="Arial"/>
                <a:cs typeface="Arial"/>
                <a:sym typeface="Arial"/>
              </a:defRPr>
            </a:lvl3pPr>
            <a:lvl4pPr indent="0" marL="1371600" marR="0" rtl="0" algn="l">
              <a:spcBef>
                <a:spcPts val="0"/>
              </a:spcBef>
              <a:defRPr b="0" baseline="0" i="0" sz="1800" u="none" cap="none" strike="noStrike">
                <a:solidFill>
                  <a:schemeClr val="dk1"/>
                </a:solidFill>
                <a:latin typeface="Arial"/>
                <a:ea typeface="Arial"/>
                <a:cs typeface="Arial"/>
                <a:sym typeface="Arial"/>
              </a:defRPr>
            </a:lvl4pPr>
            <a:lvl5pPr indent="0" marL="1828800" marR="0" rtl="0" algn="l">
              <a:spcBef>
                <a:spcPts val="0"/>
              </a:spcBef>
              <a:defRPr b="0" baseline="0" i="0" sz="1800" u="none" cap="none" strike="noStrike">
                <a:solidFill>
                  <a:schemeClr val="dk1"/>
                </a:solidFill>
                <a:latin typeface="Arial"/>
                <a:ea typeface="Arial"/>
                <a:cs typeface="Arial"/>
                <a:sym typeface="Arial"/>
              </a:defRPr>
            </a:lvl5pPr>
            <a:lvl6pPr indent="0" marL="2286000" marR="0" rtl="0" algn="l">
              <a:spcBef>
                <a:spcPts val="0"/>
              </a:spcBef>
              <a:defRPr b="0" baseline="0" i="0" sz="1800" u="none" cap="none" strike="noStrike">
                <a:solidFill>
                  <a:schemeClr val="dk1"/>
                </a:solidFill>
                <a:latin typeface="Arial"/>
                <a:ea typeface="Arial"/>
                <a:cs typeface="Arial"/>
                <a:sym typeface="Arial"/>
              </a:defRPr>
            </a:lvl6pPr>
            <a:lvl7pPr indent="0" marL="2743200" marR="0" rtl="0" algn="l">
              <a:spcBef>
                <a:spcPts val="0"/>
              </a:spcBef>
              <a:defRPr b="0" baseline="0" i="0" sz="1800" u="none" cap="none" strike="noStrike">
                <a:solidFill>
                  <a:schemeClr val="dk1"/>
                </a:solidFill>
                <a:latin typeface="Arial"/>
                <a:ea typeface="Arial"/>
                <a:cs typeface="Arial"/>
                <a:sym typeface="Arial"/>
              </a:defRPr>
            </a:lvl7pPr>
            <a:lvl8pPr indent="0" marL="3200400" marR="0" rtl="0" algn="l">
              <a:spcBef>
                <a:spcPts val="0"/>
              </a:spcBef>
              <a:defRPr b="0" baseline="0" i="0" sz="1800" u="none" cap="none" strike="noStrike">
                <a:solidFill>
                  <a:schemeClr val="dk1"/>
                </a:solidFill>
                <a:latin typeface="Arial"/>
                <a:ea typeface="Arial"/>
                <a:cs typeface="Arial"/>
                <a:sym typeface="Arial"/>
              </a:defRPr>
            </a:lvl8pPr>
            <a:lvl9pPr indent="0" marL="3657600" marR="0" rtl="0" algn="l">
              <a:spcBef>
                <a:spcPts val="0"/>
              </a:spcBef>
              <a:defRPr b="0" baseline="0" i="0" sz="1800" u="none" cap="none" strike="noStrike">
                <a:solidFill>
                  <a:schemeClr val="dk1"/>
                </a:solidFill>
                <a:latin typeface="Arial"/>
                <a:ea typeface="Arial"/>
                <a:cs typeface="Arial"/>
                <a:sym typeface="Arial"/>
              </a:defRPr>
            </a:lvl9pPr>
          </a:lstStyle>
          <a:p/>
        </p:txBody>
      </p:sp>
      <p:sp>
        <p:nvSpPr>
          <p:cNvPr id="12" name="Shape 12"/>
          <p:cNvSpPr txBox="1"/>
          <p:nvPr>
            <p:ph idx="11" type="ftr"/>
          </p:nvPr>
        </p:nvSpPr>
        <p:spPr>
          <a:xfrm>
            <a:off x="3124200" y="6356350"/>
            <a:ext cx="2895600" cy="365125"/>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Arial"/>
                <a:ea typeface="Arial"/>
                <a:cs typeface="Arial"/>
                <a:sym typeface="Arial"/>
              </a:defRPr>
            </a:lvl1pPr>
            <a:lvl2pPr indent="0" marL="457200" marR="0" rtl="0" algn="l">
              <a:spcBef>
                <a:spcPts val="0"/>
              </a:spcBef>
              <a:defRPr b="0" baseline="0" i="0" sz="1800" u="none" cap="none" strike="noStrike">
                <a:solidFill>
                  <a:schemeClr val="dk1"/>
                </a:solidFill>
                <a:latin typeface="Arial"/>
                <a:ea typeface="Arial"/>
                <a:cs typeface="Arial"/>
                <a:sym typeface="Arial"/>
              </a:defRPr>
            </a:lvl2pPr>
            <a:lvl3pPr indent="0" marL="914400" marR="0" rtl="0" algn="l">
              <a:spcBef>
                <a:spcPts val="0"/>
              </a:spcBef>
              <a:defRPr b="0" baseline="0" i="0" sz="1800" u="none" cap="none" strike="noStrike">
                <a:solidFill>
                  <a:schemeClr val="dk1"/>
                </a:solidFill>
                <a:latin typeface="Arial"/>
                <a:ea typeface="Arial"/>
                <a:cs typeface="Arial"/>
                <a:sym typeface="Arial"/>
              </a:defRPr>
            </a:lvl3pPr>
            <a:lvl4pPr indent="0" marL="1371600" marR="0" rtl="0" algn="l">
              <a:spcBef>
                <a:spcPts val="0"/>
              </a:spcBef>
              <a:defRPr b="0" baseline="0" i="0" sz="1800" u="none" cap="none" strike="noStrike">
                <a:solidFill>
                  <a:schemeClr val="dk1"/>
                </a:solidFill>
                <a:latin typeface="Arial"/>
                <a:ea typeface="Arial"/>
                <a:cs typeface="Arial"/>
                <a:sym typeface="Arial"/>
              </a:defRPr>
            </a:lvl4pPr>
            <a:lvl5pPr indent="0" marL="1828800" marR="0" rtl="0" algn="l">
              <a:spcBef>
                <a:spcPts val="0"/>
              </a:spcBef>
              <a:defRPr b="0" baseline="0" i="0" sz="1800" u="none" cap="none" strike="noStrike">
                <a:solidFill>
                  <a:schemeClr val="dk1"/>
                </a:solidFill>
                <a:latin typeface="Arial"/>
                <a:ea typeface="Arial"/>
                <a:cs typeface="Arial"/>
                <a:sym typeface="Arial"/>
              </a:defRPr>
            </a:lvl5pPr>
            <a:lvl6pPr indent="0" marL="2286000" marR="0" rtl="0" algn="l">
              <a:spcBef>
                <a:spcPts val="0"/>
              </a:spcBef>
              <a:defRPr b="0" baseline="0" i="0" sz="1800" u="none" cap="none" strike="noStrike">
                <a:solidFill>
                  <a:schemeClr val="dk1"/>
                </a:solidFill>
                <a:latin typeface="Arial"/>
                <a:ea typeface="Arial"/>
                <a:cs typeface="Arial"/>
                <a:sym typeface="Arial"/>
              </a:defRPr>
            </a:lvl6pPr>
            <a:lvl7pPr indent="0" marL="2743200" marR="0" rtl="0" algn="l">
              <a:spcBef>
                <a:spcPts val="0"/>
              </a:spcBef>
              <a:defRPr b="0" baseline="0" i="0" sz="1800" u="none" cap="none" strike="noStrike">
                <a:solidFill>
                  <a:schemeClr val="dk1"/>
                </a:solidFill>
                <a:latin typeface="Arial"/>
                <a:ea typeface="Arial"/>
                <a:cs typeface="Arial"/>
                <a:sym typeface="Arial"/>
              </a:defRPr>
            </a:lvl7pPr>
            <a:lvl8pPr indent="0" marL="3200400" marR="0" rtl="0" algn="l">
              <a:spcBef>
                <a:spcPts val="0"/>
              </a:spcBef>
              <a:defRPr b="0" baseline="0" i="0" sz="1800" u="none" cap="none" strike="noStrike">
                <a:solidFill>
                  <a:schemeClr val="dk1"/>
                </a:solidFill>
                <a:latin typeface="Arial"/>
                <a:ea typeface="Arial"/>
                <a:cs typeface="Arial"/>
                <a:sym typeface="Arial"/>
              </a:defRPr>
            </a:lvl8pPr>
            <a:lvl9pPr indent="0" marL="3657600" marR="0" rtl="0" algn="l">
              <a:spcBef>
                <a:spcPts val="0"/>
              </a:spcBef>
              <a:defRPr b="0" baseline="0" i="0" sz="1800" u="none" cap="none" strike="noStrike">
                <a:solidFill>
                  <a:schemeClr val="dk1"/>
                </a:solidFill>
                <a:latin typeface="Arial"/>
                <a:ea typeface="Arial"/>
                <a:cs typeface="Arial"/>
                <a:sym typeface="Arial"/>
              </a:defRPr>
            </a:lvl9pPr>
          </a:lstStyle>
          <a:p/>
        </p:txBody>
      </p:sp>
      <p:sp>
        <p:nvSpPr>
          <p:cNvPr id="13" name="Shape 13"/>
          <p:cNvSpPr txBox="1"/>
          <p:nvPr>
            <p:ph idx="12" type="sldNum"/>
          </p:nvPr>
        </p:nvSpPr>
        <p:spPr>
          <a:xfrm>
            <a:off x="6553200" y="6356350"/>
            <a:ext cx="2133599" cy="365125"/>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Arial"/>
                <a:ea typeface="Arial"/>
                <a:cs typeface="Arial"/>
                <a:sym typeface="Aria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p:titleStyle>
    <p:body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bodyStyle>
    <p:other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05" name="Shape 105"/>
        <p:cNvGrpSpPr/>
        <p:nvPr/>
      </p:nvGrpSpPr>
      <p:grpSpPr>
        <a:xfrm>
          <a:off x="0" y="0"/>
          <a:ext cx="0" cy="0"/>
          <a:chOff x="0" y="0"/>
          <a:chExt cx="0" cy="0"/>
        </a:xfrm>
      </p:grpSpPr>
      <p:sp>
        <p:nvSpPr>
          <p:cNvPr id="106" name="Shape 106"/>
          <p:cNvSpPr txBox="1"/>
          <p:nvPr>
            <p:ph type="title"/>
          </p:nvPr>
        </p:nvSpPr>
        <p:spPr>
          <a:xfrm>
            <a:off x="457200" y="274637"/>
            <a:ext cx="8229600" cy="1143000"/>
          </a:xfrm>
          <a:prstGeom prst="rect">
            <a:avLst/>
          </a:prstGeom>
          <a:noFill/>
          <a:ln>
            <a:noFill/>
          </a:ln>
        </p:spPr>
        <p:txBody>
          <a:bodyPr anchorCtr="0" anchor="ctr" bIns="91425" lIns="91425" rIns="91425" tIns="91425"/>
          <a:lstStyle>
            <a:lvl1pPr indent="0" marL="0" marR="0" rtl="0" algn="ctr">
              <a:spcBef>
                <a:spcPts val="0"/>
              </a:spcBef>
              <a:buClr>
                <a:schemeClr val="dk1"/>
              </a:buClr>
              <a:buFont typeface="Calibri"/>
              <a:buNone/>
              <a:defRPr b="0" baseline="0" i="0" sz="4400" u="none" cap="none" strike="noStrike">
                <a:solidFill>
                  <a:schemeClr val="dk1"/>
                </a:solidFill>
                <a:latin typeface="Calibri"/>
                <a:ea typeface="Calibri"/>
                <a:cs typeface="Calibri"/>
                <a:sym typeface="Calibri"/>
              </a:defRPr>
            </a:lvl1pPr>
            <a:lvl2pPr indent="0" marL="0" marR="0" rtl="0" algn="l">
              <a:spcBef>
                <a:spcPts val="0"/>
              </a:spcBef>
              <a:defRPr/>
            </a:lvl2pPr>
            <a:lvl3pPr indent="0" marL="0" marR="0" rtl="0" algn="l">
              <a:spcBef>
                <a:spcPts val="0"/>
              </a:spcBef>
              <a:defRPr/>
            </a:lvl3pPr>
            <a:lvl4pPr indent="0" marL="0" marR="0" rtl="0" algn="l">
              <a:spcBef>
                <a:spcPts val="0"/>
              </a:spcBef>
              <a:defRPr/>
            </a:lvl4pPr>
            <a:lvl5pPr indent="0" marL="0" marR="0" rtl="0" algn="l">
              <a:spcBef>
                <a:spcPts val="0"/>
              </a:spcBef>
              <a:defRPr/>
            </a:lvl5pPr>
            <a:lvl6pPr indent="0" marL="0" marR="0" rtl="0" algn="l">
              <a:spcBef>
                <a:spcPts val="0"/>
              </a:spcBef>
              <a:defRPr/>
            </a:lvl6pPr>
            <a:lvl7pPr indent="0" marL="0" marR="0" rtl="0" algn="l">
              <a:spcBef>
                <a:spcPts val="0"/>
              </a:spcBef>
              <a:defRPr/>
            </a:lvl7pPr>
            <a:lvl8pPr indent="0" marL="0" marR="0" rtl="0" algn="l">
              <a:spcBef>
                <a:spcPts val="0"/>
              </a:spcBef>
              <a:defRPr/>
            </a:lvl8pPr>
            <a:lvl9pPr indent="0" marL="0" marR="0" rtl="0" algn="l">
              <a:spcBef>
                <a:spcPts val="0"/>
              </a:spcBef>
              <a:defRPr/>
            </a:lvl9pPr>
          </a:lstStyle>
          <a:p/>
        </p:txBody>
      </p:sp>
      <p:sp>
        <p:nvSpPr>
          <p:cNvPr id="107" name="Shape 107"/>
          <p:cNvSpPr txBox="1"/>
          <p:nvPr>
            <p:ph idx="1" type="body"/>
          </p:nvPr>
        </p:nvSpPr>
        <p:spPr>
          <a:xfrm>
            <a:off x="457200" y="1600200"/>
            <a:ext cx="8229600" cy="4526100"/>
          </a:xfrm>
          <a:prstGeom prst="rect">
            <a:avLst/>
          </a:prstGeom>
          <a:noFill/>
          <a:ln>
            <a:noFill/>
          </a:ln>
        </p:spPr>
        <p:txBody>
          <a:bodyPr anchorCtr="0" anchor="t" bIns="91425" lIns="91425" rIns="91425" tIns="91425"/>
          <a:lstStyle>
            <a:lvl1pPr indent="-139700" marL="342900" marR="0" rtl="0" algn="l">
              <a:spcBef>
                <a:spcPts val="640"/>
              </a:spcBef>
              <a:buClr>
                <a:schemeClr val="dk1"/>
              </a:buClr>
              <a:buFont typeface="Arial"/>
              <a:buChar char="•"/>
              <a:defRPr b="0" baseline="0" i="0" sz="3200" u="none" cap="none" strike="noStrike">
                <a:solidFill>
                  <a:schemeClr val="dk1"/>
                </a:solidFill>
                <a:latin typeface="Calibri"/>
                <a:ea typeface="Calibri"/>
                <a:cs typeface="Calibri"/>
                <a:sym typeface="Calibri"/>
              </a:defRPr>
            </a:lvl1pPr>
            <a:lvl2pPr indent="-107950" marL="742950" marR="0" rtl="0" algn="l">
              <a:spcBef>
                <a:spcPts val="560"/>
              </a:spcBef>
              <a:buClr>
                <a:schemeClr val="dk1"/>
              </a:buClr>
              <a:buFont typeface="Arial"/>
              <a:buChar char="–"/>
              <a:defRPr b="0" baseline="0" i="0" sz="2800" u="none" cap="none" strike="noStrike">
                <a:solidFill>
                  <a:schemeClr val="dk1"/>
                </a:solidFill>
                <a:latin typeface="Calibri"/>
                <a:ea typeface="Calibri"/>
                <a:cs typeface="Calibri"/>
                <a:sym typeface="Calibri"/>
              </a:defRPr>
            </a:lvl2pPr>
            <a:lvl3pPr indent="-76200" marL="1143000" marR="0" rtl="0" algn="l">
              <a:spcBef>
                <a:spcPts val="480"/>
              </a:spcBef>
              <a:buClr>
                <a:schemeClr val="dk1"/>
              </a:buClr>
              <a:buFont typeface="Arial"/>
              <a:buChar char="•"/>
              <a:defRPr b="0" baseline="0" i="0" sz="2400" u="none" cap="none" strike="noStrike">
                <a:solidFill>
                  <a:schemeClr val="dk1"/>
                </a:solidFill>
                <a:latin typeface="Calibri"/>
                <a:ea typeface="Calibri"/>
                <a:cs typeface="Calibri"/>
                <a:sym typeface="Calibri"/>
              </a:defRPr>
            </a:lvl3pPr>
            <a:lvl4pPr indent="-101600" marL="16002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4pPr>
            <a:lvl5pPr indent="-101600" marL="20574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5pPr>
            <a:lvl6pPr indent="-101600" marL="25146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6pPr>
            <a:lvl7pPr indent="-101600" marL="29718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7pPr>
            <a:lvl8pPr indent="-101600" marL="34290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8pPr>
            <a:lvl9pPr indent="-101600" marL="3886200" marR="0" rtl="0" algn="l">
              <a:spcBef>
                <a:spcPts val="400"/>
              </a:spcBef>
              <a:buClr>
                <a:schemeClr val="dk1"/>
              </a:buClr>
              <a:buFont typeface="Arial"/>
              <a:buChar char="•"/>
              <a:defRPr b="0" baseline="0" i="0" sz="2000" u="none" cap="none" strike="noStrike">
                <a:solidFill>
                  <a:schemeClr val="dk1"/>
                </a:solidFill>
                <a:latin typeface="Calibri"/>
                <a:ea typeface="Calibri"/>
                <a:cs typeface="Calibri"/>
                <a:sym typeface="Calibri"/>
              </a:defRPr>
            </a:lvl9pPr>
          </a:lstStyle>
          <a:p/>
        </p:txBody>
      </p:sp>
      <p:sp>
        <p:nvSpPr>
          <p:cNvPr id="108" name="Shape 108"/>
          <p:cNvSpPr txBox="1"/>
          <p:nvPr>
            <p:ph idx="10" type="dt"/>
          </p:nvPr>
        </p:nvSpPr>
        <p:spPr>
          <a:xfrm>
            <a:off x="457200" y="6356350"/>
            <a:ext cx="2133599" cy="365099"/>
          </a:xfrm>
          <a:prstGeom prst="rect">
            <a:avLst/>
          </a:prstGeom>
          <a:noFill/>
          <a:ln>
            <a:noFill/>
          </a:ln>
        </p:spPr>
        <p:txBody>
          <a:bodyPr anchorCtr="0" anchor="ctr" bIns="91425" lIns="91425" rIns="91425" tIns="91425"/>
          <a:lstStyle>
            <a:lvl1pPr indent="0" marL="0" marR="0" rtl="0" algn="l">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09" name="Shape 109"/>
          <p:cNvSpPr txBox="1"/>
          <p:nvPr>
            <p:ph idx="11" type="ftr"/>
          </p:nvPr>
        </p:nvSpPr>
        <p:spPr>
          <a:xfrm>
            <a:off x="3124200" y="6356350"/>
            <a:ext cx="2895600" cy="365099"/>
          </a:xfrm>
          <a:prstGeom prst="rect">
            <a:avLst/>
          </a:prstGeom>
          <a:noFill/>
          <a:ln>
            <a:noFill/>
          </a:ln>
        </p:spPr>
        <p:txBody>
          <a:bodyPr anchorCtr="0" anchor="ctr" bIns="91425" lIns="91425" rIns="91425" tIns="91425"/>
          <a:lstStyle>
            <a:lvl1pPr indent="0" marL="0" marR="0" rtl="0" algn="ctr">
              <a:spcBef>
                <a:spcPts val="0"/>
              </a:spcBef>
              <a:defRPr b="0" baseline="0" i="0" sz="1200" u="none" cap="none" strike="noStrike">
                <a:solidFill>
                  <a:srgbClr val="888888"/>
                </a:solidFill>
                <a:latin typeface="Calibri"/>
                <a:ea typeface="Calibri"/>
                <a:cs typeface="Calibri"/>
                <a:sym typeface="Calibri"/>
              </a:defRPr>
            </a:lvl1pPr>
            <a:lvl2pPr indent="0" marL="457200" marR="0" rtl="0" algn="l">
              <a:spcBef>
                <a:spcPts val="0"/>
              </a:spcBef>
              <a:defRPr b="0" baseline="0" i="0" sz="1800" u="none" cap="none" strike="noStrike">
                <a:solidFill>
                  <a:schemeClr val="dk1"/>
                </a:solidFill>
                <a:latin typeface="Calibri"/>
                <a:ea typeface="Calibri"/>
                <a:cs typeface="Calibri"/>
                <a:sym typeface="Calibri"/>
              </a:defRPr>
            </a:lvl2pPr>
            <a:lvl3pPr indent="0" marL="914400" marR="0" rtl="0" algn="l">
              <a:spcBef>
                <a:spcPts val="0"/>
              </a:spcBef>
              <a:defRPr b="0" baseline="0" i="0" sz="1800" u="none" cap="none" strike="noStrike">
                <a:solidFill>
                  <a:schemeClr val="dk1"/>
                </a:solidFill>
                <a:latin typeface="Calibri"/>
                <a:ea typeface="Calibri"/>
                <a:cs typeface="Calibri"/>
                <a:sym typeface="Calibri"/>
              </a:defRPr>
            </a:lvl3pPr>
            <a:lvl4pPr indent="0" marL="1371600" marR="0" rtl="0" algn="l">
              <a:spcBef>
                <a:spcPts val="0"/>
              </a:spcBef>
              <a:defRPr b="0" baseline="0" i="0" sz="1800" u="none" cap="none" strike="noStrike">
                <a:solidFill>
                  <a:schemeClr val="dk1"/>
                </a:solidFill>
                <a:latin typeface="Calibri"/>
                <a:ea typeface="Calibri"/>
                <a:cs typeface="Calibri"/>
                <a:sym typeface="Calibri"/>
              </a:defRPr>
            </a:lvl4pPr>
            <a:lvl5pPr indent="0" marL="1828800" marR="0" rtl="0" algn="l">
              <a:spcBef>
                <a:spcPts val="0"/>
              </a:spcBef>
              <a:defRPr b="0" baseline="0" i="0" sz="1800" u="none" cap="none" strike="noStrike">
                <a:solidFill>
                  <a:schemeClr val="dk1"/>
                </a:solidFill>
                <a:latin typeface="Calibri"/>
                <a:ea typeface="Calibri"/>
                <a:cs typeface="Calibri"/>
                <a:sym typeface="Calibri"/>
              </a:defRPr>
            </a:lvl5pPr>
            <a:lvl6pPr indent="0" marL="2286000" marR="0" rtl="0" algn="l">
              <a:spcBef>
                <a:spcPts val="0"/>
              </a:spcBef>
              <a:defRPr b="0" baseline="0" i="0" sz="1800" u="none" cap="none" strike="noStrike">
                <a:solidFill>
                  <a:schemeClr val="dk1"/>
                </a:solidFill>
                <a:latin typeface="Calibri"/>
                <a:ea typeface="Calibri"/>
                <a:cs typeface="Calibri"/>
                <a:sym typeface="Calibri"/>
              </a:defRPr>
            </a:lvl6pPr>
            <a:lvl7pPr indent="0" marL="2743200" marR="0" rtl="0" algn="l">
              <a:spcBef>
                <a:spcPts val="0"/>
              </a:spcBef>
              <a:defRPr b="0" baseline="0" i="0" sz="1800" u="none" cap="none" strike="noStrike">
                <a:solidFill>
                  <a:schemeClr val="dk1"/>
                </a:solidFill>
                <a:latin typeface="Calibri"/>
                <a:ea typeface="Calibri"/>
                <a:cs typeface="Calibri"/>
                <a:sym typeface="Calibri"/>
              </a:defRPr>
            </a:lvl7pPr>
            <a:lvl8pPr indent="0" marL="3200400" marR="0" rtl="0" algn="l">
              <a:spcBef>
                <a:spcPts val="0"/>
              </a:spcBef>
              <a:defRPr b="0" baseline="0" i="0" sz="1800" u="none" cap="none" strike="noStrike">
                <a:solidFill>
                  <a:schemeClr val="dk1"/>
                </a:solidFill>
                <a:latin typeface="Calibri"/>
                <a:ea typeface="Calibri"/>
                <a:cs typeface="Calibri"/>
                <a:sym typeface="Calibri"/>
              </a:defRPr>
            </a:lvl8pPr>
            <a:lvl9pPr indent="0" marL="3657600" marR="0" rtl="0" algn="l">
              <a:spcBef>
                <a:spcPts val="0"/>
              </a:spcBef>
              <a:defRPr b="0" baseline="0" i="0" sz="1800" u="none" cap="none" strike="noStrike">
                <a:solidFill>
                  <a:schemeClr val="dk1"/>
                </a:solidFill>
                <a:latin typeface="Calibri"/>
                <a:ea typeface="Calibri"/>
                <a:cs typeface="Calibri"/>
                <a:sym typeface="Calibri"/>
              </a:defRPr>
            </a:lvl9pPr>
          </a:lstStyle>
          <a:p/>
        </p:txBody>
      </p:sp>
      <p:sp>
        <p:nvSpPr>
          <p:cNvPr id="110" name="Shape 110"/>
          <p:cNvSpPr txBox="1"/>
          <p:nvPr>
            <p:ph idx="12" type="sldNum"/>
          </p:nvPr>
        </p:nvSpPr>
        <p:spPr>
          <a:xfrm>
            <a:off x="6553200" y="6356350"/>
            <a:ext cx="2133599" cy="365099"/>
          </a:xfrm>
          <a:prstGeom prst="rect">
            <a:avLst/>
          </a:prstGeom>
          <a:noFill/>
          <a:ln>
            <a:noFill/>
          </a:ln>
        </p:spPr>
        <p:txBody>
          <a:bodyPr anchorCtr="0" anchor="ctr" bIns="45700" lIns="91425" rIns="91425" tIns="45700">
            <a:noAutofit/>
          </a:bodyPr>
          <a:lstStyle/>
          <a:p>
            <a:pPr indent="0" lvl="0" marL="0" marR="0" rtl="0" algn="r">
              <a:spcBef>
                <a:spcPts val="0"/>
              </a:spcBef>
              <a:buSzPct val="25000"/>
              <a:buNone/>
            </a:pPr>
            <a:fld id="{00000000-1234-1234-1234-123412341234}" type="slidenum">
              <a:rPr b="0" baseline="0" i="0" lang="en-US" sz="1200" u="none" cap="none" strike="noStrike">
                <a:solidFill>
                  <a:srgbClr val="888888"/>
                </a:solidFill>
                <a:latin typeface="Calibri"/>
                <a:ea typeface="Calibri"/>
                <a:cs typeface="Calibri"/>
                <a:sym typeface="Calibri"/>
              </a:rPr>
              <a:t>‹#›</a:t>
            </a:fld>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p:titleStyle>
    <p:body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bodyStyle>
    <p:otherStyle>
      <a:defPPr marR="0" rtl="0" algn="l">
        <a:lnSpc>
          <a:spcPct val="100000"/>
        </a:lnSpc>
        <a:spcBef>
          <a:spcPts val="0"/>
        </a:spcBef>
        <a:spcAft>
          <a:spcPts val="0"/>
        </a:spcAft>
      </a:defPPr>
      <a:lvl1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1pPr>
      <a:lvl2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2pPr>
      <a:lvl3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3pPr>
      <a:lvl4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4pPr>
      <a:lvl5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5pPr>
      <a:lvl6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6pPr>
      <a:lvl7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7pPr>
      <a:lvl8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8pPr>
      <a:lvl9pPr marR="0" rtl="0" algn="l">
        <a:lnSpc>
          <a:spcPct val="100000"/>
        </a:lnSpc>
        <a:spcBef>
          <a:spcPts val="0"/>
        </a:spcBef>
        <a:spcAft>
          <a:spcPts val="0"/>
        </a:spcAft>
        <a:buNone/>
        <a:defRPr b="0" baseline="0" i="0" sz="1400" u="none" cap="none" strike="noStrike">
          <a:solidFill>
            <a:srgbClr val="000000"/>
          </a:solidFill>
          <a:latin typeface="Arial"/>
          <a:ea typeface="Arial"/>
          <a:cs typeface="Arial"/>
          <a:sym typeface="Arial"/>
          <a:rtl val="0"/>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cessda.net/National-Data-Services/CESSDA-Member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www.dwbproject.org/export/sites/default/about/public_deliveraples/dwb_d12-3_harvesting-ingest-system_report.pdf" TargetMode="External"/><Relationship Id="rId4" Type="http://schemas.openxmlformats.org/officeDocument/2006/relationships/hyperlink" Target="http://www.dwbproject.org/vision/discoveryportal.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0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5.jpg"/><Relationship Id="rId4" Type="http://schemas.openxmlformats.org/officeDocument/2006/relationships/image" Target="../media/image10.jpg"/><Relationship Id="rId5" Type="http://schemas.openxmlformats.org/officeDocument/2006/relationships/image" Target="../media/image06.jpg"/><Relationship Id="rId6" Type="http://schemas.openxmlformats.org/officeDocument/2006/relationships/image" Target="../media/image0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0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usability.gov/how-to-and-tools/methods/system-usability-scale.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38" name="Shape 38"/>
        <p:cNvGrpSpPr/>
        <p:nvPr/>
      </p:nvGrpSpPr>
      <p:grpSpPr>
        <a:xfrm>
          <a:off x="0" y="0"/>
          <a:ext cx="0" cy="0"/>
          <a:chOff x="0" y="0"/>
          <a:chExt cx="0" cy="0"/>
        </a:xfrm>
      </p:grpSpPr>
      <p:sp>
        <p:nvSpPr>
          <p:cNvPr id="39" name="Shape 39"/>
          <p:cNvSpPr txBox="1"/>
          <p:nvPr>
            <p:ph type="title"/>
          </p:nvPr>
        </p:nvSpPr>
        <p:spPr>
          <a:xfrm>
            <a:off x="251519" y="288032"/>
            <a:ext cx="7272808" cy="2420888"/>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4400" u="none" cap="none" strike="noStrike">
                <a:solidFill>
                  <a:schemeClr val="dk1"/>
                </a:solidFill>
                <a:latin typeface="Arial"/>
                <a:ea typeface="Arial"/>
                <a:cs typeface="Arial"/>
                <a:sym typeface="Arial"/>
              </a:rPr>
              <a:t>CESSDA Workplan: Metadata Harvesting Tool</a:t>
            </a:r>
          </a:p>
        </p:txBody>
      </p:sp>
      <p:sp>
        <p:nvSpPr>
          <p:cNvPr id="40" name="Shape 40"/>
          <p:cNvSpPr txBox="1"/>
          <p:nvPr>
            <p:ph idx="1" type="subTitle"/>
          </p:nvPr>
        </p:nvSpPr>
        <p:spPr>
          <a:xfrm>
            <a:off x="251519" y="2708919"/>
            <a:ext cx="4032448" cy="1148408"/>
          </a:xfrm>
          <a:prstGeom prst="rect">
            <a:avLst/>
          </a:prstGeom>
          <a:noFill/>
          <a:ln>
            <a:noFill/>
          </a:ln>
        </p:spPr>
        <p:txBody>
          <a:bodyPr anchorCtr="0" anchor="t" bIns="45700" lIns="91425" rIns="91425" tIns="45700">
            <a:noAutofit/>
          </a:bodyPr>
          <a:lstStyle/>
          <a:p>
            <a:pPr indent="0" lvl="0" marL="0" marR="0" rtl="0" algn="l">
              <a:spcBef>
                <a:spcPts val="0"/>
              </a:spcBef>
              <a:buClr>
                <a:srgbClr val="888888"/>
              </a:buClr>
              <a:buSzPct val="25000"/>
              <a:buFont typeface="Arial"/>
              <a:buNone/>
            </a:pPr>
            <a:r>
              <a:rPr b="0" baseline="0" i="0" lang="en-US" sz="2000" u="none" cap="none" strike="noStrike">
                <a:solidFill>
                  <a:srgbClr val="888888"/>
                </a:solidFill>
                <a:latin typeface="Arial"/>
                <a:ea typeface="Arial"/>
                <a:cs typeface="Arial"/>
                <a:sym typeface="Arial"/>
              </a:rPr>
              <a:t>Ørnulf Risnes (NSD)</a:t>
            </a:r>
          </a:p>
          <a:p>
            <a:pPr indent="0" lvl="0" marL="0" marR="0" rtl="0" algn="l">
              <a:spcBef>
                <a:spcPts val="400"/>
              </a:spcBef>
              <a:buClr>
                <a:srgbClr val="888888"/>
              </a:buClr>
              <a:buSzPct val="25000"/>
              <a:buFont typeface="Arial"/>
              <a:buNone/>
            </a:pPr>
            <a:r>
              <a:rPr b="0" baseline="0" i="0" lang="en-US" sz="2000" u="none" cap="none" strike="noStrike">
                <a:solidFill>
                  <a:srgbClr val="888888"/>
                </a:solidFill>
                <a:latin typeface="Arial"/>
                <a:ea typeface="Arial"/>
                <a:cs typeface="Arial"/>
                <a:sym typeface="Arial"/>
              </a:rPr>
              <a:t>John Shepherdson (UKDS)</a:t>
            </a:r>
          </a:p>
        </p:txBody>
      </p:sp>
      <p:sp>
        <p:nvSpPr>
          <p:cNvPr id="41" name="Shape 41"/>
          <p:cNvSpPr txBox="1"/>
          <p:nvPr>
            <p:ph idx="2" type="body"/>
          </p:nvPr>
        </p:nvSpPr>
        <p:spPr>
          <a:xfrm>
            <a:off x="304800" y="4149725"/>
            <a:ext cx="3979863" cy="1439862"/>
          </a:xfrm>
          <a:prstGeom prst="rect">
            <a:avLst/>
          </a:prstGeom>
          <a:noFill/>
          <a:ln>
            <a:noFill/>
          </a:ln>
        </p:spPr>
        <p:txBody>
          <a:bodyPr anchorCtr="0" anchor="t" bIns="45700" lIns="91425" rIns="91425" tIns="45700">
            <a:noAutofit/>
          </a:bodyPr>
          <a:lstStyle/>
          <a:p>
            <a:pPr indent="0" lvl="0" marL="0" marR="0" rtl="0" algn="l">
              <a:spcBef>
                <a:spcPts val="0"/>
              </a:spcBef>
              <a:buClr>
                <a:schemeClr val="dk1"/>
              </a:buClr>
              <a:buSzPct val="25000"/>
              <a:buFont typeface="Arial"/>
              <a:buNone/>
            </a:pPr>
            <a:r>
              <a:rPr lang="en-US"/>
              <a:t>EDDI 15</a:t>
            </a:r>
            <a:r>
              <a:rPr b="0" baseline="0" i="0" lang="en-US" sz="2000" u="none" cap="none" strike="noStrike">
                <a:solidFill>
                  <a:schemeClr val="dk1"/>
                </a:solidFill>
                <a:latin typeface="Arial"/>
                <a:ea typeface="Arial"/>
                <a:cs typeface="Arial"/>
                <a:sym typeface="Arial"/>
              </a:rPr>
              <a:t>, </a:t>
            </a:r>
            <a:r>
              <a:rPr lang="en-US"/>
              <a:t>Copenhagen</a:t>
            </a:r>
          </a:p>
          <a:p>
            <a:pPr indent="0" lvl="0" marL="0" marR="0" rtl="0" algn="l">
              <a:spcBef>
                <a:spcPts val="400"/>
              </a:spcBef>
              <a:buClr>
                <a:schemeClr val="dk1"/>
              </a:buClr>
              <a:buSzPct val="25000"/>
              <a:buFont typeface="Arial"/>
              <a:buNone/>
            </a:pPr>
            <a:r>
              <a:rPr lang="en-US"/>
              <a:t>3 December </a:t>
            </a:r>
            <a:r>
              <a:rPr b="0" baseline="0" i="0" lang="en-US" sz="2000" u="none" cap="none" strike="noStrike">
                <a:solidFill>
                  <a:schemeClr val="dk1"/>
                </a:solidFill>
                <a:latin typeface="Arial"/>
                <a:ea typeface="Arial"/>
                <a:cs typeface="Arial"/>
                <a:sym typeface="Arial"/>
              </a:rPr>
              <a:t>2015</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6" name="Shape 46"/>
        <p:cNvGrpSpPr/>
        <p:nvPr/>
      </p:nvGrpSpPr>
      <p:grpSpPr>
        <a:xfrm>
          <a:off x="0" y="0"/>
          <a:ext cx="0" cy="0"/>
          <a:chOff x="0" y="0"/>
          <a:chExt cx="0" cy="0"/>
        </a:xfrm>
      </p:grpSpPr>
      <p:sp>
        <p:nvSpPr>
          <p:cNvPr id="47" name="Shape 47"/>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lang="en-US"/>
              <a:t>CESSDA</a:t>
            </a:r>
          </a:p>
        </p:txBody>
      </p:sp>
      <p:sp>
        <p:nvSpPr>
          <p:cNvPr id="48" name="Shape 48"/>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0" marL="0" marR="0" rtl="0" algn="l">
              <a:spcBef>
                <a:spcPts val="0"/>
              </a:spcBef>
              <a:buNone/>
            </a:pPr>
            <a:r>
              <a:rPr lang="en-US"/>
              <a:t>Consortium of European Social Science Data Archives</a:t>
            </a:r>
          </a:p>
          <a:p>
            <a:pPr indent="-228600" lvl="0" marL="457200" rtl="0">
              <a:spcBef>
                <a:spcPts val="0"/>
              </a:spcBef>
              <a:buSzPct val="100000"/>
            </a:pPr>
            <a:r>
              <a:rPr lang="en-US" sz="2000"/>
              <a:t>Bring together social science data archives across Europe</a:t>
            </a:r>
          </a:p>
          <a:p>
            <a:pPr indent="0" lvl="0" marL="457200" rtl="0">
              <a:spcBef>
                <a:spcPts val="400"/>
              </a:spcBef>
              <a:buClr>
                <a:schemeClr val="dk1"/>
              </a:buClr>
              <a:buSzPct val="55000"/>
              <a:buFont typeface="Arial"/>
              <a:buNone/>
            </a:pPr>
            <a:r>
              <a:rPr lang="en-US" sz="2000" u="sng">
                <a:solidFill>
                  <a:schemeClr val="hlink"/>
                </a:solidFill>
                <a:hlinkClick r:id="rId3"/>
              </a:rPr>
              <a:t>http://cessda.net/National-Data-Services/CESSDA-Members</a:t>
            </a:r>
          </a:p>
          <a:p>
            <a:pPr indent="0" marL="0" marR="0" rtl="0" algn="l">
              <a:spcBef>
                <a:spcPts val="0"/>
              </a:spcBef>
              <a:buNone/>
            </a:pPr>
            <a:r>
              <a:t/>
            </a:r>
            <a:endParaRPr/>
          </a:p>
          <a:p>
            <a:pPr indent="0" marL="0" marR="0" rtl="0" algn="l">
              <a:spcBef>
                <a:spcPts val="0"/>
              </a:spcBef>
              <a:buNone/>
            </a:pPr>
            <a:r>
              <a:t/>
            </a:r>
            <a:endParaRPr/>
          </a:p>
          <a:p>
            <a:pPr indent="152400" lvl="0" rtl="0">
              <a:spcBef>
                <a:spcPts val="0"/>
              </a:spcBef>
              <a:buSzPct val="100000"/>
            </a:pPr>
            <a:r>
              <a:rPr lang="en-US"/>
              <a:t>Developing a pan-European Research Infrastructure (RI)</a:t>
            </a:r>
          </a:p>
          <a:p>
            <a:pPr lvl="1" rtl="0">
              <a:spcBef>
                <a:spcPts val="0"/>
              </a:spcBef>
              <a:buSzPct val="83333"/>
            </a:pPr>
            <a:r>
              <a:rPr lang="en-US"/>
              <a:t>F</a:t>
            </a:r>
            <a:r>
              <a:rPr lang="en-US" sz="2000"/>
              <a:t>acilitate researcher access to important resources of relevance to the European social science research agenda regardless of the location of either researcher or data</a:t>
            </a:r>
          </a:p>
          <a:p>
            <a:pPr indent="0" lvl="0" marL="0" marR="0" rtl="0" algn="l">
              <a:spcBef>
                <a:spcPts val="480"/>
              </a:spcBef>
              <a:buClr>
                <a:schemeClr val="dk1"/>
              </a:buClr>
              <a:buFont typeface="Arial"/>
              <a:buNone/>
            </a:pPr>
            <a:r>
              <a:t/>
            </a:r>
            <a:endParaRPr b="0" baseline="0" i="0" sz="24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Commissioned by CESSDA</a:t>
            </a:r>
          </a:p>
        </p:txBody>
      </p:sp>
      <p:sp>
        <p:nvSpPr>
          <p:cNvPr id="55" name="Shape 55"/>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228600" lvl="0" marL="457200" rtl="0">
              <a:spcBef>
                <a:spcPts val="0"/>
              </a:spcBef>
            </a:pPr>
            <a:r>
              <a:rPr lang="en-US"/>
              <a:t>2015 work plan launched RI development</a:t>
            </a:r>
          </a:p>
          <a:p>
            <a:pPr indent="0" lvl="0" marL="0" rtl="0">
              <a:spcBef>
                <a:spcPts val="0"/>
              </a:spcBef>
              <a:buNone/>
            </a:pPr>
            <a:r>
              <a:t/>
            </a:r>
            <a:endParaRPr/>
          </a:p>
          <a:p>
            <a:pPr indent="-228600" lvl="0" marL="457200" marR="0" rtl="0" algn="l">
              <a:spcBef>
                <a:spcPts val="0"/>
              </a:spcBef>
            </a:pPr>
            <a:r>
              <a:rPr lang="en-US"/>
              <a:t>Metadata Harvester task is part of the work plan</a:t>
            </a:r>
          </a:p>
          <a:p>
            <a:pPr indent="0" lvl="0" marL="457200" marR="0" rtl="0" algn="l">
              <a:spcBef>
                <a:spcPts val="480"/>
              </a:spcBef>
              <a:buClr>
                <a:schemeClr val="dk1"/>
              </a:buClr>
              <a:buSzPct val="25000"/>
              <a:buFont typeface="Arial"/>
              <a:buNone/>
            </a:pPr>
            <a:r>
              <a:rPr b="0" baseline="0" i="1" lang="en-US" sz="2400" u="none" cap="none" strike="noStrike">
                <a:solidFill>
                  <a:schemeClr val="dk1"/>
                </a:solidFill>
                <a:latin typeface="Arial"/>
                <a:ea typeface="Arial"/>
                <a:cs typeface="Arial"/>
                <a:sym typeface="Arial"/>
              </a:rPr>
              <a:t>“The objective of this Task is to select and/or develop and implement into CESSDA service a metadata harvesting tool that will enable the efficient compilation and operation of the </a:t>
            </a:r>
            <a:r>
              <a:rPr b="0" baseline="0" i="1" lang="en-US" sz="2400" u="sng" cap="none" strike="noStrike">
                <a:solidFill>
                  <a:schemeClr val="dk1"/>
                </a:solidFill>
                <a:latin typeface="Arial"/>
                <a:ea typeface="Arial"/>
                <a:cs typeface="Arial"/>
                <a:sym typeface="Arial"/>
              </a:rPr>
              <a:t>CESSDA Product and Service Catalogue</a:t>
            </a:r>
            <a:r>
              <a:rPr b="0" baseline="0" i="1" lang="en-US" sz="2400" u="none" cap="none" strike="noStrike">
                <a:solidFill>
                  <a:schemeClr val="dk1"/>
                </a:solidFill>
                <a:latin typeface="Arial"/>
                <a:ea typeface="Arial"/>
                <a:cs typeface="Arial"/>
                <a:sym typeface="Arial"/>
              </a:rPr>
              <a:t>, the </a:t>
            </a:r>
            <a:r>
              <a:rPr b="0" baseline="0" i="1" lang="en-US" sz="2400" u="sng" cap="none" strike="noStrike">
                <a:solidFill>
                  <a:schemeClr val="dk1"/>
                </a:solidFill>
                <a:latin typeface="Arial"/>
                <a:ea typeface="Arial"/>
                <a:cs typeface="Arial"/>
                <a:sym typeface="Arial"/>
              </a:rPr>
              <a:t>CESSDA Secure Access Portal</a:t>
            </a:r>
            <a:r>
              <a:rPr b="0" baseline="0" i="1" lang="en-US" sz="2400" u="none" cap="none" strike="noStrike">
                <a:solidFill>
                  <a:schemeClr val="dk1"/>
                </a:solidFill>
                <a:latin typeface="Arial"/>
                <a:ea typeface="Arial"/>
                <a:cs typeface="Arial"/>
                <a:sym typeface="Arial"/>
              </a:rPr>
              <a:t>, and other data management tasks and data supply services.”</a:t>
            </a:r>
          </a:p>
          <a:p>
            <a:pPr indent="0" lvl="0" marL="0" marR="0" rtl="0" algn="l">
              <a:spcBef>
                <a:spcPts val="480"/>
              </a:spcBef>
              <a:buClr>
                <a:schemeClr val="dk1"/>
              </a:buClr>
              <a:buFont typeface="Arial"/>
              <a:buNone/>
            </a:pPr>
            <a:r>
              <a:t/>
            </a:r>
            <a:endParaRPr i="1"/>
          </a:p>
          <a:p>
            <a:pPr indent="-228600" lvl="0" marL="457200" rtl="0">
              <a:spcBef>
                <a:spcPts val="480"/>
              </a:spcBef>
            </a:pPr>
            <a:r>
              <a:rPr lang="en-US"/>
              <a:t>Open Source bundle due Q2 2016</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9" name="Shape 59"/>
        <p:cNvGrpSpPr/>
        <p:nvPr/>
      </p:nvGrpSpPr>
      <p:grpSpPr>
        <a:xfrm>
          <a:off x="0" y="0"/>
          <a:ext cx="0" cy="0"/>
          <a:chOff x="0" y="0"/>
          <a:chExt cx="0" cy="0"/>
        </a:xfrm>
      </p:grpSpPr>
      <p:sp>
        <p:nvSpPr>
          <p:cNvPr id="60" name="Shape 60"/>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Task Objectives</a:t>
            </a:r>
          </a:p>
        </p:txBody>
      </p:sp>
      <p:sp>
        <p:nvSpPr>
          <p:cNvPr id="61" name="Shape 61"/>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a:p>
          <a:p>
            <a:pPr indent="-285750" lvl="1" marL="742950" marR="0" rtl="0" algn="l">
              <a:lnSpc>
                <a:spcPct val="100000"/>
              </a:lnSpc>
              <a:spcBef>
                <a:spcPts val="0"/>
              </a:spcBef>
              <a:spcAft>
                <a:spcPts val="0"/>
              </a:spcAft>
              <a:buClr>
                <a:schemeClr val="dk1"/>
              </a:buClr>
              <a:buSzPct val="83333"/>
              <a:buFont typeface="Arial"/>
              <a:buChar char="•"/>
            </a:pPr>
            <a:r>
              <a:rPr b="0" baseline="0" i="0" lang="en-US" sz="2400" u="none" cap="none" strike="noStrike">
                <a:solidFill>
                  <a:schemeClr val="dk1"/>
                </a:solidFill>
                <a:latin typeface="Arial"/>
                <a:ea typeface="Arial"/>
                <a:cs typeface="Arial"/>
                <a:sym typeface="Arial"/>
              </a:rPr>
              <a:t>Produce an easy to use metadata harvesting service </a:t>
            </a:r>
          </a:p>
          <a:p>
            <a:pPr indent="-311150" lvl="1" marL="742950" marR="0" rtl="0" algn="l">
              <a:spcBef>
                <a:spcPts val="400"/>
              </a:spcBef>
              <a:buClr>
                <a:schemeClr val="dk1"/>
              </a:buClr>
              <a:buSzPct val="100000"/>
              <a:buFont typeface="Arial"/>
              <a:buChar char="•"/>
            </a:pPr>
            <a:r>
              <a:rPr lang="en-US" sz="2400"/>
              <a:t>Extensible design - use</a:t>
            </a:r>
            <a:r>
              <a:rPr b="0" baseline="0" i="0" lang="en-US" sz="2400" u="none" cap="none" strike="noStrike">
                <a:solidFill>
                  <a:schemeClr val="dk1"/>
                </a:solidFill>
                <a:latin typeface="Arial"/>
                <a:ea typeface="Arial"/>
                <a:cs typeface="Arial"/>
                <a:sym typeface="Arial"/>
              </a:rPr>
              <a:t> plugin architecture for inputs and outputs</a:t>
            </a:r>
          </a:p>
          <a:p>
            <a:pPr lvl="2" marR="0" rtl="0" algn="l">
              <a:spcBef>
                <a:spcPts val="400"/>
              </a:spcBef>
              <a:buClr>
                <a:schemeClr val="dk1"/>
              </a:buClr>
              <a:buSzPct val="100000"/>
              <a:buFont typeface="Arial"/>
            </a:pPr>
            <a:r>
              <a:rPr b="0" baseline="0" i="0" lang="en-US" sz="2400" u="none" cap="none" strike="noStrike">
                <a:solidFill>
                  <a:schemeClr val="dk1"/>
                </a:solidFill>
                <a:latin typeface="Arial"/>
                <a:ea typeface="Arial"/>
                <a:cs typeface="Arial"/>
                <a:sym typeface="Arial"/>
              </a:rPr>
              <a:t>wide range of metadata sources </a:t>
            </a:r>
            <a:r>
              <a:rPr lang="en-US" sz="2400"/>
              <a:t>must</a:t>
            </a:r>
            <a:r>
              <a:rPr b="0" baseline="0" i="0" lang="en-US" sz="2400" u="none" cap="none" strike="noStrike">
                <a:solidFill>
                  <a:schemeClr val="dk1"/>
                </a:solidFill>
                <a:latin typeface="Arial"/>
                <a:ea typeface="Arial"/>
                <a:cs typeface="Arial"/>
                <a:sym typeface="Arial"/>
              </a:rPr>
              <a:t> be harvested</a:t>
            </a:r>
          </a:p>
          <a:p>
            <a:pPr lvl="2" marR="0" rtl="0" algn="l">
              <a:spcBef>
                <a:spcPts val="400"/>
              </a:spcBef>
              <a:buClr>
                <a:schemeClr val="dk1"/>
              </a:buClr>
              <a:buSzPct val="100000"/>
              <a:buFont typeface="Arial"/>
            </a:pPr>
            <a:r>
              <a:rPr b="0" baseline="0" i="0" lang="en-US" sz="2400" u="none" cap="none" strike="noStrike">
                <a:solidFill>
                  <a:schemeClr val="dk1"/>
                </a:solidFill>
                <a:latin typeface="Arial"/>
                <a:ea typeface="Arial"/>
                <a:cs typeface="Arial"/>
                <a:sym typeface="Arial"/>
              </a:rPr>
              <a:t>data to be emitted in a variety of metadata standards</a:t>
            </a:r>
            <a:r>
              <a:rPr lang="en-US" sz="2400"/>
              <a:t> (more to life than DDI!)</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5" name="Shape 65"/>
        <p:cNvGrpSpPr/>
        <p:nvPr/>
      </p:nvGrpSpPr>
      <p:grpSpPr>
        <a:xfrm>
          <a:off x="0" y="0"/>
          <a:ext cx="0" cy="0"/>
          <a:chOff x="0" y="0"/>
          <a:chExt cx="0" cy="0"/>
        </a:xfrm>
      </p:grpSpPr>
      <p:sp>
        <p:nvSpPr>
          <p:cNvPr id="66" name="Shape 66"/>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Delivery Partners</a:t>
            </a:r>
          </a:p>
        </p:txBody>
      </p:sp>
      <p:sp>
        <p:nvSpPr>
          <p:cNvPr id="67" name="Shape 67"/>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NSD and UKDS</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Design, implement, quality assure and document the metadata harvester to produce an Open Source bundle</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NSD lead the Task</a:t>
            </a: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a:p>
            <a:pPr indent="-342900" lvl="0" marL="342900" marR="0" rtl="0" algn="l">
              <a:spcBef>
                <a:spcPts val="48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FSD, SND, DDA</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Test the OS project - build additional input/output plugins and harvest a variety of metadata source types and languages </a:t>
            </a:r>
          </a:p>
          <a:p>
            <a:pPr indent="0" lvl="1" marL="45720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1" name="Shape 71"/>
        <p:cNvGrpSpPr/>
        <p:nvPr/>
      </p:nvGrpSpPr>
      <p:grpSpPr>
        <a:xfrm>
          <a:off x="0" y="0"/>
          <a:ext cx="0" cy="0"/>
          <a:chOff x="0" y="0"/>
          <a:chExt cx="0" cy="0"/>
        </a:xfrm>
      </p:grpSpPr>
      <p:sp>
        <p:nvSpPr>
          <p:cNvPr id="72" name="Shape 72"/>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Foundations</a:t>
            </a:r>
          </a:p>
        </p:txBody>
      </p:sp>
      <p:sp>
        <p:nvSpPr>
          <p:cNvPr id="73" name="Shape 73"/>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Build on outputs of Data without Boundaries WP12</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Prototype Resource Discovery Portal (DwB-RDP)</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Harvests DDI 1.2 from CESSDA SP’s Nesstar servers and converts to DwB-Disco format</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See </a:t>
            </a:r>
            <a:r>
              <a:rPr b="0" baseline="0" i="0" lang="en-US" sz="2000" u="sng" cap="none" strike="noStrike">
                <a:solidFill>
                  <a:schemeClr val="hlink"/>
                </a:solidFill>
                <a:latin typeface="Arial"/>
                <a:ea typeface="Arial"/>
                <a:cs typeface="Arial"/>
                <a:sym typeface="Arial"/>
                <a:hlinkClick r:id="rId3"/>
              </a:rPr>
              <a:t>harvesting ingest system report</a:t>
            </a:r>
            <a:r>
              <a:rPr b="0" baseline="0" i="0" lang="en-US" sz="2000" u="none" cap="none" strike="noStrike">
                <a:solidFill>
                  <a:schemeClr val="dk1"/>
                </a:solidFill>
                <a:latin typeface="Arial"/>
                <a:ea typeface="Arial"/>
                <a:cs typeface="Arial"/>
                <a:sym typeface="Arial"/>
              </a:rPr>
              <a:t> and </a:t>
            </a:r>
            <a:r>
              <a:rPr b="0" baseline="0" i="0" lang="en-US" sz="2000" u="sng" cap="none" strike="noStrike">
                <a:solidFill>
                  <a:schemeClr val="hlink"/>
                </a:solidFill>
                <a:latin typeface="Arial"/>
                <a:ea typeface="Arial"/>
                <a:cs typeface="Arial"/>
                <a:sym typeface="Arial"/>
                <a:hlinkClick r:id="rId4"/>
              </a:rPr>
              <a:t>DwB Resource Discovery Portal description</a:t>
            </a:r>
            <a:r>
              <a:rPr b="0" baseline="0" i="0" lang="en-US" sz="2000" u="none" cap="none" strike="noStrike">
                <a:solidFill>
                  <a:schemeClr val="dk1"/>
                </a:solidFill>
                <a:latin typeface="Arial"/>
                <a:ea typeface="Arial"/>
                <a:cs typeface="Arial"/>
                <a:sym typeface="Arial"/>
              </a:rPr>
              <a:t> for more details</a:t>
            </a:r>
          </a:p>
          <a:p>
            <a:pPr indent="0" marL="0" marR="0" rtl="0" algn="l">
              <a:spcBef>
                <a:spcPts val="400"/>
              </a:spcBef>
              <a:buNone/>
            </a:pPr>
            <a:r>
              <a:t/>
            </a:r>
            <a:endParaRPr/>
          </a:p>
          <a:p>
            <a:pPr indent="-228600" lvl="0" marL="457200" marR="0" rtl="0" algn="l">
              <a:spcBef>
                <a:spcPts val="400"/>
              </a:spcBef>
            </a:pPr>
            <a:r>
              <a:rPr lang="en-US"/>
              <a:t>Needs to interoperate with CESSDA metadata model</a:t>
            </a:r>
          </a:p>
          <a:p>
            <a:pPr indent="-228600" lvl="1" marL="914400" marR="0" rtl="0" algn="l">
              <a:spcBef>
                <a:spcPts val="400"/>
              </a:spcBef>
            </a:pPr>
            <a:r>
              <a:rPr lang="en-US"/>
              <a:t>yet to be defined</a:t>
            </a: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8" name="Shape 78"/>
        <p:cNvGrpSpPr/>
        <p:nvPr/>
      </p:nvGrpSpPr>
      <p:grpSpPr>
        <a:xfrm>
          <a:off x="0" y="0"/>
          <a:ext cx="0" cy="0"/>
          <a:chOff x="0" y="0"/>
          <a:chExt cx="0" cy="0"/>
        </a:xfrm>
      </p:grpSpPr>
      <p:sp>
        <p:nvSpPr>
          <p:cNvPr id="79" name="Shape 79"/>
          <p:cNvSpPr txBox="1"/>
          <p:nvPr>
            <p:ph type="title"/>
          </p:nvPr>
        </p:nvSpPr>
        <p:spPr>
          <a:xfrm>
            <a:off x="251519" y="260647"/>
            <a:ext cx="8229600" cy="1143000"/>
          </a:xfrm>
          <a:prstGeom prst="rect">
            <a:avLst/>
          </a:prstGeom>
        </p:spPr>
        <p:txBody>
          <a:bodyPr anchorCtr="0" anchor="ctr" bIns="91425" lIns="91425" rIns="91425" tIns="91425">
            <a:noAutofit/>
          </a:bodyPr>
          <a:lstStyle/>
          <a:p>
            <a:pPr>
              <a:spcBef>
                <a:spcPts val="0"/>
              </a:spcBef>
              <a:buNone/>
            </a:pPr>
            <a:r>
              <a:rPr lang="en-US"/>
              <a:t>Harvester as complex system</a:t>
            </a:r>
          </a:p>
        </p:txBody>
      </p:sp>
      <p:sp>
        <p:nvSpPr>
          <p:cNvPr id="80" name="Shape 80"/>
          <p:cNvSpPr txBox="1"/>
          <p:nvPr>
            <p:ph idx="1" type="body"/>
          </p:nvPr>
        </p:nvSpPr>
        <p:spPr>
          <a:xfrm>
            <a:off x="152400" y="3616625"/>
            <a:ext cx="1752300" cy="1143000"/>
          </a:xfrm>
          <a:prstGeom prst="rect">
            <a:avLst/>
          </a:prstGeom>
        </p:spPr>
        <p:txBody>
          <a:bodyPr anchorCtr="0" anchor="t" bIns="91425" lIns="91425" rIns="91425" tIns="91425">
            <a:noAutofit/>
          </a:bodyPr>
          <a:lstStyle/>
          <a:p>
            <a:pPr>
              <a:spcBef>
                <a:spcPts val="0"/>
              </a:spcBef>
              <a:buNone/>
            </a:pPr>
            <a:r>
              <a:rPr lang="en-US"/>
              <a:t>Metadata sources</a:t>
            </a:r>
          </a:p>
        </p:txBody>
      </p:sp>
      <p:pic>
        <p:nvPicPr>
          <p:cNvPr id="81" name="Shape 81"/>
          <p:cNvPicPr preferRelativeResize="0"/>
          <p:nvPr/>
        </p:nvPicPr>
        <p:blipFill>
          <a:blip r:embed="rId3">
            <a:alphaModFix/>
          </a:blip>
          <a:stretch>
            <a:fillRect/>
          </a:stretch>
        </p:blipFill>
        <p:spPr>
          <a:xfrm>
            <a:off x="2219051" y="2113525"/>
            <a:ext cx="4338124" cy="3253599"/>
          </a:xfrm>
          <a:prstGeom prst="rect">
            <a:avLst/>
          </a:prstGeom>
          <a:noFill/>
          <a:ln>
            <a:noFill/>
          </a:ln>
        </p:spPr>
      </p:pic>
      <p:sp>
        <p:nvSpPr>
          <p:cNvPr id="82" name="Shape 82"/>
          <p:cNvSpPr txBox="1"/>
          <p:nvPr>
            <p:ph idx="2" type="body"/>
          </p:nvPr>
        </p:nvSpPr>
        <p:spPr>
          <a:xfrm>
            <a:off x="6566725" y="2702225"/>
            <a:ext cx="2020800" cy="689400"/>
          </a:xfrm>
          <a:prstGeom prst="rect">
            <a:avLst/>
          </a:prstGeom>
        </p:spPr>
        <p:txBody>
          <a:bodyPr anchorCtr="0" anchor="t" bIns="91425" lIns="91425" rIns="91425" tIns="91425">
            <a:noAutofit/>
          </a:bodyPr>
          <a:lstStyle/>
          <a:p>
            <a:pPr lvl="0" rtl="0">
              <a:spcBef>
                <a:spcPts val="0"/>
              </a:spcBef>
              <a:buNone/>
            </a:pPr>
            <a:r>
              <a:rPr lang="en-US"/>
              <a:t>Consumers</a:t>
            </a:r>
          </a:p>
        </p:txBody>
      </p:sp>
      <p:cxnSp>
        <p:nvCxnSpPr>
          <p:cNvPr id="83" name="Shape 83"/>
          <p:cNvCxnSpPr/>
          <p:nvPr/>
        </p:nvCxnSpPr>
        <p:spPr>
          <a:xfrm>
            <a:off x="1070675" y="4626275"/>
            <a:ext cx="1066199" cy="268799"/>
          </a:xfrm>
          <a:prstGeom prst="straightConnector1">
            <a:avLst/>
          </a:prstGeom>
          <a:noFill/>
          <a:ln cap="flat" cmpd="sng" w="38100">
            <a:solidFill>
              <a:schemeClr val="dk2"/>
            </a:solidFill>
            <a:prstDash val="solid"/>
            <a:round/>
            <a:headEnd len="lg" w="lg" type="none"/>
            <a:tailEnd len="lg" w="lg" type="triangle"/>
          </a:ln>
        </p:spPr>
      </p:cxnSp>
      <p:cxnSp>
        <p:nvCxnSpPr>
          <p:cNvPr id="84" name="Shape 84"/>
          <p:cNvCxnSpPr/>
          <p:nvPr/>
        </p:nvCxnSpPr>
        <p:spPr>
          <a:xfrm>
            <a:off x="6558025" y="2211425"/>
            <a:ext cx="942900" cy="490799"/>
          </a:xfrm>
          <a:prstGeom prst="straightConnector1">
            <a:avLst/>
          </a:prstGeom>
          <a:noFill/>
          <a:ln cap="flat" cmpd="sng" w="38100">
            <a:solidFill>
              <a:schemeClr val="dk2"/>
            </a:solidFill>
            <a:prstDash val="solid"/>
            <a:round/>
            <a:headEnd len="lg" w="lg" type="none"/>
            <a:tailEnd len="lg" w="lg" type="triangle"/>
          </a:ln>
        </p:spPr>
      </p:cxn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9" name="Shape 89"/>
        <p:cNvGrpSpPr/>
        <p:nvPr/>
      </p:nvGrpSpPr>
      <p:grpSpPr>
        <a:xfrm>
          <a:off x="0" y="0"/>
          <a:ext cx="0" cy="0"/>
          <a:chOff x="0" y="0"/>
          <a:chExt cx="0" cy="0"/>
        </a:xfrm>
      </p:grpSpPr>
      <p:sp>
        <p:nvSpPr>
          <p:cNvPr id="90" name="Shape 90"/>
          <p:cNvSpPr txBox="1"/>
          <p:nvPr>
            <p:ph type="title"/>
          </p:nvPr>
        </p:nvSpPr>
        <p:spPr>
          <a:xfrm>
            <a:off x="251519" y="260647"/>
            <a:ext cx="8229600" cy="1143000"/>
          </a:xfrm>
          <a:prstGeom prst="rect">
            <a:avLst/>
          </a:prstGeom>
        </p:spPr>
        <p:txBody>
          <a:bodyPr anchorCtr="0" anchor="ctr" bIns="91425" lIns="91425" rIns="91425" tIns="91425">
            <a:noAutofit/>
          </a:bodyPr>
          <a:lstStyle/>
          <a:p>
            <a:pPr lvl="0" rtl="0">
              <a:spcBef>
                <a:spcPts val="0"/>
              </a:spcBef>
              <a:buNone/>
            </a:pPr>
            <a:r>
              <a:rPr lang="en-US"/>
              <a:t>Harvester as complex </a:t>
            </a:r>
            <a:r>
              <a:rPr lang="en-US" u="sng"/>
              <a:t>stateful</a:t>
            </a:r>
            <a:r>
              <a:rPr lang="en-US"/>
              <a:t> system</a:t>
            </a:r>
          </a:p>
        </p:txBody>
      </p:sp>
      <p:sp>
        <p:nvSpPr>
          <p:cNvPr id="91" name="Shape 91"/>
          <p:cNvSpPr txBox="1"/>
          <p:nvPr>
            <p:ph idx="1" type="body"/>
          </p:nvPr>
        </p:nvSpPr>
        <p:spPr>
          <a:xfrm>
            <a:off x="152400" y="3616625"/>
            <a:ext cx="1752300" cy="1143000"/>
          </a:xfrm>
          <a:prstGeom prst="rect">
            <a:avLst/>
          </a:prstGeom>
        </p:spPr>
        <p:txBody>
          <a:bodyPr anchorCtr="0" anchor="t" bIns="91425" lIns="91425" rIns="91425" tIns="91425">
            <a:noAutofit/>
          </a:bodyPr>
          <a:lstStyle/>
          <a:p>
            <a:pPr lvl="0" rtl="0">
              <a:spcBef>
                <a:spcPts val="0"/>
              </a:spcBef>
              <a:buNone/>
            </a:pPr>
            <a:r>
              <a:rPr lang="en-US"/>
              <a:t>Metadata sources</a:t>
            </a:r>
          </a:p>
        </p:txBody>
      </p:sp>
      <p:pic>
        <p:nvPicPr>
          <p:cNvPr id="92" name="Shape 92"/>
          <p:cNvPicPr preferRelativeResize="0"/>
          <p:nvPr/>
        </p:nvPicPr>
        <p:blipFill>
          <a:blip r:embed="rId3">
            <a:alphaModFix/>
          </a:blip>
          <a:stretch>
            <a:fillRect/>
          </a:stretch>
        </p:blipFill>
        <p:spPr>
          <a:xfrm>
            <a:off x="2219051" y="2113525"/>
            <a:ext cx="4338124" cy="3253599"/>
          </a:xfrm>
          <a:prstGeom prst="rect">
            <a:avLst/>
          </a:prstGeom>
          <a:noFill/>
          <a:ln>
            <a:noFill/>
          </a:ln>
        </p:spPr>
      </p:pic>
      <p:sp>
        <p:nvSpPr>
          <p:cNvPr id="93" name="Shape 93"/>
          <p:cNvSpPr txBox="1"/>
          <p:nvPr>
            <p:ph idx="2" type="body"/>
          </p:nvPr>
        </p:nvSpPr>
        <p:spPr>
          <a:xfrm>
            <a:off x="6566725" y="2702225"/>
            <a:ext cx="2020800" cy="689400"/>
          </a:xfrm>
          <a:prstGeom prst="rect">
            <a:avLst/>
          </a:prstGeom>
        </p:spPr>
        <p:txBody>
          <a:bodyPr anchorCtr="0" anchor="t" bIns="91425" lIns="91425" rIns="91425" tIns="91425">
            <a:noAutofit/>
          </a:bodyPr>
          <a:lstStyle/>
          <a:p>
            <a:pPr lvl="0" rtl="0">
              <a:spcBef>
                <a:spcPts val="0"/>
              </a:spcBef>
              <a:buNone/>
            </a:pPr>
            <a:r>
              <a:rPr lang="en-US"/>
              <a:t>Consumers</a:t>
            </a:r>
          </a:p>
        </p:txBody>
      </p:sp>
      <p:cxnSp>
        <p:nvCxnSpPr>
          <p:cNvPr id="94" name="Shape 94"/>
          <p:cNvCxnSpPr/>
          <p:nvPr/>
        </p:nvCxnSpPr>
        <p:spPr>
          <a:xfrm>
            <a:off x="1070675" y="4626275"/>
            <a:ext cx="1066199" cy="268799"/>
          </a:xfrm>
          <a:prstGeom prst="straightConnector1">
            <a:avLst/>
          </a:prstGeom>
          <a:noFill/>
          <a:ln cap="flat" cmpd="sng" w="38100">
            <a:solidFill>
              <a:schemeClr val="dk2"/>
            </a:solidFill>
            <a:prstDash val="solid"/>
            <a:round/>
            <a:headEnd len="lg" w="lg" type="none"/>
            <a:tailEnd len="lg" w="lg" type="triangle"/>
          </a:ln>
        </p:spPr>
      </p:cxnSp>
      <p:cxnSp>
        <p:nvCxnSpPr>
          <p:cNvPr id="95" name="Shape 95"/>
          <p:cNvCxnSpPr/>
          <p:nvPr/>
        </p:nvCxnSpPr>
        <p:spPr>
          <a:xfrm>
            <a:off x="6558025" y="2211425"/>
            <a:ext cx="942900" cy="490799"/>
          </a:xfrm>
          <a:prstGeom prst="straightConnector1">
            <a:avLst/>
          </a:prstGeom>
          <a:noFill/>
          <a:ln cap="flat" cmpd="sng" w="38100">
            <a:solidFill>
              <a:schemeClr val="dk2"/>
            </a:solidFill>
            <a:prstDash val="solid"/>
            <a:round/>
            <a:headEnd len="lg" w="lg" type="none"/>
            <a:tailEnd len="lg" w="lg" type="triangle"/>
          </a:ln>
        </p:spPr>
      </p:cxnSp>
      <p:cxnSp>
        <p:nvCxnSpPr>
          <p:cNvPr id="96" name="Shape 96"/>
          <p:cNvCxnSpPr/>
          <p:nvPr/>
        </p:nvCxnSpPr>
        <p:spPr>
          <a:xfrm>
            <a:off x="1070675" y="2880562"/>
            <a:ext cx="1836600" cy="685200"/>
          </a:xfrm>
          <a:prstGeom prst="straightConnector1">
            <a:avLst/>
          </a:prstGeom>
          <a:noFill/>
          <a:ln cap="flat" cmpd="sng" w="38100">
            <a:solidFill>
              <a:srgbClr val="FF0000"/>
            </a:solidFill>
            <a:prstDash val="solid"/>
            <a:round/>
            <a:headEnd len="lg" w="lg" type="none"/>
            <a:tailEnd len="lg" w="lg" type="triangle"/>
          </a:ln>
        </p:spPr>
      </p:cxnSp>
      <p:sp>
        <p:nvSpPr>
          <p:cNvPr id="97" name="Shape 97"/>
          <p:cNvSpPr txBox="1"/>
          <p:nvPr>
            <p:ph idx="3" type="body"/>
          </p:nvPr>
        </p:nvSpPr>
        <p:spPr>
          <a:xfrm>
            <a:off x="0" y="2319950"/>
            <a:ext cx="2170799" cy="560700"/>
          </a:xfrm>
          <a:prstGeom prst="rect">
            <a:avLst/>
          </a:prstGeom>
        </p:spPr>
        <p:txBody>
          <a:bodyPr anchorCtr="0" anchor="t" bIns="91425" lIns="91425" rIns="91425" tIns="91425">
            <a:noAutofit/>
          </a:bodyPr>
          <a:lstStyle/>
          <a:p>
            <a:pPr lvl="0" rtl="0">
              <a:spcBef>
                <a:spcPts val="0"/>
              </a:spcBef>
              <a:buNone/>
            </a:pPr>
            <a:r>
              <a:rPr lang="en-US">
                <a:solidFill>
                  <a:srgbClr val="FF0000"/>
                </a:solidFill>
              </a:rPr>
              <a:t>Data store</a:t>
            </a:r>
          </a:p>
        </p:txBody>
      </p:sp>
      <p:sp>
        <p:nvSpPr>
          <p:cNvPr id="98" name="Shape 98"/>
          <p:cNvSpPr txBox="1"/>
          <p:nvPr/>
        </p:nvSpPr>
        <p:spPr>
          <a:xfrm>
            <a:off x="0" y="6367200"/>
            <a:ext cx="2596499" cy="490799"/>
          </a:xfrm>
          <a:prstGeom prst="rect">
            <a:avLst/>
          </a:prstGeom>
          <a:noFill/>
          <a:ln>
            <a:noFill/>
          </a:ln>
        </p:spPr>
        <p:txBody>
          <a:bodyPr anchorCtr="0" anchor="t" bIns="91425" lIns="91425" rIns="91425" tIns="91425">
            <a:noAutofit/>
          </a:bodyPr>
          <a:lstStyle/>
          <a:p>
            <a:pPr>
              <a:spcBef>
                <a:spcPts val="0"/>
              </a:spcBef>
              <a:buNone/>
            </a:pPr>
            <a:r>
              <a:rPr i="1" lang="en-US" sz="1200"/>
              <a:t>Images sourced via Google Images</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 name="Shape 102"/>
        <p:cNvGrpSpPr/>
        <p:nvPr/>
      </p:nvGrpSpPr>
      <p:grpSpPr>
        <a:xfrm>
          <a:off x="0" y="0"/>
          <a:ext cx="0" cy="0"/>
          <a:chOff x="0" y="0"/>
          <a:chExt cx="0" cy="0"/>
        </a:xfrm>
      </p:grpSpPr>
      <p:sp>
        <p:nvSpPr>
          <p:cNvPr id="103" name="Shape 103"/>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lang="en-US"/>
              <a:t>Metadata Model</a:t>
            </a:r>
          </a:p>
        </p:txBody>
      </p:sp>
      <p:sp>
        <p:nvSpPr>
          <p:cNvPr id="104" name="Shape 104"/>
          <p:cNvSpPr txBox="1"/>
          <p:nvPr>
            <p:ph idx="1" type="body"/>
          </p:nvPr>
        </p:nvSpPr>
        <p:spPr>
          <a:xfrm>
            <a:off x="285225" y="1643458"/>
            <a:ext cx="8229600" cy="5141100"/>
          </a:xfrm>
          <a:prstGeom prst="rect">
            <a:avLst/>
          </a:prstGeom>
          <a:noFill/>
          <a:ln>
            <a:noFill/>
          </a:ln>
        </p:spPr>
        <p:txBody>
          <a:bodyPr anchorCtr="0" anchor="t" bIns="45700" lIns="91425" rIns="91425" tIns="45700">
            <a:noAutofit/>
          </a:bodyPr>
          <a:lstStyle/>
          <a:p>
            <a:pPr indent="152400" lvl="0" rtl="0">
              <a:spcBef>
                <a:spcPts val="0"/>
              </a:spcBef>
              <a:buSzPct val="100000"/>
            </a:pPr>
            <a:r>
              <a:rPr lang="en-US"/>
              <a:t>Based on RDF-Disco</a:t>
            </a:r>
          </a:p>
          <a:p>
            <a:pPr indent="152400" lvl="0" rtl="0">
              <a:spcBef>
                <a:spcPts val="480"/>
              </a:spcBef>
              <a:buSzPct val="100000"/>
            </a:pPr>
            <a:r>
              <a:rPr lang="en-US"/>
              <a:t>How is it different?</a:t>
            </a:r>
          </a:p>
          <a:p>
            <a:pPr lvl="1" rtl="0">
              <a:spcBef>
                <a:spcPts val="480"/>
              </a:spcBef>
              <a:buSzPct val="100000"/>
            </a:pPr>
            <a:r>
              <a:rPr lang="en-US"/>
              <a:t>will perform gap analysis</a:t>
            </a:r>
          </a:p>
          <a:p>
            <a:pPr indent="0" lvl="0" marL="0" rtl="0">
              <a:spcBef>
                <a:spcPts val="480"/>
              </a:spcBef>
              <a:buNone/>
            </a:pPr>
            <a:r>
              <a:t/>
            </a:r>
            <a:endParaRPr/>
          </a:p>
          <a:p>
            <a:pPr indent="152400" lvl="0" rtl="0">
              <a:spcBef>
                <a:spcPts val="480"/>
              </a:spcBef>
              <a:buSzPct val="100000"/>
            </a:pPr>
            <a:r>
              <a:rPr lang="en-US"/>
              <a:t>Harvesting challenges and normalisation</a:t>
            </a:r>
          </a:p>
          <a:p>
            <a:pPr lvl="1" rtl="0">
              <a:spcBef>
                <a:spcPts val="480"/>
              </a:spcBef>
            </a:pPr>
            <a:r>
              <a:rPr lang="en-US"/>
              <a:t>Simplifying assumption</a:t>
            </a:r>
          </a:p>
          <a:p>
            <a:pPr lvl="2" rtl="0">
              <a:spcBef>
                <a:spcPts val="480"/>
              </a:spcBef>
            </a:pPr>
            <a:r>
              <a:rPr lang="en-US"/>
              <a:t>normalisation handled by Consumer</a:t>
            </a:r>
          </a:p>
          <a:p>
            <a:pPr lvl="2" rtl="0">
              <a:spcBef>
                <a:spcPts val="480"/>
              </a:spcBef>
            </a:pPr>
            <a:r>
              <a:rPr lang="en-US"/>
              <a:t>resumption and completeness are responsibility of Consumer</a:t>
            </a:r>
          </a:p>
          <a:p>
            <a:pPr indent="0" marL="0" rtl="0">
              <a:spcBef>
                <a:spcPts val="480"/>
              </a:spcBef>
              <a:buNone/>
            </a:pPr>
            <a:r>
              <a:rPr lang="en-US"/>
              <a:t>   </a:t>
            </a:r>
          </a:p>
          <a:p>
            <a:pPr indent="0" lvl="0" marL="0" rtl="0">
              <a:spcBef>
                <a:spcPts val="480"/>
              </a:spcBef>
              <a:buNone/>
            </a:pPr>
            <a:r>
              <a:rPr lang="en-US"/>
              <a:t>  =&gt; Harvester as stateless system</a:t>
            </a:r>
          </a:p>
          <a:p>
            <a:pPr indent="0" lvl="0" marL="457200" rtl="0">
              <a:spcBef>
                <a:spcPts val="480"/>
              </a:spcBef>
              <a:buNone/>
            </a:pPr>
            <a:r>
              <a:t/>
            </a:r>
            <a:endParaRPr/>
          </a:p>
          <a:p>
            <a:pPr indent="0" lvl="0" marL="457200" rtl="0">
              <a:spcBef>
                <a:spcPts val="480"/>
              </a:spcBef>
              <a:buNone/>
            </a:pPr>
            <a:r>
              <a:t/>
            </a:r>
            <a:endParaRPr/>
          </a:p>
          <a:p>
            <a:pPr indent="0" lvl="0" marL="0" rtl="0">
              <a:spcBef>
                <a:spcPts val="480"/>
              </a:spcBef>
              <a:buNone/>
            </a:pPr>
            <a:r>
              <a:t/>
            </a:r>
            <a:endParaRPr/>
          </a:p>
          <a:p>
            <a:pPr indent="0" lvl="1" marL="457200" marR="0" rtl="0" algn="l">
              <a:spcBef>
                <a:spcPts val="400"/>
              </a:spcBef>
              <a:buClr>
                <a:schemeClr val="dk1"/>
              </a:buClr>
              <a:buFont typeface="Arial"/>
              <a:buNone/>
            </a:pPr>
            <a:r>
              <a:t/>
            </a:r>
            <a:endParaRPr sz="2400"/>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3" name="Shape 183"/>
        <p:cNvGrpSpPr/>
        <p:nvPr/>
      </p:nvGrpSpPr>
      <p:grpSpPr>
        <a:xfrm>
          <a:off x="0" y="0"/>
          <a:ext cx="0" cy="0"/>
          <a:chOff x="0" y="0"/>
          <a:chExt cx="0" cy="0"/>
        </a:xfrm>
      </p:grpSpPr>
      <p:sp>
        <p:nvSpPr>
          <p:cNvPr id="184" name="Shape 184"/>
          <p:cNvSpPr txBox="1"/>
          <p:nvPr>
            <p:ph type="title"/>
          </p:nvPr>
        </p:nvSpPr>
        <p:spPr>
          <a:xfrm>
            <a:off x="457200" y="274637"/>
            <a:ext cx="8229600" cy="1143000"/>
          </a:xfrm>
          <a:prstGeom prst="rect">
            <a:avLst/>
          </a:prstGeom>
          <a:noFill/>
          <a:ln>
            <a:noFill/>
          </a:ln>
        </p:spPr>
        <p:txBody>
          <a:bodyPr anchorCtr="0" anchor="ctr" bIns="45700" lIns="91425" rIns="91425" tIns="45700">
            <a:noAutofit/>
          </a:bodyPr>
          <a:lstStyle/>
          <a:p>
            <a:pPr indent="0" lvl="0" marL="0" marR="0" rtl="0" algn="ctr">
              <a:spcBef>
                <a:spcPts val="0"/>
              </a:spcBef>
              <a:buClr>
                <a:schemeClr val="dk1"/>
              </a:buClr>
              <a:buSzPct val="25000"/>
              <a:buFont typeface="Calibri"/>
              <a:buNone/>
            </a:pPr>
            <a:r>
              <a:rPr b="0" baseline="0" i="0" lang="en-US" sz="4400" u="none" cap="none" strike="noStrike">
                <a:solidFill>
                  <a:schemeClr val="dk1"/>
                </a:solidFill>
                <a:latin typeface="Calibri"/>
                <a:ea typeface="Calibri"/>
                <a:cs typeface="Calibri"/>
                <a:sym typeface="Calibri"/>
              </a:rPr>
              <a:t>Functional description</a:t>
            </a:r>
          </a:p>
        </p:txBody>
      </p:sp>
      <p:pic>
        <p:nvPicPr>
          <p:cNvPr id="185" name="Shape 185"/>
          <p:cNvPicPr preferRelativeResize="0"/>
          <p:nvPr>
            <p:ph idx="1" type="body"/>
          </p:nvPr>
        </p:nvPicPr>
        <p:blipFill rotWithShape="1">
          <a:blip r:embed="rId3">
            <a:alphaModFix/>
          </a:blip>
          <a:srcRect b="0" l="0" r="0" t="0"/>
          <a:stretch/>
        </p:blipFill>
        <p:spPr>
          <a:xfrm>
            <a:off x="827583" y="1484783"/>
            <a:ext cx="7566900" cy="4389599"/>
          </a:xfrm>
          <a:prstGeom prst="rect">
            <a:avLst/>
          </a:prstGeom>
          <a:noFill/>
          <a:ln>
            <a:noFill/>
          </a:ln>
        </p:spPr>
      </p:pic>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0" name="Shape 190"/>
        <p:cNvGrpSpPr/>
        <p:nvPr/>
      </p:nvGrpSpPr>
      <p:grpSpPr>
        <a:xfrm>
          <a:off x="0" y="0"/>
          <a:ext cx="0" cy="0"/>
          <a:chOff x="0" y="0"/>
          <a:chExt cx="0" cy="0"/>
        </a:xfrm>
      </p:grpSpPr>
      <p:sp>
        <p:nvSpPr>
          <p:cNvPr id="191" name="Shape 191"/>
          <p:cNvSpPr txBox="1"/>
          <p:nvPr>
            <p:ph type="title"/>
          </p:nvPr>
        </p:nvSpPr>
        <p:spPr>
          <a:xfrm>
            <a:off x="251519" y="260647"/>
            <a:ext cx="8229600" cy="1143000"/>
          </a:xfrm>
          <a:prstGeom prst="rect">
            <a:avLst/>
          </a:prstGeom>
        </p:spPr>
        <p:txBody>
          <a:bodyPr anchorCtr="0" anchor="ctr" bIns="91425" lIns="91425" rIns="91425" tIns="91425">
            <a:noAutofit/>
          </a:bodyPr>
          <a:lstStyle/>
          <a:p>
            <a:pPr>
              <a:spcBef>
                <a:spcPts val="0"/>
              </a:spcBef>
              <a:buNone/>
            </a:pPr>
            <a:r>
              <a:rPr lang="en-US"/>
              <a:t>Harvester as simple adaptor</a:t>
            </a:r>
          </a:p>
        </p:txBody>
      </p:sp>
      <p:sp>
        <p:nvSpPr>
          <p:cNvPr id="192" name="Shape 192"/>
          <p:cNvSpPr txBox="1"/>
          <p:nvPr>
            <p:ph idx="1" type="body"/>
          </p:nvPr>
        </p:nvSpPr>
        <p:spPr>
          <a:xfrm>
            <a:off x="6595400" y="1525575"/>
            <a:ext cx="1943699" cy="841200"/>
          </a:xfrm>
          <a:prstGeom prst="rect">
            <a:avLst/>
          </a:prstGeom>
        </p:spPr>
        <p:txBody>
          <a:bodyPr anchorCtr="0" anchor="t" bIns="91425" lIns="91425" rIns="91425" tIns="91425">
            <a:noAutofit/>
          </a:bodyPr>
          <a:lstStyle/>
          <a:p>
            <a:pPr algn="r">
              <a:spcBef>
                <a:spcPts val="0"/>
              </a:spcBef>
              <a:buNone/>
            </a:pPr>
            <a:r>
              <a:rPr lang="en-US"/>
              <a:t>Consumers</a:t>
            </a:r>
          </a:p>
        </p:txBody>
      </p:sp>
      <p:pic>
        <p:nvPicPr>
          <p:cNvPr id="193" name="Shape 193"/>
          <p:cNvPicPr preferRelativeResize="0"/>
          <p:nvPr/>
        </p:nvPicPr>
        <p:blipFill>
          <a:blip r:embed="rId3">
            <a:alphaModFix/>
          </a:blip>
          <a:stretch>
            <a:fillRect/>
          </a:stretch>
        </p:blipFill>
        <p:spPr>
          <a:xfrm>
            <a:off x="2890854" y="4716350"/>
            <a:ext cx="3129253" cy="1925699"/>
          </a:xfrm>
          <a:prstGeom prst="rect">
            <a:avLst/>
          </a:prstGeom>
          <a:noFill/>
          <a:ln>
            <a:noFill/>
          </a:ln>
        </p:spPr>
      </p:pic>
      <p:pic>
        <p:nvPicPr>
          <p:cNvPr id="194" name="Shape 194"/>
          <p:cNvPicPr preferRelativeResize="0"/>
          <p:nvPr/>
        </p:nvPicPr>
        <p:blipFill>
          <a:blip r:embed="rId4">
            <a:alphaModFix/>
          </a:blip>
          <a:stretch>
            <a:fillRect/>
          </a:stretch>
        </p:blipFill>
        <p:spPr>
          <a:xfrm>
            <a:off x="328162" y="2519387"/>
            <a:ext cx="2809875" cy="1628775"/>
          </a:xfrm>
          <a:prstGeom prst="rect">
            <a:avLst/>
          </a:prstGeom>
          <a:noFill/>
          <a:ln>
            <a:noFill/>
          </a:ln>
        </p:spPr>
      </p:pic>
      <p:pic>
        <p:nvPicPr>
          <p:cNvPr id="195" name="Shape 195"/>
          <p:cNvPicPr preferRelativeResize="0"/>
          <p:nvPr/>
        </p:nvPicPr>
        <p:blipFill>
          <a:blip r:embed="rId5">
            <a:alphaModFix/>
          </a:blip>
          <a:stretch>
            <a:fillRect/>
          </a:stretch>
        </p:blipFill>
        <p:spPr>
          <a:xfrm>
            <a:off x="5861737" y="2564887"/>
            <a:ext cx="2619375" cy="1743075"/>
          </a:xfrm>
          <a:prstGeom prst="rect">
            <a:avLst/>
          </a:prstGeom>
          <a:noFill/>
          <a:ln>
            <a:noFill/>
          </a:ln>
        </p:spPr>
      </p:pic>
      <p:sp>
        <p:nvSpPr>
          <p:cNvPr id="196" name="Shape 196"/>
          <p:cNvSpPr txBox="1"/>
          <p:nvPr>
            <p:ph idx="2" type="body"/>
          </p:nvPr>
        </p:nvSpPr>
        <p:spPr>
          <a:xfrm>
            <a:off x="85497" y="1576400"/>
            <a:ext cx="2131800" cy="841200"/>
          </a:xfrm>
          <a:prstGeom prst="rect">
            <a:avLst/>
          </a:prstGeom>
        </p:spPr>
        <p:txBody>
          <a:bodyPr anchorCtr="0" anchor="t" bIns="91425" lIns="91425" rIns="91425" tIns="91425">
            <a:noAutofit/>
          </a:bodyPr>
          <a:lstStyle/>
          <a:p>
            <a:pPr indent="0" lvl="0" marL="203200" rtl="0">
              <a:spcBef>
                <a:spcPts val="0"/>
              </a:spcBef>
              <a:buNone/>
            </a:pPr>
            <a:r>
              <a:rPr lang="en-US"/>
              <a:t>Metadata sources</a:t>
            </a:r>
          </a:p>
        </p:txBody>
      </p:sp>
      <p:grpSp>
        <p:nvGrpSpPr>
          <p:cNvPr id="197" name="Shape 197"/>
          <p:cNvGrpSpPr/>
          <p:nvPr/>
        </p:nvGrpSpPr>
        <p:grpSpPr>
          <a:xfrm>
            <a:off x="2682775" y="1576387"/>
            <a:ext cx="3675750" cy="1726925"/>
            <a:chOff x="2633075" y="4172987"/>
            <a:chExt cx="3675750" cy="1726925"/>
          </a:xfrm>
        </p:grpSpPr>
        <p:pic>
          <p:nvPicPr>
            <p:cNvPr id="198" name="Shape 198"/>
            <p:cNvPicPr preferRelativeResize="0"/>
            <p:nvPr/>
          </p:nvPicPr>
          <p:blipFill>
            <a:blip r:embed="rId6">
              <a:alphaModFix/>
            </a:blip>
            <a:stretch>
              <a:fillRect/>
            </a:stretch>
          </p:blipFill>
          <p:spPr>
            <a:xfrm>
              <a:off x="4641950" y="4190837"/>
              <a:ext cx="1666875" cy="923925"/>
            </a:xfrm>
            <a:prstGeom prst="rect">
              <a:avLst/>
            </a:prstGeom>
            <a:noFill/>
            <a:ln>
              <a:noFill/>
            </a:ln>
          </p:spPr>
        </p:pic>
        <p:pic>
          <p:nvPicPr>
            <p:cNvPr id="199" name="Shape 199"/>
            <p:cNvPicPr preferRelativeResize="0"/>
            <p:nvPr/>
          </p:nvPicPr>
          <p:blipFill>
            <a:blip r:embed="rId6">
              <a:alphaModFix/>
            </a:blip>
            <a:stretch>
              <a:fillRect/>
            </a:stretch>
          </p:blipFill>
          <p:spPr>
            <a:xfrm>
              <a:off x="2633075" y="4172987"/>
              <a:ext cx="1666875" cy="923925"/>
            </a:xfrm>
            <a:prstGeom prst="rect">
              <a:avLst/>
            </a:prstGeom>
            <a:noFill/>
            <a:ln>
              <a:noFill/>
            </a:ln>
          </p:spPr>
        </p:pic>
        <p:pic>
          <p:nvPicPr>
            <p:cNvPr id="200" name="Shape 200"/>
            <p:cNvPicPr preferRelativeResize="0"/>
            <p:nvPr/>
          </p:nvPicPr>
          <p:blipFill>
            <a:blip r:embed="rId6">
              <a:alphaModFix/>
            </a:blip>
            <a:stretch>
              <a:fillRect/>
            </a:stretch>
          </p:blipFill>
          <p:spPr>
            <a:xfrm rot="10800000">
              <a:off x="3609087" y="4975987"/>
              <a:ext cx="1666875" cy="923925"/>
            </a:xfrm>
            <a:prstGeom prst="rect">
              <a:avLst/>
            </a:prstGeom>
            <a:noFill/>
            <a:ln>
              <a:noFill/>
            </a:ln>
          </p:spPr>
        </p:pic>
      </p:grpSp>
      <p:sp>
        <p:nvSpPr>
          <p:cNvPr id="201" name="Shape 201"/>
          <p:cNvSpPr txBox="1"/>
          <p:nvPr>
            <p:ph idx="3" type="body"/>
          </p:nvPr>
        </p:nvSpPr>
        <p:spPr>
          <a:xfrm>
            <a:off x="1276822" y="5211625"/>
            <a:ext cx="2131800" cy="841200"/>
          </a:xfrm>
          <a:prstGeom prst="rect">
            <a:avLst/>
          </a:prstGeom>
        </p:spPr>
        <p:txBody>
          <a:bodyPr anchorCtr="0" anchor="t" bIns="91425" lIns="91425" rIns="91425" tIns="91425">
            <a:noAutofit/>
          </a:bodyPr>
          <a:lstStyle/>
          <a:p>
            <a:pPr indent="0" lvl="0" marL="203200" rtl="0">
              <a:spcBef>
                <a:spcPts val="0"/>
              </a:spcBef>
              <a:buNone/>
            </a:pPr>
            <a:r>
              <a:rPr lang="en-US"/>
              <a:t>Harvester plugins</a:t>
            </a:r>
          </a:p>
        </p:txBody>
      </p:sp>
      <p:sp>
        <p:nvSpPr>
          <p:cNvPr id="202" name="Shape 202"/>
          <p:cNvSpPr txBox="1"/>
          <p:nvPr/>
        </p:nvSpPr>
        <p:spPr>
          <a:xfrm>
            <a:off x="0" y="6367200"/>
            <a:ext cx="2596499" cy="490799"/>
          </a:xfrm>
          <a:prstGeom prst="rect">
            <a:avLst/>
          </a:prstGeom>
          <a:noFill/>
          <a:ln>
            <a:noFill/>
          </a:ln>
        </p:spPr>
        <p:txBody>
          <a:bodyPr anchorCtr="0" anchor="t" bIns="91425" lIns="91425" rIns="91425" tIns="91425">
            <a:noAutofit/>
          </a:bodyPr>
          <a:lstStyle/>
          <a:p>
            <a:pPr lvl="0" rtl="0">
              <a:spcBef>
                <a:spcPts val="0"/>
              </a:spcBef>
              <a:buNone/>
            </a:pPr>
            <a:r>
              <a:rPr i="1" lang="en-US" sz="1200"/>
              <a:t>Images sourced via Google Images</a:t>
            </a:r>
          </a:p>
        </p:txBody>
      </p: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6" name="Shape 206"/>
        <p:cNvGrpSpPr/>
        <p:nvPr/>
      </p:nvGrpSpPr>
      <p:grpSpPr>
        <a:xfrm>
          <a:off x="0" y="0"/>
          <a:ext cx="0" cy="0"/>
          <a:chOff x="0" y="0"/>
          <a:chExt cx="0" cy="0"/>
        </a:xfrm>
      </p:grpSpPr>
      <p:sp>
        <p:nvSpPr>
          <p:cNvPr id="207" name="Shape 207"/>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lang="en-US"/>
              <a:t>Harvester Extension Mechanism</a:t>
            </a:r>
          </a:p>
        </p:txBody>
      </p:sp>
      <p:sp>
        <p:nvSpPr>
          <p:cNvPr id="208" name="Shape 208"/>
          <p:cNvSpPr txBox="1"/>
          <p:nvPr>
            <p:ph idx="1" type="body"/>
          </p:nvPr>
        </p:nvSpPr>
        <p:spPr>
          <a:xfrm>
            <a:off x="251525" y="1568928"/>
            <a:ext cx="7016399" cy="543299"/>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lang="en-US"/>
              <a:t>Webhooks</a:t>
            </a: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0" marL="0" marR="0" rtl="0" algn="l">
              <a:spcBef>
                <a:spcPts val="0"/>
              </a:spcBef>
              <a:buNone/>
            </a:pPr>
            <a:r>
              <a:t/>
            </a:r>
            <a:endParaRPr/>
          </a:p>
          <a:p>
            <a:pPr indent="-228600" lvl="0" marL="457200" rtl="0">
              <a:spcBef>
                <a:spcPts val="0"/>
              </a:spcBef>
            </a:pPr>
            <a:r>
              <a:rPr lang="en-US"/>
              <a:t>Harvester calls a provided URI</a:t>
            </a:r>
          </a:p>
          <a:p>
            <a:pPr indent="-228600" lvl="0" marL="457200" rtl="0">
              <a:spcBef>
                <a:spcPts val="0"/>
              </a:spcBef>
            </a:pPr>
            <a:r>
              <a:rPr lang="en-US"/>
              <a:t>URI handles the call</a:t>
            </a: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p:txBody>
      </p:sp>
      <p:sp>
        <p:nvSpPr>
          <p:cNvPr id="209" name="Shape 209"/>
          <p:cNvSpPr txBox="1"/>
          <p:nvPr/>
        </p:nvSpPr>
        <p:spPr>
          <a:xfrm>
            <a:off x="0" y="6367200"/>
            <a:ext cx="2596499" cy="490799"/>
          </a:xfrm>
          <a:prstGeom prst="rect">
            <a:avLst/>
          </a:prstGeom>
          <a:noFill/>
          <a:ln>
            <a:noFill/>
          </a:ln>
        </p:spPr>
        <p:txBody>
          <a:bodyPr anchorCtr="0" anchor="t" bIns="91425" lIns="91425" rIns="91425" tIns="91425">
            <a:noAutofit/>
          </a:bodyPr>
          <a:lstStyle/>
          <a:p>
            <a:pPr rtl="0">
              <a:spcBef>
                <a:spcPts val="0"/>
              </a:spcBef>
              <a:buNone/>
            </a:pPr>
            <a:r>
              <a:rPr i="1" lang="en-US" sz="1200"/>
              <a:t>Images sourced via Google Images</a:t>
            </a:r>
          </a:p>
          <a:p>
            <a:pPr lvl="0" rtl="0">
              <a:spcBef>
                <a:spcPts val="0"/>
              </a:spcBef>
              <a:buNone/>
            </a:pPr>
            <a:r>
              <a:rPr i="1" lang="en-US" sz="1200"/>
              <a:t>from pusher.com</a:t>
            </a:r>
          </a:p>
        </p:txBody>
      </p:sp>
      <p:pic>
        <p:nvPicPr>
          <p:cNvPr id="210" name="Shape 210"/>
          <p:cNvPicPr preferRelativeResize="0"/>
          <p:nvPr/>
        </p:nvPicPr>
        <p:blipFill>
          <a:blip r:embed="rId3">
            <a:alphaModFix/>
          </a:blip>
          <a:stretch>
            <a:fillRect/>
          </a:stretch>
        </p:blipFill>
        <p:spPr>
          <a:xfrm>
            <a:off x="996975" y="2112225"/>
            <a:ext cx="7334250" cy="2781300"/>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4" name="Shape 214"/>
        <p:cNvGrpSpPr/>
        <p:nvPr/>
      </p:nvGrpSpPr>
      <p:grpSpPr>
        <a:xfrm>
          <a:off x="0" y="0"/>
          <a:ext cx="0" cy="0"/>
          <a:chOff x="0" y="0"/>
          <a:chExt cx="0" cy="0"/>
        </a:xfrm>
      </p:grpSpPr>
      <p:sp>
        <p:nvSpPr>
          <p:cNvPr id="215" name="Shape 215"/>
          <p:cNvSpPr txBox="1"/>
          <p:nvPr>
            <p:ph type="title"/>
          </p:nvPr>
        </p:nvSpPr>
        <p:spPr>
          <a:xfrm>
            <a:off x="457200" y="274637"/>
            <a:ext cx="8229600" cy="1143000"/>
          </a:xfrm>
          <a:prstGeom prst="rect">
            <a:avLst/>
          </a:prstGeom>
          <a:noFill/>
          <a:ln>
            <a:noFill/>
          </a:ln>
        </p:spPr>
        <p:txBody>
          <a:bodyPr anchorCtr="0" anchor="ctr" bIns="45700" lIns="91425" rIns="91425" tIns="45700">
            <a:noAutofit/>
          </a:bodyPr>
          <a:lstStyle/>
          <a:p>
            <a:pPr indent="0" lvl="0" marL="0" marR="0" rtl="0" algn="ctr">
              <a:spcBef>
                <a:spcPts val="0"/>
              </a:spcBef>
              <a:buClr>
                <a:schemeClr val="dk1"/>
              </a:buClr>
              <a:buSzPct val="25000"/>
              <a:buFont typeface="Calibri"/>
              <a:buNone/>
            </a:pPr>
            <a:r>
              <a:rPr b="0" baseline="0" i="0" lang="en-US" sz="4400" u="none" cap="none" strike="noStrike">
                <a:solidFill>
                  <a:schemeClr val="dk1"/>
                </a:solidFill>
                <a:latin typeface="Calibri"/>
                <a:ea typeface="Calibri"/>
                <a:cs typeface="Calibri"/>
                <a:sym typeface="Calibri"/>
              </a:rPr>
              <a:t>Functional description</a:t>
            </a:r>
          </a:p>
        </p:txBody>
      </p:sp>
      <p:pic>
        <p:nvPicPr>
          <p:cNvPr id="216" name="Shape 216"/>
          <p:cNvPicPr preferRelativeResize="0"/>
          <p:nvPr>
            <p:ph idx="1" type="body"/>
          </p:nvPr>
        </p:nvPicPr>
        <p:blipFill rotWithShape="1">
          <a:blip r:embed="rId3">
            <a:alphaModFix/>
          </a:blip>
          <a:srcRect b="0" l="0" r="0" t="0"/>
          <a:stretch/>
        </p:blipFill>
        <p:spPr>
          <a:xfrm>
            <a:off x="827575" y="1484775"/>
            <a:ext cx="5899799" cy="3422700"/>
          </a:xfrm>
          <a:prstGeom prst="rect">
            <a:avLst/>
          </a:prstGeom>
          <a:noFill/>
          <a:ln>
            <a:noFill/>
          </a:ln>
        </p:spPr>
      </p:pic>
      <p:sp>
        <p:nvSpPr>
          <p:cNvPr id="217" name="Shape 217"/>
          <p:cNvSpPr txBox="1"/>
          <p:nvPr/>
        </p:nvSpPr>
        <p:spPr>
          <a:xfrm>
            <a:off x="743000" y="5076050"/>
            <a:ext cx="3903600" cy="141180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b="0" baseline="0" i="0" lang="en-US" sz="2400" u="none" cap="none" strike="noStrike">
                <a:solidFill>
                  <a:schemeClr val="dk1"/>
                </a:solidFill>
              </a:rPr>
              <a:t>Queries:</a:t>
            </a:r>
          </a:p>
          <a:p>
            <a:pPr indent="-355600" lvl="0" marL="457200" marR="0" rtl="0" algn="l">
              <a:spcBef>
                <a:spcPts val="0"/>
              </a:spcBef>
              <a:buClr>
                <a:schemeClr val="dk1"/>
              </a:buClr>
              <a:buSzPct val="100000"/>
              <a:buChar char="●"/>
            </a:pPr>
            <a:r>
              <a:rPr b="0" baseline="0" i="0" lang="en-US" sz="2000" u="none" cap="none" strike="noStrike">
                <a:solidFill>
                  <a:schemeClr val="dk1"/>
                </a:solidFill>
              </a:rPr>
              <a:t>ListRecordsForRepository</a:t>
            </a:r>
          </a:p>
          <a:p>
            <a:pPr indent="-355600" lvl="0" marL="457200" marR="0" rtl="0" algn="l">
              <a:spcBef>
                <a:spcPts val="0"/>
              </a:spcBef>
              <a:buClr>
                <a:schemeClr val="dk1"/>
              </a:buClr>
              <a:buSzPct val="100000"/>
              <a:buChar char="●"/>
            </a:pPr>
            <a:r>
              <a:rPr b="0" baseline="0" i="0" lang="en-US" sz="2000" u="none" cap="none" strike="noStrike">
                <a:solidFill>
                  <a:schemeClr val="dk1"/>
                </a:solidFill>
              </a:rPr>
              <a:t>GetRecordFromRepository</a:t>
            </a:r>
          </a:p>
        </p:txBody>
      </p:sp>
      <p:sp>
        <p:nvSpPr>
          <p:cNvPr id="218" name="Shape 218"/>
          <p:cNvSpPr txBox="1"/>
          <p:nvPr/>
        </p:nvSpPr>
        <p:spPr>
          <a:xfrm>
            <a:off x="4783200" y="5076050"/>
            <a:ext cx="3903600" cy="1598100"/>
          </a:xfrm>
          <a:prstGeom prst="rect">
            <a:avLst/>
          </a:prstGeom>
          <a:noFill/>
          <a:ln>
            <a:noFill/>
          </a:ln>
        </p:spPr>
        <p:txBody>
          <a:bodyPr anchorCtr="0" anchor="t" bIns="45700" lIns="91425" rIns="91425" tIns="45700">
            <a:noAutofit/>
          </a:bodyPr>
          <a:lstStyle/>
          <a:p>
            <a:pPr indent="0" lvl="0" marL="0" marR="0" rtl="0" algn="l">
              <a:spcBef>
                <a:spcPts val="0"/>
              </a:spcBef>
              <a:buSzPct val="25000"/>
              <a:buNone/>
            </a:pPr>
            <a:r>
              <a:rPr lang="en-US" sz="2400">
                <a:solidFill>
                  <a:schemeClr val="dk1"/>
                </a:solidFill>
              </a:rPr>
              <a:t>Arguments</a:t>
            </a:r>
            <a:r>
              <a:rPr b="0" baseline="0" i="0" lang="en-US" sz="2400" u="none" cap="none" strike="noStrike">
                <a:solidFill>
                  <a:schemeClr val="dk1"/>
                </a:solidFill>
              </a:rPr>
              <a:t>:</a:t>
            </a:r>
          </a:p>
          <a:p>
            <a:pPr indent="-355600" lvl="0" marL="457200" marR="0" rtl="0" algn="l">
              <a:spcBef>
                <a:spcPts val="0"/>
              </a:spcBef>
              <a:buClr>
                <a:schemeClr val="dk1"/>
              </a:buClr>
              <a:buSzPct val="100000"/>
              <a:buChar char="●"/>
            </a:pPr>
            <a:r>
              <a:rPr b="0" baseline="0" i="0" lang="en-US" sz="2000" u="none" cap="none" strike="noStrike">
                <a:solidFill>
                  <a:schemeClr val="dk1"/>
                </a:solidFill>
              </a:rPr>
              <a:t>Repository/Record URI</a:t>
            </a:r>
          </a:p>
          <a:p>
            <a:pPr indent="-355600" lvl="0" marL="457200" marR="0" rtl="0" algn="l">
              <a:spcBef>
                <a:spcPts val="0"/>
              </a:spcBef>
              <a:buClr>
                <a:schemeClr val="dk1"/>
              </a:buClr>
              <a:buSzPct val="100000"/>
              <a:buChar char="●"/>
            </a:pPr>
            <a:r>
              <a:rPr b="0" baseline="0" i="0" lang="en-US" sz="2000" u="none" cap="none" strike="noStrike">
                <a:solidFill>
                  <a:schemeClr val="dk1"/>
                </a:solidFill>
              </a:rPr>
              <a:t>Repository type</a:t>
            </a:r>
          </a:p>
          <a:p>
            <a:pPr indent="-355600" lvl="0" marL="457200" marR="0" rtl="0" algn="l">
              <a:spcBef>
                <a:spcPts val="0"/>
              </a:spcBef>
              <a:buClr>
                <a:schemeClr val="dk1"/>
              </a:buClr>
              <a:buSzPct val="100000"/>
              <a:buChar char="●"/>
            </a:pPr>
            <a:r>
              <a:rPr b="0" baseline="0" i="0" lang="en-US" sz="2000" u="none" cap="none" strike="noStrike">
                <a:solidFill>
                  <a:schemeClr val="dk1"/>
                </a:solidFill>
              </a:rPr>
              <a:t>Type handler URI (optional)</a:t>
            </a:r>
          </a:p>
        </p:txBody>
      </p:sp>
    </p:spTree>
  </p:cSld>
  <p:clrMapOvr>
    <a:masterClrMapping/>
  </p:clrMapOvr>
  <p:transition spd="slow">
    <p:cut/>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5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5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5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5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500"/>
                                        <p:tgtEl>
                                          <p:spTgt spid="218">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2" name="Shape 222"/>
        <p:cNvGrpSpPr/>
        <p:nvPr/>
      </p:nvGrpSpPr>
      <p:grpSpPr>
        <a:xfrm>
          <a:off x="0" y="0"/>
          <a:ext cx="0" cy="0"/>
          <a:chOff x="0" y="0"/>
          <a:chExt cx="0" cy="0"/>
        </a:xfrm>
      </p:grpSpPr>
      <p:sp>
        <p:nvSpPr>
          <p:cNvPr id="223" name="Shape 223"/>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Success Criteria</a:t>
            </a:r>
          </a:p>
        </p:txBody>
      </p:sp>
      <p:sp>
        <p:nvSpPr>
          <p:cNvPr id="224" name="Shape 224"/>
          <p:cNvSpPr txBox="1"/>
          <p:nvPr>
            <p:ph idx="1" type="body"/>
          </p:nvPr>
        </p:nvSpPr>
        <p:spPr>
          <a:xfrm>
            <a:off x="285225" y="1643458"/>
            <a:ext cx="8229600" cy="5141100"/>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Impact Analysis</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How will it affect </a:t>
            </a:r>
          </a:p>
          <a:p>
            <a:pPr lvl="2" marR="0" rtl="0" algn="l">
              <a:spcBef>
                <a:spcPts val="400"/>
              </a:spcBef>
              <a:buClr>
                <a:schemeClr val="dk1"/>
              </a:buClr>
              <a:buSzPct val="100000"/>
              <a:buFont typeface="Arial"/>
            </a:pPr>
            <a:r>
              <a:rPr b="0" baseline="0" i="0" lang="en-US" sz="2000" u="none" cap="none" strike="noStrike">
                <a:solidFill>
                  <a:schemeClr val="dk1"/>
                </a:solidFill>
                <a:latin typeface="Arial"/>
                <a:ea typeface="Arial"/>
                <a:cs typeface="Arial"/>
                <a:sym typeface="Arial"/>
              </a:rPr>
              <a:t>CESSDA Service Providers, </a:t>
            </a:r>
          </a:p>
          <a:p>
            <a:pPr lvl="2" marR="0" rtl="0" algn="l">
              <a:spcBef>
                <a:spcPts val="400"/>
              </a:spcBef>
              <a:buClr>
                <a:schemeClr val="dk1"/>
              </a:buClr>
              <a:buSzPct val="100000"/>
              <a:buFont typeface="Arial"/>
            </a:pPr>
            <a:r>
              <a:rPr b="0" baseline="0" i="0" lang="en-US" sz="2000" u="none" cap="none" strike="noStrike">
                <a:solidFill>
                  <a:schemeClr val="dk1"/>
                </a:solidFill>
                <a:latin typeface="Arial"/>
                <a:ea typeface="Arial"/>
                <a:cs typeface="Arial"/>
                <a:sym typeface="Arial"/>
              </a:rPr>
              <a:t>CESSDA ERIC, </a:t>
            </a:r>
          </a:p>
          <a:p>
            <a:pPr lvl="2" marR="0" rtl="0" algn="l">
              <a:spcBef>
                <a:spcPts val="400"/>
              </a:spcBef>
              <a:buClr>
                <a:schemeClr val="dk1"/>
              </a:buClr>
              <a:buSzPct val="100000"/>
              <a:buFont typeface="Arial"/>
            </a:pPr>
            <a:r>
              <a:rPr b="0" baseline="0" i="0" lang="en-US" sz="2000" u="none" cap="none" strike="noStrike">
                <a:solidFill>
                  <a:schemeClr val="dk1"/>
                </a:solidFill>
                <a:latin typeface="Arial"/>
                <a:ea typeface="Arial"/>
                <a:cs typeface="Arial"/>
                <a:sym typeface="Arial"/>
              </a:rPr>
              <a:t>EU Researchers</a:t>
            </a: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a:p>
            <a:pPr indent="-342900" lvl="0" marL="342900" marR="0" rtl="0" algn="l">
              <a:spcBef>
                <a:spcPts val="48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Quality/Usability of OS bundle</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Establish maturity rating using NASA Reuse Readiness Levels, prior to testing</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Testing undertaken by FSD, SND, DDA against </a:t>
            </a:r>
            <a:r>
              <a:rPr b="0" baseline="0" i="0" lang="en-US" sz="2000" u="sng" cap="none" strike="noStrike">
                <a:solidFill>
                  <a:schemeClr val="hlink"/>
                </a:solidFill>
                <a:latin typeface="Arial"/>
                <a:ea typeface="Arial"/>
                <a:cs typeface="Arial"/>
                <a:sym typeface="Arial"/>
                <a:hlinkClick r:id="rId3"/>
              </a:rPr>
              <a:t>System Usability Scale</a:t>
            </a: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a:p>
            <a:pPr indent="-158750" lvl="1" marL="742950" marR="0" rtl="0" algn="l">
              <a:spcBef>
                <a:spcPts val="400"/>
              </a:spcBef>
              <a:buClr>
                <a:schemeClr val="dk1"/>
              </a:buClr>
              <a:buFont typeface="Arial"/>
              <a:buNone/>
            </a:pPr>
            <a:r>
              <a:t/>
            </a:r>
            <a:endParaRPr b="0" baseline="0" i="0" sz="20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8" name="Shape 228"/>
        <p:cNvGrpSpPr/>
        <p:nvPr/>
      </p:nvGrpSpPr>
      <p:grpSpPr>
        <a:xfrm>
          <a:off x="0" y="0"/>
          <a:ext cx="0" cy="0"/>
          <a:chOff x="0" y="0"/>
          <a:chExt cx="0" cy="0"/>
        </a:xfrm>
      </p:grpSpPr>
      <p:sp>
        <p:nvSpPr>
          <p:cNvPr id="229" name="Shape 229"/>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lvl="0" rtl="0">
              <a:spcBef>
                <a:spcPts val="0"/>
              </a:spcBef>
              <a:buNone/>
            </a:pPr>
            <a:r>
              <a:rPr lang="en-US" sz="3000"/>
              <a:t>NASA Reuse Readiness criteria</a:t>
            </a:r>
          </a:p>
        </p:txBody>
      </p:sp>
      <p:sp>
        <p:nvSpPr>
          <p:cNvPr id="230" name="Shape 230"/>
          <p:cNvSpPr txBox="1"/>
          <p:nvPr>
            <p:ph idx="1" type="body"/>
          </p:nvPr>
        </p:nvSpPr>
        <p:spPr>
          <a:xfrm>
            <a:off x="285225" y="1643450"/>
            <a:ext cx="6771600" cy="5141100"/>
          </a:xfrm>
          <a:prstGeom prst="rect">
            <a:avLst/>
          </a:prstGeom>
          <a:noFill/>
          <a:ln>
            <a:noFill/>
          </a:ln>
        </p:spPr>
        <p:txBody>
          <a:bodyPr anchorCtr="0" anchor="t" bIns="45700" lIns="91425" rIns="91425" tIns="45700">
            <a:noAutofit/>
          </a:bodyPr>
          <a:lstStyle/>
          <a:p>
            <a:pPr indent="0" lvl="0" marL="0" marR="0" rtl="0" algn="l">
              <a:spcBef>
                <a:spcPts val="0"/>
              </a:spcBef>
              <a:buNone/>
            </a:pPr>
            <a:r>
              <a:rPr lang="en-US"/>
              <a:t>Ten levels for each of following</a:t>
            </a:r>
            <a:r>
              <a:rPr lang="en-US" sz="2000"/>
              <a:t>:</a:t>
            </a:r>
          </a:p>
          <a:p>
            <a:pPr indent="0" lvl="0" marL="0" marR="0" rtl="0" algn="l">
              <a:spcBef>
                <a:spcPts val="0"/>
              </a:spcBef>
              <a:buNone/>
            </a:pPr>
            <a:r>
              <a:t/>
            </a:r>
            <a:endParaRPr sz="2000"/>
          </a:p>
          <a:p>
            <a:pPr indent="-228600" lvl="0" marL="457200" marR="0" rtl="0" algn="l">
              <a:spcBef>
                <a:spcPts val="0"/>
              </a:spcBef>
              <a:buSzPct val="100000"/>
            </a:pPr>
            <a:r>
              <a:rPr lang="en-US" sz="2000"/>
              <a:t>Documentation</a:t>
            </a:r>
          </a:p>
          <a:p>
            <a:pPr indent="-228600" lvl="0" marL="457200" rtl="0">
              <a:lnSpc>
                <a:spcPct val="115000"/>
              </a:lnSpc>
              <a:spcBef>
                <a:spcPts val="0"/>
              </a:spcBef>
              <a:buSzPct val="100000"/>
            </a:pPr>
            <a:r>
              <a:rPr lang="en-US" sz="2000"/>
              <a:t>Extensibility</a:t>
            </a:r>
          </a:p>
          <a:p>
            <a:pPr indent="-228600" lvl="0" marL="457200" rtl="0">
              <a:lnSpc>
                <a:spcPct val="115000"/>
              </a:lnSpc>
              <a:spcBef>
                <a:spcPts val="0"/>
              </a:spcBef>
              <a:buSzPct val="100000"/>
            </a:pPr>
            <a:r>
              <a:rPr lang="en-US" sz="2000"/>
              <a:t>Intellectual Property</a:t>
            </a:r>
          </a:p>
          <a:p>
            <a:pPr indent="-228600" lvl="0" marL="457200" rtl="0">
              <a:lnSpc>
                <a:spcPct val="115000"/>
              </a:lnSpc>
              <a:spcBef>
                <a:spcPts val="0"/>
              </a:spcBef>
              <a:buSzPct val="100000"/>
            </a:pPr>
            <a:r>
              <a:rPr lang="en-US" sz="2000"/>
              <a:t>Modularity</a:t>
            </a:r>
          </a:p>
          <a:p>
            <a:pPr indent="-228600" lvl="0" marL="457200" rtl="0">
              <a:lnSpc>
                <a:spcPct val="115000"/>
              </a:lnSpc>
              <a:spcBef>
                <a:spcPts val="0"/>
              </a:spcBef>
              <a:buSzPct val="100000"/>
            </a:pPr>
            <a:r>
              <a:rPr lang="en-US" sz="2000"/>
              <a:t>Packaging</a:t>
            </a:r>
          </a:p>
          <a:p>
            <a:pPr indent="-228600" lvl="0" marL="457200" rtl="0">
              <a:lnSpc>
                <a:spcPct val="115000"/>
              </a:lnSpc>
              <a:spcBef>
                <a:spcPts val="0"/>
              </a:spcBef>
              <a:buSzPct val="100000"/>
            </a:pPr>
            <a:r>
              <a:rPr lang="en-US" sz="2000"/>
              <a:t>Portability</a:t>
            </a:r>
          </a:p>
          <a:p>
            <a:pPr indent="-228600" lvl="0" marL="457200" rtl="0">
              <a:lnSpc>
                <a:spcPct val="115000"/>
              </a:lnSpc>
              <a:spcBef>
                <a:spcPts val="0"/>
              </a:spcBef>
              <a:buSzPct val="100000"/>
            </a:pPr>
            <a:r>
              <a:rPr lang="en-US" sz="2000"/>
              <a:t>Standards Compliance</a:t>
            </a:r>
          </a:p>
          <a:p>
            <a:pPr indent="-228600" lvl="0" marL="457200" rtl="0">
              <a:lnSpc>
                <a:spcPct val="115000"/>
              </a:lnSpc>
              <a:spcBef>
                <a:spcPts val="0"/>
              </a:spcBef>
              <a:buSzPct val="100000"/>
            </a:pPr>
            <a:r>
              <a:rPr lang="en-US" sz="2000"/>
              <a:t>Support</a:t>
            </a:r>
          </a:p>
          <a:p>
            <a:pPr indent="-228600" lvl="0" marL="457200" rtl="0">
              <a:lnSpc>
                <a:spcPct val="115000"/>
              </a:lnSpc>
              <a:spcBef>
                <a:spcPts val="0"/>
              </a:spcBef>
              <a:buSzPct val="100000"/>
            </a:pPr>
            <a:r>
              <a:rPr lang="en-US" sz="2000"/>
              <a:t>Verification and Testing</a:t>
            </a:r>
          </a:p>
          <a:p>
            <a:pPr indent="0" lvl="0" marL="0" rtl="0">
              <a:lnSpc>
                <a:spcPct val="115000"/>
              </a:lnSpc>
              <a:spcBef>
                <a:spcPts val="0"/>
              </a:spcBef>
              <a:buNone/>
            </a:pPr>
            <a:r>
              <a:t/>
            </a:r>
            <a:endParaRPr i="1" sz="2000"/>
          </a:p>
          <a:p>
            <a:pPr indent="-228600" lvl="0" marL="457200" rtl="0">
              <a:lnSpc>
                <a:spcPct val="115000"/>
              </a:lnSpc>
              <a:spcBef>
                <a:spcPts val="0"/>
              </a:spcBef>
              <a:buSzPct val="100000"/>
            </a:pPr>
            <a:r>
              <a:rPr i="1" lang="en-US" sz="2000"/>
              <a:t>Security</a:t>
            </a:r>
          </a:p>
          <a:p>
            <a:pPr indent="-228600" lvl="0" marL="457200" rtl="0">
              <a:lnSpc>
                <a:spcPct val="115000"/>
              </a:lnSpc>
              <a:spcBef>
                <a:spcPts val="0"/>
              </a:spcBef>
              <a:buSzPct val="100000"/>
            </a:pPr>
            <a:r>
              <a:rPr i="1" lang="en-US" sz="2000"/>
              <a:t>Internationalisation and Localization</a:t>
            </a:r>
          </a:p>
          <a:p>
            <a:pPr indent="0" lvl="0" marL="0" rtl="0">
              <a:lnSpc>
                <a:spcPct val="115000"/>
              </a:lnSpc>
              <a:spcBef>
                <a:spcPts val="0"/>
              </a:spcBef>
              <a:buNone/>
            </a:pPr>
            <a:r>
              <a:t/>
            </a:r>
            <a:endParaRPr sz="2000"/>
          </a:p>
          <a:p>
            <a:pPr indent="0" lvl="0" marL="0" rtl="0">
              <a:lnSpc>
                <a:spcPct val="115000"/>
              </a:lnSpc>
              <a:spcBef>
                <a:spcPts val="0"/>
              </a:spcBef>
              <a:buNone/>
            </a:pPr>
            <a:r>
              <a:t/>
            </a:r>
            <a:endParaRPr b="0" baseline="0" i="0" sz="20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34" name="Shape 234"/>
        <p:cNvGrpSpPr/>
        <p:nvPr/>
      </p:nvGrpSpPr>
      <p:grpSpPr>
        <a:xfrm>
          <a:off x="0" y="0"/>
          <a:ext cx="0" cy="0"/>
          <a:chOff x="0" y="0"/>
          <a:chExt cx="0" cy="0"/>
        </a:xfrm>
      </p:grpSpPr>
      <p:sp>
        <p:nvSpPr>
          <p:cNvPr id="235" name="Shape 235"/>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Deliverables</a:t>
            </a:r>
          </a:p>
        </p:txBody>
      </p:sp>
      <p:sp>
        <p:nvSpPr>
          <p:cNvPr id="236" name="Shape 236"/>
          <p:cNvSpPr txBox="1"/>
          <p:nvPr>
            <p:ph idx="1" type="body"/>
          </p:nvPr>
        </p:nvSpPr>
        <p:spPr>
          <a:xfrm>
            <a:off x="285225" y="1643458"/>
            <a:ext cx="8229600" cy="5141168"/>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Metadata harvester as a service </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Provides an API for clients to consume it</a:t>
            </a:r>
          </a:p>
          <a:p>
            <a:pPr indent="0" lvl="0" marL="457200" marR="0" rtl="0" algn="l">
              <a:spcBef>
                <a:spcPts val="400"/>
              </a:spcBef>
              <a:buNone/>
            </a:pPr>
            <a:r>
              <a:t/>
            </a:r>
            <a:endParaRPr/>
          </a:p>
          <a:p>
            <a:pPr indent="-342900" lvl="0" marL="342900" marR="0" rtl="0" algn="l">
              <a:spcBef>
                <a:spcPts val="480"/>
              </a:spcBef>
              <a:buClr>
                <a:schemeClr val="dk1"/>
              </a:buClr>
              <a:buSzPct val="100000"/>
              <a:buFont typeface="Arial"/>
              <a:buChar char="•"/>
            </a:pPr>
            <a:r>
              <a:rPr b="0" baseline="0" i="0" lang="en-US" sz="2400" u="none" cap="none" strike="noStrike">
                <a:solidFill>
                  <a:schemeClr val="dk1"/>
                </a:solidFill>
                <a:latin typeface="Arial"/>
                <a:ea typeface="Arial"/>
                <a:cs typeface="Arial"/>
                <a:sym typeface="Arial"/>
              </a:rPr>
              <a:t>Administration tool</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Used to monitor and manage the harvester service</a:t>
            </a:r>
          </a:p>
          <a:p>
            <a:pPr indent="-285750" lvl="1" marL="742950" marR="0" rtl="0" algn="l">
              <a:spcBef>
                <a:spcPts val="400"/>
              </a:spcBef>
              <a:buClr>
                <a:schemeClr val="dk1"/>
              </a:buClr>
              <a:buSzPct val="100000"/>
              <a:buFont typeface="Arial"/>
              <a:buChar char="•"/>
            </a:pPr>
            <a:r>
              <a:rPr b="0" baseline="0" i="0" lang="en-US" sz="2000" u="none" cap="none" strike="noStrike">
                <a:solidFill>
                  <a:schemeClr val="dk1"/>
                </a:solidFill>
                <a:latin typeface="Arial"/>
                <a:ea typeface="Arial"/>
                <a:cs typeface="Arial"/>
                <a:sym typeface="Arial"/>
              </a:rPr>
              <a:t>May be readable to many, but will be writable by few</a:t>
            </a:r>
          </a:p>
          <a:p>
            <a:pPr indent="0" lvl="0" marL="457200" marR="0" rtl="0" algn="l">
              <a:spcBef>
                <a:spcPts val="400"/>
              </a:spcBef>
              <a:buNone/>
            </a:pPr>
            <a:r>
              <a:t/>
            </a:r>
            <a:endParaRPr/>
          </a:p>
          <a:p>
            <a:pPr indent="0" lvl="0" rtl="0">
              <a:spcBef>
                <a:spcPts val="0"/>
              </a:spcBef>
              <a:buClr>
                <a:schemeClr val="dk1"/>
              </a:buClr>
              <a:buSzPct val="100000"/>
              <a:buFont typeface="Arial"/>
              <a:buChar char="•"/>
            </a:pPr>
            <a:r>
              <a:rPr lang="en-US"/>
              <a:t>Publically available Open Source Bundle</a:t>
            </a:r>
          </a:p>
          <a:p>
            <a:pPr lvl="1" rtl="0">
              <a:spcBef>
                <a:spcPts val="400"/>
              </a:spcBef>
              <a:buClr>
                <a:schemeClr val="dk1"/>
              </a:buClr>
              <a:buSzPct val="83333"/>
              <a:buFont typeface="Arial"/>
              <a:buChar char="•"/>
            </a:pPr>
            <a:r>
              <a:rPr lang="en-US"/>
              <a:t>Code base and documentation</a:t>
            </a:r>
          </a:p>
          <a:p>
            <a:pPr lvl="1" rtl="0">
              <a:spcBef>
                <a:spcPts val="400"/>
              </a:spcBef>
              <a:buClr>
                <a:schemeClr val="dk1"/>
              </a:buClr>
              <a:buSzPct val="83333"/>
              <a:buFont typeface="Arial"/>
              <a:buChar char="•"/>
            </a:pPr>
            <a:r>
              <a:rPr lang="en-US"/>
              <a:t>Facilitates creation of new harvesters and output formatters </a:t>
            </a:r>
          </a:p>
          <a:p>
            <a:pPr indent="152400" lvl="0" rtl="0">
              <a:spcBef>
                <a:spcPts val="480"/>
              </a:spcBef>
              <a:buClr>
                <a:srgbClr val="000000"/>
              </a:buClr>
              <a:buFont typeface="Arial"/>
              <a:buNone/>
            </a:pPr>
            <a:r>
              <a:t/>
            </a:r>
            <a:endParaRPr/>
          </a:p>
          <a:p>
            <a:pPr indent="-190500" lvl="0" marL="342900" marR="0" rtl="0" algn="l">
              <a:spcBef>
                <a:spcPts val="480"/>
              </a:spcBef>
              <a:buClr>
                <a:schemeClr val="dk1"/>
              </a:buClr>
              <a:buFont typeface="Arial"/>
              <a:buNone/>
            </a:pPr>
            <a:r>
              <a:t/>
            </a:r>
            <a:endParaRP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41" name="Shape 241"/>
        <p:cNvGrpSpPr/>
        <p:nvPr/>
      </p:nvGrpSpPr>
      <p:grpSpPr>
        <a:xfrm>
          <a:off x="0" y="0"/>
          <a:ext cx="0" cy="0"/>
          <a:chOff x="0" y="0"/>
          <a:chExt cx="0" cy="0"/>
        </a:xfrm>
      </p:grpSpPr>
      <p:sp>
        <p:nvSpPr>
          <p:cNvPr id="242" name="Shape 242"/>
          <p:cNvSpPr txBox="1"/>
          <p:nvPr>
            <p:ph idx="1" type="body"/>
          </p:nvPr>
        </p:nvSpPr>
        <p:spPr>
          <a:xfrm>
            <a:off x="467543" y="2420888"/>
            <a:ext cx="5616623" cy="3456383"/>
          </a:xfrm>
          <a:prstGeom prst="rect">
            <a:avLst/>
          </a:prstGeom>
          <a:noFill/>
          <a:ln>
            <a:noFill/>
          </a:ln>
        </p:spPr>
        <p:txBody>
          <a:bodyPr anchorCtr="0" anchor="t" bIns="45700" lIns="91425" rIns="91425" tIns="45700">
            <a:noAutofit/>
          </a:bodyPr>
          <a:lstStyle/>
          <a:p>
            <a:pPr indent="-254000" lvl="0" marL="457200" marR="0" rtl="0" algn="l">
              <a:spcBef>
                <a:spcPts val="0"/>
              </a:spcBef>
              <a:buClr>
                <a:schemeClr val="dk1"/>
              </a:buClr>
              <a:buSzPct val="100000"/>
              <a:buFont typeface="Arial"/>
              <a:buNone/>
            </a:pPr>
            <a:r>
              <a:rPr lang="en-US">
                <a:solidFill>
                  <a:srgbClr val="000000"/>
                </a:solidFill>
              </a:rPr>
              <a:t>How will it be developed?</a:t>
            </a:r>
          </a:p>
          <a:p>
            <a:pPr indent="-254000" lvl="0" marL="457200" marR="0" rtl="0" algn="l">
              <a:spcBef>
                <a:spcPts val="0"/>
              </a:spcBef>
              <a:buClr>
                <a:schemeClr val="dk1"/>
              </a:buClr>
              <a:buFont typeface="Arial"/>
              <a:buNone/>
            </a:pPr>
            <a:r>
              <a:t/>
            </a:r>
            <a:endParaRPr>
              <a:solidFill>
                <a:srgbClr val="000000"/>
              </a:solidFill>
            </a:endParaRPr>
          </a:p>
          <a:p>
            <a:pPr indent="-254000" lvl="0" marL="457200" marR="0" rtl="0" algn="l">
              <a:spcBef>
                <a:spcPts val="0"/>
              </a:spcBef>
              <a:buClr>
                <a:schemeClr val="dk1"/>
              </a:buClr>
              <a:buSzPct val="100000"/>
              <a:buFont typeface="Arial"/>
              <a:buNone/>
            </a:pPr>
            <a:r>
              <a:rPr lang="en-US">
                <a:solidFill>
                  <a:srgbClr val="000000"/>
                </a:solidFill>
              </a:rPr>
              <a:t>Where will it run?</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46" name="Shape 246"/>
        <p:cNvGrpSpPr/>
        <p:nvPr/>
      </p:nvGrpSpPr>
      <p:grpSpPr>
        <a:xfrm>
          <a:off x="0" y="0"/>
          <a:ext cx="0" cy="0"/>
          <a:chOff x="0" y="0"/>
          <a:chExt cx="0" cy="0"/>
        </a:xfrm>
      </p:grpSpPr>
      <p:sp>
        <p:nvSpPr>
          <p:cNvPr id="247" name="Shape 247"/>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b="0" baseline="0" i="0" lang="en-US" sz="3500" u="none" cap="none" strike="noStrike">
                <a:solidFill>
                  <a:schemeClr val="dk1"/>
                </a:solidFill>
                <a:latin typeface="Arial"/>
                <a:ea typeface="Arial"/>
                <a:cs typeface="Arial"/>
                <a:sym typeface="Arial"/>
              </a:rPr>
              <a:t>De</a:t>
            </a:r>
            <a:r>
              <a:rPr lang="en-US"/>
              <a:t>velopment Environment</a:t>
            </a:r>
          </a:p>
        </p:txBody>
      </p:sp>
      <p:sp>
        <p:nvSpPr>
          <p:cNvPr id="248" name="Shape 248"/>
          <p:cNvSpPr txBox="1"/>
          <p:nvPr>
            <p:ph idx="1" type="body"/>
          </p:nvPr>
        </p:nvSpPr>
        <p:spPr>
          <a:xfrm>
            <a:off x="285225" y="1643458"/>
            <a:ext cx="8229600" cy="5141100"/>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00000"/>
              <a:buFont typeface="Arial"/>
              <a:buChar char="•"/>
            </a:pPr>
            <a:r>
              <a:rPr lang="en-US"/>
              <a:t>Common, cloud-based tool chain</a:t>
            </a:r>
          </a:p>
          <a:p>
            <a:pPr lvl="1" marR="0" rtl="0" algn="l">
              <a:spcBef>
                <a:spcPts val="0"/>
              </a:spcBef>
              <a:buClr>
                <a:schemeClr val="dk1"/>
              </a:buClr>
              <a:buSzPct val="83333"/>
              <a:buFont typeface="Arial"/>
              <a:buChar char="•"/>
            </a:pPr>
            <a:r>
              <a:rPr lang="en-US"/>
              <a:t>lower barriers to entry for all Service Providers</a:t>
            </a:r>
          </a:p>
          <a:p>
            <a:pPr lvl="1" marR="0" rtl="0" algn="l">
              <a:spcBef>
                <a:spcPts val="0"/>
              </a:spcBef>
              <a:buClr>
                <a:schemeClr val="dk1"/>
              </a:buClr>
              <a:buSzPct val="83333"/>
              <a:buFont typeface="Arial"/>
              <a:buChar char="•"/>
            </a:pPr>
            <a:r>
              <a:rPr lang="en-US"/>
              <a:t>no need to install and configure locally</a:t>
            </a:r>
          </a:p>
          <a:p>
            <a:pPr lvl="2" marR="0" rtl="0" algn="l">
              <a:spcBef>
                <a:spcPts val="0"/>
              </a:spcBef>
            </a:pPr>
            <a:r>
              <a:rPr lang="en-US"/>
              <a:t>code repositories</a:t>
            </a:r>
          </a:p>
          <a:p>
            <a:pPr lvl="2" marR="0" rtl="0" algn="l">
              <a:spcBef>
                <a:spcPts val="0"/>
              </a:spcBef>
            </a:pPr>
            <a:r>
              <a:rPr lang="en-US"/>
              <a:t>automated build and test</a:t>
            </a:r>
          </a:p>
          <a:p>
            <a:pPr lvl="2" marR="0" rtl="0" algn="l">
              <a:spcBef>
                <a:spcPts val="0"/>
              </a:spcBef>
            </a:pPr>
            <a:r>
              <a:rPr lang="en-US"/>
              <a:t>documentation area</a:t>
            </a:r>
          </a:p>
          <a:p>
            <a:pPr indent="0" lvl="0" marL="457200" marR="0" rtl="0" algn="l">
              <a:spcBef>
                <a:spcPts val="0"/>
              </a:spcBef>
              <a:buNone/>
            </a:pPr>
            <a:r>
              <a:t/>
            </a:r>
            <a:endParaRPr>
              <a:solidFill>
                <a:srgbClr val="000000"/>
              </a:solidFill>
            </a:endParaRPr>
          </a:p>
          <a:p>
            <a:pPr indent="0" lvl="0" marR="0" rtl="0" algn="l">
              <a:spcBef>
                <a:spcPts val="0"/>
              </a:spcBef>
              <a:buClr>
                <a:schemeClr val="dk1"/>
              </a:buClr>
              <a:buSzPct val="120000"/>
              <a:buFont typeface="Arial"/>
              <a:buChar char="•"/>
            </a:pPr>
            <a:r>
              <a:rPr lang="en-US" sz="2000">
                <a:solidFill>
                  <a:srgbClr val="000000"/>
                </a:solidFill>
              </a:rPr>
              <a:t>Enure CESSDA has access to</a:t>
            </a:r>
          </a:p>
          <a:p>
            <a:pPr indent="-228600" lvl="0" marL="914400" rtl="0">
              <a:lnSpc>
                <a:spcPct val="119444"/>
              </a:lnSpc>
              <a:spcBef>
                <a:spcPts val="400"/>
              </a:spcBef>
              <a:buClr>
                <a:srgbClr val="000000"/>
              </a:buClr>
              <a:buSzPct val="100000"/>
              <a:buFont typeface="Arial"/>
            </a:pPr>
            <a:r>
              <a:rPr lang="en-US" sz="2000">
                <a:solidFill>
                  <a:srgbClr val="000000"/>
                </a:solidFill>
              </a:rPr>
              <a:t>source code</a:t>
            </a:r>
          </a:p>
          <a:p>
            <a:pPr indent="-228600" lvl="0" marL="914400" rtl="0">
              <a:lnSpc>
                <a:spcPct val="119444"/>
              </a:lnSpc>
              <a:spcBef>
                <a:spcPts val="400"/>
              </a:spcBef>
              <a:buClr>
                <a:srgbClr val="000000"/>
              </a:buClr>
              <a:buSzPct val="100000"/>
              <a:buFont typeface="Arial"/>
            </a:pPr>
            <a:r>
              <a:rPr lang="en-US" sz="2000">
                <a:solidFill>
                  <a:srgbClr val="000000"/>
                </a:solidFill>
              </a:rPr>
              <a:t>configuration files</a:t>
            </a:r>
          </a:p>
          <a:p>
            <a:pPr indent="-228600" lvl="0" marL="914400" rtl="0">
              <a:lnSpc>
                <a:spcPct val="119444"/>
              </a:lnSpc>
              <a:spcBef>
                <a:spcPts val="400"/>
              </a:spcBef>
              <a:buClr>
                <a:srgbClr val="000000"/>
              </a:buClr>
              <a:buSzPct val="100000"/>
              <a:buFont typeface="Arial"/>
            </a:pPr>
            <a:r>
              <a:rPr lang="en-US" sz="2000">
                <a:solidFill>
                  <a:srgbClr val="000000"/>
                </a:solidFill>
              </a:rPr>
              <a:t>technical documentation </a:t>
            </a:r>
          </a:p>
          <a:p>
            <a:pPr indent="0" lvl="0" marL="0" rtl="0">
              <a:lnSpc>
                <a:spcPct val="119444"/>
              </a:lnSpc>
              <a:spcBef>
                <a:spcPts val="400"/>
              </a:spcBef>
              <a:buClr>
                <a:srgbClr val="000000"/>
              </a:buClr>
              <a:buSzPct val="55000"/>
              <a:buNone/>
            </a:pPr>
            <a:r>
              <a:rPr lang="en-US" sz="2000">
                <a:solidFill>
                  <a:srgbClr val="000000"/>
                </a:solidFill>
              </a:rPr>
              <a:t>that underpin its products and services</a:t>
            </a:r>
          </a:p>
          <a:p>
            <a:pPr indent="152400" lvl="0" rtl="0">
              <a:spcBef>
                <a:spcPts val="480"/>
              </a:spcBef>
              <a:buClr>
                <a:srgbClr val="000000"/>
              </a:buClr>
              <a:buFont typeface="Arial"/>
              <a:buNone/>
            </a:pPr>
            <a:r>
              <a:t/>
            </a:r>
            <a:endParaRPr/>
          </a:p>
          <a:p>
            <a:pPr indent="-190500" lvl="0" marL="342900" marR="0" rtl="0" algn="l">
              <a:spcBef>
                <a:spcPts val="480"/>
              </a:spcBef>
              <a:buClr>
                <a:schemeClr val="dk1"/>
              </a:buClr>
              <a:buFont typeface="Arial"/>
              <a:buNone/>
            </a:pPr>
            <a:r>
              <a:t/>
            </a:r>
            <a:endParaRP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2" name="Shape 252"/>
        <p:cNvGrpSpPr/>
        <p:nvPr/>
      </p:nvGrpSpPr>
      <p:grpSpPr>
        <a:xfrm>
          <a:off x="0" y="0"/>
          <a:ext cx="0" cy="0"/>
          <a:chOff x="0" y="0"/>
          <a:chExt cx="0" cy="0"/>
        </a:xfrm>
      </p:grpSpPr>
      <p:sp>
        <p:nvSpPr>
          <p:cNvPr id="253" name="Shape 253"/>
          <p:cNvSpPr txBox="1"/>
          <p:nvPr>
            <p:ph type="title"/>
          </p:nvPr>
        </p:nvSpPr>
        <p:spPr>
          <a:xfrm>
            <a:off x="251519" y="260647"/>
            <a:ext cx="8229600" cy="1143000"/>
          </a:xfrm>
          <a:prstGeom prst="rect">
            <a:avLst/>
          </a:prstGeom>
          <a:noFill/>
          <a:ln>
            <a:noFill/>
          </a:ln>
        </p:spPr>
        <p:txBody>
          <a:bodyPr anchorCtr="0" anchor="ctr" bIns="45700" lIns="91425" rIns="91425" tIns="45700">
            <a:noAutofit/>
          </a:bodyPr>
          <a:lstStyle/>
          <a:p>
            <a:pPr indent="0" lvl="0" marL="0" marR="0" rtl="0" algn="l">
              <a:spcBef>
                <a:spcPts val="0"/>
              </a:spcBef>
              <a:buClr>
                <a:schemeClr val="dk1"/>
              </a:buClr>
              <a:buSzPct val="25000"/>
              <a:buFont typeface="Arial"/>
              <a:buNone/>
            </a:pPr>
            <a:r>
              <a:rPr lang="en-US"/>
              <a:t>Production Environment</a:t>
            </a:r>
          </a:p>
        </p:txBody>
      </p:sp>
      <p:sp>
        <p:nvSpPr>
          <p:cNvPr id="254" name="Shape 254"/>
          <p:cNvSpPr txBox="1"/>
          <p:nvPr>
            <p:ph idx="1" type="body"/>
          </p:nvPr>
        </p:nvSpPr>
        <p:spPr>
          <a:xfrm>
            <a:off x="285225" y="1643458"/>
            <a:ext cx="8229600" cy="5141100"/>
          </a:xfrm>
          <a:prstGeom prst="rect">
            <a:avLst/>
          </a:prstGeom>
          <a:noFill/>
          <a:ln>
            <a:noFill/>
          </a:ln>
        </p:spPr>
        <p:txBody>
          <a:bodyPr anchorCtr="0" anchor="t" bIns="45700" lIns="91425" rIns="91425" tIns="45700">
            <a:noAutofit/>
          </a:bodyPr>
          <a:lstStyle/>
          <a:p>
            <a:pPr indent="-342900" lvl="0" marL="342900" marR="0" rtl="0" algn="l">
              <a:spcBef>
                <a:spcPts val="0"/>
              </a:spcBef>
              <a:buClr>
                <a:schemeClr val="dk1"/>
              </a:buClr>
              <a:buSzPct val="120000"/>
              <a:buFont typeface="Arial"/>
              <a:buChar char="•"/>
            </a:pPr>
            <a:r>
              <a:rPr lang="en-US" sz="2000">
                <a:solidFill>
                  <a:srgbClr val="000000"/>
                </a:solidFill>
              </a:rPr>
              <a:t>Short-term cloud based hosting</a:t>
            </a:r>
          </a:p>
          <a:p>
            <a:pPr indent="0" lvl="0" marL="0" marR="0" rtl="0" algn="l">
              <a:spcBef>
                <a:spcPts val="0"/>
              </a:spcBef>
              <a:buNone/>
            </a:pPr>
            <a:r>
              <a:t/>
            </a:r>
            <a:endParaRPr sz="2000">
              <a:solidFill>
                <a:srgbClr val="000000"/>
              </a:solidFill>
            </a:endParaRPr>
          </a:p>
          <a:p>
            <a:pPr indent="-342900" lvl="0" marL="342900" marR="0" rtl="0" algn="l">
              <a:spcBef>
                <a:spcPts val="0"/>
              </a:spcBef>
              <a:buClr>
                <a:schemeClr val="dk1"/>
              </a:buClr>
              <a:buSzPct val="120000"/>
              <a:buFont typeface="Arial"/>
              <a:buChar char="•"/>
            </a:pPr>
            <a:r>
              <a:rPr lang="en-US" sz="2000">
                <a:solidFill>
                  <a:srgbClr val="000000"/>
                </a:solidFill>
              </a:rPr>
              <a:t>Experience will feed in to CESSDA’s requirements for compute and storage in order to host and run the components of the Research Infrastructure</a:t>
            </a:r>
          </a:p>
          <a:p>
            <a:pPr indent="152400" lvl="0" rtl="0">
              <a:spcBef>
                <a:spcPts val="480"/>
              </a:spcBef>
              <a:buClr>
                <a:srgbClr val="000000"/>
              </a:buClr>
              <a:buFont typeface="Arial"/>
              <a:buNone/>
            </a:pPr>
            <a:r>
              <a:t/>
            </a:r>
            <a:endParaRPr/>
          </a:p>
          <a:p>
            <a:pPr indent="-190500" lvl="0" marL="342900" marR="0" rtl="0" algn="l">
              <a:spcBef>
                <a:spcPts val="480"/>
              </a:spcBef>
              <a:buClr>
                <a:schemeClr val="dk1"/>
              </a:buClr>
              <a:buFont typeface="Arial"/>
              <a:buNone/>
            </a:pPr>
            <a:r>
              <a:t/>
            </a:r>
            <a:endParaRPr/>
          </a:p>
        </p:txBody>
      </p:sp>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9" name="Shape 259"/>
        <p:cNvGrpSpPr/>
        <p:nvPr/>
      </p:nvGrpSpPr>
      <p:grpSpPr>
        <a:xfrm>
          <a:off x="0" y="0"/>
          <a:ext cx="0" cy="0"/>
          <a:chOff x="0" y="0"/>
          <a:chExt cx="0" cy="0"/>
        </a:xfrm>
      </p:grpSpPr>
      <p:sp>
        <p:nvSpPr>
          <p:cNvPr id="260" name="Shape 260"/>
          <p:cNvSpPr txBox="1"/>
          <p:nvPr>
            <p:ph idx="1" type="body"/>
          </p:nvPr>
        </p:nvSpPr>
        <p:spPr>
          <a:xfrm>
            <a:off x="467543" y="2420888"/>
            <a:ext cx="5616600" cy="3456299"/>
          </a:xfrm>
          <a:prstGeom prst="rect">
            <a:avLst/>
          </a:prstGeom>
          <a:noFill/>
          <a:ln>
            <a:noFill/>
          </a:ln>
        </p:spPr>
        <p:txBody>
          <a:bodyPr anchorCtr="0" anchor="t" bIns="45700" lIns="91425" rIns="91425" tIns="45700">
            <a:noAutofit/>
          </a:bodyPr>
          <a:lstStyle/>
          <a:p>
            <a:pPr indent="-254000" lvl="0" marL="457200" marR="0" rtl="0" algn="l">
              <a:spcBef>
                <a:spcPts val="0"/>
              </a:spcBef>
              <a:buClr>
                <a:schemeClr val="dk1"/>
              </a:buClr>
              <a:buSzPct val="100000"/>
              <a:buFont typeface="Arial"/>
              <a:buNone/>
            </a:pPr>
            <a:r>
              <a:rPr lang="en-US">
                <a:solidFill>
                  <a:srgbClr val="000000"/>
                </a:solidFill>
              </a:rPr>
              <a:t>Thanks for your attention</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Office-tema">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UKDS-Presentation-Template-Cor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