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77" r:id="rId1"/>
  </p:sldMasterIdLst>
  <p:notesMasterIdLst>
    <p:notesMasterId r:id="rId49"/>
  </p:notesMasterIdLst>
  <p:sldIdLst>
    <p:sldId id="256" r:id="rId2"/>
    <p:sldId id="312" r:id="rId3"/>
    <p:sldId id="258" r:id="rId4"/>
    <p:sldId id="257" r:id="rId5"/>
    <p:sldId id="271" r:id="rId6"/>
    <p:sldId id="272" r:id="rId7"/>
    <p:sldId id="294" r:id="rId8"/>
    <p:sldId id="295" r:id="rId9"/>
    <p:sldId id="298" r:id="rId10"/>
    <p:sldId id="273" r:id="rId11"/>
    <p:sldId id="292" r:id="rId12"/>
    <p:sldId id="293" r:id="rId13"/>
    <p:sldId id="274" r:id="rId14"/>
    <p:sldId id="297" r:id="rId15"/>
    <p:sldId id="260" r:id="rId16"/>
    <p:sldId id="299" r:id="rId17"/>
    <p:sldId id="275" r:id="rId18"/>
    <p:sldId id="277" r:id="rId19"/>
    <p:sldId id="278" r:id="rId20"/>
    <p:sldId id="300" r:id="rId21"/>
    <p:sldId id="301" r:id="rId22"/>
    <p:sldId id="302" r:id="rId23"/>
    <p:sldId id="282" r:id="rId24"/>
    <p:sldId id="304" r:id="rId25"/>
    <p:sldId id="261" r:id="rId26"/>
    <p:sldId id="283" r:id="rId27"/>
    <p:sldId id="284" r:id="rId28"/>
    <p:sldId id="286" r:id="rId29"/>
    <p:sldId id="305" r:id="rId30"/>
    <p:sldId id="285" r:id="rId31"/>
    <p:sldId id="288" r:id="rId32"/>
    <p:sldId id="287" r:id="rId33"/>
    <p:sldId id="307" r:id="rId34"/>
    <p:sldId id="290" r:id="rId35"/>
    <p:sldId id="262" r:id="rId36"/>
    <p:sldId id="267" r:id="rId37"/>
    <p:sldId id="268" r:id="rId38"/>
    <p:sldId id="270" r:id="rId39"/>
    <p:sldId id="291" r:id="rId40"/>
    <p:sldId id="264" r:id="rId41"/>
    <p:sldId id="308" r:id="rId42"/>
    <p:sldId id="309" r:id="rId43"/>
    <p:sldId id="265" r:id="rId44"/>
    <p:sldId id="310" r:id="rId45"/>
    <p:sldId id="266" r:id="rId46"/>
    <p:sldId id="311" r:id="rId47"/>
    <p:sldId id="259"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ello" id="{E43AFB30-2F84-478E-9B64-2B14A13C7BB5}">
          <p14:sldIdLst>
            <p14:sldId id="256"/>
            <p14:sldId id="312"/>
            <p14:sldId id="258"/>
          </p14:sldIdLst>
        </p14:section>
        <p14:section name="Background" id="{3F4CF121-E442-4EE1-B771-D495A795C7C2}">
          <p14:sldIdLst>
            <p14:sldId id="257"/>
            <p14:sldId id="271"/>
            <p14:sldId id="272"/>
            <p14:sldId id="294"/>
            <p14:sldId id="295"/>
            <p14:sldId id="298"/>
            <p14:sldId id="273"/>
            <p14:sldId id="292"/>
            <p14:sldId id="293"/>
            <p14:sldId id="274"/>
            <p14:sldId id="297"/>
          </p14:sldIdLst>
        </p14:section>
        <p14:section name="Metadata standards" id="{ACD8F154-6428-4AFC-942E-1D3FC465ADBD}">
          <p14:sldIdLst>
            <p14:sldId id="260"/>
            <p14:sldId id="299"/>
            <p14:sldId id="275"/>
            <p14:sldId id="277"/>
            <p14:sldId id="278"/>
            <p14:sldId id="300"/>
            <p14:sldId id="301"/>
            <p14:sldId id="302"/>
            <p14:sldId id="282"/>
            <p14:sldId id="304"/>
          </p14:sldIdLst>
        </p14:section>
        <p14:section name="Seven steps" id="{C1C98C22-2E1A-4240-99A1-7974B4250BBC}">
          <p14:sldIdLst>
            <p14:sldId id="261"/>
            <p14:sldId id="283"/>
            <p14:sldId id="284"/>
            <p14:sldId id="286"/>
            <p14:sldId id="305"/>
            <p14:sldId id="285"/>
            <p14:sldId id="288"/>
            <p14:sldId id="287"/>
            <p14:sldId id="307"/>
            <p14:sldId id="290"/>
          </p14:sldIdLst>
        </p14:section>
        <p14:section name="And then what" id="{2C4D3EA9-B84F-43BC-BC7D-E3D7113C04B1}">
          <p14:sldIdLst>
            <p14:sldId id="262"/>
            <p14:sldId id="267"/>
            <p14:sldId id="268"/>
            <p14:sldId id="270"/>
            <p14:sldId id="291"/>
            <p14:sldId id="264"/>
            <p14:sldId id="308"/>
            <p14:sldId id="309"/>
            <p14:sldId id="265"/>
            <p14:sldId id="310"/>
            <p14:sldId id="266"/>
            <p14:sldId id="311"/>
          </p14:sldIdLst>
        </p14:section>
        <p14:section name="Goodbye" id="{CAE46D83-F82D-4CE5-A1AD-1F974A796CBB}">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88" autoAdjust="0"/>
    <p:restoredTop sz="73939" autoAdjust="0"/>
  </p:normalViewPr>
  <p:slideViewPr>
    <p:cSldViewPr snapToGrid="0">
      <p:cViewPr varScale="1">
        <p:scale>
          <a:sx n="66" d="100"/>
          <a:sy n="66" d="100"/>
        </p:scale>
        <p:origin x="1248" y="43"/>
      </p:cViewPr>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Variables</c:v>
                </c:pt>
              </c:strCache>
            </c:strRef>
          </c:tx>
          <c:spPr>
            <a:solidFill>
              <a:schemeClr val="accent1"/>
            </a:solidFill>
            <a:ln>
              <a:noFill/>
            </a:ln>
            <a:effectLst/>
          </c:spPr>
          <c:invertIfNegative val="0"/>
          <c:cat>
            <c:strRef>
              <c:f>Sheet1!$A$2</c:f>
              <c:strCache>
                <c:ptCount val="1"/>
                <c:pt idx="0">
                  <c:v>US CE</c:v>
                </c:pt>
              </c:strCache>
            </c:strRef>
          </c:cat>
          <c:val>
            <c:numRef>
              <c:f>Sheet1!$B$2</c:f>
              <c:numCache>
                <c:formatCode>General</c:formatCode>
                <c:ptCount val="1"/>
                <c:pt idx="0">
                  <c:v>1600</c:v>
                </c:pt>
              </c:numCache>
            </c:numRef>
          </c:val>
          <c:extLst xmlns:c16r2="http://schemas.microsoft.com/office/drawing/2015/06/chart">
            <c:ext xmlns:c16="http://schemas.microsoft.com/office/drawing/2014/chart" uri="{C3380CC4-5D6E-409C-BE32-E72D297353CC}">
              <c16:uniqueId val="{00000000-740C-47A6-962A-64DC1EFAE6E7}"/>
            </c:ext>
          </c:extLst>
        </c:ser>
        <c:dLbls>
          <c:showLegendKey val="0"/>
          <c:showVal val="0"/>
          <c:showCatName val="0"/>
          <c:showSerName val="0"/>
          <c:showPercent val="0"/>
          <c:showBubbleSize val="0"/>
        </c:dLbls>
        <c:gapWidth val="182"/>
        <c:axId val="449375576"/>
        <c:axId val="449371656"/>
      </c:barChart>
      <c:catAx>
        <c:axId val="4493755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9371656"/>
        <c:crosses val="autoZero"/>
        <c:auto val="1"/>
        <c:lblAlgn val="ctr"/>
        <c:lblOffset val="100"/>
        <c:noMultiLvlLbl val="0"/>
      </c:catAx>
      <c:valAx>
        <c:axId val="44937165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937557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Variables</c:v>
                </c:pt>
              </c:strCache>
            </c:strRef>
          </c:tx>
          <c:spPr>
            <a:solidFill>
              <a:schemeClr val="accent1"/>
            </a:solidFill>
            <a:ln>
              <a:noFill/>
            </a:ln>
            <a:effectLst/>
          </c:spPr>
          <c:invertIfNegative val="0"/>
          <c:cat>
            <c:strRef>
              <c:f>Sheet1!$A$2:$A$4</c:f>
              <c:strCache>
                <c:ptCount val="3"/>
                <c:pt idx="0">
                  <c:v>WLS</c:v>
                </c:pt>
                <c:pt idx="1">
                  <c:v>MIDUS</c:v>
                </c:pt>
                <c:pt idx="2">
                  <c:v>US CES</c:v>
                </c:pt>
              </c:strCache>
            </c:strRef>
          </c:cat>
          <c:val>
            <c:numRef>
              <c:f>Sheet1!$B$2:$B$4</c:f>
              <c:numCache>
                <c:formatCode>General</c:formatCode>
                <c:ptCount val="3"/>
                <c:pt idx="0">
                  <c:v>23700</c:v>
                </c:pt>
                <c:pt idx="1">
                  <c:v>20200</c:v>
                </c:pt>
                <c:pt idx="2">
                  <c:v>1600</c:v>
                </c:pt>
              </c:numCache>
            </c:numRef>
          </c:val>
          <c:extLst xmlns:c16r2="http://schemas.microsoft.com/office/drawing/2015/06/chart">
            <c:ext xmlns:c16="http://schemas.microsoft.com/office/drawing/2014/chart" uri="{C3380CC4-5D6E-409C-BE32-E72D297353CC}">
              <c16:uniqueId val="{00000000-6004-4FA8-8B00-B15831B5C63E}"/>
            </c:ext>
          </c:extLst>
        </c:ser>
        <c:dLbls>
          <c:showLegendKey val="0"/>
          <c:showVal val="0"/>
          <c:showCatName val="0"/>
          <c:showSerName val="0"/>
          <c:showPercent val="0"/>
          <c:showBubbleSize val="0"/>
        </c:dLbls>
        <c:gapWidth val="182"/>
        <c:axId val="449375184"/>
        <c:axId val="449374792"/>
      </c:barChart>
      <c:catAx>
        <c:axId val="4493751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9374792"/>
        <c:crosses val="autoZero"/>
        <c:auto val="1"/>
        <c:lblAlgn val="ctr"/>
        <c:lblOffset val="100"/>
        <c:noMultiLvlLbl val="0"/>
      </c:catAx>
      <c:valAx>
        <c:axId val="4493747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93751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Variables</c:v>
                </c:pt>
              </c:strCache>
            </c:strRef>
          </c:tx>
          <c:spPr>
            <a:solidFill>
              <a:schemeClr val="accent1"/>
            </a:solidFill>
            <a:ln>
              <a:noFill/>
            </a:ln>
            <a:effectLst/>
          </c:spPr>
          <c:invertIfNegative val="0"/>
          <c:cat>
            <c:strRef>
              <c:f>Sheet1!$A$2:$A$5</c:f>
              <c:strCache>
                <c:ptCount val="4"/>
                <c:pt idx="0">
                  <c:v>CLOSER</c:v>
                </c:pt>
                <c:pt idx="1">
                  <c:v>WLS</c:v>
                </c:pt>
                <c:pt idx="2">
                  <c:v>MIDUS</c:v>
                </c:pt>
                <c:pt idx="3">
                  <c:v>US CES</c:v>
                </c:pt>
              </c:strCache>
            </c:strRef>
          </c:cat>
          <c:val>
            <c:numRef>
              <c:f>Sheet1!$B$2:$B$5</c:f>
              <c:numCache>
                <c:formatCode>General</c:formatCode>
                <c:ptCount val="4"/>
                <c:pt idx="0">
                  <c:v>200000</c:v>
                </c:pt>
                <c:pt idx="1">
                  <c:v>23700</c:v>
                </c:pt>
                <c:pt idx="2">
                  <c:v>20200</c:v>
                </c:pt>
                <c:pt idx="3">
                  <c:v>1600</c:v>
                </c:pt>
              </c:numCache>
            </c:numRef>
          </c:val>
          <c:extLst xmlns:c16r2="http://schemas.microsoft.com/office/drawing/2015/06/chart">
            <c:ext xmlns:c16="http://schemas.microsoft.com/office/drawing/2014/chart" uri="{C3380CC4-5D6E-409C-BE32-E72D297353CC}">
              <c16:uniqueId val="{00000000-22F0-4D8B-BE50-66EC839D0768}"/>
            </c:ext>
          </c:extLst>
        </c:ser>
        <c:dLbls>
          <c:showLegendKey val="0"/>
          <c:showVal val="0"/>
          <c:showCatName val="0"/>
          <c:showSerName val="0"/>
          <c:showPercent val="0"/>
          <c:showBubbleSize val="0"/>
        </c:dLbls>
        <c:gapWidth val="182"/>
        <c:axId val="449369304"/>
        <c:axId val="449372832"/>
      </c:barChart>
      <c:catAx>
        <c:axId val="4493693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9372832"/>
        <c:crosses val="autoZero"/>
        <c:auto val="1"/>
        <c:lblAlgn val="ctr"/>
        <c:lblOffset val="100"/>
        <c:noMultiLvlLbl val="0"/>
      </c:catAx>
      <c:valAx>
        <c:axId val="449372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93693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F939EE-69A8-448F-8952-CC5F483137CE}"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6CF8C0AF-07CA-4FF4-8544-A82A59F6FCDF}">
      <dgm:prSet/>
      <dgm:spPr/>
      <dgm:t>
        <a:bodyPr/>
        <a:lstStyle/>
        <a:p>
          <a:pPr rtl="0"/>
          <a:r>
            <a:rPr lang="en-US" dirty="0" smtClean="0"/>
            <a:t>Describe a single dataset</a:t>
          </a:r>
          <a:endParaRPr lang="en-US" dirty="0"/>
        </a:p>
      </dgm:t>
    </dgm:pt>
    <dgm:pt modelId="{18897E51-69BC-4D53-AF54-A49290C71019}" type="parTrans" cxnId="{DA713D1E-FB5D-4398-B495-9883B3106F59}">
      <dgm:prSet/>
      <dgm:spPr/>
      <dgm:t>
        <a:bodyPr/>
        <a:lstStyle/>
        <a:p>
          <a:endParaRPr lang="en-US"/>
        </a:p>
      </dgm:t>
    </dgm:pt>
    <dgm:pt modelId="{E9B17A18-738C-4CCE-911F-5320289F8D22}" type="sibTrans" cxnId="{DA713D1E-FB5D-4398-B495-9883B3106F59}">
      <dgm:prSet/>
      <dgm:spPr/>
      <dgm:t>
        <a:bodyPr/>
        <a:lstStyle/>
        <a:p>
          <a:endParaRPr lang="en-US"/>
        </a:p>
      </dgm:t>
    </dgm:pt>
    <dgm:pt modelId="{0D4BE3EA-BE11-443B-97EF-3E2FD52008E0}">
      <dgm:prSet/>
      <dgm:spPr/>
      <dgm:t>
        <a:bodyPr/>
        <a:lstStyle/>
        <a:p>
          <a:pPr rtl="0"/>
          <a:r>
            <a:rPr lang="en-US" dirty="0" smtClean="0"/>
            <a:t>Create common variable definitions</a:t>
          </a:r>
          <a:endParaRPr lang="en-US" dirty="0"/>
        </a:p>
      </dgm:t>
    </dgm:pt>
    <dgm:pt modelId="{0413CE6D-88C0-49FA-8321-725456DCB07B}" type="parTrans" cxnId="{431A1894-1002-4601-AB15-E687D3A1E018}">
      <dgm:prSet/>
      <dgm:spPr/>
      <dgm:t>
        <a:bodyPr/>
        <a:lstStyle/>
        <a:p>
          <a:endParaRPr lang="en-US"/>
        </a:p>
      </dgm:t>
    </dgm:pt>
    <dgm:pt modelId="{4BB4DC0C-5FAA-4098-87F8-079E00EBC07B}" type="sibTrans" cxnId="{431A1894-1002-4601-AB15-E687D3A1E018}">
      <dgm:prSet/>
      <dgm:spPr/>
      <dgm:t>
        <a:bodyPr/>
        <a:lstStyle/>
        <a:p>
          <a:endParaRPr lang="en-US"/>
        </a:p>
      </dgm:t>
    </dgm:pt>
    <dgm:pt modelId="{F5A8D89B-233F-461C-B105-821CE9C2DD45}">
      <dgm:prSet/>
      <dgm:spPr/>
      <dgm:t>
        <a:bodyPr/>
        <a:lstStyle/>
        <a:p>
          <a:pPr rtl="0"/>
          <a:r>
            <a:rPr lang="en-US" dirty="0" smtClean="0"/>
            <a:t>Publish documentation</a:t>
          </a:r>
          <a:endParaRPr lang="en-US" dirty="0"/>
        </a:p>
      </dgm:t>
    </dgm:pt>
    <dgm:pt modelId="{BA186F6B-7BC0-41BB-A449-966B28C188FB}" type="parTrans" cxnId="{BAD41DA3-4F95-4D49-B019-3ACF5826D60D}">
      <dgm:prSet/>
      <dgm:spPr/>
      <dgm:t>
        <a:bodyPr/>
        <a:lstStyle/>
        <a:p>
          <a:endParaRPr lang="en-US"/>
        </a:p>
      </dgm:t>
    </dgm:pt>
    <dgm:pt modelId="{B69903FA-097B-4C2F-A97D-4ECE8720637A}" type="sibTrans" cxnId="{BAD41DA3-4F95-4D49-B019-3ACF5826D60D}">
      <dgm:prSet/>
      <dgm:spPr/>
      <dgm:t>
        <a:bodyPr/>
        <a:lstStyle/>
        <a:p>
          <a:endParaRPr lang="en-US"/>
        </a:p>
      </dgm:t>
    </dgm:pt>
    <dgm:pt modelId="{F3CDD36F-E778-468F-9D5F-1B3D37276A7A}">
      <dgm:prSet/>
      <dgm:spPr/>
      <dgm:t>
        <a:bodyPr/>
        <a:lstStyle/>
        <a:p>
          <a:pPr rtl="0"/>
          <a:r>
            <a:rPr lang="en-US" dirty="0" smtClean="0"/>
            <a:t>Assign common variable definitions</a:t>
          </a:r>
          <a:endParaRPr lang="en-US" dirty="0"/>
        </a:p>
      </dgm:t>
    </dgm:pt>
    <dgm:pt modelId="{A01F881C-4D62-4EC8-ACF7-2CF1C4E75502}" type="parTrans" cxnId="{F43223B6-E235-4699-9926-B9CF18A48518}">
      <dgm:prSet/>
      <dgm:spPr/>
      <dgm:t>
        <a:bodyPr/>
        <a:lstStyle/>
        <a:p>
          <a:endParaRPr lang="en-US"/>
        </a:p>
      </dgm:t>
    </dgm:pt>
    <dgm:pt modelId="{9346FF2F-3A27-4F11-A9C7-E5DBA7D5654E}" type="sibTrans" cxnId="{F43223B6-E235-4699-9926-B9CF18A48518}">
      <dgm:prSet/>
      <dgm:spPr/>
      <dgm:t>
        <a:bodyPr/>
        <a:lstStyle/>
        <a:p>
          <a:endParaRPr lang="en-US"/>
        </a:p>
      </dgm:t>
    </dgm:pt>
    <dgm:pt modelId="{3E552EC4-5A78-4DD6-9E16-DA7816EDE5A4}">
      <dgm:prSet/>
      <dgm:spPr/>
      <dgm:t>
        <a:bodyPr/>
        <a:lstStyle/>
        <a:p>
          <a:pPr rtl="0"/>
          <a:r>
            <a:rPr lang="en-US" dirty="0" smtClean="0"/>
            <a:t>Create a concept hierarchy</a:t>
          </a:r>
          <a:endParaRPr lang="en-US" dirty="0"/>
        </a:p>
      </dgm:t>
    </dgm:pt>
    <dgm:pt modelId="{D0F5545E-AD05-46FA-A48E-D3EFCA33DCD1}" type="parTrans" cxnId="{D7DFCE8A-2D31-42F3-91CC-02419DCF3777}">
      <dgm:prSet/>
      <dgm:spPr/>
      <dgm:t>
        <a:bodyPr/>
        <a:lstStyle/>
        <a:p>
          <a:endParaRPr lang="en-US"/>
        </a:p>
      </dgm:t>
    </dgm:pt>
    <dgm:pt modelId="{BDBE746E-1159-4FCD-A622-C86F369A688E}" type="sibTrans" cxnId="{D7DFCE8A-2D31-42F3-91CC-02419DCF3777}">
      <dgm:prSet/>
      <dgm:spPr/>
      <dgm:t>
        <a:bodyPr/>
        <a:lstStyle/>
        <a:p>
          <a:endParaRPr lang="en-US"/>
        </a:p>
      </dgm:t>
    </dgm:pt>
    <dgm:pt modelId="{DB8D88B8-9B9C-43BE-B424-6C11978DEA08}">
      <dgm:prSet/>
      <dgm:spPr/>
      <dgm:t>
        <a:bodyPr/>
        <a:lstStyle/>
        <a:p>
          <a:pPr rtl="0"/>
          <a:r>
            <a:rPr lang="en-US" dirty="0" smtClean="0"/>
            <a:t>Document a second dataset</a:t>
          </a:r>
          <a:endParaRPr lang="en-US" dirty="0"/>
        </a:p>
      </dgm:t>
    </dgm:pt>
    <dgm:pt modelId="{05C46883-1DB9-4A3F-AF08-C14DCEBCA36E}" type="parTrans" cxnId="{BC903791-CF9F-4230-B26E-660EF46740C3}">
      <dgm:prSet/>
      <dgm:spPr/>
      <dgm:t>
        <a:bodyPr/>
        <a:lstStyle/>
        <a:p>
          <a:endParaRPr lang="en-US"/>
        </a:p>
      </dgm:t>
    </dgm:pt>
    <dgm:pt modelId="{3A36CF58-953C-4975-9ABB-38A4BF17DCAB}" type="sibTrans" cxnId="{BC903791-CF9F-4230-B26E-660EF46740C3}">
      <dgm:prSet/>
      <dgm:spPr/>
      <dgm:t>
        <a:bodyPr/>
        <a:lstStyle/>
        <a:p>
          <a:endParaRPr lang="en-US"/>
        </a:p>
      </dgm:t>
    </dgm:pt>
    <dgm:pt modelId="{ACD9F519-05CD-4037-8BC9-21F1E9FD6964}">
      <dgm:prSet/>
      <dgm:spPr/>
      <dgm:t>
        <a:bodyPr/>
        <a:lstStyle/>
        <a:p>
          <a:pPr rtl="0"/>
          <a:r>
            <a:rPr lang="en-US" smtClean="0"/>
            <a:t>Assign concepts</a:t>
          </a:r>
          <a:endParaRPr lang="en-US" dirty="0"/>
        </a:p>
      </dgm:t>
    </dgm:pt>
    <dgm:pt modelId="{484CE94F-C5C2-4281-83E4-D18B1DB3AD8D}" type="parTrans" cxnId="{113CF6AE-8424-474E-88B5-6778EFD7E1E8}">
      <dgm:prSet/>
      <dgm:spPr/>
      <dgm:t>
        <a:bodyPr/>
        <a:lstStyle/>
        <a:p>
          <a:endParaRPr lang="en-US"/>
        </a:p>
      </dgm:t>
    </dgm:pt>
    <dgm:pt modelId="{0818DA29-535E-419C-B299-8C97BD46D4E1}" type="sibTrans" cxnId="{113CF6AE-8424-474E-88B5-6778EFD7E1E8}">
      <dgm:prSet/>
      <dgm:spPr/>
      <dgm:t>
        <a:bodyPr/>
        <a:lstStyle/>
        <a:p>
          <a:endParaRPr lang="en-US"/>
        </a:p>
      </dgm:t>
    </dgm:pt>
    <dgm:pt modelId="{6E4D3557-E985-4996-9DDE-A40B5CE99F21}" type="pres">
      <dgm:prSet presAssocID="{3DF939EE-69A8-448F-8952-CC5F483137CE}" presName="Name0" presStyleCnt="0">
        <dgm:presLayoutVars>
          <dgm:dir/>
          <dgm:resizeHandles val="exact"/>
        </dgm:presLayoutVars>
      </dgm:prSet>
      <dgm:spPr/>
      <dgm:t>
        <a:bodyPr/>
        <a:lstStyle/>
        <a:p>
          <a:endParaRPr lang="en-US"/>
        </a:p>
      </dgm:t>
    </dgm:pt>
    <dgm:pt modelId="{AB279B5A-FA5A-4B7A-AA07-2620BCA97109}" type="pres">
      <dgm:prSet presAssocID="{6CF8C0AF-07CA-4FF4-8544-A82A59F6FCDF}" presName="node" presStyleLbl="node1" presStyleIdx="0" presStyleCnt="7">
        <dgm:presLayoutVars>
          <dgm:bulletEnabled val="1"/>
        </dgm:presLayoutVars>
      </dgm:prSet>
      <dgm:spPr/>
      <dgm:t>
        <a:bodyPr/>
        <a:lstStyle/>
        <a:p>
          <a:endParaRPr lang="en-US"/>
        </a:p>
      </dgm:t>
    </dgm:pt>
    <dgm:pt modelId="{17AACC63-494B-4200-A1B9-863468A751AC}" type="pres">
      <dgm:prSet presAssocID="{E9B17A18-738C-4CCE-911F-5320289F8D22}" presName="sibTrans" presStyleLbl="sibTrans2D1" presStyleIdx="0" presStyleCnt="6"/>
      <dgm:spPr/>
      <dgm:t>
        <a:bodyPr/>
        <a:lstStyle/>
        <a:p>
          <a:endParaRPr lang="en-US"/>
        </a:p>
      </dgm:t>
    </dgm:pt>
    <dgm:pt modelId="{16F29E4B-4256-4930-B682-A526BFAB840A}" type="pres">
      <dgm:prSet presAssocID="{E9B17A18-738C-4CCE-911F-5320289F8D22}" presName="connectorText" presStyleLbl="sibTrans2D1" presStyleIdx="0" presStyleCnt="6"/>
      <dgm:spPr/>
      <dgm:t>
        <a:bodyPr/>
        <a:lstStyle/>
        <a:p>
          <a:endParaRPr lang="en-US"/>
        </a:p>
      </dgm:t>
    </dgm:pt>
    <dgm:pt modelId="{900BC49D-E9CA-4F51-858A-1A0221AA2344}" type="pres">
      <dgm:prSet presAssocID="{3E552EC4-5A78-4DD6-9E16-DA7816EDE5A4}" presName="node" presStyleLbl="node1" presStyleIdx="1" presStyleCnt="7">
        <dgm:presLayoutVars>
          <dgm:bulletEnabled val="1"/>
        </dgm:presLayoutVars>
      </dgm:prSet>
      <dgm:spPr/>
      <dgm:t>
        <a:bodyPr/>
        <a:lstStyle/>
        <a:p>
          <a:endParaRPr lang="en-US"/>
        </a:p>
      </dgm:t>
    </dgm:pt>
    <dgm:pt modelId="{9C9DDCB0-97FF-471E-916C-06F783AEBB79}" type="pres">
      <dgm:prSet presAssocID="{BDBE746E-1159-4FCD-A622-C86F369A688E}" presName="sibTrans" presStyleLbl="sibTrans2D1" presStyleIdx="1" presStyleCnt="6"/>
      <dgm:spPr/>
      <dgm:t>
        <a:bodyPr/>
        <a:lstStyle/>
        <a:p>
          <a:endParaRPr lang="en-US"/>
        </a:p>
      </dgm:t>
    </dgm:pt>
    <dgm:pt modelId="{4C53533E-F40D-4562-A7A7-C5F969EFC823}" type="pres">
      <dgm:prSet presAssocID="{BDBE746E-1159-4FCD-A622-C86F369A688E}" presName="connectorText" presStyleLbl="sibTrans2D1" presStyleIdx="1" presStyleCnt="6"/>
      <dgm:spPr/>
      <dgm:t>
        <a:bodyPr/>
        <a:lstStyle/>
        <a:p>
          <a:endParaRPr lang="en-US"/>
        </a:p>
      </dgm:t>
    </dgm:pt>
    <dgm:pt modelId="{D375FB5B-5E10-4DFB-8957-BD23D6764A84}" type="pres">
      <dgm:prSet presAssocID="{DB8D88B8-9B9C-43BE-B424-6C11978DEA08}" presName="node" presStyleLbl="node1" presStyleIdx="2" presStyleCnt="7">
        <dgm:presLayoutVars>
          <dgm:bulletEnabled val="1"/>
        </dgm:presLayoutVars>
      </dgm:prSet>
      <dgm:spPr/>
      <dgm:t>
        <a:bodyPr/>
        <a:lstStyle/>
        <a:p>
          <a:endParaRPr lang="en-US"/>
        </a:p>
      </dgm:t>
    </dgm:pt>
    <dgm:pt modelId="{77836317-EA93-455F-9587-DFE2C2C04B0C}" type="pres">
      <dgm:prSet presAssocID="{3A36CF58-953C-4975-9ABB-38A4BF17DCAB}" presName="sibTrans" presStyleLbl="sibTrans2D1" presStyleIdx="2" presStyleCnt="6"/>
      <dgm:spPr/>
      <dgm:t>
        <a:bodyPr/>
        <a:lstStyle/>
        <a:p>
          <a:endParaRPr lang="en-US"/>
        </a:p>
      </dgm:t>
    </dgm:pt>
    <dgm:pt modelId="{E7D77D3B-B257-46A6-93BE-930251DD129D}" type="pres">
      <dgm:prSet presAssocID="{3A36CF58-953C-4975-9ABB-38A4BF17DCAB}" presName="connectorText" presStyleLbl="sibTrans2D1" presStyleIdx="2" presStyleCnt="6"/>
      <dgm:spPr/>
      <dgm:t>
        <a:bodyPr/>
        <a:lstStyle/>
        <a:p>
          <a:endParaRPr lang="en-US"/>
        </a:p>
      </dgm:t>
    </dgm:pt>
    <dgm:pt modelId="{7A7A8D33-B2F8-4894-BC9E-03E1B96049E0}" type="pres">
      <dgm:prSet presAssocID="{0D4BE3EA-BE11-443B-97EF-3E2FD52008E0}" presName="node" presStyleLbl="node1" presStyleIdx="3" presStyleCnt="7">
        <dgm:presLayoutVars>
          <dgm:bulletEnabled val="1"/>
        </dgm:presLayoutVars>
      </dgm:prSet>
      <dgm:spPr/>
      <dgm:t>
        <a:bodyPr/>
        <a:lstStyle/>
        <a:p>
          <a:endParaRPr lang="en-US"/>
        </a:p>
      </dgm:t>
    </dgm:pt>
    <dgm:pt modelId="{4532D0B8-992F-4B7E-B9A9-B46A95168EA6}" type="pres">
      <dgm:prSet presAssocID="{4BB4DC0C-5FAA-4098-87F8-079E00EBC07B}" presName="sibTrans" presStyleLbl="sibTrans2D1" presStyleIdx="3" presStyleCnt="6"/>
      <dgm:spPr/>
      <dgm:t>
        <a:bodyPr/>
        <a:lstStyle/>
        <a:p>
          <a:endParaRPr lang="en-US"/>
        </a:p>
      </dgm:t>
    </dgm:pt>
    <dgm:pt modelId="{B9EC075E-FD11-4398-9526-6660DD200F7A}" type="pres">
      <dgm:prSet presAssocID="{4BB4DC0C-5FAA-4098-87F8-079E00EBC07B}" presName="connectorText" presStyleLbl="sibTrans2D1" presStyleIdx="3" presStyleCnt="6"/>
      <dgm:spPr/>
      <dgm:t>
        <a:bodyPr/>
        <a:lstStyle/>
        <a:p>
          <a:endParaRPr lang="en-US"/>
        </a:p>
      </dgm:t>
    </dgm:pt>
    <dgm:pt modelId="{E450AF13-2145-4E1B-8128-12C06246311F}" type="pres">
      <dgm:prSet presAssocID="{F3CDD36F-E778-468F-9D5F-1B3D37276A7A}" presName="node" presStyleLbl="node1" presStyleIdx="4" presStyleCnt="7">
        <dgm:presLayoutVars>
          <dgm:bulletEnabled val="1"/>
        </dgm:presLayoutVars>
      </dgm:prSet>
      <dgm:spPr/>
      <dgm:t>
        <a:bodyPr/>
        <a:lstStyle/>
        <a:p>
          <a:endParaRPr lang="en-US"/>
        </a:p>
      </dgm:t>
    </dgm:pt>
    <dgm:pt modelId="{F2F108D9-BB20-4810-9868-2AB4BB2DE9EE}" type="pres">
      <dgm:prSet presAssocID="{9346FF2F-3A27-4F11-A9C7-E5DBA7D5654E}" presName="sibTrans" presStyleLbl="sibTrans2D1" presStyleIdx="4" presStyleCnt="6"/>
      <dgm:spPr/>
      <dgm:t>
        <a:bodyPr/>
        <a:lstStyle/>
        <a:p>
          <a:endParaRPr lang="en-US"/>
        </a:p>
      </dgm:t>
    </dgm:pt>
    <dgm:pt modelId="{710B82BA-D509-4BFF-85D3-A16A5DEAA6A6}" type="pres">
      <dgm:prSet presAssocID="{9346FF2F-3A27-4F11-A9C7-E5DBA7D5654E}" presName="connectorText" presStyleLbl="sibTrans2D1" presStyleIdx="4" presStyleCnt="6"/>
      <dgm:spPr/>
      <dgm:t>
        <a:bodyPr/>
        <a:lstStyle/>
        <a:p>
          <a:endParaRPr lang="en-US"/>
        </a:p>
      </dgm:t>
    </dgm:pt>
    <dgm:pt modelId="{1C3BA3E5-EDDA-434A-8CF7-648ED3975D63}" type="pres">
      <dgm:prSet presAssocID="{ACD9F519-05CD-4037-8BC9-21F1E9FD6964}" presName="node" presStyleLbl="node1" presStyleIdx="5" presStyleCnt="7">
        <dgm:presLayoutVars>
          <dgm:bulletEnabled val="1"/>
        </dgm:presLayoutVars>
      </dgm:prSet>
      <dgm:spPr/>
      <dgm:t>
        <a:bodyPr/>
        <a:lstStyle/>
        <a:p>
          <a:endParaRPr lang="en-US"/>
        </a:p>
      </dgm:t>
    </dgm:pt>
    <dgm:pt modelId="{B2F4F7C0-C8F4-4C00-87A5-A6D864026C1E}" type="pres">
      <dgm:prSet presAssocID="{0818DA29-535E-419C-B299-8C97BD46D4E1}" presName="sibTrans" presStyleLbl="sibTrans2D1" presStyleIdx="5" presStyleCnt="6"/>
      <dgm:spPr/>
      <dgm:t>
        <a:bodyPr/>
        <a:lstStyle/>
        <a:p>
          <a:endParaRPr lang="en-US"/>
        </a:p>
      </dgm:t>
    </dgm:pt>
    <dgm:pt modelId="{2AF9033E-B0BA-45C7-A70C-78988A9AB553}" type="pres">
      <dgm:prSet presAssocID="{0818DA29-535E-419C-B299-8C97BD46D4E1}" presName="connectorText" presStyleLbl="sibTrans2D1" presStyleIdx="5" presStyleCnt="6"/>
      <dgm:spPr/>
      <dgm:t>
        <a:bodyPr/>
        <a:lstStyle/>
        <a:p>
          <a:endParaRPr lang="en-US"/>
        </a:p>
      </dgm:t>
    </dgm:pt>
    <dgm:pt modelId="{3103FA50-0B6E-417C-B694-5D5759BFDDC5}" type="pres">
      <dgm:prSet presAssocID="{F5A8D89B-233F-461C-B105-821CE9C2DD45}" presName="node" presStyleLbl="node1" presStyleIdx="6" presStyleCnt="7">
        <dgm:presLayoutVars>
          <dgm:bulletEnabled val="1"/>
        </dgm:presLayoutVars>
      </dgm:prSet>
      <dgm:spPr/>
      <dgm:t>
        <a:bodyPr/>
        <a:lstStyle/>
        <a:p>
          <a:endParaRPr lang="en-US"/>
        </a:p>
      </dgm:t>
    </dgm:pt>
  </dgm:ptLst>
  <dgm:cxnLst>
    <dgm:cxn modelId="{BC903791-CF9F-4230-B26E-660EF46740C3}" srcId="{3DF939EE-69A8-448F-8952-CC5F483137CE}" destId="{DB8D88B8-9B9C-43BE-B424-6C11978DEA08}" srcOrd="2" destOrd="0" parTransId="{05C46883-1DB9-4A3F-AF08-C14DCEBCA36E}" sibTransId="{3A36CF58-953C-4975-9ABB-38A4BF17DCAB}"/>
    <dgm:cxn modelId="{7E6532FB-6672-4C1D-9EC6-D77F70568321}" type="presOf" srcId="{3DF939EE-69A8-448F-8952-CC5F483137CE}" destId="{6E4D3557-E985-4996-9DDE-A40B5CE99F21}" srcOrd="0" destOrd="0" presId="urn:microsoft.com/office/officeart/2005/8/layout/process1"/>
    <dgm:cxn modelId="{005551AA-5F58-4F9C-A363-046CDFED0347}" type="presOf" srcId="{0818DA29-535E-419C-B299-8C97BD46D4E1}" destId="{2AF9033E-B0BA-45C7-A70C-78988A9AB553}" srcOrd="1" destOrd="0" presId="urn:microsoft.com/office/officeart/2005/8/layout/process1"/>
    <dgm:cxn modelId="{E2FFDD82-54F1-4FA4-A2BF-DA6438616ED1}" type="presOf" srcId="{9346FF2F-3A27-4F11-A9C7-E5DBA7D5654E}" destId="{F2F108D9-BB20-4810-9868-2AB4BB2DE9EE}" srcOrd="0" destOrd="0" presId="urn:microsoft.com/office/officeart/2005/8/layout/process1"/>
    <dgm:cxn modelId="{71796F6B-A7AF-4A69-A74D-E60E3E70F546}" type="presOf" srcId="{ACD9F519-05CD-4037-8BC9-21F1E9FD6964}" destId="{1C3BA3E5-EDDA-434A-8CF7-648ED3975D63}" srcOrd="0" destOrd="0" presId="urn:microsoft.com/office/officeart/2005/8/layout/process1"/>
    <dgm:cxn modelId="{C714B628-C2D1-42BC-91DF-7BADF80A8D3B}" type="presOf" srcId="{0D4BE3EA-BE11-443B-97EF-3E2FD52008E0}" destId="{7A7A8D33-B2F8-4894-BC9E-03E1B96049E0}" srcOrd="0" destOrd="0" presId="urn:microsoft.com/office/officeart/2005/8/layout/process1"/>
    <dgm:cxn modelId="{F43223B6-E235-4699-9926-B9CF18A48518}" srcId="{3DF939EE-69A8-448F-8952-CC5F483137CE}" destId="{F3CDD36F-E778-468F-9D5F-1B3D37276A7A}" srcOrd="4" destOrd="0" parTransId="{A01F881C-4D62-4EC8-ACF7-2CF1C4E75502}" sibTransId="{9346FF2F-3A27-4F11-A9C7-E5DBA7D5654E}"/>
    <dgm:cxn modelId="{F176B10B-7610-4D11-818C-17092A63537C}" type="presOf" srcId="{4BB4DC0C-5FAA-4098-87F8-079E00EBC07B}" destId="{B9EC075E-FD11-4398-9526-6660DD200F7A}" srcOrd="1" destOrd="0" presId="urn:microsoft.com/office/officeart/2005/8/layout/process1"/>
    <dgm:cxn modelId="{DA713D1E-FB5D-4398-B495-9883B3106F59}" srcId="{3DF939EE-69A8-448F-8952-CC5F483137CE}" destId="{6CF8C0AF-07CA-4FF4-8544-A82A59F6FCDF}" srcOrd="0" destOrd="0" parTransId="{18897E51-69BC-4D53-AF54-A49290C71019}" sibTransId="{E9B17A18-738C-4CCE-911F-5320289F8D22}"/>
    <dgm:cxn modelId="{E25CBDE8-C02A-40FE-8C18-710E120611CA}" type="presOf" srcId="{3A36CF58-953C-4975-9ABB-38A4BF17DCAB}" destId="{77836317-EA93-455F-9587-DFE2C2C04B0C}" srcOrd="0" destOrd="0" presId="urn:microsoft.com/office/officeart/2005/8/layout/process1"/>
    <dgm:cxn modelId="{BFE886EF-299F-4D8D-9C08-618156B4F649}" type="presOf" srcId="{BDBE746E-1159-4FCD-A622-C86F369A688E}" destId="{4C53533E-F40D-4562-A7A7-C5F969EFC823}" srcOrd="1" destOrd="0" presId="urn:microsoft.com/office/officeart/2005/8/layout/process1"/>
    <dgm:cxn modelId="{1FCEDD6A-C235-4133-BD2D-72F969C882C2}" type="presOf" srcId="{E9B17A18-738C-4CCE-911F-5320289F8D22}" destId="{16F29E4B-4256-4930-B682-A526BFAB840A}" srcOrd="1" destOrd="0" presId="urn:microsoft.com/office/officeart/2005/8/layout/process1"/>
    <dgm:cxn modelId="{F1FABD23-87D0-456D-ABAD-5FF062342111}" type="presOf" srcId="{BDBE746E-1159-4FCD-A622-C86F369A688E}" destId="{9C9DDCB0-97FF-471E-916C-06F783AEBB79}" srcOrd="0" destOrd="0" presId="urn:microsoft.com/office/officeart/2005/8/layout/process1"/>
    <dgm:cxn modelId="{C8BE1630-3839-49FC-AB90-038CDC2FEB8A}" type="presOf" srcId="{4BB4DC0C-5FAA-4098-87F8-079E00EBC07B}" destId="{4532D0B8-992F-4B7E-B9A9-B46A95168EA6}" srcOrd="0" destOrd="0" presId="urn:microsoft.com/office/officeart/2005/8/layout/process1"/>
    <dgm:cxn modelId="{431A1894-1002-4601-AB15-E687D3A1E018}" srcId="{3DF939EE-69A8-448F-8952-CC5F483137CE}" destId="{0D4BE3EA-BE11-443B-97EF-3E2FD52008E0}" srcOrd="3" destOrd="0" parTransId="{0413CE6D-88C0-49FA-8321-725456DCB07B}" sibTransId="{4BB4DC0C-5FAA-4098-87F8-079E00EBC07B}"/>
    <dgm:cxn modelId="{E5B5DEA4-C234-4C50-A013-AF8E7286ED31}" type="presOf" srcId="{3E552EC4-5A78-4DD6-9E16-DA7816EDE5A4}" destId="{900BC49D-E9CA-4F51-858A-1A0221AA2344}" srcOrd="0" destOrd="0" presId="urn:microsoft.com/office/officeart/2005/8/layout/process1"/>
    <dgm:cxn modelId="{10CB372A-F385-45A1-862D-262DF1E50090}" type="presOf" srcId="{3A36CF58-953C-4975-9ABB-38A4BF17DCAB}" destId="{E7D77D3B-B257-46A6-93BE-930251DD129D}" srcOrd="1" destOrd="0" presId="urn:microsoft.com/office/officeart/2005/8/layout/process1"/>
    <dgm:cxn modelId="{BF07B83D-52AA-4480-85EB-2745B88C1AF4}" type="presOf" srcId="{F3CDD36F-E778-468F-9D5F-1B3D37276A7A}" destId="{E450AF13-2145-4E1B-8128-12C06246311F}" srcOrd="0" destOrd="0" presId="urn:microsoft.com/office/officeart/2005/8/layout/process1"/>
    <dgm:cxn modelId="{9080F748-02F7-42AF-B469-54DB2E62622D}" type="presOf" srcId="{9346FF2F-3A27-4F11-A9C7-E5DBA7D5654E}" destId="{710B82BA-D509-4BFF-85D3-A16A5DEAA6A6}" srcOrd="1" destOrd="0" presId="urn:microsoft.com/office/officeart/2005/8/layout/process1"/>
    <dgm:cxn modelId="{EA017BD9-4A92-42F1-BD6A-A4D1CD96F8A8}" type="presOf" srcId="{DB8D88B8-9B9C-43BE-B424-6C11978DEA08}" destId="{D375FB5B-5E10-4DFB-8957-BD23D6764A84}" srcOrd="0" destOrd="0" presId="urn:microsoft.com/office/officeart/2005/8/layout/process1"/>
    <dgm:cxn modelId="{D7DFCE8A-2D31-42F3-91CC-02419DCF3777}" srcId="{3DF939EE-69A8-448F-8952-CC5F483137CE}" destId="{3E552EC4-5A78-4DD6-9E16-DA7816EDE5A4}" srcOrd="1" destOrd="0" parTransId="{D0F5545E-AD05-46FA-A48E-D3EFCA33DCD1}" sibTransId="{BDBE746E-1159-4FCD-A622-C86F369A688E}"/>
    <dgm:cxn modelId="{BAD41DA3-4F95-4D49-B019-3ACF5826D60D}" srcId="{3DF939EE-69A8-448F-8952-CC5F483137CE}" destId="{F5A8D89B-233F-461C-B105-821CE9C2DD45}" srcOrd="6" destOrd="0" parTransId="{BA186F6B-7BC0-41BB-A449-966B28C188FB}" sibTransId="{B69903FA-097B-4C2F-A97D-4ECE8720637A}"/>
    <dgm:cxn modelId="{113CF6AE-8424-474E-88B5-6778EFD7E1E8}" srcId="{3DF939EE-69A8-448F-8952-CC5F483137CE}" destId="{ACD9F519-05CD-4037-8BC9-21F1E9FD6964}" srcOrd="5" destOrd="0" parTransId="{484CE94F-C5C2-4281-83E4-D18B1DB3AD8D}" sibTransId="{0818DA29-535E-419C-B299-8C97BD46D4E1}"/>
    <dgm:cxn modelId="{46CE39AF-7FA6-4E0F-827C-BEBF1AB5937D}" type="presOf" srcId="{F5A8D89B-233F-461C-B105-821CE9C2DD45}" destId="{3103FA50-0B6E-417C-B694-5D5759BFDDC5}" srcOrd="0" destOrd="0" presId="urn:microsoft.com/office/officeart/2005/8/layout/process1"/>
    <dgm:cxn modelId="{A28AF563-62D2-4AD2-B4E7-5084085163D4}" type="presOf" srcId="{0818DA29-535E-419C-B299-8C97BD46D4E1}" destId="{B2F4F7C0-C8F4-4C00-87A5-A6D864026C1E}" srcOrd="0" destOrd="0" presId="urn:microsoft.com/office/officeart/2005/8/layout/process1"/>
    <dgm:cxn modelId="{6FB2AB54-66CE-489D-A462-C2D5FAE70F49}" type="presOf" srcId="{6CF8C0AF-07CA-4FF4-8544-A82A59F6FCDF}" destId="{AB279B5A-FA5A-4B7A-AA07-2620BCA97109}" srcOrd="0" destOrd="0" presId="urn:microsoft.com/office/officeart/2005/8/layout/process1"/>
    <dgm:cxn modelId="{95B0A2C1-6A89-4AA7-9DEA-8BA53A4CC5C8}" type="presOf" srcId="{E9B17A18-738C-4CCE-911F-5320289F8D22}" destId="{17AACC63-494B-4200-A1B9-863468A751AC}" srcOrd="0" destOrd="0" presId="urn:microsoft.com/office/officeart/2005/8/layout/process1"/>
    <dgm:cxn modelId="{660B5AAB-E761-4019-B90C-46FECC43108F}" type="presParOf" srcId="{6E4D3557-E985-4996-9DDE-A40B5CE99F21}" destId="{AB279B5A-FA5A-4B7A-AA07-2620BCA97109}" srcOrd="0" destOrd="0" presId="urn:microsoft.com/office/officeart/2005/8/layout/process1"/>
    <dgm:cxn modelId="{E1987FAE-0141-4DA1-84C9-636138DB3D09}" type="presParOf" srcId="{6E4D3557-E985-4996-9DDE-A40B5CE99F21}" destId="{17AACC63-494B-4200-A1B9-863468A751AC}" srcOrd="1" destOrd="0" presId="urn:microsoft.com/office/officeart/2005/8/layout/process1"/>
    <dgm:cxn modelId="{E3549B90-23F3-4D1F-99C1-EAFDF9B59FE7}" type="presParOf" srcId="{17AACC63-494B-4200-A1B9-863468A751AC}" destId="{16F29E4B-4256-4930-B682-A526BFAB840A}" srcOrd="0" destOrd="0" presId="urn:microsoft.com/office/officeart/2005/8/layout/process1"/>
    <dgm:cxn modelId="{C4B98FC6-BCB1-47F8-8FD9-20B648A3FAC3}" type="presParOf" srcId="{6E4D3557-E985-4996-9DDE-A40B5CE99F21}" destId="{900BC49D-E9CA-4F51-858A-1A0221AA2344}" srcOrd="2" destOrd="0" presId="urn:microsoft.com/office/officeart/2005/8/layout/process1"/>
    <dgm:cxn modelId="{D4EAD57C-3DEE-4F1C-ABBE-71DE339AD6B9}" type="presParOf" srcId="{6E4D3557-E985-4996-9DDE-A40B5CE99F21}" destId="{9C9DDCB0-97FF-471E-916C-06F783AEBB79}" srcOrd="3" destOrd="0" presId="urn:microsoft.com/office/officeart/2005/8/layout/process1"/>
    <dgm:cxn modelId="{772BA8B4-1AEE-47CE-9AF9-1A9ADF32D128}" type="presParOf" srcId="{9C9DDCB0-97FF-471E-916C-06F783AEBB79}" destId="{4C53533E-F40D-4562-A7A7-C5F969EFC823}" srcOrd="0" destOrd="0" presId="urn:microsoft.com/office/officeart/2005/8/layout/process1"/>
    <dgm:cxn modelId="{77EDE8E8-6D00-45B7-8657-74A208CA51E1}" type="presParOf" srcId="{6E4D3557-E985-4996-9DDE-A40B5CE99F21}" destId="{D375FB5B-5E10-4DFB-8957-BD23D6764A84}" srcOrd="4" destOrd="0" presId="urn:microsoft.com/office/officeart/2005/8/layout/process1"/>
    <dgm:cxn modelId="{8C34EE45-921F-440D-837F-39EBEFA60CCF}" type="presParOf" srcId="{6E4D3557-E985-4996-9DDE-A40B5CE99F21}" destId="{77836317-EA93-455F-9587-DFE2C2C04B0C}" srcOrd="5" destOrd="0" presId="urn:microsoft.com/office/officeart/2005/8/layout/process1"/>
    <dgm:cxn modelId="{A8F40700-07E8-4659-9B8B-1DE90DA40B75}" type="presParOf" srcId="{77836317-EA93-455F-9587-DFE2C2C04B0C}" destId="{E7D77D3B-B257-46A6-93BE-930251DD129D}" srcOrd="0" destOrd="0" presId="urn:microsoft.com/office/officeart/2005/8/layout/process1"/>
    <dgm:cxn modelId="{8F5D0EB3-92CF-4809-A156-6EB943EA956A}" type="presParOf" srcId="{6E4D3557-E985-4996-9DDE-A40B5CE99F21}" destId="{7A7A8D33-B2F8-4894-BC9E-03E1B96049E0}" srcOrd="6" destOrd="0" presId="urn:microsoft.com/office/officeart/2005/8/layout/process1"/>
    <dgm:cxn modelId="{AE0C81FA-ABB1-4FCA-B040-27D8E6368086}" type="presParOf" srcId="{6E4D3557-E985-4996-9DDE-A40B5CE99F21}" destId="{4532D0B8-992F-4B7E-B9A9-B46A95168EA6}" srcOrd="7" destOrd="0" presId="urn:microsoft.com/office/officeart/2005/8/layout/process1"/>
    <dgm:cxn modelId="{17B15CB2-9969-4422-A86F-C20712543041}" type="presParOf" srcId="{4532D0B8-992F-4B7E-B9A9-B46A95168EA6}" destId="{B9EC075E-FD11-4398-9526-6660DD200F7A}" srcOrd="0" destOrd="0" presId="urn:microsoft.com/office/officeart/2005/8/layout/process1"/>
    <dgm:cxn modelId="{25C9ECE9-2BD1-4317-B1EB-F96473D09FD1}" type="presParOf" srcId="{6E4D3557-E985-4996-9DDE-A40B5CE99F21}" destId="{E450AF13-2145-4E1B-8128-12C06246311F}" srcOrd="8" destOrd="0" presId="urn:microsoft.com/office/officeart/2005/8/layout/process1"/>
    <dgm:cxn modelId="{AA7303A3-0DA2-4310-9643-90F1ECC4C82E}" type="presParOf" srcId="{6E4D3557-E985-4996-9DDE-A40B5CE99F21}" destId="{F2F108D9-BB20-4810-9868-2AB4BB2DE9EE}" srcOrd="9" destOrd="0" presId="urn:microsoft.com/office/officeart/2005/8/layout/process1"/>
    <dgm:cxn modelId="{04A007DA-87A4-4200-949A-6D8AF6C3B57F}" type="presParOf" srcId="{F2F108D9-BB20-4810-9868-2AB4BB2DE9EE}" destId="{710B82BA-D509-4BFF-85D3-A16A5DEAA6A6}" srcOrd="0" destOrd="0" presId="urn:microsoft.com/office/officeart/2005/8/layout/process1"/>
    <dgm:cxn modelId="{FF0143A2-0D8F-47F9-A20B-00BE9CCD75CC}" type="presParOf" srcId="{6E4D3557-E985-4996-9DDE-A40B5CE99F21}" destId="{1C3BA3E5-EDDA-434A-8CF7-648ED3975D63}" srcOrd="10" destOrd="0" presId="urn:microsoft.com/office/officeart/2005/8/layout/process1"/>
    <dgm:cxn modelId="{861DFAD5-10C7-4E1F-B0B8-85F962C08CE4}" type="presParOf" srcId="{6E4D3557-E985-4996-9DDE-A40B5CE99F21}" destId="{B2F4F7C0-C8F4-4C00-87A5-A6D864026C1E}" srcOrd="11" destOrd="0" presId="urn:microsoft.com/office/officeart/2005/8/layout/process1"/>
    <dgm:cxn modelId="{952080B9-5091-427E-8CCB-978739D51064}" type="presParOf" srcId="{B2F4F7C0-C8F4-4C00-87A5-A6D864026C1E}" destId="{2AF9033E-B0BA-45C7-A70C-78988A9AB553}" srcOrd="0" destOrd="0" presId="urn:microsoft.com/office/officeart/2005/8/layout/process1"/>
    <dgm:cxn modelId="{EAC1ACFC-C9A8-41D5-986D-75BFA4F4DC5E}" type="presParOf" srcId="{6E4D3557-E985-4996-9DDE-A40B5CE99F21}" destId="{3103FA50-0B6E-417C-B694-5D5759BFDDC5}"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F939EE-69A8-448F-8952-CC5F483137CE}"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6CF8C0AF-07CA-4FF4-8544-A82A59F6FCDF}">
      <dgm:prSet/>
      <dgm:spPr/>
      <dgm:t>
        <a:bodyPr/>
        <a:lstStyle/>
        <a:p>
          <a:pPr rtl="0"/>
          <a:r>
            <a:rPr lang="en-US" dirty="0" smtClean="0"/>
            <a:t>Describe a single dataset</a:t>
          </a:r>
          <a:endParaRPr lang="en-US" dirty="0"/>
        </a:p>
      </dgm:t>
    </dgm:pt>
    <dgm:pt modelId="{18897E51-69BC-4D53-AF54-A49290C71019}" type="parTrans" cxnId="{DA713D1E-FB5D-4398-B495-9883B3106F59}">
      <dgm:prSet/>
      <dgm:spPr/>
      <dgm:t>
        <a:bodyPr/>
        <a:lstStyle/>
        <a:p>
          <a:endParaRPr lang="en-US"/>
        </a:p>
      </dgm:t>
    </dgm:pt>
    <dgm:pt modelId="{E9B17A18-738C-4CCE-911F-5320289F8D22}" type="sibTrans" cxnId="{DA713D1E-FB5D-4398-B495-9883B3106F59}">
      <dgm:prSet/>
      <dgm:spPr/>
      <dgm:t>
        <a:bodyPr/>
        <a:lstStyle/>
        <a:p>
          <a:endParaRPr lang="en-US"/>
        </a:p>
      </dgm:t>
    </dgm:pt>
    <dgm:pt modelId="{0D4BE3EA-BE11-443B-97EF-3E2FD52008E0}">
      <dgm:prSet/>
      <dgm:spPr/>
      <dgm:t>
        <a:bodyPr/>
        <a:lstStyle/>
        <a:p>
          <a:pPr rtl="0"/>
          <a:r>
            <a:rPr lang="en-US" dirty="0" smtClean="0"/>
            <a:t>Create common variable definitions</a:t>
          </a:r>
          <a:endParaRPr lang="en-US" dirty="0"/>
        </a:p>
      </dgm:t>
    </dgm:pt>
    <dgm:pt modelId="{0413CE6D-88C0-49FA-8321-725456DCB07B}" type="parTrans" cxnId="{431A1894-1002-4601-AB15-E687D3A1E018}">
      <dgm:prSet/>
      <dgm:spPr/>
      <dgm:t>
        <a:bodyPr/>
        <a:lstStyle/>
        <a:p>
          <a:endParaRPr lang="en-US"/>
        </a:p>
      </dgm:t>
    </dgm:pt>
    <dgm:pt modelId="{4BB4DC0C-5FAA-4098-87F8-079E00EBC07B}" type="sibTrans" cxnId="{431A1894-1002-4601-AB15-E687D3A1E018}">
      <dgm:prSet/>
      <dgm:spPr/>
      <dgm:t>
        <a:bodyPr/>
        <a:lstStyle/>
        <a:p>
          <a:endParaRPr lang="en-US"/>
        </a:p>
      </dgm:t>
    </dgm:pt>
    <dgm:pt modelId="{F5A8D89B-233F-461C-B105-821CE9C2DD45}">
      <dgm:prSet/>
      <dgm:spPr/>
      <dgm:t>
        <a:bodyPr/>
        <a:lstStyle/>
        <a:p>
          <a:pPr rtl="0"/>
          <a:r>
            <a:rPr lang="en-US" dirty="0" smtClean="0"/>
            <a:t>Publish documentation</a:t>
          </a:r>
          <a:endParaRPr lang="en-US" dirty="0"/>
        </a:p>
      </dgm:t>
    </dgm:pt>
    <dgm:pt modelId="{BA186F6B-7BC0-41BB-A449-966B28C188FB}" type="parTrans" cxnId="{BAD41DA3-4F95-4D49-B019-3ACF5826D60D}">
      <dgm:prSet/>
      <dgm:spPr/>
      <dgm:t>
        <a:bodyPr/>
        <a:lstStyle/>
        <a:p>
          <a:endParaRPr lang="en-US"/>
        </a:p>
      </dgm:t>
    </dgm:pt>
    <dgm:pt modelId="{B69903FA-097B-4C2F-A97D-4ECE8720637A}" type="sibTrans" cxnId="{BAD41DA3-4F95-4D49-B019-3ACF5826D60D}">
      <dgm:prSet/>
      <dgm:spPr/>
      <dgm:t>
        <a:bodyPr/>
        <a:lstStyle/>
        <a:p>
          <a:endParaRPr lang="en-US"/>
        </a:p>
      </dgm:t>
    </dgm:pt>
    <dgm:pt modelId="{F3CDD36F-E778-468F-9D5F-1B3D37276A7A}">
      <dgm:prSet/>
      <dgm:spPr/>
      <dgm:t>
        <a:bodyPr/>
        <a:lstStyle/>
        <a:p>
          <a:pPr rtl="0"/>
          <a:r>
            <a:rPr lang="en-US" dirty="0" smtClean="0"/>
            <a:t>Assign common variable definitions</a:t>
          </a:r>
          <a:endParaRPr lang="en-US" dirty="0"/>
        </a:p>
      </dgm:t>
    </dgm:pt>
    <dgm:pt modelId="{A01F881C-4D62-4EC8-ACF7-2CF1C4E75502}" type="parTrans" cxnId="{F43223B6-E235-4699-9926-B9CF18A48518}">
      <dgm:prSet/>
      <dgm:spPr/>
      <dgm:t>
        <a:bodyPr/>
        <a:lstStyle/>
        <a:p>
          <a:endParaRPr lang="en-US"/>
        </a:p>
      </dgm:t>
    </dgm:pt>
    <dgm:pt modelId="{9346FF2F-3A27-4F11-A9C7-E5DBA7D5654E}" type="sibTrans" cxnId="{F43223B6-E235-4699-9926-B9CF18A48518}">
      <dgm:prSet/>
      <dgm:spPr/>
      <dgm:t>
        <a:bodyPr/>
        <a:lstStyle/>
        <a:p>
          <a:endParaRPr lang="en-US"/>
        </a:p>
      </dgm:t>
    </dgm:pt>
    <dgm:pt modelId="{3E552EC4-5A78-4DD6-9E16-DA7816EDE5A4}">
      <dgm:prSet/>
      <dgm:spPr/>
      <dgm:t>
        <a:bodyPr/>
        <a:lstStyle/>
        <a:p>
          <a:pPr rtl="0"/>
          <a:r>
            <a:rPr lang="en-US" dirty="0" smtClean="0"/>
            <a:t>Create a concept hierarchy</a:t>
          </a:r>
          <a:endParaRPr lang="en-US" dirty="0"/>
        </a:p>
      </dgm:t>
    </dgm:pt>
    <dgm:pt modelId="{D0F5545E-AD05-46FA-A48E-D3EFCA33DCD1}" type="parTrans" cxnId="{D7DFCE8A-2D31-42F3-91CC-02419DCF3777}">
      <dgm:prSet/>
      <dgm:spPr/>
      <dgm:t>
        <a:bodyPr/>
        <a:lstStyle/>
        <a:p>
          <a:endParaRPr lang="en-US"/>
        </a:p>
      </dgm:t>
    </dgm:pt>
    <dgm:pt modelId="{BDBE746E-1159-4FCD-A622-C86F369A688E}" type="sibTrans" cxnId="{D7DFCE8A-2D31-42F3-91CC-02419DCF3777}">
      <dgm:prSet/>
      <dgm:spPr/>
      <dgm:t>
        <a:bodyPr/>
        <a:lstStyle/>
        <a:p>
          <a:endParaRPr lang="en-US"/>
        </a:p>
      </dgm:t>
    </dgm:pt>
    <dgm:pt modelId="{F77086E0-3341-47F3-8C2A-F1CD2E9C5D2D}">
      <dgm:prSet/>
      <dgm:spPr/>
      <dgm:t>
        <a:bodyPr/>
        <a:lstStyle/>
        <a:p>
          <a:pPr rtl="0"/>
          <a:r>
            <a:rPr lang="en-US" dirty="0" smtClean="0"/>
            <a:t>Assign concepts</a:t>
          </a:r>
          <a:endParaRPr lang="en-US" dirty="0"/>
        </a:p>
      </dgm:t>
    </dgm:pt>
    <dgm:pt modelId="{39957600-D758-4C3C-B841-6902BF600413}" type="parTrans" cxnId="{DA4A7186-6E6D-477C-987A-696E1B54E43C}">
      <dgm:prSet/>
      <dgm:spPr/>
      <dgm:t>
        <a:bodyPr/>
        <a:lstStyle/>
        <a:p>
          <a:endParaRPr lang="en-US"/>
        </a:p>
      </dgm:t>
    </dgm:pt>
    <dgm:pt modelId="{C3F7D457-ABCB-4967-BD2A-23B79B9B22E9}" type="sibTrans" cxnId="{DA4A7186-6E6D-477C-987A-696E1B54E43C}">
      <dgm:prSet/>
      <dgm:spPr/>
      <dgm:t>
        <a:bodyPr/>
        <a:lstStyle/>
        <a:p>
          <a:endParaRPr lang="en-US"/>
        </a:p>
      </dgm:t>
    </dgm:pt>
    <dgm:pt modelId="{DB8D88B8-9B9C-43BE-B424-6C11978DEA08}">
      <dgm:prSet/>
      <dgm:spPr/>
      <dgm:t>
        <a:bodyPr/>
        <a:lstStyle/>
        <a:p>
          <a:pPr rtl="0"/>
          <a:r>
            <a:rPr lang="en-US" dirty="0" smtClean="0"/>
            <a:t>Document a second dataset</a:t>
          </a:r>
          <a:endParaRPr lang="en-US" dirty="0"/>
        </a:p>
      </dgm:t>
    </dgm:pt>
    <dgm:pt modelId="{05C46883-1DB9-4A3F-AF08-C14DCEBCA36E}" type="parTrans" cxnId="{BC903791-CF9F-4230-B26E-660EF46740C3}">
      <dgm:prSet/>
      <dgm:spPr/>
    </dgm:pt>
    <dgm:pt modelId="{3A36CF58-953C-4975-9ABB-38A4BF17DCAB}" type="sibTrans" cxnId="{BC903791-CF9F-4230-B26E-660EF46740C3}">
      <dgm:prSet/>
      <dgm:spPr/>
      <dgm:t>
        <a:bodyPr/>
        <a:lstStyle/>
        <a:p>
          <a:endParaRPr lang="en-US"/>
        </a:p>
      </dgm:t>
    </dgm:pt>
    <dgm:pt modelId="{6E4D3557-E985-4996-9DDE-A40B5CE99F21}" type="pres">
      <dgm:prSet presAssocID="{3DF939EE-69A8-448F-8952-CC5F483137CE}" presName="Name0" presStyleCnt="0">
        <dgm:presLayoutVars>
          <dgm:dir/>
          <dgm:resizeHandles val="exact"/>
        </dgm:presLayoutVars>
      </dgm:prSet>
      <dgm:spPr/>
      <dgm:t>
        <a:bodyPr/>
        <a:lstStyle/>
        <a:p>
          <a:endParaRPr lang="en-US"/>
        </a:p>
      </dgm:t>
    </dgm:pt>
    <dgm:pt modelId="{AB279B5A-FA5A-4B7A-AA07-2620BCA97109}" type="pres">
      <dgm:prSet presAssocID="{6CF8C0AF-07CA-4FF4-8544-A82A59F6FCDF}" presName="node" presStyleLbl="node1" presStyleIdx="0" presStyleCnt="7">
        <dgm:presLayoutVars>
          <dgm:bulletEnabled val="1"/>
        </dgm:presLayoutVars>
      </dgm:prSet>
      <dgm:spPr/>
      <dgm:t>
        <a:bodyPr/>
        <a:lstStyle/>
        <a:p>
          <a:endParaRPr lang="en-US"/>
        </a:p>
      </dgm:t>
    </dgm:pt>
    <dgm:pt modelId="{17AACC63-494B-4200-A1B9-863468A751AC}" type="pres">
      <dgm:prSet presAssocID="{E9B17A18-738C-4CCE-911F-5320289F8D22}" presName="sibTrans" presStyleLbl="sibTrans2D1" presStyleIdx="0" presStyleCnt="6"/>
      <dgm:spPr/>
      <dgm:t>
        <a:bodyPr/>
        <a:lstStyle/>
        <a:p>
          <a:endParaRPr lang="en-US"/>
        </a:p>
      </dgm:t>
    </dgm:pt>
    <dgm:pt modelId="{16F29E4B-4256-4930-B682-A526BFAB840A}" type="pres">
      <dgm:prSet presAssocID="{E9B17A18-738C-4CCE-911F-5320289F8D22}" presName="connectorText" presStyleLbl="sibTrans2D1" presStyleIdx="0" presStyleCnt="6"/>
      <dgm:spPr/>
      <dgm:t>
        <a:bodyPr/>
        <a:lstStyle/>
        <a:p>
          <a:endParaRPr lang="en-US"/>
        </a:p>
      </dgm:t>
    </dgm:pt>
    <dgm:pt modelId="{900BC49D-E9CA-4F51-858A-1A0221AA2344}" type="pres">
      <dgm:prSet presAssocID="{3E552EC4-5A78-4DD6-9E16-DA7816EDE5A4}" presName="node" presStyleLbl="node1" presStyleIdx="1" presStyleCnt="7">
        <dgm:presLayoutVars>
          <dgm:bulletEnabled val="1"/>
        </dgm:presLayoutVars>
      </dgm:prSet>
      <dgm:spPr/>
      <dgm:t>
        <a:bodyPr/>
        <a:lstStyle/>
        <a:p>
          <a:endParaRPr lang="en-US"/>
        </a:p>
      </dgm:t>
    </dgm:pt>
    <dgm:pt modelId="{9C9DDCB0-97FF-471E-916C-06F783AEBB79}" type="pres">
      <dgm:prSet presAssocID="{BDBE746E-1159-4FCD-A622-C86F369A688E}" presName="sibTrans" presStyleLbl="sibTrans2D1" presStyleIdx="1" presStyleCnt="6"/>
      <dgm:spPr/>
      <dgm:t>
        <a:bodyPr/>
        <a:lstStyle/>
        <a:p>
          <a:endParaRPr lang="en-US"/>
        </a:p>
      </dgm:t>
    </dgm:pt>
    <dgm:pt modelId="{4C53533E-F40D-4562-A7A7-C5F969EFC823}" type="pres">
      <dgm:prSet presAssocID="{BDBE746E-1159-4FCD-A622-C86F369A688E}" presName="connectorText" presStyleLbl="sibTrans2D1" presStyleIdx="1" presStyleCnt="6"/>
      <dgm:spPr/>
      <dgm:t>
        <a:bodyPr/>
        <a:lstStyle/>
        <a:p>
          <a:endParaRPr lang="en-US"/>
        </a:p>
      </dgm:t>
    </dgm:pt>
    <dgm:pt modelId="{850DBCE4-DC8D-4FFA-A075-1057DF5F6EBF}" type="pres">
      <dgm:prSet presAssocID="{F77086E0-3341-47F3-8C2A-F1CD2E9C5D2D}" presName="node" presStyleLbl="node1" presStyleIdx="2" presStyleCnt="7">
        <dgm:presLayoutVars>
          <dgm:bulletEnabled val="1"/>
        </dgm:presLayoutVars>
      </dgm:prSet>
      <dgm:spPr/>
      <dgm:t>
        <a:bodyPr/>
        <a:lstStyle/>
        <a:p>
          <a:endParaRPr lang="en-US"/>
        </a:p>
      </dgm:t>
    </dgm:pt>
    <dgm:pt modelId="{BD5373F1-04E5-4746-8A88-FB0423E856E1}" type="pres">
      <dgm:prSet presAssocID="{C3F7D457-ABCB-4967-BD2A-23B79B9B22E9}" presName="sibTrans" presStyleLbl="sibTrans2D1" presStyleIdx="2" presStyleCnt="6"/>
      <dgm:spPr/>
      <dgm:t>
        <a:bodyPr/>
        <a:lstStyle/>
        <a:p>
          <a:endParaRPr lang="en-US"/>
        </a:p>
      </dgm:t>
    </dgm:pt>
    <dgm:pt modelId="{95758002-32AA-4EE0-8FA8-911460A6955A}" type="pres">
      <dgm:prSet presAssocID="{C3F7D457-ABCB-4967-BD2A-23B79B9B22E9}" presName="connectorText" presStyleLbl="sibTrans2D1" presStyleIdx="2" presStyleCnt="6"/>
      <dgm:spPr/>
      <dgm:t>
        <a:bodyPr/>
        <a:lstStyle/>
        <a:p>
          <a:endParaRPr lang="en-US"/>
        </a:p>
      </dgm:t>
    </dgm:pt>
    <dgm:pt modelId="{D375FB5B-5E10-4DFB-8957-BD23D6764A84}" type="pres">
      <dgm:prSet presAssocID="{DB8D88B8-9B9C-43BE-B424-6C11978DEA08}" presName="node" presStyleLbl="node1" presStyleIdx="3" presStyleCnt="7">
        <dgm:presLayoutVars>
          <dgm:bulletEnabled val="1"/>
        </dgm:presLayoutVars>
      </dgm:prSet>
      <dgm:spPr/>
      <dgm:t>
        <a:bodyPr/>
        <a:lstStyle/>
        <a:p>
          <a:endParaRPr lang="en-US"/>
        </a:p>
      </dgm:t>
    </dgm:pt>
    <dgm:pt modelId="{77836317-EA93-455F-9587-DFE2C2C04B0C}" type="pres">
      <dgm:prSet presAssocID="{3A36CF58-953C-4975-9ABB-38A4BF17DCAB}" presName="sibTrans" presStyleLbl="sibTrans2D1" presStyleIdx="3" presStyleCnt="6"/>
      <dgm:spPr/>
      <dgm:t>
        <a:bodyPr/>
        <a:lstStyle/>
        <a:p>
          <a:endParaRPr lang="en-US"/>
        </a:p>
      </dgm:t>
    </dgm:pt>
    <dgm:pt modelId="{E7D77D3B-B257-46A6-93BE-930251DD129D}" type="pres">
      <dgm:prSet presAssocID="{3A36CF58-953C-4975-9ABB-38A4BF17DCAB}" presName="connectorText" presStyleLbl="sibTrans2D1" presStyleIdx="3" presStyleCnt="6"/>
      <dgm:spPr/>
      <dgm:t>
        <a:bodyPr/>
        <a:lstStyle/>
        <a:p>
          <a:endParaRPr lang="en-US"/>
        </a:p>
      </dgm:t>
    </dgm:pt>
    <dgm:pt modelId="{7A7A8D33-B2F8-4894-BC9E-03E1B96049E0}" type="pres">
      <dgm:prSet presAssocID="{0D4BE3EA-BE11-443B-97EF-3E2FD52008E0}" presName="node" presStyleLbl="node1" presStyleIdx="4" presStyleCnt="7">
        <dgm:presLayoutVars>
          <dgm:bulletEnabled val="1"/>
        </dgm:presLayoutVars>
      </dgm:prSet>
      <dgm:spPr/>
      <dgm:t>
        <a:bodyPr/>
        <a:lstStyle/>
        <a:p>
          <a:endParaRPr lang="en-US"/>
        </a:p>
      </dgm:t>
    </dgm:pt>
    <dgm:pt modelId="{4532D0B8-992F-4B7E-B9A9-B46A95168EA6}" type="pres">
      <dgm:prSet presAssocID="{4BB4DC0C-5FAA-4098-87F8-079E00EBC07B}" presName="sibTrans" presStyleLbl="sibTrans2D1" presStyleIdx="4" presStyleCnt="6"/>
      <dgm:spPr/>
      <dgm:t>
        <a:bodyPr/>
        <a:lstStyle/>
        <a:p>
          <a:endParaRPr lang="en-US"/>
        </a:p>
      </dgm:t>
    </dgm:pt>
    <dgm:pt modelId="{B9EC075E-FD11-4398-9526-6660DD200F7A}" type="pres">
      <dgm:prSet presAssocID="{4BB4DC0C-5FAA-4098-87F8-079E00EBC07B}" presName="connectorText" presStyleLbl="sibTrans2D1" presStyleIdx="4" presStyleCnt="6"/>
      <dgm:spPr/>
      <dgm:t>
        <a:bodyPr/>
        <a:lstStyle/>
        <a:p>
          <a:endParaRPr lang="en-US"/>
        </a:p>
      </dgm:t>
    </dgm:pt>
    <dgm:pt modelId="{E450AF13-2145-4E1B-8128-12C06246311F}" type="pres">
      <dgm:prSet presAssocID="{F3CDD36F-E778-468F-9D5F-1B3D37276A7A}" presName="node" presStyleLbl="node1" presStyleIdx="5" presStyleCnt="7">
        <dgm:presLayoutVars>
          <dgm:bulletEnabled val="1"/>
        </dgm:presLayoutVars>
      </dgm:prSet>
      <dgm:spPr/>
      <dgm:t>
        <a:bodyPr/>
        <a:lstStyle/>
        <a:p>
          <a:endParaRPr lang="en-US"/>
        </a:p>
      </dgm:t>
    </dgm:pt>
    <dgm:pt modelId="{F2F108D9-BB20-4810-9868-2AB4BB2DE9EE}" type="pres">
      <dgm:prSet presAssocID="{9346FF2F-3A27-4F11-A9C7-E5DBA7D5654E}" presName="sibTrans" presStyleLbl="sibTrans2D1" presStyleIdx="5" presStyleCnt="6"/>
      <dgm:spPr/>
      <dgm:t>
        <a:bodyPr/>
        <a:lstStyle/>
        <a:p>
          <a:endParaRPr lang="en-US"/>
        </a:p>
      </dgm:t>
    </dgm:pt>
    <dgm:pt modelId="{710B82BA-D509-4BFF-85D3-A16A5DEAA6A6}" type="pres">
      <dgm:prSet presAssocID="{9346FF2F-3A27-4F11-A9C7-E5DBA7D5654E}" presName="connectorText" presStyleLbl="sibTrans2D1" presStyleIdx="5" presStyleCnt="6"/>
      <dgm:spPr/>
      <dgm:t>
        <a:bodyPr/>
        <a:lstStyle/>
        <a:p>
          <a:endParaRPr lang="en-US"/>
        </a:p>
      </dgm:t>
    </dgm:pt>
    <dgm:pt modelId="{3103FA50-0B6E-417C-B694-5D5759BFDDC5}" type="pres">
      <dgm:prSet presAssocID="{F5A8D89B-233F-461C-B105-821CE9C2DD45}" presName="node" presStyleLbl="node1" presStyleIdx="6" presStyleCnt="7">
        <dgm:presLayoutVars>
          <dgm:bulletEnabled val="1"/>
        </dgm:presLayoutVars>
      </dgm:prSet>
      <dgm:spPr/>
      <dgm:t>
        <a:bodyPr/>
        <a:lstStyle/>
        <a:p>
          <a:endParaRPr lang="en-US"/>
        </a:p>
      </dgm:t>
    </dgm:pt>
  </dgm:ptLst>
  <dgm:cxnLst>
    <dgm:cxn modelId="{BC903791-CF9F-4230-B26E-660EF46740C3}" srcId="{3DF939EE-69A8-448F-8952-CC5F483137CE}" destId="{DB8D88B8-9B9C-43BE-B424-6C11978DEA08}" srcOrd="3" destOrd="0" parTransId="{05C46883-1DB9-4A3F-AF08-C14DCEBCA36E}" sibTransId="{3A36CF58-953C-4975-9ABB-38A4BF17DCAB}"/>
    <dgm:cxn modelId="{B0F744C0-8F79-451A-AC93-9DE1AC271AF5}" type="presOf" srcId="{BDBE746E-1159-4FCD-A622-C86F369A688E}" destId="{9C9DDCB0-97FF-471E-916C-06F783AEBB79}" srcOrd="0" destOrd="0" presId="urn:microsoft.com/office/officeart/2005/8/layout/process1"/>
    <dgm:cxn modelId="{8374BC60-8664-4D57-848D-5FBADB5E9248}" type="presOf" srcId="{F5A8D89B-233F-461C-B105-821CE9C2DD45}" destId="{3103FA50-0B6E-417C-B694-5D5759BFDDC5}" srcOrd="0" destOrd="0" presId="urn:microsoft.com/office/officeart/2005/8/layout/process1"/>
    <dgm:cxn modelId="{12BABD50-1EFD-446B-9152-05932B08A9BB}" type="presOf" srcId="{E9B17A18-738C-4CCE-911F-5320289F8D22}" destId="{16F29E4B-4256-4930-B682-A526BFAB840A}" srcOrd="1" destOrd="0" presId="urn:microsoft.com/office/officeart/2005/8/layout/process1"/>
    <dgm:cxn modelId="{70F692CD-338E-469D-A6B4-D08FE21AB61D}" type="presOf" srcId="{DB8D88B8-9B9C-43BE-B424-6C11978DEA08}" destId="{D375FB5B-5E10-4DFB-8957-BD23D6764A84}" srcOrd="0" destOrd="0" presId="urn:microsoft.com/office/officeart/2005/8/layout/process1"/>
    <dgm:cxn modelId="{F43223B6-E235-4699-9926-B9CF18A48518}" srcId="{3DF939EE-69A8-448F-8952-CC5F483137CE}" destId="{F3CDD36F-E778-468F-9D5F-1B3D37276A7A}" srcOrd="5" destOrd="0" parTransId="{A01F881C-4D62-4EC8-ACF7-2CF1C4E75502}" sibTransId="{9346FF2F-3A27-4F11-A9C7-E5DBA7D5654E}"/>
    <dgm:cxn modelId="{DA713D1E-FB5D-4398-B495-9883B3106F59}" srcId="{3DF939EE-69A8-448F-8952-CC5F483137CE}" destId="{6CF8C0AF-07CA-4FF4-8544-A82A59F6FCDF}" srcOrd="0" destOrd="0" parTransId="{18897E51-69BC-4D53-AF54-A49290C71019}" sibTransId="{E9B17A18-738C-4CCE-911F-5320289F8D22}"/>
    <dgm:cxn modelId="{C02EF287-5500-433F-A826-2111B44F3D6F}" type="presOf" srcId="{F3CDD36F-E778-468F-9D5F-1B3D37276A7A}" destId="{E450AF13-2145-4E1B-8128-12C06246311F}" srcOrd="0" destOrd="0" presId="urn:microsoft.com/office/officeart/2005/8/layout/process1"/>
    <dgm:cxn modelId="{6603AC7E-1FBF-4BBA-A758-D7618FF46D84}" type="presOf" srcId="{3A36CF58-953C-4975-9ABB-38A4BF17DCAB}" destId="{E7D77D3B-B257-46A6-93BE-930251DD129D}" srcOrd="1" destOrd="0" presId="urn:microsoft.com/office/officeart/2005/8/layout/process1"/>
    <dgm:cxn modelId="{73C0A8BC-A1BB-40D1-AE17-9A9BA502F16E}" type="presOf" srcId="{C3F7D457-ABCB-4967-BD2A-23B79B9B22E9}" destId="{95758002-32AA-4EE0-8FA8-911460A6955A}" srcOrd="1" destOrd="0" presId="urn:microsoft.com/office/officeart/2005/8/layout/process1"/>
    <dgm:cxn modelId="{D2AFE800-BD0C-470D-A70D-96BF30EE89EC}" type="presOf" srcId="{E9B17A18-738C-4CCE-911F-5320289F8D22}" destId="{17AACC63-494B-4200-A1B9-863468A751AC}" srcOrd="0" destOrd="0" presId="urn:microsoft.com/office/officeart/2005/8/layout/process1"/>
    <dgm:cxn modelId="{431A1894-1002-4601-AB15-E687D3A1E018}" srcId="{3DF939EE-69A8-448F-8952-CC5F483137CE}" destId="{0D4BE3EA-BE11-443B-97EF-3E2FD52008E0}" srcOrd="4" destOrd="0" parTransId="{0413CE6D-88C0-49FA-8321-725456DCB07B}" sibTransId="{4BB4DC0C-5FAA-4098-87F8-079E00EBC07B}"/>
    <dgm:cxn modelId="{7BA2AB71-EE3A-493E-B5ED-07106FEDCE0C}" type="presOf" srcId="{4BB4DC0C-5FAA-4098-87F8-079E00EBC07B}" destId="{4532D0B8-992F-4B7E-B9A9-B46A95168EA6}" srcOrd="0" destOrd="0" presId="urn:microsoft.com/office/officeart/2005/8/layout/process1"/>
    <dgm:cxn modelId="{DA4A7186-6E6D-477C-987A-696E1B54E43C}" srcId="{3DF939EE-69A8-448F-8952-CC5F483137CE}" destId="{F77086E0-3341-47F3-8C2A-F1CD2E9C5D2D}" srcOrd="2" destOrd="0" parTransId="{39957600-D758-4C3C-B841-6902BF600413}" sibTransId="{C3F7D457-ABCB-4967-BD2A-23B79B9B22E9}"/>
    <dgm:cxn modelId="{564B5B03-B63E-43B7-861C-FE515276D73B}" type="presOf" srcId="{0D4BE3EA-BE11-443B-97EF-3E2FD52008E0}" destId="{7A7A8D33-B2F8-4894-BC9E-03E1B96049E0}" srcOrd="0" destOrd="0" presId="urn:microsoft.com/office/officeart/2005/8/layout/process1"/>
    <dgm:cxn modelId="{AD4614E3-BD39-4AEE-AE04-EC37B674C562}" type="presOf" srcId="{BDBE746E-1159-4FCD-A622-C86F369A688E}" destId="{4C53533E-F40D-4562-A7A7-C5F969EFC823}" srcOrd="1" destOrd="0" presId="urn:microsoft.com/office/officeart/2005/8/layout/process1"/>
    <dgm:cxn modelId="{DD560066-7372-49C6-87BA-1F75F2E23D18}" type="presOf" srcId="{3A36CF58-953C-4975-9ABB-38A4BF17DCAB}" destId="{77836317-EA93-455F-9587-DFE2C2C04B0C}" srcOrd="0" destOrd="0" presId="urn:microsoft.com/office/officeart/2005/8/layout/process1"/>
    <dgm:cxn modelId="{6E6D4255-5138-4087-A4E4-4D841D2B78D8}" type="presOf" srcId="{6CF8C0AF-07CA-4FF4-8544-A82A59F6FCDF}" destId="{AB279B5A-FA5A-4B7A-AA07-2620BCA97109}" srcOrd="0" destOrd="0" presId="urn:microsoft.com/office/officeart/2005/8/layout/process1"/>
    <dgm:cxn modelId="{11E8E3F7-587E-4B8E-A9CB-C8910225E23C}" type="presOf" srcId="{9346FF2F-3A27-4F11-A9C7-E5DBA7D5654E}" destId="{710B82BA-D509-4BFF-85D3-A16A5DEAA6A6}" srcOrd="1" destOrd="0" presId="urn:microsoft.com/office/officeart/2005/8/layout/process1"/>
    <dgm:cxn modelId="{38843AE5-E3C2-49D0-9ED6-AD57CD868C73}" type="presOf" srcId="{C3F7D457-ABCB-4967-BD2A-23B79B9B22E9}" destId="{BD5373F1-04E5-4746-8A88-FB0423E856E1}" srcOrd="0" destOrd="0" presId="urn:microsoft.com/office/officeart/2005/8/layout/process1"/>
    <dgm:cxn modelId="{CEC66BA1-BCDB-4300-8BE3-846CDF1DA244}" type="presOf" srcId="{9346FF2F-3A27-4F11-A9C7-E5DBA7D5654E}" destId="{F2F108D9-BB20-4810-9868-2AB4BB2DE9EE}" srcOrd="0" destOrd="0" presId="urn:microsoft.com/office/officeart/2005/8/layout/process1"/>
    <dgm:cxn modelId="{C6ACAEED-F936-44FD-8CDF-CC650D2589D4}" type="presOf" srcId="{3DF939EE-69A8-448F-8952-CC5F483137CE}" destId="{6E4D3557-E985-4996-9DDE-A40B5CE99F21}" srcOrd="0" destOrd="0" presId="urn:microsoft.com/office/officeart/2005/8/layout/process1"/>
    <dgm:cxn modelId="{D7DFCE8A-2D31-42F3-91CC-02419DCF3777}" srcId="{3DF939EE-69A8-448F-8952-CC5F483137CE}" destId="{3E552EC4-5A78-4DD6-9E16-DA7816EDE5A4}" srcOrd="1" destOrd="0" parTransId="{D0F5545E-AD05-46FA-A48E-D3EFCA33DCD1}" sibTransId="{BDBE746E-1159-4FCD-A622-C86F369A688E}"/>
    <dgm:cxn modelId="{E4A1B54D-CDE7-442F-88D0-AC2BD9E60EAA}" type="presOf" srcId="{3E552EC4-5A78-4DD6-9E16-DA7816EDE5A4}" destId="{900BC49D-E9CA-4F51-858A-1A0221AA2344}" srcOrd="0" destOrd="0" presId="urn:microsoft.com/office/officeart/2005/8/layout/process1"/>
    <dgm:cxn modelId="{BAD41DA3-4F95-4D49-B019-3ACF5826D60D}" srcId="{3DF939EE-69A8-448F-8952-CC5F483137CE}" destId="{F5A8D89B-233F-461C-B105-821CE9C2DD45}" srcOrd="6" destOrd="0" parTransId="{BA186F6B-7BC0-41BB-A449-966B28C188FB}" sibTransId="{B69903FA-097B-4C2F-A97D-4ECE8720637A}"/>
    <dgm:cxn modelId="{6238C81B-900A-4D2D-9771-B87205B06AD1}" type="presOf" srcId="{4BB4DC0C-5FAA-4098-87F8-079E00EBC07B}" destId="{B9EC075E-FD11-4398-9526-6660DD200F7A}" srcOrd="1" destOrd="0" presId="urn:microsoft.com/office/officeart/2005/8/layout/process1"/>
    <dgm:cxn modelId="{DD6932BF-4F4D-4A93-80F6-14AD87321C03}" type="presOf" srcId="{F77086E0-3341-47F3-8C2A-F1CD2E9C5D2D}" destId="{850DBCE4-DC8D-4FFA-A075-1057DF5F6EBF}" srcOrd="0" destOrd="0" presId="urn:microsoft.com/office/officeart/2005/8/layout/process1"/>
    <dgm:cxn modelId="{52244367-4B1A-4CA1-A9F3-C6CB4EC491BB}" type="presParOf" srcId="{6E4D3557-E985-4996-9DDE-A40B5CE99F21}" destId="{AB279B5A-FA5A-4B7A-AA07-2620BCA97109}" srcOrd="0" destOrd="0" presId="urn:microsoft.com/office/officeart/2005/8/layout/process1"/>
    <dgm:cxn modelId="{355849E3-F262-4082-9F03-5B68846DF39A}" type="presParOf" srcId="{6E4D3557-E985-4996-9DDE-A40B5CE99F21}" destId="{17AACC63-494B-4200-A1B9-863468A751AC}" srcOrd="1" destOrd="0" presId="urn:microsoft.com/office/officeart/2005/8/layout/process1"/>
    <dgm:cxn modelId="{4DD05F2D-41D6-4F7E-BCF6-0AD87FEA8017}" type="presParOf" srcId="{17AACC63-494B-4200-A1B9-863468A751AC}" destId="{16F29E4B-4256-4930-B682-A526BFAB840A}" srcOrd="0" destOrd="0" presId="urn:microsoft.com/office/officeart/2005/8/layout/process1"/>
    <dgm:cxn modelId="{F2936273-A99C-4356-91B2-3943F40630EA}" type="presParOf" srcId="{6E4D3557-E985-4996-9DDE-A40B5CE99F21}" destId="{900BC49D-E9CA-4F51-858A-1A0221AA2344}" srcOrd="2" destOrd="0" presId="urn:microsoft.com/office/officeart/2005/8/layout/process1"/>
    <dgm:cxn modelId="{49A361AB-D5A7-4411-B469-109F0C9FBFD8}" type="presParOf" srcId="{6E4D3557-E985-4996-9DDE-A40B5CE99F21}" destId="{9C9DDCB0-97FF-471E-916C-06F783AEBB79}" srcOrd="3" destOrd="0" presId="urn:microsoft.com/office/officeart/2005/8/layout/process1"/>
    <dgm:cxn modelId="{7D680BDE-6197-4FF8-8C2F-3373479D557E}" type="presParOf" srcId="{9C9DDCB0-97FF-471E-916C-06F783AEBB79}" destId="{4C53533E-F40D-4562-A7A7-C5F969EFC823}" srcOrd="0" destOrd="0" presId="urn:microsoft.com/office/officeart/2005/8/layout/process1"/>
    <dgm:cxn modelId="{A1CE690B-8A7D-4050-8EB1-75CD8427C063}" type="presParOf" srcId="{6E4D3557-E985-4996-9DDE-A40B5CE99F21}" destId="{850DBCE4-DC8D-4FFA-A075-1057DF5F6EBF}" srcOrd="4" destOrd="0" presId="urn:microsoft.com/office/officeart/2005/8/layout/process1"/>
    <dgm:cxn modelId="{6E226A1B-5C7C-47B8-B27B-4F95A8BA866A}" type="presParOf" srcId="{6E4D3557-E985-4996-9DDE-A40B5CE99F21}" destId="{BD5373F1-04E5-4746-8A88-FB0423E856E1}" srcOrd="5" destOrd="0" presId="urn:microsoft.com/office/officeart/2005/8/layout/process1"/>
    <dgm:cxn modelId="{1C16ECA8-9505-431F-A7D2-A8836EE09ECA}" type="presParOf" srcId="{BD5373F1-04E5-4746-8A88-FB0423E856E1}" destId="{95758002-32AA-4EE0-8FA8-911460A6955A}" srcOrd="0" destOrd="0" presId="urn:microsoft.com/office/officeart/2005/8/layout/process1"/>
    <dgm:cxn modelId="{E51648DA-B0BD-4940-B348-85E8AF688476}" type="presParOf" srcId="{6E4D3557-E985-4996-9DDE-A40B5CE99F21}" destId="{D375FB5B-5E10-4DFB-8957-BD23D6764A84}" srcOrd="6" destOrd="0" presId="urn:microsoft.com/office/officeart/2005/8/layout/process1"/>
    <dgm:cxn modelId="{3D5175E2-7C1A-4AB8-A570-B7587A1D1476}" type="presParOf" srcId="{6E4D3557-E985-4996-9DDE-A40B5CE99F21}" destId="{77836317-EA93-455F-9587-DFE2C2C04B0C}" srcOrd="7" destOrd="0" presId="urn:microsoft.com/office/officeart/2005/8/layout/process1"/>
    <dgm:cxn modelId="{DDDB8C45-B981-4428-B1C3-60E0CB122D95}" type="presParOf" srcId="{77836317-EA93-455F-9587-DFE2C2C04B0C}" destId="{E7D77D3B-B257-46A6-93BE-930251DD129D}" srcOrd="0" destOrd="0" presId="urn:microsoft.com/office/officeart/2005/8/layout/process1"/>
    <dgm:cxn modelId="{F508665C-F6DF-4F4B-87AD-7BE006D63219}" type="presParOf" srcId="{6E4D3557-E985-4996-9DDE-A40B5CE99F21}" destId="{7A7A8D33-B2F8-4894-BC9E-03E1B96049E0}" srcOrd="8" destOrd="0" presId="urn:microsoft.com/office/officeart/2005/8/layout/process1"/>
    <dgm:cxn modelId="{FE1310DA-DFA9-43D1-9322-301521C8F446}" type="presParOf" srcId="{6E4D3557-E985-4996-9DDE-A40B5CE99F21}" destId="{4532D0B8-992F-4B7E-B9A9-B46A95168EA6}" srcOrd="9" destOrd="0" presId="urn:microsoft.com/office/officeart/2005/8/layout/process1"/>
    <dgm:cxn modelId="{24A4E879-5271-47C0-AD01-C1D805289FDE}" type="presParOf" srcId="{4532D0B8-992F-4B7E-B9A9-B46A95168EA6}" destId="{B9EC075E-FD11-4398-9526-6660DD200F7A}" srcOrd="0" destOrd="0" presId="urn:microsoft.com/office/officeart/2005/8/layout/process1"/>
    <dgm:cxn modelId="{46375A29-3DBD-4E5A-A2DC-5DC338C1BDE1}" type="presParOf" srcId="{6E4D3557-E985-4996-9DDE-A40B5CE99F21}" destId="{E450AF13-2145-4E1B-8128-12C06246311F}" srcOrd="10" destOrd="0" presId="urn:microsoft.com/office/officeart/2005/8/layout/process1"/>
    <dgm:cxn modelId="{7BFEC5D2-DA03-45E2-9694-F3DF139F6128}" type="presParOf" srcId="{6E4D3557-E985-4996-9DDE-A40B5CE99F21}" destId="{F2F108D9-BB20-4810-9868-2AB4BB2DE9EE}" srcOrd="11" destOrd="0" presId="urn:microsoft.com/office/officeart/2005/8/layout/process1"/>
    <dgm:cxn modelId="{7EC18A7A-0778-479B-930B-EB4BB7770A08}" type="presParOf" srcId="{F2F108D9-BB20-4810-9868-2AB4BB2DE9EE}" destId="{710B82BA-D509-4BFF-85D3-A16A5DEAA6A6}" srcOrd="0" destOrd="0" presId="urn:microsoft.com/office/officeart/2005/8/layout/process1"/>
    <dgm:cxn modelId="{DA4E131A-0440-4D6F-8C32-3F57F6CB2957}" type="presParOf" srcId="{6E4D3557-E985-4996-9DDE-A40B5CE99F21}" destId="{3103FA50-0B6E-417C-B694-5D5759BFDDC5}"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5271821-C250-4F6A-9661-47CC60831DC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US"/>
        </a:p>
      </dgm:t>
    </dgm:pt>
    <dgm:pt modelId="{D582A4D6-11E5-4295-B7F0-8FC1F32923E3}">
      <dgm:prSet/>
      <dgm:spPr/>
      <dgm:t>
        <a:bodyPr/>
        <a:lstStyle/>
        <a:p>
          <a:pPr rtl="0"/>
          <a:r>
            <a:rPr lang="en-US" smtClean="0"/>
            <a:t>PDF data dictionaries</a:t>
          </a:r>
          <a:endParaRPr lang="en-US"/>
        </a:p>
      </dgm:t>
    </dgm:pt>
    <dgm:pt modelId="{E5FC100D-4E82-40B6-A739-BCFB0CE308B5}" type="parTrans" cxnId="{F6E259BC-05E6-4749-B8E8-37C668FFECEE}">
      <dgm:prSet/>
      <dgm:spPr/>
      <dgm:t>
        <a:bodyPr/>
        <a:lstStyle/>
        <a:p>
          <a:endParaRPr lang="en-US"/>
        </a:p>
      </dgm:t>
    </dgm:pt>
    <dgm:pt modelId="{27129097-C06C-472A-A3BC-70D4DC2E260E}" type="sibTrans" cxnId="{F6E259BC-05E6-4749-B8E8-37C668FFECEE}">
      <dgm:prSet/>
      <dgm:spPr/>
      <dgm:t>
        <a:bodyPr/>
        <a:lstStyle/>
        <a:p>
          <a:endParaRPr lang="en-US"/>
        </a:p>
      </dgm:t>
    </dgm:pt>
    <dgm:pt modelId="{FC4FF8F6-31E9-4F38-AD79-D68FA822554A}">
      <dgm:prSet/>
      <dgm:spPr/>
      <dgm:t>
        <a:bodyPr/>
        <a:lstStyle/>
        <a:p>
          <a:pPr rtl="0"/>
          <a:r>
            <a:rPr lang="en-US" smtClean="0"/>
            <a:t>Static web sites</a:t>
          </a:r>
          <a:endParaRPr lang="en-US"/>
        </a:p>
      </dgm:t>
    </dgm:pt>
    <dgm:pt modelId="{938B7255-B360-44BC-B938-502172E883E3}" type="parTrans" cxnId="{BF39AF31-92CD-414E-9393-DF8056A14396}">
      <dgm:prSet/>
      <dgm:spPr/>
      <dgm:t>
        <a:bodyPr/>
        <a:lstStyle/>
        <a:p>
          <a:endParaRPr lang="en-US"/>
        </a:p>
      </dgm:t>
    </dgm:pt>
    <dgm:pt modelId="{9C65352F-3ADD-4D89-B33F-E97B13B50FB8}" type="sibTrans" cxnId="{BF39AF31-92CD-414E-9393-DF8056A14396}">
      <dgm:prSet/>
      <dgm:spPr/>
      <dgm:t>
        <a:bodyPr/>
        <a:lstStyle/>
        <a:p>
          <a:endParaRPr lang="en-US"/>
        </a:p>
      </dgm:t>
    </dgm:pt>
    <dgm:pt modelId="{27DE32A8-6669-4D2B-9A9A-D5FF96194FF6}">
      <dgm:prSet/>
      <dgm:spPr/>
      <dgm:t>
        <a:bodyPr/>
        <a:lstStyle/>
        <a:p>
          <a:pPr rtl="0"/>
          <a:r>
            <a:rPr lang="en-US" smtClean="0"/>
            <a:t>Dynamic, searchable web applications</a:t>
          </a:r>
          <a:endParaRPr lang="en-US"/>
        </a:p>
      </dgm:t>
    </dgm:pt>
    <dgm:pt modelId="{30492BC6-8FE5-4D1C-9626-41E36E210FF6}" type="parTrans" cxnId="{14EF5345-85C4-4625-92AE-DA39FE34CDAD}">
      <dgm:prSet/>
      <dgm:spPr/>
      <dgm:t>
        <a:bodyPr/>
        <a:lstStyle/>
        <a:p>
          <a:endParaRPr lang="en-US"/>
        </a:p>
      </dgm:t>
    </dgm:pt>
    <dgm:pt modelId="{F0DE1702-7245-46F4-9286-88A798C25A6F}" type="sibTrans" cxnId="{14EF5345-85C4-4625-92AE-DA39FE34CDAD}">
      <dgm:prSet/>
      <dgm:spPr/>
      <dgm:t>
        <a:bodyPr/>
        <a:lstStyle/>
        <a:p>
          <a:endParaRPr lang="en-US"/>
        </a:p>
      </dgm:t>
    </dgm:pt>
    <dgm:pt modelId="{A5475033-8BBF-4114-8DA4-DC9C0015AD1D}">
      <dgm:prSet/>
      <dgm:spPr/>
      <dgm:t>
        <a:bodyPr/>
        <a:lstStyle/>
        <a:p>
          <a:pPr rtl="0"/>
          <a:r>
            <a:rPr lang="en-US" smtClean="0"/>
            <a:t>Annotated data files</a:t>
          </a:r>
          <a:endParaRPr lang="en-US"/>
        </a:p>
      </dgm:t>
    </dgm:pt>
    <dgm:pt modelId="{E8A595D0-188C-4F25-91D6-55D94D1D1A69}" type="parTrans" cxnId="{EA85B556-66B2-42BA-874C-0A6BD3DD767B}">
      <dgm:prSet/>
      <dgm:spPr/>
      <dgm:t>
        <a:bodyPr/>
        <a:lstStyle/>
        <a:p>
          <a:endParaRPr lang="en-US"/>
        </a:p>
      </dgm:t>
    </dgm:pt>
    <dgm:pt modelId="{4B5DA68D-8FCC-4213-B117-9B7383AD51B9}" type="sibTrans" cxnId="{EA85B556-66B2-42BA-874C-0A6BD3DD767B}">
      <dgm:prSet/>
      <dgm:spPr/>
      <dgm:t>
        <a:bodyPr/>
        <a:lstStyle/>
        <a:p>
          <a:endParaRPr lang="en-US"/>
        </a:p>
      </dgm:t>
    </dgm:pt>
    <dgm:pt modelId="{01795BA6-DF5E-403B-84DE-558741F41165}" type="pres">
      <dgm:prSet presAssocID="{85271821-C250-4F6A-9661-47CC60831DCA}" presName="linearFlow" presStyleCnt="0">
        <dgm:presLayoutVars>
          <dgm:dir/>
          <dgm:resizeHandles val="exact"/>
        </dgm:presLayoutVars>
      </dgm:prSet>
      <dgm:spPr/>
      <dgm:t>
        <a:bodyPr/>
        <a:lstStyle/>
        <a:p>
          <a:endParaRPr lang="en-US"/>
        </a:p>
      </dgm:t>
    </dgm:pt>
    <dgm:pt modelId="{58413BD5-AE40-47A9-86CC-E8BB8D7B3648}" type="pres">
      <dgm:prSet presAssocID="{D582A4D6-11E5-4295-B7F0-8FC1F32923E3}" presName="composite" presStyleCnt="0"/>
      <dgm:spPr/>
    </dgm:pt>
    <dgm:pt modelId="{DA58B81E-BADE-46A3-AD53-D58A39324569}" type="pres">
      <dgm:prSet presAssocID="{D582A4D6-11E5-4295-B7F0-8FC1F32923E3}" presName="imgShp" presStyleLbl="fgImgPlace1" presStyleIdx="0" presStyleCnt="4"/>
      <dgm:spPr/>
    </dgm:pt>
    <dgm:pt modelId="{00D7AB90-F605-4534-8EBC-99DA12EAC4C8}" type="pres">
      <dgm:prSet presAssocID="{D582A4D6-11E5-4295-B7F0-8FC1F32923E3}" presName="txShp" presStyleLbl="node1" presStyleIdx="0" presStyleCnt="4">
        <dgm:presLayoutVars>
          <dgm:bulletEnabled val="1"/>
        </dgm:presLayoutVars>
      </dgm:prSet>
      <dgm:spPr/>
      <dgm:t>
        <a:bodyPr/>
        <a:lstStyle/>
        <a:p>
          <a:endParaRPr lang="en-US"/>
        </a:p>
      </dgm:t>
    </dgm:pt>
    <dgm:pt modelId="{13534BE9-EBA3-4BCD-9563-FB12787C2D46}" type="pres">
      <dgm:prSet presAssocID="{27129097-C06C-472A-A3BC-70D4DC2E260E}" presName="spacing" presStyleCnt="0"/>
      <dgm:spPr/>
    </dgm:pt>
    <dgm:pt modelId="{53C4B1B6-50EA-4CCE-862D-448577BC0FF1}" type="pres">
      <dgm:prSet presAssocID="{FC4FF8F6-31E9-4F38-AD79-D68FA822554A}" presName="composite" presStyleCnt="0"/>
      <dgm:spPr/>
    </dgm:pt>
    <dgm:pt modelId="{6657B9DD-5C2D-4329-920B-22E2D54A7ABC}" type="pres">
      <dgm:prSet presAssocID="{FC4FF8F6-31E9-4F38-AD79-D68FA822554A}" presName="imgShp" presStyleLbl="fgImgPlace1" presStyleIdx="1" presStyleCnt="4"/>
      <dgm:spPr/>
    </dgm:pt>
    <dgm:pt modelId="{5E8EA2AB-7DD5-416C-8FFB-DC057F8B3862}" type="pres">
      <dgm:prSet presAssocID="{FC4FF8F6-31E9-4F38-AD79-D68FA822554A}" presName="txShp" presStyleLbl="node1" presStyleIdx="1" presStyleCnt="4">
        <dgm:presLayoutVars>
          <dgm:bulletEnabled val="1"/>
        </dgm:presLayoutVars>
      </dgm:prSet>
      <dgm:spPr/>
      <dgm:t>
        <a:bodyPr/>
        <a:lstStyle/>
        <a:p>
          <a:endParaRPr lang="en-US"/>
        </a:p>
      </dgm:t>
    </dgm:pt>
    <dgm:pt modelId="{A588785B-75B6-4A56-8836-3BAFADC4322B}" type="pres">
      <dgm:prSet presAssocID="{9C65352F-3ADD-4D89-B33F-E97B13B50FB8}" presName="spacing" presStyleCnt="0"/>
      <dgm:spPr/>
    </dgm:pt>
    <dgm:pt modelId="{B5B19178-2BC8-403F-A6A4-4ADABF6B89D9}" type="pres">
      <dgm:prSet presAssocID="{27DE32A8-6669-4D2B-9A9A-D5FF96194FF6}" presName="composite" presStyleCnt="0"/>
      <dgm:spPr/>
    </dgm:pt>
    <dgm:pt modelId="{3370C81D-D97F-4F47-B1DF-9372B550E60A}" type="pres">
      <dgm:prSet presAssocID="{27DE32A8-6669-4D2B-9A9A-D5FF96194FF6}" presName="imgShp" presStyleLbl="fgImgPlace1" presStyleIdx="2" presStyleCnt="4"/>
      <dgm:spPr/>
    </dgm:pt>
    <dgm:pt modelId="{5C54988A-A0F1-4E81-B55F-5AF9FB42CDB8}" type="pres">
      <dgm:prSet presAssocID="{27DE32A8-6669-4D2B-9A9A-D5FF96194FF6}" presName="txShp" presStyleLbl="node1" presStyleIdx="2" presStyleCnt="4">
        <dgm:presLayoutVars>
          <dgm:bulletEnabled val="1"/>
        </dgm:presLayoutVars>
      </dgm:prSet>
      <dgm:spPr/>
      <dgm:t>
        <a:bodyPr/>
        <a:lstStyle/>
        <a:p>
          <a:endParaRPr lang="en-US"/>
        </a:p>
      </dgm:t>
    </dgm:pt>
    <dgm:pt modelId="{E769E73A-DDD2-491D-A9DD-2FCC53221B53}" type="pres">
      <dgm:prSet presAssocID="{F0DE1702-7245-46F4-9286-88A798C25A6F}" presName="spacing" presStyleCnt="0"/>
      <dgm:spPr/>
    </dgm:pt>
    <dgm:pt modelId="{6CC7C91C-A434-433D-9D2A-877868FE568B}" type="pres">
      <dgm:prSet presAssocID="{A5475033-8BBF-4114-8DA4-DC9C0015AD1D}" presName="composite" presStyleCnt="0"/>
      <dgm:spPr/>
    </dgm:pt>
    <dgm:pt modelId="{3C60DDDB-14D1-461D-938F-CE0B1FDE5C3B}" type="pres">
      <dgm:prSet presAssocID="{A5475033-8BBF-4114-8DA4-DC9C0015AD1D}" presName="imgShp" presStyleLbl="fgImgPlace1" presStyleIdx="3" presStyleCnt="4"/>
      <dgm:spPr/>
    </dgm:pt>
    <dgm:pt modelId="{0B49DDE7-92C6-46C4-B0DB-BF09039F685A}" type="pres">
      <dgm:prSet presAssocID="{A5475033-8BBF-4114-8DA4-DC9C0015AD1D}" presName="txShp" presStyleLbl="node1" presStyleIdx="3" presStyleCnt="4">
        <dgm:presLayoutVars>
          <dgm:bulletEnabled val="1"/>
        </dgm:presLayoutVars>
      </dgm:prSet>
      <dgm:spPr/>
      <dgm:t>
        <a:bodyPr/>
        <a:lstStyle/>
        <a:p>
          <a:endParaRPr lang="en-US"/>
        </a:p>
      </dgm:t>
    </dgm:pt>
  </dgm:ptLst>
  <dgm:cxnLst>
    <dgm:cxn modelId="{3CEE7340-0C0F-45B3-BAB6-CF5CDFA6B3C2}" type="presOf" srcId="{27DE32A8-6669-4D2B-9A9A-D5FF96194FF6}" destId="{5C54988A-A0F1-4E81-B55F-5AF9FB42CDB8}" srcOrd="0" destOrd="0" presId="urn:microsoft.com/office/officeart/2005/8/layout/vList3"/>
    <dgm:cxn modelId="{F3719EDF-A85F-4805-8CD6-A2F5D794A7A0}" type="presOf" srcId="{FC4FF8F6-31E9-4F38-AD79-D68FA822554A}" destId="{5E8EA2AB-7DD5-416C-8FFB-DC057F8B3862}" srcOrd="0" destOrd="0" presId="urn:microsoft.com/office/officeart/2005/8/layout/vList3"/>
    <dgm:cxn modelId="{14EF5345-85C4-4625-92AE-DA39FE34CDAD}" srcId="{85271821-C250-4F6A-9661-47CC60831DCA}" destId="{27DE32A8-6669-4D2B-9A9A-D5FF96194FF6}" srcOrd="2" destOrd="0" parTransId="{30492BC6-8FE5-4D1C-9626-41E36E210FF6}" sibTransId="{F0DE1702-7245-46F4-9286-88A798C25A6F}"/>
    <dgm:cxn modelId="{EA85B556-66B2-42BA-874C-0A6BD3DD767B}" srcId="{85271821-C250-4F6A-9661-47CC60831DCA}" destId="{A5475033-8BBF-4114-8DA4-DC9C0015AD1D}" srcOrd="3" destOrd="0" parTransId="{E8A595D0-188C-4F25-91D6-55D94D1D1A69}" sibTransId="{4B5DA68D-8FCC-4213-B117-9B7383AD51B9}"/>
    <dgm:cxn modelId="{7F087C30-9A96-4B61-88A3-6695DC71D62D}" type="presOf" srcId="{A5475033-8BBF-4114-8DA4-DC9C0015AD1D}" destId="{0B49DDE7-92C6-46C4-B0DB-BF09039F685A}" srcOrd="0" destOrd="0" presId="urn:microsoft.com/office/officeart/2005/8/layout/vList3"/>
    <dgm:cxn modelId="{F6E259BC-05E6-4749-B8E8-37C668FFECEE}" srcId="{85271821-C250-4F6A-9661-47CC60831DCA}" destId="{D582A4D6-11E5-4295-B7F0-8FC1F32923E3}" srcOrd="0" destOrd="0" parTransId="{E5FC100D-4E82-40B6-A739-BCFB0CE308B5}" sibTransId="{27129097-C06C-472A-A3BC-70D4DC2E260E}"/>
    <dgm:cxn modelId="{BF39AF31-92CD-414E-9393-DF8056A14396}" srcId="{85271821-C250-4F6A-9661-47CC60831DCA}" destId="{FC4FF8F6-31E9-4F38-AD79-D68FA822554A}" srcOrd="1" destOrd="0" parTransId="{938B7255-B360-44BC-B938-502172E883E3}" sibTransId="{9C65352F-3ADD-4D89-B33F-E97B13B50FB8}"/>
    <dgm:cxn modelId="{08C883A2-3B7E-4316-9846-CC1241AB0247}" type="presOf" srcId="{D582A4D6-11E5-4295-B7F0-8FC1F32923E3}" destId="{00D7AB90-F605-4534-8EBC-99DA12EAC4C8}" srcOrd="0" destOrd="0" presId="urn:microsoft.com/office/officeart/2005/8/layout/vList3"/>
    <dgm:cxn modelId="{9B8A6343-D4EC-4AE2-819E-89C26B8A1D61}" type="presOf" srcId="{85271821-C250-4F6A-9661-47CC60831DCA}" destId="{01795BA6-DF5E-403B-84DE-558741F41165}" srcOrd="0" destOrd="0" presId="urn:microsoft.com/office/officeart/2005/8/layout/vList3"/>
    <dgm:cxn modelId="{F97323C8-CD66-4FAE-81A2-B4262ECA3C7D}" type="presParOf" srcId="{01795BA6-DF5E-403B-84DE-558741F41165}" destId="{58413BD5-AE40-47A9-86CC-E8BB8D7B3648}" srcOrd="0" destOrd="0" presId="urn:microsoft.com/office/officeart/2005/8/layout/vList3"/>
    <dgm:cxn modelId="{C3CD7E46-BDD9-41DB-A037-FCA033DBEE59}" type="presParOf" srcId="{58413BD5-AE40-47A9-86CC-E8BB8D7B3648}" destId="{DA58B81E-BADE-46A3-AD53-D58A39324569}" srcOrd="0" destOrd="0" presId="urn:microsoft.com/office/officeart/2005/8/layout/vList3"/>
    <dgm:cxn modelId="{164F1855-A098-4723-90D4-EED5F6FB8439}" type="presParOf" srcId="{58413BD5-AE40-47A9-86CC-E8BB8D7B3648}" destId="{00D7AB90-F605-4534-8EBC-99DA12EAC4C8}" srcOrd="1" destOrd="0" presId="urn:microsoft.com/office/officeart/2005/8/layout/vList3"/>
    <dgm:cxn modelId="{3D9AB98C-B82C-42DF-9FEC-1862F6EA005C}" type="presParOf" srcId="{01795BA6-DF5E-403B-84DE-558741F41165}" destId="{13534BE9-EBA3-4BCD-9563-FB12787C2D46}" srcOrd="1" destOrd="0" presId="urn:microsoft.com/office/officeart/2005/8/layout/vList3"/>
    <dgm:cxn modelId="{1DFEEA4A-D081-47C6-8E48-43E5A86E296F}" type="presParOf" srcId="{01795BA6-DF5E-403B-84DE-558741F41165}" destId="{53C4B1B6-50EA-4CCE-862D-448577BC0FF1}" srcOrd="2" destOrd="0" presId="urn:microsoft.com/office/officeart/2005/8/layout/vList3"/>
    <dgm:cxn modelId="{0D6F6989-EEDF-45DA-B73C-9637A919C7B7}" type="presParOf" srcId="{53C4B1B6-50EA-4CCE-862D-448577BC0FF1}" destId="{6657B9DD-5C2D-4329-920B-22E2D54A7ABC}" srcOrd="0" destOrd="0" presId="urn:microsoft.com/office/officeart/2005/8/layout/vList3"/>
    <dgm:cxn modelId="{14C2338D-200D-4643-8DE6-7099052EE797}" type="presParOf" srcId="{53C4B1B6-50EA-4CCE-862D-448577BC0FF1}" destId="{5E8EA2AB-7DD5-416C-8FFB-DC057F8B3862}" srcOrd="1" destOrd="0" presId="urn:microsoft.com/office/officeart/2005/8/layout/vList3"/>
    <dgm:cxn modelId="{5641BE8F-D05B-40C6-A175-96E7E276C544}" type="presParOf" srcId="{01795BA6-DF5E-403B-84DE-558741F41165}" destId="{A588785B-75B6-4A56-8836-3BAFADC4322B}" srcOrd="3" destOrd="0" presId="urn:microsoft.com/office/officeart/2005/8/layout/vList3"/>
    <dgm:cxn modelId="{2A8039AA-909F-4B7F-A006-A1B0007A5102}" type="presParOf" srcId="{01795BA6-DF5E-403B-84DE-558741F41165}" destId="{B5B19178-2BC8-403F-A6A4-4ADABF6B89D9}" srcOrd="4" destOrd="0" presId="urn:microsoft.com/office/officeart/2005/8/layout/vList3"/>
    <dgm:cxn modelId="{3C839613-3D6D-4AF4-8AA1-B3E1E2338BA8}" type="presParOf" srcId="{B5B19178-2BC8-403F-A6A4-4ADABF6B89D9}" destId="{3370C81D-D97F-4F47-B1DF-9372B550E60A}" srcOrd="0" destOrd="0" presId="urn:microsoft.com/office/officeart/2005/8/layout/vList3"/>
    <dgm:cxn modelId="{A722B868-EDF7-4E7C-AE1F-0283F7E67750}" type="presParOf" srcId="{B5B19178-2BC8-403F-A6A4-4ADABF6B89D9}" destId="{5C54988A-A0F1-4E81-B55F-5AF9FB42CDB8}" srcOrd="1" destOrd="0" presId="urn:microsoft.com/office/officeart/2005/8/layout/vList3"/>
    <dgm:cxn modelId="{903F3DB3-D84D-40F3-A4DF-5280DB1D8883}" type="presParOf" srcId="{01795BA6-DF5E-403B-84DE-558741F41165}" destId="{E769E73A-DDD2-491D-A9DD-2FCC53221B53}" srcOrd="5" destOrd="0" presId="urn:microsoft.com/office/officeart/2005/8/layout/vList3"/>
    <dgm:cxn modelId="{C2F623D7-8AE2-453C-BE93-637D93920FB7}" type="presParOf" srcId="{01795BA6-DF5E-403B-84DE-558741F41165}" destId="{6CC7C91C-A434-433D-9D2A-877868FE568B}" srcOrd="6" destOrd="0" presId="urn:microsoft.com/office/officeart/2005/8/layout/vList3"/>
    <dgm:cxn modelId="{98505B1E-78B9-4A50-AF3C-D40B32CA0674}" type="presParOf" srcId="{6CC7C91C-A434-433D-9D2A-877868FE568B}" destId="{3C60DDDB-14D1-461D-938F-CE0B1FDE5C3B}" srcOrd="0" destOrd="0" presId="urn:microsoft.com/office/officeart/2005/8/layout/vList3"/>
    <dgm:cxn modelId="{4CC8E523-00CD-41EE-9287-B91EC054330C}" type="presParOf" srcId="{6CC7C91C-A434-433D-9D2A-877868FE568B}" destId="{0B49DDE7-92C6-46C4-B0DB-BF09039F685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A1FA5E1-0EFA-40BF-B9C1-AC98799E817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FF99629-CD81-4CF2-8FEE-17C7518ECAC0}">
      <dgm:prSet/>
      <dgm:spPr/>
      <dgm:t>
        <a:bodyPr/>
        <a:lstStyle/>
        <a:p>
          <a:pPr rtl="0"/>
          <a:r>
            <a:rPr lang="en-US" smtClean="0"/>
            <a:t>Variable</a:t>
          </a:r>
          <a:endParaRPr lang="en-US"/>
        </a:p>
      </dgm:t>
    </dgm:pt>
    <dgm:pt modelId="{49B54129-EA89-4364-9F25-F0A03ED907AF}" type="parTrans" cxnId="{668BFC48-09D8-4905-BAD2-1402705E72D8}">
      <dgm:prSet/>
      <dgm:spPr/>
      <dgm:t>
        <a:bodyPr/>
        <a:lstStyle/>
        <a:p>
          <a:endParaRPr lang="en-US"/>
        </a:p>
      </dgm:t>
    </dgm:pt>
    <dgm:pt modelId="{0A8D19BC-8512-4FBF-B7B5-4FA4E91A6EF5}" type="sibTrans" cxnId="{668BFC48-09D8-4905-BAD2-1402705E72D8}">
      <dgm:prSet/>
      <dgm:spPr/>
      <dgm:t>
        <a:bodyPr/>
        <a:lstStyle/>
        <a:p>
          <a:endParaRPr lang="en-US"/>
        </a:p>
      </dgm:t>
    </dgm:pt>
    <dgm:pt modelId="{654E8AFA-532F-4B40-84CE-9EBC8D7C72B3}">
      <dgm:prSet/>
      <dgm:spPr/>
      <dgm:t>
        <a:bodyPr/>
        <a:lstStyle/>
        <a:p>
          <a:pPr rtl="0"/>
          <a:r>
            <a:rPr lang="en-US" dirty="0" smtClean="0"/>
            <a:t>RepresentedVariable</a:t>
          </a:r>
          <a:endParaRPr lang="en-US" dirty="0"/>
        </a:p>
      </dgm:t>
    </dgm:pt>
    <dgm:pt modelId="{360A1BA9-EC8D-40B4-89B1-C7C3F48DEF18}" type="parTrans" cxnId="{5BD0DF5D-CD3D-4FA5-908E-91449F466B27}">
      <dgm:prSet/>
      <dgm:spPr/>
      <dgm:t>
        <a:bodyPr/>
        <a:lstStyle/>
        <a:p>
          <a:endParaRPr lang="en-US"/>
        </a:p>
      </dgm:t>
    </dgm:pt>
    <dgm:pt modelId="{41343143-5C56-47EE-9150-121C7054893F}" type="sibTrans" cxnId="{5BD0DF5D-CD3D-4FA5-908E-91449F466B27}">
      <dgm:prSet/>
      <dgm:spPr/>
      <dgm:t>
        <a:bodyPr/>
        <a:lstStyle/>
        <a:p>
          <a:endParaRPr lang="en-US"/>
        </a:p>
      </dgm:t>
    </dgm:pt>
    <dgm:pt modelId="{FB114F98-C430-4D95-867C-16E67323E49A}">
      <dgm:prSet/>
      <dgm:spPr/>
      <dgm:t>
        <a:bodyPr/>
        <a:lstStyle/>
        <a:p>
          <a:pPr rtl="0"/>
          <a:r>
            <a:rPr lang="en-US" smtClean="0"/>
            <a:t>ConceptualVariable</a:t>
          </a:r>
          <a:endParaRPr lang="en-US"/>
        </a:p>
      </dgm:t>
    </dgm:pt>
    <dgm:pt modelId="{49D1F1CC-63A0-4041-AA24-27100384A223}" type="parTrans" cxnId="{534306DA-31B2-4265-9F7A-FFE84A2D25C9}">
      <dgm:prSet/>
      <dgm:spPr/>
      <dgm:t>
        <a:bodyPr/>
        <a:lstStyle/>
        <a:p>
          <a:endParaRPr lang="en-US"/>
        </a:p>
      </dgm:t>
    </dgm:pt>
    <dgm:pt modelId="{EE7B50F9-0AD5-49CA-8DE3-6DFD5DCAFDD3}" type="sibTrans" cxnId="{534306DA-31B2-4265-9F7A-FFE84A2D25C9}">
      <dgm:prSet/>
      <dgm:spPr/>
      <dgm:t>
        <a:bodyPr/>
        <a:lstStyle/>
        <a:p>
          <a:endParaRPr lang="en-US"/>
        </a:p>
      </dgm:t>
    </dgm:pt>
    <dgm:pt modelId="{B9D56C6B-8AD8-4182-B72C-FB3DB061C067}" type="pres">
      <dgm:prSet presAssocID="{5A1FA5E1-0EFA-40BF-B9C1-AC98799E8177}" presName="linear" presStyleCnt="0">
        <dgm:presLayoutVars>
          <dgm:animLvl val="lvl"/>
          <dgm:resizeHandles val="exact"/>
        </dgm:presLayoutVars>
      </dgm:prSet>
      <dgm:spPr/>
      <dgm:t>
        <a:bodyPr/>
        <a:lstStyle/>
        <a:p>
          <a:endParaRPr lang="en-US"/>
        </a:p>
      </dgm:t>
    </dgm:pt>
    <dgm:pt modelId="{FDB24348-069A-4267-B7CC-A37DEB5B434D}" type="pres">
      <dgm:prSet presAssocID="{5FF99629-CD81-4CF2-8FEE-17C7518ECAC0}" presName="parentText" presStyleLbl="node1" presStyleIdx="0" presStyleCnt="3">
        <dgm:presLayoutVars>
          <dgm:chMax val="0"/>
          <dgm:bulletEnabled val="1"/>
        </dgm:presLayoutVars>
      </dgm:prSet>
      <dgm:spPr/>
      <dgm:t>
        <a:bodyPr/>
        <a:lstStyle/>
        <a:p>
          <a:endParaRPr lang="en-US"/>
        </a:p>
      </dgm:t>
    </dgm:pt>
    <dgm:pt modelId="{969DAB02-83D0-45F4-8602-CFD4536EFD88}" type="pres">
      <dgm:prSet presAssocID="{0A8D19BC-8512-4FBF-B7B5-4FA4E91A6EF5}" presName="spacer" presStyleCnt="0"/>
      <dgm:spPr/>
    </dgm:pt>
    <dgm:pt modelId="{CEEF53A4-12D2-4868-B445-A4E352281F14}" type="pres">
      <dgm:prSet presAssocID="{654E8AFA-532F-4B40-84CE-9EBC8D7C72B3}" presName="parentText" presStyleLbl="node1" presStyleIdx="1" presStyleCnt="3">
        <dgm:presLayoutVars>
          <dgm:chMax val="0"/>
          <dgm:bulletEnabled val="1"/>
        </dgm:presLayoutVars>
      </dgm:prSet>
      <dgm:spPr/>
      <dgm:t>
        <a:bodyPr/>
        <a:lstStyle/>
        <a:p>
          <a:endParaRPr lang="en-US"/>
        </a:p>
      </dgm:t>
    </dgm:pt>
    <dgm:pt modelId="{1DCEF501-EA74-4712-B40D-87E4531E8034}" type="pres">
      <dgm:prSet presAssocID="{41343143-5C56-47EE-9150-121C7054893F}" presName="spacer" presStyleCnt="0"/>
      <dgm:spPr/>
    </dgm:pt>
    <dgm:pt modelId="{906D75C1-1895-466B-B653-9B1E7620142E}" type="pres">
      <dgm:prSet presAssocID="{FB114F98-C430-4D95-867C-16E67323E49A}" presName="parentText" presStyleLbl="node1" presStyleIdx="2" presStyleCnt="3">
        <dgm:presLayoutVars>
          <dgm:chMax val="0"/>
          <dgm:bulletEnabled val="1"/>
        </dgm:presLayoutVars>
      </dgm:prSet>
      <dgm:spPr/>
      <dgm:t>
        <a:bodyPr/>
        <a:lstStyle/>
        <a:p>
          <a:endParaRPr lang="en-US"/>
        </a:p>
      </dgm:t>
    </dgm:pt>
  </dgm:ptLst>
  <dgm:cxnLst>
    <dgm:cxn modelId="{89EDF4B8-0F27-4AE7-8AA1-DA2652FE7D37}" type="presOf" srcId="{FB114F98-C430-4D95-867C-16E67323E49A}" destId="{906D75C1-1895-466B-B653-9B1E7620142E}" srcOrd="0" destOrd="0" presId="urn:microsoft.com/office/officeart/2005/8/layout/vList2"/>
    <dgm:cxn modelId="{5BD0DF5D-CD3D-4FA5-908E-91449F466B27}" srcId="{5A1FA5E1-0EFA-40BF-B9C1-AC98799E8177}" destId="{654E8AFA-532F-4B40-84CE-9EBC8D7C72B3}" srcOrd="1" destOrd="0" parTransId="{360A1BA9-EC8D-40B4-89B1-C7C3F48DEF18}" sibTransId="{41343143-5C56-47EE-9150-121C7054893F}"/>
    <dgm:cxn modelId="{668BFC48-09D8-4905-BAD2-1402705E72D8}" srcId="{5A1FA5E1-0EFA-40BF-B9C1-AC98799E8177}" destId="{5FF99629-CD81-4CF2-8FEE-17C7518ECAC0}" srcOrd="0" destOrd="0" parTransId="{49B54129-EA89-4364-9F25-F0A03ED907AF}" sibTransId="{0A8D19BC-8512-4FBF-B7B5-4FA4E91A6EF5}"/>
    <dgm:cxn modelId="{534306DA-31B2-4265-9F7A-FFE84A2D25C9}" srcId="{5A1FA5E1-0EFA-40BF-B9C1-AC98799E8177}" destId="{FB114F98-C430-4D95-867C-16E67323E49A}" srcOrd="2" destOrd="0" parTransId="{49D1F1CC-63A0-4041-AA24-27100384A223}" sibTransId="{EE7B50F9-0AD5-49CA-8DE3-6DFD5DCAFDD3}"/>
    <dgm:cxn modelId="{A1BAA380-BDBF-4BFE-A6B6-04B90556F537}" type="presOf" srcId="{5FF99629-CD81-4CF2-8FEE-17C7518ECAC0}" destId="{FDB24348-069A-4267-B7CC-A37DEB5B434D}" srcOrd="0" destOrd="0" presId="urn:microsoft.com/office/officeart/2005/8/layout/vList2"/>
    <dgm:cxn modelId="{07844407-76ED-4167-9E57-9B8978536A96}" type="presOf" srcId="{5A1FA5E1-0EFA-40BF-B9C1-AC98799E8177}" destId="{B9D56C6B-8AD8-4182-B72C-FB3DB061C067}" srcOrd="0" destOrd="0" presId="urn:microsoft.com/office/officeart/2005/8/layout/vList2"/>
    <dgm:cxn modelId="{74FDEDDC-9ACD-4CB5-AA72-989AB969BB6C}" type="presOf" srcId="{654E8AFA-532F-4B40-84CE-9EBC8D7C72B3}" destId="{CEEF53A4-12D2-4868-B445-A4E352281F14}" srcOrd="0" destOrd="0" presId="urn:microsoft.com/office/officeart/2005/8/layout/vList2"/>
    <dgm:cxn modelId="{17C05FEE-8EE7-4914-B54F-698E83AA0779}" type="presParOf" srcId="{B9D56C6B-8AD8-4182-B72C-FB3DB061C067}" destId="{FDB24348-069A-4267-B7CC-A37DEB5B434D}" srcOrd="0" destOrd="0" presId="urn:microsoft.com/office/officeart/2005/8/layout/vList2"/>
    <dgm:cxn modelId="{40DA8B00-0AF7-4590-B09C-C43A40FED107}" type="presParOf" srcId="{B9D56C6B-8AD8-4182-B72C-FB3DB061C067}" destId="{969DAB02-83D0-45F4-8602-CFD4536EFD88}" srcOrd="1" destOrd="0" presId="urn:microsoft.com/office/officeart/2005/8/layout/vList2"/>
    <dgm:cxn modelId="{975084FC-E3C2-4D5F-8087-7C1939722CD7}" type="presParOf" srcId="{B9D56C6B-8AD8-4182-B72C-FB3DB061C067}" destId="{CEEF53A4-12D2-4868-B445-A4E352281F14}" srcOrd="2" destOrd="0" presId="urn:microsoft.com/office/officeart/2005/8/layout/vList2"/>
    <dgm:cxn modelId="{997DCF7A-0000-4C56-A72A-AD01F3EF3661}" type="presParOf" srcId="{B9D56C6B-8AD8-4182-B72C-FB3DB061C067}" destId="{1DCEF501-EA74-4712-B40D-87E4531E8034}" srcOrd="3" destOrd="0" presId="urn:microsoft.com/office/officeart/2005/8/layout/vList2"/>
    <dgm:cxn modelId="{3EC084CF-6104-4EA8-8D77-1FB0613386E7}" type="presParOf" srcId="{B9D56C6B-8AD8-4182-B72C-FB3DB061C067}" destId="{906D75C1-1895-466B-B653-9B1E7620142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79B5A-FA5A-4B7A-AA07-2620BCA97109}">
      <dsp:nvSpPr>
        <dsp:cNvPr id="0" name=""/>
        <dsp:cNvSpPr/>
      </dsp:nvSpPr>
      <dsp:spPr>
        <a:xfrm>
          <a:off x="3052"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Describe a single dataset</a:t>
          </a:r>
          <a:endParaRPr lang="en-US" sz="1200" kern="1200" dirty="0"/>
        </a:p>
      </dsp:txBody>
      <dsp:txXfrm>
        <a:off x="23364" y="1921453"/>
        <a:ext cx="1115237" cy="652892"/>
      </dsp:txXfrm>
    </dsp:sp>
    <dsp:sp modelId="{17AACC63-494B-4200-A1B9-863468A751AC}">
      <dsp:nvSpPr>
        <dsp:cNvPr id="0" name=""/>
        <dsp:cNvSpPr/>
      </dsp:nvSpPr>
      <dsp:spPr>
        <a:xfrm>
          <a:off x="1274499"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1274499" y="2161904"/>
        <a:ext cx="171529" cy="171991"/>
      </dsp:txXfrm>
    </dsp:sp>
    <dsp:sp modelId="{900BC49D-E9CA-4F51-858A-1A0221AA2344}">
      <dsp:nvSpPr>
        <dsp:cNvPr id="0" name=""/>
        <dsp:cNvSpPr/>
      </dsp:nvSpPr>
      <dsp:spPr>
        <a:xfrm>
          <a:off x="1621257"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Create a concept hierarchy</a:t>
          </a:r>
          <a:endParaRPr lang="en-US" sz="1200" kern="1200" dirty="0"/>
        </a:p>
      </dsp:txBody>
      <dsp:txXfrm>
        <a:off x="1641569" y="1921453"/>
        <a:ext cx="1115237" cy="652892"/>
      </dsp:txXfrm>
    </dsp:sp>
    <dsp:sp modelId="{9C9DDCB0-97FF-471E-916C-06F783AEBB79}">
      <dsp:nvSpPr>
        <dsp:cNvPr id="0" name=""/>
        <dsp:cNvSpPr/>
      </dsp:nvSpPr>
      <dsp:spPr>
        <a:xfrm>
          <a:off x="2892705"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2892705" y="2161904"/>
        <a:ext cx="171529" cy="171991"/>
      </dsp:txXfrm>
    </dsp:sp>
    <dsp:sp modelId="{D375FB5B-5E10-4DFB-8957-BD23D6764A84}">
      <dsp:nvSpPr>
        <dsp:cNvPr id="0" name=""/>
        <dsp:cNvSpPr/>
      </dsp:nvSpPr>
      <dsp:spPr>
        <a:xfrm>
          <a:off x="3239463"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Document a second dataset</a:t>
          </a:r>
          <a:endParaRPr lang="en-US" sz="1200" kern="1200" dirty="0"/>
        </a:p>
      </dsp:txBody>
      <dsp:txXfrm>
        <a:off x="3259775" y="1921453"/>
        <a:ext cx="1115237" cy="652892"/>
      </dsp:txXfrm>
    </dsp:sp>
    <dsp:sp modelId="{77836317-EA93-455F-9587-DFE2C2C04B0C}">
      <dsp:nvSpPr>
        <dsp:cNvPr id="0" name=""/>
        <dsp:cNvSpPr/>
      </dsp:nvSpPr>
      <dsp:spPr>
        <a:xfrm>
          <a:off x="4510911"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4510911" y="2161904"/>
        <a:ext cx="171529" cy="171991"/>
      </dsp:txXfrm>
    </dsp:sp>
    <dsp:sp modelId="{7A7A8D33-B2F8-4894-BC9E-03E1B96049E0}">
      <dsp:nvSpPr>
        <dsp:cNvPr id="0" name=""/>
        <dsp:cNvSpPr/>
      </dsp:nvSpPr>
      <dsp:spPr>
        <a:xfrm>
          <a:off x="4857669"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Create common variable definitions</a:t>
          </a:r>
          <a:endParaRPr lang="en-US" sz="1200" kern="1200" dirty="0"/>
        </a:p>
      </dsp:txBody>
      <dsp:txXfrm>
        <a:off x="4877981" y="1921453"/>
        <a:ext cx="1115237" cy="652892"/>
      </dsp:txXfrm>
    </dsp:sp>
    <dsp:sp modelId="{4532D0B8-992F-4B7E-B9A9-B46A95168EA6}">
      <dsp:nvSpPr>
        <dsp:cNvPr id="0" name=""/>
        <dsp:cNvSpPr/>
      </dsp:nvSpPr>
      <dsp:spPr>
        <a:xfrm>
          <a:off x="6129116"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6129116" y="2161904"/>
        <a:ext cx="171529" cy="171991"/>
      </dsp:txXfrm>
    </dsp:sp>
    <dsp:sp modelId="{E450AF13-2145-4E1B-8128-12C06246311F}">
      <dsp:nvSpPr>
        <dsp:cNvPr id="0" name=""/>
        <dsp:cNvSpPr/>
      </dsp:nvSpPr>
      <dsp:spPr>
        <a:xfrm>
          <a:off x="6475875"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Assign common variable definitions</a:t>
          </a:r>
          <a:endParaRPr lang="en-US" sz="1200" kern="1200" dirty="0"/>
        </a:p>
      </dsp:txBody>
      <dsp:txXfrm>
        <a:off x="6496187" y="1921453"/>
        <a:ext cx="1115237" cy="652892"/>
      </dsp:txXfrm>
    </dsp:sp>
    <dsp:sp modelId="{F2F108D9-BB20-4810-9868-2AB4BB2DE9EE}">
      <dsp:nvSpPr>
        <dsp:cNvPr id="0" name=""/>
        <dsp:cNvSpPr/>
      </dsp:nvSpPr>
      <dsp:spPr>
        <a:xfrm>
          <a:off x="7747322"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7747322" y="2161904"/>
        <a:ext cx="171529" cy="171991"/>
      </dsp:txXfrm>
    </dsp:sp>
    <dsp:sp modelId="{1C3BA3E5-EDDA-434A-8CF7-648ED3975D63}">
      <dsp:nvSpPr>
        <dsp:cNvPr id="0" name=""/>
        <dsp:cNvSpPr/>
      </dsp:nvSpPr>
      <dsp:spPr>
        <a:xfrm>
          <a:off x="8094080"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smtClean="0"/>
            <a:t>Assign concepts</a:t>
          </a:r>
          <a:endParaRPr lang="en-US" sz="1200" kern="1200" dirty="0"/>
        </a:p>
      </dsp:txBody>
      <dsp:txXfrm>
        <a:off x="8114392" y="1921453"/>
        <a:ext cx="1115237" cy="652892"/>
      </dsp:txXfrm>
    </dsp:sp>
    <dsp:sp modelId="{B2F4F7C0-C8F4-4C00-87A5-A6D864026C1E}">
      <dsp:nvSpPr>
        <dsp:cNvPr id="0" name=""/>
        <dsp:cNvSpPr/>
      </dsp:nvSpPr>
      <dsp:spPr>
        <a:xfrm>
          <a:off x="9365528"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9365528" y="2161904"/>
        <a:ext cx="171529" cy="171991"/>
      </dsp:txXfrm>
    </dsp:sp>
    <dsp:sp modelId="{3103FA50-0B6E-417C-B694-5D5759BFDDC5}">
      <dsp:nvSpPr>
        <dsp:cNvPr id="0" name=""/>
        <dsp:cNvSpPr/>
      </dsp:nvSpPr>
      <dsp:spPr>
        <a:xfrm>
          <a:off x="9712286"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Publish documentation</a:t>
          </a:r>
          <a:endParaRPr lang="en-US" sz="1200" kern="1200" dirty="0"/>
        </a:p>
      </dsp:txBody>
      <dsp:txXfrm>
        <a:off x="9732598" y="1921453"/>
        <a:ext cx="1115237" cy="6528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79B5A-FA5A-4B7A-AA07-2620BCA97109}">
      <dsp:nvSpPr>
        <dsp:cNvPr id="0" name=""/>
        <dsp:cNvSpPr/>
      </dsp:nvSpPr>
      <dsp:spPr>
        <a:xfrm>
          <a:off x="3052"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Describe a single dataset</a:t>
          </a:r>
          <a:endParaRPr lang="en-US" sz="1200" kern="1200" dirty="0"/>
        </a:p>
      </dsp:txBody>
      <dsp:txXfrm>
        <a:off x="23364" y="1921453"/>
        <a:ext cx="1115237" cy="652892"/>
      </dsp:txXfrm>
    </dsp:sp>
    <dsp:sp modelId="{17AACC63-494B-4200-A1B9-863468A751AC}">
      <dsp:nvSpPr>
        <dsp:cNvPr id="0" name=""/>
        <dsp:cNvSpPr/>
      </dsp:nvSpPr>
      <dsp:spPr>
        <a:xfrm>
          <a:off x="1274499"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1274499" y="2161904"/>
        <a:ext cx="171529" cy="171991"/>
      </dsp:txXfrm>
    </dsp:sp>
    <dsp:sp modelId="{900BC49D-E9CA-4F51-858A-1A0221AA2344}">
      <dsp:nvSpPr>
        <dsp:cNvPr id="0" name=""/>
        <dsp:cNvSpPr/>
      </dsp:nvSpPr>
      <dsp:spPr>
        <a:xfrm>
          <a:off x="1621257"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Create a concept hierarchy</a:t>
          </a:r>
          <a:endParaRPr lang="en-US" sz="1200" kern="1200" dirty="0"/>
        </a:p>
      </dsp:txBody>
      <dsp:txXfrm>
        <a:off x="1641569" y="1921453"/>
        <a:ext cx="1115237" cy="652892"/>
      </dsp:txXfrm>
    </dsp:sp>
    <dsp:sp modelId="{9C9DDCB0-97FF-471E-916C-06F783AEBB79}">
      <dsp:nvSpPr>
        <dsp:cNvPr id="0" name=""/>
        <dsp:cNvSpPr/>
      </dsp:nvSpPr>
      <dsp:spPr>
        <a:xfrm>
          <a:off x="2892705"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2892705" y="2161904"/>
        <a:ext cx="171529" cy="171991"/>
      </dsp:txXfrm>
    </dsp:sp>
    <dsp:sp modelId="{850DBCE4-DC8D-4FFA-A075-1057DF5F6EBF}">
      <dsp:nvSpPr>
        <dsp:cNvPr id="0" name=""/>
        <dsp:cNvSpPr/>
      </dsp:nvSpPr>
      <dsp:spPr>
        <a:xfrm>
          <a:off x="3239463"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Assign concepts</a:t>
          </a:r>
          <a:endParaRPr lang="en-US" sz="1200" kern="1200" dirty="0"/>
        </a:p>
      </dsp:txBody>
      <dsp:txXfrm>
        <a:off x="3259775" y="1921453"/>
        <a:ext cx="1115237" cy="652892"/>
      </dsp:txXfrm>
    </dsp:sp>
    <dsp:sp modelId="{BD5373F1-04E5-4746-8A88-FB0423E856E1}">
      <dsp:nvSpPr>
        <dsp:cNvPr id="0" name=""/>
        <dsp:cNvSpPr/>
      </dsp:nvSpPr>
      <dsp:spPr>
        <a:xfrm>
          <a:off x="4510911"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4510911" y="2161904"/>
        <a:ext cx="171529" cy="171991"/>
      </dsp:txXfrm>
    </dsp:sp>
    <dsp:sp modelId="{D375FB5B-5E10-4DFB-8957-BD23D6764A84}">
      <dsp:nvSpPr>
        <dsp:cNvPr id="0" name=""/>
        <dsp:cNvSpPr/>
      </dsp:nvSpPr>
      <dsp:spPr>
        <a:xfrm>
          <a:off x="4857669"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Document a second dataset</a:t>
          </a:r>
          <a:endParaRPr lang="en-US" sz="1200" kern="1200" dirty="0"/>
        </a:p>
      </dsp:txBody>
      <dsp:txXfrm>
        <a:off x="4877981" y="1921453"/>
        <a:ext cx="1115237" cy="652892"/>
      </dsp:txXfrm>
    </dsp:sp>
    <dsp:sp modelId="{77836317-EA93-455F-9587-DFE2C2C04B0C}">
      <dsp:nvSpPr>
        <dsp:cNvPr id="0" name=""/>
        <dsp:cNvSpPr/>
      </dsp:nvSpPr>
      <dsp:spPr>
        <a:xfrm>
          <a:off x="6129116"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6129116" y="2161904"/>
        <a:ext cx="171529" cy="171991"/>
      </dsp:txXfrm>
    </dsp:sp>
    <dsp:sp modelId="{7A7A8D33-B2F8-4894-BC9E-03E1B96049E0}">
      <dsp:nvSpPr>
        <dsp:cNvPr id="0" name=""/>
        <dsp:cNvSpPr/>
      </dsp:nvSpPr>
      <dsp:spPr>
        <a:xfrm>
          <a:off x="6475875"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Create common variable definitions</a:t>
          </a:r>
          <a:endParaRPr lang="en-US" sz="1200" kern="1200" dirty="0"/>
        </a:p>
      </dsp:txBody>
      <dsp:txXfrm>
        <a:off x="6496187" y="1921453"/>
        <a:ext cx="1115237" cy="652892"/>
      </dsp:txXfrm>
    </dsp:sp>
    <dsp:sp modelId="{4532D0B8-992F-4B7E-B9A9-B46A95168EA6}">
      <dsp:nvSpPr>
        <dsp:cNvPr id="0" name=""/>
        <dsp:cNvSpPr/>
      </dsp:nvSpPr>
      <dsp:spPr>
        <a:xfrm>
          <a:off x="7747322"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7747322" y="2161904"/>
        <a:ext cx="171529" cy="171991"/>
      </dsp:txXfrm>
    </dsp:sp>
    <dsp:sp modelId="{E450AF13-2145-4E1B-8128-12C06246311F}">
      <dsp:nvSpPr>
        <dsp:cNvPr id="0" name=""/>
        <dsp:cNvSpPr/>
      </dsp:nvSpPr>
      <dsp:spPr>
        <a:xfrm>
          <a:off x="8094080"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Assign common variable definitions</a:t>
          </a:r>
          <a:endParaRPr lang="en-US" sz="1200" kern="1200" dirty="0"/>
        </a:p>
      </dsp:txBody>
      <dsp:txXfrm>
        <a:off x="8114392" y="1921453"/>
        <a:ext cx="1115237" cy="652892"/>
      </dsp:txXfrm>
    </dsp:sp>
    <dsp:sp modelId="{F2F108D9-BB20-4810-9868-2AB4BB2DE9EE}">
      <dsp:nvSpPr>
        <dsp:cNvPr id="0" name=""/>
        <dsp:cNvSpPr/>
      </dsp:nvSpPr>
      <dsp:spPr>
        <a:xfrm>
          <a:off x="9365528" y="2104573"/>
          <a:ext cx="245042" cy="28665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00050">
            <a:lnSpc>
              <a:spcPct val="90000"/>
            </a:lnSpc>
            <a:spcBef>
              <a:spcPct val="0"/>
            </a:spcBef>
            <a:spcAft>
              <a:spcPct val="35000"/>
            </a:spcAft>
          </a:pPr>
          <a:endParaRPr lang="en-US" sz="900" kern="1200"/>
        </a:p>
      </dsp:txBody>
      <dsp:txXfrm>
        <a:off x="9365528" y="2161904"/>
        <a:ext cx="171529" cy="171991"/>
      </dsp:txXfrm>
    </dsp:sp>
    <dsp:sp modelId="{3103FA50-0B6E-417C-B694-5D5759BFDDC5}">
      <dsp:nvSpPr>
        <dsp:cNvPr id="0" name=""/>
        <dsp:cNvSpPr/>
      </dsp:nvSpPr>
      <dsp:spPr>
        <a:xfrm>
          <a:off x="9712286" y="1901141"/>
          <a:ext cx="1155861" cy="69351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kern="1200" dirty="0" smtClean="0"/>
            <a:t>Publish documentation</a:t>
          </a:r>
          <a:endParaRPr lang="en-US" sz="1200" kern="1200" dirty="0"/>
        </a:p>
      </dsp:txBody>
      <dsp:txXfrm>
        <a:off x="9732598" y="1921453"/>
        <a:ext cx="1115237" cy="6528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D7AB90-F605-4534-8EBC-99DA12EAC4C8}">
      <dsp:nvSpPr>
        <dsp:cNvPr id="0" name=""/>
        <dsp:cNvSpPr/>
      </dsp:nvSpPr>
      <dsp:spPr>
        <a:xfrm rot="10800000">
          <a:off x="2050319" y="1893"/>
          <a:ext cx="7229348" cy="91757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626" tIns="121920" rIns="227584" bIns="121920" numCol="1" spcCol="1270" anchor="ctr" anchorCtr="0">
          <a:noAutofit/>
        </a:bodyPr>
        <a:lstStyle/>
        <a:p>
          <a:pPr lvl="0" algn="ctr" defTabSz="1422400" rtl="0">
            <a:lnSpc>
              <a:spcPct val="90000"/>
            </a:lnSpc>
            <a:spcBef>
              <a:spcPct val="0"/>
            </a:spcBef>
            <a:spcAft>
              <a:spcPct val="35000"/>
            </a:spcAft>
          </a:pPr>
          <a:r>
            <a:rPr lang="en-US" sz="3200" kern="1200" smtClean="0"/>
            <a:t>PDF data dictionaries</a:t>
          </a:r>
          <a:endParaRPr lang="en-US" sz="3200" kern="1200"/>
        </a:p>
      </dsp:txBody>
      <dsp:txXfrm rot="10800000">
        <a:off x="2279713" y="1893"/>
        <a:ext cx="6999954" cy="917575"/>
      </dsp:txXfrm>
    </dsp:sp>
    <dsp:sp modelId="{DA58B81E-BADE-46A3-AD53-D58A39324569}">
      <dsp:nvSpPr>
        <dsp:cNvPr id="0" name=""/>
        <dsp:cNvSpPr/>
      </dsp:nvSpPr>
      <dsp:spPr>
        <a:xfrm>
          <a:off x="1591532" y="1893"/>
          <a:ext cx="917575" cy="917575"/>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E8EA2AB-7DD5-416C-8FFB-DC057F8B3862}">
      <dsp:nvSpPr>
        <dsp:cNvPr id="0" name=""/>
        <dsp:cNvSpPr/>
      </dsp:nvSpPr>
      <dsp:spPr>
        <a:xfrm rot="10800000">
          <a:off x="2050319" y="1193372"/>
          <a:ext cx="7229348" cy="91757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626" tIns="121920" rIns="227584" bIns="121920" numCol="1" spcCol="1270" anchor="ctr" anchorCtr="0">
          <a:noAutofit/>
        </a:bodyPr>
        <a:lstStyle/>
        <a:p>
          <a:pPr lvl="0" algn="ctr" defTabSz="1422400" rtl="0">
            <a:lnSpc>
              <a:spcPct val="90000"/>
            </a:lnSpc>
            <a:spcBef>
              <a:spcPct val="0"/>
            </a:spcBef>
            <a:spcAft>
              <a:spcPct val="35000"/>
            </a:spcAft>
          </a:pPr>
          <a:r>
            <a:rPr lang="en-US" sz="3200" kern="1200" smtClean="0"/>
            <a:t>Static web sites</a:t>
          </a:r>
          <a:endParaRPr lang="en-US" sz="3200" kern="1200"/>
        </a:p>
      </dsp:txBody>
      <dsp:txXfrm rot="10800000">
        <a:off x="2279713" y="1193372"/>
        <a:ext cx="6999954" cy="917575"/>
      </dsp:txXfrm>
    </dsp:sp>
    <dsp:sp modelId="{6657B9DD-5C2D-4329-920B-22E2D54A7ABC}">
      <dsp:nvSpPr>
        <dsp:cNvPr id="0" name=""/>
        <dsp:cNvSpPr/>
      </dsp:nvSpPr>
      <dsp:spPr>
        <a:xfrm>
          <a:off x="1591532" y="1193372"/>
          <a:ext cx="917575" cy="917575"/>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C54988A-A0F1-4E81-B55F-5AF9FB42CDB8}">
      <dsp:nvSpPr>
        <dsp:cNvPr id="0" name=""/>
        <dsp:cNvSpPr/>
      </dsp:nvSpPr>
      <dsp:spPr>
        <a:xfrm rot="10800000">
          <a:off x="2050319" y="2384851"/>
          <a:ext cx="7229348" cy="91757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626" tIns="121920" rIns="227584" bIns="121920" numCol="1" spcCol="1270" anchor="ctr" anchorCtr="0">
          <a:noAutofit/>
        </a:bodyPr>
        <a:lstStyle/>
        <a:p>
          <a:pPr lvl="0" algn="ctr" defTabSz="1422400" rtl="0">
            <a:lnSpc>
              <a:spcPct val="90000"/>
            </a:lnSpc>
            <a:spcBef>
              <a:spcPct val="0"/>
            </a:spcBef>
            <a:spcAft>
              <a:spcPct val="35000"/>
            </a:spcAft>
          </a:pPr>
          <a:r>
            <a:rPr lang="en-US" sz="3200" kern="1200" smtClean="0"/>
            <a:t>Dynamic, searchable web applications</a:t>
          </a:r>
          <a:endParaRPr lang="en-US" sz="3200" kern="1200"/>
        </a:p>
      </dsp:txBody>
      <dsp:txXfrm rot="10800000">
        <a:off x="2279713" y="2384851"/>
        <a:ext cx="6999954" cy="917575"/>
      </dsp:txXfrm>
    </dsp:sp>
    <dsp:sp modelId="{3370C81D-D97F-4F47-B1DF-9372B550E60A}">
      <dsp:nvSpPr>
        <dsp:cNvPr id="0" name=""/>
        <dsp:cNvSpPr/>
      </dsp:nvSpPr>
      <dsp:spPr>
        <a:xfrm>
          <a:off x="1591532" y="2384851"/>
          <a:ext cx="917575" cy="917575"/>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49DDE7-92C6-46C4-B0DB-BF09039F685A}">
      <dsp:nvSpPr>
        <dsp:cNvPr id="0" name=""/>
        <dsp:cNvSpPr/>
      </dsp:nvSpPr>
      <dsp:spPr>
        <a:xfrm rot="10800000">
          <a:off x="2050319" y="3576330"/>
          <a:ext cx="7229348" cy="917575"/>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4626" tIns="121920" rIns="227584" bIns="121920" numCol="1" spcCol="1270" anchor="ctr" anchorCtr="0">
          <a:noAutofit/>
        </a:bodyPr>
        <a:lstStyle/>
        <a:p>
          <a:pPr lvl="0" algn="ctr" defTabSz="1422400" rtl="0">
            <a:lnSpc>
              <a:spcPct val="90000"/>
            </a:lnSpc>
            <a:spcBef>
              <a:spcPct val="0"/>
            </a:spcBef>
            <a:spcAft>
              <a:spcPct val="35000"/>
            </a:spcAft>
          </a:pPr>
          <a:r>
            <a:rPr lang="en-US" sz="3200" kern="1200" smtClean="0"/>
            <a:t>Annotated data files</a:t>
          </a:r>
          <a:endParaRPr lang="en-US" sz="3200" kern="1200"/>
        </a:p>
      </dsp:txBody>
      <dsp:txXfrm rot="10800000">
        <a:off x="2279713" y="3576330"/>
        <a:ext cx="6999954" cy="917575"/>
      </dsp:txXfrm>
    </dsp:sp>
    <dsp:sp modelId="{3C60DDDB-14D1-461D-938F-CE0B1FDE5C3B}">
      <dsp:nvSpPr>
        <dsp:cNvPr id="0" name=""/>
        <dsp:cNvSpPr/>
      </dsp:nvSpPr>
      <dsp:spPr>
        <a:xfrm>
          <a:off x="1591532" y="3576330"/>
          <a:ext cx="917575" cy="917575"/>
        </a:xfrm>
        <a:prstGeom prst="ellipse">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C2673F-3BE5-4CC0-B87D-EA73231F3A67}" type="datetimeFigureOut">
              <a:rPr lang="en-US" smtClean="0"/>
              <a:t>12/2/2015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F81016-6324-406C-BABC-97B2F607AF6A}" type="slidenum">
              <a:rPr lang="en-US" smtClean="0"/>
              <a:t>‹#›</a:t>
            </a:fld>
            <a:endParaRPr lang="en-US"/>
          </a:p>
        </p:txBody>
      </p:sp>
    </p:spTree>
    <p:extLst>
      <p:ext uri="{BB962C8B-B14F-4D97-AF65-F5344CB8AC3E}">
        <p14:creationId xmlns:p14="http://schemas.microsoft.com/office/powerpoint/2010/main" val="3692969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81016-6324-406C-BABC-97B2F607AF6A}" type="slidenum">
              <a:rPr lang="en-US" smtClean="0"/>
              <a:t>5</a:t>
            </a:fld>
            <a:endParaRPr lang="en-US"/>
          </a:p>
        </p:txBody>
      </p:sp>
    </p:spTree>
    <p:extLst>
      <p:ext uri="{BB962C8B-B14F-4D97-AF65-F5344CB8AC3E}">
        <p14:creationId xmlns:p14="http://schemas.microsoft.com/office/powerpoint/2010/main" val="1640243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many organizations and data producers</a:t>
            </a:r>
            <a:r>
              <a:rPr lang="en-US" baseline="0" dirty="0" smtClean="0"/>
              <a:t> face these same issues. Using a standard allows tools to be shared.</a:t>
            </a:r>
            <a:endParaRPr lang="en-US" dirty="0" smtClean="0"/>
          </a:p>
          <a:p>
            <a:endParaRPr lang="en-US" baseline="0" dirty="0" smtClean="0"/>
          </a:p>
          <a:p>
            <a:r>
              <a:rPr lang="en-US" baseline="0" dirty="0" smtClean="0"/>
              <a:t>This means shared funding, and being able to deploy off-the-shelf software like this, instead of developing the functionality in-house.</a:t>
            </a:r>
          </a:p>
        </p:txBody>
      </p:sp>
      <p:sp>
        <p:nvSpPr>
          <p:cNvPr id="4" name="Slide Number Placeholder 3"/>
          <p:cNvSpPr>
            <a:spLocks noGrp="1"/>
          </p:cNvSpPr>
          <p:nvPr>
            <p:ph type="sldNum" sz="quarter" idx="10"/>
          </p:nvPr>
        </p:nvSpPr>
        <p:spPr/>
        <p:txBody>
          <a:bodyPr/>
          <a:lstStyle/>
          <a:p>
            <a:fld id="{5EBE89EF-5441-4C3B-BCBD-F6E66646ACCB}" type="slidenum">
              <a:rPr lang="en-US" smtClean="0"/>
              <a:t>14</a:t>
            </a:fld>
            <a:endParaRPr lang="en-US"/>
          </a:p>
        </p:txBody>
      </p:sp>
    </p:spTree>
    <p:extLst>
      <p:ext uri="{BB962C8B-B14F-4D97-AF65-F5344CB8AC3E}">
        <p14:creationId xmlns:p14="http://schemas.microsoft.com/office/powerpoint/2010/main" val="3341141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81016-6324-406C-BABC-97B2F607AF6A}" type="slidenum">
              <a:rPr lang="en-US" smtClean="0"/>
              <a:t>30</a:t>
            </a:fld>
            <a:endParaRPr lang="en-US"/>
          </a:p>
        </p:txBody>
      </p:sp>
    </p:spTree>
    <p:extLst>
      <p:ext uri="{BB962C8B-B14F-4D97-AF65-F5344CB8AC3E}">
        <p14:creationId xmlns:p14="http://schemas.microsoft.com/office/powerpoint/2010/main" val="2443676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rich metadata can now be put to use. The DDI XML can be published directly, but more likely, you will want to create web pages, PDFs, or other forms of rich documentation so researchers can understand and use the underlying data.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next section describes some outputs that have been made using this metadata structure.</a:t>
            </a:r>
          </a:p>
          <a:p>
            <a:endParaRPr lang="en-US" dirty="0"/>
          </a:p>
        </p:txBody>
      </p:sp>
      <p:sp>
        <p:nvSpPr>
          <p:cNvPr id="4" name="Slide Number Placeholder 3"/>
          <p:cNvSpPr>
            <a:spLocks noGrp="1"/>
          </p:cNvSpPr>
          <p:nvPr>
            <p:ph type="sldNum" sz="quarter" idx="10"/>
          </p:nvPr>
        </p:nvSpPr>
        <p:spPr/>
        <p:txBody>
          <a:bodyPr/>
          <a:lstStyle/>
          <a:p>
            <a:fld id="{35F81016-6324-406C-BABC-97B2F607AF6A}" type="slidenum">
              <a:rPr lang="en-US" smtClean="0"/>
              <a:t>34</a:t>
            </a:fld>
            <a:endParaRPr lang="en-US"/>
          </a:p>
        </p:txBody>
      </p:sp>
    </p:spTree>
    <p:extLst>
      <p:ext uri="{BB962C8B-B14F-4D97-AF65-F5344CB8AC3E}">
        <p14:creationId xmlns:p14="http://schemas.microsoft.com/office/powerpoint/2010/main" val="2613526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5F81016-6324-406C-BABC-97B2F607AF6A}" type="slidenum">
              <a:rPr lang="en-US" smtClean="0"/>
              <a:t>42</a:t>
            </a:fld>
            <a:endParaRPr lang="en-US"/>
          </a:p>
        </p:txBody>
      </p:sp>
    </p:spTree>
    <p:extLst>
      <p:ext uri="{BB962C8B-B14F-4D97-AF65-F5344CB8AC3E}">
        <p14:creationId xmlns:p14="http://schemas.microsoft.com/office/powerpoint/2010/main" val="2323987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6AD6EE87-EBD5-4F12-A48A-63ACA297AC8F}" type="datetimeFigureOut">
              <a:rPr lang="en-US" smtClean="0"/>
              <a:t>12/2/2015</a:t>
            </a:fld>
            <a:endParaRPr lang="en-US" dirty="0"/>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lstStyle>
          <a:p>
            <a:endParaRPr lang="en-US" dirty="0"/>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309771531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A5D3794B-289A-4A80-97D7-111025398D45}" type="datetimeFigureOut">
              <a:rPr lang="en-US" smtClean="0"/>
              <a:t>12/2/2015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543786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latin typeface="Calibri" panose="020F0502020204030204" pitchFamily="34" charset="0"/>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latin typeface="Calibri" panose="020F0502020204030204" pitchFamily="34" charset="0"/>
              </a:defRPr>
            </a:lvl1pPr>
          </a:lstStyle>
          <a:p>
            <a:r>
              <a:rPr kumimoji="0" lang="en-US" smtClean="0"/>
              <a:t>Click to edit Master title style</a:t>
            </a:r>
            <a:endParaRPr kumimoji="0" lang="en-US" dirty="0"/>
          </a:p>
        </p:txBody>
      </p:sp>
      <p:sp>
        <p:nvSpPr>
          <p:cNvPr id="12" name="Date Placeholder 11"/>
          <p:cNvSpPr>
            <a:spLocks noGrp="1"/>
          </p:cNvSpPr>
          <p:nvPr>
            <p:ph type="dt" sz="half" idx="10"/>
          </p:nvPr>
        </p:nvSpPr>
        <p:spPr/>
        <p:txBody>
          <a:bodyPr/>
          <a:lstStyle>
            <a:lvl1pPr>
              <a:defRPr>
                <a:latin typeface="Calibri" panose="020F0502020204030204" pitchFamily="34" charset="0"/>
              </a:defRPr>
            </a:lvl1pPr>
          </a:lstStyle>
          <a:p>
            <a:fld id="{5A61015F-7CC6-4D0A-9D87-873EA4C304CC}" type="datetimeFigureOut">
              <a:rPr lang="en-US" smtClean="0"/>
              <a:t>12/2/2015</a:t>
            </a:fld>
            <a:endParaRPr lang="en-US" dirty="0"/>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4FAB73BC-B049-4115-A692-8D63A059BFB8}" type="slidenum">
              <a:rPr lang="en-US" smtClean="0"/>
              <a:t>‹#›</a:t>
            </a:fld>
            <a:endParaRPr lang="en-US" dirty="0"/>
          </a:p>
        </p:txBody>
      </p:sp>
      <p:sp>
        <p:nvSpPr>
          <p:cNvPr id="14" name="Footer Placeholder 13"/>
          <p:cNvSpPr>
            <a:spLocks noGrp="1"/>
          </p:cNvSpPr>
          <p:nvPr>
            <p:ph type="ftr" sz="quarter" idx="12"/>
          </p:nvPr>
        </p:nvSpPr>
        <p:spPr/>
        <p:txBody>
          <a:bodyPr/>
          <a:lstStyle>
            <a:lvl1pPr>
              <a:defRPr>
                <a:latin typeface="Calibri" panose="020F0502020204030204" pitchFamily="34" charset="0"/>
              </a:defRPr>
            </a:lvl1pPr>
          </a:lstStyle>
          <a:p>
            <a:endParaRPr lang="en-US" dirty="0"/>
          </a:p>
        </p:txBody>
      </p:sp>
    </p:spTree>
    <p:extLst>
      <p:ext uri="{BB962C8B-B14F-4D97-AF65-F5344CB8AC3E}">
        <p14:creationId xmlns:p14="http://schemas.microsoft.com/office/powerpoint/2010/main" val="23010085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dirty="0"/>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93C6A301-0538-44EC-B09D-202E1042A48B}" type="datetimeFigureOut">
              <a:rPr lang="en-US" smtClean="0"/>
              <a:t>12/2/2015</a:t>
            </a:fld>
            <a:endParaRPr lang="en-US" dirty="0"/>
          </a:p>
        </p:txBody>
      </p:sp>
      <p:sp>
        <p:nvSpPr>
          <p:cNvPr id="10" name="Slide Number Placeholder 9"/>
          <p:cNvSpPr>
            <a:spLocks noGrp="1"/>
          </p:cNvSpPr>
          <p:nvPr>
            <p:ph type="sldNum" sz="quarter" idx="16"/>
          </p:nvPr>
        </p:nvSpPr>
        <p:spPr/>
        <p:txBody>
          <a:bodyPr rtlCol="0"/>
          <a:lstStyle/>
          <a:p>
            <a:fld id="{4FAB73BC-B049-4115-A692-8D63A059BFB8}" type="slidenum">
              <a:rPr lang="en-US" smtClean="0"/>
              <a:t>‹#›</a:t>
            </a:fld>
            <a:endParaRPr lang="en-US" dirty="0"/>
          </a:p>
        </p:txBody>
      </p:sp>
      <p:sp>
        <p:nvSpPr>
          <p:cNvPr id="12" name="Footer Placeholder 11"/>
          <p:cNvSpPr>
            <a:spLocks noGrp="1"/>
          </p:cNvSpPr>
          <p:nvPr>
            <p:ph type="ftr" sz="quarter" idx="17"/>
          </p:nvPr>
        </p:nvSpPr>
        <p:spPr/>
        <p:txBody>
          <a:bodyPr rtlCol="0"/>
          <a:lstStyle/>
          <a:p>
            <a:endParaRPr lang="en-US" dirty="0"/>
          </a:p>
        </p:txBody>
      </p:sp>
    </p:spTree>
    <p:extLst>
      <p:ext uri="{BB962C8B-B14F-4D97-AF65-F5344CB8AC3E}">
        <p14:creationId xmlns:p14="http://schemas.microsoft.com/office/powerpoint/2010/main" val="73395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D789574A-8875-45EF-8EA2-3CAA0F7ABC4C}" type="datetimeFigureOut">
              <a:rPr lang="en-US" smtClean="0"/>
              <a:t>12/2/2015</a:t>
            </a:fld>
            <a:endParaRPr lang="en-US" dirty="0"/>
          </a:p>
        </p:txBody>
      </p:sp>
      <p:sp>
        <p:nvSpPr>
          <p:cNvPr id="12" name="Slide Number Placeholder 11"/>
          <p:cNvSpPr>
            <a:spLocks noGrp="1"/>
          </p:cNvSpPr>
          <p:nvPr>
            <p:ph type="sldNum" sz="quarter" idx="16"/>
          </p:nvPr>
        </p:nvSpPr>
        <p:spPr/>
        <p:txBody>
          <a:bodyPr rtlCol="0"/>
          <a:lstStyle/>
          <a:p>
            <a:fld id="{4FAB73BC-B049-4115-A692-8D63A059BFB8}" type="slidenum">
              <a:rPr lang="en-US" smtClean="0"/>
              <a:t>‹#›</a:t>
            </a:fld>
            <a:endParaRPr lang="en-US" dirty="0"/>
          </a:p>
        </p:txBody>
      </p:sp>
      <p:sp>
        <p:nvSpPr>
          <p:cNvPr id="14" name="Footer Placeholder 13"/>
          <p:cNvSpPr>
            <a:spLocks noGrp="1"/>
          </p:cNvSpPr>
          <p:nvPr>
            <p:ph type="ftr" sz="quarter" idx="17"/>
          </p:nvPr>
        </p:nvSpPr>
        <p:spPr/>
        <p:txBody>
          <a:bodyPr rtlCol="0"/>
          <a:lstStyle/>
          <a:p>
            <a:endParaRPr lang="en-US" dirty="0"/>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extLst>
      <p:ext uri="{BB962C8B-B14F-4D97-AF65-F5344CB8AC3E}">
        <p14:creationId xmlns:p14="http://schemas.microsoft.com/office/powerpoint/2010/main" val="3484380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anose="020F0502020204030204" pitchFamily="34" charset="0"/>
              </a:defRPr>
            </a:lvl1pPr>
          </a:lstStyle>
          <a:p>
            <a:r>
              <a:rPr kumimoji="0" lang="en-US" smtClean="0"/>
              <a:t>Click to edit Master title style</a:t>
            </a:r>
            <a:endParaRPr kumimoji="0" lang="en-US" dirty="0"/>
          </a:p>
        </p:txBody>
      </p:sp>
      <p:sp>
        <p:nvSpPr>
          <p:cNvPr id="3" name="Date Placeholder 2"/>
          <p:cNvSpPr>
            <a:spLocks noGrp="1"/>
          </p:cNvSpPr>
          <p:nvPr>
            <p:ph type="dt" sz="half" idx="10"/>
          </p:nvPr>
        </p:nvSpPr>
        <p:spPr/>
        <p:txBody>
          <a:bodyPr/>
          <a:lstStyle/>
          <a:p>
            <a:fld id="{67EF4D4C-5367-4C26-9E2B-D8088D7FCA81}" type="datetimeFigureOut">
              <a:rPr lang="en-US" smtClean="0"/>
              <a:t>12/2/2015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3177772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12/2/2015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414445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5C68B11-C5A8-448C-8CE9-B1A273C79CFC}" type="datetimeFigureOut">
              <a:rPr lang="en-US" smtClean="0"/>
              <a:t>12/2/2015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extLst>
      <p:ext uri="{BB962C8B-B14F-4D97-AF65-F5344CB8AC3E}">
        <p14:creationId xmlns:p14="http://schemas.microsoft.com/office/powerpoint/2010/main" val="3646912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Date Placeholder 11"/>
          <p:cNvSpPr>
            <a:spLocks noGrp="1"/>
          </p:cNvSpPr>
          <p:nvPr>
            <p:ph type="dt" sz="half" idx="10"/>
          </p:nvPr>
        </p:nvSpPr>
        <p:spPr>
          <a:xfrm>
            <a:off x="8331200" y="6248401"/>
            <a:ext cx="3556000" cy="365125"/>
          </a:xfrm>
        </p:spPr>
        <p:txBody>
          <a:bodyPr rtlCol="0"/>
          <a:lstStyle/>
          <a:p>
            <a:fld id="{C7616CA0-919D-4A49-9C8A-62FDFB3A5183}" type="datetimeFigureOut">
              <a:rPr lang="en-US" smtClean="0"/>
              <a:t>12/2/2015</a:t>
            </a:fld>
            <a:endParaRPr lang="en-US" dirty="0"/>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fld id="{867E5644-1E61-4311-A31E-84CB9C7AA8A9}" type="slidenum">
              <a:rPr lang="en-US" smtClean="0"/>
              <a:t>‹#›</a:t>
            </a:fld>
            <a:endParaRPr lang="en-US"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extLst>
      <p:ext uri="{BB962C8B-B14F-4D97-AF65-F5344CB8AC3E}">
        <p14:creationId xmlns:p14="http://schemas.microsoft.com/office/powerpoint/2010/main" val="22333907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CD73815-2707-4475-8F1A-B873CB631BB4}" type="datetimeFigureOut">
              <a:rPr lang="en-US" smtClean="0"/>
              <a:t>12/2/2015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947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4" name="Date Placeholder 3"/>
          <p:cNvSpPr>
            <a:spLocks noGrp="1"/>
          </p:cNvSpPr>
          <p:nvPr>
            <p:ph type="dt" sz="half" idx="10"/>
          </p:nvPr>
        </p:nvSpPr>
        <p:spPr>
          <a:xfrm>
            <a:off x="8737600" y="6248403"/>
            <a:ext cx="2946400" cy="365125"/>
          </a:xfrm>
        </p:spPr>
        <p:txBody>
          <a:bodyPr/>
          <a:lstStyle/>
          <a:p>
            <a:fld id="{2A4AFB99-0EAB-4182-AFF8-E214C82A68F6}" type="datetimeFigureOut">
              <a:rPr lang="en-US" smtClean="0"/>
              <a:t>12/2/2015</a:t>
            </a:fld>
            <a:endParaRPr lang="en-US" dirty="0"/>
          </a:p>
        </p:txBody>
      </p:sp>
      <p:sp>
        <p:nvSpPr>
          <p:cNvPr id="5" name="Footer Placeholder 4"/>
          <p:cNvSpPr>
            <a:spLocks noGrp="1"/>
          </p:cNvSpPr>
          <p:nvPr>
            <p:ph type="ftr" sz="quarter" idx="11"/>
          </p:nvPr>
        </p:nvSpPr>
        <p:spPr>
          <a:xfrm>
            <a:off x="609602" y="6248208"/>
            <a:ext cx="7431311" cy="365125"/>
          </a:xfrm>
        </p:spPr>
        <p:txBody>
          <a:bodyPr/>
          <a:lstStyle/>
          <a:p>
            <a:endParaRPr lang="en-US" dirty="0"/>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Slide Number Placeholder 5"/>
          <p:cNvSpPr>
            <a:spLocks noGrp="1"/>
          </p:cNvSpPr>
          <p:nvPr>
            <p:ph type="sldNum" sz="quarter" idx="12"/>
          </p:nvPr>
        </p:nvSpPr>
        <p:spPr>
          <a:xfrm rot="5400000">
            <a:off x="8075084" y="103716"/>
            <a:ext cx="533400" cy="325968"/>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9619500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90298CD5-6C1E-4009-B41F-6DF62E31D3BE}" type="datetimeFigureOut">
              <a:rPr lang="en-US" smtClean="0"/>
              <a:pPr/>
              <a:t>12/2/2015</a:t>
            </a:fld>
            <a:endParaRPr lang="en-US" dirty="0"/>
          </a:p>
        </p:txBody>
      </p:sp>
      <p:sp>
        <p:nvSpPr>
          <p:cNvPr id="3" name="Footer Placeholder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endParaRPr lang="en-US" dirty="0"/>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3720900"/>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dev.midus.colectica.org/" TargetMode="Externa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discovery.closer.ac.uk/" TargetMode="Externa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Best Practices for Documenting Repeated Studies in DDI</a:t>
            </a:r>
          </a:p>
        </p:txBody>
      </p:sp>
      <p:sp>
        <p:nvSpPr>
          <p:cNvPr id="3" name="Subtitle 2"/>
          <p:cNvSpPr>
            <a:spLocks noGrp="1"/>
          </p:cNvSpPr>
          <p:nvPr>
            <p:ph type="subTitle" idx="1"/>
          </p:nvPr>
        </p:nvSpPr>
        <p:spPr/>
        <p:txBody>
          <a:bodyPr/>
          <a:lstStyle/>
          <a:p>
            <a:r>
              <a:rPr lang="en-US" dirty="0" smtClean="0"/>
              <a:t>EDDI 2015 – Copenhagen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524615"/>
            <a:ext cx="3210838" cy="762066"/>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137" y="2082285"/>
            <a:ext cx="2418144" cy="580355"/>
          </a:xfrm>
          <a:prstGeom prst="rect">
            <a:avLst/>
          </a:prstGeom>
        </p:spPr>
      </p:pic>
    </p:spTree>
    <p:extLst>
      <p:ext uri="{BB962C8B-B14F-4D97-AF65-F5344CB8AC3E}">
        <p14:creationId xmlns:p14="http://schemas.microsoft.com/office/powerpoint/2010/main" val="2645552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a:t>
            </a:r>
            <a:endParaRPr lang="en-US" dirty="0"/>
          </a:p>
        </p:txBody>
      </p:sp>
      <p:sp>
        <p:nvSpPr>
          <p:cNvPr id="3" name="Content Placeholder 2"/>
          <p:cNvSpPr>
            <a:spLocks noGrp="1"/>
          </p:cNvSpPr>
          <p:nvPr>
            <p:ph sz="quarter" idx="1"/>
          </p:nvPr>
        </p:nvSpPr>
        <p:spPr/>
        <p:txBody>
          <a:bodyPr/>
          <a:lstStyle/>
          <a:p>
            <a:r>
              <a:rPr lang="en-US" dirty="0" smtClean="0"/>
              <a:t>Provide a recipe for documenting repeated data</a:t>
            </a:r>
          </a:p>
          <a:p>
            <a:pPr lvl="1"/>
            <a:r>
              <a:rPr lang="en-US" dirty="0" smtClean="0"/>
              <a:t>Metadata elements</a:t>
            </a:r>
          </a:p>
          <a:p>
            <a:pPr lvl="1"/>
            <a:r>
              <a:rPr lang="en-US" dirty="0" smtClean="0"/>
              <a:t>Steps</a:t>
            </a:r>
            <a:endParaRPr lang="en-US" dirty="0"/>
          </a:p>
        </p:txBody>
      </p:sp>
    </p:spTree>
    <p:extLst>
      <p:ext uri="{BB962C8B-B14F-4D97-AF65-F5344CB8AC3E}">
        <p14:creationId xmlns:p14="http://schemas.microsoft.com/office/powerpoint/2010/main" val="10269842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sz="quarter" idx="1"/>
          </p:nvPr>
        </p:nvSpPr>
        <p:spPr/>
        <p:txBody>
          <a:bodyPr/>
          <a:lstStyle/>
          <a:p>
            <a:pPr marL="457200" indent="-457200">
              <a:buFont typeface="+mj-lt"/>
              <a:buAutoNum type="arabicPeriod"/>
            </a:pPr>
            <a:r>
              <a:rPr lang="en-US" dirty="0" smtClean="0"/>
              <a:t>Background</a:t>
            </a:r>
          </a:p>
          <a:p>
            <a:pPr marL="457200" indent="-457200">
              <a:buFont typeface="+mj-lt"/>
              <a:buAutoNum type="arabicPeriod"/>
            </a:pPr>
            <a:r>
              <a:rPr lang="en-US" dirty="0" smtClean="0"/>
              <a:t>Metadata standards for documenting repeated data</a:t>
            </a:r>
          </a:p>
          <a:p>
            <a:pPr marL="457200" indent="-457200">
              <a:buFont typeface="+mj-lt"/>
              <a:buAutoNum type="arabicPeriod"/>
            </a:pPr>
            <a:r>
              <a:rPr lang="en-US" dirty="0" smtClean="0"/>
              <a:t>From zero documentation to actionable metadata in seven steps</a:t>
            </a:r>
          </a:p>
          <a:p>
            <a:pPr marL="457200" indent="-457200">
              <a:buFont typeface="+mj-lt"/>
              <a:buAutoNum type="arabicPeriod"/>
            </a:pPr>
            <a:r>
              <a:rPr lang="en-US" dirty="0" smtClean="0"/>
              <a:t>From actionable metadata to information for researchers</a:t>
            </a:r>
            <a:endParaRPr lang="en-US" dirty="0"/>
          </a:p>
        </p:txBody>
      </p:sp>
    </p:spTree>
    <p:extLst>
      <p:ext uri="{BB962C8B-B14F-4D97-AF65-F5344CB8AC3E}">
        <p14:creationId xmlns:p14="http://schemas.microsoft.com/office/powerpoint/2010/main" val="29585125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smtClean="0"/>
              <a:t>Background</a:t>
            </a:r>
            <a:endParaRPr lang="en-US" dirty="0"/>
          </a:p>
        </p:txBody>
      </p:sp>
    </p:spTree>
    <p:extLst>
      <p:ext uri="{BB962C8B-B14F-4D97-AF65-F5344CB8AC3E}">
        <p14:creationId xmlns:p14="http://schemas.microsoft.com/office/powerpoint/2010/main" val="30737130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Official Statistics</a:t>
            </a:r>
            <a:endParaRPr lang="en-US" dirty="0"/>
          </a:p>
        </p:txBody>
      </p:sp>
      <p:sp>
        <p:nvSpPr>
          <p:cNvPr id="8" name="Text Placeholder 7"/>
          <p:cNvSpPr>
            <a:spLocks noGrp="1"/>
          </p:cNvSpPr>
          <p:nvPr>
            <p:ph type="body" idx="2"/>
          </p:nvPr>
        </p:nvSpPr>
        <p:spPr/>
        <p:txBody>
          <a:bodyPr/>
          <a:lstStyle/>
          <a:p>
            <a:pPr marL="285750" indent="-285750">
              <a:buFont typeface="Arial" panose="020B0604020202020204" pitchFamily="34" charset="0"/>
              <a:buChar char="•"/>
            </a:pPr>
            <a:r>
              <a:rPr lang="en-US" dirty="0"/>
              <a:t>Annual, Quarterly, Monthly</a:t>
            </a:r>
          </a:p>
          <a:p>
            <a:pPr marL="285750" indent="-285750">
              <a:buFont typeface="Arial" panose="020B0604020202020204" pitchFamily="34" charset="0"/>
              <a:buChar char="•"/>
            </a:pPr>
            <a:r>
              <a:rPr lang="en-US" dirty="0"/>
              <a:t>Same data structures released </a:t>
            </a:r>
            <a:r>
              <a:rPr lang="en-US" dirty="0" smtClean="0"/>
              <a:t>regularly</a:t>
            </a:r>
            <a:endParaRPr lang="en-US" dirty="0"/>
          </a:p>
        </p:txBody>
      </p:sp>
      <p:pic>
        <p:nvPicPr>
          <p:cNvPr id="9" name="Content Placeholder 8"/>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6014849" y="1528546"/>
            <a:ext cx="4706007" cy="3172268"/>
          </a:xfr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9597" y="2115695"/>
            <a:ext cx="4534533" cy="3172268"/>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6915" y="2599708"/>
            <a:ext cx="4591691" cy="3267531"/>
          </a:xfrm>
          <a:prstGeom prst="rect">
            <a:avLst/>
          </a:prstGeom>
        </p:spPr>
      </p:pic>
    </p:spTree>
    <p:extLst>
      <p:ext uri="{BB962C8B-B14F-4D97-AF65-F5344CB8AC3E}">
        <p14:creationId xmlns:p14="http://schemas.microsoft.com/office/powerpoint/2010/main" val="62107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Longitudinal Studies</a:t>
            </a:r>
            <a:endParaRPr lang="en-US" dirty="0"/>
          </a:p>
        </p:txBody>
      </p:sp>
      <p:sp>
        <p:nvSpPr>
          <p:cNvPr id="4" name="Text Placeholder 3"/>
          <p:cNvSpPr>
            <a:spLocks noGrp="1"/>
          </p:cNvSpPr>
          <p:nvPr>
            <p:ph type="body" idx="2"/>
          </p:nvPr>
        </p:nvSpPr>
        <p:spPr/>
        <p:txBody>
          <a:bodyPr/>
          <a:lstStyle/>
          <a:p>
            <a:r>
              <a:rPr lang="en-US" dirty="0" smtClean="0"/>
              <a:t>Collection is often irregular</a:t>
            </a:r>
          </a:p>
          <a:p>
            <a:r>
              <a:rPr lang="en-US" dirty="0" smtClean="0"/>
              <a:t>Wide datasets</a:t>
            </a:r>
          </a:p>
          <a:p>
            <a:r>
              <a:rPr lang="en-US" dirty="0" smtClean="0"/>
              <a:t>Different variable names represent the same information at different times</a:t>
            </a:r>
            <a:endParaRPr lang="en-US"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410353" y="1504421"/>
            <a:ext cx="5678488" cy="3340287"/>
          </a:xfr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6900" y="2879787"/>
            <a:ext cx="5839725" cy="3389431"/>
          </a:xfrm>
          <a:prstGeom prst="rect">
            <a:avLst/>
          </a:prstGeom>
        </p:spPr>
      </p:pic>
    </p:spTree>
    <p:extLst>
      <p:ext uri="{BB962C8B-B14F-4D97-AF65-F5344CB8AC3E}">
        <p14:creationId xmlns:p14="http://schemas.microsoft.com/office/powerpoint/2010/main" val="175590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Understanding Repeated </a:t>
            </a:r>
            <a:br>
              <a:rPr lang="en-US" dirty="0" smtClean="0"/>
            </a:br>
            <a:r>
              <a:rPr lang="en-US" dirty="0" smtClean="0"/>
              <a:t>Data</a:t>
            </a:r>
            <a:endParaRPr lang="en-US" dirty="0"/>
          </a:p>
        </p:txBody>
      </p:sp>
      <p:sp>
        <p:nvSpPr>
          <p:cNvPr id="11" name="Content Placeholder 10"/>
          <p:cNvSpPr>
            <a:spLocks noGrp="1"/>
          </p:cNvSpPr>
          <p:nvPr>
            <p:ph sz="quarter" idx="1"/>
          </p:nvPr>
        </p:nvSpPr>
        <p:spPr/>
        <p:txBody>
          <a:bodyPr/>
          <a:lstStyle/>
          <a:p>
            <a:r>
              <a:rPr lang="en-US" dirty="0" smtClean="0"/>
              <a:t>Researchers care about variables</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7957" y="163034"/>
            <a:ext cx="4591691" cy="3267531"/>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9923" y="3264402"/>
            <a:ext cx="5839725" cy="3389431"/>
          </a:xfrm>
          <a:prstGeom prst="rect">
            <a:avLst/>
          </a:prstGeom>
        </p:spPr>
      </p:pic>
      <p:sp>
        <p:nvSpPr>
          <p:cNvPr id="9" name="Rectangle 8"/>
          <p:cNvSpPr/>
          <p:nvPr/>
        </p:nvSpPr>
        <p:spPr>
          <a:xfrm>
            <a:off x="10470717" y="1676541"/>
            <a:ext cx="688553" cy="1386693"/>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Rectangle 9"/>
          <p:cNvSpPr/>
          <p:nvPr/>
        </p:nvSpPr>
        <p:spPr>
          <a:xfrm>
            <a:off x="7987229" y="4610135"/>
            <a:ext cx="594911" cy="1699225"/>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604067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Comparing Data</a:t>
            </a:r>
            <a:endParaRPr lang="en-US" dirty="0"/>
          </a:p>
        </p:txBody>
      </p:sp>
      <p:pic>
        <p:nvPicPr>
          <p:cNvPr id="9" name="Content Placeholder 8"/>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812800" y="2725375"/>
            <a:ext cx="5181600" cy="3007449"/>
          </a:xfrm>
          <a:prstGeom prst="rect">
            <a:avLst/>
          </a:prstGeom>
        </p:spPr>
      </p:pic>
      <p:pic>
        <p:nvPicPr>
          <p:cNvPr id="10" name="Content Placeholder 9"/>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400800" y="2837639"/>
            <a:ext cx="5181600" cy="3007449"/>
          </a:xfrm>
          <a:prstGeom prst="rect">
            <a:avLst/>
          </a:prstGeom>
        </p:spPr>
      </p:pic>
      <p:sp>
        <p:nvSpPr>
          <p:cNvPr id="5" name="Text Placeholder 4"/>
          <p:cNvSpPr>
            <a:spLocks noGrp="1"/>
          </p:cNvSpPr>
          <p:nvPr>
            <p:ph type="body" sz="quarter" idx="1"/>
          </p:nvPr>
        </p:nvSpPr>
        <p:spPr/>
        <p:txBody>
          <a:bodyPr/>
          <a:lstStyle/>
          <a:p>
            <a:r>
              <a:rPr lang="en-US" dirty="0" smtClean="0"/>
              <a:t>Sweep 1 data</a:t>
            </a:r>
            <a:endParaRPr lang="en-US" dirty="0"/>
          </a:p>
        </p:txBody>
      </p:sp>
      <p:sp>
        <p:nvSpPr>
          <p:cNvPr id="7" name="Text Placeholder 6"/>
          <p:cNvSpPr>
            <a:spLocks noGrp="1"/>
          </p:cNvSpPr>
          <p:nvPr>
            <p:ph type="body" sz="quarter" idx="3"/>
          </p:nvPr>
        </p:nvSpPr>
        <p:spPr/>
        <p:txBody>
          <a:bodyPr/>
          <a:lstStyle/>
          <a:p>
            <a:r>
              <a:rPr lang="en-US" dirty="0" smtClean="0"/>
              <a:t>Sweep 2 data</a:t>
            </a:r>
            <a:endParaRPr lang="en-US" dirty="0"/>
          </a:p>
        </p:txBody>
      </p:sp>
      <p:sp>
        <p:nvSpPr>
          <p:cNvPr id="11" name="Rectangle 10"/>
          <p:cNvSpPr/>
          <p:nvPr/>
        </p:nvSpPr>
        <p:spPr>
          <a:xfrm>
            <a:off x="2712666" y="3901526"/>
            <a:ext cx="688553" cy="1386693"/>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2" name="Rectangle 11"/>
          <p:cNvSpPr/>
          <p:nvPr/>
        </p:nvSpPr>
        <p:spPr>
          <a:xfrm>
            <a:off x="8787831" y="4017273"/>
            <a:ext cx="688553" cy="1386693"/>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14" name="Curved Connector 13"/>
          <p:cNvCxnSpPr/>
          <p:nvPr/>
        </p:nvCxnSpPr>
        <p:spPr>
          <a:xfrm>
            <a:off x="3401219" y="4441371"/>
            <a:ext cx="5386612" cy="686214"/>
          </a:xfrm>
          <a:prstGeom prst="curvedConnector3">
            <a:avLst>
              <a:gd name="adj1" fmla="val 50000"/>
            </a:avLst>
          </a:prstGeom>
          <a:ln w="76200">
            <a:solidFill>
              <a:schemeClr val="accent5">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735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a:t>
            </a:r>
            <a:endParaRPr lang="en-US" dirty="0"/>
          </a:p>
        </p:txBody>
      </p:sp>
      <p:sp>
        <p:nvSpPr>
          <p:cNvPr id="7" name="Content Placeholder 6"/>
          <p:cNvSpPr>
            <a:spLocks noGrp="1"/>
          </p:cNvSpPr>
          <p:nvPr>
            <p:ph sz="quarter" idx="1"/>
          </p:nvPr>
        </p:nvSpPr>
        <p:spPr/>
        <p:txBody>
          <a:bodyPr/>
          <a:lstStyle/>
          <a:p>
            <a:r>
              <a:rPr lang="en-US" dirty="0" smtClean="0"/>
              <a:t>Variable counts are huge, so rich documentation is critical</a:t>
            </a:r>
            <a:endParaRPr lang="en-US" dirty="0"/>
          </a:p>
        </p:txBody>
      </p:sp>
    </p:spTree>
    <p:extLst>
      <p:ext uri="{BB962C8B-B14F-4D97-AF65-F5344CB8AC3E}">
        <p14:creationId xmlns:p14="http://schemas.microsoft.com/office/powerpoint/2010/main" val="13687411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US Consumer Expenditure Survey</a:t>
            </a:r>
            <a:endParaRPr lang="en-US" dirty="0"/>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val="838245327"/>
              </p:ext>
            </p:extLst>
          </p:nvPr>
        </p:nvGraphicFramePr>
        <p:xfrm>
          <a:off x="817563" y="1600200"/>
          <a:ext cx="10871200" cy="4495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531644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WLS and MIDUS</a:t>
            </a:r>
            <a:endParaRPr lang="en-US" dirty="0"/>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4103767582"/>
              </p:ext>
            </p:extLst>
          </p:nvPr>
        </p:nvGraphicFramePr>
        <p:xfrm>
          <a:off x="817563" y="1600200"/>
          <a:ext cx="10871200" cy="4495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606575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Scope: CLOSER</a:t>
            </a:r>
            <a:endParaRPr lang="en-US" dirty="0"/>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3722168032"/>
              </p:ext>
            </p:extLst>
          </p:nvPr>
        </p:nvGraphicFramePr>
        <p:xfrm>
          <a:off x="817563" y="1600200"/>
          <a:ext cx="10871200" cy="44958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115051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Why Metadata?</a:t>
            </a:r>
            <a:endParaRPr lang="en-US" dirty="0"/>
          </a:p>
        </p:txBody>
      </p:sp>
      <p:sp>
        <p:nvSpPr>
          <p:cNvPr id="3" name="Content Placeholder 2"/>
          <p:cNvSpPr>
            <a:spLocks noGrp="1"/>
          </p:cNvSpPr>
          <p:nvPr>
            <p:ph sz="quarter" idx="1"/>
          </p:nvPr>
        </p:nvSpPr>
        <p:spPr/>
        <p:txBody>
          <a:bodyPr/>
          <a:lstStyle/>
          <a:p>
            <a:pPr marL="0" indent="0">
              <a:buNone/>
            </a:pPr>
            <a:r>
              <a:rPr lang="en-US" dirty="0"/>
              <a:t>Researchers Need Documentation</a:t>
            </a:r>
          </a:p>
          <a:p>
            <a:pPr marL="0" indent="0">
              <a:buNone/>
            </a:pPr>
            <a:endParaRPr lang="en-US" dirty="0" smtClean="0"/>
          </a:p>
          <a:p>
            <a:pPr marL="0" indent="0">
              <a:buNone/>
            </a:pPr>
            <a:r>
              <a:rPr lang="en-US" dirty="0" smtClean="0"/>
              <a:t>	1. Find information about variables</a:t>
            </a:r>
          </a:p>
          <a:p>
            <a:pPr marL="0" indent="0">
              <a:buNone/>
            </a:pPr>
            <a:r>
              <a:rPr lang="en-US" dirty="0" smtClean="0"/>
              <a:t>	2. Find comparable data</a:t>
            </a:r>
            <a:endParaRPr lang="en-US" dirty="0"/>
          </a:p>
        </p:txBody>
      </p:sp>
    </p:spTree>
    <p:extLst>
      <p:ext uri="{BB962C8B-B14F-4D97-AF65-F5344CB8AC3E}">
        <p14:creationId xmlns:p14="http://schemas.microsoft.com/office/powerpoint/2010/main" val="2845556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200" dirty="0" smtClean="0"/>
              <a:t>Why Metadata Standards?</a:t>
            </a:r>
            <a:endParaRPr lang="en-US" sz="3200" dirty="0"/>
          </a:p>
        </p:txBody>
      </p:sp>
      <p:sp>
        <p:nvSpPr>
          <p:cNvPr id="5" name="Content Placeholder 4"/>
          <p:cNvSpPr>
            <a:spLocks noGrp="1"/>
          </p:cNvSpPr>
          <p:nvPr>
            <p:ph sz="quarter" idx="1"/>
          </p:nvPr>
        </p:nvSpPr>
        <p:spPr/>
        <p:txBody>
          <a:bodyPr/>
          <a:lstStyle/>
          <a:p>
            <a:r>
              <a:rPr lang="en-US" dirty="0" smtClean="0"/>
              <a:t>Share tools</a:t>
            </a:r>
          </a:p>
          <a:p>
            <a:r>
              <a:rPr lang="en-US" dirty="0" smtClean="0"/>
              <a:t>Share funding</a:t>
            </a:r>
          </a:p>
          <a:p>
            <a:r>
              <a:rPr lang="en-US" dirty="0" smtClean="0"/>
              <a:t>Benefit from other organizations’ investments</a:t>
            </a:r>
            <a:endParaRPr lang="en-US" dirty="0"/>
          </a:p>
        </p:txBody>
      </p:sp>
    </p:spTree>
    <p:extLst>
      <p:ext uri="{BB962C8B-B14F-4D97-AF65-F5344CB8AC3E}">
        <p14:creationId xmlns:p14="http://schemas.microsoft.com/office/powerpoint/2010/main" val="14712813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dirty="0" smtClean="0"/>
              <a:t>Metadata Standards for Repeated Data</a:t>
            </a:r>
            <a:endParaRPr lang="en-US" dirty="0"/>
          </a:p>
        </p:txBody>
      </p:sp>
    </p:spTree>
    <p:extLst>
      <p:ext uri="{BB962C8B-B14F-4D97-AF65-F5344CB8AC3E}">
        <p14:creationId xmlns:p14="http://schemas.microsoft.com/office/powerpoint/2010/main" val="36764994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Metadata Standards for Repeated Data</a:t>
            </a:r>
            <a:endParaRPr lang="en-US" dirty="0"/>
          </a:p>
        </p:txBody>
      </p:sp>
      <p:sp>
        <p:nvSpPr>
          <p:cNvPr id="10" name="Content Placeholder 9"/>
          <p:cNvSpPr>
            <a:spLocks noGrp="1"/>
          </p:cNvSpPr>
          <p:nvPr>
            <p:ph sz="quarter" idx="1"/>
          </p:nvPr>
        </p:nvSpPr>
        <p:spPr/>
        <p:txBody>
          <a:bodyPr/>
          <a:lstStyle/>
          <a:p>
            <a:r>
              <a:rPr lang="en-US" dirty="0" smtClean="0"/>
              <a:t>GSIM</a:t>
            </a:r>
          </a:p>
          <a:p>
            <a:r>
              <a:rPr lang="en-US" dirty="0" smtClean="0"/>
              <a:t>DDI</a:t>
            </a:r>
            <a:endParaRPr lang="en-US" dirty="0"/>
          </a:p>
        </p:txBody>
      </p:sp>
    </p:spTree>
    <p:extLst>
      <p:ext uri="{BB962C8B-B14F-4D97-AF65-F5344CB8AC3E}">
        <p14:creationId xmlns:p14="http://schemas.microsoft.com/office/powerpoint/2010/main" val="37301037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Generic Statistical Information Model</a:t>
            </a:r>
            <a:endParaRPr lang="en-US" dirty="0"/>
          </a:p>
        </p:txBody>
      </p:sp>
      <p:sp>
        <p:nvSpPr>
          <p:cNvPr id="5" name="Content Placeholder 4"/>
          <p:cNvSpPr>
            <a:spLocks noGrp="1"/>
          </p:cNvSpPr>
          <p:nvPr>
            <p:ph sz="quarter" idx="1"/>
          </p:nvPr>
        </p:nvSpPr>
        <p:spPr/>
        <p:txBody>
          <a:bodyPr/>
          <a:lstStyle/>
          <a:p>
            <a:r>
              <a:rPr lang="en-US" dirty="0" smtClean="0"/>
              <a:t>Conceptual model for statistical information</a:t>
            </a:r>
          </a:p>
          <a:p>
            <a:r>
              <a:rPr lang="en-US" dirty="0" smtClean="0"/>
              <a:t>Internationally agreed definitions, attributes, and relationships</a:t>
            </a:r>
          </a:p>
          <a:p>
            <a:r>
              <a:rPr lang="en-US" dirty="0"/>
              <a:t>Industrialization of o</a:t>
            </a:r>
            <a:r>
              <a:rPr lang="en-US" dirty="0" smtClean="0"/>
              <a:t>fficial statistics</a:t>
            </a:r>
          </a:p>
        </p:txBody>
      </p:sp>
    </p:spTree>
    <p:extLst>
      <p:ext uri="{BB962C8B-B14F-4D97-AF65-F5344CB8AC3E}">
        <p14:creationId xmlns:p14="http://schemas.microsoft.com/office/powerpoint/2010/main" val="41750535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GSIM Model for Repeated Data</a:t>
            </a:r>
            <a:endParaRPr lang="en-US" dirty="0"/>
          </a:p>
        </p:txBody>
      </p:sp>
      <p:sp>
        <p:nvSpPr>
          <p:cNvPr id="10" name="Freeform 9"/>
          <p:cNvSpPr/>
          <p:nvPr/>
        </p:nvSpPr>
        <p:spPr>
          <a:xfrm>
            <a:off x="6287058" y="2526363"/>
            <a:ext cx="805788" cy="279695"/>
          </a:xfrm>
          <a:custGeom>
            <a:avLst/>
            <a:gdLst/>
            <a:ahLst/>
            <a:cxnLst/>
            <a:rect l="0" t="0" r="0" b="0"/>
            <a:pathLst>
              <a:path>
                <a:moveTo>
                  <a:pt x="0" y="0"/>
                </a:moveTo>
                <a:lnTo>
                  <a:pt x="0" y="139847"/>
                </a:lnTo>
                <a:lnTo>
                  <a:pt x="805788" y="139847"/>
                </a:lnTo>
                <a:lnTo>
                  <a:pt x="805788" y="27969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1" name="Freeform 10"/>
          <p:cNvSpPr/>
          <p:nvPr/>
        </p:nvSpPr>
        <p:spPr>
          <a:xfrm>
            <a:off x="5754305" y="4417637"/>
            <a:ext cx="199782" cy="1558302"/>
          </a:xfrm>
          <a:custGeom>
            <a:avLst/>
            <a:gdLst/>
            <a:ahLst/>
            <a:cxnLst/>
            <a:rect l="0" t="0" r="0" b="0"/>
            <a:pathLst>
              <a:path>
                <a:moveTo>
                  <a:pt x="0" y="0"/>
                </a:moveTo>
                <a:lnTo>
                  <a:pt x="0" y="1558302"/>
                </a:lnTo>
                <a:lnTo>
                  <a:pt x="199782" y="1558302"/>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2" name="Freeform 11"/>
          <p:cNvSpPr/>
          <p:nvPr/>
        </p:nvSpPr>
        <p:spPr>
          <a:xfrm>
            <a:off x="5754305" y="4417637"/>
            <a:ext cx="199782" cy="612665"/>
          </a:xfrm>
          <a:custGeom>
            <a:avLst/>
            <a:gdLst/>
            <a:ahLst/>
            <a:cxnLst/>
            <a:rect l="0" t="0" r="0" b="0"/>
            <a:pathLst>
              <a:path>
                <a:moveTo>
                  <a:pt x="0" y="0"/>
                </a:moveTo>
                <a:lnTo>
                  <a:pt x="0" y="612665"/>
                </a:lnTo>
                <a:lnTo>
                  <a:pt x="199782" y="612665"/>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3" name="Freeform 12"/>
          <p:cNvSpPr/>
          <p:nvPr/>
        </p:nvSpPr>
        <p:spPr>
          <a:xfrm>
            <a:off x="5481270" y="3472000"/>
            <a:ext cx="805788" cy="279695"/>
          </a:xfrm>
          <a:custGeom>
            <a:avLst/>
            <a:gdLst/>
            <a:ahLst/>
            <a:cxnLst/>
            <a:rect l="0" t="0" r="0" b="0"/>
            <a:pathLst>
              <a:path>
                <a:moveTo>
                  <a:pt x="0" y="0"/>
                </a:moveTo>
                <a:lnTo>
                  <a:pt x="0" y="139847"/>
                </a:lnTo>
                <a:lnTo>
                  <a:pt x="805788" y="139847"/>
                </a:lnTo>
                <a:lnTo>
                  <a:pt x="805788" y="279695"/>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4" name="Freeform 13"/>
          <p:cNvSpPr/>
          <p:nvPr/>
        </p:nvSpPr>
        <p:spPr>
          <a:xfrm>
            <a:off x="4675481" y="3472000"/>
            <a:ext cx="805788" cy="279695"/>
          </a:xfrm>
          <a:custGeom>
            <a:avLst/>
            <a:gdLst/>
            <a:ahLst/>
            <a:cxnLst/>
            <a:rect l="0" t="0" r="0" b="0"/>
            <a:pathLst>
              <a:path>
                <a:moveTo>
                  <a:pt x="805788" y="0"/>
                </a:moveTo>
                <a:lnTo>
                  <a:pt x="805788" y="139847"/>
                </a:lnTo>
                <a:lnTo>
                  <a:pt x="0" y="139847"/>
                </a:lnTo>
                <a:lnTo>
                  <a:pt x="0" y="279695"/>
                </a:lnTo>
              </a:path>
            </a:pathLst>
          </a:custGeom>
          <a:noFill/>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5" name="Freeform 14"/>
          <p:cNvSpPr/>
          <p:nvPr/>
        </p:nvSpPr>
        <p:spPr>
          <a:xfrm>
            <a:off x="5481270" y="2526363"/>
            <a:ext cx="805788" cy="279695"/>
          </a:xfrm>
          <a:custGeom>
            <a:avLst/>
            <a:gdLst/>
            <a:ahLst/>
            <a:cxnLst/>
            <a:rect l="0" t="0" r="0" b="0"/>
            <a:pathLst>
              <a:path>
                <a:moveTo>
                  <a:pt x="805788" y="0"/>
                </a:moveTo>
                <a:lnTo>
                  <a:pt x="805788" y="139847"/>
                </a:lnTo>
                <a:lnTo>
                  <a:pt x="0" y="139847"/>
                </a:lnTo>
                <a:lnTo>
                  <a:pt x="0" y="279695"/>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16" name="Freeform 15"/>
          <p:cNvSpPr/>
          <p:nvPr/>
        </p:nvSpPr>
        <p:spPr>
          <a:xfrm>
            <a:off x="5621117" y="1860422"/>
            <a:ext cx="1331882" cy="665941"/>
          </a:xfrm>
          <a:custGeom>
            <a:avLst/>
            <a:gdLst>
              <a:gd name="connsiteX0" fmla="*/ 0 w 1331882"/>
              <a:gd name="connsiteY0" fmla="*/ 0 h 665941"/>
              <a:gd name="connsiteX1" fmla="*/ 1331882 w 1331882"/>
              <a:gd name="connsiteY1" fmla="*/ 0 h 665941"/>
              <a:gd name="connsiteX2" fmla="*/ 1331882 w 1331882"/>
              <a:gd name="connsiteY2" fmla="*/ 665941 h 665941"/>
              <a:gd name="connsiteX3" fmla="*/ 0 w 1331882"/>
              <a:gd name="connsiteY3" fmla="*/ 665941 h 665941"/>
              <a:gd name="connsiteX4" fmla="*/ 0 w 1331882"/>
              <a:gd name="connsiteY4" fmla="*/ 0 h 665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882" h="665941">
                <a:moveTo>
                  <a:pt x="0" y="0"/>
                </a:moveTo>
                <a:lnTo>
                  <a:pt x="1331882" y="0"/>
                </a:lnTo>
                <a:lnTo>
                  <a:pt x="1331882" y="665941"/>
                </a:lnTo>
                <a:lnTo>
                  <a:pt x="0" y="665941"/>
                </a:lnTo>
                <a:lnTo>
                  <a:pt x="0" y="0"/>
                </a:lnTo>
                <a:close/>
              </a:path>
            </a:pathLst>
          </a:custGeom>
          <a:solidFill>
            <a:schemeClr val="accent4">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smtClean="0"/>
              <a:t>InstanceVariable</a:t>
            </a:r>
            <a:endParaRPr lang="en-US" sz="1200" kern="1200"/>
          </a:p>
        </p:txBody>
      </p:sp>
      <p:sp>
        <p:nvSpPr>
          <p:cNvPr id="17" name="Freeform 16"/>
          <p:cNvSpPr/>
          <p:nvPr/>
        </p:nvSpPr>
        <p:spPr>
          <a:xfrm>
            <a:off x="4815328" y="2806059"/>
            <a:ext cx="1331882" cy="665941"/>
          </a:xfrm>
          <a:custGeom>
            <a:avLst/>
            <a:gdLst>
              <a:gd name="connsiteX0" fmla="*/ 0 w 1331882"/>
              <a:gd name="connsiteY0" fmla="*/ 0 h 665941"/>
              <a:gd name="connsiteX1" fmla="*/ 1331882 w 1331882"/>
              <a:gd name="connsiteY1" fmla="*/ 0 h 665941"/>
              <a:gd name="connsiteX2" fmla="*/ 1331882 w 1331882"/>
              <a:gd name="connsiteY2" fmla="*/ 665941 h 665941"/>
              <a:gd name="connsiteX3" fmla="*/ 0 w 1331882"/>
              <a:gd name="connsiteY3" fmla="*/ 665941 h 665941"/>
              <a:gd name="connsiteX4" fmla="*/ 0 w 1331882"/>
              <a:gd name="connsiteY4" fmla="*/ 0 h 665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882" h="665941">
                <a:moveTo>
                  <a:pt x="0" y="0"/>
                </a:moveTo>
                <a:lnTo>
                  <a:pt x="1331882" y="0"/>
                </a:lnTo>
                <a:lnTo>
                  <a:pt x="1331882" y="665941"/>
                </a:lnTo>
                <a:lnTo>
                  <a:pt x="0" y="665941"/>
                </a:lnTo>
                <a:lnTo>
                  <a:pt x="0" y="0"/>
                </a:lnTo>
                <a:close/>
              </a:path>
            </a:pathLst>
          </a:custGeom>
          <a:solidFill>
            <a:schemeClr val="accent4">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dirty="0" smtClean="0"/>
              <a:t>RepresentedVariable</a:t>
            </a:r>
            <a:endParaRPr lang="en-US" sz="1200" kern="1200" dirty="0"/>
          </a:p>
        </p:txBody>
      </p:sp>
      <p:sp>
        <p:nvSpPr>
          <p:cNvPr id="18" name="Freeform 17"/>
          <p:cNvSpPr/>
          <p:nvPr/>
        </p:nvSpPr>
        <p:spPr>
          <a:xfrm>
            <a:off x="4009539" y="3751695"/>
            <a:ext cx="1331882" cy="665941"/>
          </a:xfrm>
          <a:custGeom>
            <a:avLst/>
            <a:gdLst>
              <a:gd name="connsiteX0" fmla="*/ 0 w 1331882"/>
              <a:gd name="connsiteY0" fmla="*/ 0 h 665941"/>
              <a:gd name="connsiteX1" fmla="*/ 1331882 w 1331882"/>
              <a:gd name="connsiteY1" fmla="*/ 0 h 665941"/>
              <a:gd name="connsiteX2" fmla="*/ 1331882 w 1331882"/>
              <a:gd name="connsiteY2" fmla="*/ 665941 h 665941"/>
              <a:gd name="connsiteX3" fmla="*/ 0 w 1331882"/>
              <a:gd name="connsiteY3" fmla="*/ 665941 h 665941"/>
              <a:gd name="connsiteX4" fmla="*/ 0 w 1331882"/>
              <a:gd name="connsiteY4" fmla="*/ 0 h 665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882" h="665941">
                <a:moveTo>
                  <a:pt x="0" y="0"/>
                </a:moveTo>
                <a:lnTo>
                  <a:pt x="1331882" y="0"/>
                </a:lnTo>
                <a:lnTo>
                  <a:pt x="1331882" y="665941"/>
                </a:lnTo>
                <a:lnTo>
                  <a:pt x="0" y="665941"/>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smtClean="0"/>
              <a:t>ValueDomain</a:t>
            </a:r>
            <a:endParaRPr lang="en-US" sz="1200" kern="1200"/>
          </a:p>
        </p:txBody>
      </p:sp>
      <p:sp>
        <p:nvSpPr>
          <p:cNvPr id="19" name="Freeform 18"/>
          <p:cNvSpPr/>
          <p:nvPr/>
        </p:nvSpPr>
        <p:spPr>
          <a:xfrm>
            <a:off x="5621117" y="3751695"/>
            <a:ext cx="1331882" cy="665941"/>
          </a:xfrm>
          <a:custGeom>
            <a:avLst/>
            <a:gdLst>
              <a:gd name="connsiteX0" fmla="*/ 0 w 1331882"/>
              <a:gd name="connsiteY0" fmla="*/ 0 h 665941"/>
              <a:gd name="connsiteX1" fmla="*/ 1331882 w 1331882"/>
              <a:gd name="connsiteY1" fmla="*/ 0 h 665941"/>
              <a:gd name="connsiteX2" fmla="*/ 1331882 w 1331882"/>
              <a:gd name="connsiteY2" fmla="*/ 665941 h 665941"/>
              <a:gd name="connsiteX3" fmla="*/ 0 w 1331882"/>
              <a:gd name="connsiteY3" fmla="*/ 665941 h 665941"/>
              <a:gd name="connsiteX4" fmla="*/ 0 w 1331882"/>
              <a:gd name="connsiteY4" fmla="*/ 0 h 665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882" h="665941">
                <a:moveTo>
                  <a:pt x="0" y="0"/>
                </a:moveTo>
                <a:lnTo>
                  <a:pt x="1331882" y="0"/>
                </a:lnTo>
                <a:lnTo>
                  <a:pt x="1331882" y="665941"/>
                </a:lnTo>
                <a:lnTo>
                  <a:pt x="0" y="665941"/>
                </a:lnTo>
                <a:lnTo>
                  <a:pt x="0" y="0"/>
                </a:lnTo>
                <a:close/>
              </a:path>
            </a:pathLst>
          </a:custGeom>
          <a:solidFill>
            <a:schemeClr val="accent4">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smtClean="0"/>
              <a:t>Variable</a:t>
            </a:r>
            <a:endParaRPr lang="en-US" sz="1200" kern="1200"/>
          </a:p>
        </p:txBody>
      </p:sp>
      <p:sp>
        <p:nvSpPr>
          <p:cNvPr id="20" name="Freeform 19"/>
          <p:cNvSpPr/>
          <p:nvPr/>
        </p:nvSpPr>
        <p:spPr>
          <a:xfrm>
            <a:off x="5954088" y="4697332"/>
            <a:ext cx="1331882" cy="665941"/>
          </a:xfrm>
          <a:custGeom>
            <a:avLst/>
            <a:gdLst>
              <a:gd name="connsiteX0" fmla="*/ 0 w 1331882"/>
              <a:gd name="connsiteY0" fmla="*/ 0 h 665941"/>
              <a:gd name="connsiteX1" fmla="*/ 1331882 w 1331882"/>
              <a:gd name="connsiteY1" fmla="*/ 0 h 665941"/>
              <a:gd name="connsiteX2" fmla="*/ 1331882 w 1331882"/>
              <a:gd name="connsiteY2" fmla="*/ 665941 h 665941"/>
              <a:gd name="connsiteX3" fmla="*/ 0 w 1331882"/>
              <a:gd name="connsiteY3" fmla="*/ 665941 h 665941"/>
              <a:gd name="connsiteX4" fmla="*/ 0 w 1331882"/>
              <a:gd name="connsiteY4" fmla="*/ 0 h 665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882" h="665941">
                <a:moveTo>
                  <a:pt x="0" y="0"/>
                </a:moveTo>
                <a:lnTo>
                  <a:pt x="1331882" y="0"/>
                </a:lnTo>
                <a:lnTo>
                  <a:pt x="1331882" y="665941"/>
                </a:lnTo>
                <a:lnTo>
                  <a:pt x="0" y="665941"/>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smtClean="0"/>
              <a:t>Concept</a:t>
            </a:r>
            <a:endParaRPr lang="en-US" sz="1200" kern="1200"/>
          </a:p>
        </p:txBody>
      </p:sp>
      <p:sp>
        <p:nvSpPr>
          <p:cNvPr id="21" name="Freeform 20"/>
          <p:cNvSpPr/>
          <p:nvPr/>
        </p:nvSpPr>
        <p:spPr>
          <a:xfrm>
            <a:off x="5954088" y="5642969"/>
            <a:ext cx="1331882" cy="665941"/>
          </a:xfrm>
          <a:custGeom>
            <a:avLst/>
            <a:gdLst>
              <a:gd name="connsiteX0" fmla="*/ 0 w 1331882"/>
              <a:gd name="connsiteY0" fmla="*/ 0 h 665941"/>
              <a:gd name="connsiteX1" fmla="*/ 1331882 w 1331882"/>
              <a:gd name="connsiteY1" fmla="*/ 0 h 665941"/>
              <a:gd name="connsiteX2" fmla="*/ 1331882 w 1331882"/>
              <a:gd name="connsiteY2" fmla="*/ 665941 h 665941"/>
              <a:gd name="connsiteX3" fmla="*/ 0 w 1331882"/>
              <a:gd name="connsiteY3" fmla="*/ 665941 h 665941"/>
              <a:gd name="connsiteX4" fmla="*/ 0 w 1331882"/>
              <a:gd name="connsiteY4" fmla="*/ 0 h 665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882" h="665941">
                <a:moveTo>
                  <a:pt x="0" y="0"/>
                </a:moveTo>
                <a:lnTo>
                  <a:pt x="1331882" y="0"/>
                </a:lnTo>
                <a:lnTo>
                  <a:pt x="1331882" y="665941"/>
                </a:lnTo>
                <a:lnTo>
                  <a:pt x="0" y="665941"/>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smtClean="0"/>
              <a:t>UnitType</a:t>
            </a:r>
            <a:endParaRPr lang="en-US" sz="1200" kern="1200"/>
          </a:p>
        </p:txBody>
      </p:sp>
      <p:sp>
        <p:nvSpPr>
          <p:cNvPr id="22" name="Freeform 21"/>
          <p:cNvSpPr/>
          <p:nvPr/>
        </p:nvSpPr>
        <p:spPr>
          <a:xfrm>
            <a:off x="6426906" y="2806059"/>
            <a:ext cx="1331882" cy="665941"/>
          </a:xfrm>
          <a:custGeom>
            <a:avLst/>
            <a:gdLst>
              <a:gd name="connsiteX0" fmla="*/ 0 w 1331882"/>
              <a:gd name="connsiteY0" fmla="*/ 0 h 665941"/>
              <a:gd name="connsiteX1" fmla="*/ 1331882 w 1331882"/>
              <a:gd name="connsiteY1" fmla="*/ 0 h 665941"/>
              <a:gd name="connsiteX2" fmla="*/ 1331882 w 1331882"/>
              <a:gd name="connsiteY2" fmla="*/ 665941 h 665941"/>
              <a:gd name="connsiteX3" fmla="*/ 0 w 1331882"/>
              <a:gd name="connsiteY3" fmla="*/ 665941 h 665941"/>
              <a:gd name="connsiteX4" fmla="*/ 0 w 1331882"/>
              <a:gd name="connsiteY4" fmla="*/ 0 h 665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1882" h="665941">
                <a:moveTo>
                  <a:pt x="0" y="0"/>
                </a:moveTo>
                <a:lnTo>
                  <a:pt x="1331882" y="0"/>
                </a:lnTo>
                <a:lnTo>
                  <a:pt x="1331882" y="665941"/>
                </a:lnTo>
                <a:lnTo>
                  <a:pt x="0" y="665941"/>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620" tIns="7620" rIns="7620" bIns="7620" numCol="1" spcCol="1270" anchor="ctr" anchorCtr="0">
            <a:noAutofit/>
          </a:bodyPr>
          <a:lstStyle/>
          <a:p>
            <a:pPr lvl="0" algn="ctr" defTabSz="533400" rtl="0">
              <a:lnSpc>
                <a:spcPct val="90000"/>
              </a:lnSpc>
              <a:spcBef>
                <a:spcPct val="0"/>
              </a:spcBef>
              <a:spcAft>
                <a:spcPct val="35000"/>
              </a:spcAft>
            </a:pPr>
            <a:r>
              <a:rPr lang="en-US" sz="1200" kern="1200" dirty="0" smtClean="0"/>
              <a:t>Population</a:t>
            </a:r>
            <a:endParaRPr lang="en-US" sz="1200" kern="1200" dirty="0"/>
          </a:p>
        </p:txBody>
      </p:sp>
    </p:spTree>
    <p:extLst>
      <p:ext uri="{BB962C8B-B14F-4D97-AF65-F5344CB8AC3E}">
        <p14:creationId xmlns:p14="http://schemas.microsoft.com/office/powerpoint/2010/main" val="276106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 Lifecycle Model for Repeated Data</a:t>
            </a:r>
            <a:endParaRPr lang="en-US" dirty="0"/>
          </a:p>
        </p:txBody>
      </p:sp>
      <p:sp>
        <p:nvSpPr>
          <p:cNvPr id="3" name="Content Placeholder 2"/>
          <p:cNvSpPr>
            <a:spLocks noGrp="1"/>
          </p:cNvSpPr>
          <p:nvPr>
            <p:ph sz="quarter" idx="1"/>
          </p:nvPr>
        </p:nvSpPr>
        <p:spPr/>
        <p:txBody>
          <a:bodyPr/>
          <a:lstStyle/>
          <a:p>
            <a:r>
              <a:rPr lang="en-US" dirty="0" smtClean="0"/>
              <a:t>It’s pretty much the same model</a:t>
            </a:r>
            <a:endParaRPr lang="en-US" dirty="0"/>
          </a:p>
        </p:txBody>
      </p:sp>
    </p:spTree>
    <p:extLst>
      <p:ext uri="{BB962C8B-B14F-4D97-AF65-F5344CB8AC3E}">
        <p14:creationId xmlns:p14="http://schemas.microsoft.com/office/powerpoint/2010/main" val="41485859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65515" y="1114722"/>
            <a:ext cx="1629164"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PhysicalInstance</a:t>
            </a:r>
            <a:endParaRPr lang="en-US" dirty="0"/>
          </a:p>
        </p:txBody>
      </p:sp>
      <p:pic>
        <p:nvPicPr>
          <p:cNvPr id="6" name="Picture 5"/>
          <p:cNvPicPr>
            <a:picLocks noChangeAspect="1"/>
          </p:cNvPicPr>
          <p:nvPr/>
        </p:nvPicPr>
        <p:blipFill>
          <a:blip r:embed="rId2"/>
          <a:stretch>
            <a:fillRect/>
          </a:stretch>
        </p:blipFill>
        <p:spPr>
          <a:xfrm>
            <a:off x="2908051" y="1114722"/>
            <a:ext cx="6811326" cy="5477639"/>
          </a:xfrm>
          <a:prstGeom prst="rect">
            <a:avLst/>
          </a:prstGeom>
        </p:spPr>
      </p:pic>
      <p:sp>
        <p:nvSpPr>
          <p:cNvPr id="7" name="TextBox 6"/>
          <p:cNvSpPr txBox="1"/>
          <p:nvPr/>
        </p:nvSpPr>
        <p:spPr>
          <a:xfrm>
            <a:off x="5640572" y="2403363"/>
            <a:ext cx="98289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Variable</a:t>
            </a:r>
            <a:endParaRPr lang="en-US" dirty="0"/>
          </a:p>
        </p:txBody>
      </p:sp>
    </p:spTree>
    <p:extLst>
      <p:ext uri="{BB962C8B-B14F-4D97-AF65-F5344CB8AC3E}">
        <p14:creationId xmlns:p14="http://schemas.microsoft.com/office/powerpoint/2010/main" val="38096301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835" y="2588234"/>
            <a:ext cx="4754562" cy="2759592"/>
          </a:xfrm>
          <a:prstGeom prst="rect">
            <a:avLst/>
          </a:prstGeom>
        </p:spPr>
      </p:pic>
      <p:pic>
        <p:nvPicPr>
          <p:cNvPr id="3"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3122" y="2588234"/>
            <a:ext cx="4754563" cy="2759593"/>
          </a:xfrm>
          <a:prstGeom prst="rect">
            <a:avLst/>
          </a:prstGeom>
        </p:spPr>
      </p:pic>
      <p:cxnSp>
        <p:nvCxnSpPr>
          <p:cNvPr id="4" name="Curved Connector 3"/>
          <p:cNvCxnSpPr/>
          <p:nvPr/>
        </p:nvCxnSpPr>
        <p:spPr>
          <a:xfrm>
            <a:off x="3433116" y="3771520"/>
            <a:ext cx="5224567" cy="1110343"/>
          </a:xfrm>
          <a:prstGeom prst="curvedConnector3">
            <a:avLst>
              <a:gd name="adj1" fmla="val 50000"/>
            </a:avLst>
          </a:prstGeom>
          <a:ln w="76200">
            <a:solidFill>
              <a:schemeClr val="accent5">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744565" y="3639621"/>
            <a:ext cx="688553" cy="1386693"/>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8657685" y="3639621"/>
            <a:ext cx="688553" cy="1386693"/>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309717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835" y="2588234"/>
            <a:ext cx="4754562" cy="2759592"/>
          </a:xfrm>
          <a:prstGeom prst="rect">
            <a:avLst/>
          </a:prstGeom>
        </p:spPr>
      </p:pic>
      <p:pic>
        <p:nvPicPr>
          <p:cNvPr id="3" name="Content Placeholder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23122" y="2588234"/>
            <a:ext cx="4754563" cy="2759593"/>
          </a:xfrm>
          <a:prstGeom prst="rect">
            <a:avLst/>
          </a:prstGeom>
        </p:spPr>
      </p:pic>
      <p:sp>
        <p:nvSpPr>
          <p:cNvPr id="5" name="Rectangle 4"/>
          <p:cNvSpPr/>
          <p:nvPr/>
        </p:nvSpPr>
        <p:spPr>
          <a:xfrm>
            <a:off x="2744565" y="3639621"/>
            <a:ext cx="688553" cy="1386693"/>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8657685" y="3639621"/>
            <a:ext cx="688553" cy="1386693"/>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TextBox 6"/>
          <p:cNvSpPr txBox="1"/>
          <p:nvPr/>
        </p:nvSpPr>
        <p:spPr>
          <a:xfrm>
            <a:off x="3433116" y="3270289"/>
            <a:ext cx="98289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Variable</a:t>
            </a:r>
            <a:endParaRPr lang="en-US" dirty="0"/>
          </a:p>
        </p:txBody>
      </p:sp>
      <p:sp>
        <p:nvSpPr>
          <p:cNvPr id="8" name="TextBox 7"/>
          <p:cNvSpPr txBox="1"/>
          <p:nvPr/>
        </p:nvSpPr>
        <p:spPr>
          <a:xfrm>
            <a:off x="7696229" y="3318108"/>
            <a:ext cx="98289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Variable</a:t>
            </a:r>
            <a:endParaRPr lang="en-US" dirty="0"/>
          </a:p>
        </p:txBody>
      </p:sp>
      <p:sp>
        <p:nvSpPr>
          <p:cNvPr id="9" name="TextBox 8"/>
          <p:cNvSpPr txBox="1"/>
          <p:nvPr/>
        </p:nvSpPr>
        <p:spPr>
          <a:xfrm>
            <a:off x="4961228" y="1362454"/>
            <a:ext cx="2123787"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RepresentedVariable</a:t>
            </a:r>
            <a:endParaRPr lang="en-US" dirty="0"/>
          </a:p>
        </p:txBody>
      </p:sp>
      <p:cxnSp>
        <p:nvCxnSpPr>
          <p:cNvPr id="11" name="Straight Arrow Connector 10"/>
          <p:cNvCxnSpPr>
            <a:endCxn id="9" idx="1"/>
          </p:cNvCxnSpPr>
          <p:nvPr/>
        </p:nvCxnSpPr>
        <p:spPr>
          <a:xfrm flipV="1">
            <a:off x="3924565" y="1547120"/>
            <a:ext cx="1036663" cy="1723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0"/>
            <a:endCxn id="9" idx="3"/>
          </p:cNvCxnSpPr>
          <p:nvPr/>
        </p:nvCxnSpPr>
        <p:spPr>
          <a:xfrm flipH="1" flipV="1">
            <a:off x="7085015" y="1547120"/>
            <a:ext cx="1102663" cy="17709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5017910" y="380232"/>
            <a:ext cx="201042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ConceptualVariable</a:t>
            </a:r>
            <a:endParaRPr lang="en-US" dirty="0"/>
          </a:p>
        </p:txBody>
      </p:sp>
      <p:cxnSp>
        <p:nvCxnSpPr>
          <p:cNvPr id="21" name="Straight Arrow Connector 20"/>
          <p:cNvCxnSpPr>
            <a:stCxn id="9" idx="0"/>
            <a:endCxn id="17" idx="2"/>
          </p:cNvCxnSpPr>
          <p:nvPr/>
        </p:nvCxnSpPr>
        <p:spPr>
          <a:xfrm flipH="1" flipV="1">
            <a:off x="6023121" y="749564"/>
            <a:ext cx="1" cy="612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134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Core Elements</a:t>
            </a:r>
            <a:endParaRPr lang="en-US" dirty="0"/>
          </a:p>
        </p:txBody>
      </p:sp>
      <p:sp>
        <p:nvSpPr>
          <p:cNvPr id="3" name="Content Placeholder 2"/>
          <p:cNvSpPr>
            <a:spLocks noGrp="1"/>
          </p:cNvSpPr>
          <p:nvPr>
            <p:ph sz="quarter" idx="1"/>
          </p:nvPr>
        </p:nvSpPr>
        <p:spPr/>
        <p:txBody>
          <a:bodyPr/>
          <a:lstStyle/>
          <a:p>
            <a:r>
              <a:rPr lang="en-US" dirty="0" smtClean="0"/>
              <a:t>Variable</a:t>
            </a:r>
          </a:p>
          <a:p>
            <a:r>
              <a:rPr lang="en-US" dirty="0" smtClean="0"/>
              <a:t>RepresentedVariable</a:t>
            </a:r>
          </a:p>
          <a:p>
            <a:r>
              <a:rPr lang="en-US" dirty="0" smtClean="0"/>
              <a:t>ConceptualVariable</a:t>
            </a:r>
            <a:endParaRPr lang="en-US" dirty="0"/>
          </a:p>
        </p:txBody>
      </p:sp>
    </p:spTree>
    <p:extLst>
      <p:ext uri="{BB962C8B-B14F-4D97-AF65-F5344CB8AC3E}">
        <p14:creationId xmlns:p14="http://schemas.microsoft.com/office/powerpoint/2010/main" val="83344855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Nine Elements</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1. PhysicalInstance</a:t>
            </a:r>
          </a:p>
          <a:p>
            <a:r>
              <a:rPr lang="en-US" dirty="0" smtClean="0"/>
              <a:t>2. DataRelationship</a:t>
            </a:r>
          </a:p>
          <a:p>
            <a:r>
              <a:rPr lang="en-US" dirty="0" smtClean="0"/>
              <a:t>3. VariableStatistics</a:t>
            </a:r>
          </a:p>
          <a:p>
            <a:r>
              <a:rPr lang="en-US" dirty="0" smtClean="0"/>
              <a:t>4. Variable</a:t>
            </a:r>
          </a:p>
          <a:p>
            <a:r>
              <a:rPr lang="en-US" dirty="0" smtClean="0"/>
              <a:t>5. RepresentedVariable</a:t>
            </a:r>
          </a:p>
          <a:p>
            <a:r>
              <a:rPr lang="en-US" dirty="0" smtClean="0"/>
              <a:t>6. ConceptualVariable</a:t>
            </a:r>
          </a:p>
          <a:p>
            <a:r>
              <a:rPr lang="en-US" dirty="0" smtClean="0"/>
              <a:t>7. Concept</a:t>
            </a:r>
          </a:p>
          <a:p>
            <a:r>
              <a:rPr lang="en-US" dirty="0" smtClean="0"/>
              <a:t>8. CodeList</a:t>
            </a:r>
          </a:p>
          <a:p>
            <a:r>
              <a:rPr lang="en-US" dirty="0" smtClean="0"/>
              <a:t>9. Category</a:t>
            </a:r>
            <a:endParaRPr lang="en-US" dirty="0"/>
          </a:p>
        </p:txBody>
      </p:sp>
    </p:spTree>
    <p:extLst>
      <p:ext uri="{BB962C8B-B14F-4D97-AF65-F5344CB8AC3E}">
        <p14:creationId xmlns:p14="http://schemas.microsoft.com/office/powerpoint/2010/main" val="13606938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normAutofit fontScale="90000"/>
          </a:bodyPr>
          <a:lstStyle/>
          <a:p>
            <a:r>
              <a:rPr lang="en-US" dirty="0" smtClean="0"/>
              <a:t>From </a:t>
            </a:r>
            <a:r>
              <a:rPr lang="en-US" dirty="0"/>
              <a:t>zero documentation to actionable metadata in seven </a:t>
            </a:r>
            <a:r>
              <a:rPr lang="en-US" dirty="0" smtClean="0"/>
              <a:t>steps</a:t>
            </a:r>
            <a:endParaRPr lang="en-US" dirty="0"/>
          </a:p>
        </p:txBody>
      </p:sp>
    </p:spTree>
    <p:extLst>
      <p:ext uri="{BB962C8B-B14F-4D97-AF65-F5344CB8AC3E}">
        <p14:creationId xmlns:p14="http://schemas.microsoft.com/office/powerpoint/2010/main" val="1662872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Seven Steps</a:t>
            </a:r>
            <a:endParaRPr lang="en-US" dirty="0"/>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val="1087805970"/>
              </p:ext>
            </p:extLst>
          </p:nvPr>
        </p:nvGraphicFramePr>
        <p:xfrm>
          <a:off x="817563" y="1600200"/>
          <a:ext cx="108712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82687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Describe a single dataset</a:t>
            </a:r>
            <a:endParaRPr lang="en-US" dirty="0"/>
          </a:p>
        </p:txBody>
      </p:sp>
      <p:sp>
        <p:nvSpPr>
          <p:cNvPr id="5" name="Content Placeholder 4"/>
          <p:cNvSpPr>
            <a:spLocks noGrp="1"/>
          </p:cNvSpPr>
          <p:nvPr>
            <p:ph sz="quarter" idx="1"/>
          </p:nvPr>
        </p:nvSpPr>
        <p:spPr/>
        <p:txBody>
          <a:bodyPr/>
          <a:lstStyle/>
          <a:p>
            <a:r>
              <a:rPr lang="en-US" dirty="0" smtClean="0"/>
              <a:t>Elements</a:t>
            </a:r>
          </a:p>
          <a:p>
            <a:pPr lvl="1"/>
            <a:r>
              <a:rPr lang="en-US" dirty="0" smtClean="0"/>
              <a:t>PhysicalInstance</a:t>
            </a:r>
          </a:p>
          <a:p>
            <a:pPr lvl="1"/>
            <a:r>
              <a:rPr lang="en-US" dirty="0" smtClean="0"/>
              <a:t>DataRelationship</a:t>
            </a:r>
          </a:p>
          <a:p>
            <a:pPr lvl="1"/>
            <a:r>
              <a:rPr lang="en-US" dirty="0" smtClean="0"/>
              <a:t>Variable </a:t>
            </a:r>
          </a:p>
          <a:p>
            <a:pPr lvl="1"/>
            <a:r>
              <a:rPr lang="en-US" dirty="0" smtClean="0"/>
              <a:t>CodeList</a:t>
            </a:r>
          </a:p>
          <a:p>
            <a:pPr lvl="1"/>
            <a:r>
              <a:rPr lang="en-US" dirty="0" smtClean="0"/>
              <a:t>Category</a:t>
            </a:r>
            <a:endParaRPr lang="en-US" dirty="0"/>
          </a:p>
          <a:p>
            <a:pPr lvl="1"/>
            <a:endParaRPr lang="en-US" dirty="0"/>
          </a:p>
        </p:txBody>
      </p:sp>
      <p:pic>
        <p:nvPicPr>
          <p:cNvPr id="6" name="Picture 5"/>
          <p:cNvPicPr>
            <a:picLocks noChangeAspect="1"/>
          </p:cNvPicPr>
          <p:nvPr/>
        </p:nvPicPr>
        <p:blipFill>
          <a:blip r:embed="rId2"/>
          <a:stretch>
            <a:fillRect/>
          </a:stretch>
        </p:blipFill>
        <p:spPr>
          <a:xfrm>
            <a:off x="4598628" y="1558860"/>
            <a:ext cx="6811326" cy="5477639"/>
          </a:xfrm>
          <a:prstGeom prst="rect">
            <a:avLst/>
          </a:prstGeom>
        </p:spPr>
      </p:pic>
    </p:spTree>
    <p:extLst>
      <p:ext uri="{BB962C8B-B14F-4D97-AF65-F5344CB8AC3E}">
        <p14:creationId xmlns:p14="http://schemas.microsoft.com/office/powerpoint/2010/main" val="13840240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Create a concept hierarchy</a:t>
            </a:r>
            <a:endParaRPr lang="en-US" dirty="0"/>
          </a:p>
        </p:txBody>
      </p:sp>
      <p:sp>
        <p:nvSpPr>
          <p:cNvPr id="3" name="Content Placeholder 2"/>
          <p:cNvSpPr>
            <a:spLocks noGrp="1"/>
          </p:cNvSpPr>
          <p:nvPr>
            <p:ph sz="quarter" idx="1"/>
          </p:nvPr>
        </p:nvSpPr>
        <p:spPr/>
        <p:txBody>
          <a:bodyPr/>
          <a:lstStyle/>
          <a:p>
            <a:r>
              <a:rPr lang="en-US" dirty="0" smtClean="0"/>
              <a:t>Elements</a:t>
            </a:r>
          </a:p>
          <a:p>
            <a:pPr lvl="1"/>
            <a:r>
              <a:rPr lang="en-US" dirty="0" smtClean="0"/>
              <a:t>Concept</a:t>
            </a:r>
            <a:endParaRPr lang="en-US" dirty="0"/>
          </a:p>
        </p:txBody>
      </p:sp>
      <p:pic>
        <p:nvPicPr>
          <p:cNvPr id="4" name="Picture 3"/>
          <p:cNvPicPr>
            <a:picLocks noChangeAspect="1"/>
          </p:cNvPicPr>
          <p:nvPr/>
        </p:nvPicPr>
        <p:blipFill>
          <a:blip r:embed="rId2"/>
          <a:stretch>
            <a:fillRect/>
          </a:stretch>
        </p:blipFill>
        <p:spPr>
          <a:xfrm>
            <a:off x="4598628" y="1558860"/>
            <a:ext cx="6811326" cy="5477639"/>
          </a:xfrm>
          <a:prstGeom prst="rect">
            <a:avLst/>
          </a:prstGeom>
        </p:spPr>
      </p:pic>
    </p:spTree>
    <p:extLst>
      <p:ext uri="{BB962C8B-B14F-4D97-AF65-F5344CB8AC3E}">
        <p14:creationId xmlns:p14="http://schemas.microsoft.com/office/powerpoint/2010/main" val="14909597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Describe a Second dataset</a:t>
            </a:r>
            <a:endParaRPr lang="en-US" dirty="0"/>
          </a:p>
        </p:txBody>
      </p:sp>
      <p:sp>
        <p:nvSpPr>
          <p:cNvPr id="5" name="Content Placeholder 4"/>
          <p:cNvSpPr>
            <a:spLocks noGrp="1"/>
          </p:cNvSpPr>
          <p:nvPr>
            <p:ph sz="quarter" idx="1"/>
          </p:nvPr>
        </p:nvSpPr>
        <p:spPr/>
        <p:txBody>
          <a:bodyPr/>
          <a:lstStyle/>
          <a:p>
            <a:r>
              <a:rPr lang="en-US" dirty="0" smtClean="0"/>
              <a:t>Elements</a:t>
            </a:r>
          </a:p>
          <a:p>
            <a:pPr lvl="1"/>
            <a:r>
              <a:rPr lang="en-US" dirty="0" smtClean="0"/>
              <a:t>PhysicalInstance</a:t>
            </a:r>
          </a:p>
          <a:p>
            <a:pPr lvl="1"/>
            <a:r>
              <a:rPr lang="en-US" dirty="0" smtClean="0"/>
              <a:t>DataRelationship</a:t>
            </a:r>
          </a:p>
          <a:p>
            <a:pPr lvl="1"/>
            <a:r>
              <a:rPr lang="en-US" dirty="0" smtClean="0"/>
              <a:t>Variable </a:t>
            </a:r>
          </a:p>
          <a:p>
            <a:pPr lvl="1"/>
            <a:r>
              <a:rPr lang="en-US" dirty="0" smtClean="0"/>
              <a:t>CodeList</a:t>
            </a:r>
          </a:p>
          <a:p>
            <a:pPr lvl="1"/>
            <a:r>
              <a:rPr lang="en-US" dirty="0" smtClean="0"/>
              <a:t>Category</a:t>
            </a:r>
            <a:endParaRPr lang="en-US" dirty="0"/>
          </a:p>
          <a:p>
            <a:pPr lvl="1"/>
            <a:endParaRPr lang="en-US" dirty="0"/>
          </a:p>
        </p:txBody>
      </p:sp>
      <p:pic>
        <p:nvPicPr>
          <p:cNvPr id="6" name="Picture 5"/>
          <p:cNvPicPr>
            <a:picLocks noChangeAspect="1"/>
          </p:cNvPicPr>
          <p:nvPr/>
        </p:nvPicPr>
        <p:blipFill>
          <a:blip r:embed="rId2"/>
          <a:stretch>
            <a:fillRect/>
          </a:stretch>
        </p:blipFill>
        <p:spPr>
          <a:xfrm>
            <a:off x="4598628" y="1558860"/>
            <a:ext cx="6811326" cy="5477639"/>
          </a:xfrm>
          <a:prstGeom prst="rect">
            <a:avLst/>
          </a:prstGeom>
        </p:spPr>
      </p:pic>
    </p:spTree>
    <p:extLst>
      <p:ext uri="{BB962C8B-B14F-4D97-AF65-F5344CB8AC3E}">
        <p14:creationId xmlns:p14="http://schemas.microsoft.com/office/powerpoint/2010/main" val="20791585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Create common variable definitions</a:t>
            </a:r>
            <a:endParaRPr lang="en-US" dirty="0"/>
          </a:p>
        </p:txBody>
      </p:sp>
      <p:sp>
        <p:nvSpPr>
          <p:cNvPr id="3" name="Content Placeholder 2"/>
          <p:cNvSpPr>
            <a:spLocks noGrp="1"/>
          </p:cNvSpPr>
          <p:nvPr>
            <p:ph sz="quarter" idx="1"/>
          </p:nvPr>
        </p:nvSpPr>
        <p:spPr>
          <a:xfrm>
            <a:off x="191832" y="1815447"/>
            <a:ext cx="10871200" cy="4495800"/>
          </a:xfrm>
        </p:spPr>
        <p:txBody>
          <a:bodyPr/>
          <a:lstStyle/>
          <a:p>
            <a:r>
              <a:rPr lang="en-US" dirty="0" smtClean="0"/>
              <a:t>Elements</a:t>
            </a:r>
          </a:p>
          <a:p>
            <a:pPr lvl="1"/>
            <a:r>
              <a:rPr lang="en-US" dirty="0" smtClean="0"/>
              <a:t>RepresentedVariable</a:t>
            </a:r>
          </a:p>
          <a:p>
            <a:pPr lvl="1"/>
            <a:r>
              <a:rPr lang="en-US" dirty="0" smtClean="0"/>
              <a:t>ConceptualVariable</a:t>
            </a:r>
            <a:endParaRPr lang="en-US" dirty="0"/>
          </a:p>
        </p:txBody>
      </p:sp>
      <p:pic>
        <p:nvPicPr>
          <p:cNvPr id="4" name="Picture 3"/>
          <p:cNvPicPr>
            <a:picLocks noChangeAspect="1"/>
          </p:cNvPicPr>
          <p:nvPr/>
        </p:nvPicPr>
        <p:blipFill rotWithShape="1">
          <a:blip r:embed="rId3"/>
          <a:srcRect r="30862"/>
          <a:stretch/>
        </p:blipFill>
        <p:spPr>
          <a:xfrm>
            <a:off x="3585853" y="1497656"/>
            <a:ext cx="4375251" cy="5089202"/>
          </a:xfrm>
          <a:prstGeom prst="rect">
            <a:avLst/>
          </a:prstGeom>
        </p:spPr>
      </p:pic>
      <p:pic>
        <p:nvPicPr>
          <p:cNvPr id="5" name="Picture 4"/>
          <p:cNvPicPr>
            <a:picLocks noChangeAspect="1"/>
          </p:cNvPicPr>
          <p:nvPr/>
        </p:nvPicPr>
        <p:blipFill rotWithShape="1">
          <a:blip r:embed="rId3"/>
          <a:srcRect r="30179"/>
          <a:stretch/>
        </p:blipFill>
        <p:spPr>
          <a:xfrm>
            <a:off x="7850359" y="1562986"/>
            <a:ext cx="4341641" cy="5000722"/>
          </a:xfrm>
          <a:prstGeom prst="rect">
            <a:avLst/>
          </a:prstGeom>
        </p:spPr>
      </p:pic>
      <p:sp>
        <p:nvSpPr>
          <p:cNvPr id="6" name="Rectangle 5"/>
          <p:cNvSpPr/>
          <p:nvPr/>
        </p:nvSpPr>
        <p:spPr>
          <a:xfrm>
            <a:off x="5784108" y="2917574"/>
            <a:ext cx="723017" cy="1994668"/>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0021179" y="3021773"/>
            <a:ext cx="723017" cy="1890469"/>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5586008" y="4555085"/>
            <a:ext cx="98289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Variable</a:t>
            </a:r>
            <a:endParaRPr lang="en-US" dirty="0"/>
          </a:p>
        </p:txBody>
      </p:sp>
      <p:sp>
        <p:nvSpPr>
          <p:cNvPr id="16" name="TextBox 15"/>
          <p:cNvSpPr txBox="1"/>
          <p:nvPr/>
        </p:nvSpPr>
        <p:spPr>
          <a:xfrm>
            <a:off x="9849121" y="4602904"/>
            <a:ext cx="982898"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Variable</a:t>
            </a:r>
            <a:endParaRPr lang="en-US" dirty="0"/>
          </a:p>
        </p:txBody>
      </p:sp>
      <p:sp>
        <p:nvSpPr>
          <p:cNvPr id="17" name="TextBox 16"/>
          <p:cNvSpPr txBox="1"/>
          <p:nvPr/>
        </p:nvSpPr>
        <p:spPr>
          <a:xfrm>
            <a:off x="7114120" y="2647250"/>
            <a:ext cx="2123787"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RepresentedVariable</a:t>
            </a:r>
            <a:endParaRPr lang="en-US" dirty="0"/>
          </a:p>
        </p:txBody>
      </p:sp>
      <p:cxnSp>
        <p:nvCxnSpPr>
          <p:cNvPr id="18" name="Straight Arrow Connector 17"/>
          <p:cNvCxnSpPr/>
          <p:nvPr/>
        </p:nvCxnSpPr>
        <p:spPr>
          <a:xfrm flipV="1">
            <a:off x="6077457" y="2831916"/>
            <a:ext cx="1036663" cy="172317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flipV="1">
            <a:off x="9237907" y="2831916"/>
            <a:ext cx="1102663" cy="177098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170802" y="1665028"/>
            <a:ext cx="201042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rtlCol="0">
            <a:spAutoFit/>
          </a:bodyPr>
          <a:lstStyle/>
          <a:p>
            <a:r>
              <a:rPr lang="en-US" dirty="0" smtClean="0"/>
              <a:t>ConceptualVariable</a:t>
            </a:r>
            <a:endParaRPr lang="en-US" dirty="0"/>
          </a:p>
        </p:txBody>
      </p:sp>
      <p:cxnSp>
        <p:nvCxnSpPr>
          <p:cNvPr id="21" name="Straight Arrow Connector 20"/>
          <p:cNvCxnSpPr/>
          <p:nvPr/>
        </p:nvCxnSpPr>
        <p:spPr>
          <a:xfrm flipH="1" flipV="1">
            <a:off x="8176013" y="2034360"/>
            <a:ext cx="1" cy="61289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65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Assign common variable definitions</a:t>
            </a:r>
            <a:endParaRPr lang="en-US" dirty="0"/>
          </a:p>
        </p:txBody>
      </p:sp>
      <p:sp>
        <p:nvSpPr>
          <p:cNvPr id="3" name="Content Placeholder 2"/>
          <p:cNvSpPr>
            <a:spLocks noGrp="1"/>
          </p:cNvSpPr>
          <p:nvPr>
            <p:ph sz="quarter" idx="1"/>
          </p:nvPr>
        </p:nvSpPr>
        <p:spPr/>
        <p:txBody>
          <a:bodyPr/>
          <a:lstStyle/>
          <a:p>
            <a:r>
              <a:rPr lang="en-US" dirty="0"/>
              <a:t>Relationships</a:t>
            </a:r>
          </a:p>
          <a:p>
            <a:pPr lvl="1"/>
            <a:r>
              <a:rPr lang="en-US" dirty="0"/>
              <a:t>Variable -&gt; RepresentedVariable</a:t>
            </a:r>
          </a:p>
          <a:p>
            <a:pPr lvl="1"/>
            <a:r>
              <a:rPr lang="en-US" dirty="0"/>
              <a:t>RepresentedVariable -&gt; </a:t>
            </a:r>
            <a:r>
              <a:rPr lang="en-US" dirty="0" smtClean="0"/>
              <a:t>ConceptualVariable</a:t>
            </a:r>
            <a:endParaRPr lang="en-US" dirty="0"/>
          </a:p>
        </p:txBody>
      </p:sp>
    </p:spTree>
    <p:extLst>
      <p:ext uri="{BB962C8B-B14F-4D97-AF65-F5344CB8AC3E}">
        <p14:creationId xmlns:p14="http://schemas.microsoft.com/office/powerpoint/2010/main" val="4557359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Assign concepts</a:t>
            </a:r>
            <a:endParaRPr lang="en-US" dirty="0"/>
          </a:p>
        </p:txBody>
      </p:sp>
      <p:sp>
        <p:nvSpPr>
          <p:cNvPr id="3" name="Content Placeholder 2"/>
          <p:cNvSpPr>
            <a:spLocks noGrp="1"/>
          </p:cNvSpPr>
          <p:nvPr>
            <p:ph sz="quarter" idx="1"/>
          </p:nvPr>
        </p:nvSpPr>
        <p:spPr/>
        <p:txBody>
          <a:bodyPr/>
          <a:lstStyle/>
          <a:p>
            <a:r>
              <a:rPr lang="en-US" dirty="0"/>
              <a:t>Relationships</a:t>
            </a:r>
          </a:p>
          <a:p>
            <a:pPr lvl="1"/>
            <a:r>
              <a:rPr lang="en-US" dirty="0" smtClean="0"/>
              <a:t>*</a:t>
            </a:r>
            <a:r>
              <a:rPr lang="en-US" dirty="0"/>
              <a:t>Variable -&gt; Concept</a:t>
            </a:r>
          </a:p>
          <a:p>
            <a:endParaRPr lang="en-US" dirty="0"/>
          </a:p>
        </p:txBody>
      </p:sp>
    </p:spTree>
    <p:extLst>
      <p:ext uri="{BB962C8B-B14F-4D97-AF65-F5344CB8AC3E}">
        <p14:creationId xmlns:p14="http://schemas.microsoft.com/office/powerpoint/2010/main" val="12709625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Repeat as Necessary</a:t>
            </a:r>
            <a:endParaRPr lang="en-US" dirty="0"/>
          </a:p>
        </p:txBody>
      </p:sp>
      <p:graphicFrame>
        <p:nvGraphicFramePr>
          <p:cNvPr id="6" name="Content Placeholder 5"/>
          <p:cNvGraphicFramePr>
            <a:graphicFrameLocks noGrp="1"/>
          </p:cNvGraphicFramePr>
          <p:nvPr>
            <p:ph sz="quarter" idx="1"/>
            <p:extLst/>
          </p:nvPr>
        </p:nvGraphicFramePr>
        <p:xfrm>
          <a:off x="817563" y="1600200"/>
          <a:ext cx="108712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37497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7. Publish documentation</a:t>
            </a:r>
            <a:endParaRPr lang="en-US" dirty="0"/>
          </a:p>
        </p:txBody>
      </p:sp>
      <p:sp>
        <p:nvSpPr>
          <p:cNvPr id="3" name="Content Placeholder 2"/>
          <p:cNvSpPr>
            <a:spLocks noGrp="1"/>
          </p:cNvSpPr>
          <p:nvPr>
            <p:ph sz="quarter" idx="1"/>
          </p:nvPr>
        </p:nvSpPr>
        <p:spPr/>
        <p:txBody>
          <a:bodyPr/>
          <a:lstStyle/>
          <a:p>
            <a:endParaRPr lang="en-US" dirty="0"/>
          </a:p>
        </p:txBody>
      </p:sp>
    </p:spTree>
    <p:extLst>
      <p:ext uri="{BB962C8B-B14F-4D97-AF65-F5344CB8AC3E}">
        <p14:creationId xmlns:p14="http://schemas.microsoft.com/office/powerpoint/2010/main" val="35913537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US"/>
          </a:p>
        </p:txBody>
      </p:sp>
      <p:sp>
        <p:nvSpPr>
          <p:cNvPr id="2" name="Title 1"/>
          <p:cNvSpPr>
            <a:spLocks noGrp="1"/>
          </p:cNvSpPr>
          <p:nvPr>
            <p:ph type="title"/>
          </p:nvPr>
        </p:nvSpPr>
        <p:spPr/>
        <p:txBody>
          <a:bodyPr>
            <a:normAutofit fontScale="90000"/>
          </a:bodyPr>
          <a:lstStyle/>
          <a:p>
            <a:r>
              <a:rPr lang="en-US" dirty="0"/>
              <a:t>From actionable metadata to information for researchers</a:t>
            </a:r>
          </a:p>
        </p:txBody>
      </p:sp>
    </p:spTree>
    <p:extLst>
      <p:ext uri="{BB962C8B-B14F-4D97-AF65-F5344CB8AC3E}">
        <p14:creationId xmlns:p14="http://schemas.microsoft.com/office/powerpoint/2010/main" val="208963474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idx="4294967295"/>
          </p:nvPr>
        </p:nvSpPr>
        <p:spPr>
          <a:xfrm>
            <a:off x="1446835" y="2504814"/>
            <a:ext cx="9720263" cy="1498600"/>
          </a:xfrm>
        </p:spPr>
        <p:txBody>
          <a:bodyPr/>
          <a:lstStyle/>
          <a:p>
            <a:pPr algn="ctr"/>
            <a:r>
              <a:rPr lang="en-US" cap="none" dirty="0" smtClean="0"/>
              <a:t>What can we do with this actionable metadata?</a:t>
            </a:r>
            <a:endParaRPr lang="en-US" cap="none" dirty="0"/>
          </a:p>
        </p:txBody>
      </p:sp>
    </p:spTree>
    <p:extLst>
      <p:ext uri="{BB962C8B-B14F-4D97-AF65-F5344CB8AC3E}">
        <p14:creationId xmlns:p14="http://schemas.microsoft.com/office/powerpoint/2010/main" val="31497072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People don’t want this</a:t>
            </a:r>
            <a:endParaRPr lang="en-US" dirty="0"/>
          </a:p>
        </p:txBody>
      </p:sp>
      <p:sp>
        <p:nvSpPr>
          <p:cNvPr id="4" name="Text Placeholder 3"/>
          <p:cNvSpPr>
            <a:spLocks noGrp="1"/>
          </p:cNvSpPr>
          <p:nvPr>
            <p:ph type="body" idx="2"/>
          </p:nvPr>
        </p:nvSpPr>
        <p:spPr/>
        <p:txBody>
          <a:bodyPr>
            <a:normAutofit/>
          </a:bodyPr>
          <a:lstStyle/>
          <a:p>
            <a:r>
              <a:rPr lang="en-US" sz="2400" dirty="0" smtClean="0"/>
              <a:t>But machines do</a:t>
            </a:r>
            <a:endParaRPr lang="en-US" sz="2400" dirty="0"/>
          </a:p>
        </p:txBody>
      </p:sp>
      <p:sp>
        <p:nvSpPr>
          <p:cNvPr id="6" name="Content Placeholder 5"/>
          <p:cNvSpPr>
            <a:spLocks noGrp="1"/>
          </p:cNvSpPr>
          <p:nvPr>
            <p:ph sz="quarter" idx="1"/>
          </p:nvPr>
        </p:nvSpPr>
        <p:spPr/>
        <p:txBody>
          <a:bodyPr/>
          <a:lstStyle/>
          <a:p>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4733" y="2208869"/>
            <a:ext cx="10985481" cy="3525699"/>
          </a:xfrm>
          <a:prstGeom prst="rect">
            <a:avLst/>
          </a:prstGeom>
        </p:spPr>
      </p:pic>
    </p:spTree>
    <p:extLst>
      <p:ext uri="{BB962C8B-B14F-4D97-AF65-F5344CB8AC3E}">
        <p14:creationId xmlns:p14="http://schemas.microsoft.com/office/powerpoint/2010/main" val="404590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Documentation Ideas</a:t>
            </a:r>
            <a:endParaRPr lang="en-US" dirty="0"/>
          </a:p>
        </p:txBody>
      </p:sp>
      <p:graphicFrame>
        <p:nvGraphicFramePr>
          <p:cNvPr id="7" name="Content Placeholder 6"/>
          <p:cNvGraphicFramePr>
            <a:graphicFrameLocks noGrp="1"/>
          </p:cNvGraphicFramePr>
          <p:nvPr>
            <p:ph sz="quarter" idx="1"/>
            <p:extLst>
              <p:ext uri="{D42A27DB-BD31-4B8C-83A1-F6EECF244321}">
                <p14:modId xmlns:p14="http://schemas.microsoft.com/office/powerpoint/2010/main" val="3220710056"/>
              </p:ext>
            </p:extLst>
          </p:nvPr>
        </p:nvGraphicFramePr>
        <p:xfrm>
          <a:off x="817563" y="1600200"/>
          <a:ext cx="108712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9837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for Researchers</a:t>
            </a:r>
            <a:endParaRPr lang="en-US" dirty="0"/>
          </a:p>
        </p:txBody>
      </p:sp>
      <p:sp>
        <p:nvSpPr>
          <p:cNvPr id="3" name="Content Placeholder 2"/>
          <p:cNvSpPr>
            <a:spLocks noGrp="1"/>
          </p:cNvSpPr>
          <p:nvPr>
            <p:ph sz="quarter" idx="1"/>
          </p:nvPr>
        </p:nvSpPr>
        <p:spPr/>
        <p:txBody>
          <a:bodyPr/>
          <a:lstStyle/>
          <a:p>
            <a:r>
              <a:rPr lang="en-US" dirty="0" smtClean="0"/>
              <a:t>Variables are at the center</a:t>
            </a:r>
          </a:p>
          <a:p>
            <a:r>
              <a:rPr lang="en-US" dirty="0" smtClean="0"/>
              <a:t>How can I find the variables I want?</a:t>
            </a:r>
          </a:p>
          <a:p>
            <a:r>
              <a:rPr lang="en-US" dirty="0" smtClean="0"/>
              <a:t>How do things relate to variables?</a:t>
            </a:r>
          </a:p>
          <a:p>
            <a:pPr lvl="1"/>
            <a:r>
              <a:rPr lang="en-US" dirty="0" smtClean="0"/>
              <a:t>Other variables</a:t>
            </a:r>
          </a:p>
          <a:p>
            <a:pPr lvl="1"/>
            <a:r>
              <a:rPr lang="en-US" dirty="0" smtClean="0"/>
              <a:t>Questions</a:t>
            </a:r>
          </a:p>
          <a:p>
            <a:pPr lvl="1"/>
            <a:r>
              <a:rPr lang="en-US" dirty="0" smtClean="0"/>
              <a:t>Additional information</a:t>
            </a:r>
          </a:p>
        </p:txBody>
      </p:sp>
    </p:spTree>
    <p:extLst>
      <p:ext uri="{BB962C8B-B14F-4D97-AF65-F5344CB8AC3E}">
        <p14:creationId xmlns:p14="http://schemas.microsoft.com/office/powerpoint/2010/main" val="59064567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smtClean="0"/>
              <a:t>MIDUS</a:t>
            </a:r>
            <a:endParaRPr lang="en-US" dirty="0"/>
          </a:p>
        </p:txBody>
      </p:sp>
      <p:sp>
        <p:nvSpPr>
          <p:cNvPr id="16" name="Content Placeholder 15"/>
          <p:cNvSpPr>
            <a:spLocks noGrp="1"/>
          </p:cNvSpPr>
          <p:nvPr>
            <p:ph sz="quarter" idx="1"/>
          </p:nvPr>
        </p:nvSpPr>
        <p:spPr/>
        <p:txBody>
          <a:bodyPr/>
          <a:lstStyle/>
          <a:p>
            <a:r>
              <a:rPr lang="en-US" dirty="0" smtClean="0">
                <a:hlinkClick r:id="rId2"/>
              </a:rPr>
              <a:t>MIDUS Portal</a:t>
            </a:r>
            <a:endParaRPr lang="en-US" dirty="0"/>
          </a:p>
        </p:txBody>
      </p:sp>
      <p:sp>
        <p:nvSpPr>
          <p:cNvPr id="17" name="Content Placeholder 16"/>
          <p:cNvSpPr>
            <a:spLocks noGrp="1"/>
          </p:cNvSpPr>
          <p:nvPr>
            <p:ph sz="quarter" idx="2"/>
          </p:nvPr>
        </p:nvSpPr>
        <p:spPr/>
        <p:txBody>
          <a:bodyPr/>
          <a:lstStyle/>
          <a:p>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371975"/>
            <a:ext cx="12192000" cy="2486025"/>
          </a:xfrm>
          <a:prstGeom prst="rect">
            <a:avLst/>
          </a:prstGeom>
        </p:spPr>
      </p:pic>
    </p:spTree>
    <p:extLst>
      <p:ext uri="{BB962C8B-B14F-4D97-AF65-F5344CB8AC3E}">
        <p14:creationId xmlns:p14="http://schemas.microsoft.com/office/powerpoint/2010/main" val="313875855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14384"/>
          <a:stretch/>
        </p:blipFill>
        <p:spPr>
          <a:xfrm>
            <a:off x="0" y="659754"/>
            <a:ext cx="12014991" cy="5718293"/>
          </a:xfrm>
          <a:prstGeom prst="rect">
            <a:avLst/>
          </a:prstGeom>
        </p:spPr>
      </p:pic>
    </p:spTree>
    <p:extLst>
      <p:ext uri="{BB962C8B-B14F-4D97-AF65-F5344CB8AC3E}">
        <p14:creationId xmlns:p14="http://schemas.microsoft.com/office/powerpoint/2010/main" val="24111876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Compare Data Types</a:t>
            </a:r>
            <a:endParaRPr lang="en-US" dirty="0"/>
          </a:p>
        </p:txBody>
      </p:sp>
      <p:pic>
        <p:nvPicPr>
          <p:cNvPr id="9" name="Content Placeholder 8"/>
          <p:cNvPicPr>
            <a:picLocks noGrp="1" noChangeAspect="1"/>
          </p:cNvPicPr>
          <p:nvPr>
            <p:ph sz="quarter" idx="1"/>
          </p:nvPr>
        </p:nvPicPr>
        <p:blipFill>
          <a:blip r:embed="rId3"/>
          <a:stretch>
            <a:fillRect/>
          </a:stretch>
        </p:blipFill>
        <p:spPr>
          <a:xfrm>
            <a:off x="2477780" y="1333982"/>
            <a:ext cx="6249532" cy="5720306"/>
          </a:xfrm>
          <a:prstGeom prst="rect">
            <a:avLst/>
          </a:prstGeom>
        </p:spPr>
      </p:pic>
      <p:sp>
        <p:nvSpPr>
          <p:cNvPr id="10" name="Rectangle 9"/>
          <p:cNvSpPr/>
          <p:nvPr/>
        </p:nvSpPr>
        <p:spPr>
          <a:xfrm>
            <a:off x="2782114" y="3808930"/>
            <a:ext cx="5632681" cy="323232"/>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Rectangle 10"/>
          <p:cNvSpPr/>
          <p:nvPr/>
        </p:nvSpPr>
        <p:spPr>
          <a:xfrm>
            <a:off x="2782113" y="5628808"/>
            <a:ext cx="5632681" cy="323232"/>
          </a:xfrm>
          <a:prstGeom prst="rect">
            <a:avLst/>
          </a:prstGeom>
          <a:noFill/>
          <a:ln w="57150">
            <a:solidFill>
              <a:schemeClr val="accent5">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892743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CLOSER</a:t>
            </a:r>
            <a:endParaRPr lang="en-US" dirty="0"/>
          </a:p>
        </p:txBody>
      </p:sp>
      <p:sp>
        <p:nvSpPr>
          <p:cNvPr id="3" name="Content Placeholder 2"/>
          <p:cNvSpPr>
            <a:spLocks noGrp="1"/>
          </p:cNvSpPr>
          <p:nvPr>
            <p:ph sz="quarter" idx="1"/>
          </p:nvPr>
        </p:nvSpPr>
        <p:spPr/>
        <p:txBody>
          <a:bodyPr/>
          <a:lstStyle/>
          <a:p>
            <a:r>
              <a:rPr lang="en-US" dirty="0"/>
              <a:t>9 independent studies</a:t>
            </a:r>
          </a:p>
          <a:p>
            <a:r>
              <a:rPr lang="en-US" dirty="0"/>
              <a:t>Data from 1930 – 2014</a:t>
            </a:r>
          </a:p>
          <a:p>
            <a:r>
              <a:rPr lang="en-US" dirty="0"/>
              <a:t>200,000+ variables</a:t>
            </a:r>
          </a:p>
          <a:p>
            <a:r>
              <a:rPr lang="en-US" dirty="0"/>
              <a:t>Purpose: Maximize the use, value, and impact of the UK’s longitudinal studies</a:t>
            </a:r>
          </a:p>
          <a:p>
            <a:r>
              <a:rPr lang="en-US" dirty="0"/>
              <a:t>Document and harmonize all variables and questionnaires</a:t>
            </a:r>
          </a:p>
        </p:txBody>
      </p:sp>
      <p:sp>
        <p:nvSpPr>
          <p:cNvPr id="4" name="Content Placeholder 3"/>
          <p:cNvSpPr>
            <a:spLocks noGrp="1"/>
          </p:cNvSpPr>
          <p:nvPr>
            <p:ph sz="quarter" idx="2"/>
          </p:nvPr>
        </p:nvSpPr>
        <p:spPr/>
        <p:txBody>
          <a:bodyPr/>
          <a:lstStyle/>
          <a:p>
            <a:r>
              <a:rPr lang="en-US" dirty="0" smtClean="0">
                <a:hlinkClick r:id="rId2"/>
              </a:rPr>
              <a:t>CLOSER Portal</a:t>
            </a:r>
            <a:endParaRPr lang="en-US" dirty="0"/>
          </a:p>
        </p:txBody>
      </p:sp>
    </p:spTree>
    <p:extLst>
      <p:ext uri="{BB962C8B-B14F-4D97-AF65-F5344CB8AC3E}">
        <p14:creationId xmlns:p14="http://schemas.microsoft.com/office/powerpoint/2010/main" val="352073585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25033" y="317566"/>
            <a:ext cx="11463263" cy="6372293"/>
          </a:xfrm>
          <a:prstGeom prst="rect">
            <a:avLst/>
          </a:prstGeom>
        </p:spPr>
      </p:pic>
    </p:spTree>
    <p:extLst>
      <p:ext uri="{BB962C8B-B14F-4D97-AF65-F5344CB8AC3E}">
        <p14:creationId xmlns:p14="http://schemas.microsoft.com/office/powerpoint/2010/main" val="285804394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Statistics Denmark</a:t>
            </a:r>
            <a:endParaRPr lang="en-US" dirty="0"/>
          </a:p>
        </p:txBody>
      </p:sp>
      <p:pic>
        <p:nvPicPr>
          <p:cNvPr id="8" name="Content Placeholder 7"/>
          <p:cNvPicPr>
            <a:picLocks noGrp="1" noChangeAspect="1"/>
          </p:cNvPicPr>
          <p:nvPr>
            <p:ph sz="quarter" idx="1"/>
          </p:nvPr>
        </p:nvPicPr>
        <p:blipFill>
          <a:blip r:embed="rId2"/>
          <a:stretch>
            <a:fillRect/>
          </a:stretch>
        </p:blipFill>
        <p:spPr>
          <a:xfrm>
            <a:off x="888447" y="1368706"/>
            <a:ext cx="10014905" cy="5234572"/>
          </a:xfrm>
          <a:prstGeom prst="rect">
            <a:avLst/>
          </a:prstGeom>
        </p:spPr>
      </p:pic>
    </p:spTree>
    <p:extLst>
      <p:ext uri="{BB962C8B-B14F-4D97-AF65-F5344CB8AC3E}">
        <p14:creationId xmlns:p14="http://schemas.microsoft.com/office/powerpoint/2010/main" val="318744992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Multiple Data Providers, One Metadata Standard</a:t>
            </a:r>
            <a:endParaRPr lang="en-US" dirty="0"/>
          </a:p>
        </p:txBody>
      </p:sp>
      <p:graphicFrame>
        <p:nvGraphicFramePr>
          <p:cNvPr id="6" name="Content Placeholder 5"/>
          <p:cNvGraphicFramePr>
            <a:graphicFrameLocks noGrp="1"/>
          </p:cNvGraphicFramePr>
          <p:nvPr>
            <p:ph sz="quarter" idx="1"/>
            <p:extLst>
              <p:ext uri="{D42A27DB-BD31-4B8C-83A1-F6EECF244321}">
                <p14:modId xmlns:p14="http://schemas.microsoft.com/office/powerpoint/2010/main" val="1102209962"/>
              </p:ext>
            </p:extLst>
          </p:nvPr>
        </p:nvGraphicFramePr>
        <p:xfrm>
          <a:off x="817563" y="1600200"/>
          <a:ext cx="108712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793040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US" dirty="0"/>
          </a:p>
        </p:txBody>
      </p:sp>
      <p:sp>
        <p:nvSpPr>
          <p:cNvPr id="7" name="Text Placeholder 6"/>
          <p:cNvSpPr>
            <a:spLocks noGrp="1"/>
          </p:cNvSpPr>
          <p:nvPr>
            <p:ph type="subTitle" idx="1"/>
          </p:nvPr>
        </p:nvSpPr>
        <p:spPr/>
        <p:txBody>
          <a:bodyPr/>
          <a:lstStyle/>
          <a:p>
            <a:r>
              <a:rPr lang="en-US" dirty="0" smtClean="0"/>
              <a:t>jeremy@colectica.com</a:t>
            </a:r>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524615"/>
            <a:ext cx="3210838" cy="762066"/>
          </a:xfrm>
          <a:prstGeom prst="rect">
            <a:avLst/>
          </a:prstGeom>
        </p:spPr>
      </p:pic>
    </p:spTree>
    <p:extLst>
      <p:ext uri="{BB962C8B-B14F-4D97-AF65-F5344CB8AC3E}">
        <p14:creationId xmlns:p14="http://schemas.microsoft.com/office/powerpoint/2010/main" val="299852612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ish">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Medianish" id="{00831A75-5465-4043-A95E-D7DB35BF1395}" vid="{F5D2EE08-4982-4312-8152-262B3253FB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Medianish</Template>
  <TotalTime>1847</TotalTime>
  <Words>606</Words>
  <Application>Microsoft Office PowerPoint</Application>
  <PresentationFormat>Widescreen</PresentationFormat>
  <Paragraphs>173</Paragraphs>
  <Slides>47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Wingdings</vt:lpstr>
      <vt:lpstr>Wingdings 2</vt:lpstr>
      <vt:lpstr>Medianish</vt:lpstr>
      <vt:lpstr>Best Practices for Documenting Repeated Studies in DDI</vt:lpstr>
      <vt:lpstr>Goal</vt:lpstr>
      <vt:lpstr>Overview</vt:lpstr>
      <vt:lpstr>Background</vt:lpstr>
      <vt:lpstr>Official Statistics</vt:lpstr>
      <vt:lpstr>Longitudinal Studies</vt:lpstr>
      <vt:lpstr>Understanding Repeated  Data</vt:lpstr>
      <vt:lpstr>Comparing Data</vt:lpstr>
      <vt:lpstr>Scope</vt:lpstr>
      <vt:lpstr>Scope: US Consumer Expenditure Survey</vt:lpstr>
      <vt:lpstr>Scope: WLS and MIDUS</vt:lpstr>
      <vt:lpstr>Scope: CLOSER</vt:lpstr>
      <vt:lpstr>Why Metadata?</vt:lpstr>
      <vt:lpstr>Why Metadata Standards?</vt:lpstr>
      <vt:lpstr>Metadata Standards for Repeated Data</vt:lpstr>
      <vt:lpstr>Metadata Standards for Repeated Data</vt:lpstr>
      <vt:lpstr>Generic Statistical Information Model</vt:lpstr>
      <vt:lpstr>GSIM Model for Repeated Data</vt:lpstr>
      <vt:lpstr>DDI Lifecycle Model for Repeated Data</vt:lpstr>
      <vt:lpstr>PowerPoint Presentation</vt:lpstr>
      <vt:lpstr>PowerPoint Presentation</vt:lpstr>
      <vt:lpstr>PowerPoint Presentation</vt:lpstr>
      <vt:lpstr>Three Core Elements</vt:lpstr>
      <vt:lpstr>Nine Elements</vt:lpstr>
      <vt:lpstr>From zero documentation to actionable metadata in seven steps</vt:lpstr>
      <vt:lpstr>Seven Steps</vt:lpstr>
      <vt:lpstr>1. Describe a single dataset</vt:lpstr>
      <vt:lpstr>2. Create a concept hierarchy</vt:lpstr>
      <vt:lpstr>3. Describe a Second dataset</vt:lpstr>
      <vt:lpstr>4. Create common variable definitions</vt:lpstr>
      <vt:lpstr>5. Assign common variable definitions</vt:lpstr>
      <vt:lpstr>6. Assign concepts</vt:lpstr>
      <vt:lpstr>Repeat as Necessary</vt:lpstr>
      <vt:lpstr>7. Publish documentation</vt:lpstr>
      <vt:lpstr>From actionable metadata to information for researchers</vt:lpstr>
      <vt:lpstr>What can we do with this actionable metadata?</vt:lpstr>
      <vt:lpstr>People don’t want this</vt:lpstr>
      <vt:lpstr>Documentation Ideas</vt:lpstr>
      <vt:lpstr>Information for Researchers</vt:lpstr>
      <vt:lpstr>MIDUS</vt:lpstr>
      <vt:lpstr>PowerPoint Presentation</vt:lpstr>
      <vt:lpstr>Compare Data Types</vt:lpstr>
      <vt:lpstr>CLOSER</vt:lpstr>
      <vt:lpstr>PowerPoint Presentation</vt:lpstr>
      <vt:lpstr>Statistics Denmark</vt:lpstr>
      <vt:lpstr>Multiple Data Providers, One Metadata Standard</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Best Practices for Documenting Repeated Studies in DDI</dc:title>
  <dc:creator>Jeremy Iverson</dc:creator>
  <cp:lastModifiedBy>Jeremy Iverson</cp:lastModifiedBy>
  <cp:revision>56</cp:revision>
  <dcterms:created xsi:type="dcterms:W3CDTF">2015-11-23T22:02:16Z</dcterms:created>
  <dcterms:modified xsi:type="dcterms:W3CDTF">2015-12-02T11:03:28Z</dcterms:modified>
</cp:coreProperties>
</file>