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73" r:id="rId2"/>
    <p:sldId id="275" r:id="rId3"/>
    <p:sldId id="277" r:id="rId4"/>
    <p:sldId id="280" r:id="rId5"/>
    <p:sldId id="282" r:id="rId6"/>
    <p:sldId id="285" r:id="rId7"/>
    <p:sldId id="300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76" r:id="rId17"/>
    <p:sldId id="297" r:id="rId18"/>
    <p:sldId id="296" r:id="rId19"/>
  </p:sldIdLst>
  <p:sldSz cx="9144000" cy="6858000" type="screen4x3"/>
  <p:notesSz cx="6735763" cy="9866313"/>
  <p:defaultTextStyle>
    <a:defPPr>
      <a:defRPr lang="nb-NO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FFFFFF"/>
    <a:srgbClr val="000000"/>
    <a:srgbClr val="E08500"/>
    <a:srgbClr val="C5CCE1"/>
    <a:srgbClr val="C5CBF7"/>
    <a:srgbClr val="000066"/>
    <a:srgbClr val="D07C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81" autoAdjust="0"/>
  </p:normalViewPr>
  <p:slideViewPr>
    <p:cSldViewPr>
      <p:cViewPr>
        <p:scale>
          <a:sx n="134" d="100"/>
          <a:sy n="134" d="100"/>
        </p:scale>
        <p:origin x="1236" y="5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612854-55B2-4CC3-99FA-C42375E1A209}" type="doc">
      <dgm:prSet loTypeId="urn:microsoft.com/office/officeart/2005/8/layout/hierarchy5" loCatId="hierarchy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nb-NO"/>
        </a:p>
      </dgm:t>
    </dgm:pt>
    <dgm:pt modelId="{D8BA0665-2766-4B82-A175-07AE9F300947}">
      <dgm:prSet phldrT="[Tekst]" custT="1"/>
      <dgm:spPr>
        <a:solidFill>
          <a:schemeClr val="accent3">
            <a:tint val="40000"/>
            <a:hueOff val="0"/>
            <a:satOff val="0"/>
            <a:lumOff val="0"/>
          </a:schemeClr>
        </a:solidFill>
        <a:ln w="25400">
          <a:solidFill>
            <a:schemeClr val="accent6"/>
          </a:solidFill>
        </a:ln>
      </dgm:spPr>
      <dgm:t>
        <a:bodyPr/>
        <a:lstStyle/>
        <a:p>
          <a:r>
            <a:rPr lang="nb-NO" sz="1800" dirty="0" err="1" smtClean="0"/>
            <a:t>Category</a:t>
          </a:r>
          <a:r>
            <a:rPr lang="nb-NO" sz="1800" dirty="0" smtClean="0"/>
            <a:t> Group</a:t>
          </a:r>
        </a:p>
        <a:p>
          <a:r>
            <a:rPr lang="nb-NO" sz="1800" dirty="0" smtClean="0"/>
            <a:t>«</a:t>
          </a:r>
          <a:r>
            <a:rPr lang="nb-NO" sz="1800" dirty="0" err="1" smtClean="0"/>
            <a:t>managed</a:t>
          </a:r>
          <a:r>
            <a:rPr lang="nb-NO" sz="1800" dirty="0" smtClean="0"/>
            <a:t> </a:t>
          </a:r>
          <a:r>
            <a:rPr lang="nb-NO" sz="1800" dirty="0" err="1" smtClean="0"/>
            <a:t>scale</a:t>
          </a:r>
          <a:r>
            <a:rPr lang="nb-NO" sz="1800" dirty="0" smtClean="0"/>
            <a:t> </a:t>
          </a:r>
          <a:r>
            <a:rPr lang="nb-NO" sz="1800" dirty="0" err="1" smtClean="0"/>
            <a:t>representation</a:t>
          </a:r>
          <a:r>
            <a:rPr lang="nb-NO" sz="1800" dirty="0" smtClean="0"/>
            <a:t>» </a:t>
          </a:r>
          <a:endParaRPr lang="nb-NO" sz="1800" dirty="0"/>
        </a:p>
      </dgm:t>
    </dgm:pt>
    <dgm:pt modelId="{AA9337C8-D3BD-4A0A-94CC-2F61C171CFF5}" type="parTrans" cxnId="{050AE83D-5CAE-4C52-A32B-054FE6127D8F}">
      <dgm:prSet/>
      <dgm:spPr/>
      <dgm:t>
        <a:bodyPr/>
        <a:lstStyle/>
        <a:p>
          <a:endParaRPr lang="nb-NO" sz="1600"/>
        </a:p>
      </dgm:t>
    </dgm:pt>
    <dgm:pt modelId="{D066972C-9459-4489-85BC-88795A53743A}" type="sibTrans" cxnId="{050AE83D-5CAE-4C52-A32B-054FE6127D8F}">
      <dgm:prSet/>
      <dgm:spPr/>
      <dgm:t>
        <a:bodyPr/>
        <a:lstStyle/>
        <a:p>
          <a:endParaRPr lang="nb-NO" sz="1600"/>
        </a:p>
      </dgm:t>
    </dgm:pt>
    <dgm:pt modelId="{458D0B6C-0A9F-4B48-8CE3-1771436B3051}">
      <dgm:prSet phldrT="[Tekst]" custT="1"/>
      <dgm:spPr>
        <a:ln w="25400">
          <a:solidFill>
            <a:schemeClr val="accent6"/>
          </a:solidFill>
        </a:ln>
      </dgm:spPr>
      <dgm:t>
        <a:bodyPr/>
        <a:lstStyle/>
        <a:p>
          <a:r>
            <a:rPr lang="nb-NO" sz="1800" dirty="0" err="1" smtClean="0"/>
            <a:t>Category</a:t>
          </a:r>
          <a:endParaRPr lang="nb-NO" sz="1800" dirty="0"/>
        </a:p>
      </dgm:t>
    </dgm:pt>
    <dgm:pt modelId="{FC55E6D0-D3BC-4E5B-952F-90ACF8FDC70F}" type="parTrans" cxnId="{C33EC071-9E74-4929-8552-01866FA8A97D}">
      <dgm:prSet/>
      <dgm:spPr/>
      <dgm:t>
        <a:bodyPr/>
        <a:lstStyle/>
        <a:p>
          <a:endParaRPr lang="nb-NO" sz="1600"/>
        </a:p>
      </dgm:t>
    </dgm:pt>
    <dgm:pt modelId="{41AD7B6B-44F4-4571-A0A6-66BE2526A05D}" type="sibTrans" cxnId="{C33EC071-9E74-4929-8552-01866FA8A97D}">
      <dgm:prSet/>
      <dgm:spPr/>
      <dgm:t>
        <a:bodyPr/>
        <a:lstStyle/>
        <a:p>
          <a:endParaRPr lang="nb-NO" sz="1600"/>
        </a:p>
      </dgm:t>
    </dgm:pt>
    <dgm:pt modelId="{7030F40D-1CC3-4FCF-8A7D-781E96158A98}">
      <dgm:prSet phldrT="[Tekst]" custT="1"/>
      <dgm:spPr/>
      <dgm:t>
        <a:bodyPr/>
        <a:lstStyle/>
        <a:p>
          <a:r>
            <a:rPr lang="nb-NO" sz="2000" dirty="0" err="1" smtClean="0">
              <a:latin typeface="Calibri" panose="020F0502020204030204" pitchFamily="34" charset="0"/>
            </a:rPr>
            <a:t>Low</a:t>
          </a:r>
          <a:endParaRPr lang="nb-NO" sz="2000" dirty="0" smtClean="0">
            <a:latin typeface="Calibri" panose="020F0502020204030204" pitchFamily="34" charset="0"/>
          </a:endParaRPr>
        </a:p>
        <a:p>
          <a:r>
            <a:rPr lang="nb-NO" sz="2000" dirty="0" smtClean="0">
              <a:latin typeface="Calibri" panose="020F0502020204030204" pitchFamily="34" charset="0"/>
            </a:rPr>
            <a:t>CODE</a:t>
          </a:r>
          <a:endParaRPr lang="nb-NO" sz="2000" dirty="0">
            <a:latin typeface="Calibri" panose="020F0502020204030204" pitchFamily="34" charset="0"/>
          </a:endParaRPr>
        </a:p>
      </dgm:t>
    </dgm:pt>
    <dgm:pt modelId="{8575DF7B-12FF-4E13-9294-70CC66282059}" type="parTrans" cxnId="{EA8C3854-941D-4A1C-8225-CAD79F750B6C}">
      <dgm:prSet custT="1"/>
      <dgm:spPr/>
      <dgm:t>
        <a:bodyPr/>
        <a:lstStyle/>
        <a:p>
          <a:endParaRPr lang="nb-NO" sz="400"/>
        </a:p>
      </dgm:t>
    </dgm:pt>
    <dgm:pt modelId="{683BD32C-27CE-4C84-BE8F-183844DB1749}" type="sibTrans" cxnId="{EA8C3854-941D-4A1C-8225-CAD79F750B6C}">
      <dgm:prSet/>
      <dgm:spPr/>
      <dgm:t>
        <a:bodyPr/>
        <a:lstStyle/>
        <a:p>
          <a:endParaRPr lang="nb-NO" sz="1600"/>
        </a:p>
      </dgm:t>
    </dgm:pt>
    <dgm:pt modelId="{F5C5857E-79A1-48FE-9161-5E959FC852AE}">
      <dgm:prSet phldrT="[Tekst]" custT="1"/>
      <dgm:spPr/>
      <dgm:t>
        <a:bodyPr/>
        <a:lstStyle/>
        <a:p>
          <a:r>
            <a:rPr lang="nb-NO" sz="2000" dirty="0" smtClean="0">
              <a:latin typeface="Calibri" panose="020F0502020204030204" pitchFamily="34" charset="0"/>
            </a:rPr>
            <a:t>High</a:t>
          </a:r>
        </a:p>
        <a:p>
          <a:r>
            <a:rPr lang="nb-NO" sz="2000" dirty="0" smtClean="0">
              <a:latin typeface="Calibri" panose="020F0502020204030204" pitchFamily="34" charset="0"/>
            </a:rPr>
            <a:t>CODE</a:t>
          </a:r>
          <a:endParaRPr lang="nb-NO" sz="2000" dirty="0">
            <a:latin typeface="Calibri" panose="020F0502020204030204" pitchFamily="34" charset="0"/>
          </a:endParaRPr>
        </a:p>
      </dgm:t>
    </dgm:pt>
    <dgm:pt modelId="{D71CCF72-2855-45AD-95BE-B20418FADE4E}" type="parTrans" cxnId="{32DF7AF7-C1B4-4F25-AB4D-81E9B267262D}">
      <dgm:prSet custT="1"/>
      <dgm:spPr/>
      <dgm:t>
        <a:bodyPr/>
        <a:lstStyle/>
        <a:p>
          <a:endParaRPr lang="nb-NO" sz="400"/>
        </a:p>
      </dgm:t>
    </dgm:pt>
    <dgm:pt modelId="{51E1C641-5ADA-43D6-8AC6-2704FBEFB216}" type="sibTrans" cxnId="{32DF7AF7-C1B4-4F25-AB4D-81E9B267262D}">
      <dgm:prSet/>
      <dgm:spPr/>
      <dgm:t>
        <a:bodyPr/>
        <a:lstStyle/>
        <a:p>
          <a:endParaRPr lang="nb-NO" sz="1600"/>
        </a:p>
      </dgm:t>
    </dgm:pt>
    <dgm:pt modelId="{9A0EC880-156C-480E-8571-2628D6C14F9F}">
      <dgm:prSet phldrT="[Tekst]" custT="1"/>
      <dgm:spPr/>
      <dgm:t>
        <a:bodyPr/>
        <a:lstStyle/>
        <a:p>
          <a:r>
            <a:rPr lang="nb-NO" sz="2000" dirty="0" smtClean="0">
              <a:latin typeface="Calibri" panose="020F0502020204030204" pitchFamily="34" charset="0"/>
            </a:rPr>
            <a:t>«</a:t>
          </a:r>
          <a:r>
            <a:rPr lang="nb-NO" sz="2000" dirty="0" err="1" smtClean="0">
              <a:latin typeface="Calibri" panose="020F0502020204030204" pitchFamily="34" charset="0"/>
            </a:rPr>
            <a:t>Scale</a:t>
          </a:r>
          <a:r>
            <a:rPr lang="nb-NO" sz="2000" dirty="0" smtClean="0">
              <a:latin typeface="Calibri" panose="020F0502020204030204" pitchFamily="34" charset="0"/>
            </a:rPr>
            <a:t> </a:t>
          </a:r>
          <a:r>
            <a:rPr lang="nb-NO" sz="2000" dirty="0" err="1" smtClean="0">
              <a:latin typeface="Calibri" panose="020F0502020204030204" pitchFamily="34" charset="0"/>
            </a:rPr>
            <a:t>dimension</a:t>
          </a:r>
          <a:r>
            <a:rPr lang="nb-NO" sz="2000" dirty="0" smtClean="0">
              <a:latin typeface="Calibri" panose="020F0502020204030204" pitchFamily="34" charset="0"/>
            </a:rPr>
            <a:t>»</a:t>
          </a:r>
        </a:p>
        <a:p>
          <a:r>
            <a:rPr lang="nb-NO" sz="2000" dirty="0" smtClean="0">
              <a:latin typeface="Calibri" panose="020F0502020204030204" pitchFamily="34" charset="0"/>
            </a:rPr>
            <a:t>RANGE</a:t>
          </a:r>
          <a:endParaRPr lang="nb-NO" sz="2000" dirty="0">
            <a:latin typeface="Calibri" panose="020F0502020204030204" pitchFamily="34" charset="0"/>
          </a:endParaRPr>
        </a:p>
      </dgm:t>
    </dgm:pt>
    <dgm:pt modelId="{3B3EB8E7-606E-42CA-94C7-0F7E7A0B31E4}" type="parTrans" cxnId="{9BA5E30D-D024-4C38-BBC7-70FE08BFFEDA}">
      <dgm:prSet/>
      <dgm:spPr/>
      <dgm:t>
        <a:bodyPr/>
        <a:lstStyle/>
        <a:p>
          <a:endParaRPr lang="nb-NO" sz="1600"/>
        </a:p>
      </dgm:t>
    </dgm:pt>
    <dgm:pt modelId="{0BE18725-CD06-4B8D-8A0A-976DFD4C6D5C}" type="sibTrans" cxnId="{9BA5E30D-D024-4C38-BBC7-70FE08BFFEDA}">
      <dgm:prSet/>
      <dgm:spPr/>
      <dgm:t>
        <a:bodyPr/>
        <a:lstStyle/>
        <a:p>
          <a:endParaRPr lang="nb-NO" sz="1600"/>
        </a:p>
      </dgm:t>
    </dgm:pt>
    <dgm:pt modelId="{6851D2C2-ADC2-4ACF-8762-F2495E1B3127}" type="pres">
      <dgm:prSet presAssocID="{9D612854-55B2-4CC3-99FA-C42375E1A20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nb-NO"/>
        </a:p>
      </dgm:t>
    </dgm:pt>
    <dgm:pt modelId="{5373EBA1-2511-4C04-8394-42B653554E1E}" type="pres">
      <dgm:prSet presAssocID="{9D612854-55B2-4CC3-99FA-C42375E1A209}" presName="hierFlow" presStyleCnt="0"/>
      <dgm:spPr/>
    </dgm:pt>
    <dgm:pt modelId="{7147B791-022C-4231-95D5-CB1B65AFB9A4}" type="pres">
      <dgm:prSet presAssocID="{9D612854-55B2-4CC3-99FA-C42375E1A209}" presName="firstBuf" presStyleCnt="0"/>
      <dgm:spPr/>
    </dgm:pt>
    <dgm:pt modelId="{32986137-588F-4258-B7F3-0CB060FC2A27}" type="pres">
      <dgm:prSet presAssocID="{9D612854-55B2-4CC3-99FA-C42375E1A20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A3C26EB-89B2-431C-A8BF-25C7B212C0AD}" type="pres">
      <dgm:prSet presAssocID="{9A0EC880-156C-480E-8571-2628D6C14F9F}" presName="Name17" presStyleCnt="0"/>
      <dgm:spPr/>
    </dgm:pt>
    <dgm:pt modelId="{D1660173-E89D-42DF-91C2-C1B3CD197DD2}" type="pres">
      <dgm:prSet presAssocID="{9A0EC880-156C-480E-8571-2628D6C14F9F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nb-NO"/>
        </a:p>
      </dgm:t>
    </dgm:pt>
    <dgm:pt modelId="{A7508F53-7D8D-4F85-B27D-2CFB79215E69}" type="pres">
      <dgm:prSet presAssocID="{9A0EC880-156C-480E-8571-2628D6C14F9F}" presName="hierChild2" presStyleCnt="0"/>
      <dgm:spPr/>
    </dgm:pt>
    <dgm:pt modelId="{8804493F-5EF7-4424-83D7-857A79864130}" type="pres">
      <dgm:prSet presAssocID="{8575DF7B-12FF-4E13-9294-70CC66282059}" presName="Name25" presStyleLbl="parChTrans1D2" presStyleIdx="0" presStyleCnt="2"/>
      <dgm:spPr/>
      <dgm:t>
        <a:bodyPr/>
        <a:lstStyle/>
        <a:p>
          <a:endParaRPr lang="nb-NO"/>
        </a:p>
      </dgm:t>
    </dgm:pt>
    <dgm:pt modelId="{E79EDDAA-DF6F-45A4-8BB3-A24A03D65781}" type="pres">
      <dgm:prSet presAssocID="{8575DF7B-12FF-4E13-9294-70CC66282059}" presName="connTx" presStyleLbl="parChTrans1D2" presStyleIdx="0" presStyleCnt="2"/>
      <dgm:spPr/>
      <dgm:t>
        <a:bodyPr/>
        <a:lstStyle/>
        <a:p>
          <a:endParaRPr lang="nb-NO"/>
        </a:p>
      </dgm:t>
    </dgm:pt>
    <dgm:pt modelId="{8A59C409-C5D7-4399-B8ED-C6CFD8039EED}" type="pres">
      <dgm:prSet presAssocID="{7030F40D-1CC3-4FCF-8A7D-781E96158A98}" presName="Name30" presStyleCnt="0"/>
      <dgm:spPr/>
    </dgm:pt>
    <dgm:pt modelId="{D4FD4D48-FD5F-46C3-82C4-2161FBBB87AD}" type="pres">
      <dgm:prSet presAssocID="{7030F40D-1CC3-4FCF-8A7D-781E96158A98}" presName="level2Shape" presStyleLbl="node2" presStyleIdx="0" presStyleCnt="2"/>
      <dgm:spPr/>
      <dgm:t>
        <a:bodyPr/>
        <a:lstStyle/>
        <a:p>
          <a:endParaRPr lang="nb-NO"/>
        </a:p>
      </dgm:t>
    </dgm:pt>
    <dgm:pt modelId="{20FE51E8-6CF5-4667-886F-8BB56F45EBC8}" type="pres">
      <dgm:prSet presAssocID="{7030F40D-1CC3-4FCF-8A7D-781E96158A98}" presName="hierChild3" presStyleCnt="0"/>
      <dgm:spPr/>
    </dgm:pt>
    <dgm:pt modelId="{3CEC1D53-1DD7-418C-A10A-C61CF4CBAB63}" type="pres">
      <dgm:prSet presAssocID="{D71CCF72-2855-45AD-95BE-B20418FADE4E}" presName="Name25" presStyleLbl="parChTrans1D2" presStyleIdx="1" presStyleCnt="2"/>
      <dgm:spPr/>
      <dgm:t>
        <a:bodyPr/>
        <a:lstStyle/>
        <a:p>
          <a:endParaRPr lang="nb-NO"/>
        </a:p>
      </dgm:t>
    </dgm:pt>
    <dgm:pt modelId="{B48CE0F6-E4C4-43B8-AAC3-7867732F120F}" type="pres">
      <dgm:prSet presAssocID="{D71CCF72-2855-45AD-95BE-B20418FADE4E}" presName="connTx" presStyleLbl="parChTrans1D2" presStyleIdx="1" presStyleCnt="2"/>
      <dgm:spPr/>
      <dgm:t>
        <a:bodyPr/>
        <a:lstStyle/>
        <a:p>
          <a:endParaRPr lang="nb-NO"/>
        </a:p>
      </dgm:t>
    </dgm:pt>
    <dgm:pt modelId="{B183A5BC-1A6D-4ACD-B7B8-91B6B743AE39}" type="pres">
      <dgm:prSet presAssocID="{F5C5857E-79A1-48FE-9161-5E959FC852AE}" presName="Name30" presStyleCnt="0"/>
      <dgm:spPr/>
    </dgm:pt>
    <dgm:pt modelId="{43699960-7B06-413D-B621-3D94C9537BC7}" type="pres">
      <dgm:prSet presAssocID="{F5C5857E-79A1-48FE-9161-5E959FC852AE}" presName="level2Shape" presStyleLbl="node2" presStyleIdx="1" presStyleCnt="2"/>
      <dgm:spPr/>
      <dgm:t>
        <a:bodyPr/>
        <a:lstStyle/>
        <a:p>
          <a:endParaRPr lang="nb-NO"/>
        </a:p>
      </dgm:t>
    </dgm:pt>
    <dgm:pt modelId="{A1E848F8-E0E5-4511-9AFE-290D4772872F}" type="pres">
      <dgm:prSet presAssocID="{F5C5857E-79A1-48FE-9161-5E959FC852AE}" presName="hierChild3" presStyleCnt="0"/>
      <dgm:spPr/>
    </dgm:pt>
    <dgm:pt modelId="{303CC4CF-4D59-45CE-B6D0-68BC708F2E13}" type="pres">
      <dgm:prSet presAssocID="{9D612854-55B2-4CC3-99FA-C42375E1A209}" presName="bgShapesFlow" presStyleCnt="0"/>
      <dgm:spPr/>
    </dgm:pt>
    <dgm:pt modelId="{BE3E5530-F7EE-4C75-B7F3-EB03895FC715}" type="pres">
      <dgm:prSet presAssocID="{D8BA0665-2766-4B82-A175-07AE9F300947}" presName="rectComp" presStyleCnt="0"/>
      <dgm:spPr/>
    </dgm:pt>
    <dgm:pt modelId="{7FA62F59-1F7D-4CAE-8080-B5BE6A9A2E1D}" type="pres">
      <dgm:prSet presAssocID="{D8BA0665-2766-4B82-A175-07AE9F300947}" presName="bgRect" presStyleLbl="bgShp" presStyleIdx="0" presStyleCnt="2" custLinFactNeighborX="-154" custLinFactNeighborY="-818"/>
      <dgm:spPr/>
      <dgm:t>
        <a:bodyPr/>
        <a:lstStyle/>
        <a:p>
          <a:endParaRPr lang="nb-NO"/>
        </a:p>
      </dgm:t>
    </dgm:pt>
    <dgm:pt modelId="{B500744E-B03D-43B5-9395-364D0F3DF37D}" type="pres">
      <dgm:prSet presAssocID="{D8BA0665-2766-4B82-A175-07AE9F300947}" presName="bgRectTx" presStyleLbl="bgShp" presStyleIdx="0" presStyleCnt="2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E5AD5C6C-5CF3-49A5-8284-4EAB4C1BBBDA}" type="pres">
      <dgm:prSet presAssocID="{D8BA0665-2766-4B82-A175-07AE9F300947}" presName="spComp" presStyleCnt="0"/>
      <dgm:spPr/>
    </dgm:pt>
    <dgm:pt modelId="{8C878DD6-838D-416D-8D80-4B6255A20179}" type="pres">
      <dgm:prSet presAssocID="{D8BA0665-2766-4B82-A175-07AE9F300947}" presName="hSp" presStyleCnt="0"/>
      <dgm:spPr/>
    </dgm:pt>
    <dgm:pt modelId="{0A2834C2-6393-43F1-9A31-C7E33C3CDE7A}" type="pres">
      <dgm:prSet presAssocID="{458D0B6C-0A9F-4B48-8CE3-1771436B3051}" presName="rectComp" presStyleCnt="0"/>
      <dgm:spPr/>
    </dgm:pt>
    <dgm:pt modelId="{71DC818F-A8D0-4A18-BD17-5F533CD91A16}" type="pres">
      <dgm:prSet presAssocID="{458D0B6C-0A9F-4B48-8CE3-1771436B3051}" presName="bgRect" presStyleLbl="bgShp" presStyleIdx="1" presStyleCnt="2"/>
      <dgm:spPr/>
      <dgm:t>
        <a:bodyPr/>
        <a:lstStyle/>
        <a:p>
          <a:endParaRPr lang="nb-NO"/>
        </a:p>
      </dgm:t>
    </dgm:pt>
    <dgm:pt modelId="{FBDE43E4-D029-4B3D-9D64-CE7940663ED2}" type="pres">
      <dgm:prSet presAssocID="{458D0B6C-0A9F-4B48-8CE3-1771436B3051}" presName="bgRectTx" presStyleLbl="bgShp" presStyleIdx="1" presStyleCnt="2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</dgm:ptLst>
  <dgm:cxnLst>
    <dgm:cxn modelId="{0BD70710-3F6B-43FE-A6A9-7B9D94E3CDE9}" type="presOf" srcId="{8575DF7B-12FF-4E13-9294-70CC66282059}" destId="{8804493F-5EF7-4424-83D7-857A79864130}" srcOrd="0" destOrd="0" presId="urn:microsoft.com/office/officeart/2005/8/layout/hierarchy5"/>
    <dgm:cxn modelId="{153C26B4-E941-48D3-B47B-1545F0F1C816}" type="presOf" srcId="{7030F40D-1CC3-4FCF-8A7D-781E96158A98}" destId="{D4FD4D48-FD5F-46C3-82C4-2161FBBB87AD}" srcOrd="0" destOrd="0" presId="urn:microsoft.com/office/officeart/2005/8/layout/hierarchy5"/>
    <dgm:cxn modelId="{C33EC071-9E74-4929-8552-01866FA8A97D}" srcId="{9D612854-55B2-4CC3-99FA-C42375E1A209}" destId="{458D0B6C-0A9F-4B48-8CE3-1771436B3051}" srcOrd="2" destOrd="0" parTransId="{FC55E6D0-D3BC-4E5B-952F-90ACF8FDC70F}" sibTransId="{41AD7B6B-44F4-4571-A0A6-66BE2526A05D}"/>
    <dgm:cxn modelId="{B20FBEA2-0F98-47BC-8644-35A7CA83B3FF}" type="presOf" srcId="{F5C5857E-79A1-48FE-9161-5E959FC852AE}" destId="{43699960-7B06-413D-B621-3D94C9537BC7}" srcOrd="0" destOrd="0" presId="urn:microsoft.com/office/officeart/2005/8/layout/hierarchy5"/>
    <dgm:cxn modelId="{9BA5E30D-D024-4C38-BBC7-70FE08BFFEDA}" srcId="{9D612854-55B2-4CC3-99FA-C42375E1A209}" destId="{9A0EC880-156C-480E-8571-2628D6C14F9F}" srcOrd="0" destOrd="0" parTransId="{3B3EB8E7-606E-42CA-94C7-0F7E7A0B31E4}" sibTransId="{0BE18725-CD06-4B8D-8A0A-976DFD4C6D5C}"/>
    <dgm:cxn modelId="{F2FFAB42-E697-424A-BD04-3123D20AD838}" type="presOf" srcId="{8575DF7B-12FF-4E13-9294-70CC66282059}" destId="{E79EDDAA-DF6F-45A4-8BB3-A24A03D65781}" srcOrd="1" destOrd="0" presId="urn:microsoft.com/office/officeart/2005/8/layout/hierarchy5"/>
    <dgm:cxn modelId="{91010BF5-9B2D-4D21-93FA-41F6AFD328D3}" type="presOf" srcId="{458D0B6C-0A9F-4B48-8CE3-1771436B3051}" destId="{FBDE43E4-D029-4B3D-9D64-CE7940663ED2}" srcOrd="1" destOrd="0" presId="urn:microsoft.com/office/officeart/2005/8/layout/hierarchy5"/>
    <dgm:cxn modelId="{B95AA129-1FC4-44AE-AD52-7AC1908752BE}" type="presOf" srcId="{9A0EC880-156C-480E-8571-2628D6C14F9F}" destId="{D1660173-E89D-42DF-91C2-C1B3CD197DD2}" srcOrd="0" destOrd="0" presId="urn:microsoft.com/office/officeart/2005/8/layout/hierarchy5"/>
    <dgm:cxn modelId="{32DF7AF7-C1B4-4F25-AB4D-81E9B267262D}" srcId="{9A0EC880-156C-480E-8571-2628D6C14F9F}" destId="{F5C5857E-79A1-48FE-9161-5E959FC852AE}" srcOrd="1" destOrd="0" parTransId="{D71CCF72-2855-45AD-95BE-B20418FADE4E}" sibTransId="{51E1C641-5ADA-43D6-8AC6-2704FBEFB216}"/>
    <dgm:cxn modelId="{4328B84F-00FB-4CC6-A0EC-5FA3C916DBC9}" type="presOf" srcId="{D8BA0665-2766-4B82-A175-07AE9F300947}" destId="{B500744E-B03D-43B5-9395-364D0F3DF37D}" srcOrd="1" destOrd="0" presId="urn:microsoft.com/office/officeart/2005/8/layout/hierarchy5"/>
    <dgm:cxn modelId="{7C90DBBE-9BD7-407E-B5FD-AD9F0E6979A2}" type="presOf" srcId="{D8BA0665-2766-4B82-A175-07AE9F300947}" destId="{7FA62F59-1F7D-4CAE-8080-B5BE6A9A2E1D}" srcOrd="0" destOrd="0" presId="urn:microsoft.com/office/officeart/2005/8/layout/hierarchy5"/>
    <dgm:cxn modelId="{7A708E96-B10F-4D68-8F90-94F20B9B9BAD}" type="presOf" srcId="{9D612854-55B2-4CC3-99FA-C42375E1A209}" destId="{6851D2C2-ADC2-4ACF-8762-F2495E1B3127}" srcOrd="0" destOrd="0" presId="urn:microsoft.com/office/officeart/2005/8/layout/hierarchy5"/>
    <dgm:cxn modelId="{8F3BE133-1F96-4733-96A7-0AEC08827746}" type="presOf" srcId="{D71CCF72-2855-45AD-95BE-B20418FADE4E}" destId="{B48CE0F6-E4C4-43B8-AAC3-7867732F120F}" srcOrd="1" destOrd="0" presId="urn:microsoft.com/office/officeart/2005/8/layout/hierarchy5"/>
    <dgm:cxn modelId="{050AE83D-5CAE-4C52-A32B-054FE6127D8F}" srcId="{9D612854-55B2-4CC3-99FA-C42375E1A209}" destId="{D8BA0665-2766-4B82-A175-07AE9F300947}" srcOrd="1" destOrd="0" parTransId="{AA9337C8-D3BD-4A0A-94CC-2F61C171CFF5}" sibTransId="{D066972C-9459-4489-85BC-88795A53743A}"/>
    <dgm:cxn modelId="{6366AC1D-BD69-470D-A18D-BEF6C3A3ED04}" type="presOf" srcId="{458D0B6C-0A9F-4B48-8CE3-1771436B3051}" destId="{71DC818F-A8D0-4A18-BD17-5F533CD91A16}" srcOrd="0" destOrd="0" presId="urn:microsoft.com/office/officeart/2005/8/layout/hierarchy5"/>
    <dgm:cxn modelId="{8166E048-CFA6-4B4A-80BC-F60DB6E9319B}" type="presOf" srcId="{D71CCF72-2855-45AD-95BE-B20418FADE4E}" destId="{3CEC1D53-1DD7-418C-A10A-C61CF4CBAB63}" srcOrd="0" destOrd="0" presId="urn:microsoft.com/office/officeart/2005/8/layout/hierarchy5"/>
    <dgm:cxn modelId="{EA8C3854-941D-4A1C-8225-CAD79F750B6C}" srcId="{9A0EC880-156C-480E-8571-2628D6C14F9F}" destId="{7030F40D-1CC3-4FCF-8A7D-781E96158A98}" srcOrd="0" destOrd="0" parTransId="{8575DF7B-12FF-4E13-9294-70CC66282059}" sibTransId="{683BD32C-27CE-4C84-BE8F-183844DB1749}"/>
    <dgm:cxn modelId="{47DA8F48-D1B9-4FA3-A257-AB8DB35FFE06}" type="presParOf" srcId="{6851D2C2-ADC2-4ACF-8762-F2495E1B3127}" destId="{5373EBA1-2511-4C04-8394-42B653554E1E}" srcOrd="0" destOrd="0" presId="urn:microsoft.com/office/officeart/2005/8/layout/hierarchy5"/>
    <dgm:cxn modelId="{EDD5B23C-A687-4C4E-A8B9-B4716D83697C}" type="presParOf" srcId="{5373EBA1-2511-4C04-8394-42B653554E1E}" destId="{7147B791-022C-4231-95D5-CB1B65AFB9A4}" srcOrd="0" destOrd="0" presId="urn:microsoft.com/office/officeart/2005/8/layout/hierarchy5"/>
    <dgm:cxn modelId="{8F3581C3-9A90-4B91-9A7F-BC16CFAF4629}" type="presParOf" srcId="{5373EBA1-2511-4C04-8394-42B653554E1E}" destId="{32986137-588F-4258-B7F3-0CB060FC2A27}" srcOrd="1" destOrd="0" presId="urn:microsoft.com/office/officeart/2005/8/layout/hierarchy5"/>
    <dgm:cxn modelId="{51828202-F2D3-4AE2-8142-7D5991F54E88}" type="presParOf" srcId="{32986137-588F-4258-B7F3-0CB060FC2A27}" destId="{BA3C26EB-89B2-431C-A8BF-25C7B212C0AD}" srcOrd="0" destOrd="0" presId="urn:microsoft.com/office/officeart/2005/8/layout/hierarchy5"/>
    <dgm:cxn modelId="{39F87DD2-DDB2-4F76-AA12-455582788945}" type="presParOf" srcId="{BA3C26EB-89B2-431C-A8BF-25C7B212C0AD}" destId="{D1660173-E89D-42DF-91C2-C1B3CD197DD2}" srcOrd="0" destOrd="0" presId="urn:microsoft.com/office/officeart/2005/8/layout/hierarchy5"/>
    <dgm:cxn modelId="{3792AC2D-9DD8-4D96-8E8B-61E5FA2D0448}" type="presParOf" srcId="{BA3C26EB-89B2-431C-A8BF-25C7B212C0AD}" destId="{A7508F53-7D8D-4F85-B27D-2CFB79215E69}" srcOrd="1" destOrd="0" presId="urn:microsoft.com/office/officeart/2005/8/layout/hierarchy5"/>
    <dgm:cxn modelId="{F0CCFAA4-3225-4437-AD1C-6E6F57F5075F}" type="presParOf" srcId="{A7508F53-7D8D-4F85-B27D-2CFB79215E69}" destId="{8804493F-5EF7-4424-83D7-857A79864130}" srcOrd="0" destOrd="0" presId="urn:microsoft.com/office/officeart/2005/8/layout/hierarchy5"/>
    <dgm:cxn modelId="{05440CF7-7E60-4677-B7D8-F9DE0503627C}" type="presParOf" srcId="{8804493F-5EF7-4424-83D7-857A79864130}" destId="{E79EDDAA-DF6F-45A4-8BB3-A24A03D65781}" srcOrd="0" destOrd="0" presId="urn:microsoft.com/office/officeart/2005/8/layout/hierarchy5"/>
    <dgm:cxn modelId="{66E26C04-19D4-49F2-8F9A-8C41BF4D83B3}" type="presParOf" srcId="{A7508F53-7D8D-4F85-B27D-2CFB79215E69}" destId="{8A59C409-C5D7-4399-B8ED-C6CFD8039EED}" srcOrd="1" destOrd="0" presId="urn:microsoft.com/office/officeart/2005/8/layout/hierarchy5"/>
    <dgm:cxn modelId="{44DFE783-B8E3-4929-8A5A-028F070AA0E1}" type="presParOf" srcId="{8A59C409-C5D7-4399-B8ED-C6CFD8039EED}" destId="{D4FD4D48-FD5F-46C3-82C4-2161FBBB87AD}" srcOrd="0" destOrd="0" presId="urn:microsoft.com/office/officeart/2005/8/layout/hierarchy5"/>
    <dgm:cxn modelId="{0C6B2E51-78CC-45BC-A5A8-C867D5AAE0A8}" type="presParOf" srcId="{8A59C409-C5D7-4399-B8ED-C6CFD8039EED}" destId="{20FE51E8-6CF5-4667-886F-8BB56F45EBC8}" srcOrd="1" destOrd="0" presId="urn:microsoft.com/office/officeart/2005/8/layout/hierarchy5"/>
    <dgm:cxn modelId="{2E7E1C16-C8C8-4DBE-83A0-74D91028423F}" type="presParOf" srcId="{A7508F53-7D8D-4F85-B27D-2CFB79215E69}" destId="{3CEC1D53-1DD7-418C-A10A-C61CF4CBAB63}" srcOrd="2" destOrd="0" presId="urn:microsoft.com/office/officeart/2005/8/layout/hierarchy5"/>
    <dgm:cxn modelId="{ABE7296C-CEEB-4E60-AA07-3C8EB9345F3B}" type="presParOf" srcId="{3CEC1D53-1DD7-418C-A10A-C61CF4CBAB63}" destId="{B48CE0F6-E4C4-43B8-AAC3-7867732F120F}" srcOrd="0" destOrd="0" presId="urn:microsoft.com/office/officeart/2005/8/layout/hierarchy5"/>
    <dgm:cxn modelId="{3C79FB0C-F8E8-4477-BB72-812766074CAA}" type="presParOf" srcId="{A7508F53-7D8D-4F85-B27D-2CFB79215E69}" destId="{B183A5BC-1A6D-4ACD-B7B8-91B6B743AE39}" srcOrd="3" destOrd="0" presId="urn:microsoft.com/office/officeart/2005/8/layout/hierarchy5"/>
    <dgm:cxn modelId="{A8E5483A-6233-4155-8255-DFC7CA500E72}" type="presParOf" srcId="{B183A5BC-1A6D-4ACD-B7B8-91B6B743AE39}" destId="{43699960-7B06-413D-B621-3D94C9537BC7}" srcOrd="0" destOrd="0" presId="urn:microsoft.com/office/officeart/2005/8/layout/hierarchy5"/>
    <dgm:cxn modelId="{BACA60F6-AE74-4E86-8DD8-601F938226FF}" type="presParOf" srcId="{B183A5BC-1A6D-4ACD-B7B8-91B6B743AE39}" destId="{A1E848F8-E0E5-4511-9AFE-290D4772872F}" srcOrd="1" destOrd="0" presId="urn:microsoft.com/office/officeart/2005/8/layout/hierarchy5"/>
    <dgm:cxn modelId="{D4CDE787-D01E-4C46-BC2F-E3B2572AB3C4}" type="presParOf" srcId="{6851D2C2-ADC2-4ACF-8762-F2495E1B3127}" destId="{303CC4CF-4D59-45CE-B6D0-68BC708F2E13}" srcOrd="1" destOrd="0" presId="urn:microsoft.com/office/officeart/2005/8/layout/hierarchy5"/>
    <dgm:cxn modelId="{63B2FA3F-F7BA-4D53-9A04-65A2688CC88C}" type="presParOf" srcId="{303CC4CF-4D59-45CE-B6D0-68BC708F2E13}" destId="{BE3E5530-F7EE-4C75-B7F3-EB03895FC715}" srcOrd="0" destOrd="0" presId="urn:microsoft.com/office/officeart/2005/8/layout/hierarchy5"/>
    <dgm:cxn modelId="{7664B939-83B8-43BD-A4AE-BE9880FB126B}" type="presParOf" srcId="{BE3E5530-F7EE-4C75-B7F3-EB03895FC715}" destId="{7FA62F59-1F7D-4CAE-8080-B5BE6A9A2E1D}" srcOrd="0" destOrd="0" presId="urn:microsoft.com/office/officeart/2005/8/layout/hierarchy5"/>
    <dgm:cxn modelId="{9E719DDC-C524-432E-B477-2642FC19CBCB}" type="presParOf" srcId="{BE3E5530-F7EE-4C75-B7F3-EB03895FC715}" destId="{B500744E-B03D-43B5-9395-364D0F3DF37D}" srcOrd="1" destOrd="0" presId="urn:microsoft.com/office/officeart/2005/8/layout/hierarchy5"/>
    <dgm:cxn modelId="{F2F0BCB0-2407-4CCE-BB7D-64AAFED7BF6D}" type="presParOf" srcId="{303CC4CF-4D59-45CE-B6D0-68BC708F2E13}" destId="{E5AD5C6C-5CF3-49A5-8284-4EAB4C1BBBDA}" srcOrd="1" destOrd="0" presId="urn:microsoft.com/office/officeart/2005/8/layout/hierarchy5"/>
    <dgm:cxn modelId="{B4C7F6B8-BCEE-4C03-93A9-E2445AC980AD}" type="presParOf" srcId="{E5AD5C6C-5CF3-49A5-8284-4EAB4C1BBBDA}" destId="{8C878DD6-838D-416D-8D80-4B6255A20179}" srcOrd="0" destOrd="0" presId="urn:microsoft.com/office/officeart/2005/8/layout/hierarchy5"/>
    <dgm:cxn modelId="{6B42B132-7445-438B-88AA-47EDFAF79902}" type="presParOf" srcId="{303CC4CF-4D59-45CE-B6D0-68BC708F2E13}" destId="{0A2834C2-6393-43F1-9A31-C7E33C3CDE7A}" srcOrd="2" destOrd="0" presId="urn:microsoft.com/office/officeart/2005/8/layout/hierarchy5"/>
    <dgm:cxn modelId="{4071E348-CF4F-4143-9A9B-5A167A0A5ED1}" type="presParOf" srcId="{0A2834C2-6393-43F1-9A31-C7E33C3CDE7A}" destId="{71DC818F-A8D0-4A18-BD17-5F533CD91A16}" srcOrd="0" destOrd="0" presId="urn:microsoft.com/office/officeart/2005/8/layout/hierarchy5"/>
    <dgm:cxn modelId="{AF04B280-2F84-4646-9074-9CC4C023BD5B}" type="presParOf" srcId="{0A2834C2-6393-43F1-9A31-C7E33C3CDE7A}" destId="{FBDE43E4-D029-4B3D-9D64-CE7940663ED2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612854-55B2-4CC3-99FA-C42375E1A209}" type="doc">
      <dgm:prSet loTypeId="urn:microsoft.com/office/officeart/2005/8/layout/hierarchy5" loCatId="hierarchy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nb-NO"/>
        </a:p>
      </dgm:t>
    </dgm:pt>
    <dgm:pt modelId="{EF0CB3E1-D122-4343-AC85-CD77A1107566}">
      <dgm:prSet phldrT="[Tekst]"/>
      <dgm:spPr/>
      <dgm:t>
        <a:bodyPr/>
        <a:lstStyle/>
        <a:p>
          <a:r>
            <a:rPr lang="nb-NO" dirty="0" smtClean="0"/>
            <a:t>«</a:t>
          </a:r>
          <a:r>
            <a:rPr lang="nb-NO" dirty="0" err="1" smtClean="0"/>
            <a:t>Scale</a:t>
          </a:r>
          <a:r>
            <a:rPr lang="nb-NO" dirty="0" smtClean="0"/>
            <a:t>/</a:t>
          </a:r>
          <a:r>
            <a:rPr lang="nb-NO" dirty="0" err="1" smtClean="0"/>
            <a:t>MissingCodes</a:t>
          </a:r>
          <a:r>
            <a:rPr lang="nb-NO" dirty="0" smtClean="0"/>
            <a:t>»</a:t>
          </a:r>
        </a:p>
        <a:p>
          <a:r>
            <a:rPr lang="nb-NO" dirty="0" smtClean="0"/>
            <a:t>MIXED</a:t>
          </a:r>
          <a:endParaRPr lang="nb-NO" dirty="0"/>
        </a:p>
      </dgm:t>
    </dgm:pt>
    <dgm:pt modelId="{8CD6CC8A-91BB-411C-B56C-B20CFA8B3BB1}" type="parTrans" cxnId="{28E7FCC3-C0E1-4AAC-AFE0-BB6475D1FFAC}">
      <dgm:prSet/>
      <dgm:spPr/>
      <dgm:t>
        <a:bodyPr/>
        <a:lstStyle/>
        <a:p>
          <a:endParaRPr lang="nb-NO"/>
        </a:p>
      </dgm:t>
    </dgm:pt>
    <dgm:pt modelId="{6B6DB08F-31E1-4B02-B47B-2EA50534BD6C}" type="sibTrans" cxnId="{28E7FCC3-C0E1-4AAC-AFE0-BB6475D1FFAC}">
      <dgm:prSet/>
      <dgm:spPr/>
      <dgm:t>
        <a:bodyPr/>
        <a:lstStyle/>
        <a:p>
          <a:endParaRPr lang="nb-NO"/>
        </a:p>
      </dgm:t>
    </dgm:pt>
    <dgm:pt modelId="{CEC2B5D9-B28A-4528-8D4E-5AFFD8CD2B0E}">
      <dgm:prSet phldrT="[Tekst]"/>
      <dgm:spPr/>
      <dgm:t>
        <a:bodyPr/>
        <a:lstStyle/>
        <a:p>
          <a:r>
            <a:rPr lang="nb-NO" dirty="0" smtClean="0"/>
            <a:t>«</a:t>
          </a:r>
          <a:r>
            <a:rPr lang="nb-NO" dirty="0" err="1" smtClean="0"/>
            <a:t>Scale</a:t>
          </a:r>
          <a:r>
            <a:rPr lang="nb-NO" dirty="0" smtClean="0"/>
            <a:t> </a:t>
          </a:r>
          <a:r>
            <a:rPr lang="nb-NO" dirty="0" err="1" smtClean="0"/>
            <a:t>dimension</a:t>
          </a:r>
          <a:r>
            <a:rPr lang="nb-NO" dirty="0" smtClean="0"/>
            <a:t>»</a:t>
          </a:r>
        </a:p>
        <a:p>
          <a:r>
            <a:rPr lang="nb-NO" dirty="0" smtClean="0"/>
            <a:t>RANGE</a:t>
          </a:r>
          <a:endParaRPr lang="nb-NO" dirty="0"/>
        </a:p>
      </dgm:t>
    </dgm:pt>
    <dgm:pt modelId="{FEF69ECD-E22B-4055-A732-B17060F5ED54}" type="parTrans" cxnId="{B0207ADA-B4BE-4CC8-95A5-60A2C0FBDB6D}">
      <dgm:prSet/>
      <dgm:spPr/>
      <dgm:t>
        <a:bodyPr/>
        <a:lstStyle/>
        <a:p>
          <a:endParaRPr lang="nb-NO"/>
        </a:p>
      </dgm:t>
    </dgm:pt>
    <dgm:pt modelId="{B520FD5B-5ACA-484E-9B59-0A343765DF50}" type="sibTrans" cxnId="{B0207ADA-B4BE-4CC8-95A5-60A2C0FBDB6D}">
      <dgm:prSet/>
      <dgm:spPr/>
      <dgm:t>
        <a:bodyPr/>
        <a:lstStyle/>
        <a:p>
          <a:endParaRPr lang="nb-NO"/>
        </a:p>
      </dgm:t>
    </dgm:pt>
    <dgm:pt modelId="{D8BA0665-2766-4B82-A175-07AE9F300947}">
      <dgm:prSet phldrT="[Tekst]"/>
      <dgm:spPr>
        <a:ln w="25400">
          <a:solidFill>
            <a:schemeClr val="accent6"/>
          </a:solidFill>
        </a:ln>
      </dgm:spPr>
      <dgm:t>
        <a:bodyPr/>
        <a:lstStyle/>
        <a:p>
          <a:r>
            <a:rPr lang="nb-NO" dirty="0" err="1" smtClean="0"/>
            <a:t>Category</a:t>
          </a:r>
          <a:r>
            <a:rPr lang="nb-NO" dirty="0" smtClean="0"/>
            <a:t> Groups</a:t>
          </a:r>
        </a:p>
        <a:p>
          <a:r>
            <a:rPr lang="nb-NO" dirty="0" smtClean="0"/>
            <a:t>(</a:t>
          </a:r>
          <a:r>
            <a:rPr lang="nb-NO" dirty="0" err="1" smtClean="0"/>
            <a:t>managed</a:t>
          </a:r>
          <a:r>
            <a:rPr lang="nb-NO" dirty="0" smtClean="0"/>
            <a:t> </a:t>
          </a:r>
          <a:r>
            <a:rPr lang="nb-NO" dirty="0" err="1" smtClean="0"/>
            <a:t>representation</a:t>
          </a:r>
          <a:r>
            <a:rPr lang="nb-NO" dirty="0" smtClean="0"/>
            <a:t>) </a:t>
          </a:r>
          <a:endParaRPr lang="nb-NO" dirty="0"/>
        </a:p>
      </dgm:t>
    </dgm:pt>
    <dgm:pt modelId="{AA9337C8-D3BD-4A0A-94CC-2F61C171CFF5}" type="parTrans" cxnId="{050AE83D-5CAE-4C52-A32B-054FE6127D8F}">
      <dgm:prSet/>
      <dgm:spPr/>
      <dgm:t>
        <a:bodyPr/>
        <a:lstStyle/>
        <a:p>
          <a:endParaRPr lang="nb-NO"/>
        </a:p>
      </dgm:t>
    </dgm:pt>
    <dgm:pt modelId="{D066972C-9459-4489-85BC-88795A53743A}" type="sibTrans" cxnId="{050AE83D-5CAE-4C52-A32B-054FE6127D8F}">
      <dgm:prSet/>
      <dgm:spPr/>
      <dgm:t>
        <a:bodyPr/>
        <a:lstStyle/>
        <a:p>
          <a:endParaRPr lang="nb-NO"/>
        </a:p>
      </dgm:t>
    </dgm:pt>
    <dgm:pt modelId="{E8A9349A-E50F-4977-8404-BC8B5114F813}">
      <dgm:prSet phldrT="[Tekst]"/>
      <dgm:spPr>
        <a:ln w="25400">
          <a:solidFill>
            <a:schemeClr val="accent6"/>
          </a:solidFill>
        </a:ln>
      </dgm:spPr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Category</a:t>
          </a:r>
          <a:r>
            <a:rPr lang="nb-NO" dirty="0" smtClean="0"/>
            <a:t> </a:t>
          </a:r>
          <a:r>
            <a:rPr lang="nb-NO" dirty="0" err="1" smtClean="0"/>
            <a:t>Roots</a:t>
          </a:r>
          <a:endParaRPr lang="nb-NO" dirty="0" smtClean="0"/>
        </a:p>
        <a:p>
          <a:r>
            <a:rPr lang="nb-NO" dirty="0" smtClean="0"/>
            <a:t>(</a:t>
          </a:r>
          <a:r>
            <a:rPr lang="nb-NO" dirty="0" err="1" smtClean="0"/>
            <a:t>managed</a:t>
          </a:r>
          <a:r>
            <a:rPr lang="nb-NO" dirty="0" smtClean="0"/>
            <a:t> </a:t>
          </a:r>
          <a:r>
            <a:rPr lang="nb-NO" dirty="0" err="1" smtClean="0"/>
            <a:t>representation</a:t>
          </a:r>
          <a:r>
            <a:rPr lang="nb-NO" dirty="0" smtClean="0"/>
            <a:t>)</a:t>
          </a:r>
          <a:endParaRPr lang="nb-NO" dirty="0"/>
        </a:p>
      </dgm:t>
    </dgm:pt>
    <dgm:pt modelId="{57AB8079-005C-4B08-82DC-545026C86C1F}" type="parTrans" cxnId="{2CB4E834-C58F-4041-B084-4AE56BEC9B9E}">
      <dgm:prSet/>
      <dgm:spPr/>
      <dgm:t>
        <a:bodyPr/>
        <a:lstStyle/>
        <a:p>
          <a:endParaRPr lang="nb-NO"/>
        </a:p>
      </dgm:t>
    </dgm:pt>
    <dgm:pt modelId="{3D3D1C5E-6D24-4128-808D-280A43E57899}" type="sibTrans" cxnId="{2CB4E834-C58F-4041-B084-4AE56BEC9B9E}">
      <dgm:prSet/>
      <dgm:spPr/>
      <dgm:t>
        <a:bodyPr/>
        <a:lstStyle/>
        <a:p>
          <a:endParaRPr lang="nb-NO"/>
        </a:p>
      </dgm:t>
    </dgm:pt>
    <dgm:pt modelId="{458D0B6C-0A9F-4B48-8CE3-1771436B3051}">
      <dgm:prSet phldrT="[Tekst]"/>
      <dgm:spPr>
        <a:ln w="25400">
          <a:solidFill>
            <a:schemeClr val="accent6"/>
          </a:solidFill>
        </a:ln>
      </dgm:spPr>
      <dgm:t>
        <a:bodyPr/>
        <a:lstStyle/>
        <a:p>
          <a:r>
            <a:rPr lang="nb-NO" dirty="0" err="1" smtClean="0"/>
            <a:t>Categories</a:t>
          </a:r>
          <a:endParaRPr lang="nb-NO" dirty="0"/>
        </a:p>
      </dgm:t>
    </dgm:pt>
    <dgm:pt modelId="{FC55E6D0-D3BC-4E5B-952F-90ACF8FDC70F}" type="parTrans" cxnId="{C33EC071-9E74-4929-8552-01866FA8A97D}">
      <dgm:prSet/>
      <dgm:spPr/>
      <dgm:t>
        <a:bodyPr/>
        <a:lstStyle/>
        <a:p>
          <a:endParaRPr lang="nb-NO"/>
        </a:p>
      </dgm:t>
    </dgm:pt>
    <dgm:pt modelId="{41AD7B6B-44F4-4571-A0A6-66BE2526A05D}" type="sibTrans" cxnId="{C33EC071-9E74-4929-8552-01866FA8A97D}">
      <dgm:prSet/>
      <dgm:spPr/>
      <dgm:t>
        <a:bodyPr/>
        <a:lstStyle/>
        <a:p>
          <a:endParaRPr lang="nb-NO"/>
        </a:p>
      </dgm:t>
    </dgm:pt>
    <dgm:pt modelId="{7030F40D-1CC3-4FCF-8A7D-781E96158A98}">
      <dgm:prSet phldrT="[Tekst]"/>
      <dgm:spPr/>
      <dgm:t>
        <a:bodyPr/>
        <a:lstStyle/>
        <a:p>
          <a:r>
            <a:rPr lang="nb-NO" dirty="0" err="1" smtClean="0"/>
            <a:t>Low</a:t>
          </a:r>
          <a:endParaRPr lang="nb-NO" dirty="0" smtClean="0"/>
        </a:p>
        <a:p>
          <a:r>
            <a:rPr lang="nb-NO" dirty="0" smtClean="0"/>
            <a:t>CODE</a:t>
          </a:r>
          <a:br>
            <a:rPr lang="nb-NO" dirty="0" smtClean="0"/>
          </a:br>
          <a:r>
            <a:rPr lang="nb-NO" dirty="0" smtClean="0"/>
            <a:t>(</a:t>
          </a:r>
          <a:r>
            <a:rPr lang="nb-NO" dirty="0" err="1" smtClean="0"/>
            <a:t>value</a:t>
          </a:r>
          <a:r>
            <a:rPr lang="nb-NO" dirty="0" smtClean="0"/>
            <a:t> 1)</a:t>
          </a:r>
          <a:endParaRPr lang="nb-NO" dirty="0"/>
        </a:p>
      </dgm:t>
    </dgm:pt>
    <dgm:pt modelId="{8575DF7B-12FF-4E13-9294-70CC66282059}" type="parTrans" cxnId="{EA8C3854-941D-4A1C-8225-CAD79F750B6C}">
      <dgm:prSet/>
      <dgm:spPr/>
      <dgm:t>
        <a:bodyPr/>
        <a:lstStyle/>
        <a:p>
          <a:endParaRPr lang="nb-NO"/>
        </a:p>
      </dgm:t>
    </dgm:pt>
    <dgm:pt modelId="{683BD32C-27CE-4C84-BE8F-183844DB1749}" type="sibTrans" cxnId="{EA8C3854-941D-4A1C-8225-CAD79F750B6C}">
      <dgm:prSet/>
      <dgm:spPr/>
      <dgm:t>
        <a:bodyPr/>
        <a:lstStyle/>
        <a:p>
          <a:endParaRPr lang="nb-NO"/>
        </a:p>
      </dgm:t>
    </dgm:pt>
    <dgm:pt modelId="{F5C5857E-79A1-48FE-9161-5E959FC852AE}">
      <dgm:prSet phldrT="[Tekst]"/>
      <dgm:spPr/>
      <dgm:t>
        <a:bodyPr/>
        <a:lstStyle/>
        <a:p>
          <a:r>
            <a:rPr lang="nb-NO" dirty="0" smtClean="0"/>
            <a:t>High</a:t>
          </a:r>
        </a:p>
        <a:p>
          <a:r>
            <a:rPr lang="nb-NO" dirty="0" smtClean="0"/>
            <a:t>CODE</a:t>
          </a:r>
          <a:br>
            <a:rPr lang="nb-NO" dirty="0" smtClean="0"/>
          </a:br>
          <a:r>
            <a:rPr lang="nb-NO" dirty="0" smtClean="0"/>
            <a:t>(</a:t>
          </a:r>
          <a:r>
            <a:rPr lang="nb-NO" dirty="0" err="1" smtClean="0"/>
            <a:t>value</a:t>
          </a:r>
          <a:r>
            <a:rPr lang="nb-NO" dirty="0" smtClean="0"/>
            <a:t> 9)</a:t>
          </a:r>
          <a:endParaRPr lang="nb-NO" dirty="0"/>
        </a:p>
      </dgm:t>
    </dgm:pt>
    <dgm:pt modelId="{D71CCF72-2855-45AD-95BE-B20418FADE4E}" type="parTrans" cxnId="{32DF7AF7-C1B4-4F25-AB4D-81E9B267262D}">
      <dgm:prSet/>
      <dgm:spPr/>
      <dgm:t>
        <a:bodyPr/>
        <a:lstStyle/>
        <a:p>
          <a:endParaRPr lang="nb-NO"/>
        </a:p>
      </dgm:t>
    </dgm:pt>
    <dgm:pt modelId="{51E1C641-5ADA-43D6-8AC6-2704FBEFB216}" type="sibTrans" cxnId="{32DF7AF7-C1B4-4F25-AB4D-81E9B267262D}">
      <dgm:prSet/>
      <dgm:spPr/>
      <dgm:t>
        <a:bodyPr/>
        <a:lstStyle/>
        <a:p>
          <a:endParaRPr lang="nb-NO"/>
        </a:p>
      </dgm:t>
    </dgm:pt>
    <dgm:pt modelId="{50F1E20E-D872-4CE1-907F-FEA94C358D0A}">
      <dgm:prSet phldrT="[Tekst]"/>
      <dgm:spPr/>
      <dgm:t>
        <a:bodyPr/>
        <a:lstStyle/>
        <a:p>
          <a:r>
            <a:rPr lang="nb-NO" dirty="0" smtClean="0"/>
            <a:t>«</a:t>
          </a:r>
          <a:r>
            <a:rPr lang="nb-NO" dirty="0" err="1" smtClean="0"/>
            <a:t>Don’t</a:t>
          </a:r>
          <a:r>
            <a:rPr lang="nb-NO" dirty="0" smtClean="0"/>
            <a:t> </a:t>
          </a:r>
          <a:r>
            <a:rPr lang="nb-NO" dirty="0" err="1" smtClean="0"/>
            <a:t>Know</a:t>
          </a:r>
          <a:r>
            <a:rPr lang="nb-NO" dirty="0" smtClean="0"/>
            <a:t>»</a:t>
          </a:r>
        </a:p>
        <a:p>
          <a:r>
            <a:rPr lang="nb-NO" dirty="0" smtClean="0"/>
            <a:t>CODE</a:t>
          </a:r>
        </a:p>
        <a:p>
          <a:r>
            <a:rPr lang="nb-NO" dirty="0" smtClean="0"/>
            <a:t>(</a:t>
          </a:r>
          <a:r>
            <a:rPr lang="nb-NO" dirty="0" err="1" smtClean="0"/>
            <a:t>value</a:t>
          </a:r>
          <a:r>
            <a:rPr lang="nb-NO" dirty="0" smtClean="0"/>
            <a:t> 88)</a:t>
          </a:r>
          <a:endParaRPr lang="nb-NO" dirty="0"/>
        </a:p>
      </dgm:t>
    </dgm:pt>
    <dgm:pt modelId="{9BACEAA9-4EAE-47AD-8885-4E382BC3D4EA}" type="parTrans" cxnId="{4EB2C1B8-AD14-4CF1-8162-F60361B632EB}">
      <dgm:prSet/>
      <dgm:spPr/>
      <dgm:t>
        <a:bodyPr/>
        <a:lstStyle/>
        <a:p>
          <a:endParaRPr lang="nb-NO"/>
        </a:p>
      </dgm:t>
    </dgm:pt>
    <dgm:pt modelId="{810F9598-F683-4B30-B616-C4A9657CED3C}" type="sibTrans" cxnId="{4EB2C1B8-AD14-4CF1-8162-F60361B632EB}">
      <dgm:prSet/>
      <dgm:spPr/>
      <dgm:t>
        <a:bodyPr/>
        <a:lstStyle/>
        <a:p>
          <a:endParaRPr lang="nb-NO"/>
        </a:p>
      </dgm:t>
    </dgm:pt>
    <dgm:pt modelId="{55EB6A5E-6F90-4B1D-9934-BC935E926945}">
      <dgm:prSet phldrT="[Tekst]"/>
      <dgm:spPr/>
      <dgm:t>
        <a:bodyPr/>
        <a:lstStyle/>
        <a:p>
          <a:r>
            <a:rPr lang="nb-NO" dirty="0" smtClean="0"/>
            <a:t>«Not </a:t>
          </a:r>
          <a:r>
            <a:rPr lang="nb-NO" dirty="0" err="1" smtClean="0"/>
            <a:t>applicable</a:t>
          </a:r>
          <a:r>
            <a:rPr lang="nb-NO" dirty="0" smtClean="0"/>
            <a:t>»</a:t>
          </a:r>
        </a:p>
        <a:p>
          <a:r>
            <a:rPr lang="nb-NO" dirty="0" smtClean="0"/>
            <a:t>CODE</a:t>
          </a:r>
        </a:p>
        <a:p>
          <a:r>
            <a:rPr lang="nb-NO" dirty="0" smtClean="0"/>
            <a:t>(</a:t>
          </a:r>
          <a:r>
            <a:rPr lang="nb-NO" dirty="0" err="1" smtClean="0"/>
            <a:t>value</a:t>
          </a:r>
          <a:r>
            <a:rPr lang="nb-NO" dirty="0" smtClean="0"/>
            <a:t> 66)</a:t>
          </a:r>
          <a:endParaRPr lang="nb-NO" dirty="0"/>
        </a:p>
      </dgm:t>
    </dgm:pt>
    <dgm:pt modelId="{80E0A8F6-2888-44DC-8EB4-FB0854C248EB}" type="parTrans" cxnId="{A97B03EE-0ABC-4C90-A779-09516314C0F8}">
      <dgm:prSet/>
      <dgm:spPr/>
      <dgm:t>
        <a:bodyPr/>
        <a:lstStyle/>
        <a:p>
          <a:endParaRPr lang="nb-NO"/>
        </a:p>
      </dgm:t>
    </dgm:pt>
    <dgm:pt modelId="{E64690CF-FBD4-4BE4-8771-5359F4BF95CF}" type="sibTrans" cxnId="{A97B03EE-0ABC-4C90-A779-09516314C0F8}">
      <dgm:prSet/>
      <dgm:spPr/>
      <dgm:t>
        <a:bodyPr/>
        <a:lstStyle/>
        <a:p>
          <a:endParaRPr lang="nb-NO"/>
        </a:p>
      </dgm:t>
    </dgm:pt>
    <dgm:pt modelId="{E77F5EA8-C292-4EB0-A7E7-921AC237CC9E}">
      <dgm:prSet phldrT="[Tekst]"/>
      <dgm:spPr/>
      <dgm:t>
        <a:bodyPr/>
        <a:lstStyle/>
        <a:p>
          <a:r>
            <a:rPr lang="nb-NO" dirty="0" smtClean="0"/>
            <a:t>«</a:t>
          </a:r>
          <a:r>
            <a:rPr lang="nb-NO" dirty="0" err="1" smtClean="0"/>
            <a:t>MissingCodes</a:t>
          </a:r>
          <a:r>
            <a:rPr lang="nb-NO" dirty="0" smtClean="0"/>
            <a:t>»</a:t>
          </a:r>
          <a:br>
            <a:rPr lang="nb-NO" dirty="0" smtClean="0"/>
          </a:br>
          <a:r>
            <a:rPr lang="nb-NO" dirty="0" smtClean="0"/>
            <a:t>MULTIPLE_SINGLE</a:t>
          </a:r>
          <a:endParaRPr lang="nb-NO" dirty="0"/>
        </a:p>
      </dgm:t>
    </dgm:pt>
    <dgm:pt modelId="{B4E29B2C-6260-4A1C-B9F8-16ECE151F549}" type="parTrans" cxnId="{043CBA19-897F-45CA-833E-FC46D88F8511}">
      <dgm:prSet/>
      <dgm:spPr/>
      <dgm:t>
        <a:bodyPr/>
        <a:lstStyle/>
        <a:p>
          <a:endParaRPr lang="nb-NO"/>
        </a:p>
      </dgm:t>
    </dgm:pt>
    <dgm:pt modelId="{85DCB639-9CF4-46CF-962D-E44AA0BDCAF7}" type="sibTrans" cxnId="{043CBA19-897F-45CA-833E-FC46D88F8511}">
      <dgm:prSet/>
      <dgm:spPr/>
      <dgm:t>
        <a:bodyPr/>
        <a:lstStyle/>
        <a:p>
          <a:endParaRPr lang="nb-NO"/>
        </a:p>
      </dgm:t>
    </dgm:pt>
    <dgm:pt modelId="{6851D2C2-ADC2-4ACF-8762-F2495E1B3127}" type="pres">
      <dgm:prSet presAssocID="{9D612854-55B2-4CC3-99FA-C42375E1A20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nb-NO"/>
        </a:p>
      </dgm:t>
    </dgm:pt>
    <dgm:pt modelId="{5373EBA1-2511-4C04-8394-42B653554E1E}" type="pres">
      <dgm:prSet presAssocID="{9D612854-55B2-4CC3-99FA-C42375E1A209}" presName="hierFlow" presStyleCnt="0"/>
      <dgm:spPr/>
    </dgm:pt>
    <dgm:pt modelId="{7147B791-022C-4231-95D5-CB1B65AFB9A4}" type="pres">
      <dgm:prSet presAssocID="{9D612854-55B2-4CC3-99FA-C42375E1A209}" presName="firstBuf" presStyleCnt="0"/>
      <dgm:spPr/>
    </dgm:pt>
    <dgm:pt modelId="{32986137-588F-4258-B7F3-0CB060FC2A27}" type="pres">
      <dgm:prSet presAssocID="{9D612854-55B2-4CC3-99FA-C42375E1A20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3FA1763-6C8E-485F-ABF3-EDC6B0C080CB}" type="pres">
      <dgm:prSet presAssocID="{EF0CB3E1-D122-4343-AC85-CD77A1107566}" presName="Name17" presStyleCnt="0"/>
      <dgm:spPr/>
    </dgm:pt>
    <dgm:pt modelId="{E5FD18D9-6D62-41CD-B8D8-761F3212D1C7}" type="pres">
      <dgm:prSet presAssocID="{EF0CB3E1-D122-4343-AC85-CD77A1107566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nb-NO"/>
        </a:p>
      </dgm:t>
    </dgm:pt>
    <dgm:pt modelId="{EE2E967D-F8C8-4562-BBEA-9A18C40332F2}" type="pres">
      <dgm:prSet presAssocID="{EF0CB3E1-D122-4343-AC85-CD77A1107566}" presName="hierChild2" presStyleCnt="0"/>
      <dgm:spPr/>
    </dgm:pt>
    <dgm:pt modelId="{6F38C737-7A75-4AC8-B087-4C55F15C3ADF}" type="pres">
      <dgm:prSet presAssocID="{B4E29B2C-6260-4A1C-B9F8-16ECE151F549}" presName="Name25" presStyleLbl="parChTrans1D2" presStyleIdx="0" presStyleCnt="2"/>
      <dgm:spPr/>
      <dgm:t>
        <a:bodyPr/>
        <a:lstStyle/>
        <a:p>
          <a:endParaRPr lang="nb-NO"/>
        </a:p>
      </dgm:t>
    </dgm:pt>
    <dgm:pt modelId="{929689B3-712B-4075-BC00-2735CE8ED1AF}" type="pres">
      <dgm:prSet presAssocID="{B4E29B2C-6260-4A1C-B9F8-16ECE151F549}" presName="connTx" presStyleLbl="parChTrans1D2" presStyleIdx="0" presStyleCnt="2"/>
      <dgm:spPr/>
      <dgm:t>
        <a:bodyPr/>
        <a:lstStyle/>
        <a:p>
          <a:endParaRPr lang="nb-NO"/>
        </a:p>
      </dgm:t>
    </dgm:pt>
    <dgm:pt modelId="{9D456477-EA9D-4667-A1B9-4C79EEE546D9}" type="pres">
      <dgm:prSet presAssocID="{E77F5EA8-C292-4EB0-A7E7-921AC237CC9E}" presName="Name30" presStyleCnt="0"/>
      <dgm:spPr/>
    </dgm:pt>
    <dgm:pt modelId="{4333CA0B-D56B-4E56-B0E2-22CBA01F5A1C}" type="pres">
      <dgm:prSet presAssocID="{E77F5EA8-C292-4EB0-A7E7-921AC237CC9E}" presName="level2Shape" presStyleLbl="node2" presStyleIdx="0" presStyleCnt="2"/>
      <dgm:spPr/>
      <dgm:t>
        <a:bodyPr/>
        <a:lstStyle/>
        <a:p>
          <a:endParaRPr lang="nb-NO"/>
        </a:p>
      </dgm:t>
    </dgm:pt>
    <dgm:pt modelId="{0D6A32BA-62F9-4A26-8D78-B4A7F04D0A2D}" type="pres">
      <dgm:prSet presAssocID="{E77F5EA8-C292-4EB0-A7E7-921AC237CC9E}" presName="hierChild3" presStyleCnt="0"/>
      <dgm:spPr/>
    </dgm:pt>
    <dgm:pt modelId="{96C81683-BC9F-48F2-A252-E89D79AE0D9A}" type="pres">
      <dgm:prSet presAssocID="{9BACEAA9-4EAE-47AD-8885-4E382BC3D4EA}" presName="Name25" presStyleLbl="parChTrans1D3" presStyleIdx="0" presStyleCnt="4"/>
      <dgm:spPr/>
      <dgm:t>
        <a:bodyPr/>
        <a:lstStyle/>
        <a:p>
          <a:endParaRPr lang="nb-NO"/>
        </a:p>
      </dgm:t>
    </dgm:pt>
    <dgm:pt modelId="{5FCB260C-1C69-4E88-8318-0E54C40C8C97}" type="pres">
      <dgm:prSet presAssocID="{9BACEAA9-4EAE-47AD-8885-4E382BC3D4EA}" presName="connTx" presStyleLbl="parChTrans1D3" presStyleIdx="0" presStyleCnt="4"/>
      <dgm:spPr/>
      <dgm:t>
        <a:bodyPr/>
        <a:lstStyle/>
        <a:p>
          <a:endParaRPr lang="nb-NO"/>
        </a:p>
      </dgm:t>
    </dgm:pt>
    <dgm:pt modelId="{CF0D46EC-E169-4AAB-8E8A-FA51400FED29}" type="pres">
      <dgm:prSet presAssocID="{50F1E20E-D872-4CE1-907F-FEA94C358D0A}" presName="Name30" presStyleCnt="0"/>
      <dgm:spPr/>
    </dgm:pt>
    <dgm:pt modelId="{C196F916-DD17-4575-891E-77B22CF6A1A0}" type="pres">
      <dgm:prSet presAssocID="{50F1E20E-D872-4CE1-907F-FEA94C358D0A}" presName="level2Shape" presStyleLbl="node3" presStyleIdx="0" presStyleCnt="4"/>
      <dgm:spPr/>
      <dgm:t>
        <a:bodyPr/>
        <a:lstStyle/>
        <a:p>
          <a:endParaRPr lang="nb-NO"/>
        </a:p>
      </dgm:t>
    </dgm:pt>
    <dgm:pt modelId="{56945771-EF64-429E-8DFA-0A68CE7D04A8}" type="pres">
      <dgm:prSet presAssocID="{50F1E20E-D872-4CE1-907F-FEA94C358D0A}" presName="hierChild3" presStyleCnt="0"/>
      <dgm:spPr/>
    </dgm:pt>
    <dgm:pt modelId="{7373569D-21E3-4A10-9EE3-6C9A58775FF0}" type="pres">
      <dgm:prSet presAssocID="{80E0A8F6-2888-44DC-8EB4-FB0854C248EB}" presName="Name25" presStyleLbl="parChTrans1D3" presStyleIdx="1" presStyleCnt="4"/>
      <dgm:spPr/>
      <dgm:t>
        <a:bodyPr/>
        <a:lstStyle/>
        <a:p>
          <a:endParaRPr lang="nb-NO"/>
        </a:p>
      </dgm:t>
    </dgm:pt>
    <dgm:pt modelId="{BB5F82B0-80EF-4996-8107-49081AA9E1CC}" type="pres">
      <dgm:prSet presAssocID="{80E0A8F6-2888-44DC-8EB4-FB0854C248EB}" presName="connTx" presStyleLbl="parChTrans1D3" presStyleIdx="1" presStyleCnt="4"/>
      <dgm:spPr/>
      <dgm:t>
        <a:bodyPr/>
        <a:lstStyle/>
        <a:p>
          <a:endParaRPr lang="nb-NO"/>
        </a:p>
      </dgm:t>
    </dgm:pt>
    <dgm:pt modelId="{6B8C82DD-2765-4374-88E0-28971BBB0766}" type="pres">
      <dgm:prSet presAssocID="{55EB6A5E-6F90-4B1D-9934-BC935E926945}" presName="Name30" presStyleCnt="0"/>
      <dgm:spPr/>
    </dgm:pt>
    <dgm:pt modelId="{B8C378D3-F297-4C59-A6EB-275178513887}" type="pres">
      <dgm:prSet presAssocID="{55EB6A5E-6F90-4B1D-9934-BC935E926945}" presName="level2Shape" presStyleLbl="node3" presStyleIdx="1" presStyleCnt="4"/>
      <dgm:spPr/>
      <dgm:t>
        <a:bodyPr/>
        <a:lstStyle/>
        <a:p>
          <a:endParaRPr lang="nb-NO"/>
        </a:p>
      </dgm:t>
    </dgm:pt>
    <dgm:pt modelId="{2DF871D0-EDDD-4708-8FC5-71BB66B62BF0}" type="pres">
      <dgm:prSet presAssocID="{55EB6A5E-6F90-4B1D-9934-BC935E926945}" presName="hierChild3" presStyleCnt="0"/>
      <dgm:spPr/>
    </dgm:pt>
    <dgm:pt modelId="{B54F4959-0E86-4C3E-9864-9B7B4A25FF34}" type="pres">
      <dgm:prSet presAssocID="{FEF69ECD-E22B-4055-A732-B17060F5ED54}" presName="Name25" presStyleLbl="parChTrans1D2" presStyleIdx="1" presStyleCnt="2"/>
      <dgm:spPr/>
      <dgm:t>
        <a:bodyPr/>
        <a:lstStyle/>
        <a:p>
          <a:endParaRPr lang="nb-NO"/>
        </a:p>
      </dgm:t>
    </dgm:pt>
    <dgm:pt modelId="{30E39EA8-F162-4505-9E12-02EE4A51FEF4}" type="pres">
      <dgm:prSet presAssocID="{FEF69ECD-E22B-4055-A732-B17060F5ED54}" presName="connTx" presStyleLbl="parChTrans1D2" presStyleIdx="1" presStyleCnt="2"/>
      <dgm:spPr/>
      <dgm:t>
        <a:bodyPr/>
        <a:lstStyle/>
        <a:p>
          <a:endParaRPr lang="nb-NO"/>
        </a:p>
      </dgm:t>
    </dgm:pt>
    <dgm:pt modelId="{B7B59243-33FC-4D7F-97B5-74F20F5E7836}" type="pres">
      <dgm:prSet presAssocID="{CEC2B5D9-B28A-4528-8D4E-5AFFD8CD2B0E}" presName="Name30" presStyleCnt="0"/>
      <dgm:spPr/>
    </dgm:pt>
    <dgm:pt modelId="{B98FEDDE-26E9-4588-92B2-AD79530DE80B}" type="pres">
      <dgm:prSet presAssocID="{CEC2B5D9-B28A-4528-8D4E-5AFFD8CD2B0E}" presName="level2Shape" presStyleLbl="node2" presStyleIdx="1" presStyleCnt="2"/>
      <dgm:spPr/>
      <dgm:t>
        <a:bodyPr/>
        <a:lstStyle/>
        <a:p>
          <a:endParaRPr lang="nb-NO"/>
        </a:p>
      </dgm:t>
    </dgm:pt>
    <dgm:pt modelId="{5E3BEC69-26EF-4D59-B60F-7330941E7DCE}" type="pres">
      <dgm:prSet presAssocID="{CEC2B5D9-B28A-4528-8D4E-5AFFD8CD2B0E}" presName="hierChild3" presStyleCnt="0"/>
      <dgm:spPr/>
    </dgm:pt>
    <dgm:pt modelId="{8804493F-5EF7-4424-83D7-857A79864130}" type="pres">
      <dgm:prSet presAssocID="{8575DF7B-12FF-4E13-9294-70CC66282059}" presName="Name25" presStyleLbl="parChTrans1D3" presStyleIdx="2" presStyleCnt="4"/>
      <dgm:spPr/>
      <dgm:t>
        <a:bodyPr/>
        <a:lstStyle/>
        <a:p>
          <a:endParaRPr lang="nb-NO"/>
        </a:p>
      </dgm:t>
    </dgm:pt>
    <dgm:pt modelId="{E79EDDAA-DF6F-45A4-8BB3-A24A03D65781}" type="pres">
      <dgm:prSet presAssocID="{8575DF7B-12FF-4E13-9294-70CC66282059}" presName="connTx" presStyleLbl="parChTrans1D3" presStyleIdx="2" presStyleCnt="4"/>
      <dgm:spPr/>
      <dgm:t>
        <a:bodyPr/>
        <a:lstStyle/>
        <a:p>
          <a:endParaRPr lang="nb-NO"/>
        </a:p>
      </dgm:t>
    </dgm:pt>
    <dgm:pt modelId="{8A59C409-C5D7-4399-B8ED-C6CFD8039EED}" type="pres">
      <dgm:prSet presAssocID="{7030F40D-1CC3-4FCF-8A7D-781E96158A98}" presName="Name30" presStyleCnt="0"/>
      <dgm:spPr/>
    </dgm:pt>
    <dgm:pt modelId="{D4FD4D48-FD5F-46C3-82C4-2161FBBB87AD}" type="pres">
      <dgm:prSet presAssocID="{7030F40D-1CC3-4FCF-8A7D-781E96158A98}" presName="level2Shape" presStyleLbl="node3" presStyleIdx="2" presStyleCnt="4"/>
      <dgm:spPr/>
      <dgm:t>
        <a:bodyPr/>
        <a:lstStyle/>
        <a:p>
          <a:endParaRPr lang="nb-NO"/>
        </a:p>
      </dgm:t>
    </dgm:pt>
    <dgm:pt modelId="{20FE51E8-6CF5-4667-886F-8BB56F45EBC8}" type="pres">
      <dgm:prSet presAssocID="{7030F40D-1CC3-4FCF-8A7D-781E96158A98}" presName="hierChild3" presStyleCnt="0"/>
      <dgm:spPr/>
    </dgm:pt>
    <dgm:pt modelId="{3CEC1D53-1DD7-418C-A10A-C61CF4CBAB63}" type="pres">
      <dgm:prSet presAssocID="{D71CCF72-2855-45AD-95BE-B20418FADE4E}" presName="Name25" presStyleLbl="parChTrans1D3" presStyleIdx="3" presStyleCnt="4"/>
      <dgm:spPr/>
      <dgm:t>
        <a:bodyPr/>
        <a:lstStyle/>
        <a:p>
          <a:endParaRPr lang="nb-NO"/>
        </a:p>
      </dgm:t>
    </dgm:pt>
    <dgm:pt modelId="{B48CE0F6-E4C4-43B8-AAC3-7867732F120F}" type="pres">
      <dgm:prSet presAssocID="{D71CCF72-2855-45AD-95BE-B20418FADE4E}" presName="connTx" presStyleLbl="parChTrans1D3" presStyleIdx="3" presStyleCnt="4"/>
      <dgm:spPr/>
      <dgm:t>
        <a:bodyPr/>
        <a:lstStyle/>
        <a:p>
          <a:endParaRPr lang="nb-NO"/>
        </a:p>
      </dgm:t>
    </dgm:pt>
    <dgm:pt modelId="{B183A5BC-1A6D-4ACD-B7B8-91B6B743AE39}" type="pres">
      <dgm:prSet presAssocID="{F5C5857E-79A1-48FE-9161-5E959FC852AE}" presName="Name30" presStyleCnt="0"/>
      <dgm:spPr/>
    </dgm:pt>
    <dgm:pt modelId="{43699960-7B06-413D-B621-3D94C9537BC7}" type="pres">
      <dgm:prSet presAssocID="{F5C5857E-79A1-48FE-9161-5E959FC852AE}" presName="level2Shape" presStyleLbl="node3" presStyleIdx="3" presStyleCnt="4"/>
      <dgm:spPr/>
      <dgm:t>
        <a:bodyPr/>
        <a:lstStyle/>
        <a:p>
          <a:endParaRPr lang="nb-NO"/>
        </a:p>
      </dgm:t>
    </dgm:pt>
    <dgm:pt modelId="{A1E848F8-E0E5-4511-9AFE-290D4772872F}" type="pres">
      <dgm:prSet presAssocID="{F5C5857E-79A1-48FE-9161-5E959FC852AE}" presName="hierChild3" presStyleCnt="0"/>
      <dgm:spPr/>
    </dgm:pt>
    <dgm:pt modelId="{303CC4CF-4D59-45CE-B6D0-68BC708F2E13}" type="pres">
      <dgm:prSet presAssocID="{9D612854-55B2-4CC3-99FA-C42375E1A209}" presName="bgShapesFlow" presStyleCnt="0"/>
      <dgm:spPr/>
    </dgm:pt>
    <dgm:pt modelId="{DA9A00AC-B40B-4A92-81F6-D6BCD0BB3E24}" type="pres">
      <dgm:prSet presAssocID="{E8A9349A-E50F-4977-8404-BC8B5114F813}" presName="rectComp" presStyleCnt="0"/>
      <dgm:spPr/>
    </dgm:pt>
    <dgm:pt modelId="{B3A14DD5-DE0D-4ED8-9FB6-AEA88883ED9C}" type="pres">
      <dgm:prSet presAssocID="{E8A9349A-E50F-4977-8404-BC8B5114F813}" presName="bgRect" presStyleLbl="bgShp" presStyleIdx="0" presStyleCnt="3" custLinFactNeighborX="-3319" custLinFactNeighborY="632"/>
      <dgm:spPr/>
      <dgm:t>
        <a:bodyPr/>
        <a:lstStyle/>
        <a:p>
          <a:endParaRPr lang="nb-NO"/>
        </a:p>
      </dgm:t>
    </dgm:pt>
    <dgm:pt modelId="{85A0856B-28EE-4164-AA51-0B5C8BFBAEA9}" type="pres">
      <dgm:prSet presAssocID="{E8A9349A-E50F-4977-8404-BC8B5114F813}" presName="bgRectTx" presStyleLbl="bgShp" presStyleIdx="0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FB876CC7-B3AE-4482-A56D-BB69A13E2ADF}" type="pres">
      <dgm:prSet presAssocID="{E8A9349A-E50F-4977-8404-BC8B5114F813}" presName="spComp" presStyleCnt="0"/>
      <dgm:spPr/>
    </dgm:pt>
    <dgm:pt modelId="{8759CB46-A0B5-4A96-A8A1-0447ECD104F6}" type="pres">
      <dgm:prSet presAssocID="{E8A9349A-E50F-4977-8404-BC8B5114F813}" presName="hSp" presStyleCnt="0"/>
      <dgm:spPr/>
    </dgm:pt>
    <dgm:pt modelId="{BE3E5530-F7EE-4C75-B7F3-EB03895FC715}" type="pres">
      <dgm:prSet presAssocID="{D8BA0665-2766-4B82-A175-07AE9F300947}" presName="rectComp" presStyleCnt="0"/>
      <dgm:spPr/>
    </dgm:pt>
    <dgm:pt modelId="{7FA62F59-1F7D-4CAE-8080-B5BE6A9A2E1D}" type="pres">
      <dgm:prSet presAssocID="{D8BA0665-2766-4B82-A175-07AE9F300947}" presName="bgRect" presStyleLbl="bgShp" presStyleIdx="1" presStyleCnt="3"/>
      <dgm:spPr/>
      <dgm:t>
        <a:bodyPr/>
        <a:lstStyle/>
        <a:p>
          <a:endParaRPr lang="nb-NO"/>
        </a:p>
      </dgm:t>
    </dgm:pt>
    <dgm:pt modelId="{B500744E-B03D-43B5-9395-364D0F3DF37D}" type="pres">
      <dgm:prSet presAssocID="{D8BA0665-2766-4B82-A175-07AE9F300947}" presName="bgRectTx" presStyleLbl="bgShp" presStyleIdx="1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E5AD5C6C-5CF3-49A5-8284-4EAB4C1BBBDA}" type="pres">
      <dgm:prSet presAssocID="{D8BA0665-2766-4B82-A175-07AE9F300947}" presName="spComp" presStyleCnt="0"/>
      <dgm:spPr/>
    </dgm:pt>
    <dgm:pt modelId="{8C878DD6-838D-416D-8D80-4B6255A20179}" type="pres">
      <dgm:prSet presAssocID="{D8BA0665-2766-4B82-A175-07AE9F300947}" presName="hSp" presStyleCnt="0"/>
      <dgm:spPr/>
    </dgm:pt>
    <dgm:pt modelId="{0A2834C2-6393-43F1-9A31-C7E33C3CDE7A}" type="pres">
      <dgm:prSet presAssocID="{458D0B6C-0A9F-4B48-8CE3-1771436B3051}" presName="rectComp" presStyleCnt="0"/>
      <dgm:spPr/>
    </dgm:pt>
    <dgm:pt modelId="{71DC818F-A8D0-4A18-BD17-5F533CD91A16}" type="pres">
      <dgm:prSet presAssocID="{458D0B6C-0A9F-4B48-8CE3-1771436B3051}" presName="bgRect" presStyleLbl="bgShp" presStyleIdx="2" presStyleCnt="3"/>
      <dgm:spPr/>
      <dgm:t>
        <a:bodyPr/>
        <a:lstStyle/>
        <a:p>
          <a:endParaRPr lang="nb-NO"/>
        </a:p>
      </dgm:t>
    </dgm:pt>
    <dgm:pt modelId="{FBDE43E4-D029-4B3D-9D64-CE7940663ED2}" type="pres">
      <dgm:prSet presAssocID="{458D0B6C-0A9F-4B48-8CE3-1771436B3051}" presName="bgRectTx" presStyleLbl="bgShp" presStyleIdx="2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</dgm:ptLst>
  <dgm:cxnLst>
    <dgm:cxn modelId="{3079C41A-479E-44C7-97FF-51967B9D6E15}" type="presOf" srcId="{D71CCF72-2855-45AD-95BE-B20418FADE4E}" destId="{3CEC1D53-1DD7-418C-A10A-C61CF4CBAB63}" srcOrd="0" destOrd="0" presId="urn:microsoft.com/office/officeart/2005/8/layout/hierarchy5"/>
    <dgm:cxn modelId="{A97B03EE-0ABC-4C90-A779-09516314C0F8}" srcId="{E77F5EA8-C292-4EB0-A7E7-921AC237CC9E}" destId="{55EB6A5E-6F90-4B1D-9934-BC935E926945}" srcOrd="1" destOrd="0" parTransId="{80E0A8F6-2888-44DC-8EB4-FB0854C248EB}" sibTransId="{E64690CF-FBD4-4BE4-8771-5359F4BF95CF}"/>
    <dgm:cxn modelId="{5A9612F7-731F-48BE-A4F0-8548C2245B0B}" type="presOf" srcId="{9BACEAA9-4EAE-47AD-8885-4E382BC3D4EA}" destId="{96C81683-BC9F-48F2-A252-E89D79AE0D9A}" srcOrd="0" destOrd="0" presId="urn:microsoft.com/office/officeart/2005/8/layout/hierarchy5"/>
    <dgm:cxn modelId="{26A1D624-09F9-43B8-8576-58ACC1974135}" type="presOf" srcId="{8575DF7B-12FF-4E13-9294-70CC66282059}" destId="{8804493F-5EF7-4424-83D7-857A79864130}" srcOrd="0" destOrd="0" presId="urn:microsoft.com/office/officeart/2005/8/layout/hierarchy5"/>
    <dgm:cxn modelId="{3308B21F-E1A9-4CA4-9F65-34D7726B3246}" type="presOf" srcId="{B4E29B2C-6260-4A1C-B9F8-16ECE151F549}" destId="{929689B3-712B-4075-BC00-2735CE8ED1AF}" srcOrd="1" destOrd="0" presId="urn:microsoft.com/office/officeart/2005/8/layout/hierarchy5"/>
    <dgm:cxn modelId="{9376ACC5-A099-44F5-BE06-140DBF20DECE}" type="presOf" srcId="{B4E29B2C-6260-4A1C-B9F8-16ECE151F549}" destId="{6F38C737-7A75-4AC8-B087-4C55F15C3ADF}" srcOrd="0" destOrd="0" presId="urn:microsoft.com/office/officeart/2005/8/layout/hierarchy5"/>
    <dgm:cxn modelId="{57FB30BD-6D62-473C-9709-133045C59239}" type="presOf" srcId="{CEC2B5D9-B28A-4528-8D4E-5AFFD8CD2B0E}" destId="{B98FEDDE-26E9-4588-92B2-AD79530DE80B}" srcOrd="0" destOrd="0" presId="urn:microsoft.com/office/officeart/2005/8/layout/hierarchy5"/>
    <dgm:cxn modelId="{EA8C3854-941D-4A1C-8225-CAD79F750B6C}" srcId="{CEC2B5D9-B28A-4528-8D4E-5AFFD8CD2B0E}" destId="{7030F40D-1CC3-4FCF-8A7D-781E96158A98}" srcOrd="0" destOrd="0" parTransId="{8575DF7B-12FF-4E13-9294-70CC66282059}" sibTransId="{683BD32C-27CE-4C84-BE8F-183844DB1749}"/>
    <dgm:cxn modelId="{0A74DE73-0F4B-4D2F-8A64-8EB91F3ED4DE}" type="presOf" srcId="{E8A9349A-E50F-4977-8404-BC8B5114F813}" destId="{B3A14DD5-DE0D-4ED8-9FB6-AEA88883ED9C}" srcOrd="0" destOrd="0" presId="urn:microsoft.com/office/officeart/2005/8/layout/hierarchy5"/>
    <dgm:cxn modelId="{043CBA19-897F-45CA-833E-FC46D88F8511}" srcId="{EF0CB3E1-D122-4343-AC85-CD77A1107566}" destId="{E77F5EA8-C292-4EB0-A7E7-921AC237CC9E}" srcOrd="0" destOrd="0" parTransId="{B4E29B2C-6260-4A1C-B9F8-16ECE151F549}" sibTransId="{85DCB639-9CF4-46CF-962D-E44AA0BDCAF7}"/>
    <dgm:cxn modelId="{ED8AFB84-0D6B-4A08-9BB3-472D5151F783}" type="presOf" srcId="{FEF69ECD-E22B-4055-A732-B17060F5ED54}" destId="{30E39EA8-F162-4505-9E12-02EE4A51FEF4}" srcOrd="1" destOrd="0" presId="urn:microsoft.com/office/officeart/2005/8/layout/hierarchy5"/>
    <dgm:cxn modelId="{96168B32-54BD-4A36-AC13-1FFE8B669632}" type="presOf" srcId="{D8BA0665-2766-4B82-A175-07AE9F300947}" destId="{7FA62F59-1F7D-4CAE-8080-B5BE6A9A2E1D}" srcOrd="0" destOrd="0" presId="urn:microsoft.com/office/officeart/2005/8/layout/hierarchy5"/>
    <dgm:cxn modelId="{B0207ADA-B4BE-4CC8-95A5-60A2C0FBDB6D}" srcId="{EF0CB3E1-D122-4343-AC85-CD77A1107566}" destId="{CEC2B5D9-B28A-4528-8D4E-5AFFD8CD2B0E}" srcOrd="1" destOrd="0" parTransId="{FEF69ECD-E22B-4055-A732-B17060F5ED54}" sibTransId="{B520FD5B-5ACA-484E-9B59-0A343765DF50}"/>
    <dgm:cxn modelId="{3E84558E-4935-4CA2-9C6A-69FDDEB83A82}" type="presOf" srcId="{80E0A8F6-2888-44DC-8EB4-FB0854C248EB}" destId="{BB5F82B0-80EF-4996-8107-49081AA9E1CC}" srcOrd="1" destOrd="0" presId="urn:microsoft.com/office/officeart/2005/8/layout/hierarchy5"/>
    <dgm:cxn modelId="{FA20DD1F-64C2-4985-BDE9-9275CBDFC690}" type="presOf" srcId="{7030F40D-1CC3-4FCF-8A7D-781E96158A98}" destId="{D4FD4D48-FD5F-46C3-82C4-2161FBBB87AD}" srcOrd="0" destOrd="0" presId="urn:microsoft.com/office/officeart/2005/8/layout/hierarchy5"/>
    <dgm:cxn modelId="{387A93EC-302A-4292-8AC8-C42A38A3C2B1}" type="presOf" srcId="{55EB6A5E-6F90-4B1D-9934-BC935E926945}" destId="{B8C378D3-F297-4C59-A6EB-275178513887}" srcOrd="0" destOrd="0" presId="urn:microsoft.com/office/officeart/2005/8/layout/hierarchy5"/>
    <dgm:cxn modelId="{7AD327E7-BEF7-4D23-AB9A-53C28E45FB74}" type="presOf" srcId="{EF0CB3E1-D122-4343-AC85-CD77A1107566}" destId="{E5FD18D9-6D62-41CD-B8D8-761F3212D1C7}" srcOrd="0" destOrd="0" presId="urn:microsoft.com/office/officeart/2005/8/layout/hierarchy5"/>
    <dgm:cxn modelId="{F0142DE4-8523-4E45-921A-A63251696965}" type="presOf" srcId="{F5C5857E-79A1-48FE-9161-5E959FC852AE}" destId="{43699960-7B06-413D-B621-3D94C9537BC7}" srcOrd="0" destOrd="0" presId="urn:microsoft.com/office/officeart/2005/8/layout/hierarchy5"/>
    <dgm:cxn modelId="{FD642641-A5AB-4C7B-AC6C-0C91AB42CABF}" type="presOf" srcId="{8575DF7B-12FF-4E13-9294-70CC66282059}" destId="{E79EDDAA-DF6F-45A4-8BB3-A24A03D65781}" srcOrd="1" destOrd="0" presId="urn:microsoft.com/office/officeart/2005/8/layout/hierarchy5"/>
    <dgm:cxn modelId="{050AE83D-5CAE-4C52-A32B-054FE6127D8F}" srcId="{9D612854-55B2-4CC3-99FA-C42375E1A209}" destId="{D8BA0665-2766-4B82-A175-07AE9F300947}" srcOrd="2" destOrd="0" parTransId="{AA9337C8-D3BD-4A0A-94CC-2F61C171CFF5}" sibTransId="{D066972C-9459-4489-85BC-88795A53743A}"/>
    <dgm:cxn modelId="{32DF7AF7-C1B4-4F25-AB4D-81E9B267262D}" srcId="{CEC2B5D9-B28A-4528-8D4E-5AFFD8CD2B0E}" destId="{F5C5857E-79A1-48FE-9161-5E959FC852AE}" srcOrd="1" destOrd="0" parTransId="{D71CCF72-2855-45AD-95BE-B20418FADE4E}" sibTransId="{51E1C641-5ADA-43D6-8AC6-2704FBEFB216}"/>
    <dgm:cxn modelId="{03D61476-677D-4EF0-9950-E13E41FF8883}" type="presOf" srcId="{458D0B6C-0A9F-4B48-8CE3-1771436B3051}" destId="{71DC818F-A8D0-4A18-BD17-5F533CD91A16}" srcOrd="0" destOrd="0" presId="urn:microsoft.com/office/officeart/2005/8/layout/hierarchy5"/>
    <dgm:cxn modelId="{46B08881-FEFC-474A-8764-E8DCE9ED9981}" type="presOf" srcId="{E77F5EA8-C292-4EB0-A7E7-921AC237CC9E}" destId="{4333CA0B-D56B-4E56-B0E2-22CBA01F5A1C}" srcOrd="0" destOrd="0" presId="urn:microsoft.com/office/officeart/2005/8/layout/hierarchy5"/>
    <dgm:cxn modelId="{83885E4A-7001-43B4-B35E-A82D0E9E624C}" type="presOf" srcId="{9BACEAA9-4EAE-47AD-8885-4E382BC3D4EA}" destId="{5FCB260C-1C69-4E88-8318-0E54C40C8C97}" srcOrd="1" destOrd="0" presId="urn:microsoft.com/office/officeart/2005/8/layout/hierarchy5"/>
    <dgm:cxn modelId="{C33EC071-9E74-4929-8552-01866FA8A97D}" srcId="{9D612854-55B2-4CC3-99FA-C42375E1A209}" destId="{458D0B6C-0A9F-4B48-8CE3-1771436B3051}" srcOrd="3" destOrd="0" parTransId="{FC55E6D0-D3BC-4E5B-952F-90ACF8FDC70F}" sibTransId="{41AD7B6B-44F4-4571-A0A6-66BE2526A05D}"/>
    <dgm:cxn modelId="{4EB2C1B8-AD14-4CF1-8162-F60361B632EB}" srcId="{E77F5EA8-C292-4EB0-A7E7-921AC237CC9E}" destId="{50F1E20E-D872-4CE1-907F-FEA94C358D0A}" srcOrd="0" destOrd="0" parTransId="{9BACEAA9-4EAE-47AD-8885-4E382BC3D4EA}" sibTransId="{810F9598-F683-4B30-B616-C4A9657CED3C}"/>
    <dgm:cxn modelId="{CEA95B9C-44E2-4FEE-96C5-444B61874E6A}" type="presOf" srcId="{D8BA0665-2766-4B82-A175-07AE9F300947}" destId="{B500744E-B03D-43B5-9395-364D0F3DF37D}" srcOrd="1" destOrd="0" presId="urn:microsoft.com/office/officeart/2005/8/layout/hierarchy5"/>
    <dgm:cxn modelId="{F3DAF85A-1124-4B44-B41C-EF2AE54DDB82}" type="presOf" srcId="{80E0A8F6-2888-44DC-8EB4-FB0854C248EB}" destId="{7373569D-21E3-4A10-9EE3-6C9A58775FF0}" srcOrd="0" destOrd="0" presId="urn:microsoft.com/office/officeart/2005/8/layout/hierarchy5"/>
    <dgm:cxn modelId="{D0B7472D-50C5-4788-826F-8B01194D3113}" type="presOf" srcId="{D71CCF72-2855-45AD-95BE-B20418FADE4E}" destId="{B48CE0F6-E4C4-43B8-AAC3-7867732F120F}" srcOrd="1" destOrd="0" presId="urn:microsoft.com/office/officeart/2005/8/layout/hierarchy5"/>
    <dgm:cxn modelId="{8E651389-E731-4ED9-B30E-98C5B7851D63}" type="presOf" srcId="{FEF69ECD-E22B-4055-A732-B17060F5ED54}" destId="{B54F4959-0E86-4C3E-9864-9B7B4A25FF34}" srcOrd="0" destOrd="0" presId="urn:microsoft.com/office/officeart/2005/8/layout/hierarchy5"/>
    <dgm:cxn modelId="{D564035F-596A-4606-A53D-9406F11FCD8E}" type="presOf" srcId="{458D0B6C-0A9F-4B48-8CE3-1771436B3051}" destId="{FBDE43E4-D029-4B3D-9D64-CE7940663ED2}" srcOrd="1" destOrd="0" presId="urn:microsoft.com/office/officeart/2005/8/layout/hierarchy5"/>
    <dgm:cxn modelId="{6C2BBB39-3774-4D99-9A5B-56CC5DFB8262}" type="presOf" srcId="{50F1E20E-D872-4CE1-907F-FEA94C358D0A}" destId="{C196F916-DD17-4575-891E-77B22CF6A1A0}" srcOrd="0" destOrd="0" presId="urn:microsoft.com/office/officeart/2005/8/layout/hierarchy5"/>
    <dgm:cxn modelId="{2CB4E834-C58F-4041-B084-4AE56BEC9B9E}" srcId="{9D612854-55B2-4CC3-99FA-C42375E1A209}" destId="{E8A9349A-E50F-4977-8404-BC8B5114F813}" srcOrd="1" destOrd="0" parTransId="{57AB8079-005C-4B08-82DC-545026C86C1F}" sibTransId="{3D3D1C5E-6D24-4128-808D-280A43E57899}"/>
    <dgm:cxn modelId="{28E7FCC3-C0E1-4AAC-AFE0-BB6475D1FFAC}" srcId="{9D612854-55B2-4CC3-99FA-C42375E1A209}" destId="{EF0CB3E1-D122-4343-AC85-CD77A1107566}" srcOrd="0" destOrd="0" parTransId="{8CD6CC8A-91BB-411C-B56C-B20CFA8B3BB1}" sibTransId="{6B6DB08F-31E1-4B02-B47B-2EA50534BD6C}"/>
    <dgm:cxn modelId="{D5B23FC7-24CE-4A6F-B5C2-92FA1EE83061}" type="presOf" srcId="{E8A9349A-E50F-4977-8404-BC8B5114F813}" destId="{85A0856B-28EE-4164-AA51-0B5C8BFBAEA9}" srcOrd="1" destOrd="0" presId="urn:microsoft.com/office/officeart/2005/8/layout/hierarchy5"/>
    <dgm:cxn modelId="{1CC19178-D77D-4B8D-8CDF-C907B1DAC44E}" type="presOf" srcId="{9D612854-55B2-4CC3-99FA-C42375E1A209}" destId="{6851D2C2-ADC2-4ACF-8762-F2495E1B3127}" srcOrd="0" destOrd="0" presId="urn:microsoft.com/office/officeart/2005/8/layout/hierarchy5"/>
    <dgm:cxn modelId="{A17E647C-3EBC-4EE2-9718-24E454B610FB}" type="presParOf" srcId="{6851D2C2-ADC2-4ACF-8762-F2495E1B3127}" destId="{5373EBA1-2511-4C04-8394-42B653554E1E}" srcOrd="0" destOrd="0" presId="urn:microsoft.com/office/officeart/2005/8/layout/hierarchy5"/>
    <dgm:cxn modelId="{A536CE47-131A-488E-8F1F-0BBAB418C07A}" type="presParOf" srcId="{5373EBA1-2511-4C04-8394-42B653554E1E}" destId="{7147B791-022C-4231-95D5-CB1B65AFB9A4}" srcOrd="0" destOrd="0" presId="urn:microsoft.com/office/officeart/2005/8/layout/hierarchy5"/>
    <dgm:cxn modelId="{1C7AD98D-7080-4963-BF93-3FFDCF9374ED}" type="presParOf" srcId="{5373EBA1-2511-4C04-8394-42B653554E1E}" destId="{32986137-588F-4258-B7F3-0CB060FC2A27}" srcOrd="1" destOrd="0" presId="urn:microsoft.com/office/officeart/2005/8/layout/hierarchy5"/>
    <dgm:cxn modelId="{BB37AEA1-410E-4B09-A886-906AF4A802DB}" type="presParOf" srcId="{32986137-588F-4258-B7F3-0CB060FC2A27}" destId="{83FA1763-6C8E-485F-ABF3-EDC6B0C080CB}" srcOrd="0" destOrd="0" presId="urn:microsoft.com/office/officeart/2005/8/layout/hierarchy5"/>
    <dgm:cxn modelId="{34E500E2-DB9C-453E-A14A-68919AB6ED2F}" type="presParOf" srcId="{83FA1763-6C8E-485F-ABF3-EDC6B0C080CB}" destId="{E5FD18D9-6D62-41CD-B8D8-761F3212D1C7}" srcOrd="0" destOrd="0" presId="urn:microsoft.com/office/officeart/2005/8/layout/hierarchy5"/>
    <dgm:cxn modelId="{7C5C8B51-06A6-4689-B498-09F40BB37000}" type="presParOf" srcId="{83FA1763-6C8E-485F-ABF3-EDC6B0C080CB}" destId="{EE2E967D-F8C8-4562-BBEA-9A18C40332F2}" srcOrd="1" destOrd="0" presId="urn:microsoft.com/office/officeart/2005/8/layout/hierarchy5"/>
    <dgm:cxn modelId="{402495C3-219D-4866-A5EF-7CD961E05C18}" type="presParOf" srcId="{EE2E967D-F8C8-4562-BBEA-9A18C40332F2}" destId="{6F38C737-7A75-4AC8-B087-4C55F15C3ADF}" srcOrd="0" destOrd="0" presId="urn:microsoft.com/office/officeart/2005/8/layout/hierarchy5"/>
    <dgm:cxn modelId="{1EBCF605-0A88-4E84-9487-ED37F50E3A26}" type="presParOf" srcId="{6F38C737-7A75-4AC8-B087-4C55F15C3ADF}" destId="{929689B3-712B-4075-BC00-2735CE8ED1AF}" srcOrd="0" destOrd="0" presId="urn:microsoft.com/office/officeart/2005/8/layout/hierarchy5"/>
    <dgm:cxn modelId="{56A9D418-286F-4FD6-87F5-5B9E01859852}" type="presParOf" srcId="{EE2E967D-F8C8-4562-BBEA-9A18C40332F2}" destId="{9D456477-EA9D-4667-A1B9-4C79EEE546D9}" srcOrd="1" destOrd="0" presId="urn:microsoft.com/office/officeart/2005/8/layout/hierarchy5"/>
    <dgm:cxn modelId="{A51D7886-5BC6-4176-BF5B-79FB7AF7B61F}" type="presParOf" srcId="{9D456477-EA9D-4667-A1B9-4C79EEE546D9}" destId="{4333CA0B-D56B-4E56-B0E2-22CBA01F5A1C}" srcOrd="0" destOrd="0" presId="urn:microsoft.com/office/officeart/2005/8/layout/hierarchy5"/>
    <dgm:cxn modelId="{B2323055-6BE3-47E8-83EB-91249A941726}" type="presParOf" srcId="{9D456477-EA9D-4667-A1B9-4C79EEE546D9}" destId="{0D6A32BA-62F9-4A26-8D78-B4A7F04D0A2D}" srcOrd="1" destOrd="0" presId="urn:microsoft.com/office/officeart/2005/8/layout/hierarchy5"/>
    <dgm:cxn modelId="{3552D757-9188-4481-BBB9-17621EB2C460}" type="presParOf" srcId="{0D6A32BA-62F9-4A26-8D78-B4A7F04D0A2D}" destId="{96C81683-BC9F-48F2-A252-E89D79AE0D9A}" srcOrd="0" destOrd="0" presId="urn:microsoft.com/office/officeart/2005/8/layout/hierarchy5"/>
    <dgm:cxn modelId="{A0D70149-4AF9-4CFC-AE20-4F24724CFAEC}" type="presParOf" srcId="{96C81683-BC9F-48F2-A252-E89D79AE0D9A}" destId="{5FCB260C-1C69-4E88-8318-0E54C40C8C97}" srcOrd="0" destOrd="0" presId="urn:microsoft.com/office/officeart/2005/8/layout/hierarchy5"/>
    <dgm:cxn modelId="{6564C96F-49FF-46D0-B41B-28275B7ED0E0}" type="presParOf" srcId="{0D6A32BA-62F9-4A26-8D78-B4A7F04D0A2D}" destId="{CF0D46EC-E169-4AAB-8E8A-FA51400FED29}" srcOrd="1" destOrd="0" presId="urn:microsoft.com/office/officeart/2005/8/layout/hierarchy5"/>
    <dgm:cxn modelId="{865391B6-4404-4AC1-A1BB-BD4B58326E53}" type="presParOf" srcId="{CF0D46EC-E169-4AAB-8E8A-FA51400FED29}" destId="{C196F916-DD17-4575-891E-77B22CF6A1A0}" srcOrd="0" destOrd="0" presId="urn:microsoft.com/office/officeart/2005/8/layout/hierarchy5"/>
    <dgm:cxn modelId="{CA76550A-A953-48ED-904A-8CABB056798A}" type="presParOf" srcId="{CF0D46EC-E169-4AAB-8E8A-FA51400FED29}" destId="{56945771-EF64-429E-8DFA-0A68CE7D04A8}" srcOrd="1" destOrd="0" presId="urn:microsoft.com/office/officeart/2005/8/layout/hierarchy5"/>
    <dgm:cxn modelId="{34F41470-2191-4AAC-82F8-00D54619F74F}" type="presParOf" srcId="{0D6A32BA-62F9-4A26-8D78-B4A7F04D0A2D}" destId="{7373569D-21E3-4A10-9EE3-6C9A58775FF0}" srcOrd="2" destOrd="0" presId="urn:microsoft.com/office/officeart/2005/8/layout/hierarchy5"/>
    <dgm:cxn modelId="{C1FE4FE2-E757-4794-ADE1-111DFB92280C}" type="presParOf" srcId="{7373569D-21E3-4A10-9EE3-6C9A58775FF0}" destId="{BB5F82B0-80EF-4996-8107-49081AA9E1CC}" srcOrd="0" destOrd="0" presId="urn:microsoft.com/office/officeart/2005/8/layout/hierarchy5"/>
    <dgm:cxn modelId="{5D928CA5-5F4D-4F33-A1E9-3427B4FDA31F}" type="presParOf" srcId="{0D6A32BA-62F9-4A26-8D78-B4A7F04D0A2D}" destId="{6B8C82DD-2765-4374-88E0-28971BBB0766}" srcOrd="3" destOrd="0" presId="urn:microsoft.com/office/officeart/2005/8/layout/hierarchy5"/>
    <dgm:cxn modelId="{606F329B-0B10-45DA-9295-718CE7369386}" type="presParOf" srcId="{6B8C82DD-2765-4374-88E0-28971BBB0766}" destId="{B8C378D3-F297-4C59-A6EB-275178513887}" srcOrd="0" destOrd="0" presId="urn:microsoft.com/office/officeart/2005/8/layout/hierarchy5"/>
    <dgm:cxn modelId="{0ACBAF59-A5FF-4650-9B58-BEB5B79FF71E}" type="presParOf" srcId="{6B8C82DD-2765-4374-88E0-28971BBB0766}" destId="{2DF871D0-EDDD-4708-8FC5-71BB66B62BF0}" srcOrd="1" destOrd="0" presId="urn:microsoft.com/office/officeart/2005/8/layout/hierarchy5"/>
    <dgm:cxn modelId="{D80F4940-5565-4D0A-8B2F-47C48A334FFF}" type="presParOf" srcId="{EE2E967D-F8C8-4562-BBEA-9A18C40332F2}" destId="{B54F4959-0E86-4C3E-9864-9B7B4A25FF34}" srcOrd="2" destOrd="0" presId="urn:microsoft.com/office/officeart/2005/8/layout/hierarchy5"/>
    <dgm:cxn modelId="{56924574-8427-46AD-8874-AAF063B17DC3}" type="presParOf" srcId="{B54F4959-0E86-4C3E-9864-9B7B4A25FF34}" destId="{30E39EA8-F162-4505-9E12-02EE4A51FEF4}" srcOrd="0" destOrd="0" presId="urn:microsoft.com/office/officeart/2005/8/layout/hierarchy5"/>
    <dgm:cxn modelId="{FC46F489-1D4F-470D-BDA2-CB1406C3AE89}" type="presParOf" srcId="{EE2E967D-F8C8-4562-BBEA-9A18C40332F2}" destId="{B7B59243-33FC-4D7F-97B5-74F20F5E7836}" srcOrd="3" destOrd="0" presId="urn:microsoft.com/office/officeart/2005/8/layout/hierarchy5"/>
    <dgm:cxn modelId="{776E32F1-F334-4175-ABDD-71AE4E0B0AF5}" type="presParOf" srcId="{B7B59243-33FC-4D7F-97B5-74F20F5E7836}" destId="{B98FEDDE-26E9-4588-92B2-AD79530DE80B}" srcOrd="0" destOrd="0" presId="urn:microsoft.com/office/officeart/2005/8/layout/hierarchy5"/>
    <dgm:cxn modelId="{CE2F6DFA-C884-461A-B446-A16D98943B7F}" type="presParOf" srcId="{B7B59243-33FC-4D7F-97B5-74F20F5E7836}" destId="{5E3BEC69-26EF-4D59-B60F-7330941E7DCE}" srcOrd="1" destOrd="0" presId="urn:microsoft.com/office/officeart/2005/8/layout/hierarchy5"/>
    <dgm:cxn modelId="{D0C61C2C-8307-4DB2-B2A3-334596C6EC68}" type="presParOf" srcId="{5E3BEC69-26EF-4D59-B60F-7330941E7DCE}" destId="{8804493F-5EF7-4424-83D7-857A79864130}" srcOrd="0" destOrd="0" presId="urn:microsoft.com/office/officeart/2005/8/layout/hierarchy5"/>
    <dgm:cxn modelId="{A106B890-6202-4E01-BE35-96A98D968714}" type="presParOf" srcId="{8804493F-5EF7-4424-83D7-857A79864130}" destId="{E79EDDAA-DF6F-45A4-8BB3-A24A03D65781}" srcOrd="0" destOrd="0" presId="urn:microsoft.com/office/officeart/2005/8/layout/hierarchy5"/>
    <dgm:cxn modelId="{A376A976-1D9D-4058-A46F-7C27A91CF509}" type="presParOf" srcId="{5E3BEC69-26EF-4D59-B60F-7330941E7DCE}" destId="{8A59C409-C5D7-4399-B8ED-C6CFD8039EED}" srcOrd="1" destOrd="0" presId="urn:microsoft.com/office/officeart/2005/8/layout/hierarchy5"/>
    <dgm:cxn modelId="{DDB07017-4B87-437F-9204-CA59DBBCE271}" type="presParOf" srcId="{8A59C409-C5D7-4399-B8ED-C6CFD8039EED}" destId="{D4FD4D48-FD5F-46C3-82C4-2161FBBB87AD}" srcOrd="0" destOrd="0" presId="urn:microsoft.com/office/officeart/2005/8/layout/hierarchy5"/>
    <dgm:cxn modelId="{BD2603F3-C556-4402-9A89-8EBDD816CCFB}" type="presParOf" srcId="{8A59C409-C5D7-4399-B8ED-C6CFD8039EED}" destId="{20FE51E8-6CF5-4667-886F-8BB56F45EBC8}" srcOrd="1" destOrd="0" presId="urn:microsoft.com/office/officeart/2005/8/layout/hierarchy5"/>
    <dgm:cxn modelId="{1FF21919-A511-4A79-8308-E7DD9C87D9E7}" type="presParOf" srcId="{5E3BEC69-26EF-4D59-B60F-7330941E7DCE}" destId="{3CEC1D53-1DD7-418C-A10A-C61CF4CBAB63}" srcOrd="2" destOrd="0" presId="urn:microsoft.com/office/officeart/2005/8/layout/hierarchy5"/>
    <dgm:cxn modelId="{BFA5635F-C960-4CA1-9552-DF31EF50EE59}" type="presParOf" srcId="{3CEC1D53-1DD7-418C-A10A-C61CF4CBAB63}" destId="{B48CE0F6-E4C4-43B8-AAC3-7867732F120F}" srcOrd="0" destOrd="0" presId="urn:microsoft.com/office/officeart/2005/8/layout/hierarchy5"/>
    <dgm:cxn modelId="{ED2597C8-D872-4C5B-8A57-5C43F342FAD9}" type="presParOf" srcId="{5E3BEC69-26EF-4D59-B60F-7330941E7DCE}" destId="{B183A5BC-1A6D-4ACD-B7B8-91B6B743AE39}" srcOrd="3" destOrd="0" presId="urn:microsoft.com/office/officeart/2005/8/layout/hierarchy5"/>
    <dgm:cxn modelId="{16CFAA9C-1BF7-415D-B01B-218B61766D44}" type="presParOf" srcId="{B183A5BC-1A6D-4ACD-B7B8-91B6B743AE39}" destId="{43699960-7B06-413D-B621-3D94C9537BC7}" srcOrd="0" destOrd="0" presId="urn:microsoft.com/office/officeart/2005/8/layout/hierarchy5"/>
    <dgm:cxn modelId="{D186926D-374B-4934-B349-E2A7304A2AD9}" type="presParOf" srcId="{B183A5BC-1A6D-4ACD-B7B8-91B6B743AE39}" destId="{A1E848F8-E0E5-4511-9AFE-290D4772872F}" srcOrd="1" destOrd="0" presId="urn:microsoft.com/office/officeart/2005/8/layout/hierarchy5"/>
    <dgm:cxn modelId="{1410D405-3F33-4272-9CAA-49F2149A80E5}" type="presParOf" srcId="{6851D2C2-ADC2-4ACF-8762-F2495E1B3127}" destId="{303CC4CF-4D59-45CE-B6D0-68BC708F2E13}" srcOrd="1" destOrd="0" presId="urn:microsoft.com/office/officeart/2005/8/layout/hierarchy5"/>
    <dgm:cxn modelId="{88E0988E-BE9E-4588-936C-4DE7F14226C4}" type="presParOf" srcId="{303CC4CF-4D59-45CE-B6D0-68BC708F2E13}" destId="{DA9A00AC-B40B-4A92-81F6-D6BCD0BB3E24}" srcOrd="0" destOrd="0" presId="urn:microsoft.com/office/officeart/2005/8/layout/hierarchy5"/>
    <dgm:cxn modelId="{7F02F841-2CF2-4E05-995E-4342572DDE4C}" type="presParOf" srcId="{DA9A00AC-B40B-4A92-81F6-D6BCD0BB3E24}" destId="{B3A14DD5-DE0D-4ED8-9FB6-AEA88883ED9C}" srcOrd="0" destOrd="0" presId="urn:microsoft.com/office/officeart/2005/8/layout/hierarchy5"/>
    <dgm:cxn modelId="{594882B1-3FCC-445C-9700-586B97530A0B}" type="presParOf" srcId="{DA9A00AC-B40B-4A92-81F6-D6BCD0BB3E24}" destId="{85A0856B-28EE-4164-AA51-0B5C8BFBAEA9}" srcOrd="1" destOrd="0" presId="urn:microsoft.com/office/officeart/2005/8/layout/hierarchy5"/>
    <dgm:cxn modelId="{345E4267-8E04-4310-95D3-B832FD748636}" type="presParOf" srcId="{303CC4CF-4D59-45CE-B6D0-68BC708F2E13}" destId="{FB876CC7-B3AE-4482-A56D-BB69A13E2ADF}" srcOrd="1" destOrd="0" presId="urn:microsoft.com/office/officeart/2005/8/layout/hierarchy5"/>
    <dgm:cxn modelId="{675F1736-ADD4-46E6-9226-64539DC1746C}" type="presParOf" srcId="{FB876CC7-B3AE-4482-A56D-BB69A13E2ADF}" destId="{8759CB46-A0B5-4A96-A8A1-0447ECD104F6}" srcOrd="0" destOrd="0" presId="urn:microsoft.com/office/officeart/2005/8/layout/hierarchy5"/>
    <dgm:cxn modelId="{7A44093C-9FA2-4DD6-BA8F-80388236A880}" type="presParOf" srcId="{303CC4CF-4D59-45CE-B6D0-68BC708F2E13}" destId="{BE3E5530-F7EE-4C75-B7F3-EB03895FC715}" srcOrd="2" destOrd="0" presId="urn:microsoft.com/office/officeart/2005/8/layout/hierarchy5"/>
    <dgm:cxn modelId="{40B622CE-6FCB-412F-AE5B-146EE5A9E5BD}" type="presParOf" srcId="{BE3E5530-F7EE-4C75-B7F3-EB03895FC715}" destId="{7FA62F59-1F7D-4CAE-8080-B5BE6A9A2E1D}" srcOrd="0" destOrd="0" presId="urn:microsoft.com/office/officeart/2005/8/layout/hierarchy5"/>
    <dgm:cxn modelId="{7DE5B0D7-52EE-4380-822F-337284FC5518}" type="presParOf" srcId="{BE3E5530-F7EE-4C75-B7F3-EB03895FC715}" destId="{B500744E-B03D-43B5-9395-364D0F3DF37D}" srcOrd="1" destOrd="0" presId="urn:microsoft.com/office/officeart/2005/8/layout/hierarchy5"/>
    <dgm:cxn modelId="{AB6C802C-667B-49DD-B79E-368D59808D33}" type="presParOf" srcId="{303CC4CF-4D59-45CE-B6D0-68BC708F2E13}" destId="{E5AD5C6C-5CF3-49A5-8284-4EAB4C1BBBDA}" srcOrd="3" destOrd="0" presId="urn:microsoft.com/office/officeart/2005/8/layout/hierarchy5"/>
    <dgm:cxn modelId="{3D5611DB-ABF1-4029-857D-84CCEEE604A5}" type="presParOf" srcId="{E5AD5C6C-5CF3-49A5-8284-4EAB4C1BBBDA}" destId="{8C878DD6-838D-416D-8D80-4B6255A20179}" srcOrd="0" destOrd="0" presId="urn:microsoft.com/office/officeart/2005/8/layout/hierarchy5"/>
    <dgm:cxn modelId="{1B071C4F-8042-4E53-B45C-9CE5D8ED4F57}" type="presParOf" srcId="{303CC4CF-4D59-45CE-B6D0-68BC708F2E13}" destId="{0A2834C2-6393-43F1-9A31-C7E33C3CDE7A}" srcOrd="4" destOrd="0" presId="urn:microsoft.com/office/officeart/2005/8/layout/hierarchy5"/>
    <dgm:cxn modelId="{E83AB415-470B-4A0B-8B8E-D00AA70334AA}" type="presParOf" srcId="{0A2834C2-6393-43F1-9A31-C7E33C3CDE7A}" destId="{71DC818F-A8D0-4A18-BD17-5F533CD91A16}" srcOrd="0" destOrd="0" presId="urn:microsoft.com/office/officeart/2005/8/layout/hierarchy5"/>
    <dgm:cxn modelId="{A782F7E0-80ED-4DE7-88A0-1FBBBF65A66F}" type="presParOf" srcId="{0A2834C2-6393-43F1-9A31-C7E33C3CDE7A}" destId="{FBDE43E4-D029-4B3D-9D64-CE7940663ED2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5B8389-26EF-45D8-A27E-E6D6C2599684}" type="doc">
      <dgm:prSet loTypeId="urn:microsoft.com/office/officeart/2005/8/layout/target3" loCatId="relationship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nb-NO"/>
        </a:p>
      </dgm:t>
    </dgm:pt>
    <dgm:pt modelId="{2D63F9AC-43DF-4CFC-85DA-39729AC4EFF5}">
      <dgm:prSet/>
      <dgm:spPr>
        <a:ln>
          <a:solidFill>
            <a:schemeClr val="accent6">
              <a:alpha val="50000"/>
            </a:schemeClr>
          </a:solidFill>
        </a:ln>
      </dgm:spPr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Study</a:t>
          </a:r>
          <a:endParaRPr lang="nb-NO" dirty="0">
            <a:latin typeface="Calibri" panose="020F0502020204030204" pitchFamily="34" charset="0"/>
          </a:endParaRPr>
        </a:p>
      </dgm:t>
    </dgm:pt>
    <dgm:pt modelId="{DBE346E1-D5BB-40EA-8063-200AAE9047D0}" type="parTrans" cxnId="{2DB860A0-A07B-4CB3-A1CC-299CBB727175}">
      <dgm:prSet/>
      <dgm:spPr/>
      <dgm:t>
        <a:bodyPr/>
        <a:lstStyle/>
        <a:p>
          <a:endParaRPr lang="nb-NO"/>
        </a:p>
      </dgm:t>
    </dgm:pt>
    <dgm:pt modelId="{33E4456A-37BF-4BD6-93E8-AD67C0B79B8C}" type="sibTrans" cxnId="{2DB860A0-A07B-4CB3-A1CC-299CBB727175}">
      <dgm:prSet/>
      <dgm:spPr/>
      <dgm:t>
        <a:bodyPr/>
        <a:lstStyle/>
        <a:p>
          <a:endParaRPr lang="nb-NO"/>
        </a:p>
      </dgm:t>
    </dgm:pt>
    <dgm:pt modelId="{6922B7C3-EB95-42A5-B169-E132F14E0487}">
      <dgm:prSet/>
      <dgm:spPr/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Description</a:t>
          </a:r>
          <a:r>
            <a:rPr lang="nb-NO" dirty="0" smtClean="0">
              <a:latin typeface="Calibri" panose="020F0502020204030204" pitchFamily="34" charset="0"/>
            </a:rPr>
            <a:t>		</a:t>
          </a:r>
          <a:r>
            <a:rPr lang="nb-NO" dirty="0" err="1" smtClean="0">
              <a:latin typeface="Calibri" panose="020F0502020204030204" pitchFamily="34" charset="0"/>
            </a:rPr>
            <a:t>String</a:t>
          </a:r>
          <a:endParaRPr lang="nb-NO" dirty="0">
            <a:latin typeface="Calibri" panose="020F0502020204030204" pitchFamily="34" charset="0"/>
          </a:endParaRPr>
        </a:p>
      </dgm:t>
    </dgm:pt>
    <dgm:pt modelId="{FF04FAFE-7539-4BAD-8081-39779096C223}" type="parTrans" cxnId="{2572F89B-F80B-48B3-80D8-DD0915A99B50}">
      <dgm:prSet/>
      <dgm:spPr/>
      <dgm:t>
        <a:bodyPr/>
        <a:lstStyle/>
        <a:p>
          <a:endParaRPr lang="nb-NO"/>
        </a:p>
      </dgm:t>
    </dgm:pt>
    <dgm:pt modelId="{BAA0FA6A-B459-4402-95F8-635E2C83D7B1}" type="sibTrans" cxnId="{2572F89B-F80B-48B3-80D8-DD0915A99B50}">
      <dgm:prSet/>
      <dgm:spPr/>
      <dgm:t>
        <a:bodyPr/>
        <a:lstStyle/>
        <a:p>
          <a:endParaRPr lang="nb-NO"/>
        </a:p>
      </dgm:t>
    </dgm:pt>
    <dgm:pt modelId="{7379F6A3-0FFA-4238-997A-741DA6929FD3}">
      <dgm:prSet/>
      <dgm:spPr/>
      <dgm:t>
        <a:bodyPr/>
        <a:lstStyle/>
        <a:p>
          <a:r>
            <a:rPr lang="nb-NO" i="1" smtClean="0">
              <a:latin typeface="Calibri" panose="020F0502020204030204" pitchFamily="34" charset="0"/>
            </a:rPr>
            <a:t>Authors		Set&lt;User&gt;</a:t>
          </a:r>
          <a:endParaRPr lang="nb-NO" i="1" dirty="0">
            <a:latin typeface="Calibri" panose="020F0502020204030204" pitchFamily="34" charset="0"/>
          </a:endParaRPr>
        </a:p>
      </dgm:t>
    </dgm:pt>
    <dgm:pt modelId="{20295ACC-2365-4376-8742-7DB93D6819E8}" type="parTrans" cxnId="{4E349193-7509-4151-82C0-308DE737BED7}">
      <dgm:prSet/>
      <dgm:spPr/>
      <dgm:t>
        <a:bodyPr/>
        <a:lstStyle/>
        <a:p>
          <a:endParaRPr lang="nb-NO"/>
        </a:p>
      </dgm:t>
    </dgm:pt>
    <dgm:pt modelId="{232BAA2E-587D-4CC4-B88A-685DE1B78DD2}" type="sibTrans" cxnId="{4E349193-7509-4151-82C0-308DE737BED7}">
      <dgm:prSet/>
      <dgm:spPr/>
      <dgm:t>
        <a:bodyPr/>
        <a:lstStyle/>
        <a:p>
          <a:endParaRPr lang="nb-NO"/>
        </a:p>
      </dgm:t>
    </dgm:pt>
    <dgm:pt modelId="{FECFF33B-D83F-4D3C-BE9D-F5A66F536653}">
      <dgm:prSet/>
      <dgm:spPr/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addComment</a:t>
          </a:r>
          <a:r>
            <a:rPr lang="nb-NO" dirty="0" smtClean="0">
              <a:latin typeface="Calibri" panose="020F0502020204030204" pitchFamily="34" charset="0"/>
            </a:rPr>
            <a:t>(</a:t>
          </a:r>
          <a:r>
            <a:rPr lang="nb-NO" dirty="0" err="1" smtClean="0">
              <a:latin typeface="Calibri" panose="020F0502020204030204" pitchFamily="34" charset="0"/>
            </a:rPr>
            <a:t>String</a:t>
          </a:r>
          <a:r>
            <a:rPr lang="nb-NO" dirty="0" smtClean="0">
              <a:latin typeface="Calibri" panose="020F0502020204030204" pitchFamily="34" charset="0"/>
            </a:rPr>
            <a:t>) </a:t>
          </a:r>
          <a:endParaRPr lang="nb-NO" dirty="0">
            <a:latin typeface="Calibri" panose="020F0502020204030204" pitchFamily="34" charset="0"/>
          </a:endParaRPr>
        </a:p>
      </dgm:t>
    </dgm:pt>
    <dgm:pt modelId="{1F4A2DBA-236A-473E-8802-3864E6182CA6}" type="parTrans" cxnId="{E7E16A38-27EF-424C-8226-81A5456D9E39}">
      <dgm:prSet/>
      <dgm:spPr/>
      <dgm:t>
        <a:bodyPr/>
        <a:lstStyle/>
        <a:p>
          <a:endParaRPr lang="nb-NO"/>
        </a:p>
      </dgm:t>
    </dgm:pt>
    <dgm:pt modelId="{360BB1EC-803B-40C6-B968-F656B92997F5}" type="sibTrans" cxnId="{E7E16A38-27EF-424C-8226-81A5456D9E39}">
      <dgm:prSet/>
      <dgm:spPr/>
      <dgm:t>
        <a:bodyPr/>
        <a:lstStyle/>
        <a:p>
          <a:endParaRPr lang="nb-NO"/>
        </a:p>
      </dgm:t>
    </dgm:pt>
    <dgm:pt modelId="{7BA67157-0703-4690-BCE8-DB334EB708F5}">
      <dgm:prSet/>
      <dgm:spPr/>
      <dgm:t>
        <a:bodyPr/>
        <a:lstStyle/>
        <a:p>
          <a:r>
            <a:rPr lang="nb-NO" i="1" smtClean="0">
              <a:latin typeface="Calibri" panose="020F0502020204030204" pitchFamily="34" charset="0"/>
            </a:rPr>
            <a:t>Comments		Set&lt;Comment&gt;</a:t>
          </a:r>
          <a:endParaRPr lang="nb-NO" i="1" dirty="0">
            <a:latin typeface="Calibri" panose="020F0502020204030204" pitchFamily="34" charset="0"/>
          </a:endParaRPr>
        </a:p>
      </dgm:t>
    </dgm:pt>
    <dgm:pt modelId="{36AC8658-412C-4C84-B68B-18A56EC2289B}" type="parTrans" cxnId="{0F58CDA5-23E1-4226-9A47-BB0ACA733F78}">
      <dgm:prSet/>
      <dgm:spPr/>
      <dgm:t>
        <a:bodyPr/>
        <a:lstStyle/>
        <a:p>
          <a:endParaRPr lang="nb-NO"/>
        </a:p>
      </dgm:t>
    </dgm:pt>
    <dgm:pt modelId="{BC01F4A6-5E42-4216-BA7E-A821F7D1250C}" type="sibTrans" cxnId="{0F58CDA5-23E1-4226-9A47-BB0ACA733F78}">
      <dgm:prSet/>
      <dgm:spPr/>
      <dgm:t>
        <a:bodyPr/>
        <a:lstStyle/>
        <a:p>
          <a:endParaRPr lang="nb-NO"/>
        </a:p>
      </dgm:t>
    </dgm:pt>
    <dgm:pt modelId="{5E51DB19-CF68-4046-AA4A-7AC002E119DB}">
      <dgm:prSet/>
      <dgm:spPr/>
      <dgm:t>
        <a:bodyPr/>
        <a:lstStyle/>
        <a:p>
          <a:r>
            <a:rPr lang="nb-NO" i="1" smtClean="0">
              <a:latin typeface="Calibri" panose="020F0502020204030204" pitchFamily="34" charset="0"/>
            </a:rPr>
            <a:t>Instruments		Set&lt;Instrument&gt;</a:t>
          </a:r>
          <a:endParaRPr lang="nb-NO" i="1" dirty="0">
            <a:latin typeface="Calibri" panose="020F0502020204030204" pitchFamily="34" charset="0"/>
          </a:endParaRPr>
        </a:p>
      </dgm:t>
    </dgm:pt>
    <dgm:pt modelId="{FC4B527E-3140-4CB3-BDEC-75B996779EE5}" type="parTrans" cxnId="{799E0530-6FE9-45E6-9C56-24DC3AB0EF36}">
      <dgm:prSet/>
      <dgm:spPr/>
      <dgm:t>
        <a:bodyPr/>
        <a:lstStyle/>
        <a:p>
          <a:endParaRPr lang="nb-NO"/>
        </a:p>
      </dgm:t>
    </dgm:pt>
    <dgm:pt modelId="{B023DEB5-B3FC-47E2-9F2B-779D26D4FB8F}" type="sibTrans" cxnId="{799E0530-6FE9-45E6-9C56-24DC3AB0EF36}">
      <dgm:prSet/>
      <dgm:spPr/>
      <dgm:t>
        <a:bodyPr/>
        <a:lstStyle/>
        <a:p>
          <a:endParaRPr lang="nb-NO"/>
        </a:p>
      </dgm:t>
    </dgm:pt>
    <dgm:pt modelId="{69C3DFD2-10C9-48F7-B7AC-983B95A01524}">
      <dgm:prSet/>
      <dgm:spPr/>
      <dgm:t>
        <a:bodyPr/>
        <a:lstStyle/>
        <a:p>
          <a:r>
            <a:rPr lang="nb-NO" i="1" smtClean="0">
              <a:latin typeface="Calibri" panose="020F0502020204030204" pitchFamily="34" charset="0"/>
            </a:rPr>
            <a:t>SurveyProgram		SurveyProgram</a:t>
          </a:r>
          <a:endParaRPr lang="nb-NO" i="1" dirty="0">
            <a:latin typeface="Calibri" panose="020F0502020204030204" pitchFamily="34" charset="0"/>
          </a:endParaRPr>
        </a:p>
      </dgm:t>
    </dgm:pt>
    <dgm:pt modelId="{65DF8B11-D218-4CE7-AFB9-CCB67C0828FA}" type="parTrans" cxnId="{969A2A07-80C0-478D-B1C7-9A1370A820FE}">
      <dgm:prSet/>
      <dgm:spPr/>
      <dgm:t>
        <a:bodyPr/>
        <a:lstStyle/>
        <a:p>
          <a:endParaRPr lang="nb-NO"/>
        </a:p>
      </dgm:t>
    </dgm:pt>
    <dgm:pt modelId="{6361ABC8-DB52-4D59-8962-E468E8E60B33}" type="sibTrans" cxnId="{969A2A07-80C0-478D-B1C7-9A1370A820FE}">
      <dgm:prSet/>
      <dgm:spPr/>
      <dgm:t>
        <a:bodyPr/>
        <a:lstStyle/>
        <a:p>
          <a:endParaRPr lang="nb-NO"/>
        </a:p>
      </dgm:t>
    </dgm:pt>
    <dgm:pt modelId="{6FA0B0AC-42C3-4ED1-809E-F60241F62847}">
      <dgm:prSet/>
      <dgm:spPr/>
      <dgm:t>
        <a:bodyPr/>
        <a:lstStyle/>
        <a:p>
          <a:r>
            <a:rPr lang="nb-NO" i="1" smtClean="0">
              <a:latin typeface="Calibri" panose="020F0502020204030204" pitchFamily="34" charset="0"/>
            </a:rPr>
            <a:t>TopicGroups		Set&lt;TopicGroups&gt;</a:t>
          </a:r>
          <a:endParaRPr lang="nb-NO" i="1" dirty="0">
            <a:latin typeface="Calibri" panose="020F0502020204030204" pitchFamily="34" charset="0"/>
          </a:endParaRPr>
        </a:p>
      </dgm:t>
    </dgm:pt>
    <dgm:pt modelId="{ADEE6CEA-FE2C-45FE-A504-31CCAFCEFFDE}" type="parTrans" cxnId="{5B72FB12-FA52-41B7-B02D-EA58B1235332}">
      <dgm:prSet/>
      <dgm:spPr/>
      <dgm:t>
        <a:bodyPr/>
        <a:lstStyle/>
        <a:p>
          <a:endParaRPr lang="nb-NO"/>
        </a:p>
      </dgm:t>
    </dgm:pt>
    <dgm:pt modelId="{24A0FC72-7C50-4EF3-AACE-F337CF1B7E85}" type="sibTrans" cxnId="{5B72FB12-FA52-41B7-B02D-EA58B1235332}">
      <dgm:prSet/>
      <dgm:spPr/>
      <dgm:t>
        <a:bodyPr/>
        <a:lstStyle/>
        <a:p>
          <a:endParaRPr lang="nb-NO"/>
        </a:p>
      </dgm:t>
    </dgm:pt>
    <dgm:pt modelId="{6114CC8A-AFAC-4D5C-B3FF-D537D3ECED12}">
      <dgm:prSet/>
      <dgm:spPr>
        <a:ln>
          <a:solidFill>
            <a:schemeClr val="accent6">
              <a:alpha val="50000"/>
            </a:schemeClr>
          </a:solidFill>
        </a:ln>
      </dgm:spPr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AbstractEntityAudit</a:t>
          </a:r>
          <a:endParaRPr lang="nb-NO" dirty="0">
            <a:latin typeface="Calibri" panose="020F0502020204030204" pitchFamily="34" charset="0"/>
          </a:endParaRPr>
        </a:p>
      </dgm:t>
    </dgm:pt>
    <dgm:pt modelId="{0DF014BC-D108-4F9A-8641-E6B709D052A0}" type="parTrans" cxnId="{AF1ACE2A-B5C5-43CF-8D6A-3CE3425A7D60}">
      <dgm:prSet/>
      <dgm:spPr/>
      <dgm:t>
        <a:bodyPr/>
        <a:lstStyle/>
        <a:p>
          <a:endParaRPr lang="nb-NO"/>
        </a:p>
      </dgm:t>
    </dgm:pt>
    <dgm:pt modelId="{FF0C913E-8A0C-4771-AAA4-46B8E886D1D9}" type="sibTrans" cxnId="{AF1ACE2A-B5C5-43CF-8D6A-3CE3425A7D60}">
      <dgm:prSet/>
      <dgm:spPr/>
      <dgm:t>
        <a:bodyPr/>
        <a:lstStyle/>
        <a:p>
          <a:endParaRPr lang="nb-NO"/>
        </a:p>
      </dgm:t>
    </dgm:pt>
    <dgm:pt modelId="{8572F0B4-10B3-4D80-8BBF-AABB2C3E3881}">
      <dgm:prSet/>
      <dgm:spPr/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Name</a:t>
          </a:r>
          <a:r>
            <a:rPr lang="nb-NO" dirty="0" smtClean="0">
              <a:latin typeface="Calibri" panose="020F0502020204030204" pitchFamily="34" charset="0"/>
            </a:rPr>
            <a:t>			</a:t>
          </a:r>
          <a:r>
            <a:rPr lang="nb-NO" dirty="0" err="1" smtClean="0">
              <a:latin typeface="Calibri" panose="020F0502020204030204" pitchFamily="34" charset="0"/>
            </a:rPr>
            <a:t>String</a:t>
          </a:r>
          <a:endParaRPr lang="nb-NO" dirty="0">
            <a:latin typeface="Calibri" panose="020F0502020204030204" pitchFamily="34" charset="0"/>
          </a:endParaRPr>
        </a:p>
      </dgm:t>
    </dgm:pt>
    <dgm:pt modelId="{F886CFB2-CF1D-4777-BCCA-D89D3BFC38ED}" type="parTrans" cxnId="{58B082FE-8871-43CF-81B0-0A1636621ECC}">
      <dgm:prSet/>
      <dgm:spPr/>
      <dgm:t>
        <a:bodyPr/>
        <a:lstStyle/>
        <a:p>
          <a:endParaRPr lang="nb-NO"/>
        </a:p>
      </dgm:t>
    </dgm:pt>
    <dgm:pt modelId="{E5567E90-4109-40D5-BC82-07587C9EF3C9}" type="sibTrans" cxnId="{58B082FE-8871-43CF-81B0-0A1636621ECC}">
      <dgm:prSet/>
      <dgm:spPr/>
      <dgm:t>
        <a:bodyPr/>
        <a:lstStyle/>
        <a:p>
          <a:endParaRPr lang="nb-NO"/>
        </a:p>
      </dgm:t>
    </dgm:pt>
    <dgm:pt modelId="{E7E662D4-DBA1-4138-B110-7DCDFCB6E5C0}">
      <dgm:prSet/>
      <dgm:spPr/>
      <dgm:t>
        <a:bodyPr/>
        <a:lstStyle/>
        <a:p>
          <a:r>
            <a:rPr lang="nb-NO" i="1" smtClean="0">
              <a:latin typeface="Calibri" panose="020F0502020204030204" pitchFamily="34" charset="0"/>
            </a:rPr>
            <a:t>Agency</a:t>
          </a:r>
          <a:r>
            <a:rPr lang="nb-NO" smtClean="0">
              <a:latin typeface="Calibri" panose="020F0502020204030204" pitchFamily="34" charset="0"/>
            </a:rPr>
            <a:t> 		Agency</a:t>
          </a:r>
          <a:endParaRPr lang="nb-NO" dirty="0">
            <a:latin typeface="Calibri" panose="020F0502020204030204" pitchFamily="34" charset="0"/>
          </a:endParaRPr>
        </a:p>
      </dgm:t>
    </dgm:pt>
    <dgm:pt modelId="{567B4AF0-5437-4DA2-B7E0-A642943A6901}" type="parTrans" cxnId="{8DAE70E6-8884-46F5-808C-297860FE33EE}">
      <dgm:prSet/>
      <dgm:spPr/>
      <dgm:t>
        <a:bodyPr/>
        <a:lstStyle/>
        <a:p>
          <a:endParaRPr lang="nb-NO"/>
        </a:p>
      </dgm:t>
    </dgm:pt>
    <dgm:pt modelId="{6209E297-BC78-49A0-B383-18C240475943}" type="sibTrans" cxnId="{8DAE70E6-8884-46F5-808C-297860FE33EE}">
      <dgm:prSet/>
      <dgm:spPr/>
      <dgm:t>
        <a:bodyPr/>
        <a:lstStyle/>
        <a:p>
          <a:endParaRPr lang="nb-NO"/>
        </a:p>
      </dgm:t>
    </dgm:pt>
    <dgm:pt modelId="{B9B2E91C-0FE1-4219-9CF9-34B607CF75C8}">
      <dgm:prSet/>
      <dgm:spPr/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BasedOnObject</a:t>
          </a:r>
          <a:r>
            <a:rPr lang="nb-NO" dirty="0" smtClean="0">
              <a:latin typeface="Calibri" panose="020F0502020204030204" pitchFamily="34" charset="0"/>
            </a:rPr>
            <a:t>		UUID</a:t>
          </a:r>
          <a:endParaRPr lang="nb-NO" dirty="0">
            <a:latin typeface="Calibri" panose="020F0502020204030204" pitchFamily="34" charset="0"/>
          </a:endParaRPr>
        </a:p>
      </dgm:t>
    </dgm:pt>
    <dgm:pt modelId="{390EB677-2A0E-463D-9B11-7FE6DF1AE6B6}" type="parTrans" cxnId="{426FEB21-1B0D-485A-A3B2-B2367763255A}">
      <dgm:prSet/>
      <dgm:spPr/>
      <dgm:t>
        <a:bodyPr/>
        <a:lstStyle/>
        <a:p>
          <a:endParaRPr lang="nb-NO"/>
        </a:p>
      </dgm:t>
    </dgm:pt>
    <dgm:pt modelId="{C539A7A7-EC01-4956-B4B9-B2B2484E77B7}" type="sibTrans" cxnId="{426FEB21-1B0D-485A-A3B2-B2367763255A}">
      <dgm:prSet/>
      <dgm:spPr/>
      <dgm:t>
        <a:bodyPr/>
        <a:lstStyle/>
        <a:p>
          <a:endParaRPr lang="nb-NO"/>
        </a:p>
      </dgm:t>
    </dgm:pt>
    <dgm:pt modelId="{29198769-94CA-4D9C-A900-5F0224C69627}">
      <dgm:prSet/>
      <dgm:spPr/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ChangeComment</a:t>
          </a:r>
          <a:r>
            <a:rPr lang="nb-NO" dirty="0" smtClean="0">
              <a:latin typeface="Calibri" panose="020F0502020204030204" pitchFamily="34" charset="0"/>
            </a:rPr>
            <a:t>	</a:t>
          </a:r>
          <a:r>
            <a:rPr lang="nb-NO" dirty="0" err="1" smtClean="0">
              <a:latin typeface="Calibri" panose="020F0502020204030204" pitchFamily="34" charset="0"/>
            </a:rPr>
            <a:t>String</a:t>
          </a:r>
          <a:endParaRPr lang="nb-NO" dirty="0">
            <a:latin typeface="Calibri" panose="020F0502020204030204" pitchFamily="34" charset="0"/>
          </a:endParaRPr>
        </a:p>
      </dgm:t>
    </dgm:pt>
    <dgm:pt modelId="{8D03EA5E-A481-45AD-8F30-ACC04C16ADDB}" type="parTrans" cxnId="{E62EFF6F-0FBF-45A7-9001-6A03E0A3122F}">
      <dgm:prSet/>
      <dgm:spPr/>
      <dgm:t>
        <a:bodyPr/>
        <a:lstStyle/>
        <a:p>
          <a:endParaRPr lang="nb-NO"/>
        </a:p>
      </dgm:t>
    </dgm:pt>
    <dgm:pt modelId="{EC4C7A00-04CA-4650-B5D6-1C73CE4DEE72}" type="sibTrans" cxnId="{E62EFF6F-0FBF-45A7-9001-6A03E0A3122F}">
      <dgm:prSet/>
      <dgm:spPr/>
      <dgm:t>
        <a:bodyPr/>
        <a:lstStyle/>
        <a:p>
          <a:endParaRPr lang="nb-NO"/>
        </a:p>
      </dgm:t>
    </dgm:pt>
    <dgm:pt modelId="{B965526F-D1AF-4FF5-A2DE-2BA8DA09162D}">
      <dgm:prSet/>
      <dgm:spPr/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ChangeKind</a:t>
          </a:r>
          <a:r>
            <a:rPr lang="nb-NO" dirty="0" smtClean="0">
              <a:latin typeface="Calibri" panose="020F0502020204030204" pitchFamily="34" charset="0"/>
            </a:rPr>
            <a:t>		</a:t>
          </a:r>
          <a:r>
            <a:rPr lang="nb-NO" dirty="0" err="1" smtClean="0">
              <a:latin typeface="Calibri" panose="020F0502020204030204" pitchFamily="34" charset="0"/>
            </a:rPr>
            <a:t>enum:ChangeKind</a:t>
          </a:r>
          <a:endParaRPr lang="nb-NO" dirty="0">
            <a:latin typeface="Calibri" panose="020F0502020204030204" pitchFamily="34" charset="0"/>
          </a:endParaRPr>
        </a:p>
      </dgm:t>
    </dgm:pt>
    <dgm:pt modelId="{E867EE1C-876A-4135-8E80-BFB9B2AE6B8D}" type="parTrans" cxnId="{24A6076E-0A27-48BB-9C2B-1CC7B3990A59}">
      <dgm:prSet/>
      <dgm:spPr/>
      <dgm:t>
        <a:bodyPr/>
        <a:lstStyle/>
        <a:p>
          <a:endParaRPr lang="nb-NO"/>
        </a:p>
      </dgm:t>
    </dgm:pt>
    <dgm:pt modelId="{3A15B414-40BD-418F-A1A3-B076B7401E9A}" type="sibTrans" cxnId="{24A6076E-0A27-48BB-9C2B-1CC7B3990A59}">
      <dgm:prSet/>
      <dgm:spPr/>
      <dgm:t>
        <a:bodyPr/>
        <a:lstStyle/>
        <a:p>
          <a:endParaRPr lang="nb-NO"/>
        </a:p>
      </dgm:t>
    </dgm:pt>
    <dgm:pt modelId="{609B80DA-33D8-4F1E-BFA7-A87651ECE968}">
      <dgm:prSet/>
      <dgm:spPr/>
      <dgm:t>
        <a:bodyPr/>
        <a:lstStyle/>
        <a:p>
          <a:r>
            <a:rPr lang="nb-NO" dirty="0" smtClean="0">
              <a:latin typeface="Calibri" panose="020F0502020204030204" pitchFamily="34" charset="0"/>
            </a:rPr>
            <a:t>Version		</a:t>
          </a:r>
          <a:r>
            <a:rPr lang="nb-NO" dirty="0" err="1" smtClean="0">
              <a:latin typeface="Calibri" panose="020F0502020204030204" pitchFamily="34" charset="0"/>
            </a:rPr>
            <a:t>SemVer</a:t>
          </a:r>
          <a:endParaRPr lang="nb-NO" dirty="0">
            <a:latin typeface="Calibri" panose="020F0502020204030204" pitchFamily="34" charset="0"/>
          </a:endParaRPr>
        </a:p>
      </dgm:t>
    </dgm:pt>
    <dgm:pt modelId="{5AB8E1E8-DBBF-4B68-B287-501F53C52F17}" type="parTrans" cxnId="{C7C3A5A8-7B7E-4BDE-B215-690B6B43EAED}">
      <dgm:prSet/>
      <dgm:spPr/>
      <dgm:t>
        <a:bodyPr/>
        <a:lstStyle/>
        <a:p>
          <a:endParaRPr lang="nb-NO"/>
        </a:p>
      </dgm:t>
    </dgm:pt>
    <dgm:pt modelId="{B62EBA61-60DD-491E-BB98-A9F27E46CEB4}" type="sibTrans" cxnId="{C7C3A5A8-7B7E-4BDE-B215-690B6B43EAED}">
      <dgm:prSet/>
      <dgm:spPr/>
      <dgm:t>
        <a:bodyPr/>
        <a:lstStyle/>
        <a:p>
          <a:endParaRPr lang="nb-NO"/>
        </a:p>
      </dgm:t>
    </dgm:pt>
    <dgm:pt modelId="{1311DB13-2FBF-44FE-82E3-58BE07EAFA11}">
      <dgm:prSet/>
      <dgm:spPr>
        <a:ln>
          <a:solidFill>
            <a:schemeClr val="accent6">
              <a:alpha val="50000"/>
            </a:schemeClr>
          </a:solidFill>
        </a:ln>
      </dgm:spPr>
      <dgm:t>
        <a:bodyPr/>
        <a:lstStyle/>
        <a:p>
          <a:r>
            <a:rPr lang="nb-NO" smtClean="0">
              <a:latin typeface="Calibri" panose="020F0502020204030204" pitchFamily="34" charset="0"/>
            </a:rPr>
            <a:t>AbstractEntity</a:t>
          </a:r>
          <a:endParaRPr lang="nb-NO">
            <a:latin typeface="Calibri" panose="020F0502020204030204" pitchFamily="34" charset="0"/>
          </a:endParaRPr>
        </a:p>
      </dgm:t>
    </dgm:pt>
    <dgm:pt modelId="{E944CCCF-958D-4A1D-BA25-1AC7738D637F}" type="parTrans" cxnId="{E5494226-17EB-4ECF-A649-91C71247D7C5}">
      <dgm:prSet/>
      <dgm:spPr/>
      <dgm:t>
        <a:bodyPr/>
        <a:lstStyle/>
        <a:p>
          <a:endParaRPr lang="nb-NO"/>
        </a:p>
      </dgm:t>
    </dgm:pt>
    <dgm:pt modelId="{CF797F23-EF25-4D43-919F-2C7B79128177}" type="sibTrans" cxnId="{E5494226-17EB-4ECF-A649-91C71247D7C5}">
      <dgm:prSet/>
      <dgm:spPr/>
      <dgm:t>
        <a:bodyPr/>
        <a:lstStyle/>
        <a:p>
          <a:endParaRPr lang="nb-NO"/>
        </a:p>
      </dgm:t>
    </dgm:pt>
    <dgm:pt modelId="{13596B55-ED19-4D6C-96F0-89482E59938A}">
      <dgm:prSet/>
      <dgm:spPr/>
      <dgm:t>
        <a:bodyPr/>
        <a:lstStyle/>
        <a:p>
          <a:r>
            <a:rPr lang="nb-NO" dirty="0" smtClean="0">
              <a:latin typeface="Calibri" panose="020F0502020204030204" pitchFamily="34" charset="0"/>
            </a:rPr>
            <a:t>Id			UUID</a:t>
          </a:r>
          <a:endParaRPr lang="nb-NO" dirty="0">
            <a:latin typeface="Calibri" panose="020F0502020204030204" pitchFamily="34" charset="0"/>
          </a:endParaRPr>
        </a:p>
      </dgm:t>
    </dgm:pt>
    <dgm:pt modelId="{92C673BB-FAE8-4B57-8A39-9B70B61C33F8}" type="parTrans" cxnId="{CD590E30-D942-4C0B-AEDA-C944FD18B536}">
      <dgm:prSet/>
      <dgm:spPr/>
      <dgm:t>
        <a:bodyPr/>
        <a:lstStyle/>
        <a:p>
          <a:endParaRPr lang="nb-NO"/>
        </a:p>
      </dgm:t>
    </dgm:pt>
    <dgm:pt modelId="{BEDE03F4-ECCB-4DFF-8507-EBADA94C3969}" type="sibTrans" cxnId="{CD590E30-D942-4C0B-AEDA-C944FD18B536}">
      <dgm:prSet/>
      <dgm:spPr/>
      <dgm:t>
        <a:bodyPr/>
        <a:lstStyle/>
        <a:p>
          <a:endParaRPr lang="nb-NO"/>
        </a:p>
      </dgm:t>
    </dgm:pt>
    <dgm:pt modelId="{AD1DBF4E-1FDB-447B-970F-11BB377D029E}">
      <dgm:prSet/>
      <dgm:spPr/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Created</a:t>
          </a:r>
          <a:r>
            <a:rPr lang="nb-NO" dirty="0" smtClean="0">
              <a:latin typeface="Calibri" panose="020F0502020204030204" pitchFamily="34" charset="0"/>
            </a:rPr>
            <a:t>		</a:t>
          </a:r>
          <a:r>
            <a:rPr lang="nb-NO" dirty="0" err="1" smtClean="0">
              <a:latin typeface="Calibri" panose="020F0502020204030204" pitchFamily="34" charset="0"/>
            </a:rPr>
            <a:t>DateTime</a:t>
          </a:r>
          <a:endParaRPr lang="nb-NO" dirty="0">
            <a:latin typeface="Calibri" panose="020F0502020204030204" pitchFamily="34" charset="0"/>
          </a:endParaRPr>
        </a:p>
      </dgm:t>
    </dgm:pt>
    <dgm:pt modelId="{F3030653-9254-4F2A-8115-F9BFFD876ADF}" type="parTrans" cxnId="{C7DC1090-6119-4CEF-BAEF-5A26072420B7}">
      <dgm:prSet/>
      <dgm:spPr/>
      <dgm:t>
        <a:bodyPr/>
        <a:lstStyle/>
        <a:p>
          <a:endParaRPr lang="nb-NO"/>
        </a:p>
      </dgm:t>
    </dgm:pt>
    <dgm:pt modelId="{49CFB517-BC7A-4046-A316-908F405166D5}" type="sibTrans" cxnId="{C7DC1090-6119-4CEF-BAEF-5A26072420B7}">
      <dgm:prSet/>
      <dgm:spPr/>
      <dgm:t>
        <a:bodyPr/>
        <a:lstStyle/>
        <a:p>
          <a:endParaRPr lang="nb-NO"/>
        </a:p>
      </dgm:t>
    </dgm:pt>
    <dgm:pt modelId="{AE811369-F514-45F0-990F-0ACF43A5DB5A}">
      <dgm:prSet/>
      <dgm:spPr/>
      <dgm:t>
        <a:bodyPr/>
        <a:lstStyle/>
        <a:p>
          <a:r>
            <a:rPr lang="nb-NO" i="1" smtClean="0">
              <a:latin typeface="Calibri" panose="020F0502020204030204" pitchFamily="34" charset="0"/>
            </a:rPr>
            <a:t>CreatedBy		User</a:t>
          </a:r>
          <a:endParaRPr lang="nb-NO" i="1" dirty="0">
            <a:latin typeface="Calibri" panose="020F0502020204030204" pitchFamily="34" charset="0"/>
          </a:endParaRPr>
        </a:p>
      </dgm:t>
    </dgm:pt>
    <dgm:pt modelId="{7BBAE7FF-AA8D-49AA-A846-53B221FDFA4B}" type="parTrans" cxnId="{B15CF575-968C-42F5-8A39-767C6CE20B65}">
      <dgm:prSet/>
      <dgm:spPr/>
      <dgm:t>
        <a:bodyPr/>
        <a:lstStyle/>
        <a:p>
          <a:endParaRPr lang="nb-NO"/>
        </a:p>
      </dgm:t>
    </dgm:pt>
    <dgm:pt modelId="{75E15C60-8492-41F2-91F9-E5967554B74F}" type="sibTrans" cxnId="{B15CF575-968C-42F5-8A39-767C6CE20B65}">
      <dgm:prSet/>
      <dgm:spPr/>
      <dgm:t>
        <a:bodyPr/>
        <a:lstStyle/>
        <a:p>
          <a:endParaRPr lang="nb-NO"/>
        </a:p>
      </dgm:t>
    </dgm:pt>
    <dgm:pt modelId="{2DE4C625-A60E-494C-A09D-5DBE1C46EAD5}">
      <dgm:prSet/>
      <dgm:spPr/>
      <dgm:t>
        <a:bodyPr/>
        <a:lstStyle/>
        <a:p>
          <a:r>
            <a:rPr lang="nb-NO" dirty="0" err="1" smtClean="0">
              <a:latin typeface="Calibri" panose="020F0502020204030204" pitchFamily="34" charset="0"/>
            </a:rPr>
            <a:t>Updated</a:t>
          </a:r>
          <a:r>
            <a:rPr lang="nb-NO" dirty="0" smtClean="0">
              <a:latin typeface="Calibri" panose="020F0502020204030204" pitchFamily="34" charset="0"/>
            </a:rPr>
            <a:t>		</a:t>
          </a:r>
          <a:r>
            <a:rPr lang="nb-NO" dirty="0" err="1" smtClean="0">
              <a:latin typeface="Calibri" panose="020F0502020204030204" pitchFamily="34" charset="0"/>
            </a:rPr>
            <a:t>DateTime</a:t>
          </a:r>
          <a:endParaRPr lang="nb-NO" dirty="0">
            <a:latin typeface="Calibri" panose="020F0502020204030204" pitchFamily="34" charset="0"/>
          </a:endParaRPr>
        </a:p>
      </dgm:t>
    </dgm:pt>
    <dgm:pt modelId="{9140E60C-B2D3-4E1D-8CB6-8EC6305578F4}" type="parTrans" cxnId="{138ACF5B-5F33-4B1D-A5CB-31E3E701939C}">
      <dgm:prSet/>
      <dgm:spPr/>
      <dgm:t>
        <a:bodyPr/>
        <a:lstStyle/>
        <a:p>
          <a:endParaRPr lang="nb-NO"/>
        </a:p>
      </dgm:t>
    </dgm:pt>
    <dgm:pt modelId="{E7546F13-3B3B-4479-BF6D-1539F227E453}" type="sibTrans" cxnId="{138ACF5B-5F33-4B1D-A5CB-31E3E701939C}">
      <dgm:prSet/>
      <dgm:spPr/>
      <dgm:t>
        <a:bodyPr/>
        <a:lstStyle/>
        <a:p>
          <a:endParaRPr lang="nb-NO"/>
        </a:p>
      </dgm:t>
    </dgm:pt>
    <dgm:pt modelId="{063F8A69-4DE9-4BD1-A546-DC908939892E}" type="pres">
      <dgm:prSet presAssocID="{8A5B8389-26EF-45D8-A27E-E6D6C259968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nb-NO"/>
        </a:p>
      </dgm:t>
    </dgm:pt>
    <dgm:pt modelId="{F4C4B1DF-A40C-410C-8FFA-A6E72C52EE4E}" type="pres">
      <dgm:prSet presAssocID="{2D63F9AC-43DF-4CFC-85DA-39729AC4EFF5}" presName="circle1" presStyleLbl="node1" presStyleIdx="0" presStyleCnt="3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>
        <a:ln>
          <a:solidFill>
            <a:schemeClr val="accent6"/>
          </a:solidFill>
        </a:ln>
      </dgm:spPr>
      <dgm:t>
        <a:bodyPr/>
        <a:lstStyle/>
        <a:p>
          <a:endParaRPr lang="nb-NO"/>
        </a:p>
      </dgm:t>
    </dgm:pt>
    <dgm:pt modelId="{F921B6B3-72C4-4605-94E0-EA0103BCEED2}" type="pres">
      <dgm:prSet presAssocID="{2D63F9AC-43DF-4CFC-85DA-39729AC4EFF5}" presName="space" presStyleCnt="0"/>
      <dgm:spPr/>
    </dgm:pt>
    <dgm:pt modelId="{5E4011CD-2BA5-4EF4-AD2D-735A86C13B22}" type="pres">
      <dgm:prSet presAssocID="{2D63F9AC-43DF-4CFC-85DA-39729AC4EFF5}" presName="rect1" presStyleLbl="alignAcc1" presStyleIdx="0" presStyleCnt="3"/>
      <dgm:spPr/>
      <dgm:t>
        <a:bodyPr/>
        <a:lstStyle/>
        <a:p>
          <a:endParaRPr lang="nb-NO"/>
        </a:p>
      </dgm:t>
    </dgm:pt>
    <dgm:pt modelId="{2F4F6484-A5B2-4B90-B768-44AE87DD7E2E}" type="pres">
      <dgm:prSet presAssocID="{6114CC8A-AFAC-4D5C-B3FF-D537D3ECED12}" presName="vertSpace2" presStyleLbl="node1" presStyleIdx="0" presStyleCnt="3"/>
      <dgm:spPr/>
    </dgm:pt>
    <dgm:pt modelId="{A920ABAF-1926-4826-93BF-7AD7F44A1AD7}" type="pres">
      <dgm:prSet presAssocID="{6114CC8A-AFAC-4D5C-B3FF-D537D3ECED12}" presName="circle2" presStyleLbl="node1" presStyleIdx="1" presStyleCnt="3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>
        <a:ln>
          <a:solidFill>
            <a:schemeClr val="accent6"/>
          </a:solidFill>
        </a:ln>
      </dgm:spPr>
      <dgm:t>
        <a:bodyPr/>
        <a:lstStyle/>
        <a:p>
          <a:endParaRPr lang="nb-NO"/>
        </a:p>
      </dgm:t>
    </dgm:pt>
    <dgm:pt modelId="{AB6EC5E0-A37E-47EE-8A28-B2311B38730D}" type="pres">
      <dgm:prSet presAssocID="{6114CC8A-AFAC-4D5C-B3FF-D537D3ECED12}" presName="rect2" presStyleLbl="alignAcc1" presStyleIdx="1" presStyleCnt="3"/>
      <dgm:spPr/>
      <dgm:t>
        <a:bodyPr/>
        <a:lstStyle/>
        <a:p>
          <a:endParaRPr lang="nb-NO"/>
        </a:p>
      </dgm:t>
    </dgm:pt>
    <dgm:pt modelId="{91EA00A6-8336-4154-9D14-DA2CF883E14D}" type="pres">
      <dgm:prSet presAssocID="{1311DB13-2FBF-44FE-82E3-58BE07EAFA11}" presName="vertSpace3" presStyleLbl="node1" presStyleIdx="1" presStyleCnt="3"/>
      <dgm:spPr/>
    </dgm:pt>
    <dgm:pt modelId="{04680D0D-BE5F-4EDA-B0E7-D3F367743DDB}" type="pres">
      <dgm:prSet presAssocID="{1311DB13-2FBF-44FE-82E3-58BE07EAFA11}" presName="circle3" presStyleLbl="node1" presStyleIdx="2" presStyleCnt="3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>
        <a:ln>
          <a:solidFill>
            <a:schemeClr val="accent6"/>
          </a:solidFill>
        </a:ln>
      </dgm:spPr>
      <dgm:t>
        <a:bodyPr/>
        <a:lstStyle/>
        <a:p>
          <a:endParaRPr lang="nb-NO"/>
        </a:p>
      </dgm:t>
    </dgm:pt>
    <dgm:pt modelId="{4C7E0201-4196-4971-A26C-E32502CEDD4C}" type="pres">
      <dgm:prSet presAssocID="{1311DB13-2FBF-44FE-82E3-58BE07EAFA11}" presName="rect3" presStyleLbl="alignAcc1" presStyleIdx="2" presStyleCnt="3"/>
      <dgm:spPr/>
      <dgm:t>
        <a:bodyPr/>
        <a:lstStyle/>
        <a:p>
          <a:endParaRPr lang="nb-NO"/>
        </a:p>
      </dgm:t>
    </dgm:pt>
    <dgm:pt modelId="{94B2E25F-A9FD-46B8-BE50-C66F1C2F207D}" type="pres">
      <dgm:prSet presAssocID="{2D63F9AC-43DF-4CFC-85DA-39729AC4EFF5}" presName="rect1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720584DF-D97B-4011-A609-57B32BDCF1AF}" type="pres">
      <dgm:prSet presAssocID="{2D63F9AC-43DF-4CFC-85DA-39729AC4EFF5}" presName="rect1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C76F98DB-EEC3-46DA-9D2D-CC15932A3208}" type="pres">
      <dgm:prSet presAssocID="{6114CC8A-AFAC-4D5C-B3FF-D537D3ECED12}" presName="rect2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99716181-2EA6-4A18-A3DF-6B6889B6E71D}" type="pres">
      <dgm:prSet presAssocID="{6114CC8A-AFAC-4D5C-B3FF-D537D3ECED12}" presName="rect2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9D83C19C-24C4-43A3-844B-F1CCD132DC44}" type="pres">
      <dgm:prSet presAssocID="{1311DB13-2FBF-44FE-82E3-58BE07EAFA11}" presName="rect3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nb-NO"/>
        </a:p>
      </dgm:t>
    </dgm:pt>
    <dgm:pt modelId="{F21EBC38-7EA6-4D64-BDF2-CC98BD1D36EA}" type="pres">
      <dgm:prSet presAssocID="{1311DB13-2FBF-44FE-82E3-58BE07EAFA11}" presName="rect3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nb-NO"/>
        </a:p>
      </dgm:t>
    </dgm:pt>
  </dgm:ptLst>
  <dgm:cxnLst>
    <dgm:cxn modelId="{04E6B29D-7B8A-4BAD-9787-4E9555B0F374}" type="presOf" srcId="{AE811369-F514-45F0-990F-0ACF43A5DB5A}" destId="{F21EBC38-7EA6-4D64-BDF2-CC98BD1D36EA}" srcOrd="0" destOrd="2" presId="urn:microsoft.com/office/officeart/2005/8/layout/target3"/>
    <dgm:cxn modelId="{138ACF5B-5F33-4B1D-A5CB-31E3E701939C}" srcId="{1311DB13-2FBF-44FE-82E3-58BE07EAFA11}" destId="{2DE4C625-A60E-494C-A09D-5DBE1C46EAD5}" srcOrd="3" destOrd="0" parTransId="{9140E60C-B2D3-4E1D-8CB6-8EC6305578F4}" sibTransId="{E7546F13-3B3B-4479-BF6D-1539F227E453}"/>
    <dgm:cxn modelId="{82AFCC3E-E527-4E07-A350-E2F8DF7F6D43}" type="presOf" srcId="{B965526F-D1AF-4FF5-A2DE-2BA8DA09162D}" destId="{99716181-2EA6-4A18-A3DF-6B6889B6E71D}" srcOrd="0" destOrd="4" presId="urn:microsoft.com/office/officeart/2005/8/layout/target3"/>
    <dgm:cxn modelId="{32AF7118-E06A-4132-89A3-18CC47E77535}" type="presOf" srcId="{8572F0B4-10B3-4D80-8BBF-AABB2C3E3881}" destId="{99716181-2EA6-4A18-A3DF-6B6889B6E71D}" srcOrd="0" destOrd="0" presId="urn:microsoft.com/office/officeart/2005/8/layout/target3"/>
    <dgm:cxn modelId="{6EB681AA-1D6B-4571-8FB3-00B1A9B155B0}" type="presOf" srcId="{B9B2E91C-0FE1-4219-9CF9-34B607CF75C8}" destId="{99716181-2EA6-4A18-A3DF-6B6889B6E71D}" srcOrd="0" destOrd="2" presId="urn:microsoft.com/office/officeart/2005/8/layout/target3"/>
    <dgm:cxn modelId="{C7C3A5A8-7B7E-4BDE-B215-690B6B43EAED}" srcId="{6114CC8A-AFAC-4D5C-B3FF-D537D3ECED12}" destId="{609B80DA-33D8-4F1E-BFA7-A87651ECE968}" srcOrd="5" destOrd="0" parTransId="{5AB8E1E8-DBBF-4B68-B287-501F53C52F17}" sibTransId="{B62EBA61-60DD-491E-BB98-A9F27E46CEB4}"/>
    <dgm:cxn modelId="{E7E16A38-27EF-424C-8226-81A5456D9E39}" srcId="{2D63F9AC-43DF-4CFC-85DA-39729AC4EFF5}" destId="{FECFF33B-D83F-4D3C-BE9D-F5A66F536653}" srcOrd="2" destOrd="0" parTransId="{1F4A2DBA-236A-473E-8802-3864E6182CA6}" sibTransId="{360BB1EC-803B-40C6-B968-F656B92997F5}"/>
    <dgm:cxn modelId="{24A6076E-0A27-48BB-9C2B-1CC7B3990A59}" srcId="{6114CC8A-AFAC-4D5C-B3FF-D537D3ECED12}" destId="{B965526F-D1AF-4FF5-A2DE-2BA8DA09162D}" srcOrd="4" destOrd="0" parTransId="{E867EE1C-876A-4135-8E80-BFB9B2AE6B8D}" sibTransId="{3A15B414-40BD-418F-A1A3-B076B7401E9A}"/>
    <dgm:cxn modelId="{799E0530-6FE9-45E6-9C56-24DC3AB0EF36}" srcId="{2D63F9AC-43DF-4CFC-85DA-39729AC4EFF5}" destId="{5E51DB19-CF68-4046-AA4A-7AC002E119DB}" srcOrd="4" destOrd="0" parTransId="{FC4B527E-3140-4CB3-BDEC-75B996779EE5}" sibTransId="{B023DEB5-B3FC-47E2-9F2B-779D26D4FB8F}"/>
    <dgm:cxn modelId="{0216ABDF-E7AD-4893-98BF-C1FD8C26C33C}" type="presOf" srcId="{13596B55-ED19-4D6C-96F0-89482E59938A}" destId="{F21EBC38-7EA6-4D64-BDF2-CC98BD1D36EA}" srcOrd="0" destOrd="0" presId="urn:microsoft.com/office/officeart/2005/8/layout/target3"/>
    <dgm:cxn modelId="{2EEC49FA-F8EF-44B9-9A3D-3C23370963E2}" type="presOf" srcId="{2D63F9AC-43DF-4CFC-85DA-39729AC4EFF5}" destId="{94B2E25F-A9FD-46B8-BE50-C66F1C2F207D}" srcOrd="1" destOrd="0" presId="urn:microsoft.com/office/officeart/2005/8/layout/target3"/>
    <dgm:cxn modelId="{54B19660-538E-4C73-BD0C-AAAFC4B40167}" type="presOf" srcId="{8A5B8389-26EF-45D8-A27E-E6D6C2599684}" destId="{063F8A69-4DE9-4BD1-A546-DC908939892E}" srcOrd="0" destOrd="0" presId="urn:microsoft.com/office/officeart/2005/8/layout/target3"/>
    <dgm:cxn modelId="{BF72D82E-DC1A-4234-947F-49EF22049BA0}" type="presOf" srcId="{1311DB13-2FBF-44FE-82E3-58BE07EAFA11}" destId="{4C7E0201-4196-4971-A26C-E32502CEDD4C}" srcOrd="0" destOrd="0" presId="urn:microsoft.com/office/officeart/2005/8/layout/target3"/>
    <dgm:cxn modelId="{21C117A2-BD00-4959-83D8-742DDF89885E}" type="presOf" srcId="{7379F6A3-0FFA-4238-997A-741DA6929FD3}" destId="{720584DF-D97B-4011-A609-57B32BDCF1AF}" srcOrd="0" destOrd="1" presId="urn:microsoft.com/office/officeart/2005/8/layout/target3"/>
    <dgm:cxn modelId="{E2142B82-8626-4D40-ADF2-7678C25C86DC}" type="presOf" srcId="{5E51DB19-CF68-4046-AA4A-7AC002E119DB}" destId="{720584DF-D97B-4011-A609-57B32BDCF1AF}" srcOrd="0" destOrd="4" presId="urn:microsoft.com/office/officeart/2005/8/layout/target3"/>
    <dgm:cxn modelId="{E61AC286-2878-4400-BE22-8358AF8DADB3}" type="presOf" srcId="{6114CC8A-AFAC-4D5C-B3FF-D537D3ECED12}" destId="{C76F98DB-EEC3-46DA-9D2D-CC15932A3208}" srcOrd="1" destOrd="0" presId="urn:microsoft.com/office/officeart/2005/8/layout/target3"/>
    <dgm:cxn modelId="{CD590E30-D942-4C0B-AEDA-C944FD18B536}" srcId="{1311DB13-2FBF-44FE-82E3-58BE07EAFA11}" destId="{13596B55-ED19-4D6C-96F0-89482E59938A}" srcOrd="0" destOrd="0" parTransId="{92C673BB-FAE8-4B57-8A39-9B70B61C33F8}" sibTransId="{BEDE03F4-ECCB-4DFF-8507-EBADA94C3969}"/>
    <dgm:cxn modelId="{426FEB21-1B0D-485A-A3B2-B2367763255A}" srcId="{6114CC8A-AFAC-4D5C-B3FF-D537D3ECED12}" destId="{B9B2E91C-0FE1-4219-9CF9-34B607CF75C8}" srcOrd="2" destOrd="0" parTransId="{390EB677-2A0E-463D-9B11-7FE6DF1AE6B6}" sibTransId="{C539A7A7-EC01-4956-B4B9-B2B2484E77B7}"/>
    <dgm:cxn modelId="{AF1ACE2A-B5C5-43CF-8D6A-3CE3425A7D60}" srcId="{8A5B8389-26EF-45D8-A27E-E6D6C2599684}" destId="{6114CC8A-AFAC-4D5C-B3FF-D537D3ECED12}" srcOrd="1" destOrd="0" parTransId="{0DF014BC-D108-4F9A-8641-E6B709D052A0}" sibTransId="{FF0C913E-8A0C-4771-AAA4-46B8E886D1D9}"/>
    <dgm:cxn modelId="{5B72FB12-FA52-41B7-B02D-EA58B1235332}" srcId="{2D63F9AC-43DF-4CFC-85DA-39729AC4EFF5}" destId="{6FA0B0AC-42C3-4ED1-809E-F60241F62847}" srcOrd="6" destOrd="0" parTransId="{ADEE6CEA-FE2C-45FE-A504-31CCAFCEFFDE}" sibTransId="{24A0FC72-7C50-4EF3-AACE-F337CF1B7E85}"/>
    <dgm:cxn modelId="{2572F89B-F80B-48B3-80D8-DD0915A99B50}" srcId="{2D63F9AC-43DF-4CFC-85DA-39729AC4EFF5}" destId="{6922B7C3-EB95-42A5-B169-E132F14E0487}" srcOrd="0" destOrd="0" parTransId="{FF04FAFE-7539-4BAD-8081-39779096C223}" sibTransId="{BAA0FA6A-B459-4402-95F8-635E2C83D7B1}"/>
    <dgm:cxn modelId="{0F58CDA5-23E1-4226-9A47-BB0ACA733F78}" srcId="{2D63F9AC-43DF-4CFC-85DA-39729AC4EFF5}" destId="{7BA67157-0703-4690-BCE8-DB334EB708F5}" srcOrd="3" destOrd="0" parTransId="{36AC8658-412C-4C84-B68B-18A56EC2289B}" sibTransId="{BC01F4A6-5E42-4216-BA7E-A821F7D1250C}"/>
    <dgm:cxn modelId="{6C69D38F-F60A-4EC3-8E59-BA66BF043F5F}" type="presOf" srcId="{2DE4C625-A60E-494C-A09D-5DBE1C46EAD5}" destId="{F21EBC38-7EA6-4D64-BDF2-CC98BD1D36EA}" srcOrd="0" destOrd="3" presId="urn:microsoft.com/office/officeart/2005/8/layout/target3"/>
    <dgm:cxn modelId="{88514ADF-12AC-425F-833D-895A1209B85B}" type="presOf" srcId="{E7E662D4-DBA1-4138-B110-7DCDFCB6E5C0}" destId="{99716181-2EA6-4A18-A3DF-6B6889B6E71D}" srcOrd="0" destOrd="1" presId="urn:microsoft.com/office/officeart/2005/8/layout/target3"/>
    <dgm:cxn modelId="{D951DCB7-BD4A-4517-B7FA-5FA7DA6D7D7F}" type="presOf" srcId="{1311DB13-2FBF-44FE-82E3-58BE07EAFA11}" destId="{9D83C19C-24C4-43A3-844B-F1CCD132DC44}" srcOrd="1" destOrd="0" presId="urn:microsoft.com/office/officeart/2005/8/layout/target3"/>
    <dgm:cxn modelId="{B15CF575-968C-42F5-8A39-767C6CE20B65}" srcId="{1311DB13-2FBF-44FE-82E3-58BE07EAFA11}" destId="{AE811369-F514-45F0-990F-0ACF43A5DB5A}" srcOrd="2" destOrd="0" parTransId="{7BBAE7FF-AA8D-49AA-A846-53B221FDFA4B}" sibTransId="{75E15C60-8492-41F2-91F9-E5967554B74F}"/>
    <dgm:cxn modelId="{6FE73E6C-F4B8-4651-BE6D-47B03C6BB5C9}" type="presOf" srcId="{AD1DBF4E-1FDB-447B-970F-11BB377D029E}" destId="{F21EBC38-7EA6-4D64-BDF2-CC98BD1D36EA}" srcOrd="0" destOrd="1" presId="urn:microsoft.com/office/officeart/2005/8/layout/target3"/>
    <dgm:cxn modelId="{C7DC1090-6119-4CEF-BAEF-5A26072420B7}" srcId="{1311DB13-2FBF-44FE-82E3-58BE07EAFA11}" destId="{AD1DBF4E-1FDB-447B-970F-11BB377D029E}" srcOrd="1" destOrd="0" parTransId="{F3030653-9254-4F2A-8115-F9BFFD876ADF}" sibTransId="{49CFB517-BC7A-4046-A316-908F405166D5}"/>
    <dgm:cxn modelId="{969A2A07-80C0-478D-B1C7-9A1370A820FE}" srcId="{2D63F9AC-43DF-4CFC-85DA-39729AC4EFF5}" destId="{69C3DFD2-10C9-48F7-B7AC-983B95A01524}" srcOrd="5" destOrd="0" parTransId="{65DF8B11-D218-4CE7-AFB9-CCB67C0828FA}" sibTransId="{6361ABC8-DB52-4D59-8962-E468E8E60B33}"/>
    <dgm:cxn modelId="{8DAE70E6-8884-46F5-808C-297860FE33EE}" srcId="{6114CC8A-AFAC-4D5C-B3FF-D537D3ECED12}" destId="{E7E662D4-DBA1-4138-B110-7DCDFCB6E5C0}" srcOrd="1" destOrd="0" parTransId="{567B4AF0-5437-4DA2-B7E0-A642943A6901}" sibTransId="{6209E297-BC78-49A0-B383-18C240475943}"/>
    <dgm:cxn modelId="{1850B1AD-3B3F-4793-83C9-F90D818D87D4}" type="presOf" srcId="{FECFF33B-D83F-4D3C-BE9D-F5A66F536653}" destId="{720584DF-D97B-4011-A609-57B32BDCF1AF}" srcOrd="0" destOrd="2" presId="urn:microsoft.com/office/officeart/2005/8/layout/target3"/>
    <dgm:cxn modelId="{A590B8EC-6EA9-4A2A-A114-DBA65E87DF9D}" type="presOf" srcId="{2D63F9AC-43DF-4CFC-85DA-39729AC4EFF5}" destId="{5E4011CD-2BA5-4EF4-AD2D-735A86C13B22}" srcOrd="0" destOrd="0" presId="urn:microsoft.com/office/officeart/2005/8/layout/target3"/>
    <dgm:cxn modelId="{58B082FE-8871-43CF-81B0-0A1636621ECC}" srcId="{6114CC8A-AFAC-4D5C-B3FF-D537D3ECED12}" destId="{8572F0B4-10B3-4D80-8BBF-AABB2C3E3881}" srcOrd="0" destOrd="0" parTransId="{F886CFB2-CF1D-4777-BCCA-D89D3BFC38ED}" sibTransId="{E5567E90-4109-40D5-BC82-07587C9EF3C9}"/>
    <dgm:cxn modelId="{E5494226-17EB-4ECF-A649-91C71247D7C5}" srcId="{8A5B8389-26EF-45D8-A27E-E6D6C2599684}" destId="{1311DB13-2FBF-44FE-82E3-58BE07EAFA11}" srcOrd="2" destOrd="0" parTransId="{E944CCCF-958D-4A1D-BA25-1AC7738D637F}" sibTransId="{CF797F23-EF25-4D43-919F-2C7B79128177}"/>
    <dgm:cxn modelId="{F0D802A3-3B96-4AE8-BBF5-738D013E7A20}" type="presOf" srcId="{6922B7C3-EB95-42A5-B169-E132F14E0487}" destId="{720584DF-D97B-4011-A609-57B32BDCF1AF}" srcOrd="0" destOrd="0" presId="urn:microsoft.com/office/officeart/2005/8/layout/target3"/>
    <dgm:cxn modelId="{8B362188-4174-4AF3-95F3-2FDE0576A950}" type="presOf" srcId="{6FA0B0AC-42C3-4ED1-809E-F60241F62847}" destId="{720584DF-D97B-4011-A609-57B32BDCF1AF}" srcOrd="0" destOrd="6" presId="urn:microsoft.com/office/officeart/2005/8/layout/target3"/>
    <dgm:cxn modelId="{68DF8D8F-ADA7-4746-BA27-C04A8776FA9F}" type="presOf" srcId="{69C3DFD2-10C9-48F7-B7AC-983B95A01524}" destId="{720584DF-D97B-4011-A609-57B32BDCF1AF}" srcOrd="0" destOrd="5" presId="urn:microsoft.com/office/officeart/2005/8/layout/target3"/>
    <dgm:cxn modelId="{4E349193-7509-4151-82C0-308DE737BED7}" srcId="{2D63F9AC-43DF-4CFC-85DA-39729AC4EFF5}" destId="{7379F6A3-0FFA-4238-997A-741DA6929FD3}" srcOrd="1" destOrd="0" parTransId="{20295ACC-2365-4376-8742-7DB93D6819E8}" sibTransId="{232BAA2E-587D-4CC4-B88A-685DE1B78DD2}"/>
    <dgm:cxn modelId="{65441C69-C287-4685-9945-F0FD857E9C09}" type="presOf" srcId="{29198769-94CA-4D9C-A900-5F0224C69627}" destId="{99716181-2EA6-4A18-A3DF-6B6889B6E71D}" srcOrd="0" destOrd="3" presId="urn:microsoft.com/office/officeart/2005/8/layout/target3"/>
    <dgm:cxn modelId="{E62EFF6F-0FBF-45A7-9001-6A03E0A3122F}" srcId="{6114CC8A-AFAC-4D5C-B3FF-D537D3ECED12}" destId="{29198769-94CA-4D9C-A900-5F0224C69627}" srcOrd="3" destOrd="0" parTransId="{8D03EA5E-A481-45AD-8F30-ACC04C16ADDB}" sibTransId="{EC4C7A00-04CA-4650-B5D6-1C73CE4DEE72}"/>
    <dgm:cxn modelId="{2DB860A0-A07B-4CB3-A1CC-299CBB727175}" srcId="{8A5B8389-26EF-45D8-A27E-E6D6C2599684}" destId="{2D63F9AC-43DF-4CFC-85DA-39729AC4EFF5}" srcOrd="0" destOrd="0" parTransId="{DBE346E1-D5BB-40EA-8063-200AAE9047D0}" sibTransId="{33E4456A-37BF-4BD6-93E8-AD67C0B79B8C}"/>
    <dgm:cxn modelId="{D0A0685B-8B59-4A4E-A281-8DFF76CD7A51}" type="presOf" srcId="{609B80DA-33D8-4F1E-BFA7-A87651ECE968}" destId="{99716181-2EA6-4A18-A3DF-6B6889B6E71D}" srcOrd="0" destOrd="5" presId="urn:microsoft.com/office/officeart/2005/8/layout/target3"/>
    <dgm:cxn modelId="{D18162AB-8EC8-4F81-AB56-73163020DF02}" type="presOf" srcId="{6114CC8A-AFAC-4D5C-B3FF-D537D3ECED12}" destId="{AB6EC5E0-A37E-47EE-8A28-B2311B38730D}" srcOrd="0" destOrd="0" presId="urn:microsoft.com/office/officeart/2005/8/layout/target3"/>
    <dgm:cxn modelId="{8F6A92A0-94CB-49AE-95F0-9C6B31437E1D}" type="presOf" srcId="{7BA67157-0703-4690-BCE8-DB334EB708F5}" destId="{720584DF-D97B-4011-A609-57B32BDCF1AF}" srcOrd="0" destOrd="3" presId="urn:microsoft.com/office/officeart/2005/8/layout/target3"/>
    <dgm:cxn modelId="{99C63867-7FAD-4A45-9C7E-391E3DE0FA4C}" type="presParOf" srcId="{063F8A69-4DE9-4BD1-A546-DC908939892E}" destId="{F4C4B1DF-A40C-410C-8FFA-A6E72C52EE4E}" srcOrd="0" destOrd="0" presId="urn:microsoft.com/office/officeart/2005/8/layout/target3"/>
    <dgm:cxn modelId="{EC5D8F78-5948-498A-89FA-F7FA9E0733D0}" type="presParOf" srcId="{063F8A69-4DE9-4BD1-A546-DC908939892E}" destId="{F921B6B3-72C4-4605-94E0-EA0103BCEED2}" srcOrd="1" destOrd="0" presId="urn:microsoft.com/office/officeart/2005/8/layout/target3"/>
    <dgm:cxn modelId="{0F4F73A0-8726-4DBC-94A1-0310E1615648}" type="presParOf" srcId="{063F8A69-4DE9-4BD1-A546-DC908939892E}" destId="{5E4011CD-2BA5-4EF4-AD2D-735A86C13B22}" srcOrd="2" destOrd="0" presId="urn:microsoft.com/office/officeart/2005/8/layout/target3"/>
    <dgm:cxn modelId="{25E11821-3DB9-477A-BCF4-4ACFE2C5DE33}" type="presParOf" srcId="{063F8A69-4DE9-4BD1-A546-DC908939892E}" destId="{2F4F6484-A5B2-4B90-B768-44AE87DD7E2E}" srcOrd="3" destOrd="0" presId="urn:microsoft.com/office/officeart/2005/8/layout/target3"/>
    <dgm:cxn modelId="{7EACB726-F4AD-4222-AA7A-3D3E176CCCC1}" type="presParOf" srcId="{063F8A69-4DE9-4BD1-A546-DC908939892E}" destId="{A920ABAF-1926-4826-93BF-7AD7F44A1AD7}" srcOrd="4" destOrd="0" presId="urn:microsoft.com/office/officeart/2005/8/layout/target3"/>
    <dgm:cxn modelId="{F6824784-4BCC-41F4-8D6C-1B91F0977397}" type="presParOf" srcId="{063F8A69-4DE9-4BD1-A546-DC908939892E}" destId="{AB6EC5E0-A37E-47EE-8A28-B2311B38730D}" srcOrd="5" destOrd="0" presId="urn:microsoft.com/office/officeart/2005/8/layout/target3"/>
    <dgm:cxn modelId="{539495A7-44B8-4C54-8880-B2A8A3B7EC5D}" type="presParOf" srcId="{063F8A69-4DE9-4BD1-A546-DC908939892E}" destId="{91EA00A6-8336-4154-9D14-DA2CF883E14D}" srcOrd="6" destOrd="0" presId="urn:microsoft.com/office/officeart/2005/8/layout/target3"/>
    <dgm:cxn modelId="{3E38080B-0888-4DE8-BD9D-CAA9A731DC7E}" type="presParOf" srcId="{063F8A69-4DE9-4BD1-A546-DC908939892E}" destId="{04680D0D-BE5F-4EDA-B0E7-D3F367743DDB}" srcOrd="7" destOrd="0" presId="urn:microsoft.com/office/officeart/2005/8/layout/target3"/>
    <dgm:cxn modelId="{497B752C-9775-4C20-ABFB-820E126D0772}" type="presParOf" srcId="{063F8A69-4DE9-4BD1-A546-DC908939892E}" destId="{4C7E0201-4196-4971-A26C-E32502CEDD4C}" srcOrd="8" destOrd="0" presId="urn:microsoft.com/office/officeart/2005/8/layout/target3"/>
    <dgm:cxn modelId="{0D6254AC-09EF-42E2-B626-502499BDEB1C}" type="presParOf" srcId="{063F8A69-4DE9-4BD1-A546-DC908939892E}" destId="{94B2E25F-A9FD-46B8-BE50-C66F1C2F207D}" srcOrd="9" destOrd="0" presId="urn:microsoft.com/office/officeart/2005/8/layout/target3"/>
    <dgm:cxn modelId="{E279415C-27E0-422E-9FF7-BCC60E22EEC6}" type="presParOf" srcId="{063F8A69-4DE9-4BD1-A546-DC908939892E}" destId="{720584DF-D97B-4011-A609-57B32BDCF1AF}" srcOrd="10" destOrd="0" presId="urn:microsoft.com/office/officeart/2005/8/layout/target3"/>
    <dgm:cxn modelId="{B86A995F-09B1-4C5E-9CB5-F655B40F33A7}" type="presParOf" srcId="{063F8A69-4DE9-4BD1-A546-DC908939892E}" destId="{C76F98DB-EEC3-46DA-9D2D-CC15932A3208}" srcOrd="11" destOrd="0" presId="urn:microsoft.com/office/officeart/2005/8/layout/target3"/>
    <dgm:cxn modelId="{1B43143A-C46F-4DB1-8E48-2542FC0D181A}" type="presParOf" srcId="{063F8A69-4DE9-4BD1-A546-DC908939892E}" destId="{99716181-2EA6-4A18-A3DF-6B6889B6E71D}" srcOrd="12" destOrd="0" presId="urn:microsoft.com/office/officeart/2005/8/layout/target3"/>
    <dgm:cxn modelId="{56515CA2-3A93-46F9-A50A-BCFB69830D4C}" type="presParOf" srcId="{063F8A69-4DE9-4BD1-A546-DC908939892E}" destId="{9D83C19C-24C4-43A3-844B-F1CCD132DC44}" srcOrd="13" destOrd="0" presId="urn:microsoft.com/office/officeart/2005/8/layout/target3"/>
    <dgm:cxn modelId="{399B8B9B-ACFC-449E-8221-7F8A3E8020D6}" type="presParOf" srcId="{063F8A69-4DE9-4BD1-A546-DC908939892E}" destId="{F21EBC38-7EA6-4D64-BDF2-CC98BD1D36EA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DC818F-A8D0-4A18-BD17-5F533CD91A16}">
      <dsp:nvSpPr>
        <dsp:cNvPr id="0" name=""/>
        <dsp:cNvSpPr/>
      </dsp:nvSpPr>
      <dsp:spPr>
        <a:xfrm>
          <a:off x="2994934" y="0"/>
          <a:ext cx="2556076" cy="420933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25400">
          <a:solidFill>
            <a:schemeClr val="accent6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1800" kern="1200" dirty="0" err="1" smtClean="0"/>
            <a:t>Category</a:t>
          </a:r>
          <a:endParaRPr lang="nb-NO" sz="1800" kern="1200" dirty="0"/>
        </a:p>
      </dsp:txBody>
      <dsp:txXfrm>
        <a:off x="2994934" y="0"/>
        <a:ext cx="2556076" cy="1262799"/>
      </dsp:txXfrm>
    </dsp:sp>
    <dsp:sp modelId="{7FA62F59-1F7D-4CAE-8080-B5BE6A9A2E1D}">
      <dsp:nvSpPr>
        <dsp:cNvPr id="0" name=""/>
        <dsp:cNvSpPr/>
      </dsp:nvSpPr>
      <dsp:spPr>
        <a:xfrm>
          <a:off x="11" y="0"/>
          <a:ext cx="2556076" cy="420933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</a:schemeClr>
        </a:solidFill>
        <a:ln w="25400">
          <a:solidFill>
            <a:schemeClr val="accent6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1800" kern="1200" dirty="0" err="1" smtClean="0"/>
            <a:t>Category</a:t>
          </a:r>
          <a:r>
            <a:rPr lang="nb-NO" sz="1800" kern="1200" dirty="0" smtClean="0"/>
            <a:t> Group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1800" kern="1200" dirty="0" smtClean="0"/>
            <a:t>«</a:t>
          </a:r>
          <a:r>
            <a:rPr lang="nb-NO" sz="1800" kern="1200" dirty="0" err="1" smtClean="0"/>
            <a:t>managed</a:t>
          </a:r>
          <a:r>
            <a:rPr lang="nb-NO" sz="1800" kern="1200" dirty="0" smtClean="0"/>
            <a:t> </a:t>
          </a:r>
          <a:r>
            <a:rPr lang="nb-NO" sz="1800" kern="1200" dirty="0" err="1" smtClean="0"/>
            <a:t>scale</a:t>
          </a:r>
          <a:r>
            <a:rPr lang="nb-NO" sz="1800" kern="1200" dirty="0" smtClean="0"/>
            <a:t> </a:t>
          </a:r>
          <a:r>
            <a:rPr lang="nb-NO" sz="1800" kern="1200" dirty="0" err="1" smtClean="0"/>
            <a:t>representation</a:t>
          </a:r>
          <a:r>
            <a:rPr lang="nb-NO" sz="1800" kern="1200" dirty="0" smtClean="0"/>
            <a:t>» </a:t>
          </a:r>
          <a:endParaRPr lang="nb-NO" sz="1800" kern="1200" dirty="0"/>
        </a:p>
      </dsp:txBody>
      <dsp:txXfrm>
        <a:off x="11" y="0"/>
        <a:ext cx="2556076" cy="1262799"/>
      </dsp:txXfrm>
    </dsp:sp>
    <dsp:sp modelId="{D1660173-E89D-42DF-91C2-C1B3CD197DD2}">
      <dsp:nvSpPr>
        <dsp:cNvPr id="0" name=""/>
        <dsp:cNvSpPr/>
      </dsp:nvSpPr>
      <dsp:spPr>
        <a:xfrm>
          <a:off x="221402" y="2108241"/>
          <a:ext cx="2174546" cy="1087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000" kern="1200" dirty="0" smtClean="0">
              <a:latin typeface="Calibri" panose="020F0502020204030204" pitchFamily="34" charset="0"/>
            </a:rPr>
            <a:t>«</a:t>
          </a:r>
          <a:r>
            <a:rPr lang="nb-NO" sz="2000" kern="1200" dirty="0" err="1" smtClean="0">
              <a:latin typeface="Calibri" panose="020F0502020204030204" pitchFamily="34" charset="0"/>
            </a:rPr>
            <a:t>Scale</a:t>
          </a:r>
          <a:r>
            <a:rPr lang="nb-NO" sz="2000" kern="1200" dirty="0" smtClean="0">
              <a:latin typeface="Calibri" panose="020F0502020204030204" pitchFamily="34" charset="0"/>
            </a:rPr>
            <a:t> </a:t>
          </a:r>
          <a:r>
            <a:rPr lang="nb-NO" sz="2000" kern="1200" dirty="0" err="1" smtClean="0">
              <a:latin typeface="Calibri" panose="020F0502020204030204" pitchFamily="34" charset="0"/>
            </a:rPr>
            <a:t>dimension</a:t>
          </a:r>
          <a:r>
            <a:rPr lang="nb-NO" sz="2000" kern="1200" dirty="0" smtClean="0">
              <a:latin typeface="Calibri" panose="020F0502020204030204" pitchFamily="34" charset="0"/>
            </a:rPr>
            <a:t>»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000" kern="1200" dirty="0" smtClean="0">
              <a:latin typeface="Calibri" panose="020F0502020204030204" pitchFamily="34" charset="0"/>
            </a:rPr>
            <a:t>RANGE</a:t>
          </a:r>
          <a:endParaRPr lang="nb-NO" sz="2000" kern="1200" dirty="0">
            <a:latin typeface="Calibri" panose="020F0502020204030204" pitchFamily="34" charset="0"/>
          </a:endParaRPr>
        </a:p>
      </dsp:txBody>
      <dsp:txXfrm>
        <a:off x="253247" y="2140086"/>
        <a:ext cx="2110856" cy="1023583"/>
      </dsp:txXfrm>
    </dsp:sp>
    <dsp:sp modelId="{8804493F-5EF7-4424-83D7-857A79864130}">
      <dsp:nvSpPr>
        <dsp:cNvPr id="0" name=""/>
        <dsp:cNvSpPr/>
      </dsp:nvSpPr>
      <dsp:spPr>
        <a:xfrm rot="19457599">
          <a:off x="2295266" y="2316040"/>
          <a:ext cx="1071185" cy="46494"/>
        </a:xfrm>
        <a:custGeom>
          <a:avLst/>
          <a:gdLst/>
          <a:ahLst/>
          <a:cxnLst/>
          <a:rect l="0" t="0" r="0" b="0"/>
          <a:pathLst>
            <a:path>
              <a:moveTo>
                <a:pt x="0" y="23247"/>
              </a:moveTo>
              <a:lnTo>
                <a:pt x="1071185" y="23247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b-NO" sz="400" kern="1200"/>
        </a:p>
      </dsp:txBody>
      <dsp:txXfrm>
        <a:off x="2804079" y="2312507"/>
        <a:ext cx="53559" cy="53559"/>
      </dsp:txXfrm>
    </dsp:sp>
    <dsp:sp modelId="{D4FD4D48-FD5F-46C3-82C4-2161FBBB87AD}">
      <dsp:nvSpPr>
        <dsp:cNvPr id="0" name=""/>
        <dsp:cNvSpPr/>
      </dsp:nvSpPr>
      <dsp:spPr>
        <a:xfrm>
          <a:off x="3265768" y="1483059"/>
          <a:ext cx="2174546" cy="1087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000" kern="1200" dirty="0" err="1" smtClean="0">
              <a:latin typeface="Calibri" panose="020F0502020204030204" pitchFamily="34" charset="0"/>
            </a:rPr>
            <a:t>Low</a:t>
          </a:r>
          <a:endParaRPr lang="nb-NO" sz="2000" kern="1200" dirty="0" smtClean="0">
            <a:latin typeface="Calibri" panose="020F0502020204030204" pitchFamily="34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000" kern="1200" dirty="0" smtClean="0">
              <a:latin typeface="Calibri" panose="020F0502020204030204" pitchFamily="34" charset="0"/>
            </a:rPr>
            <a:t>CODE</a:t>
          </a:r>
          <a:endParaRPr lang="nb-NO" sz="2000" kern="1200" dirty="0">
            <a:latin typeface="Calibri" panose="020F0502020204030204" pitchFamily="34" charset="0"/>
          </a:endParaRPr>
        </a:p>
      </dsp:txBody>
      <dsp:txXfrm>
        <a:off x="3297613" y="1514904"/>
        <a:ext cx="2110856" cy="1023583"/>
      </dsp:txXfrm>
    </dsp:sp>
    <dsp:sp modelId="{3CEC1D53-1DD7-418C-A10A-C61CF4CBAB63}">
      <dsp:nvSpPr>
        <dsp:cNvPr id="0" name=""/>
        <dsp:cNvSpPr/>
      </dsp:nvSpPr>
      <dsp:spPr>
        <a:xfrm rot="2142401">
          <a:off x="2295266" y="2941222"/>
          <a:ext cx="1071185" cy="46494"/>
        </a:xfrm>
        <a:custGeom>
          <a:avLst/>
          <a:gdLst/>
          <a:ahLst/>
          <a:cxnLst/>
          <a:rect l="0" t="0" r="0" b="0"/>
          <a:pathLst>
            <a:path>
              <a:moveTo>
                <a:pt x="0" y="23247"/>
              </a:moveTo>
              <a:lnTo>
                <a:pt x="1071185" y="23247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b-NO" sz="400" kern="1200"/>
        </a:p>
      </dsp:txBody>
      <dsp:txXfrm>
        <a:off x="2804079" y="2937690"/>
        <a:ext cx="53559" cy="53559"/>
      </dsp:txXfrm>
    </dsp:sp>
    <dsp:sp modelId="{43699960-7B06-413D-B621-3D94C9537BC7}">
      <dsp:nvSpPr>
        <dsp:cNvPr id="0" name=""/>
        <dsp:cNvSpPr/>
      </dsp:nvSpPr>
      <dsp:spPr>
        <a:xfrm>
          <a:off x="3265768" y="2733424"/>
          <a:ext cx="2174546" cy="1087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000" kern="1200" dirty="0" smtClean="0">
              <a:latin typeface="Calibri" panose="020F0502020204030204" pitchFamily="34" charset="0"/>
            </a:rPr>
            <a:t>High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000" kern="1200" dirty="0" smtClean="0">
              <a:latin typeface="Calibri" panose="020F0502020204030204" pitchFamily="34" charset="0"/>
            </a:rPr>
            <a:t>CODE</a:t>
          </a:r>
          <a:endParaRPr lang="nb-NO" sz="2000" kern="1200" dirty="0">
            <a:latin typeface="Calibri" panose="020F0502020204030204" pitchFamily="34" charset="0"/>
          </a:endParaRPr>
        </a:p>
      </dsp:txBody>
      <dsp:txXfrm>
        <a:off x="3297613" y="2765269"/>
        <a:ext cx="2110856" cy="10235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DC818F-A8D0-4A18-BD17-5F533CD91A16}">
      <dsp:nvSpPr>
        <dsp:cNvPr id="0" name=""/>
        <dsp:cNvSpPr/>
      </dsp:nvSpPr>
      <dsp:spPr>
        <a:xfrm>
          <a:off x="4313508" y="0"/>
          <a:ext cx="1609722" cy="452596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25400">
          <a:solidFill>
            <a:schemeClr val="accent6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1400" kern="1200" dirty="0" err="1" smtClean="0"/>
            <a:t>Categories</a:t>
          </a:r>
          <a:endParaRPr lang="nb-NO" sz="1400" kern="1200" dirty="0"/>
        </a:p>
      </dsp:txBody>
      <dsp:txXfrm>
        <a:off x="4313508" y="0"/>
        <a:ext cx="1609722" cy="1357788"/>
      </dsp:txXfrm>
    </dsp:sp>
    <dsp:sp modelId="{7FA62F59-1F7D-4CAE-8080-B5BE6A9A2E1D}">
      <dsp:nvSpPr>
        <dsp:cNvPr id="0" name=""/>
        <dsp:cNvSpPr/>
      </dsp:nvSpPr>
      <dsp:spPr>
        <a:xfrm>
          <a:off x="2435498" y="0"/>
          <a:ext cx="1609722" cy="452596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25400">
          <a:solidFill>
            <a:schemeClr val="accent6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1400" kern="1200" dirty="0" err="1" smtClean="0"/>
            <a:t>Category</a:t>
          </a:r>
          <a:r>
            <a:rPr lang="nb-NO" sz="1400" kern="1200" dirty="0" smtClean="0"/>
            <a:t> Groups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1400" kern="1200" dirty="0" smtClean="0"/>
            <a:t>(</a:t>
          </a:r>
          <a:r>
            <a:rPr lang="nb-NO" sz="1400" kern="1200" dirty="0" err="1" smtClean="0"/>
            <a:t>managed</a:t>
          </a:r>
          <a:r>
            <a:rPr lang="nb-NO" sz="1400" kern="1200" dirty="0" smtClean="0"/>
            <a:t> </a:t>
          </a:r>
          <a:r>
            <a:rPr lang="nb-NO" sz="1400" kern="1200" dirty="0" err="1" smtClean="0"/>
            <a:t>representation</a:t>
          </a:r>
          <a:r>
            <a:rPr lang="nb-NO" sz="1400" kern="1200" dirty="0" smtClean="0"/>
            <a:t>) </a:t>
          </a:r>
          <a:endParaRPr lang="nb-NO" sz="1400" kern="1200" dirty="0"/>
        </a:p>
      </dsp:txBody>
      <dsp:txXfrm>
        <a:off x="2435498" y="0"/>
        <a:ext cx="1609722" cy="1357788"/>
      </dsp:txXfrm>
    </dsp:sp>
    <dsp:sp modelId="{B3A14DD5-DE0D-4ED8-9FB6-AEA88883ED9C}">
      <dsp:nvSpPr>
        <dsp:cNvPr id="0" name=""/>
        <dsp:cNvSpPr/>
      </dsp:nvSpPr>
      <dsp:spPr>
        <a:xfrm>
          <a:off x="504062" y="0"/>
          <a:ext cx="1609722" cy="452596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25400">
          <a:solidFill>
            <a:schemeClr val="accent6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1400" kern="1200" dirty="0" err="1" smtClean="0">
              <a:latin typeface="Calibri" panose="020F0502020204030204" pitchFamily="34" charset="0"/>
            </a:rPr>
            <a:t>Category</a:t>
          </a:r>
          <a:r>
            <a:rPr lang="nb-NO" sz="1400" kern="1200" dirty="0" smtClean="0"/>
            <a:t> </a:t>
          </a:r>
          <a:r>
            <a:rPr lang="nb-NO" sz="1400" kern="1200" dirty="0" err="1" smtClean="0"/>
            <a:t>Roots</a:t>
          </a:r>
          <a:endParaRPr lang="nb-NO" sz="1400" kern="1200" dirty="0" smtClean="0"/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1400" kern="1200" dirty="0" smtClean="0"/>
            <a:t>(</a:t>
          </a:r>
          <a:r>
            <a:rPr lang="nb-NO" sz="1400" kern="1200" dirty="0" err="1" smtClean="0"/>
            <a:t>managed</a:t>
          </a:r>
          <a:r>
            <a:rPr lang="nb-NO" sz="1400" kern="1200" dirty="0" smtClean="0"/>
            <a:t> </a:t>
          </a:r>
          <a:r>
            <a:rPr lang="nb-NO" sz="1400" kern="1200" dirty="0" err="1" smtClean="0"/>
            <a:t>representation</a:t>
          </a:r>
          <a:r>
            <a:rPr lang="nb-NO" sz="1400" kern="1200" dirty="0" smtClean="0"/>
            <a:t>)</a:t>
          </a:r>
          <a:endParaRPr lang="nb-NO" sz="1400" kern="1200" dirty="0"/>
        </a:p>
      </dsp:txBody>
      <dsp:txXfrm>
        <a:off x="504062" y="0"/>
        <a:ext cx="1609722" cy="1357788"/>
      </dsp:txXfrm>
    </dsp:sp>
    <dsp:sp modelId="{E5FD18D9-6D62-41CD-B8D8-761F3212D1C7}">
      <dsp:nvSpPr>
        <dsp:cNvPr id="0" name=""/>
        <dsp:cNvSpPr/>
      </dsp:nvSpPr>
      <dsp:spPr>
        <a:xfrm>
          <a:off x="691632" y="2515997"/>
          <a:ext cx="1341435" cy="670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«</a:t>
          </a:r>
          <a:r>
            <a:rPr lang="nb-NO" sz="900" kern="1200" dirty="0" err="1" smtClean="0"/>
            <a:t>Scale</a:t>
          </a:r>
          <a:r>
            <a:rPr lang="nb-NO" sz="900" kern="1200" dirty="0" smtClean="0"/>
            <a:t>/</a:t>
          </a:r>
          <a:r>
            <a:rPr lang="nb-NO" sz="900" kern="1200" dirty="0" err="1" smtClean="0"/>
            <a:t>MissingCodes</a:t>
          </a:r>
          <a:r>
            <a:rPr lang="nb-NO" sz="900" kern="1200" dirty="0" smtClean="0"/>
            <a:t>»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MIXED</a:t>
          </a:r>
          <a:endParaRPr lang="nb-NO" sz="900" kern="1200" dirty="0"/>
        </a:p>
      </dsp:txBody>
      <dsp:txXfrm>
        <a:off x="711277" y="2535642"/>
        <a:ext cx="1302145" cy="631427"/>
      </dsp:txXfrm>
    </dsp:sp>
    <dsp:sp modelId="{6F38C737-7A75-4AC8-B087-4C55F15C3ADF}">
      <dsp:nvSpPr>
        <dsp:cNvPr id="0" name=""/>
        <dsp:cNvSpPr/>
      </dsp:nvSpPr>
      <dsp:spPr>
        <a:xfrm rot="18289469">
          <a:off x="1831553" y="2452356"/>
          <a:ext cx="939603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939603" y="13337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b-NO" sz="500" kern="1200"/>
        </a:p>
      </dsp:txBody>
      <dsp:txXfrm>
        <a:off x="2277865" y="2442203"/>
        <a:ext cx="46980" cy="46980"/>
      </dsp:txXfrm>
    </dsp:sp>
    <dsp:sp modelId="{4333CA0B-D56B-4E56-B0E2-22CBA01F5A1C}">
      <dsp:nvSpPr>
        <dsp:cNvPr id="0" name=""/>
        <dsp:cNvSpPr/>
      </dsp:nvSpPr>
      <dsp:spPr>
        <a:xfrm>
          <a:off x="2569642" y="1744672"/>
          <a:ext cx="1341435" cy="670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«</a:t>
          </a:r>
          <a:r>
            <a:rPr lang="nb-NO" sz="900" kern="1200" dirty="0" err="1" smtClean="0"/>
            <a:t>MissingCodes</a:t>
          </a:r>
          <a:r>
            <a:rPr lang="nb-NO" sz="900" kern="1200" dirty="0" smtClean="0"/>
            <a:t>»</a:t>
          </a:r>
          <a:br>
            <a:rPr lang="nb-NO" sz="900" kern="1200" dirty="0" smtClean="0"/>
          </a:br>
          <a:r>
            <a:rPr lang="nb-NO" sz="900" kern="1200" dirty="0" smtClean="0"/>
            <a:t>MULTIPLE_SINGLE</a:t>
          </a:r>
          <a:endParaRPr lang="nb-NO" sz="900" kern="1200" dirty="0"/>
        </a:p>
      </dsp:txBody>
      <dsp:txXfrm>
        <a:off x="2589287" y="1764317"/>
        <a:ext cx="1302145" cy="631427"/>
      </dsp:txXfrm>
    </dsp:sp>
    <dsp:sp modelId="{96C81683-BC9F-48F2-A252-E89D79AE0D9A}">
      <dsp:nvSpPr>
        <dsp:cNvPr id="0" name=""/>
        <dsp:cNvSpPr/>
      </dsp:nvSpPr>
      <dsp:spPr>
        <a:xfrm rot="19457599">
          <a:off x="3848968" y="1873862"/>
          <a:ext cx="660793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660793" y="13337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b-NO" sz="500" kern="1200"/>
        </a:p>
      </dsp:txBody>
      <dsp:txXfrm>
        <a:off x="4162844" y="1870680"/>
        <a:ext cx="33039" cy="33039"/>
      </dsp:txXfrm>
    </dsp:sp>
    <dsp:sp modelId="{C196F916-DD17-4575-891E-77B22CF6A1A0}">
      <dsp:nvSpPr>
        <dsp:cNvPr id="0" name=""/>
        <dsp:cNvSpPr/>
      </dsp:nvSpPr>
      <dsp:spPr>
        <a:xfrm>
          <a:off x="4447651" y="1359009"/>
          <a:ext cx="1341435" cy="670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«</a:t>
          </a:r>
          <a:r>
            <a:rPr lang="nb-NO" sz="900" kern="1200" dirty="0" err="1" smtClean="0"/>
            <a:t>Don’t</a:t>
          </a:r>
          <a:r>
            <a:rPr lang="nb-NO" sz="900" kern="1200" dirty="0" smtClean="0"/>
            <a:t> </a:t>
          </a:r>
          <a:r>
            <a:rPr lang="nb-NO" sz="900" kern="1200" dirty="0" err="1" smtClean="0"/>
            <a:t>Know</a:t>
          </a:r>
          <a:r>
            <a:rPr lang="nb-NO" sz="900" kern="1200" dirty="0" smtClean="0"/>
            <a:t>»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CODE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(</a:t>
          </a:r>
          <a:r>
            <a:rPr lang="nb-NO" sz="900" kern="1200" dirty="0" err="1" smtClean="0"/>
            <a:t>value</a:t>
          </a:r>
          <a:r>
            <a:rPr lang="nb-NO" sz="900" kern="1200" dirty="0" smtClean="0"/>
            <a:t> 88)</a:t>
          </a:r>
          <a:endParaRPr lang="nb-NO" sz="900" kern="1200" dirty="0"/>
        </a:p>
      </dsp:txBody>
      <dsp:txXfrm>
        <a:off x="4467296" y="1378654"/>
        <a:ext cx="1302145" cy="631427"/>
      </dsp:txXfrm>
    </dsp:sp>
    <dsp:sp modelId="{7373569D-21E3-4A10-9EE3-6C9A58775FF0}">
      <dsp:nvSpPr>
        <dsp:cNvPr id="0" name=""/>
        <dsp:cNvSpPr/>
      </dsp:nvSpPr>
      <dsp:spPr>
        <a:xfrm rot="2142401">
          <a:off x="3848968" y="2259525"/>
          <a:ext cx="660793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660793" y="13337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b-NO" sz="500" kern="1200"/>
        </a:p>
      </dsp:txBody>
      <dsp:txXfrm>
        <a:off x="4162844" y="2256342"/>
        <a:ext cx="33039" cy="33039"/>
      </dsp:txXfrm>
    </dsp:sp>
    <dsp:sp modelId="{B8C378D3-F297-4C59-A6EB-275178513887}">
      <dsp:nvSpPr>
        <dsp:cNvPr id="0" name=""/>
        <dsp:cNvSpPr/>
      </dsp:nvSpPr>
      <dsp:spPr>
        <a:xfrm>
          <a:off x="4447651" y="2130335"/>
          <a:ext cx="1341435" cy="670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«Not </a:t>
          </a:r>
          <a:r>
            <a:rPr lang="nb-NO" sz="900" kern="1200" dirty="0" err="1" smtClean="0"/>
            <a:t>applicable</a:t>
          </a:r>
          <a:r>
            <a:rPr lang="nb-NO" sz="900" kern="1200" dirty="0" smtClean="0"/>
            <a:t>»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CODE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(</a:t>
          </a:r>
          <a:r>
            <a:rPr lang="nb-NO" sz="900" kern="1200" dirty="0" err="1" smtClean="0"/>
            <a:t>value</a:t>
          </a:r>
          <a:r>
            <a:rPr lang="nb-NO" sz="900" kern="1200" dirty="0" smtClean="0"/>
            <a:t> 66)</a:t>
          </a:r>
          <a:endParaRPr lang="nb-NO" sz="900" kern="1200" dirty="0"/>
        </a:p>
      </dsp:txBody>
      <dsp:txXfrm>
        <a:off x="4467296" y="2149980"/>
        <a:ext cx="1302145" cy="631427"/>
      </dsp:txXfrm>
    </dsp:sp>
    <dsp:sp modelId="{B54F4959-0E86-4C3E-9864-9B7B4A25FF34}">
      <dsp:nvSpPr>
        <dsp:cNvPr id="0" name=""/>
        <dsp:cNvSpPr/>
      </dsp:nvSpPr>
      <dsp:spPr>
        <a:xfrm rot="3310531">
          <a:off x="1831553" y="3223681"/>
          <a:ext cx="939603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939603" y="13337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b-NO" sz="500" kern="1200"/>
        </a:p>
      </dsp:txBody>
      <dsp:txXfrm>
        <a:off x="2277865" y="3213529"/>
        <a:ext cx="46980" cy="46980"/>
      </dsp:txXfrm>
    </dsp:sp>
    <dsp:sp modelId="{B98FEDDE-26E9-4588-92B2-AD79530DE80B}">
      <dsp:nvSpPr>
        <dsp:cNvPr id="0" name=""/>
        <dsp:cNvSpPr/>
      </dsp:nvSpPr>
      <dsp:spPr>
        <a:xfrm>
          <a:off x="2569642" y="3287323"/>
          <a:ext cx="1341435" cy="670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«</a:t>
          </a:r>
          <a:r>
            <a:rPr lang="nb-NO" sz="900" kern="1200" dirty="0" err="1" smtClean="0"/>
            <a:t>Scale</a:t>
          </a:r>
          <a:r>
            <a:rPr lang="nb-NO" sz="900" kern="1200" dirty="0" smtClean="0"/>
            <a:t> </a:t>
          </a:r>
          <a:r>
            <a:rPr lang="nb-NO" sz="900" kern="1200" dirty="0" err="1" smtClean="0"/>
            <a:t>dimension</a:t>
          </a:r>
          <a:r>
            <a:rPr lang="nb-NO" sz="900" kern="1200" dirty="0" smtClean="0"/>
            <a:t>»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RANGE</a:t>
          </a:r>
          <a:endParaRPr lang="nb-NO" sz="900" kern="1200" dirty="0"/>
        </a:p>
      </dsp:txBody>
      <dsp:txXfrm>
        <a:off x="2589287" y="3306968"/>
        <a:ext cx="1302145" cy="631427"/>
      </dsp:txXfrm>
    </dsp:sp>
    <dsp:sp modelId="{8804493F-5EF7-4424-83D7-857A79864130}">
      <dsp:nvSpPr>
        <dsp:cNvPr id="0" name=""/>
        <dsp:cNvSpPr/>
      </dsp:nvSpPr>
      <dsp:spPr>
        <a:xfrm rot="19457599">
          <a:off x="3848968" y="3416513"/>
          <a:ext cx="660793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660793" y="13337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b-NO" sz="500" kern="1200"/>
        </a:p>
      </dsp:txBody>
      <dsp:txXfrm>
        <a:off x="4162844" y="3413330"/>
        <a:ext cx="33039" cy="33039"/>
      </dsp:txXfrm>
    </dsp:sp>
    <dsp:sp modelId="{D4FD4D48-FD5F-46C3-82C4-2161FBBB87AD}">
      <dsp:nvSpPr>
        <dsp:cNvPr id="0" name=""/>
        <dsp:cNvSpPr/>
      </dsp:nvSpPr>
      <dsp:spPr>
        <a:xfrm>
          <a:off x="4447651" y="2901660"/>
          <a:ext cx="1341435" cy="670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err="1" smtClean="0"/>
            <a:t>Low</a:t>
          </a:r>
          <a:endParaRPr lang="nb-NO" sz="900" kern="1200" dirty="0" smtClean="0"/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CODE</a:t>
          </a:r>
          <a:br>
            <a:rPr lang="nb-NO" sz="900" kern="1200" dirty="0" smtClean="0"/>
          </a:br>
          <a:r>
            <a:rPr lang="nb-NO" sz="900" kern="1200" dirty="0" smtClean="0"/>
            <a:t>(</a:t>
          </a:r>
          <a:r>
            <a:rPr lang="nb-NO" sz="900" kern="1200" dirty="0" err="1" smtClean="0"/>
            <a:t>value</a:t>
          </a:r>
          <a:r>
            <a:rPr lang="nb-NO" sz="900" kern="1200" dirty="0" smtClean="0"/>
            <a:t> 1)</a:t>
          </a:r>
          <a:endParaRPr lang="nb-NO" sz="900" kern="1200" dirty="0"/>
        </a:p>
      </dsp:txBody>
      <dsp:txXfrm>
        <a:off x="4467296" y="2921305"/>
        <a:ext cx="1302145" cy="631427"/>
      </dsp:txXfrm>
    </dsp:sp>
    <dsp:sp modelId="{3CEC1D53-1DD7-418C-A10A-C61CF4CBAB63}">
      <dsp:nvSpPr>
        <dsp:cNvPr id="0" name=""/>
        <dsp:cNvSpPr/>
      </dsp:nvSpPr>
      <dsp:spPr>
        <a:xfrm rot="2142401">
          <a:off x="3848968" y="3802175"/>
          <a:ext cx="660793" cy="26674"/>
        </a:xfrm>
        <a:custGeom>
          <a:avLst/>
          <a:gdLst/>
          <a:ahLst/>
          <a:cxnLst/>
          <a:rect l="0" t="0" r="0" b="0"/>
          <a:pathLst>
            <a:path>
              <a:moveTo>
                <a:pt x="0" y="13337"/>
              </a:moveTo>
              <a:lnTo>
                <a:pt x="660793" y="13337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b-NO" sz="500" kern="1200"/>
        </a:p>
      </dsp:txBody>
      <dsp:txXfrm>
        <a:off x="4162844" y="3798993"/>
        <a:ext cx="33039" cy="33039"/>
      </dsp:txXfrm>
    </dsp:sp>
    <dsp:sp modelId="{43699960-7B06-413D-B621-3D94C9537BC7}">
      <dsp:nvSpPr>
        <dsp:cNvPr id="0" name=""/>
        <dsp:cNvSpPr/>
      </dsp:nvSpPr>
      <dsp:spPr>
        <a:xfrm>
          <a:off x="4447651" y="3672985"/>
          <a:ext cx="1341435" cy="670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High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900" kern="1200" dirty="0" smtClean="0"/>
            <a:t>CODE</a:t>
          </a:r>
          <a:br>
            <a:rPr lang="nb-NO" sz="900" kern="1200" dirty="0" smtClean="0"/>
          </a:br>
          <a:r>
            <a:rPr lang="nb-NO" sz="900" kern="1200" dirty="0" smtClean="0"/>
            <a:t>(</a:t>
          </a:r>
          <a:r>
            <a:rPr lang="nb-NO" sz="900" kern="1200" dirty="0" err="1" smtClean="0"/>
            <a:t>value</a:t>
          </a:r>
          <a:r>
            <a:rPr lang="nb-NO" sz="900" kern="1200" dirty="0" smtClean="0"/>
            <a:t> 9)</a:t>
          </a:r>
          <a:endParaRPr lang="nb-NO" sz="900" kern="1200" dirty="0"/>
        </a:p>
      </dsp:txBody>
      <dsp:txXfrm>
        <a:off x="4467296" y="3692630"/>
        <a:ext cx="1302145" cy="6314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4B1DF-A40C-410C-8FFA-A6E72C52EE4E}">
      <dsp:nvSpPr>
        <dsp:cNvPr id="0" name=""/>
        <dsp:cNvSpPr/>
      </dsp:nvSpPr>
      <dsp:spPr>
        <a:xfrm>
          <a:off x="0" y="0"/>
          <a:ext cx="4281339" cy="4281339"/>
        </a:xfrm>
        <a:prstGeom prst="pie">
          <a:avLst>
            <a:gd name="adj1" fmla="val 5400000"/>
            <a:gd name="adj2" fmla="val 1620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</dsp:sp>
    <dsp:sp modelId="{5E4011CD-2BA5-4EF4-AD2D-735A86C13B22}">
      <dsp:nvSpPr>
        <dsp:cNvPr id="0" name=""/>
        <dsp:cNvSpPr/>
      </dsp:nvSpPr>
      <dsp:spPr>
        <a:xfrm>
          <a:off x="2140669" y="0"/>
          <a:ext cx="6088930" cy="4281339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600" kern="1200" dirty="0" err="1" smtClean="0">
              <a:latin typeface="Calibri" panose="020F0502020204030204" pitchFamily="34" charset="0"/>
            </a:rPr>
            <a:t>Study</a:t>
          </a:r>
          <a:endParaRPr lang="nb-NO" sz="2600" kern="1200" dirty="0">
            <a:latin typeface="Calibri" panose="020F0502020204030204" pitchFamily="34" charset="0"/>
          </a:endParaRPr>
        </a:p>
      </dsp:txBody>
      <dsp:txXfrm>
        <a:off x="2140669" y="0"/>
        <a:ext cx="3044465" cy="1284404"/>
      </dsp:txXfrm>
    </dsp:sp>
    <dsp:sp modelId="{A920ABAF-1926-4826-93BF-7AD7F44A1AD7}">
      <dsp:nvSpPr>
        <dsp:cNvPr id="0" name=""/>
        <dsp:cNvSpPr/>
      </dsp:nvSpPr>
      <dsp:spPr>
        <a:xfrm>
          <a:off x="749235" y="1284404"/>
          <a:ext cx="2782867" cy="2782867"/>
        </a:xfrm>
        <a:prstGeom prst="pie">
          <a:avLst>
            <a:gd name="adj1" fmla="val 5400000"/>
            <a:gd name="adj2" fmla="val 1620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</dsp:sp>
    <dsp:sp modelId="{AB6EC5E0-A37E-47EE-8A28-B2311B38730D}">
      <dsp:nvSpPr>
        <dsp:cNvPr id="0" name=""/>
        <dsp:cNvSpPr/>
      </dsp:nvSpPr>
      <dsp:spPr>
        <a:xfrm>
          <a:off x="2140669" y="1284404"/>
          <a:ext cx="6088930" cy="2782867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600" kern="1200" dirty="0" err="1" smtClean="0">
              <a:latin typeface="Calibri" panose="020F0502020204030204" pitchFamily="34" charset="0"/>
            </a:rPr>
            <a:t>AbstractEntityAudit</a:t>
          </a:r>
          <a:endParaRPr lang="nb-NO" sz="2600" kern="1200" dirty="0">
            <a:latin typeface="Calibri" panose="020F0502020204030204" pitchFamily="34" charset="0"/>
          </a:endParaRPr>
        </a:p>
      </dsp:txBody>
      <dsp:txXfrm>
        <a:off x="2140669" y="1284404"/>
        <a:ext cx="3044465" cy="1284400"/>
      </dsp:txXfrm>
    </dsp:sp>
    <dsp:sp modelId="{04680D0D-BE5F-4EDA-B0E7-D3F367743DDB}">
      <dsp:nvSpPr>
        <dsp:cNvPr id="0" name=""/>
        <dsp:cNvSpPr/>
      </dsp:nvSpPr>
      <dsp:spPr>
        <a:xfrm>
          <a:off x="1498469" y="2568804"/>
          <a:ext cx="1284400" cy="1284400"/>
        </a:xfrm>
        <a:prstGeom prst="pie">
          <a:avLst>
            <a:gd name="adj1" fmla="val 5400000"/>
            <a:gd name="adj2" fmla="val 16200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</dsp:sp>
    <dsp:sp modelId="{4C7E0201-4196-4971-A26C-E32502CEDD4C}">
      <dsp:nvSpPr>
        <dsp:cNvPr id="0" name=""/>
        <dsp:cNvSpPr/>
      </dsp:nvSpPr>
      <dsp:spPr>
        <a:xfrm>
          <a:off x="2140669" y="2568804"/>
          <a:ext cx="6088930" cy="12844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b-NO" sz="2600" kern="1200" smtClean="0">
              <a:latin typeface="Calibri" panose="020F0502020204030204" pitchFamily="34" charset="0"/>
            </a:rPr>
            <a:t>AbstractEntity</a:t>
          </a:r>
          <a:endParaRPr lang="nb-NO" sz="2600" kern="1200">
            <a:latin typeface="Calibri" panose="020F0502020204030204" pitchFamily="34" charset="0"/>
          </a:endParaRPr>
        </a:p>
      </dsp:txBody>
      <dsp:txXfrm>
        <a:off x="2140669" y="2568804"/>
        <a:ext cx="3044465" cy="1284400"/>
      </dsp:txXfrm>
    </dsp:sp>
    <dsp:sp modelId="{720584DF-D97B-4011-A609-57B32BDCF1AF}">
      <dsp:nvSpPr>
        <dsp:cNvPr id="0" name=""/>
        <dsp:cNvSpPr/>
      </dsp:nvSpPr>
      <dsp:spPr>
        <a:xfrm>
          <a:off x="5185134" y="0"/>
          <a:ext cx="3044465" cy="1284404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kern="1200" dirty="0" err="1" smtClean="0">
              <a:latin typeface="Calibri" panose="020F0502020204030204" pitchFamily="34" charset="0"/>
            </a:rPr>
            <a:t>Description</a:t>
          </a:r>
          <a:r>
            <a:rPr lang="nb-NO" sz="1000" kern="1200" dirty="0" smtClean="0">
              <a:latin typeface="Calibri" panose="020F0502020204030204" pitchFamily="34" charset="0"/>
            </a:rPr>
            <a:t>		</a:t>
          </a:r>
          <a:r>
            <a:rPr lang="nb-NO" sz="1000" kern="1200" dirty="0" err="1" smtClean="0">
              <a:latin typeface="Calibri" panose="020F0502020204030204" pitchFamily="34" charset="0"/>
            </a:rPr>
            <a:t>String</a:t>
          </a:r>
          <a:endParaRPr lang="nb-NO" sz="1000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i="1" kern="1200" smtClean="0">
              <a:latin typeface="Calibri" panose="020F0502020204030204" pitchFamily="34" charset="0"/>
            </a:rPr>
            <a:t>Authors		Set&lt;User&gt;</a:t>
          </a:r>
          <a:endParaRPr lang="nb-NO" sz="1000" i="1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kern="1200" dirty="0" err="1" smtClean="0">
              <a:latin typeface="Calibri" panose="020F0502020204030204" pitchFamily="34" charset="0"/>
            </a:rPr>
            <a:t>addComment</a:t>
          </a:r>
          <a:r>
            <a:rPr lang="nb-NO" sz="1000" kern="1200" dirty="0" smtClean="0">
              <a:latin typeface="Calibri" panose="020F0502020204030204" pitchFamily="34" charset="0"/>
            </a:rPr>
            <a:t>(</a:t>
          </a:r>
          <a:r>
            <a:rPr lang="nb-NO" sz="1000" kern="1200" dirty="0" err="1" smtClean="0">
              <a:latin typeface="Calibri" panose="020F0502020204030204" pitchFamily="34" charset="0"/>
            </a:rPr>
            <a:t>String</a:t>
          </a:r>
          <a:r>
            <a:rPr lang="nb-NO" sz="1000" kern="1200" dirty="0" smtClean="0">
              <a:latin typeface="Calibri" panose="020F0502020204030204" pitchFamily="34" charset="0"/>
            </a:rPr>
            <a:t>) </a:t>
          </a:r>
          <a:endParaRPr lang="nb-NO" sz="1000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i="1" kern="1200" smtClean="0">
              <a:latin typeface="Calibri" panose="020F0502020204030204" pitchFamily="34" charset="0"/>
            </a:rPr>
            <a:t>Comments		Set&lt;Comment&gt;</a:t>
          </a:r>
          <a:endParaRPr lang="nb-NO" sz="1000" i="1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i="1" kern="1200" smtClean="0">
              <a:latin typeface="Calibri" panose="020F0502020204030204" pitchFamily="34" charset="0"/>
            </a:rPr>
            <a:t>Instruments		Set&lt;Instrument&gt;</a:t>
          </a:r>
          <a:endParaRPr lang="nb-NO" sz="1000" i="1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i="1" kern="1200" smtClean="0">
              <a:latin typeface="Calibri" panose="020F0502020204030204" pitchFamily="34" charset="0"/>
            </a:rPr>
            <a:t>SurveyProgram		SurveyProgram</a:t>
          </a:r>
          <a:endParaRPr lang="nb-NO" sz="1000" i="1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i="1" kern="1200" smtClean="0">
              <a:latin typeface="Calibri" panose="020F0502020204030204" pitchFamily="34" charset="0"/>
            </a:rPr>
            <a:t>TopicGroups		Set&lt;TopicGroups&gt;</a:t>
          </a:r>
          <a:endParaRPr lang="nb-NO" sz="1000" i="1" kern="1200" dirty="0">
            <a:latin typeface="Calibri" panose="020F0502020204030204" pitchFamily="34" charset="0"/>
          </a:endParaRPr>
        </a:p>
      </dsp:txBody>
      <dsp:txXfrm>
        <a:off x="5185134" y="0"/>
        <a:ext cx="3044465" cy="1284404"/>
      </dsp:txXfrm>
    </dsp:sp>
    <dsp:sp modelId="{99716181-2EA6-4A18-A3DF-6B6889B6E71D}">
      <dsp:nvSpPr>
        <dsp:cNvPr id="0" name=""/>
        <dsp:cNvSpPr/>
      </dsp:nvSpPr>
      <dsp:spPr>
        <a:xfrm>
          <a:off x="5185134" y="1284404"/>
          <a:ext cx="3044465" cy="128440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kern="1200" dirty="0" err="1" smtClean="0">
              <a:latin typeface="Calibri" panose="020F0502020204030204" pitchFamily="34" charset="0"/>
            </a:rPr>
            <a:t>Name</a:t>
          </a:r>
          <a:r>
            <a:rPr lang="nb-NO" sz="1000" kern="1200" dirty="0" smtClean="0">
              <a:latin typeface="Calibri" panose="020F0502020204030204" pitchFamily="34" charset="0"/>
            </a:rPr>
            <a:t>			</a:t>
          </a:r>
          <a:r>
            <a:rPr lang="nb-NO" sz="1000" kern="1200" dirty="0" err="1" smtClean="0">
              <a:latin typeface="Calibri" panose="020F0502020204030204" pitchFamily="34" charset="0"/>
            </a:rPr>
            <a:t>String</a:t>
          </a:r>
          <a:endParaRPr lang="nb-NO" sz="1000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i="1" kern="1200" smtClean="0">
              <a:latin typeface="Calibri" panose="020F0502020204030204" pitchFamily="34" charset="0"/>
            </a:rPr>
            <a:t>Agency</a:t>
          </a:r>
          <a:r>
            <a:rPr lang="nb-NO" sz="1000" kern="1200" smtClean="0">
              <a:latin typeface="Calibri" panose="020F0502020204030204" pitchFamily="34" charset="0"/>
            </a:rPr>
            <a:t> 		Agency</a:t>
          </a:r>
          <a:endParaRPr lang="nb-NO" sz="1000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kern="1200" dirty="0" err="1" smtClean="0">
              <a:latin typeface="Calibri" panose="020F0502020204030204" pitchFamily="34" charset="0"/>
            </a:rPr>
            <a:t>BasedOnObject</a:t>
          </a:r>
          <a:r>
            <a:rPr lang="nb-NO" sz="1000" kern="1200" dirty="0" smtClean="0">
              <a:latin typeface="Calibri" panose="020F0502020204030204" pitchFamily="34" charset="0"/>
            </a:rPr>
            <a:t>		UUID</a:t>
          </a:r>
          <a:endParaRPr lang="nb-NO" sz="1000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kern="1200" dirty="0" err="1" smtClean="0">
              <a:latin typeface="Calibri" panose="020F0502020204030204" pitchFamily="34" charset="0"/>
            </a:rPr>
            <a:t>ChangeComment</a:t>
          </a:r>
          <a:r>
            <a:rPr lang="nb-NO" sz="1000" kern="1200" dirty="0" smtClean="0">
              <a:latin typeface="Calibri" panose="020F0502020204030204" pitchFamily="34" charset="0"/>
            </a:rPr>
            <a:t>	</a:t>
          </a:r>
          <a:r>
            <a:rPr lang="nb-NO" sz="1000" kern="1200" dirty="0" err="1" smtClean="0">
              <a:latin typeface="Calibri" panose="020F0502020204030204" pitchFamily="34" charset="0"/>
            </a:rPr>
            <a:t>String</a:t>
          </a:r>
          <a:endParaRPr lang="nb-NO" sz="1000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kern="1200" dirty="0" err="1" smtClean="0">
              <a:latin typeface="Calibri" panose="020F0502020204030204" pitchFamily="34" charset="0"/>
            </a:rPr>
            <a:t>ChangeKind</a:t>
          </a:r>
          <a:r>
            <a:rPr lang="nb-NO" sz="1000" kern="1200" dirty="0" smtClean="0">
              <a:latin typeface="Calibri" panose="020F0502020204030204" pitchFamily="34" charset="0"/>
            </a:rPr>
            <a:t>		</a:t>
          </a:r>
          <a:r>
            <a:rPr lang="nb-NO" sz="1000" kern="1200" dirty="0" err="1" smtClean="0">
              <a:latin typeface="Calibri" panose="020F0502020204030204" pitchFamily="34" charset="0"/>
            </a:rPr>
            <a:t>enum:ChangeKind</a:t>
          </a:r>
          <a:endParaRPr lang="nb-NO" sz="1000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kern="1200" dirty="0" smtClean="0">
              <a:latin typeface="Calibri" panose="020F0502020204030204" pitchFamily="34" charset="0"/>
            </a:rPr>
            <a:t>Version		</a:t>
          </a:r>
          <a:r>
            <a:rPr lang="nb-NO" sz="1000" kern="1200" dirty="0" err="1" smtClean="0">
              <a:latin typeface="Calibri" panose="020F0502020204030204" pitchFamily="34" charset="0"/>
            </a:rPr>
            <a:t>SemVer</a:t>
          </a:r>
          <a:endParaRPr lang="nb-NO" sz="1000" kern="1200" dirty="0">
            <a:latin typeface="Calibri" panose="020F0502020204030204" pitchFamily="34" charset="0"/>
          </a:endParaRPr>
        </a:p>
      </dsp:txBody>
      <dsp:txXfrm>
        <a:off x="5185134" y="1284404"/>
        <a:ext cx="3044465" cy="1284400"/>
      </dsp:txXfrm>
    </dsp:sp>
    <dsp:sp modelId="{F21EBC38-7EA6-4D64-BDF2-CC98BD1D36EA}">
      <dsp:nvSpPr>
        <dsp:cNvPr id="0" name=""/>
        <dsp:cNvSpPr/>
      </dsp:nvSpPr>
      <dsp:spPr>
        <a:xfrm>
          <a:off x="5185134" y="2568804"/>
          <a:ext cx="3044465" cy="128440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kern="1200" dirty="0" smtClean="0">
              <a:latin typeface="Calibri" panose="020F0502020204030204" pitchFamily="34" charset="0"/>
            </a:rPr>
            <a:t>Id			UUID</a:t>
          </a:r>
          <a:endParaRPr lang="nb-NO" sz="1000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kern="1200" dirty="0" err="1" smtClean="0">
              <a:latin typeface="Calibri" panose="020F0502020204030204" pitchFamily="34" charset="0"/>
            </a:rPr>
            <a:t>Created</a:t>
          </a:r>
          <a:r>
            <a:rPr lang="nb-NO" sz="1000" kern="1200" dirty="0" smtClean="0">
              <a:latin typeface="Calibri" panose="020F0502020204030204" pitchFamily="34" charset="0"/>
            </a:rPr>
            <a:t>		</a:t>
          </a:r>
          <a:r>
            <a:rPr lang="nb-NO" sz="1000" kern="1200" dirty="0" err="1" smtClean="0">
              <a:latin typeface="Calibri" panose="020F0502020204030204" pitchFamily="34" charset="0"/>
            </a:rPr>
            <a:t>DateTime</a:t>
          </a:r>
          <a:endParaRPr lang="nb-NO" sz="1000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i="1" kern="1200" smtClean="0">
              <a:latin typeface="Calibri" panose="020F0502020204030204" pitchFamily="34" charset="0"/>
            </a:rPr>
            <a:t>CreatedBy		User</a:t>
          </a:r>
          <a:endParaRPr lang="nb-NO" sz="1000" i="1" kern="1200" dirty="0">
            <a:latin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1000" kern="1200" dirty="0" err="1" smtClean="0">
              <a:latin typeface="Calibri" panose="020F0502020204030204" pitchFamily="34" charset="0"/>
            </a:rPr>
            <a:t>Updated</a:t>
          </a:r>
          <a:r>
            <a:rPr lang="nb-NO" sz="1000" kern="1200" dirty="0" smtClean="0">
              <a:latin typeface="Calibri" panose="020F0502020204030204" pitchFamily="34" charset="0"/>
            </a:rPr>
            <a:t>		</a:t>
          </a:r>
          <a:r>
            <a:rPr lang="nb-NO" sz="1000" kern="1200" dirty="0" err="1" smtClean="0">
              <a:latin typeface="Calibri" panose="020F0502020204030204" pitchFamily="34" charset="0"/>
            </a:rPr>
            <a:t>DateTime</a:t>
          </a:r>
          <a:endParaRPr lang="nb-NO" sz="1000" kern="1200" dirty="0">
            <a:latin typeface="Calibri" panose="020F0502020204030204" pitchFamily="34" charset="0"/>
          </a:endParaRPr>
        </a:p>
      </dsp:txBody>
      <dsp:txXfrm>
        <a:off x="5185134" y="2568804"/>
        <a:ext cx="3044465" cy="1284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136" cy="49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b-NO" altLang="nb-NO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7627" y="0"/>
            <a:ext cx="2918136" cy="49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nb-NO" altLang="nb-NO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02"/>
            <a:ext cx="2918136" cy="49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b-NO" altLang="nb-NO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7627" y="9374102"/>
            <a:ext cx="2918136" cy="49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0D12487-4351-46C0-AC26-3A7E14617A53}" type="slidenum">
              <a:rPr lang="nb-NO" altLang="nb-NO"/>
              <a:pPr>
                <a:defRPr/>
              </a:pPr>
              <a:t>‹#›</a:t>
            </a:fld>
            <a:endParaRPr lang="nb-NO" altLang="nb-NO"/>
          </a:p>
        </p:txBody>
      </p:sp>
    </p:spTree>
    <p:extLst>
      <p:ext uri="{BB962C8B-B14F-4D97-AF65-F5344CB8AC3E}">
        <p14:creationId xmlns:p14="http://schemas.microsoft.com/office/powerpoint/2010/main" val="1110784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136" cy="5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b-NO" altLang="nb-NO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627" y="0"/>
            <a:ext cx="2918136" cy="5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nb-NO" altLang="nb-NO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9300"/>
            <a:ext cx="4884737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7888" y="4663388"/>
            <a:ext cx="4939987" cy="4496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altLang="nb-NO" noProof="0" smtClean="0"/>
              <a:t>Klikk for å redigere tekststiler i malen</a:t>
            </a:r>
          </a:p>
          <a:p>
            <a:pPr lvl="1"/>
            <a:r>
              <a:rPr lang="nb-NO" altLang="nb-NO" noProof="0" smtClean="0"/>
              <a:t>Andre nivå</a:t>
            </a:r>
          </a:p>
          <a:p>
            <a:pPr lvl="2"/>
            <a:r>
              <a:rPr lang="nb-NO" altLang="nb-NO" noProof="0" smtClean="0"/>
              <a:t>Tredje nivå</a:t>
            </a:r>
          </a:p>
          <a:p>
            <a:pPr lvl="3"/>
            <a:r>
              <a:rPr lang="nb-NO" altLang="nb-NO" noProof="0" smtClean="0"/>
              <a:t>Fjerde nivå</a:t>
            </a:r>
          </a:p>
          <a:p>
            <a:pPr lvl="4"/>
            <a:r>
              <a:rPr lang="nb-NO" altLang="nb-NO" noProof="0" smtClean="0"/>
              <a:t>Femte nivå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0387"/>
            <a:ext cx="2918136" cy="41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b-NO" altLang="nb-NO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627" y="9410387"/>
            <a:ext cx="2918136" cy="41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8E83B2-FA99-44B1-821F-EF43E0975A13}" type="slidenum">
              <a:rPr lang="nb-NO" altLang="nb-NO"/>
              <a:pPr>
                <a:defRPr/>
              </a:pPr>
              <a:t>‹#›</a:t>
            </a:fld>
            <a:endParaRPr lang="nb-NO" altLang="nb-NO"/>
          </a:p>
        </p:txBody>
      </p:sp>
    </p:spTree>
    <p:extLst>
      <p:ext uri="{BB962C8B-B14F-4D97-AF65-F5344CB8AC3E}">
        <p14:creationId xmlns:p14="http://schemas.microsoft.com/office/powerpoint/2010/main" val="17754334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Plassholder for notat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nb-NO" altLang="nb-NO" smtClean="0"/>
          </a:p>
        </p:txBody>
      </p:sp>
      <p:sp>
        <p:nvSpPr>
          <p:cNvPr id="12292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37378" indent="-28360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34428" indent="-22688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88199" indent="-22688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41970" indent="-22688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95741" indent="-22688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49512" indent="-22688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03283" indent="-22688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57054" indent="-22688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A596F5E-1D45-4776-8B40-372F16836907}" type="slidenum">
              <a:rPr lang="nb-NO" altLang="nb-NO" smtClean="0"/>
              <a:pPr eaLnBrk="1" hangingPunct="1">
                <a:spcBef>
                  <a:spcPct val="0"/>
                </a:spcBef>
              </a:pPr>
              <a:t>3</a:t>
            </a:fld>
            <a:endParaRPr lang="nb-NO" altLang="nb-NO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b-NO" smtClean="0"/>
              <a:t>Klikk for å redigere undertittelstil i malen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2647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5439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144983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900113" y="1844675"/>
            <a:ext cx="3695700" cy="4708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748213" y="1844675"/>
            <a:ext cx="3695700" cy="4708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245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5364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979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70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316846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b-NO" noProof="0" smtClean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261526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6818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6584950" y="836613"/>
            <a:ext cx="1943100" cy="5716587"/>
          </a:xfrm>
        </p:spPr>
        <p:txBody>
          <a:bodyPr vert="eaVert"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755650" y="836613"/>
            <a:ext cx="5676900" cy="5716587"/>
          </a:xfrm>
        </p:spPr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12035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836613"/>
            <a:ext cx="7772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b-NO" altLang="nb-NO" smtClean="0"/>
              <a:t>Klikk for å redigere tittelstil i malen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844675"/>
            <a:ext cx="7543800" cy="470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altLang="nb-NO" smtClean="0"/>
              <a:t>å redigere tekststiler i malen</a:t>
            </a:r>
          </a:p>
          <a:p>
            <a:pPr lvl="1"/>
            <a:r>
              <a:rPr lang="nb-NO" altLang="nb-NO" smtClean="0"/>
              <a:t>Andre nivå</a:t>
            </a:r>
          </a:p>
        </p:txBody>
      </p:sp>
      <p:graphicFrame>
        <p:nvGraphicFramePr>
          <p:cNvPr id="1028" name="Object 17"/>
          <p:cNvGraphicFramePr>
            <a:graphicFrameLocks noChangeAspect="1"/>
          </p:cNvGraphicFramePr>
          <p:nvPr userDrawn="1"/>
        </p:nvGraphicFramePr>
        <p:xfrm>
          <a:off x="0" y="0"/>
          <a:ext cx="91440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Image" r:id="rId14" imgW="13968254" imgH="1168254" progId="Photoshop.Image.9">
                  <p:embed/>
                </p:oleObj>
              </mc:Choice>
              <mc:Fallback>
                <p:oleObj name="Image" r:id="rId14" imgW="13968254" imgH="1168254" progId="Photoshop.Image.9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333333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SISH/survey-tools-metadat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emf"/><Relationship Id="rId18" Type="http://schemas.openxmlformats.org/officeDocument/2006/relationships/image" Target="../media/image2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17" Type="http://schemas.openxmlformats.org/officeDocument/2006/relationships/image" Target="../media/image21.emf"/><Relationship Id="rId2" Type="http://schemas.openxmlformats.org/officeDocument/2006/relationships/image" Target="../media/image6.emf"/><Relationship Id="rId16" Type="http://schemas.openxmlformats.org/officeDocument/2006/relationships/image" Target="../media/image20.emf"/><Relationship Id="rId20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5" Type="http://schemas.openxmlformats.org/officeDocument/2006/relationships/image" Target="../media/image19.emf"/><Relationship Id="rId10" Type="http://schemas.openxmlformats.org/officeDocument/2006/relationships/image" Target="../media/image14.emf"/><Relationship Id="rId19" Type="http://schemas.openxmlformats.org/officeDocument/2006/relationships/image" Target="../media/image23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jboss.org/hibernate/core/4.1/devguide/en-US/html/ch15.html" TargetMode="External"/><Relationship Id="rId2" Type="http://schemas.openxmlformats.org/officeDocument/2006/relationships/hyperlink" Target="http://hibernate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ktangel 8"/>
          <p:cNvSpPr>
            <a:spLocks noChangeArrowheads="1"/>
          </p:cNvSpPr>
          <p:nvPr/>
        </p:nvSpPr>
        <p:spPr bwMode="auto">
          <a:xfrm>
            <a:off x="395288" y="2043113"/>
            <a:ext cx="85550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200">
                <a:solidFill>
                  <a:srgbClr val="333333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333333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b-NO" sz="2800" b="1" dirty="0">
                <a:solidFill>
                  <a:schemeClr val="tx1"/>
                </a:solidFill>
                <a:latin typeface="Calibri" pitchFamily="34" charset="0"/>
              </a:rPr>
              <a:t>The DASISH Questionnaire Design Documentation Tool: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b-NO" sz="2800" b="1" dirty="0">
                <a:solidFill>
                  <a:schemeClr val="tx1"/>
                </a:solidFill>
                <a:latin typeface="Calibri" pitchFamily="34" charset="0"/>
              </a:rPr>
              <a:t>Updates on the development of the tool</a:t>
            </a:r>
            <a:endParaRPr lang="nb-NO" altLang="nb-NO" sz="2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420688" y="3800475"/>
            <a:ext cx="7751762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de-DE" sz="20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Benjamin Beuster, Stig Norland, Hilde Orten</a:t>
            </a:r>
          </a:p>
          <a:p>
            <a:pPr>
              <a:defRPr/>
            </a:pPr>
            <a:r>
              <a:rPr lang="de-DE" sz="20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	</a:t>
            </a:r>
            <a:r>
              <a:rPr lang="de-DE" sz="2000" i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</a:rPr>
              <a:t>NSD – Norwegian Social Science Data Services</a:t>
            </a:r>
            <a:endParaRPr lang="nb-NO" sz="2000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052" name="TekstSylinder 10"/>
          <p:cNvSpPr txBox="1">
            <a:spLocks noChangeArrowheads="1"/>
          </p:cNvSpPr>
          <p:nvPr/>
        </p:nvSpPr>
        <p:spPr bwMode="auto">
          <a:xfrm>
            <a:off x="309563" y="5157788"/>
            <a:ext cx="8788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200">
                <a:solidFill>
                  <a:srgbClr val="333333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333333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b-NO" altLang="nb-NO" sz="1800">
              <a:solidFill>
                <a:schemeClr val="tx1"/>
              </a:solidFill>
              <a:latin typeface="Calibri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nb-NO" sz="1800">
                <a:solidFill>
                  <a:schemeClr val="tx1"/>
                </a:solidFill>
                <a:latin typeface="Calibri" pitchFamily="34" charset="0"/>
              </a:rPr>
              <a:t> EDDI 2015 - 7th </a:t>
            </a:r>
            <a:r>
              <a:rPr lang="nb-NO" altLang="nb-NO" sz="1800">
                <a:solidFill>
                  <a:schemeClr val="tx1"/>
                </a:solidFill>
                <a:latin typeface="Calibri" pitchFamily="34" charset="0"/>
              </a:rPr>
              <a:t>Annual European DDI User Conference</a:t>
            </a:r>
            <a:r>
              <a:rPr lang="en-US" altLang="nb-NO" sz="1800">
                <a:solidFill>
                  <a:schemeClr val="tx1"/>
                </a:solidFill>
                <a:latin typeface="Calibri" pitchFamily="34" charset="0"/>
              </a:rPr>
              <a:t>, Copenhagen, December 2 – 3 2015</a:t>
            </a:r>
            <a:endParaRPr lang="nb-NO" altLang="nb-NO" sz="180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2053" name="TekstSylinder 2"/>
          <p:cNvSpPr txBox="1">
            <a:spLocks noChangeArrowheads="1"/>
          </p:cNvSpPr>
          <p:nvPr/>
        </p:nvSpPr>
        <p:spPr bwMode="auto">
          <a:xfrm>
            <a:off x="1" y="0"/>
            <a:ext cx="9143999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200">
                <a:solidFill>
                  <a:srgbClr val="333333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333333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b-NO" altLang="nb-NO" sz="2400">
              <a:solidFill>
                <a:schemeClr val="tx1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nb-NO" altLang="nb-NO" sz="2400">
              <a:solidFill>
                <a:schemeClr val="tx1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nb-NO" altLang="nb-NO" sz="240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2054" name="Picture 4" descr="http://www.jacksonbone.co.uk/_wprs/wp-content/uploads/2015/09/0915_SER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52" b="29663"/>
          <a:stretch>
            <a:fillRect/>
          </a:stretch>
        </p:blipFill>
        <p:spPr bwMode="auto">
          <a:xfrm>
            <a:off x="5508625" y="482600"/>
            <a:ext cx="267335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2" descr="https://encrypted-tbn0.gstatic.com/images?q=tbn:ANd9GcQclKtmwGyccKR7FHInMdlA-YX4miMl8GPlQaumNM3RSrxJMM7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49" t="8099" r="2" b="-15588"/>
          <a:stretch>
            <a:fillRect/>
          </a:stretch>
        </p:blipFill>
        <p:spPr bwMode="auto">
          <a:xfrm>
            <a:off x="136525" y="0"/>
            <a:ext cx="2706688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9" descr="C:\Users\HO\Pictures\ns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454025"/>
            <a:ext cx="8524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484313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nb-NO" sz="4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Outline</a:t>
            </a:r>
            <a:endParaRPr lang="nb-NO" altLang="nb-NO" sz="4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2708275"/>
            <a:ext cx="7543800" cy="3529013"/>
          </a:xfrm>
        </p:spPr>
        <p:txBody>
          <a:bodyPr/>
          <a:lstStyle/>
          <a:p>
            <a:r>
              <a:rPr lang="en-US" altLang="nb-NO" dirty="0" smtClean="0">
                <a:solidFill>
                  <a:schemeClr val="tx1"/>
                </a:solidFill>
                <a:latin typeface="Calibri" pitchFamily="34" charset="0"/>
              </a:rPr>
              <a:t>The DASISH Questionnaire Design Documentation Tool (QDDT) and the Question Variable Database (QVDB), update</a:t>
            </a:r>
          </a:p>
          <a:p>
            <a:pPr marL="0" indent="0">
              <a:buNone/>
            </a:pPr>
            <a:endParaRPr lang="nb-NO" altLang="nb-NO" dirty="0" smtClean="0">
              <a:solidFill>
                <a:schemeClr val="tx1"/>
              </a:solidFill>
              <a:latin typeface="Calibri" pitchFamily="34" charset="0"/>
            </a:endParaRPr>
          </a:p>
          <a:p>
            <a:pPr eaLnBrk="1" hangingPunct="1"/>
            <a:r>
              <a:rPr lang="en-US" altLang="nb-NO" dirty="0" smtClean="0">
                <a:solidFill>
                  <a:schemeClr val="tx1"/>
                </a:solidFill>
                <a:latin typeface="Calibri" pitchFamily="34" charset="0"/>
              </a:rPr>
              <a:t>The Questionnaire Design Documentation Tool (QDDT)</a:t>
            </a:r>
          </a:p>
          <a:p>
            <a:pPr lvl="1" eaLnBrk="1" hangingPunct="1"/>
            <a:r>
              <a:rPr lang="en-US" altLang="nb-NO" dirty="0" smtClean="0">
                <a:solidFill>
                  <a:schemeClr val="tx1"/>
                </a:solidFill>
                <a:latin typeface="Calibri" pitchFamily="34" charset="0"/>
              </a:rPr>
              <a:t>New conceptual model (extract of conceptual model for the QVDB)</a:t>
            </a:r>
          </a:p>
          <a:p>
            <a:pPr lvl="1" eaLnBrk="1" hangingPunct="1"/>
            <a:r>
              <a:rPr lang="en-US" altLang="nb-NO" dirty="0" smtClean="0">
                <a:solidFill>
                  <a:schemeClr val="tx1"/>
                </a:solidFill>
                <a:latin typeface="Calibri" pitchFamily="34" charset="0"/>
              </a:rPr>
              <a:t>New technical approach</a:t>
            </a:r>
            <a:endParaRPr lang="nb-NO" altLang="nb-NO" dirty="0" smtClean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6404" y="1340768"/>
            <a:ext cx="8892479" cy="990600"/>
          </a:xfrm>
        </p:spPr>
        <p:txBody>
          <a:bodyPr/>
          <a:lstStyle/>
          <a:p>
            <a:r>
              <a:rPr lang="en-US" altLang="nb-NO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QDDT and QVDB</a:t>
            </a:r>
            <a:endParaRPr lang="nb-NO" altLang="nb-NO" sz="22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kstSylinder 5"/>
          <p:cNvSpPr txBox="1"/>
          <p:nvPr/>
        </p:nvSpPr>
        <p:spPr>
          <a:xfrm>
            <a:off x="338138" y="2492375"/>
            <a:ext cx="8609012" cy="3108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</a:rPr>
              <a:t>Tools for surveys under development by NSD. </a:t>
            </a:r>
          </a:p>
          <a:p>
            <a:pPr>
              <a:defRPr/>
            </a:pPr>
            <a:endParaRPr lang="en-US" sz="2000" dirty="0">
              <a:latin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</a:rPr>
              <a:t>Work on the tools started under the Data Service Infrastructure for the Social </a:t>
            </a:r>
          </a:p>
          <a:p>
            <a:pPr>
              <a:defRPr/>
            </a:pPr>
            <a:r>
              <a:rPr lang="en-US" sz="2000" dirty="0">
                <a:latin typeface="Calibri" panose="020F0502020204030204" pitchFamily="34" charset="0"/>
              </a:rPr>
              <a:t>      Sciences and Humanities (DASISH) project. It now continues under </a:t>
            </a:r>
          </a:p>
          <a:p>
            <a:pPr>
              <a:defRPr/>
            </a:pPr>
            <a:r>
              <a:rPr lang="en-US" sz="2000" dirty="0">
                <a:latin typeface="Calibri" panose="020F0502020204030204" pitchFamily="34" charset="0"/>
              </a:rPr>
              <a:t>      Synergies for Europe’s Research Infrastructure in the Social Sciences (SERISS).</a:t>
            </a:r>
          </a:p>
          <a:p>
            <a:pPr>
              <a:defRPr/>
            </a:pPr>
            <a:endParaRPr lang="en-US" sz="2000" dirty="0">
              <a:latin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</a:rPr>
              <a:t>Our work on the tools was presented at EDDI 2013 and 2014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Calibri" panose="020F0502020204030204" pitchFamily="34" charset="0"/>
              </a:rPr>
              <a:t>Material developed under DASISH is available on GitHub</a:t>
            </a:r>
            <a:endParaRPr lang="en-US" sz="1600" dirty="0">
              <a:latin typeface="Calibri" panose="020F0502020204030204" pitchFamily="34" charset="0"/>
              <a:hlinkClick r:id="rId3"/>
            </a:endParaRPr>
          </a:p>
          <a:p>
            <a:pPr>
              <a:defRPr/>
            </a:pPr>
            <a:endParaRPr lang="en-US" sz="16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Sylinder 4"/>
          <p:cNvSpPr txBox="1"/>
          <p:nvPr/>
        </p:nvSpPr>
        <p:spPr>
          <a:xfrm>
            <a:off x="357188" y="1700213"/>
            <a:ext cx="9418637" cy="5632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</a:rPr>
              <a:t>Assist large-scale survey projects in processes related to questionnaire development,</a:t>
            </a:r>
          </a:p>
          <a:p>
            <a:pPr>
              <a:defRPr/>
            </a:pPr>
            <a:r>
              <a:rPr lang="en-US" sz="1800" dirty="0">
                <a:latin typeface="Calibri" panose="020F0502020204030204" pitchFamily="34" charset="0"/>
              </a:rPr>
              <a:t>     data and metadata production, archiving and dissemination</a:t>
            </a:r>
          </a:p>
          <a:p>
            <a:pPr>
              <a:defRPr/>
            </a:pPr>
            <a:endParaRPr lang="en-US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</a:rPr>
              <a:t>Internal users:</a:t>
            </a:r>
            <a:br>
              <a:rPr lang="en-US" sz="1800" dirty="0">
                <a:latin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</a:rPr>
              <a:t>	QDDT: Document the questionnaire design process and develop questionnaires 	</a:t>
            </a:r>
          </a:p>
          <a:p>
            <a:pPr>
              <a:defRPr/>
            </a:pPr>
            <a:r>
              <a:rPr lang="en-US" sz="1800" dirty="0">
                <a:latin typeface="Calibri" panose="020F0502020204030204" pitchFamily="34" charset="0"/>
              </a:rPr>
              <a:t>	QVDB: Develop variables, standards and data products</a:t>
            </a:r>
          </a:p>
          <a:p>
            <a:pPr>
              <a:defRPr/>
            </a:pPr>
            <a:r>
              <a:rPr lang="en-US" sz="1800" dirty="0">
                <a:latin typeface="Calibri" panose="020F0502020204030204" pitchFamily="34" charset="0"/>
              </a:rPr>
              <a:t>     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</a:rPr>
              <a:t>External users:</a:t>
            </a:r>
          </a:p>
          <a:p>
            <a:pPr>
              <a:defRPr/>
            </a:pPr>
            <a:r>
              <a:rPr lang="en-US" sz="1800" dirty="0">
                <a:latin typeface="Calibri" panose="020F0502020204030204" pitchFamily="34" charset="0"/>
              </a:rPr>
              <a:t>	QDDT: </a:t>
            </a:r>
            <a:r>
              <a:rPr lang="en-GB" sz="1800" dirty="0">
                <a:latin typeface="Calibri" panose="020F0502020204030204" pitchFamily="34" charset="0"/>
              </a:rPr>
              <a:t>Understand how each item and concept was developed</a:t>
            </a:r>
            <a:r>
              <a:rPr lang="en-US" sz="1800" dirty="0">
                <a:latin typeface="Calibri" panose="020F0502020204030204" pitchFamily="34" charset="0"/>
              </a:rPr>
              <a:t> (QDDT)</a:t>
            </a:r>
          </a:p>
          <a:p>
            <a:pPr>
              <a:defRPr/>
            </a:pPr>
            <a:r>
              <a:rPr lang="en-US" sz="1800" dirty="0">
                <a:latin typeface="Calibri" panose="020F0502020204030204" pitchFamily="34" charset="0"/>
              </a:rPr>
              <a:t>	QVDB: F</a:t>
            </a:r>
            <a:r>
              <a:rPr lang="en-GB" sz="1800" dirty="0" err="1">
                <a:latin typeface="Calibri" panose="020F0502020204030204" pitchFamily="34" charset="0"/>
              </a:rPr>
              <a:t>ind</a:t>
            </a:r>
            <a:r>
              <a:rPr lang="en-GB" sz="1800" dirty="0">
                <a:latin typeface="Calibri" panose="020F0502020204030204" pitchFamily="34" charset="0"/>
              </a:rPr>
              <a:t> and reuse questions and variables (QVDB)    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</a:rPr>
              <a:t>Reusable model and code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</a:rPr>
              <a:t>Interoperability with DASISH Translation Management Tool (TMT) and other tools, </a:t>
            </a:r>
          </a:p>
          <a:p>
            <a:pPr>
              <a:defRPr/>
            </a:pPr>
            <a:r>
              <a:rPr lang="en-US" sz="1800" dirty="0">
                <a:latin typeface="Calibri" panose="020F0502020204030204" pitchFamily="34" charset="0"/>
              </a:rPr>
              <a:t>      using DDI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sz="1800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Calibri" panose="020F0502020204030204" pitchFamily="34" charset="0"/>
            </a:endParaRPr>
          </a:p>
        </p:txBody>
      </p:sp>
      <p:pic>
        <p:nvPicPr>
          <p:cNvPr id="5123" name="Bilde 8" descr="http://www.ddialliance.org/system/files/ddi-logo-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3" y="5792788"/>
            <a:ext cx="2881312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547688" y="836613"/>
            <a:ext cx="8204200" cy="990600"/>
          </a:xfrm>
        </p:spPr>
        <p:txBody>
          <a:bodyPr/>
          <a:lstStyle/>
          <a:p>
            <a:r>
              <a:rPr lang="en-US" altLang="nb-NO" sz="2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QDDT and QVDB – recap of aims</a:t>
            </a:r>
            <a:endParaRPr lang="nb-NO" altLang="nb-NO" sz="26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Sylinder 4"/>
          <p:cNvSpPr txBox="1"/>
          <p:nvPr/>
        </p:nvSpPr>
        <p:spPr>
          <a:xfrm>
            <a:off x="467544" y="2636912"/>
            <a:ext cx="8324850" cy="2584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nb-NO" sz="1800" dirty="0">
                <a:latin typeface="Calibri" panose="020F0502020204030204" pitchFamily="34" charset="0"/>
              </a:rPr>
              <a:t>A </a:t>
            </a:r>
            <a:r>
              <a:rPr lang="nb-NO" sz="1800" dirty="0" err="1">
                <a:latin typeface="Calibri" panose="020F0502020204030204" pitchFamily="34" charset="0"/>
              </a:rPr>
              <a:t>common</a:t>
            </a:r>
            <a:r>
              <a:rPr lang="nb-NO" sz="1800" dirty="0">
                <a:latin typeface="Calibri" panose="020F0502020204030204" pitchFamily="34" charset="0"/>
              </a:rPr>
              <a:t> metadata </a:t>
            </a:r>
            <a:r>
              <a:rPr lang="nb-NO" sz="1800" dirty="0" err="1">
                <a:latin typeface="Calibri" panose="020F0502020204030204" pitchFamily="34" charset="0"/>
              </a:rPr>
              <a:t>model</a:t>
            </a:r>
            <a:r>
              <a:rPr lang="nb-NO" sz="1800" dirty="0">
                <a:latin typeface="Calibri" panose="020F0502020204030204" pitchFamily="34" charset="0"/>
              </a:rPr>
              <a:t> from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three</a:t>
            </a:r>
            <a:r>
              <a:rPr lang="nb-NO" sz="1800" dirty="0">
                <a:latin typeface="Calibri" panose="020F0502020204030204" pitchFamily="34" charset="0"/>
              </a:rPr>
              <a:t> DASISH </a:t>
            </a:r>
            <a:r>
              <a:rPr lang="nb-NO" sz="1800" dirty="0" err="1" smtClean="0">
                <a:latin typeface="Calibri" panose="020F0502020204030204" pitchFamily="34" charset="0"/>
              </a:rPr>
              <a:t>tools</a:t>
            </a:r>
            <a:r>
              <a:rPr lang="nb-NO" sz="1800" dirty="0" smtClean="0">
                <a:latin typeface="Calibri" panose="020F0502020204030204" pitchFamily="34" charset="0"/>
              </a:rPr>
              <a:t>, </a:t>
            </a:r>
            <a:r>
              <a:rPr lang="nb-NO" sz="1800" dirty="0">
                <a:latin typeface="Calibri" panose="020F0502020204030204" pitchFamily="34" charset="0"/>
              </a:rPr>
              <a:t>QDDT, QVDB and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TMT</a:t>
            </a:r>
          </a:p>
          <a:p>
            <a:pPr>
              <a:defRPr/>
            </a:pPr>
            <a:endParaRPr lang="nb-NO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nb-NO" sz="1800" dirty="0" err="1">
                <a:latin typeface="Calibri" panose="020F0502020204030204" pitchFamily="34" charset="0"/>
              </a:rPr>
              <a:t>Specifications</a:t>
            </a:r>
            <a:r>
              <a:rPr lang="nb-NO" sz="1800" dirty="0">
                <a:latin typeface="Calibri" panose="020F0502020204030204" pitchFamily="34" charset="0"/>
              </a:rPr>
              <a:t> for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QDDT and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QVDB</a:t>
            </a:r>
          </a:p>
          <a:p>
            <a:pPr>
              <a:defRPr/>
            </a:pPr>
            <a:endParaRPr lang="nb-NO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nb-NO" sz="1800" dirty="0">
                <a:latin typeface="Calibri" panose="020F0502020204030204" pitchFamily="34" charset="0"/>
              </a:rPr>
              <a:t>High </a:t>
            </a:r>
            <a:r>
              <a:rPr lang="nb-NO" sz="1800" dirty="0" err="1">
                <a:latin typeface="Calibri" panose="020F0502020204030204" pitchFamily="34" charset="0"/>
              </a:rPr>
              <a:t>level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conceptual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model</a:t>
            </a:r>
            <a:r>
              <a:rPr lang="nb-NO" sz="1800" dirty="0">
                <a:latin typeface="Calibri" panose="020F0502020204030204" pitchFamily="34" charset="0"/>
              </a:rPr>
              <a:t> for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QVDB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nb-NO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nb-NO" sz="1800" dirty="0">
                <a:latin typeface="Calibri" panose="020F0502020204030204" pitchFamily="34" charset="0"/>
              </a:rPr>
              <a:t>A prototype </a:t>
            </a:r>
            <a:r>
              <a:rPr lang="nb-NO" sz="1800" dirty="0" err="1">
                <a:latin typeface="Calibri" panose="020F0502020204030204" pitchFamily="34" charset="0"/>
              </a:rPr>
              <a:t>of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QDDT</a:t>
            </a:r>
          </a:p>
          <a:p>
            <a:pPr>
              <a:defRPr/>
            </a:pPr>
            <a:endParaRPr lang="en-US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1268413"/>
            <a:ext cx="8934896" cy="990600"/>
          </a:xfrm>
        </p:spPr>
        <p:txBody>
          <a:bodyPr/>
          <a:lstStyle/>
          <a:p>
            <a:r>
              <a:rPr lang="en-US" altLang="nb-NO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QDDT and QVDB – What was achieved while DASISH?</a:t>
            </a:r>
            <a:endParaRPr lang="nb-NO" altLang="nb-NO" sz="22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kstSylinder 1"/>
          <p:cNvSpPr txBox="1">
            <a:spLocks noChangeArrowheads="1"/>
          </p:cNvSpPr>
          <p:nvPr/>
        </p:nvSpPr>
        <p:spPr bwMode="auto">
          <a:xfrm>
            <a:off x="523875" y="1371600"/>
            <a:ext cx="836771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200">
                <a:solidFill>
                  <a:srgbClr val="333333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333333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b-NO" altLang="nb-NO" sz="2600" b="1" dirty="0" err="1">
                <a:solidFill>
                  <a:srgbClr val="336699"/>
                </a:solidFill>
                <a:latin typeface="Calibri" pitchFamily="34" charset="0"/>
              </a:rPr>
              <a:t>Further</a:t>
            </a:r>
            <a:r>
              <a:rPr lang="nb-NO" altLang="nb-NO" sz="2600" b="1" dirty="0">
                <a:solidFill>
                  <a:srgbClr val="336699"/>
                </a:solidFill>
                <a:latin typeface="Calibri" pitchFamily="34" charset="0"/>
              </a:rPr>
              <a:t> </a:t>
            </a:r>
            <a:r>
              <a:rPr lang="nb-NO" altLang="nb-NO" sz="2600" b="1" dirty="0" err="1">
                <a:solidFill>
                  <a:srgbClr val="336699"/>
                </a:solidFill>
                <a:latin typeface="Calibri" pitchFamily="34" charset="0"/>
              </a:rPr>
              <a:t>developments</a:t>
            </a:r>
            <a:r>
              <a:rPr lang="nb-NO" altLang="nb-NO" sz="2600" b="1" dirty="0">
                <a:solidFill>
                  <a:srgbClr val="336699"/>
                </a:solidFill>
                <a:latin typeface="Calibri" pitchFamily="34" charset="0"/>
              </a:rPr>
              <a:t>: </a:t>
            </a:r>
            <a:r>
              <a:rPr lang="nb-NO" altLang="nb-NO" sz="2600" b="1" dirty="0" err="1">
                <a:solidFill>
                  <a:srgbClr val="336699"/>
                </a:solidFill>
                <a:latin typeface="Calibri" pitchFamily="34" charset="0"/>
              </a:rPr>
              <a:t>What</a:t>
            </a:r>
            <a:r>
              <a:rPr lang="nb-NO" altLang="nb-NO" sz="2600" b="1" dirty="0">
                <a:solidFill>
                  <a:srgbClr val="336699"/>
                </a:solidFill>
                <a:latin typeface="Calibri" pitchFamily="34" charset="0"/>
              </a:rPr>
              <a:t> </a:t>
            </a:r>
            <a:r>
              <a:rPr lang="nb-NO" altLang="nb-NO" sz="2600" b="1" dirty="0" err="1">
                <a:solidFill>
                  <a:srgbClr val="336699"/>
                </a:solidFill>
                <a:latin typeface="Calibri" pitchFamily="34" charset="0"/>
              </a:rPr>
              <a:t>will</a:t>
            </a:r>
            <a:r>
              <a:rPr lang="nb-NO" altLang="nb-NO" sz="2600" b="1" dirty="0">
                <a:solidFill>
                  <a:srgbClr val="336699"/>
                </a:solidFill>
                <a:latin typeface="Calibri" pitchFamily="34" charset="0"/>
              </a:rPr>
              <a:t> be </a:t>
            </a:r>
            <a:r>
              <a:rPr lang="nb-NO" altLang="nb-NO" sz="2600" b="1" dirty="0" err="1">
                <a:solidFill>
                  <a:srgbClr val="336699"/>
                </a:solidFill>
                <a:latin typeface="Calibri" pitchFamily="34" charset="0"/>
              </a:rPr>
              <a:t>kept</a:t>
            </a:r>
            <a:r>
              <a:rPr lang="nb-NO" altLang="nb-NO" sz="2600" b="1" dirty="0">
                <a:solidFill>
                  <a:srgbClr val="336699"/>
                </a:solidFill>
                <a:latin typeface="Calibri" pitchFamily="34" charset="0"/>
              </a:rPr>
              <a:t> and </a:t>
            </a:r>
            <a:r>
              <a:rPr lang="nb-NO" altLang="nb-NO" sz="2600" b="1" dirty="0" err="1">
                <a:solidFill>
                  <a:srgbClr val="336699"/>
                </a:solidFill>
                <a:latin typeface="Calibri" pitchFamily="34" charset="0"/>
              </a:rPr>
              <a:t>what</a:t>
            </a:r>
            <a:r>
              <a:rPr lang="nb-NO" altLang="nb-NO" sz="2600" b="1" dirty="0">
                <a:solidFill>
                  <a:srgbClr val="336699"/>
                </a:solidFill>
                <a:latin typeface="Calibri" pitchFamily="34" charset="0"/>
              </a:rPr>
              <a:t> is </a:t>
            </a:r>
            <a:r>
              <a:rPr lang="nb-NO" altLang="nb-NO" sz="2600" b="1" dirty="0" err="1">
                <a:solidFill>
                  <a:srgbClr val="336699"/>
                </a:solidFill>
                <a:latin typeface="Calibri" pitchFamily="34" charset="0"/>
              </a:rPr>
              <a:t>new</a:t>
            </a:r>
            <a:r>
              <a:rPr lang="nb-NO" altLang="nb-NO" sz="2600" b="1" dirty="0">
                <a:solidFill>
                  <a:srgbClr val="336699"/>
                </a:solidFill>
                <a:latin typeface="Calibri" pitchFamily="34" charset="0"/>
              </a:rPr>
              <a:t>?</a:t>
            </a:r>
          </a:p>
        </p:txBody>
      </p:sp>
      <p:sp>
        <p:nvSpPr>
          <p:cNvPr id="5" name="TekstSylinder 4"/>
          <p:cNvSpPr txBox="1"/>
          <p:nvPr/>
        </p:nvSpPr>
        <p:spPr>
          <a:xfrm>
            <a:off x="814438" y="2276872"/>
            <a:ext cx="80771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nb-NO" sz="1800" dirty="0">
                <a:latin typeface="Calibri" panose="020F0502020204030204" pitchFamily="34" charset="0"/>
              </a:rPr>
              <a:t>The </a:t>
            </a:r>
            <a:r>
              <a:rPr lang="nb-NO" sz="1800" dirty="0" err="1">
                <a:latin typeface="Calibri" panose="020F0502020204030204" pitchFamily="34" charset="0"/>
              </a:rPr>
              <a:t>common</a:t>
            </a:r>
            <a:r>
              <a:rPr lang="nb-NO" sz="1800" dirty="0">
                <a:latin typeface="Calibri" panose="020F0502020204030204" pitchFamily="34" charset="0"/>
              </a:rPr>
              <a:t> metadata </a:t>
            </a:r>
            <a:r>
              <a:rPr lang="nb-NO" sz="1800" dirty="0" err="1">
                <a:latin typeface="Calibri" panose="020F0502020204030204" pitchFamily="34" charset="0"/>
              </a:rPr>
              <a:t>model</a:t>
            </a:r>
            <a:r>
              <a:rPr lang="nb-NO" sz="1800" dirty="0">
                <a:latin typeface="Calibri" panose="020F0502020204030204" pitchFamily="34" charset="0"/>
              </a:rPr>
              <a:t> and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specifications</a:t>
            </a:r>
            <a:r>
              <a:rPr lang="nb-NO" sz="1800" dirty="0">
                <a:latin typeface="Calibri" panose="020F0502020204030204" pitchFamily="34" charset="0"/>
              </a:rPr>
              <a:t> for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QDDT and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QVDB </a:t>
            </a:r>
            <a:r>
              <a:rPr lang="nb-NO" sz="1800" dirty="0" err="1">
                <a:latin typeface="Calibri" panose="020F0502020204030204" pitchFamily="34" charset="0"/>
              </a:rPr>
              <a:t>will</a:t>
            </a:r>
            <a:r>
              <a:rPr lang="nb-NO" sz="1800" dirty="0">
                <a:latin typeface="Calibri" panose="020F0502020204030204" pitchFamily="34" charset="0"/>
              </a:rPr>
              <a:t> be </a:t>
            </a:r>
            <a:r>
              <a:rPr lang="nb-NO" sz="1800" dirty="0" err="1">
                <a:latin typeface="Calibri" panose="020F0502020204030204" pitchFamily="34" charset="0"/>
              </a:rPr>
              <a:t>kept</a:t>
            </a:r>
            <a:endParaRPr lang="nb-NO" sz="1800" dirty="0">
              <a:latin typeface="Calibri" panose="020F0502020204030204" pitchFamily="34" charset="0"/>
            </a:endParaRPr>
          </a:p>
          <a:p>
            <a:pPr>
              <a:defRPr/>
            </a:pPr>
            <a:endParaRPr lang="nb-NO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nb-NO" sz="1800" dirty="0" err="1">
                <a:latin typeface="Calibri" panose="020F0502020204030204" pitchFamily="34" charset="0"/>
              </a:rPr>
              <a:t>Conceptual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model</a:t>
            </a:r>
            <a:r>
              <a:rPr lang="nb-NO" sz="1800" dirty="0">
                <a:latin typeface="Calibri" panose="020F0502020204030204" pitchFamily="34" charset="0"/>
              </a:rPr>
              <a:t> for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QVDB has </a:t>
            </a:r>
            <a:r>
              <a:rPr lang="nb-NO" sz="1800" dirty="0" err="1">
                <a:latin typeface="Calibri" panose="020F0502020204030204" pitchFamily="34" charset="0"/>
              </a:rPr>
              <a:t>been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 smtClean="0">
                <a:latin typeface="Calibri" panose="020F0502020204030204" pitchFamily="34" charset="0"/>
              </a:rPr>
              <a:t>detailed</a:t>
            </a:r>
            <a:r>
              <a:rPr lang="nb-NO" sz="1800" dirty="0" smtClean="0">
                <a:latin typeface="Calibri" panose="020F0502020204030204" pitchFamily="34" charset="0"/>
              </a:rPr>
              <a:t>. An </a:t>
            </a:r>
            <a:r>
              <a:rPr lang="nb-NO" sz="1800" dirty="0" err="1" smtClean="0">
                <a:latin typeface="Calibri" panose="020F0502020204030204" pitchFamily="34" charset="0"/>
              </a:rPr>
              <a:t>extract</a:t>
            </a:r>
            <a:r>
              <a:rPr lang="nb-NO" sz="1800" dirty="0" smtClean="0">
                <a:latin typeface="Calibri" panose="020F0502020204030204" pitchFamily="34" charset="0"/>
              </a:rPr>
              <a:t> </a:t>
            </a:r>
            <a:r>
              <a:rPr lang="nb-NO" sz="1800" dirty="0" err="1" smtClean="0">
                <a:latin typeface="Calibri" panose="020F0502020204030204" pitchFamily="34" charset="0"/>
              </a:rPr>
              <a:t>of</a:t>
            </a:r>
            <a:r>
              <a:rPr lang="nb-NO" sz="1800" dirty="0" smtClean="0">
                <a:latin typeface="Calibri" panose="020F0502020204030204" pitchFamily="34" charset="0"/>
              </a:rPr>
              <a:t> </a:t>
            </a:r>
            <a:r>
              <a:rPr lang="nb-NO" sz="1800" dirty="0" err="1" smtClean="0">
                <a:latin typeface="Calibri" panose="020F0502020204030204" pitchFamily="34" charset="0"/>
              </a:rPr>
              <a:t>this</a:t>
            </a:r>
            <a:r>
              <a:rPr lang="nb-NO" sz="1800" dirty="0" smtClean="0">
                <a:latin typeface="Calibri" panose="020F0502020204030204" pitchFamily="34" charset="0"/>
              </a:rPr>
              <a:t> </a:t>
            </a:r>
            <a:r>
              <a:rPr lang="nb-NO" sz="1800" dirty="0" err="1" smtClean="0">
                <a:latin typeface="Calibri" panose="020F0502020204030204" pitchFamily="34" charset="0"/>
              </a:rPr>
              <a:t>works</a:t>
            </a:r>
            <a:r>
              <a:rPr lang="nb-NO" sz="1800" dirty="0" smtClean="0">
                <a:latin typeface="Calibri" panose="020F0502020204030204" pitchFamily="34" charset="0"/>
              </a:rPr>
              <a:t> as a </a:t>
            </a:r>
            <a:r>
              <a:rPr lang="nb-NO" sz="1800" dirty="0" err="1" smtClean="0">
                <a:latin typeface="Calibri" panose="020F0502020204030204" pitchFamily="34" charset="0"/>
              </a:rPr>
              <a:t>model</a:t>
            </a:r>
            <a:r>
              <a:rPr lang="nb-NO" sz="1800" dirty="0" smtClean="0">
                <a:latin typeface="Calibri" panose="020F0502020204030204" pitchFamily="34" charset="0"/>
              </a:rPr>
              <a:t> for </a:t>
            </a:r>
            <a:r>
              <a:rPr lang="nb-NO" sz="1800" dirty="0" err="1" smtClean="0">
                <a:latin typeface="Calibri" panose="020F0502020204030204" pitchFamily="34" charset="0"/>
              </a:rPr>
              <a:t>the</a:t>
            </a:r>
            <a:r>
              <a:rPr lang="nb-NO" sz="1800" smtClean="0">
                <a:latin typeface="Calibri" panose="020F0502020204030204" pitchFamily="34" charset="0"/>
              </a:rPr>
              <a:t> QDDT</a:t>
            </a:r>
            <a:r>
              <a:rPr lang="nb-NO" sz="1800" dirty="0" smtClean="0">
                <a:latin typeface="Calibri" panose="020F0502020204030204" pitchFamily="34" charset="0"/>
              </a:rPr>
              <a:t>.</a:t>
            </a:r>
            <a:endParaRPr lang="nb-NO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nb-NO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nb-NO" sz="1800" dirty="0">
                <a:latin typeface="Calibri" panose="020F0502020204030204" pitchFamily="34" charset="0"/>
              </a:rPr>
              <a:t>A </a:t>
            </a:r>
            <a:r>
              <a:rPr lang="nb-NO" sz="1800" dirty="0" err="1">
                <a:latin typeface="Calibri" panose="020F0502020204030204" pitchFamily="34" charset="0"/>
              </a:rPr>
              <a:t>new</a:t>
            </a:r>
            <a:r>
              <a:rPr lang="nb-NO" sz="1800" dirty="0">
                <a:latin typeface="Calibri" panose="020F0502020204030204" pitchFamily="34" charset="0"/>
              </a:rPr>
              <a:t> prototype </a:t>
            </a:r>
            <a:r>
              <a:rPr lang="nb-NO" sz="1800" dirty="0" err="1">
                <a:latin typeface="Calibri" panose="020F0502020204030204" pitchFamily="34" charset="0"/>
              </a:rPr>
              <a:t>of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QDDT </a:t>
            </a:r>
            <a:r>
              <a:rPr lang="nb-NO" sz="1800" dirty="0" err="1">
                <a:latin typeface="Calibri" panose="020F0502020204030204" pitchFamily="34" charset="0"/>
              </a:rPr>
              <a:t>based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using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new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technologies</a:t>
            </a:r>
            <a:r>
              <a:rPr lang="nb-NO" sz="1800" dirty="0">
                <a:latin typeface="Calibri" panose="020F0502020204030204" pitchFamily="34" charset="0"/>
              </a:rPr>
              <a:t> is </a:t>
            </a:r>
            <a:r>
              <a:rPr lang="nb-NO" sz="1800" dirty="0" err="1">
                <a:latin typeface="Calibri" panose="020F0502020204030204" pitchFamily="34" charset="0"/>
              </a:rPr>
              <a:t>currently</a:t>
            </a:r>
            <a:r>
              <a:rPr lang="nb-NO" sz="1800" dirty="0">
                <a:latin typeface="Calibri" panose="020F0502020204030204" pitchFamily="34" charset="0"/>
              </a:rPr>
              <a:t> under </a:t>
            </a:r>
            <a:r>
              <a:rPr lang="nb-NO" sz="1800" dirty="0" err="1">
                <a:latin typeface="Calibri" panose="020F0502020204030204" pitchFamily="34" charset="0"/>
              </a:rPr>
              <a:t>development</a:t>
            </a:r>
            <a:endParaRPr lang="nb-NO" sz="1800" dirty="0">
              <a:latin typeface="Calibri" panose="020F0502020204030204" pitchFamily="34" charset="0"/>
            </a:endParaRPr>
          </a:p>
          <a:p>
            <a:pPr>
              <a:defRPr/>
            </a:pPr>
            <a:endParaRPr lang="nb-NO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nb-NO" sz="1800" dirty="0">
                <a:latin typeface="Calibri" panose="020F0502020204030204" pitchFamily="34" charset="0"/>
              </a:rPr>
              <a:t>The </a:t>
            </a:r>
            <a:r>
              <a:rPr lang="nb-NO" sz="1800" dirty="0" err="1">
                <a:latin typeface="Calibri" panose="020F0502020204030204" pitchFamily="34" charset="0"/>
              </a:rPr>
              <a:t>development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of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QVDB </a:t>
            </a:r>
            <a:r>
              <a:rPr lang="nb-NO" sz="1800" dirty="0" err="1">
                <a:latin typeface="Calibri" panose="020F0502020204030204" pitchFamily="34" charset="0"/>
              </a:rPr>
              <a:t>builds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on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the</a:t>
            </a:r>
            <a:r>
              <a:rPr lang="nb-NO" sz="1800" dirty="0">
                <a:latin typeface="Calibri" panose="020F0502020204030204" pitchFamily="34" charset="0"/>
              </a:rPr>
              <a:t> QDDT. One or </a:t>
            </a:r>
            <a:r>
              <a:rPr lang="nb-NO" sz="1800" dirty="0" err="1">
                <a:latin typeface="Calibri" panose="020F0502020204030204" pitchFamily="34" charset="0"/>
              </a:rPr>
              <a:t>two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tools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remains</a:t>
            </a:r>
            <a:r>
              <a:rPr lang="nb-NO" sz="1800" dirty="0">
                <a:latin typeface="Calibri" panose="020F0502020204030204" pitchFamily="34" charset="0"/>
              </a:rPr>
              <a:t> to be </a:t>
            </a:r>
            <a:r>
              <a:rPr lang="nb-NO" sz="1800" dirty="0" err="1">
                <a:latin typeface="Calibri" panose="020F0502020204030204" pitchFamily="34" charset="0"/>
              </a:rPr>
              <a:t>decided</a:t>
            </a:r>
            <a:r>
              <a:rPr lang="nb-NO" sz="1800" dirty="0">
                <a:latin typeface="Calibri" panose="020F0502020204030204" pitchFamily="34" charset="0"/>
              </a:rPr>
              <a:t>.</a:t>
            </a:r>
            <a:endParaRPr lang="en-US" sz="18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" y="576064"/>
            <a:ext cx="9143999" cy="576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nb-N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nb-NO" altLang="nb-NO" sz="2200" kern="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0"/>
            <a:ext cx="9147175" cy="576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nb-N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altLang="nb-NO" sz="2200" kern="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Conceptual model QDDT (extract of model for QVDB)</a:t>
            </a:r>
            <a:endParaRPr lang="nb-NO" altLang="nb-NO" sz="2200" kern="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6" name="Rett pil 5"/>
          <p:cNvCxnSpPr/>
          <p:nvPr/>
        </p:nvCxnSpPr>
        <p:spPr>
          <a:xfrm flipH="1" flipV="1">
            <a:off x="7256682" y="2953985"/>
            <a:ext cx="423078" cy="2527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tt pil 17"/>
          <p:cNvCxnSpPr/>
          <p:nvPr/>
        </p:nvCxnSpPr>
        <p:spPr>
          <a:xfrm rot="10800000">
            <a:off x="7031891" y="3157274"/>
            <a:ext cx="456499" cy="397681"/>
          </a:xfrm>
          <a:prstGeom prst="bentConnector3">
            <a:avLst>
              <a:gd name="adj1" fmla="val 1013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tt pil 22"/>
          <p:cNvCxnSpPr/>
          <p:nvPr/>
        </p:nvCxnSpPr>
        <p:spPr>
          <a:xfrm rot="10800000">
            <a:off x="6824619" y="3152110"/>
            <a:ext cx="711312" cy="101676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tt pil 25"/>
          <p:cNvCxnSpPr/>
          <p:nvPr/>
        </p:nvCxnSpPr>
        <p:spPr>
          <a:xfrm rot="16200000" flipV="1">
            <a:off x="6308692" y="3439812"/>
            <a:ext cx="1556458" cy="991382"/>
          </a:xfrm>
          <a:prstGeom prst="bentConnector3">
            <a:avLst>
              <a:gd name="adj1" fmla="val -4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tt pil 29"/>
          <p:cNvCxnSpPr/>
          <p:nvPr/>
        </p:nvCxnSpPr>
        <p:spPr>
          <a:xfrm rot="10800000">
            <a:off x="6347864" y="3157274"/>
            <a:ext cx="1197062" cy="228047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tt pil 31"/>
          <p:cNvCxnSpPr/>
          <p:nvPr/>
        </p:nvCxnSpPr>
        <p:spPr>
          <a:xfrm rot="10800000">
            <a:off x="6095584" y="3157275"/>
            <a:ext cx="1413086" cy="29174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tt pil 44"/>
          <p:cNvCxnSpPr/>
          <p:nvPr/>
        </p:nvCxnSpPr>
        <p:spPr>
          <a:xfrm rot="16200000" flipV="1">
            <a:off x="-2029755" y="3571293"/>
            <a:ext cx="4969744" cy="159130"/>
          </a:xfrm>
          <a:prstGeom prst="bentConnector3">
            <a:avLst>
              <a:gd name="adj1" fmla="val 1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tt pil 50"/>
          <p:cNvCxnSpPr/>
          <p:nvPr/>
        </p:nvCxnSpPr>
        <p:spPr>
          <a:xfrm rot="10800000">
            <a:off x="804290" y="1165986"/>
            <a:ext cx="1148894" cy="284936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tt pil 13"/>
          <p:cNvCxnSpPr/>
          <p:nvPr/>
        </p:nvCxnSpPr>
        <p:spPr>
          <a:xfrm flipV="1">
            <a:off x="2550907" y="3554955"/>
            <a:ext cx="0" cy="2770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tt pil 62"/>
          <p:cNvCxnSpPr/>
          <p:nvPr/>
        </p:nvCxnSpPr>
        <p:spPr>
          <a:xfrm rot="16200000" flipV="1">
            <a:off x="1196161" y="3170681"/>
            <a:ext cx="1535704" cy="21658"/>
          </a:xfrm>
          <a:prstGeom prst="bentConnector4">
            <a:avLst>
              <a:gd name="adj1" fmla="val 53"/>
              <a:gd name="adj2" fmla="val 1155499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tt pil 1047"/>
          <p:cNvCxnSpPr/>
          <p:nvPr/>
        </p:nvCxnSpPr>
        <p:spPr>
          <a:xfrm>
            <a:off x="2550907" y="2534138"/>
            <a:ext cx="3321541" cy="275833"/>
          </a:xfrm>
          <a:prstGeom prst="bentConnector3">
            <a:avLst>
              <a:gd name="adj1" fmla="val 40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tt pil 1061"/>
          <p:cNvCxnSpPr/>
          <p:nvPr/>
        </p:nvCxnSpPr>
        <p:spPr>
          <a:xfrm flipV="1">
            <a:off x="2550907" y="2966186"/>
            <a:ext cx="3320333" cy="142707"/>
          </a:xfrm>
          <a:prstGeom prst="bentConnector3">
            <a:avLst>
              <a:gd name="adj1" fmla="val -7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tt pil 54"/>
          <p:cNvCxnSpPr/>
          <p:nvPr/>
        </p:nvCxnSpPr>
        <p:spPr>
          <a:xfrm flipV="1">
            <a:off x="1830827" y="4338728"/>
            <a:ext cx="1042029" cy="1147738"/>
          </a:xfrm>
          <a:prstGeom prst="bentConnector2">
            <a:avLst/>
          </a:prstGeom>
          <a:ln>
            <a:solidFill>
              <a:schemeClr val="tx1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ett pil 52"/>
          <p:cNvCxnSpPr/>
          <p:nvPr/>
        </p:nvCxnSpPr>
        <p:spPr>
          <a:xfrm rot="5400000">
            <a:off x="1995231" y="4115999"/>
            <a:ext cx="409345" cy="702007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tt pil 1084"/>
          <p:cNvCxnSpPr/>
          <p:nvPr/>
        </p:nvCxnSpPr>
        <p:spPr>
          <a:xfrm flipV="1">
            <a:off x="3152151" y="2118604"/>
            <a:ext cx="1365096" cy="119920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tt pil 20"/>
          <p:cNvCxnSpPr/>
          <p:nvPr/>
        </p:nvCxnSpPr>
        <p:spPr>
          <a:xfrm flipH="1" flipV="1">
            <a:off x="5287211" y="1310002"/>
            <a:ext cx="654338" cy="1"/>
          </a:xfrm>
          <a:prstGeom prst="straightConnector1">
            <a:avLst/>
          </a:prstGeom>
          <a:ln>
            <a:solidFill>
              <a:schemeClr val="tx1"/>
            </a:solidFill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tt pil 21"/>
          <p:cNvCxnSpPr/>
          <p:nvPr/>
        </p:nvCxnSpPr>
        <p:spPr>
          <a:xfrm flipH="1">
            <a:off x="1542795" y="733938"/>
            <a:ext cx="50405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tt pil 22"/>
          <p:cNvCxnSpPr/>
          <p:nvPr/>
        </p:nvCxnSpPr>
        <p:spPr>
          <a:xfrm>
            <a:off x="3332469" y="4080807"/>
            <a:ext cx="536466" cy="29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tt pil 1088"/>
          <p:cNvCxnSpPr/>
          <p:nvPr/>
        </p:nvCxnSpPr>
        <p:spPr>
          <a:xfrm rot="10800000">
            <a:off x="2553959" y="1165987"/>
            <a:ext cx="1318028" cy="20038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tt pil 1144"/>
          <p:cNvCxnSpPr/>
          <p:nvPr/>
        </p:nvCxnSpPr>
        <p:spPr>
          <a:xfrm flipV="1">
            <a:off x="2621298" y="1934538"/>
            <a:ext cx="1225753" cy="239560"/>
          </a:xfrm>
          <a:prstGeom prst="bentConnector3">
            <a:avLst>
              <a:gd name="adj1" fmla="val -1788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ktangel 25"/>
          <p:cNvSpPr/>
          <p:nvPr/>
        </p:nvSpPr>
        <p:spPr>
          <a:xfrm>
            <a:off x="1527121" y="2165565"/>
            <a:ext cx="4048122" cy="1552828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nb-N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nb-NO"/>
          </a:p>
        </p:txBody>
      </p:sp>
      <p:sp>
        <p:nvSpPr>
          <p:cNvPr id="27" name="Rektangel 26"/>
          <p:cNvSpPr/>
          <p:nvPr/>
        </p:nvSpPr>
        <p:spPr>
          <a:xfrm>
            <a:off x="5575243" y="2165565"/>
            <a:ext cx="3456384" cy="4417424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nb-N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nb-NO"/>
          </a:p>
        </p:txBody>
      </p:sp>
      <p:sp>
        <p:nvSpPr>
          <p:cNvPr id="28" name="Rektangel 27"/>
          <p:cNvSpPr/>
          <p:nvPr/>
        </p:nvSpPr>
        <p:spPr>
          <a:xfrm>
            <a:off x="3581964" y="1580386"/>
            <a:ext cx="1849263" cy="593712"/>
          </a:xfrm>
          <a:prstGeom prst="rect">
            <a:avLst/>
          </a:prstGeom>
          <a:solidFill>
            <a:schemeClr val="accent4">
              <a:lumMod val="50000"/>
              <a:lumOff val="50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nb-N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nb-NO"/>
          </a:p>
        </p:txBody>
      </p:sp>
      <p:sp>
        <p:nvSpPr>
          <p:cNvPr id="29" name="Rektangel 28"/>
          <p:cNvSpPr/>
          <p:nvPr/>
        </p:nvSpPr>
        <p:spPr>
          <a:xfrm>
            <a:off x="102635" y="4406346"/>
            <a:ext cx="2099890" cy="2088232"/>
          </a:xfrm>
          <a:prstGeom prst="rect">
            <a:avLst/>
          </a:prstGeom>
          <a:solidFill>
            <a:srgbClr val="00206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nb-N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nb-NO"/>
          </a:p>
        </p:txBody>
      </p:sp>
      <p:sp>
        <p:nvSpPr>
          <p:cNvPr id="30" name="Rektangel 29"/>
          <p:cNvSpPr/>
          <p:nvPr/>
        </p:nvSpPr>
        <p:spPr>
          <a:xfrm>
            <a:off x="100013" y="589922"/>
            <a:ext cx="3401510" cy="1080120"/>
          </a:xfrm>
          <a:prstGeom prst="rect">
            <a:avLst/>
          </a:prstGeom>
          <a:solidFill>
            <a:srgbClr val="00206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nb-N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nb-NO"/>
          </a:p>
        </p:txBody>
      </p:sp>
      <p:sp>
        <p:nvSpPr>
          <p:cNvPr id="31" name="Rektangel 30"/>
          <p:cNvSpPr/>
          <p:nvPr/>
        </p:nvSpPr>
        <p:spPr>
          <a:xfrm>
            <a:off x="100013" y="1670042"/>
            <a:ext cx="936104" cy="2048351"/>
          </a:xfrm>
          <a:prstGeom prst="rect">
            <a:avLst/>
          </a:prstGeom>
          <a:solidFill>
            <a:srgbClr val="00206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nb-N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nb-NO"/>
          </a:p>
        </p:txBody>
      </p:sp>
      <p:sp>
        <p:nvSpPr>
          <p:cNvPr id="32" name="Rektangel 31"/>
          <p:cNvSpPr/>
          <p:nvPr/>
        </p:nvSpPr>
        <p:spPr>
          <a:xfrm>
            <a:off x="102635" y="3718393"/>
            <a:ext cx="3501963" cy="687953"/>
          </a:xfrm>
          <a:prstGeom prst="rect">
            <a:avLst/>
          </a:prstGeom>
          <a:solidFill>
            <a:srgbClr val="00206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nb-N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nb-NO" dirty="0"/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3" t="30486" r="12011" b="18927"/>
          <a:stretch/>
        </p:blipFill>
        <p:spPr bwMode="auto">
          <a:xfrm>
            <a:off x="134414" y="661930"/>
            <a:ext cx="1408381" cy="520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2" t="26474" r="10310" b="22155"/>
          <a:stretch/>
        </p:blipFill>
        <p:spPr bwMode="auto">
          <a:xfrm>
            <a:off x="1651239" y="637528"/>
            <a:ext cx="1763764" cy="52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1" t="28213" r="11551" b="17648"/>
          <a:stretch/>
        </p:blipFill>
        <p:spPr bwMode="auto">
          <a:xfrm>
            <a:off x="3855529" y="1028255"/>
            <a:ext cx="1420028" cy="556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2" t="29446" r="11294" b="22531"/>
          <a:stretch/>
        </p:blipFill>
        <p:spPr bwMode="auto">
          <a:xfrm>
            <a:off x="5863275" y="1045746"/>
            <a:ext cx="1510249" cy="48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8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5" t="29580" r="12412" b="19108"/>
          <a:stretch/>
        </p:blipFill>
        <p:spPr bwMode="auto">
          <a:xfrm>
            <a:off x="3827953" y="1621318"/>
            <a:ext cx="1403499" cy="527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9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5" t="28229" r="11927" b="20963"/>
          <a:stretch/>
        </p:blipFill>
        <p:spPr bwMode="auto">
          <a:xfrm>
            <a:off x="1919631" y="3056474"/>
            <a:ext cx="1423364" cy="522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10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6" t="30712" r="12520" b="22431"/>
          <a:stretch/>
        </p:blipFill>
        <p:spPr bwMode="auto">
          <a:xfrm>
            <a:off x="1907331" y="2165565"/>
            <a:ext cx="1435664" cy="482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11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7" t="31788" r="11749" b="21639"/>
          <a:stretch/>
        </p:blipFill>
        <p:spPr bwMode="auto">
          <a:xfrm>
            <a:off x="3863792" y="3783231"/>
            <a:ext cx="1403500" cy="479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12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9" t="30001" r="7501" b="22039"/>
          <a:stretch/>
        </p:blipFill>
        <p:spPr bwMode="auto">
          <a:xfrm>
            <a:off x="1614803" y="3804148"/>
            <a:ext cx="1938937" cy="493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13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7" t="29725" r="11749" b="22470"/>
          <a:stretch/>
        </p:blipFill>
        <p:spPr bwMode="auto">
          <a:xfrm>
            <a:off x="462675" y="4425790"/>
            <a:ext cx="1403499" cy="491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14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3" t="25454" r="10511" b="19735"/>
          <a:stretch/>
        </p:blipFill>
        <p:spPr bwMode="auto">
          <a:xfrm>
            <a:off x="477205" y="5128219"/>
            <a:ext cx="1408599" cy="574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" name="Picture 15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1" t="30971" r="11876" b="22173"/>
          <a:stretch/>
        </p:blipFill>
        <p:spPr bwMode="auto">
          <a:xfrm>
            <a:off x="483092" y="5940561"/>
            <a:ext cx="1420702" cy="48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" name="Picture 16"/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8" t="29940" r="11622" b="19759"/>
          <a:stretch/>
        </p:blipFill>
        <p:spPr bwMode="auto">
          <a:xfrm>
            <a:off x="5863275" y="2664758"/>
            <a:ext cx="1417675" cy="517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17"/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2" t="25113" r="10868" b="20262"/>
          <a:stretch/>
        </p:blipFill>
        <p:spPr bwMode="auto">
          <a:xfrm>
            <a:off x="7469936" y="2638972"/>
            <a:ext cx="1417675" cy="561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" name="Picture 18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5" t="28327" r="12086" b="19994"/>
          <a:stretch/>
        </p:blipFill>
        <p:spPr bwMode="auto">
          <a:xfrm>
            <a:off x="7467482" y="3254218"/>
            <a:ext cx="1403252" cy="53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Picture 19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1" t="30390" r="10811" b="17930"/>
          <a:stretch/>
        </p:blipFill>
        <p:spPr bwMode="auto">
          <a:xfrm>
            <a:off x="7416098" y="3902290"/>
            <a:ext cx="1465307" cy="531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20"/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7" t="30727" r="11749" b="18218"/>
          <a:stretch/>
        </p:blipFill>
        <p:spPr bwMode="auto">
          <a:xfrm>
            <a:off x="7459244" y="4529211"/>
            <a:ext cx="1403500" cy="525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" name="Picture 21"/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6" t="29591" r="11305" b="19418"/>
          <a:stretch/>
        </p:blipFill>
        <p:spPr bwMode="auto">
          <a:xfrm>
            <a:off x="7467369" y="5126426"/>
            <a:ext cx="1420242" cy="524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" name="Picture 22"/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31854" r="11976" b="18681"/>
          <a:stretch/>
        </p:blipFill>
        <p:spPr bwMode="auto">
          <a:xfrm>
            <a:off x="7467369" y="5774498"/>
            <a:ext cx="1410587" cy="508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857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55650" y="836613"/>
            <a:ext cx="7772400" cy="792187"/>
          </a:xfrm>
        </p:spPr>
        <p:txBody>
          <a:bodyPr/>
          <a:lstStyle/>
          <a:p>
            <a:r>
              <a:rPr lang="nb-NO" sz="2800" dirty="0" smtClean="0"/>
              <a:t>QDDT Architecture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899592" y="1700808"/>
            <a:ext cx="4824536" cy="4708525"/>
          </a:xfrm>
        </p:spPr>
        <p:txBody>
          <a:bodyPr/>
          <a:lstStyle/>
          <a:p>
            <a:r>
              <a:rPr lang="nb-NO" sz="1800" dirty="0" err="1" smtClean="0">
                <a:latin typeface="Calibri" panose="020F0502020204030204" pitchFamily="34" charset="0"/>
              </a:rPr>
              <a:t>Angular</a:t>
            </a:r>
            <a:r>
              <a:rPr lang="nb-NO" sz="1800" dirty="0" smtClean="0">
                <a:latin typeface="Calibri" panose="020F0502020204030204" pitchFamily="34" charset="0"/>
              </a:rPr>
              <a:t> 2 + Typescript </a:t>
            </a:r>
          </a:p>
          <a:p>
            <a:pPr lvl="1"/>
            <a:r>
              <a:rPr lang="nb-NO" sz="1400" dirty="0" smtClean="0">
                <a:latin typeface="Calibri" panose="020F0502020204030204" pitchFamily="34" charset="0"/>
              </a:rPr>
              <a:t>No </a:t>
            </a:r>
            <a:r>
              <a:rPr lang="nb-NO" sz="1400" dirty="0" err="1" smtClean="0">
                <a:latin typeface="Calibri" panose="020F0502020204030204" pitchFamily="34" charset="0"/>
              </a:rPr>
              <a:t>Javascript</a:t>
            </a:r>
            <a:r>
              <a:rPr lang="nb-NO" sz="1400" dirty="0" smtClean="0">
                <a:latin typeface="Calibri" panose="020F0502020204030204" pitchFamily="34" charset="0"/>
              </a:rPr>
              <a:t> in </a:t>
            </a:r>
            <a:r>
              <a:rPr lang="nb-NO" sz="1400" dirty="0" err="1" smtClean="0">
                <a:latin typeface="Calibri" panose="020F0502020204030204" pitchFamily="34" charset="0"/>
              </a:rPr>
              <a:t>dev</a:t>
            </a:r>
            <a:r>
              <a:rPr lang="nb-NO" sz="1400" dirty="0" smtClean="0">
                <a:latin typeface="Calibri" panose="020F0502020204030204" pitchFamily="34" charset="0"/>
              </a:rPr>
              <a:t> </a:t>
            </a:r>
            <a:r>
              <a:rPr lang="nb-NO" sz="1400" dirty="0" err="1" smtClean="0">
                <a:latin typeface="Calibri" panose="020F0502020204030204" pitchFamily="34" charset="0"/>
              </a:rPr>
              <a:t>tools</a:t>
            </a:r>
            <a:r>
              <a:rPr lang="nb-NO" sz="1400" dirty="0" smtClean="0">
                <a:latin typeface="Calibri" panose="020F0502020204030204" pitchFamily="34" charset="0"/>
              </a:rPr>
              <a:t>, </a:t>
            </a:r>
            <a:r>
              <a:rPr lang="nb-NO" sz="1400" dirty="0" err="1" smtClean="0">
                <a:latin typeface="Calibri" panose="020F0502020204030204" pitchFamily="34" charset="0"/>
              </a:rPr>
              <a:t>only</a:t>
            </a:r>
            <a:r>
              <a:rPr lang="nb-NO" sz="1400" dirty="0" smtClean="0">
                <a:latin typeface="Calibri" panose="020F0502020204030204" pitchFamily="34" charset="0"/>
              </a:rPr>
              <a:t> in </a:t>
            </a:r>
            <a:r>
              <a:rPr lang="nb-NO" sz="1400" dirty="0" err="1" smtClean="0">
                <a:latin typeface="Calibri" panose="020F0502020204030204" pitchFamily="34" charset="0"/>
              </a:rPr>
              <a:t>browser</a:t>
            </a:r>
            <a:endParaRPr lang="nb-NO" sz="1400" dirty="0" smtClean="0">
              <a:latin typeface="Calibri" panose="020F0502020204030204" pitchFamily="34" charset="0"/>
            </a:endParaRPr>
          </a:p>
          <a:p>
            <a:pPr lvl="1"/>
            <a:r>
              <a:rPr lang="en-US" sz="1400" dirty="0" smtClean="0">
                <a:latin typeface="Calibri" panose="020F0502020204030204" pitchFamily="34" charset="0"/>
              </a:rPr>
              <a:t>Typescript can </a:t>
            </a:r>
            <a:r>
              <a:rPr lang="en-US" sz="1400" dirty="0" err="1" smtClean="0">
                <a:latin typeface="Calibri" panose="020F0502020204030204" pitchFamily="34" charset="0"/>
              </a:rPr>
              <a:t>transpile</a:t>
            </a:r>
            <a:r>
              <a:rPr lang="en-US" sz="1400" dirty="0" smtClean="0">
                <a:latin typeface="Calibri" panose="020F0502020204030204" pitchFamily="34" charset="0"/>
              </a:rPr>
              <a:t> to ES3 </a:t>
            </a:r>
          </a:p>
          <a:p>
            <a:pPr lvl="1"/>
            <a:r>
              <a:rPr lang="nb-NO" sz="1400" dirty="0" smtClean="0">
                <a:latin typeface="Calibri" panose="020F0502020204030204" pitchFamily="34" charset="0"/>
              </a:rPr>
              <a:t>Supports «evergreen» </a:t>
            </a:r>
            <a:r>
              <a:rPr lang="nb-NO" sz="1400" dirty="0" err="1" smtClean="0">
                <a:latin typeface="Calibri" panose="020F0502020204030204" pitchFamily="34" charset="0"/>
              </a:rPr>
              <a:t>browsers</a:t>
            </a:r>
            <a:r>
              <a:rPr lang="nb-NO" sz="1400" dirty="0" smtClean="0">
                <a:latin typeface="Calibri" panose="020F0502020204030204" pitchFamily="34" charset="0"/>
              </a:rPr>
              <a:t> (</a:t>
            </a:r>
            <a:r>
              <a:rPr lang="en-US" sz="1400" dirty="0" smtClean="0">
                <a:latin typeface="Calibri" panose="020F0502020204030204" pitchFamily="34" charset="0"/>
              </a:rPr>
              <a:t>Chrome, </a:t>
            </a:r>
            <a:r>
              <a:rPr lang="en-US" sz="1400" dirty="0" err="1" smtClean="0">
                <a:latin typeface="Calibri" panose="020F0502020204030204" pitchFamily="34" charset="0"/>
              </a:rPr>
              <a:t>FireFox</a:t>
            </a:r>
            <a:r>
              <a:rPr lang="en-US" sz="1400" dirty="0" smtClean="0">
                <a:latin typeface="Calibri" panose="020F0502020204030204" pitchFamily="34" charset="0"/>
              </a:rPr>
              <a:t>, Opera, Safari, and IE10/11</a:t>
            </a:r>
            <a:r>
              <a:rPr lang="en-US" sz="1200" dirty="0" smtClean="0">
                <a:latin typeface="Calibri" panose="020F0502020204030204" pitchFamily="34" charset="0"/>
              </a:rPr>
              <a:t>)</a:t>
            </a:r>
          </a:p>
          <a:p>
            <a:r>
              <a:rPr lang="nb-NO" sz="1600" dirty="0" smtClean="0">
                <a:latin typeface="Calibri" panose="020F0502020204030204" pitchFamily="34" charset="0"/>
              </a:rPr>
              <a:t>Spring MVC API</a:t>
            </a:r>
          </a:p>
          <a:p>
            <a:pPr lvl="1"/>
            <a:r>
              <a:rPr lang="nb-NO" sz="1400" dirty="0" err="1" smtClean="0">
                <a:latin typeface="Calibri" panose="020F0502020204030204" pitchFamily="34" charset="0"/>
              </a:rPr>
              <a:t>RESTful</a:t>
            </a:r>
            <a:r>
              <a:rPr lang="nb-NO" sz="1400" dirty="0" smtClean="0">
                <a:latin typeface="Calibri" panose="020F0502020204030204" pitchFamily="34" charset="0"/>
              </a:rPr>
              <a:t> API</a:t>
            </a:r>
          </a:p>
          <a:p>
            <a:pPr lvl="1"/>
            <a:r>
              <a:rPr lang="nb-NO" sz="1400" dirty="0" smtClean="0">
                <a:latin typeface="Calibri" panose="020F0502020204030204" pitchFamily="34" charset="0"/>
              </a:rPr>
              <a:t>JSON for </a:t>
            </a:r>
            <a:r>
              <a:rPr lang="nb-NO" sz="1400" dirty="0" err="1" smtClean="0">
                <a:latin typeface="Calibri" panose="020F0502020204030204" pitchFamily="34" charset="0"/>
              </a:rPr>
              <a:t>free</a:t>
            </a:r>
            <a:endParaRPr lang="nb-NO" sz="1400" dirty="0" smtClean="0">
              <a:latin typeface="Calibri" panose="020F0502020204030204" pitchFamily="34" charset="0"/>
            </a:endParaRPr>
          </a:p>
          <a:p>
            <a:pPr lvl="1"/>
            <a:r>
              <a:rPr lang="nb-NO" sz="1400" dirty="0" err="1" smtClean="0">
                <a:latin typeface="Calibri" panose="020F0502020204030204" pitchFamily="34" charset="0"/>
              </a:rPr>
              <a:t>no</a:t>
            </a:r>
            <a:r>
              <a:rPr lang="nb-NO" sz="1400" dirty="0" smtClean="0">
                <a:latin typeface="Calibri" panose="020F0502020204030204" pitchFamily="34" charset="0"/>
              </a:rPr>
              <a:t> </a:t>
            </a:r>
            <a:r>
              <a:rPr lang="nb-NO" sz="1400" dirty="0" err="1" smtClean="0">
                <a:latin typeface="Calibri" panose="020F0502020204030204" pitchFamily="34" charset="0"/>
              </a:rPr>
              <a:t>need</a:t>
            </a:r>
            <a:r>
              <a:rPr lang="nb-NO" sz="1400" dirty="0" smtClean="0">
                <a:latin typeface="Calibri" panose="020F0502020204030204" pitchFamily="34" charset="0"/>
              </a:rPr>
              <a:t> for a SOAP service </a:t>
            </a:r>
            <a:r>
              <a:rPr lang="nb-NO" sz="1400" dirty="0" err="1" smtClean="0">
                <a:latin typeface="Calibri" panose="020F0502020204030204" pitchFamily="34" charset="0"/>
              </a:rPr>
              <a:t>stack</a:t>
            </a:r>
            <a:endParaRPr lang="nb-NO" sz="1400" dirty="0" smtClean="0">
              <a:latin typeface="Calibri" panose="020F0502020204030204" pitchFamily="34" charset="0"/>
            </a:endParaRPr>
          </a:p>
          <a:p>
            <a:r>
              <a:rPr lang="nb-NO" sz="1800" dirty="0" smtClean="0">
                <a:latin typeface="Calibri" panose="020F0502020204030204" pitchFamily="34" charset="0"/>
              </a:rPr>
              <a:t>Spring </a:t>
            </a:r>
            <a:r>
              <a:rPr lang="nb-NO" sz="1800" dirty="0" err="1" smtClean="0">
                <a:latin typeface="Calibri" panose="020F0502020204030204" pitchFamily="34" charset="0"/>
              </a:rPr>
              <a:t>security</a:t>
            </a:r>
            <a:r>
              <a:rPr lang="nb-NO" sz="1800" dirty="0" smtClean="0">
                <a:latin typeface="Calibri" panose="020F0502020204030204" pitchFamily="34" charset="0"/>
              </a:rPr>
              <a:t> (OAuth2)</a:t>
            </a:r>
          </a:p>
          <a:p>
            <a:pPr lvl="1"/>
            <a:r>
              <a:rPr lang="nb-NO" sz="1400" dirty="0" err="1" smtClean="0">
                <a:latin typeface="Calibri" panose="020F0502020204030204" pitchFamily="34" charset="0"/>
              </a:rPr>
              <a:t>Tokenbased</a:t>
            </a:r>
            <a:endParaRPr lang="nb-NO" sz="1400" dirty="0" smtClean="0">
              <a:latin typeface="Calibri" panose="020F0502020204030204" pitchFamily="34" charset="0"/>
            </a:endParaRPr>
          </a:p>
          <a:p>
            <a:pPr lvl="1"/>
            <a:r>
              <a:rPr lang="nb-NO" sz="1400" dirty="0" smtClean="0">
                <a:latin typeface="Calibri" panose="020F0502020204030204" pitchFamily="34" charset="0"/>
              </a:rPr>
              <a:t>No </a:t>
            </a:r>
            <a:r>
              <a:rPr lang="nb-NO" sz="1400" dirty="0" err="1" smtClean="0">
                <a:latin typeface="Calibri" panose="020F0502020204030204" pitchFamily="34" charset="0"/>
              </a:rPr>
              <a:t>state</a:t>
            </a:r>
            <a:r>
              <a:rPr lang="nb-NO" sz="1400" dirty="0" smtClean="0">
                <a:latin typeface="Calibri" panose="020F0502020204030204" pitchFamily="34" charset="0"/>
              </a:rPr>
              <a:t> for </a:t>
            </a:r>
            <a:r>
              <a:rPr lang="nb-NO" sz="1400" dirty="0" err="1" smtClean="0">
                <a:latin typeface="Calibri" panose="020F0502020204030204" pitchFamily="34" charset="0"/>
              </a:rPr>
              <a:t>requests</a:t>
            </a:r>
            <a:endParaRPr lang="nb-NO" sz="1400" dirty="0" smtClean="0">
              <a:latin typeface="Calibri" panose="020F0502020204030204" pitchFamily="34" charset="0"/>
            </a:endParaRPr>
          </a:p>
          <a:p>
            <a:r>
              <a:rPr lang="nb-NO" sz="1800" dirty="0" err="1" smtClean="0">
                <a:latin typeface="Calibri" panose="020F0502020204030204" pitchFamily="34" charset="0"/>
              </a:rPr>
              <a:t>Persistence</a:t>
            </a:r>
            <a:r>
              <a:rPr lang="nb-NO" sz="1800" dirty="0" smtClean="0">
                <a:latin typeface="Calibri" panose="020F0502020204030204" pitchFamily="34" charset="0"/>
              </a:rPr>
              <a:t> </a:t>
            </a:r>
            <a:r>
              <a:rPr lang="nb-NO" sz="1800" dirty="0" err="1" smtClean="0">
                <a:latin typeface="Calibri" panose="020F0502020204030204" pitchFamily="34" charset="0"/>
              </a:rPr>
              <a:t>Layer</a:t>
            </a:r>
            <a:r>
              <a:rPr lang="nb-NO" sz="1800" dirty="0" smtClean="0">
                <a:latin typeface="Calibri" panose="020F0502020204030204" pitchFamily="34" charset="0"/>
              </a:rPr>
              <a:t> </a:t>
            </a:r>
            <a:r>
              <a:rPr lang="nb-NO" sz="1800" dirty="0" err="1" smtClean="0">
                <a:latin typeface="Calibri" panose="020F0502020204030204" pitchFamily="34" charset="0"/>
              </a:rPr>
              <a:t>implemented</a:t>
            </a:r>
            <a:r>
              <a:rPr lang="nb-NO" sz="1800" dirty="0" smtClean="0">
                <a:latin typeface="Calibri" panose="020F0502020204030204" pitchFamily="34" charset="0"/>
              </a:rPr>
              <a:t> </a:t>
            </a:r>
            <a:r>
              <a:rPr lang="nb-NO" sz="1800" dirty="0" err="1" smtClean="0">
                <a:latin typeface="Calibri" panose="020F0502020204030204" pitchFamily="34" charset="0"/>
              </a:rPr>
              <a:t>with</a:t>
            </a:r>
            <a:r>
              <a:rPr lang="nb-NO" sz="1800" dirty="0" smtClean="0">
                <a:latin typeface="Calibri" panose="020F0502020204030204" pitchFamily="34" charset="0"/>
              </a:rPr>
              <a:t> </a:t>
            </a:r>
            <a:r>
              <a:rPr lang="nb-NO" sz="1800" dirty="0" err="1" smtClean="0">
                <a:latin typeface="Calibri" panose="020F0502020204030204" pitchFamily="34" charset="0"/>
                <a:hlinkClick r:id="rId2"/>
              </a:rPr>
              <a:t>Hibernate</a:t>
            </a:r>
            <a:r>
              <a:rPr lang="nb-NO" sz="1800" dirty="0" smtClean="0">
                <a:latin typeface="Calibri" panose="020F0502020204030204" pitchFamily="34" charset="0"/>
                <a:hlinkClick r:id="rId2"/>
              </a:rPr>
              <a:t> </a:t>
            </a:r>
            <a:r>
              <a:rPr lang="nb-NO" sz="1800" dirty="0" smtClean="0">
                <a:latin typeface="Calibri" panose="020F0502020204030204" pitchFamily="34" charset="0"/>
              </a:rPr>
              <a:t>+ </a:t>
            </a:r>
            <a:r>
              <a:rPr lang="nb-NO" sz="1800" dirty="0" smtClean="0">
                <a:latin typeface="Calibri" panose="020F0502020204030204" pitchFamily="34" charset="0"/>
                <a:hlinkClick r:id="rId3"/>
              </a:rPr>
              <a:t>Envers</a:t>
            </a:r>
            <a:endParaRPr lang="nb-NO" sz="1800" dirty="0" smtClean="0">
              <a:latin typeface="Calibri" panose="020F0502020204030204" pitchFamily="34" charset="0"/>
            </a:endParaRPr>
          </a:p>
          <a:p>
            <a:pPr lvl="1"/>
            <a:r>
              <a:rPr lang="nb-NO" sz="1400" dirty="0" err="1">
                <a:latin typeface="Calibri" panose="020F0502020204030204" pitchFamily="34" charset="0"/>
              </a:rPr>
              <a:t>Revisions</a:t>
            </a:r>
            <a:endParaRPr lang="nb-NO" sz="1400" dirty="0">
              <a:latin typeface="Calibri" panose="020F0502020204030204" pitchFamily="34" charset="0"/>
            </a:endParaRPr>
          </a:p>
          <a:p>
            <a:pPr lvl="1"/>
            <a:r>
              <a:rPr lang="nb-NO" sz="1400" dirty="0" smtClean="0">
                <a:latin typeface="Calibri" panose="020F0502020204030204" pitchFamily="34" charset="0"/>
              </a:rPr>
              <a:t>Database </a:t>
            </a:r>
            <a:r>
              <a:rPr lang="nb-NO" sz="1400" dirty="0" err="1" smtClean="0">
                <a:latin typeface="Calibri" panose="020F0502020204030204" pitchFamily="34" charset="0"/>
              </a:rPr>
              <a:t>agnostic</a:t>
            </a:r>
            <a:endParaRPr lang="nb-NO" sz="1400" dirty="0" smtClean="0">
              <a:latin typeface="Calibri" panose="020F0502020204030204" pitchFamily="34" charset="0"/>
            </a:endParaRPr>
          </a:p>
          <a:p>
            <a:pPr lvl="1"/>
            <a:r>
              <a:rPr lang="nb-NO" sz="1400" dirty="0" err="1" smtClean="0">
                <a:latin typeface="Calibri" panose="020F0502020204030204" pitchFamily="34" charset="0"/>
              </a:rPr>
              <a:t>Since</a:t>
            </a:r>
            <a:r>
              <a:rPr lang="nb-NO" sz="1400" dirty="0" smtClean="0">
                <a:latin typeface="Calibri" panose="020F0502020204030204" pitchFamily="34" charset="0"/>
              </a:rPr>
              <a:t> </a:t>
            </a:r>
            <a:r>
              <a:rPr lang="nb-NO" sz="1400" dirty="0" err="1" smtClean="0">
                <a:latin typeface="Calibri" panose="020F0502020204030204" pitchFamily="34" charset="0"/>
              </a:rPr>
              <a:t>qddt</a:t>
            </a:r>
            <a:r>
              <a:rPr lang="nb-NO" sz="1400" dirty="0" smtClean="0">
                <a:latin typeface="Calibri" panose="020F0502020204030204" pitchFamily="34" charset="0"/>
              </a:rPr>
              <a:t> is </a:t>
            </a:r>
            <a:r>
              <a:rPr lang="nb-NO" sz="1400" dirty="0" err="1" smtClean="0">
                <a:latin typeface="Calibri" panose="020F0502020204030204" pitchFamily="34" charset="0"/>
              </a:rPr>
              <a:t>open</a:t>
            </a:r>
            <a:r>
              <a:rPr lang="nb-NO" sz="1400" dirty="0" smtClean="0">
                <a:latin typeface="Calibri" panose="020F0502020204030204" pitchFamily="34" charset="0"/>
              </a:rPr>
              <a:t> </a:t>
            </a:r>
            <a:r>
              <a:rPr lang="nb-NO" sz="1400" dirty="0" err="1" smtClean="0">
                <a:latin typeface="Calibri" panose="020F0502020204030204" pitchFamily="34" charset="0"/>
              </a:rPr>
              <a:t>source</a:t>
            </a:r>
            <a:r>
              <a:rPr lang="nb-NO" sz="1400" dirty="0" smtClean="0">
                <a:latin typeface="Calibri" panose="020F0502020204030204" pitchFamily="34" charset="0"/>
              </a:rPr>
              <a:t>, </a:t>
            </a:r>
            <a:r>
              <a:rPr lang="nb-NO" sz="1400" dirty="0" err="1" smtClean="0">
                <a:latin typeface="Calibri" panose="020F0502020204030204" pitchFamily="34" charset="0"/>
              </a:rPr>
              <a:t>we</a:t>
            </a:r>
            <a:r>
              <a:rPr lang="nb-NO" sz="1400" dirty="0" smtClean="0">
                <a:latin typeface="Calibri" panose="020F0502020204030204" pitchFamily="34" charset="0"/>
              </a:rPr>
              <a:t> </a:t>
            </a:r>
            <a:r>
              <a:rPr lang="nb-NO" sz="1400" dirty="0" err="1" smtClean="0">
                <a:latin typeface="Calibri" panose="020F0502020204030204" pitchFamily="34" charset="0"/>
              </a:rPr>
              <a:t>chose</a:t>
            </a:r>
            <a:r>
              <a:rPr lang="nb-NO" sz="1400" dirty="0" smtClean="0">
                <a:latin typeface="Calibri" panose="020F0502020204030204" pitchFamily="34" charset="0"/>
              </a:rPr>
              <a:t> </a:t>
            </a:r>
            <a:r>
              <a:rPr lang="nb-NO" sz="1400" dirty="0" err="1" smtClean="0">
                <a:latin typeface="Calibri" panose="020F0502020204030204" pitchFamily="34" charset="0"/>
              </a:rPr>
              <a:t>Postgres</a:t>
            </a:r>
            <a:endParaRPr lang="nb-NO" sz="1400" dirty="0" smtClean="0">
              <a:latin typeface="Calibri" panose="020F0502020204030204" pitchFamily="34" charset="0"/>
            </a:endParaRPr>
          </a:p>
        </p:txBody>
      </p:sp>
      <p:grpSp>
        <p:nvGrpSpPr>
          <p:cNvPr id="4" name="Gruppe 3"/>
          <p:cNvGrpSpPr/>
          <p:nvPr/>
        </p:nvGrpSpPr>
        <p:grpSpPr>
          <a:xfrm>
            <a:off x="5652119" y="1819358"/>
            <a:ext cx="3104147" cy="4432594"/>
            <a:chOff x="2980020" y="476672"/>
            <a:chExt cx="3176155" cy="5210834"/>
          </a:xfrm>
        </p:grpSpPr>
        <p:sp>
          <p:nvSpPr>
            <p:cNvPr id="5" name="Alternativ prosess 4"/>
            <p:cNvSpPr/>
            <p:nvPr/>
          </p:nvSpPr>
          <p:spPr>
            <a:xfrm>
              <a:off x="2987823" y="476672"/>
              <a:ext cx="3168351" cy="936104"/>
            </a:xfrm>
            <a:prstGeom prst="flowChartAlternateProcess">
              <a:avLst/>
            </a:prstGeom>
            <a:solidFill>
              <a:schemeClr val="accent3">
                <a:alpha val="5000"/>
              </a:schemeClr>
            </a:solidFill>
            <a:ln w="25400" cap="flat" cmpd="sng">
              <a:solidFill>
                <a:schemeClr val="accent6">
                  <a:alpha val="50000"/>
                </a:schemeClr>
              </a:solidFill>
              <a:prstDash val="solid"/>
              <a:rou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b-NO" sz="1050" dirty="0"/>
            </a:p>
          </p:txBody>
        </p:sp>
        <p:sp>
          <p:nvSpPr>
            <p:cNvPr id="6" name="Alternativ prosess 5"/>
            <p:cNvSpPr/>
            <p:nvPr/>
          </p:nvSpPr>
          <p:spPr>
            <a:xfrm>
              <a:off x="2980020" y="1890196"/>
              <a:ext cx="3176155" cy="2906956"/>
            </a:xfrm>
            <a:prstGeom prst="flowChartAlternateProcess">
              <a:avLst/>
            </a:prstGeom>
            <a:solidFill>
              <a:schemeClr val="accent3">
                <a:alpha val="5000"/>
              </a:schemeClr>
            </a:solidFill>
            <a:ln w="25400">
              <a:solidFill>
                <a:schemeClr val="accent6">
                  <a:alpha val="5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b-NO" sz="1050"/>
            </a:p>
          </p:txBody>
        </p:sp>
        <p:sp>
          <p:nvSpPr>
            <p:cNvPr id="7" name="Prosess 6"/>
            <p:cNvSpPr/>
            <p:nvPr/>
          </p:nvSpPr>
          <p:spPr>
            <a:xfrm>
              <a:off x="4249271" y="654532"/>
              <a:ext cx="1512168" cy="521713"/>
            </a:xfrm>
            <a:prstGeom prst="flowChartProcess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b-NO" sz="1050" dirty="0" smtClean="0"/>
                <a:t>Angular2</a:t>
              </a:r>
              <a:endParaRPr lang="nb-NO" sz="1050" dirty="0"/>
            </a:p>
          </p:txBody>
        </p:sp>
        <p:cxnSp>
          <p:nvCxnSpPr>
            <p:cNvPr id="8" name="Rett pil 7"/>
            <p:cNvCxnSpPr>
              <a:stCxn id="7" idx="2"/>
              <a:endCxn id="9" idx="0"/>
            </p:cNvCxnSpPr>
            <p:nvPr/>
          </p:nvCxnSpPr>
          <p:spPr>
            <a:xfrm>
              <a:off x="5005355" y="1176245"/>
              <a:ext cx="871" cy="104952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  <p:sp>
          <p:nvSpPr>
            <p:cNvPr id="9" name="Rektangel 8"/>
            <p:cNvSpPr/>
            <p:nvPr/>
          </p:nvSpPr>
          <p:spPr>
            <a:xfrm>
              <a:off x="4250142" y="2225772"/>
              <a:ext cx="1512168" cy="576064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b-NO" sz="1050" dirty="0" err="1" smtClean="0"/>
                <a:t>Router</a:t>
              </a:r>
              <a:r>
                <a:rPr lang="nb-NO" sz="1050" dirty="0" smtClean="0"/>
                <a:t> </a:t>
              </a:r>
              <a:r>
                <a:rPr lang="nb-NO" sz="1050" dirty="0" err="1" smtClean="0"/>
                <a:t>Layer</a:t>
              </a:r>
              <a:endParaRPr lang="nb-NO" sz="1050" dirty="0"/>
            </a:p>
          </p:txBody>
        </p:sp>
        <p:sp>
          <p:nvSpPr>
            <p:cNvPr id="10" name="Rektangel 9"/>
            <p:cNvSpPr/>
            <p:nvPr/>
          </p:nvSpPr>
          <p:spPr>
            <a:xfrm>
              <a:off x="4259687" y="3095937"/>
              <a:ext cx="1512168" cy="576064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b-NO" sz="1050" dirty="0" smtClean="0"/>
                <a:t>Service </a:t>
              </a:r>
              <a:r>
                <a:rPr lang="nb-NO" sz="1050" dirty="0" err="1" smtClean="0"/>
                <a:t>Layer</a:t>
              </a:r>
              <a:endParaRPr lang="nb-NO" sz="1050" dirty="0"/>
            </a:p>
          </p:txBody>
        </p:sp>
        <p:sp>
          <p:nvSpPr>
            <p:cNvPr id="11" name="Rektangel 10"/>
            <p:cNvSpPr/>
            <p:nvPr/>
          </p:nvSpPr>
          <p:spPr>
            <a:xfrm>
              <a:off x="4258816" y="3933056"/>
              <a:ext cx="1512168" cy="576064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b-NO" sz="1050" dirty="0" err="1" smtClean="0"/>
                <a:t>Persistence</a:t>
              </a:r>
              <a:r>
                <a:rPr lang="nb-NO" sz="1050" dirty="0" smtClean="0"/>
                <a:t> </a:t>
              </a:r>
              <a:r>
                <a:rPr lang="nb-NO" sz="1050" dirty="0" err="1" smtClean="0"/>
                <a:t>Layer</a:t>
              </a:r>
              <a:endParaRPr lang="nb-NO" sz="1050" dirty="0"/>
            </a:p>
          </p:txBody>
        </p:sp>
        <p:sp>
          <p:nvSpPr>
            <p:cNvPr id="12" name="Magnetplate 11"/>
            <p:cNvSpPr/>
            <p:nvPr/>
          </p:nvSpPr>
          <p:spPr>
            <a:xfrm>
              <a:off x="4569258" y="5074858"/>
              <a:ext cx="914400" cy="612648"/>
            </a:xfrm>
            <a:prstGeom prst="flowChartMagneticDisk">
              <a:avLst/>
            </a:prstGeom>
            <a:ln w="15875">
              <a:solidFill>
                <a:schemeClr val="accent6">
                  <a:alpha val="50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b-NO" sz="1050" dirty="0" smtClean="0"/>
                <a:t>Database</a:t>
              </a:r>
              <a:endParaRPr lang="nb-NO" sz="1050" dirty="0"/>
            </a:p>
          </p:txBody>
        </p:sp>
        <p:sp>
          <p:nvSpPr>
            <p:cNvPr id="13" name="TekstSylinder 12"/>
            <p:cNvSpPr txBox="1"/>
            <p:nvPr/>
          </p:nvSpPr>
          <p:spPr>
            <a:xfrm>
              <a:off x="3107959" y="654532"/>
              <a:ext cx="1080120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b-NO" sz="1050" dirty="0" err="1" smtClean="0"/>
                <a:t>Browser</a:t>
              </a:r>
              <a:endParaRPr lang="nb-NO" sz="1050" dirty="0"/>
            </a:p>
          </p:txBody>
        </p:sp>
        <p:sp>
          <p:nvSpPr>
            <p:cNvPr id="14" name="TekstSylinder 13"/>
            <p:cNvSpPr txBox="1"/>
            <p:nvPr/>
          </p:nvSpPr>
          <p:spPr>
            <a:xfrm>
              <a:off x="3112859" y="2225772"/>
              <a:ext cx="1080120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b-NO" sz="1050" dirty="0" smtClean="0"/>
                <a:t>REST </a:t>
              </a:r>
              <a:r>
                <a:rPr lang="nb-NO" sz="1050" dirty="0" err="1" smtClean="0"/>
                <a:t>Backend</a:t>
              </a:r>
              <a:endParaRPr lang="nb-NO" sz="1050" dirty="0"/>
            </a:p>
          </p:txBody>
        </p:sp>
        <p:sp>
          <p:nvSpPr>
            <p:cNvPr id="15" name="TekstSylinder 14"/>
            <p:cNvSpPr txBox="1"/>
            <p:nvPr/>
          </p:nvSpPr>
          <p:spPr>
            <a:xfrm>
              <a:off x="5014899" y="1484784"/>
              <a:ext cx="912257" cy="29849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b-NO" sz="1050" dirty="0" smtClean="0"/>
                <a:t>Http/JSON</a:t>
              </a:r>
              <a:endParaRPr lang="nb-NO" sz="1050" dirty="0"/>
            </a:p>
          </p:txBody>
        </p:sp>
        <p:cxnSp>
          <p:nvCxnSpPr>
            <p:cNvPr id="16" name="Rett pil 15"/>
            <p:cNvCxnSpPr>
              <a:stCxn id="9" idx="2"/>
              <a:endCxn id="10" idx="0"/>
            </p:cNvCxnSpPr>
            <p:nvPr/>
          </p:nvCxnSpPr>
          <p:spPr>
            <a:xfrm>
              <a:off x="5006226" y="2801836"/>
              <a:ext cx="9545" cy="2941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17" name="Rett pil 16"/>
            <p:cNvCxnSpPr>
              <a:stCxn id="10" idx="2"/>
              <a:endCxn id="11" idx="0"/>
            </p:cNvCxnSpPr>
            <p:nvPr/>
          </p:nvCxnSpPr>
          <p:spPr>
            <a:xfrm flipH="1">
              <a:off x="5014900" y="3672001"/>
              <a:ext cx="871" cy="2610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18" name="Rett pil 17"/>
            <p:cNvCxnSpPr>
              <a:stCxn id="11" idx="2"/>
              <a:endCxn id="12" idx="0"/>
            </p:cNvCxnSpPr>
            <p:nvPr/>
          </p:nvCxnSpPr>
          <p:spPr>
            <a:xfrm>
              <a:off x="5014900" y="4509120"/>
              <a:ext cx="11558" cy="7699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9335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55650" y="836613"/>
            <a:ext cx="7772400" cy="864195"/>
          </a:xfrm>
        </p:spPr>
        <p:txBody>
          <a:bodyPr/>
          <a:lstStyle/>
          <a:p>
            <a:r>
              <a:rPr lang="nb-NO" sz="2800" dirty="0" err="1" smtClean="0"/>
              <a:t>Versioning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900113" y="1844675"/>
            <a:ext cx="5904135" cy="4104605"/>
          </a:xfrm>
        </p:spPr>
        <p:txBody>
          <a:bodyPr/>
          <a:lstStyle/>
          <a:p>
            <a:r>
              <a:rPr lang="en-US" sz="1800" dirty="0" smtClean="0">
                <a:latin typeface="Calibri" panose="020F0502020204030204" pitchFamily="34" charset="0"/>
              </a:rPr>
              <a:t>Provide historical versioning of entity data</a:t>
            </a:r>
          </a:p>
          <a:p>
            <a:r>
              <a:rPr lang="en-US" sz="1800" dirty="0" smtClean="0">
                <a:latin typeface="Calibri" panose="020F0502020204030204" pitchFamily="34" charset="0"/>
              </a:rPr>
              <a:t>Each transaction relates to one global revision number</a:t>
            </a:r>
          </a:p>
          <a:p>
            <a:r>
              <a:rPr lang="en-US" sz="1800" dirty="0" smtClean="0">
                <a:latin typeface="Calibri" panose="020F0502020204030204" pitchFamily="34" charset="0"/>
              </a:rPr>
              <a:t>Can be used to identify groups of changes (much like a </a:t>
            </a:r>
            <a:r>
              <a:rPr lang="en-US" sz="1800" dirty="0" err="1" smtClean="0">
                <a:latin typeface="Calibri" panose="020F0502020204030204" pitchFamily="34" charset="0"/>
              </a:rPr>
              <a:t>changeset</a:t>
            </a:r>
            <a:r>
              <a:rPr lang="en-US" sz="1800" dirty="0" smtClean="0">
                <a:latin typeface="Calibri" panose="020F0502020204030204" pitchFamily="34" charset="0"/>
              </a:rPr>
              <a:t> in source control)</a:t>
            </a:r>
          </a:p>
          <a:p>
            <a:r>
              <a:rPr lang="nb-NO" sz="1800" dirty="0" err="1">
                <a:latin typeface="Calibri" panose="020F0502020204030204" pitchFamily="34" charset="0"/>
              </a:rPr>
              <a:t>Any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changeset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err="1">
                <a:latin typeface="Calibri" panose="020F0502020204030204" pitchFamily="34" charset="0"/>
              </a:rPr>
              <a:t>can</a:t>
            </a:r>
            <a:r>
              <a:rPr lang="nb-NO" sz="1800" dirty="0">
                <a:latin typeface="Calibri" panose="020F0502020204030204" pitchFamily="34" charset="0"/>
              </a:rPr>
              <a:t> </a:t>
            </a:r>
            <a:r>
              <a:rPr lang="nb-NO" sz="1800" dirty="0" smtClean="0">
                <a:latin typeface="Calibri" panose="020F0502020204030204" pitchFamily="34" charset="0"/>
              </a:rPr>
              <a:t>be </a:t>
            </a:r>
            <a:r>
              <a:rPr lang="nb-NO" sz="1800" dirty="0" err="1" smtClean="0">
                <a:latin typeface="Calibri" panose="020F0502020204030204" pitchFamily="34" charset="0"/>
              </a:rPr>
              <a:t>labeled</a:t>
            </a:r>
            <a:r>
              <a:rPr lang="nb-NO" sz="1800" dirty="0" smtClean="0">
                <a:latin typeface="Calibri" panose="020F0502020204030204" pitchFamily="34" charset="0"/>
              </a:rPr>
              <a:t> </a:t>
            </a:r>
            <a:r>
              <a:rPr lang="nb-NO" sz="1800" dirty="0">
                <a:latin typeface="Calibri" panose="020F0502020204030204" pitchFamily="34" charset="0"/>
              </a:rPr>
              <a:t>(</a:t>
            </a:r>
            <a:r>
              <a:rPr lang="nb-NO" sz="1800" dirty="0" smtClean="0">
                <a:latin typeface="Calibri" panose="020F0502020204030204" pitchFamily="34" charset="0"/>
              </a:rPr>
              <a:t>business </a:t>
            </a:r>
            <a:r>
              <a:rPr lang="nb-NO" sz="1800" dirty="0" err="1" smtClean="0">
                <a:latin typeface="Calibri" panose="020F0502020204030204" pitchFamily="34" charset="0"/>
              </a:rPr>
              <a:t>version</a:t>
            </a:r>
            <a:r>
              <a:rPr lang="nb-NO" sz="1800" dirty="0" smtClean="0">
                <a:latin typeface="Calibri" panose="020F0502020204030204" pitchFamily="34" charset="0"/>
              </a:rPr>
              <a:t>)</a:t>
            </a:r>
            <a:endParaRPr lang="nb-NO" sz="1800" dirty="0">
              <a:latin typeface="Calibri" panose="020F0502020204030204" pitchFamily="34" charset="0"/>
            </a:endParaRPr>
          </a:p>
          <a:p>
            <a:r>
              <a:rPr lang="en-US" sz="1800" dirty="0" smtClean="0">
                <a:latin typeface="Calibri" panose="020F0502020204030204" pitchFamily="34" charset="0"/>
              </a:rPr>
              <a:t>Find revision by date or label </a:t>
            </a:r>
            <a:r>
              <a:rPr lang="en-US" sz="1800" dirty="0" smtClean="0">
                <a:latin typeface="Calibri" panose="020F0502020204030204" pitchFamily="34" charset="0"/>
              </a:rPr>
              <a:t>name</a:t>
            </a:r>
          </a:p>
          <a:p>
            <a:r>
              <a:rPr lang="en-US" sz="1800" dirty="0" smtClean="0">
                <a:latin typeface="Calibri" panose="020F0502020204030204" pitchFamily="34" charset="0"/>
              </a:rPr>
              <a:t>Controlled vocabulary controls business versioning </a:t>
            </a:r>
            <a:endParaRPr lang="en-US" sz="1800" dirty="0" smtClean="0">
              <a:latin typeface="Calibri" panose="020F0502020204030204" pitchFamily="34" charset="0"/>
            </a:endParaRPr>
          </a:p>
          <a:p>
            <a:r>
              <a:rPr lang="nb-NO" sz="1800" dirty="0" smtClean="0">
                <a:latin typeface="Calibri" panose="020F0502020204030204" pitchFamily="34" charset="0"/>
              </a:rPr>
              <a:t>Envers</a:t>
            </a:r>
            <a:endParaRPr lang="nb-NO" sz="1800" dirty="0">
              <a:latin typeface="Calibri" panose="020F0502020204030204" pitchFamily="34" charset="0"/>
            </a:endParaRPr>
          </a:p>
          <a:p>
            <a:pPr lvl="1"/>
            <a:r>
              <a:rPr lang="nb-NO" sz="1400" dirty="0" err="1" smtClean="0">
                <a:latin typeface="Calibri" panose="020F0502020204030204" pitchFamily="34" charset="0"/>
              </a:rPr>
              <a:t>Implemented</a:t>
            </a:r>
            <a:r>
              <a:rPr lang="nb-NO" sz="1400" dirty="0" smtClean="0">
                <a:latin typeface="Calibri" panose="020F0502020204030204" pitchFamily="34" charset="0"/>
              </a:rPr>
              <a:t> by </a:t>
            </a:r>
            <a:r>
              <a:rPr lang="nb-NO" sz="1400" dirty="0" err="1" smtClean="0">
                <a:latin typeface="Calibri" panose="020F0502020204030204" pitchFamily="34" charset="0"/>
              </a:rPr>
              <a:t>anotations</a:t>
            </a:r>
            <a:r>
              <a:rPr lang="nb-NO" sz="1400" dirty="0" smtClean="0">
                <a:latin typeface="Calibri" panose="020F0502020204030204" pitchFamily="34" charset="0"/>
              </a:rPr>
              <a:t> in </a:t>
            </a:r>
            <a:r>
              <a:rPr lang="nb-NO" sz="1400" dirty="0" err="1" smtClean="0">
                <a:latin typeface="Calibri" panose="020F0502020204030204" pitchFamily="34" charset="0"/>
              </a:rPr>
              <a:t>domian</a:t>
            </a:r>
            <a:r>
              <a:rPr lang="nb-NO" sz="1400" dirty="0" smtClean="0">
                <a:latin typeface="Calibri" panose="020F0502020204030204" pitchFamily="34" charset="0"/>
              </a:rPr>
              <a:t> </a:t>
            </a:r>
            <a:r>
              <a:rPr lang="nb-NO" sz="1400" dirty="0" err="1" smtClean="0">
                <a:latin typeface="Calibri" panose="020F0502020204030204" pitchFamily="34" charset="0"/>
              </a:rPr>
              <a:t>classes</a:t>
            </a:r>
            <a:r>
              <a:rPr lang="nb-NO" sz="1400" dirty="0" smtClean="0">
                <a:latin typeface="Calibri" panose="020F0502020204030204" pitchFamily="34" charset="0"/>
              </a:rPr>
              <a:t> and </a:t>
            </a:r>
            <a:r>
              <a:rPr lang="nb-NO" sz="1400" dirty="0" err="1" smtClean="0">
                <a:latin typeface="Calibri" panose="020F0502020204030204" pitchFamily="34" charset="0"/>
              </a:rPr>
              <a:t>inclusion</a:t>
            </a:r>
            <a:r>
              <a:rPr lang="nb-NO" sz="1400" dirty="0" smtClean="0">
                <a:latin typeface="Calibri" panose="020F0502020204030204" pitchFamily="34" charset="0"/>
              </a:rPr>
              <a:t> </a:t>
            </a:r>
            <a:r>
              <a:rPr lang="nb-NO" sz="1400" dirty="0" err="1" smtClean="0">
                <a:latin typeface="Calibri" panose="020F0502020204030204" pitchFamily="34" charset="0"/>
              </a:rPr>
              <a:t>of</a:t>
            </a:r>
            <a:r>
              <a:rPr lang="nb-NO" sz="1400" dirty="0" smtClean="0">
                <a:latin typeface="Calibri" panose="020F0502020204030204" pitchFamily="34" charset="0"/>
              </a:rPr>
              <a:t> </a:t>
            </a:r>
            <a:r>
              <a:rPr lang="nb-NO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hibernate</a:t>
            </a:r>
            <a:r>
              <a:rPr lang="nb-NO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nb-NO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envers</a:t>
            </a:r>
            <a:r>
              <a:rPr lang="nb-NO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-jar </a:t>
            </a:r>
            <a:r>
              <a:rPr lang="nb-NO" sz="1400" dirty="0" smtClean="0">
                <a:latin typeface="Calibri" panose="020F0502020204030204" pitchFamily="34" charset="0"/>
                <a:cs typeface="Consolas" panose="020B0609020204030204" pitchFamily="49" charset="0"/>
              </a:rPr>
              <a:t>in </a:t>
            </a:r>
            <a:r>
              <a:rPr lang="nb-NO" sz="1400" dirty="0" err="1" smtClean="0">
                <a:latin typeface="Calibri" panose="020F0502020204030204" pitchFamily="34" charset="0"/>
                <a:cs typeface="Consolas" panose="020B0609020204030204" pitchFamily="49" charset="0"/>
              </a:rPr>
              <a:t>classpath</a:t>
            </a:r>
            <a:endParaRPr lang="en-US" sz="1400" dirty="0" smtClean="0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grpSp>
        <p:nvGrpSpPr>
          <p:cNvPr id="4" name="Gruppe 3"/>
          <p:cNvGrpSpPr/>
          <p:nvPr/>
        </p:nvGrpSpPr>
        <p:grpSpPr>
          <a:xfrm>
            <a:off x="6876256" y="1484784"/>
            <a:ext cx="1800200" cy="5040560"/>
            <a:chOff x="6660232" y="1124744"/>
            <a:chExt cx="2016224" cy="5400600"/>
          </a:xfrm>
        </p:grpSpPr>
        <p:pic>
          <p:nvPicPr>
            <p:cNvPr id="5" name="Picture 3" descr="C:\Users\SNO\Documents\Qddt-rev-datamodel.em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0232" y="1263400"/>
              <a:ext cx="1920152" cy="5209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Avrundet rektangel 5"/>
            <p:cNvSpPr/>
            <p:nvPr/>
          </p:nvSpPr>
          <p:spPr>
            <a:xfrm>
              <a:off x="6660232" y="1124744"/>
              <a:ext cx="2016224" cy="5400600"/>
            </a:xfrm>
            <a:prstGeom prst="roundRect">
              <a:avLst/>
            </a:prstGeom>
            <a:solidFill>
              <a:schemeClr val="accent3">
                <a:alpha val="5000"/>
              </a:schemeClr>
            </a:solidFill>
            <a:ln>
              <a:solidFill>
                <a:schemeClr val="accent6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</p:grp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292" y="5013175"/>
            <a:ext cx="3326904" cy="1050999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333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55650" y="836613"/>
            <a:ext cx="7772400" cy="792187"/>
          </a:xfrm>
        </p:spPr>
        <p:txBody>
          <a:bodyPr/>
          <a:lstStyle/>
          <a:p>
            <a:r>
              <a:rPr lang="nb-NO" sz="2800" dirty="0" smtClean="0"/>
              <a:t>Data</a:t>
            </a:r>
            <a:r>
              <a:rPr lang="nb-NO" dirty="0" smtClean="0"/>
              <a:t> </a:t>
            </a:r>
            <a:r>
              <a:rPr lang="nb-NO" dirty="0" err="1" smtClean="0"/>
              <a:t>model</a:t>
            </a:r>
            <a:endParaRPr lang="nb-NO" dirty="0"/>
          </a:p>
        </p:txBody>
      </p:sp>
      <p:grpSp>
        <p:nvGrpSpPr>
          <p:cNvPr id="4" name="Gruppe 3"/>
          <p:cNvGrpSpPr/>
          <p:nvPr/>
        </p:nvGrpSpPr>
        <p:grpSpPr>
          <a:xfrm>
            <a:off x="200744" y="1602299"/>
            <a:ext cx="8749706" cy="4319978"/>
            <a:chOff x="200744" y="1602299"/>
            <a:chExt cx="8749706" cy="4319978"/>
          </a:xfrm>
        </p:grpSpPr>
        <p:pic>
          <p:nvPicPr>
            <p:cNvPr id="5" name="Picture 14" descr="C:\Users\SNO\Documents\Qddt-datamodel.em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744" y="1602299"/>
              <a:ext cx="8749706" cy="4090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Avrundet rektangel 5"/>
            <p:cNvSpPr/>
            <p:nvPr/>
          </p:nvSpPr>
          <p:spPr>
            <a:xfrm>
              <a:off x="200744" y="2708920"/>
              <a:ext cx="2232248" cy="3213357"/>
            </a:xfrm>
            <a:prstGeom prst="roundRect">
              <a:avLst/>
            </a:prstGeom>
            <a:solidFill>
              <a:schemeClr val="bg1">
                <a:lumMod val="40000"/>
                <a:lumOff val="60000"/>
                <a:alpha val="14902"/>
              </a:schemeClr>
            </a:solidFill>
            <a:ln>
              <a:solidFill>
                <a:schemeClr val="accent6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7" name="Avrundet rektangel 6"/>
            <p:cNvSpPr/>
            <p:nvPr/>
          </p:nvSpPr>
          <p:spPr>
            <a:xfrm>
              <a:off x="7236616" y="5088585"/>
              <a:ext cx="1584176" cy="833692"/>
            </a:xfrm>
            <a:prstGeom prst="roundRect">
              <a:avLst/>
            </a:prstGeom>
            <a:solidFill>
              <a:schemeClr val="bg1">
                <a:lumMod val="40000"/>
                <a:lumOff val="60000"/>
                <a:alpha val="14902"/>
              </a:schemeClr>
            </a:solidFill>
            <a:ln>
              <a:solidFill>
                <a:schemeClr val="accent6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8" name="TekstSylinder 7"/>
            <p:cNvSpPr txBox="1"/>
            <p:nvPr/>
          </p:nvSpPr>
          <p:spPr>
            <a:xfrm>
              <a:off x="200744" y="4218258"/>
              <a:ext cx="1008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1200" dirty="0" smtClean="0">
                  <a:latin typeface="Calibri" panose="020F0502020204030204" pitchFamily="34" charset="0"/>
                </a:rPr>
                <a:t>(</a:t>
              </a:r>
              <a:r>
                <a:rPr lang="nb-NO" sz="1200" dirty="0" err="1" smtClean="0">
                  <a:latin typeface="Calibri" panose="020F0502020204030204" pitchFamily="34" charset="0"/>
                </a:rPr>
                <a:t>Relations</a:t>
              </a:r>
              <a:r>
                <a:rPr lang="nb-NO" sz="1200" dirty="0" smtClean="0">
                  <a:latin typeface="Calibri" panose="020F0502020204030204" pitchFamily="34" charset="0"/>
                </a:rPr>
                <a:t> </a:t>
              </a:r>
              <a:r>
                <a:rPr lang="nb-NO" sz="1200" dirty="0" err="1" smtClean="0">
                  <a:latin typeface="Calibri" panose="020F0502020204030204" pitchFamily="34" charset="0"/>
                </a:rPr>
                <a:t>simplified</a:t>
              </a:r>
              <a:r>
                <a:rPr lang="nb-NO" sz="1200" dirty="0" smtClean="0">
                  <a:latin typeface="Calibri" panose="020F0502020204030204" pitchFamily="34" charset="0"/>
                </a:rPr>
                <a:t>)</a:t>
              </a:r>
              <a:endParaRPr lang="nb-NO" sz="1200" dirty="0">
                <a:latin typeface="Calibri" panose="020F0502020204030204" pitchFamily="34" charset="0"/>
              </a:endParaRPr>
            </a:p>
          </p:txBody>
        </p:sp>
        <p:sp>
          <p:nvSpPr>
            <p:cNvPr id="9" name="TekstSylinder 8"/>
            <p:cNvSpPr txBox="1"/>
            <p:nvPr/>
          </p:nvSpPr>
          <p:spPr>
            <a:xfrm>
              <a:off x="7323024" y="5645278"/>
              <a:ext cx="14401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 sz="1200" dirty="0" smtClean="0">
                  <a:latin typeface="Calibri" panose="020F0502020204030204" pitchFamily="34" charset="0"/>
                </a:rPr>
                <a:t>(</a:t>
              </a:r>
              <a:r>
                <a:rPr lang="nb-NO" sz="1200" dirty="0" err="1" smtClean="0">
                  <a:latin typeface="Calibri" panose="020F0502020204030204" pitchFamily="34" charset="0"/>
                </a:rPr>
                <a:t>Relations</a:t>
              </a:r>
              <a:r>
                <a:rPr lang="nb-NO" sz="1200" dirty="0" smtClean="0">
                  <a:latin typeface="Calibri" panose="020F0502020204030204" pitchFamily="34" charset="0"/>
                </a:rPr>
                <a:t> </a:t>
              </a:r>
              <a:r>
                <a:rPr lang="nb-NO" sz="1200" dirty="0" err="1" smtClean="0">
                  <a:latin typeface="Calibri" panose="020F0502020204030204" pitchFamily="34" charset="0"/>
                </a:rPr>
                <a:t>omitted</a:t>
              </a:r>
              <a:r>
                <a:rPr lang="nb-NO" sz="1200" dirty="0" smtClean="0">
                  <a:latin typeface="Calibri" panose="020F0502020204030204" pitchFamily="34" charset="0"/>
                </a:rPr>
                <a:t>)</a:t>
              </a:r>
              <a:endParaRPr lang="nb-NO" sz="1400" dirty="0">
                <a:latin typeface="Calibri" panose="020F0502020204030204" pitchFamily="34" charset="0"/>
              </a:endParaRPr>
            </a:p>
          </p:txBody>
        </p:sp>
        <p:sp>
          <p:nvSpPr>
            <p:cNvPr id="10" name="Avrundet rektangel 9"/>
            <p:cNvSpPr/>
            <p:nvPr/>
          </p:nvSpPr>
          <p:spPr>
            <a:xfrm>
              <a:off x="3275856" y="4209887"/>
              <a:ext cx="3528392" cy="171238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15000"/>
              </a:schemeClr>
            </a:solidFill>
            <a:ln>
              <a:solidFill>
                <a:schemeClr val="accent6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dirty="0"/>
            </a:p>
          </p:txBody>
        </p:sp>
        <p:sp>
          <p:nvSpPr>
            <p:cNvPr id="11" name="TekstSylinder 10"/>
            <p:cNvSpPr txBox="1"/>
            <p:nvPr/>
          </p:nvSpPr>
          <p:spPr>
            <a:xfrm>
              <a:off x="3457728" y="5445224"/>
              <a:ext cx="32366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1600" dirty="0" smtClean="0">
                  <a:latin typeface="Calibri" panose="020F0502020204030204" pitchFamily="34" charset="0"/>
                </a:rPr>
                <a:t>Sub system for temporal </a:t>
              </a:r>
              <a:r>
                <a:rPr lang="nb-NO" sz="1600" dirty="0" err="1" smtClean="0">
                  <a:latin typeface="Calibri" panose="020F0502020204030204" pitchFamily="34" charset="0"/>
                </a:rPr>
                <a:t>comparison</a:t>
              </a:r>
              <a:endParaRPr lang="nb-NO" sz="1600" dirty="0">
                <a:latin typeface="Calibri" panose="020F0502020204030204" pitchFamily="34" charset="0"/>
              </a:endParaRPr>
            </a:p>
          </p:txBody>
        </p:sp>
        <p:sp>
          <p:nvSpPr>
            <p:cNvPr id="12" name="Avrundet rektangel 11"/>
            <p:cNvSpPr/>
            <p:nvPr/>
          </p:nvSpPr>
          <p:spPr>
            <a:xfrm>
              <a:off x="251520" y="2924944"/>
              <a:ext cx="864096" cy="648072"/>
            </a:xfrm>
            <a:prstGeom prst="roundRect">
              <a:avLst/>
            </a:prstGeom>
            <a:solidFill>
              <a:schemeClr val="accent1">
                <a:alpha val="6000"/>
              </a:schemeClr>
            </a:solidFill>
            <a:ln>
              <a:solidFill>
                <a:schemeClr val="accent6">
                  <a:lumMod val="60000"/>
                  <a:lumOff val="4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  <p:sp>
          <p:nvSpPr>
            <p:cNvPr id="13" name="Avrundet rektangel 12"/>
            <p:cNvSpPr/>
            <p:nvPr/>
          </p:nvSpPr>
          <p:spPr>
            <a:xfrm>
              <a:off x="6948264" y="2420888"/>
              <a:ext cx="2002186" cy="2304256"/>
            </a:xfrm>
            <a:prstGeom prst="roundRect">
              <a:avLst/>
            </a:prstGeom>
            <a:solidFill>
              <a:schemeClr val="accent3">
                <a:alpha val="5000"/>
              </a:schemeClr>
            </a:solidFill>
            <a:ln>
              <a:solidFill>
                <a:schemeClr val="accent6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/>
            </a:p>
          </p:txBody>
        </p:sp>
      </p:grpSp>
    </p:spTree>
    <p:extLst>
      <p:ext uri="{BB962C8B-B14F-4D97-AF65-F5344CB8AC3E}">
        <p14:creationId xmlns:p14="http://schemas.microsoft.com/office/powerpoint/2010/main" val="44523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27584" y="836712"/>
            <a:ext cx="7772400" cy="936104"/>
          </a:xfrm>
        </p:spPr>
        <p:txBody>
          <a:bodyPr/>
          <a:lstStyle/>
          <a:p>
            <a:r>
              <a:rPr lang="nb-NO" dirty="0" err="1" smtClean="0"/>
              <a:t>Category</a:t>
            </a:r>
            <a:r>
              <a:rPr lang="nb-NO" dirty="0" smtClean="0"/>
              <a:t> </a:t>
            </a:r>
            <a:r>
              <a:rPr lang="nb-NO" dirty="0" err="1" smtClean="0"/>
              <a:t>group</a:t>
            </a:r>
            <a:r>
              <a:rPr lang="nb-NO" dirty="0" smtClean="0"/>
              <a:t> </a:t>
            </a:r>
            <a:r>
              <a:rPr lang="nb-NO" dirty="0" err="1" smtClean="0"/>
              <a:t>structure</a:t>
            </a:r>
            <a:endParaRPr lang="nb-NO" dirty="0"/>
          </a:p>
        </p:txBody>
      </p:sp>
      <p:graphicFrame>
        <p:nvGraphicFramePr>
          <p:cNvPr id="4" name="Plassholder for innhol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12869"/>
              </p:ext>
            </p:extLst>
          </p:nvPr>
        </p:nvGraphicFramePr>
        <p:xfrm>
          <a:off x="3131840" y="1916832"/>
          <a:ext cx="5554959" cy="4209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Bild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16832"/>
            <a:ext cx="2024047" cy="234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55650" y="836613"/>
            <a:ext cx="7772400" cy="792187"/>
          </a:xfrm>
        </p:spPr>
        <p:txBody>
          <a:bodyPr/>
          <a:lstStyle/>
          <a:p>
            <a:r>
              <a:rPr lang="nb-NO" sz="2800" dirty="0" err="1" smtClean="0">
                <a:latin typeface="Calibri" panose="020F0502020204030204" pitchFamily="34" charset="0"/>
              </a:rPr>
              <a:t>Responsdomain</a:t>
            </a:r>
            <a:r>
              <a:rPr lang="nb-NO" dirty="0" smtClean="0">
                <a:latin typeface="Calibri" panose="020F0502020204030204" pitchFamily="34" charset="0"/>
              </a:rPr>
              <a:t> </a:t>
            </a:r>
            <a:r>
              <a:rPr lang="nb-NO" dirty="0" err="1" smtClean="0">
                <a:latin typeface="Calibri" panose="020F0502020204030204" pitchFamily="34" charset="0"/>
              </a:rPr>
              <a:t>root</a:t>
            </a:r>
            <a:r>
              <a:rPr lang="nb-NO" dirty="0" smtClean="0">
                <a:latin typeface="Calibri" panose="020F0502020204030204" pitchFamily="34" charset="0"/>
              </a:rPr>
              <a:t> </a:t>
            </a:r>
            <a:r>
              <a:rPr lang="nb-NO" dirty="0" err="1" smtClean="0">
                <a:latin typeface="Calibri" panose="020F0502020204030204" pitchFamily="34" charset="0"/>
              </a:rPr>
              <a:t>category</a:t>
            </a:r>
            <a:r>
              <a:rPr lang="nb-NO" dirty="0" smtClean="0">
                <a:latin typeface="Calibri" panose="020F0502020204030204" pitchFamily="34" charset="0"/>
              </a:rPr>
              <a:t> </a:t>
            </a:r>
            <a:r>
              <a:rPr lang="nb-NO" dirty="0" err="1" smtClean="0">
                <a:latin typeface="Calibri" panose="020F0502020204030204" pitchFamily="34" charset="0"/>
              </a:rPr>
              <a:t>structure</a:t>
            </a:r>
            <a:endParaRPr lang="nb-NO" dirty="0">
              <a:latin typeface="Calibri" panose="020F0502020204030204" pitchFamily="34" charset="0"/>
            </a:endParaRPr>
          </a:p>
        </p:txBody>
      </p:sp>
      <p:sp>
        <p:nvSpPr>
          <p:cNvPr id="5" name="Avrundet rektangel 4"/>
          <p:cNvSpPr/>
          <p:nvPr/>
        </p:nvSpPr>
        <p:spPr>
          <a:xfrm>
            <a:off x="683568" y="1628800"/>
            <a:ext cx="7488832" cy="5112568"/>
          </a:xfrm>
          <a:prstGeom prst="roundRect">
            <a:avLst/>
          </a:prstGeom>
          <a:solidFill>
            <a:schemeClr val="accent3">
              <a:tint val="40000"/>
              <a:hueOff val="0"/>
              <a:satOff val="0"/>
              <a:lumOff val="0"/>
              <a:alpha val="10000"/>
            </a:schemeClr>
          </a:solidFill>
          <a:ln w="25400">
            <a:solidFill>
              <a:schemeClr val="accent6">
                <a:alpha val="48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nb-NO" dirty="0">
              <a:latin typeface="Calibri" panose="020F0502020204030204" pitchFamily="34" charset="0"/>
            </a:endParaRPr>
          </a:p>
        </p:txBody>
      </p:sp>
      <p:graphicFrame>
        <p:nvGraphicFramePr>
          <p:cNvPr id="6" name="Plassholder for innhol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991367"/>
              </p:ext>
            </p:extLst>
          </p:nvPr>
        </p:nvGraphicFramePr>
        <p:xfrm>
          <a:off x="1763688" y="1922102"/>
          <a:ext cx="648072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kstSylinder 6"/>
          <p:cNvSpPr txBox="1"/>
          <p:nvPr/>
        </p:nvSpPr>
        <p:spPr>
          <a:xfrm>
            <a:off x="620288" y="2276872"/>
            <a:ext cx="16657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600" dirty="0" err="1" smtClean="0">
                <a:latin typeface="Calibri" panose="020F0502020204030204" pitchFamily="34" charset="0"/>
              </a:rPr>
              <a:t>StructuredMixedResponsedoman</a:t>
            </a:r>
            <a:r>
              <a:rPr lang="nb-NO" sz="1600" dirty="0" smtClean="0">
                <a:latin typeface="Calibri" panose="020F0502020204030204" pitchFamily="34" charset="0"/>
              </a:rPr>
              <a:t> </a:t>
            </a:r>
          </a:p>
          <a:p>
            <a:pPr algn="ctr"/>
            <a:r>
              <a:rPr lang="nb-NO" sz="1600" dirty="0" smtClean="0">
                <a:latin typeface="Calibri" panose="020F0502020204030204" pitchFamily="34" charset="0"/>
              </a:rPr>
              <a:t>«</a:t>
            </a:r>
            <a:r>
              <a:rPr lang="nb-NO" sz="1600" dirty="0" err="1" smtClean="0">
                <a:latin typeface="Calibri" panose="020F0502020204030204" pitchFamily="34" charset="0"/>
              </a:rPr>
              <a:t>Scale</a:t>
            </a:r>
            <a:r>
              <a:rPr lang="nb-NO" sz="1600" dirty="0" smtClean="0">
                <a:latin typeface="Calibri" panose="020F0502020204030204" pitchFamily="34" charset="0"/>
              </a:rPr>
              <a:t> 1-9 </a:t>
            </a:r>
            <a:r>
              <a:rPr lang="nb-NO" sz="1600" dirty="0" err="1" smtClean="0">
                <a:latin typeface="Calibri" panose="020F0502020204030204" pitchFamily="34" charset="0"/>
              </a:rPr>
              <a:t>Missing</a:t>
            </a:r>
            <a:r>
              <a:rPr lang="nb-NO" sz="1600" dirty="0" smtClean="0">
                <a:latin typeface="Calibri" panose="020F0502020204030204" pitchFamily="34" charset="0"/>
              </a:rPr>
              <a:t> </a:t>
            </a:r>
            <a:r>
              <a:rPr lang="nb-NO" sz="1600" dirty="0" err="1" smtClean="0">
                <a:latin typeface="Calibri" panose="020F0502020204030204" pitchFamily="34" charset="0"/>
              </a:rPr>
              <a:t>values</a:t>
            </a:r>
            <a:r>
              <a:rPr lang="nb-NO" sz="1600" dirty="0" smtClean="0">
                <a:latin typeface="Calibri" panose="020F0502020204030204" pitchFamily="34" charset="0"/>
              </a:rPr>
              <a:t>»</a:t>
            </a:r>
          </a:p>
          <a:p>
            <a:endParaRPr lang="nb-NO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72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Design </a:t>
            </a:r>
            <a:r>
              <a:rPr lang="nb-NO" dirty="0" err="1" smtClean="0"/>
              <a:t>of</a:t>
            </a:r>
            <a:r>
              <a:rPr lang="nb-NO" dirty="0" smtClean="0"/>
              <a:t> a </a:t>
            </a:r>
            <a:r>
              <a:rPr lang="nb-NO" dirty="0" err="1" smtClean="0"/>
              <a:t>domain</a:t>
            </a:r>
            <a:r>
              <a:rPr lang="nb-NO" dirty="0" smtClean="0"/>
              <a:t> </a:t>
            </a:r>
            <a:r>
              <a:rPr lang="nb-NO" dirty="0" err="1" smtClean="0"/>
              <a:t>class</a:t>
            </a:r>
            <a:endParaRPr lang="nb-NO" dirty="0"/>
          </a:p>
        </p:txBody>
      </p:sp>
      <p:graphicFrame>
        <p:nvGraphicFramePr>
          <p:cNvPr id="7" name="Plassholder for innhol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1460300"/>
              </p:ext>
            </p:extLst>
          </p:nvPr>
        </p:nvGraphicFramePr>
        <p:xfrm>
          <a:off x="457200" y="1844824"/>
          <a:ext cx="8229600" cy="4281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397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Login</a:t>
            </a:r>
            <a:r>
              <a:rPr lang="nb-NO" dirty="0" smtClean="0"/>
              <a:t> screen</a:t>
            </a:r>
            <a:endParaRPr lang="nb-NO" dirty="0"/>
          </a:p>
        </p:txBody>
      </p:sp>
      <p:pic>
        <p:nvPicPr>
          <p:cNvPr id="4" name="Picture 3" descr="C:\Users\SNO\Dropbox\Screenshots\Skjermbilde 2015-11-19 13.05.09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423492"/>
            <a:ext cx="7543800" cy="35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06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Survey screen</a:t>
            </a:r>
            <a:endParaRPr lang="nb-NO" dirty="0"/>
          </a:p>
        </p:txBody>
      </p:sp>
      <p:pic>
        <p:nvPicPr>
          <p:cNvPr id="4" name="Picture 2" descr="C:\Users\SNO\Dropbox\Screenshots\qddtfrontpage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077244"/>
            <a:ext cx="7543800" cy="424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96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14128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6699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6699"/>
                </a:solidFill>
                <a:latin typeface="Verdan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6699"/>
                </a:solidFill>
                <a:latin typeface="Verdan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6699"/>
                </a:solidFill>
                <a:latin typeface="Verdan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6699"/>
                </a:solidFill>
                <a:latin typeface="Verdan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6699"/>
                </a:solidFill>
                <a:latin typeface="Verdan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6699"/>
                </a:solidFill>
                <a:latin typeface="Verdan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6699"/>
                </a:solidFill>
                <a:latin typeface="Verdan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6699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GB" sz="4400" b="0" kern="0" dirty="0" smtClean="0">
                <a:solidFill>
                  <a:schemeClr val="tx1"/>
                </a:solidFill>
                <a:latin typeface="Calibri" panose="020F0502020204030204" pitchFamily="34" charset="0"/>
              </a:rPr>
              <a:t>Acknowledgements</a:t>
            </a:r>
            <a:endParaRPr lang="en-US" sz="4400" b="0" kern="0" dirty="0" smtClean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0243" name="Content Placeholder 2"/>
          <p:cNvSpPr txBox="1">
            <a:spLocks/>
          </p:cNvSpPr>
          <p:nvPr/>
        </p:nvSpPr>
        <p:spPr bwMode="auto">
          <a:xfrm>
            <a:off x="457200" y="2466975"/>
            <a:ext cx="8686800" cy="369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200">
                <a:solidFill>
                  <a:srgbClr val="333333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333333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nb-NO" sz="2400" i="1" dirty="0">
                <a:solidFill>
                  <a:srgbClr val="666699"/>
                </a:solidFill>
              </a:rPr>
              <a:t>   		 </a:t>
            </a:r>
          </a:p>
          <a:p>
            <a:pPr algn="ctr" eaLnBrk="1" hangingPunct="1">
              <a:buFontTx/>
              <a:buNone/>
            </a:pPr>
            <a:r>
              <a:rPr lang="en-GB" altLang="nb-NO" sz="2400" i="1" dirty="0">
                <a:solidFill>
                  <a:srgbClr val="262699"/>
                </a:solidFill>
              </a:rPr>
              <a:t>Special thanks to Joachim </a:t>
            </a:r>
            <a:r>
              <a:rPr lang="en-GB" altLang="nb-NO" sz="2400" i="1" dirty="0" err="1" smtClean="0">
                <a:solidFill>
                  <a:srgbClr val="262699"/>
                </a:solidFill>
              </a:rPr>
              <a:t>Wackerow</a:t>
            </a:r>
            <a:r>
              <a:rPr lang="en-GB" altLang="nb-NO" sz="2400" i="1" dirty="0" smtClean="0">
                <a:solidFill>
                  <a:srgbClr val="262699"/>
                </a:solidFill>
              </a:rPr>
              <a:t> (consultant)</a:t>
            </a:r>
            <a:r>
              <a:rPr lang="en-GB" altLang="nb-NO" sz="2400" i="1" dirty="0" smtClean="0">
                <a:solidFill>
                  <a:srgbClr val="262699"/>
                </a:solidFill>
              </a:rPr>
              <a:t>,</a:t>
            </a:r>
            <a:r>
              <a:rPr lang="en-GB" altLang="nb-NO" sz="2400" i="1" dirty="0">
                <a:solidFill>
                  <a:srgbClr val="262699"/>
                </a:solidFill>
              </a:rPr>
              <a:t/>
            </a:r>
            <a:br>
              <a:rPr lang="en-GB" altLang="nb-NO" sz="2400" i="1" dirty="0">
                <a:solidFill>
                  <a:srgbClr val="262699"/>
                </a:solidFill>
              </a:rPr>
            </a:br>
            <a:r>
              <a:rPr lang="en-GB" altLang="nb-NO" sz="2400" i="1" dirty="0">
                <a:solidFill>
                  <a:srgbClr val="262699"/>
                </a:solidFill>
              </a:rPr>
              <a:t>Dag </a:t>
            </a:r>
            <a:r>
              <a:rPr lang="en-GB" altLang="nb-NO" sz="2400" i="1" dirty="0" err="1">
                <a:solidFill>
                  <a:srgbClr val="262699"/>
                </a:solidFill>
              </a:rPr>
              <a:t>Østgulen</a:t>
            </a:r>
            <a:r>
              <a:rPr lang="en-GB" altLang="nb-NO" sz="2400" i="1" dirty="0">
                <a:solidFill>
                  <a:srgbClr val="262699"/>
                </a:solidFill>
              </a:rPr>
              <a:t> </a:t>
            </a:r>
            <a:r>
              <a:rPr lang="en-GB" altLang="nb-NO" sz="2400" i="1" dirty="0" err="1" smtClean="0">
                <a:solidFill>
                  <a:srgbClr val="262699"/>
                </a:solidFill>
              </a:rPr>
              <a:t>Heradstveit</a:t>
            </a:r>
            <a:r>
              <a:rPr lang="en-GB" altLang="nb-NO" sz="2400" i="1" dirty="0" smtClean="0">
                <a:solidFill>
                  <a:srgbClr val="262699"/>
                </a:solidFill>
              </a:rPr>
              <a:t> (NSD) and</a:t>
            </a:r>
          </a:p>
          <a:p>
            <a:pPr algn="ctr" eaLnBrk="1" hangingPunct="1">
              <a:buFontTx/>
              <a:buNone/>
            </a:pPr>
            <a:r>
              <a:rPr lang="en-GB" altLang="nb-NO" sz="2400" i="1" dirty="0">
                <a:solidFill>
                  <a:srgbClr val="262699"/>
                </a:solidFill>
              </a:rPr>
              <a:t>Knut </a:t>
            </a:r>
            <a:r>
              <a:rPr lang="en-GB" altLang="nb-NO" sz="2400" i="1" dirty="0" err="1">
                <a:solidFill>
                  <a:srgbClr val="262699"/>
                </a:solidFill>
              </a:rPr>
              <a:t>Kalgraff</a:t>
            </a:r>
            <a:r>
              <a:rPr lang="en-GB" altLang="nb-NO" sz="2400" i="1" dirty="0">
                <a:solidFill>
                  <a:srgbClr val="262699"/>
                </a:solidFill>
              </a:rPr>
              <a:t> </a:t>
            </a:r>
            <a:r>
              <a:rPr lang="en-GB" altLang="nb-NO" sz="2400" i="1" dirty="0" err="1" smtClean="0">
                <a:solidFill>
                  <a:srgbClr val="262699"/>
                </a:solidFill>
              </a:rPr>
              <a:t>Skjåk</a:t>
            </a:r>
            <a:r>
              <a:rPr lang="en-GB" altLang="nb-NO" sz="2400" i="1" dirty="0" smtClean="0">
                <a:solidFill>
                  <a:srgbClr val="262699"/>
                </a:solidFill>
              </a:rPr>
              <a:t> (NSD)</a:t>
            </a:r>
            <a:endParaRPr lang="en-GB" altLang="nb-NO" sz="2400" i="1" dirty="0">
              <a:solidFill>
                <a:srgbClr val="262699"/>
              </a:solidFill>
            </a:endParaRPr>
          </a:p>
          <a:p>
            <a:pPr algn="ctr" eaLnBrk="1" hangingPunct="1">
              <a:buFontTx/>
              <a:buNone/>
            </a:pPr>
            <a:r>
              <a:rPr lang="en-GB" altLang="nb-NO" sz="4400" dirty="0">
                <a:solidFill>
                  <a:schemeClr val="tx1"/>
                </a:solidFill>
                <a:latin typeface="Calibri" pitchFamily="34" charset="0"/>
              </a:rPr>
              <a:t>Thank you for your attention!</a:t>
            </a:r>
            <a:endParaRPr lang="en-GB" altLang="nb-NO" sz="44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 eaLnBrk="1" hangingPunct="1">
              <a:buFontTx/>
              <a:buNone/>
            </a:pPr>
            <a:endParaRPr lang="en-GB" altLang="nb-NO" sz="2400" i="1" dirty="0">
              <a:solidFill>
                <a:srgbClr val="666699"/>
              </a:solidFill>
            </a:endParaRPr>
          </a:p>
          <a:p>
            <a:pPr algn="ctr" eaLnBrk="1" hangingPunct="1">
              <a:buFontTx/>
              <a:buNone/>
            </a:pPr>
            <a:r>
              <a:rPr lang="en-US" altLang="nb-NO" sz="2400" i="1" dirty="0">
                <a:solidFill>
                  <a:srgbClr val="606060"/>
                </a:solidFill>
              </a:rPr>
              <a:t>surveytools@nsd.no</a:t>
            </a:r>
          </a:p>
        </p:txBody>
      </p:sp>
      <p:sp>
        <p:nvSpPr>
          <p:cNvPr id="10244" name="TekstSylinder 6"/>
          <p:cNvSpPr txBox="1">
            <a:spLocks noChangeArrowheads="1"/>
          </p:cNvSpPr>
          <p:nvPr/>
        </p:nvSpPr>
        <p:spPr bwMode="auto">
          <a:xfrm>
            <a:off x="-11113" y="0"/>
            <a:ext cx="9144001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200">
                <a:solidFill>
                  <a:srgbClr val="333333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333333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nb-NO" altLang="nb-NO" sz="2400">
              <a:solidFill>
                <a:schemeClr val="tx1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nb-NO" altLang="nb-NO" sz="2400">
              <a:solidFill>
                <a:schemeClr val="tx1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nb-NO" altLang="nb-NO" sz="240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10245" name="Picture 4" descr="http://www.jacksonbone.co.uk/_wprs/wp-content/uploads/2015/09/0915_SER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52" b="29663"/>
          <a:stretch>
            <a:fillRect/>
          </a:stretch>
        </p:blipFill>
        <p:spPr bwMode="auto">
          <a:xfrm>
            <a:off x="6300788" y="482600"/>
            <a:ext cx="267335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2" descr="https://encrypted-tbn0.gstatic.com/images?q=tbn:ANd9GcQclKtmwGyccKR7FHInMdlA-YX4miMl8GPlQaumNM3RSrxJMM7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49" t="8099" r="2" b="-15588"/>
          <a:stretch>
            <a:fillRect/>
          </a:stretch>
        </p:blipFill>
        <p:spPr bwMode="auto">
          <a:xfrm>
            <a:off x="136525" y="0"/>
            <a:ext cx="2706688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9" descr="C:\Users\HO\Pictures\ns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925" y="454025"/>
            <a:ext cx="833438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Bild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" t="20415" r="17226" b="12476"/>
          <a:stretch>
            <a:fillRect/>
          </a:stretch>
        </p:blipFill>
        <p:spPr bwMode="auto">
          <a:xfrm>
            <a:off x="179388" y="1341438"/>
            <a:ext cx="8856662" cy="518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-3175" y="0"/>
            <a:ext cx="9147175" cy="990600"/>
          </a:xfrm>
          <a:solidFill>
            <a:srgbClr val="FFFFFF"/>
          </a:solidFill>
        </p:spPr>
        <p:txBody>
          <a:bodyPr/>
          <a:lstStyle/>
          <a:p>
            <a:r>
              <a:rPr lang="en-US" altLang="nb-NO" sz="2600" dirty="0" smtClean="0"/>
              <a:t>Conceptual model based on DDI 3.2 - QVDB</a:t>
            </a:r>
            <a:endParaRPr lang="nb-NO" altLang="nb-NO" sz="2600" dirty="0" smtClean="0"/>
          </a:p>
        </p:txBody>
      </p:sp>
      <p:sp>
        <p:nvSpPr>
          <p:cNvPr id="6" name="Rektangel 5"/>
          <p:cNvSpPr/>
          <p:nvPr/>
        </p:nvSpPr>
        <p:spPr>
          <a:xfrm>
            <a:off x="7667625" y="2349500"/>
            <a:ext cx="1287463" cy="3671888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b-NO"/>
          </a:p>
        </p:txBody>
      </p:sp>
      <p:sp>
        <p:nvSpPr>
          <p:cNvPr id="7" name="Rektangel 6"/>
          <p:cNvSpPr/>
          <p:nvPr/>
        </p:nvSpPr>
        <p:spPr>
          <a:xfrm rot="16200000">
            <a:off x="5183981" y="873919"/>
            <a:ext cx="1008063" cy="3959225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b-NO"/>
          </a:p>
        </p:txBody>
      </p:sp>
      <p:sp>
        <p:nvSpPr>
          <p:cNvPr id="8" name="Rektangel 7"/>
          <p:cNvSpPr/>
          <p:nvPr/>
        </p:nvSpPr>
        <p:spPr>
          <a:xfrm rot="10800000">
            <a:off x="4710113" y="3357563"/>
            <a:ext cx="1085850" cy="1727200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b-NO"/>
          </a:p>
        </p:txBody>
      </p:sp>
      <p:sp>
        <p:nvSpPr>
          <p:cNvPr id="9" name="Rektangel 8"/>
          <p:cNvSpPr/>
          <p:nvPr/>
        </p:nvSpPr>
        <p:spPr>
          <a:xfrm>
            <a:off x="3738563" y="4724400"/>
            <a:ext cx="971550" cy="1944688"/>
          </a:xfrm>
          <a:prstGeom prst="rect">
            <a:avLst/>
          </a:prstGeom>
          <a:solidFill>
            <a:srgbClr val="00206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5664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Bilde 26"/>
          <p:cNvPicPr/>
          <p:nvPr/>
        </p:nvPicPr>
        <p:blipFill rotWithShape="1">
          <a:blip r:embed="rId2"/>
          <a:srcRect t="37030" r="18745" b="31651"/>
          <a:stretch/>
        </p:blipFill>
        <p:spPr bwMode="auto">
          <a:xfrm>
            <a:off x="2055041" y="1909192"/>
            <a:ext cx="4677200" cy="1126490"/>
          </a:xfrm>
          <a:prstGeom prst="rect">
            <a:avLst/>
          </a:prstGeom>
          <a:ln w="9525"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Bilde 3"/>
          <p:cNvPicPr/>
          <p:nvPr/>
        </p:nvPicPr>
        <p:blipFill rotWithShape="1">
          <a:blip r:embed="rId2"/>
          <a:srcRect l="82341" t="37030" r="4809" b="31651"/>
          <a:stretch/>
        </p:blipFill>
        <p:spPr bwMode="auto">
          <a:xfrm>
            <a:off x="7144684" y="1904742"/>
            <a:ext cx="739684" cy="1126490"/>
          </a:xfrm>
          <a:prstGeom prst="rect">
            <a:avLst/>
          </a:prstGeom>
          <a:ln w="9525"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ktangel 7"/>
          <p:cNvSpPr/>
          <p:nvPr/>
        </p:nvSpPr>
        <p:spPr>
          <a:xfrm>
            <a:off x="2347499" y="1828800"/>
            <a:ext cx="640325" cy="626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ktangel 8"/>
          <p:cNvSpPr/>
          <p:nvPr/>
        </p:nvSpPr>
        <p:spPr>
          <a:xfrm>
            <a:off x="6084168" y="1828800"/>
            <a:ext cx="576064" cy="626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ktangel 9"/>
          <p:cNvSpPr/>
          <p:nvPr/>
        </p:nvSpPr>
        <p:spPr>
          <a:xfrm>
            <a:off x="7236296" y="1879104"/>
            <a:ext cx="504056" cy="626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Rektangel 10"/>
          <p:cNvSpPr/>
          <p:nvPr/>
        </p:nvSpPr>
        <p:spPr>
          <a:xfrm>
            <a:off x="2282094" y="4211796"/>
            <a:ext cx="504056" cy="54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>
              <a:latin typeface="Calibri" panose="020F0502020204030204" pitchFamily="34" charset="0"/>
            </a:endParaRPr>
          </a:p>
        </p:txBody>
      </p:sp>
      <p:sp>
        <p:nvSpPr>
          <p:cNvPr id="12" name="TekstSylinder 11"/>
          <p:cNvSpPr txBox="1"/>
          <p:nvPr/>
        </p:nvSpPr>
        <p:spPr>
          <a:xfrm>
            <a:off x="2999827" y="4027130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800" dirty="0" err="1" smtClean="0">
                <a:latin typeface="Calibri" panose="020F0502020204030204" pitchFamily="34" charset="0"/>
              </a:rPr>
              <a:t>Categories</a:t>
            </a:r>
            <a:r>
              <a:rPr lang="nb-NO" sz="1800" dirty="0" smtClean="0">
                <a:latin typeface="Calibri" panose="020F0502020204030204" pitchFamily="34" charset="0"/>
              </a:rPr>
              <a:t>, </a:t>
            </a:r>
            <a:r>
              <a:rPr lang="nb-NO" sz="1800" dirty="0" err="1" smtClean="0">
                <a:latin typeface="Calibri" panose="020F0502020204030204" pitchFamily="34" charset="0"/>
              </a:rPr>
              <a:t>Anchor</a:t>
            </a:r>
            <a:endParaRPr lang="nb-NO" sz="1800" dirty="0">
              <a:latin typeface="Calibri" panose="020F0502020204030204" pitchFamily="34" charset="0"/>
            </a:endParaRPr>
          </a:p>
        </p:txBody>
      </p:sp>
      <p:sp>
        <p:nvSpPr>
          <p:cNvPr id="15" name="Rektangel 14"/>
          <p:cNvSpPr/>
          <p:nvPr/>
        </p:nvSpPr>
        <p:spPr>
          <a:xfrm>
            <a:off x="2339420" y="2654829"/>
            <a:ext cx="4320812" cy="21602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" name="Rektangel 19"/>
          <p:cNvSpPr/>
          <p:nvPr/>
        </p:nvSpPr>
        <p:spPr>
          <a:xfrm>
            <a:off x="7236296" y="2599184"/>
            <a:ext cx="504056" cy="21602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Rektangel 20"/>
          <p:cNvSpPr/>
          <p:nvPr/>
        </p:nvSpPr>
        <p:spPr>
          <a:xfrm>
            <a:off x="1634022" y="4499828"/>
            <a:ext cx="504056" cy="457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>
              <a:latin typeface="Calibri" panose="020F0502020204030204" pitchFamily="34" charset="0"/>
            </a:endParaRPr>
          </a:p>
        </p:txBody>
      </p:sp>
      <p:sp>
        <p:nvSpPr>
          <p:cNvPr id="22" name="TekstSylinder 21"/>
          <p:cNvSpPr txBox="1"/>
          <p:nvPr/>
        </p:nvSpPr>
        <p:spPr>
          <a:xfrm>
            <a:off x="2982570" y="4360881"/>
            <a:ext cx="590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800" dirty="0" smtClean="0">
                <a:latin typeface="Calibri" panose="020F0502020204030204" pitchFamily="34" charset="0"/>
              </a:rPr>
              <a:t>Values; </a:t>
            </a:r>
            <a:r>
              <a:rPr lang="nb-NO" sz="1800" dirty="0" err="1" smtClean="0">
                <a:latin typeface="Calibri" panose="020F0502020204030204" pitchFamily="34" charset="0"/>
              </a:rPr>
              <a:t>NumberRange</a:t>
            </a:r>
            <a:r>
              <a:rPr lang="nb-NO" sz="1800" dirty="0" smtClean="0">
                <a:latin typeface="Calibri" panose="020F0502020204030204" pitchFamily="34" charset="0"/>
              </a:rPr>
              <a:t> for </a:t>
            </a:r>
            <a:r>
              <a:rPr lang="nb-NO" sz="1800" dirty="0" err="1" smtClean="0">
                <a:latin typeface="Calibri" panose="020F0502020204030204" pitchFamily="34" charset="0"/>
              </a:rPr>
              <a:t>scale</a:t>
            </a:r>
            <a:r>
              <a:rPr lang="nb-NO" sz="1800" dirty="0" smtClean="0">
                <a:latin typeface="Calibri" panose="020F0502020204030204" pitchFamily="34" charset="0"/>
              </a:rPr>
              <a:t> (</a:t>
            </a:r>
            <a:r>
              <a:rPr lang="nb-NO" sz="1800" dirty="0" err="1" smtClean="0">
                <a:latin typeface="Calibri" panose="020F0502020204030204" pitchFamily="34" charset="0"/>
              </a:rPr>
              <a:t>high</a:t>
            </a:r>
            <a:r>
              <a:rPr lang="nb-NO" sz="1800" dirty="0" smtClean="0">
                <a:latin typeface="Calibri" panose="020F0502020204030204" pitchFamily="34" charset="0"/>
              </a:rPr>
              <a:t>, </a:t>
            </a:r>
            <a:r>
              <a:rPr lang="nb-NO" sz="1800" dirty="0" err="1" smtClean="0">
                <a:latin typeface="Calibri" panose="020F0502020204030204" pitchFamily="34" charset="0"/>
              </a:rPr>
              <a:t>low</a:t>
            </a:r>
            <a:r>
              <a:rPr lang="nb-NO" sz="1800" dirty="0" smtClean="0">
                <a:latin typeface="Calibri" panose="020F0502020204030204" pitchFamily="34" charset="0"/>
              </a:rPr>
              <a:t>, min, </a:t>
            </a:r>
            <a:r>
              <a:rPr lang="nb-NO" sz="1800" dirty="0" err="1" smtClean="0">
                <a:latin typeface="Calibri" panose="020F0502020204030204" pitchFamily="34" charset="0"/>
              </a:rPr>
              <a:t>max</a:t>
            </a:r>
            <a:r>
              <a:rPr lang="nb-NO" sz="1800" dirty="0" smtClean="0">
                <a:latin typeface="Calibri" panose="020F0502020204030204" pitchFamily="34" charset="0"/>
              </a:rPr>
              <a:t>)</a:t>
            </a:r>
            <a:endParaRPr lang="nb-NO" sz="1800" dirty="0">
              <a:latin typeface="Calibri" panose="020F0502020204030204" pitchFamily="34" charset="0"/>
            </a:endParaRPr>
          </a:p>
        </p:txBody>
      </p:sp>
      <p:sp>
        <p:nvSpPr>
          <p:cNvPr id="23" name="Rektangel 22"/>
          <p:cNvSpPr/>
          <p:nvPr/>
        </p:nvSpPr>
        <p:spPr>
          <a:xfrm>
            <a:off x="7161941" y="1669804"/>
            <a:ext cx="722428" cy="1361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Rektangel 23"/>
          <p:cNvSpPr/>
          <p:nvPr/>
        </p:nvSpPr>
        <p:spPr>
          <a:xfrm>
            <a:off x="1634022" y="4805862"/>
            <a:ext cx="504056" cy="540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>
              <a:latin typeface="Calibri" panose="020F0502020204030204" pitchFamily="34" charset="0"/>
            </a:endParaRPr>
          </a:p>
        </p:txBody>
      </p:sp>
      <p:sp>
        <p:nvSpPr>
          <p:cNvPr id="25" name="TekstSylinder 24"/>
          <p:cNvSpPr txBox="1"/>
          <p:nvPr/>
        </p:nvSpPr>
        <p:spPr>
          <a:xfrm>
            <a:off x="2999827" y="4663548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800" dirty="0" smtClean="0">
                <a:latin typeface="Calibri" panose="020F0502020204030204" pitchFamily="34" charset="0"/>
              </a:rPr>
              <a:t>Code</a:t>
            </a:r>
            <a:endParaRPr lang="nb-NO" sz="1800" dirty="0">
              <a:latin typeface="Calibri" panose="020F0502020204030204" pitchFamily="34" charset="0"/>
            </a:endParaRPr>
          </a:p>
        </p:txBody>
      </p:sp>
      <p:sp>
        <p:nvSpPr>
          <p:cNvPr id="26" name="Rektangel 25"/>
          <p:cNvSpPr/>
          <p:nvPr/>
        </p:nvSpPr>
        <p:spPr>
          <a:xfrm>
            <a:off x="1977316" y="1381772"/>
            <a:ext cx="4880144" cy="187220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" name="Rektangel 27"/>
          <p:cNvSpPr/>
          <p:nvPr/>
        </p:nvSpPr>
        <p:spPr>
          <a:xfrm>
            <a:off x="2282094" y="5422007"/>
            <a:ext cx="544487" cy="4571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>
              <a:latin typeface="Calibri" panose="020F0502020204030204" pitchFamily="34" charset="0"/>
            </a:endParaRPr>
          </a:p>
        </p:txBody>
      </p:sp>
      <p:sp>
        <p:nvSpPr>
          <p:cNvPr id="29" name="TekstSylinder 28"/>
          <p:cNvSpPr txBox="1"/>
          <p:nvPr/>
        </p:nvSpPr>
        <p:spPr>
          <a:xfrm>
            <a:off x="3002174" y="5283060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800" dirty="0" err="1" smtClean="0">
                <a:latin typeface="Calibri" panose="020F0502020204030204" pitchFamily="34" charset="0"/>
              </a:rPr>
              <a:t>ManagedRepresentation</a:t>
            </a:r>
            <a:r>
              <a:rPr lang="nb-NO" sz="1800" dirty="0" smtClean="0">
                <a:latin typeface="Calibri" panose="020F0502020204030204" pitchFamily="34" charset="0"/>
              </a:rPr>
              <a:t> (</a:t>
            </a:r>
            <a:r>
              <a:rPr lang="nb-NO" sz="1800" dirty="0" err="1" smtClean="0">
                <a:latin typeface="Calibri" panose="020F0502020204030204" pitchFamily="34" charset="0"/>
              </a:rPr>
              <a:t>Scale</a:t>
            </a:r>
            <a:r>
              <a:rPr lang="nb-NO" sz="1800" dirty="0" smtClean="0">
                <a:latin typeface="Calibri" panose="020F0502020204030204" pitchFamily="34" charset="0"/>
              </a:rPr>
              <a:t>, </a:t>
            </a:r>
            <a:r>
              <a:rPr lang="nb-NO" sz="1800" dirty="0" err="1" smtClean="0">
                <a:latin typeface="Calibri" panose="020F0502020204030204" pitchFamily="34" charset="0"/>
              </a:rPr>
              <a:t>MissingValues</a:t>
            </a:r>
            <a:r>
              <a:rPr lang="nb-NO" sz="1800" dirty="0" smtClean="0">
                <a:latin typeface="Calibri" panose="020F0502020204030204" pitchFamily="34" charset="0"/>
              </a:rPr>
              <a:t>)</a:t>
            </a:r>
            <a:endParaRPr lang="nb-NO" sz="1800" dirty="0">
              <a:latin typeface="Calibri" panose="020F0502020204030204" pitchFamily="34" charset="0"/>
            </a:endParaRPr>
          </a:p>
        </p:txBody>
      </p:sp>
      <p:sp>
        <p:nvSpPr>
          <p:cNvPr id="31" name="Rektangel 30"/>
          <p:cNvSpPr/>
          <p:nvPr/>
        </p:nvSpPr>
        <p:spPr>
          <a:xfrm>
            <a:off x="7001476" y="1375048"/>
            <a:ext cx="1026908" cy="187220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2" name="Rektangel 31"/>
          <p:cNvSpPr/>
          <p:nvPr/>
        </p:nvSpPr>
        <p:spPr>
          <a:xfrm>
            <a:off x="1780088" y="1124744"/>
            <a:ext cx="6320304" cy="233853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4" name="TekstSylinder 33"/>
          <p:cNvSpPr txBox="1"/>
          <p:nvPr/>
        </p:nvSpPr>
        <p:spPr>
          <a:xfrm>
            <a:off x="2982570" y="5579948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800" dirty="0" err="1" smtClean="0">
                <a:latin typeface="Calibri" panose="020F0502020204030204" pitchFamily="34" charset="0"/>
              </a:rPr>
              <a:t>StructuredMixedResponseDomain</a:t>
            </a:r>
            <a:endParaRPr lang="nb-NO" sz="1800" dirty="0">
              <a:latin typeface="Calibri" panose="020F0502020204030204" pitchFamily="34" charset="0"/>
            </a:endParaRPr>
          </a:p>
        </p:txBody>
      </p:sp>
      <p:sp>
        <p:nvSpPr>
          <p:cNvPr id="30" name="Rektangel 29"/>
          <p:cNvSpPr/>
          <p:nvPr/>
        </p:nvSpPr>
        <p:spPr>
          <a:xfrm>
            <a:off x="7092280" y="1519064"/>
            <a:ext cx="864096" cy="1634851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5" name="Rektangel 34"/>
          <p:cNvSpPr/>
          <p:nvPr/>
        </p:nvSpPr>
        <p:spPr>
          <a:xfrm>
            <a:off x="2282094" y="5147900"/>
            <a:ext cx="522675" cy="45719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>
              <a:latin typeface="Calibri" panose="020F0502020204030204" pitchFamily="34" charset="0"/>
            </a:endParaRPr>
          </a:p>
        </p:txBody>
      </p:sp>
      <p:sp>
        <p:nvSpPr>
          <p:cNvPr id="36" name="TekstSylinder 35"/>
          <p:cNvSpPr txBox="1"/>
          <p:nvPr/>
        </p:nvSpPr>
        <p:spPr>
          <a:xfrm>
            <a:off x="3002174" y="4963234"/>
            <a:ext cx="2954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800" dirty="0" err="1" smtClean="0">
                <a:latin typeface="Calibri" panose="020F0502020204030204" pitchFamily="34" charset="0"/>
              </a:rPr>
              <a:t>CodeList</a:t>
            </a:r>
            <a:endParaRPr lang="nb-NO" sz="1800" dirty="0">
              <a:latin typeface="Calibri" panose="020F0502020204030204" pitchFamily="34" charset="0"/>
            </a:endParaRPr>
          </a:p>
        </p:txBody>
      </p:sp>
      <p:sp>
        <p:nvSpPr>
          <p:cNvPr id="37" name="Rektangel 36"/>
          <p:cNvSpPr/>
          <p:nvPr/>
        </p:nvSpPr>
        <p:spPr>
          <a:xfrm>
            <a:off x="2282093" y="5741966"/>
            <a:ext cx="552691" cy="5400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>
              <a:latin typeface="Calibri" panose="020F0502020204030204" pitchFamily="34" charset="0"/>
            </a:endParaRPr>
          </a:p>
        </p:txBody>
      </p:sp>
      <p:cxnSp>
        <p:nvCxnSpPr>
          <p:cNvPr id="3" name="Rett linje 2"/>
          <p:cNvCxnSpPr/>
          <p:nvPr/>
        </p:nvCxnSpPr>
        <p:spPr>
          <a:xfrm>
            <a:off x="2210086" y="4027130"/>
            <a:ext cx="0" cy="1922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tt linje 5"/>
          <p:cNvCxnSpPr/>
          <p:nvPr/>
        </p:nvCxnSpPr>
        <p:spPr>
          <a:xfrm>
            <a:off x="1562014" y="4353569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tt linje 37"/>
          <p:cNvCxnSpPr/>
          <p:nvPr/>
        </p:nvCxnSpPr>
        <p:spPr>
          <a:xfrm>
            <a:off x="1562014" y="4643844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tt linje 38"/>
          <p:cNvCxnSpPr/>
          <p:nvPr/>
        </p:nvCxnSpPr>
        <p:spPr>
          <a:xfrm>
            <a:off x="1562014" y="5003884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Rett linje 39"/>
          <p:cNvCxnSpPr/>
          <p:nvPr/>
        </p:nvCxnSpPr>
        <p:spPr>
          <a:xfrm>
            <a:off x="1562014" y="5291916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tt linje 40"/>
          <p:cNvCxnSpPr/>
          <p:nvPr/>
        </p:nvCxnSpPr>
        <p:spPr>
          <a:xfrm>
            <a:off x="1562014" y="5579948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tt linje 15"/>
          <p:cNvCxnSpPr/>
          <p:nvPr/>
        </p:nvCxnSpPr>
        <p:spPr>
          <a:xfrm>
            <a:off x="1490006" y="4027130"/>
            <a:ext cx="15121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kstSylinder 41"/>
          <p:cNvSpPr txBox="1"/>
          <p:nvPr/>
        </p:nvSpPr>
        <p:spPr>
          <a:xfrm>
            <a:off x="2237439" y="3638265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800" dirty="0" err="1" smtClean="0">
                <a:latin typeface="Calibri" panose="020F0502020204030204" pitchFamily="34" charset="0"/>
              </a:rPr>
              <a:t>Versionable</a:t>
            </a:r>
            <a:endParaRPr lang="nb-NO" sz="1800" dirty="0">
              <a:latin typeface="Calibri" panose="020F0502020204030204" pitchFamily="34" charset="0"/>
            </a:endParaRPr>
          </a:p>
        </p:txBody>
      </p:sp>
      <p:sp>
        <p:nvSpPr>
          <p:cNvPr id="43" name="TekstSylinder 42"/>
          <p:cNvSpPr txBox="1"/>
          <p:nvPr/>
        </p:nvSpPr>
        <p:spPr>
          <a:xfrm>
            <a:off x="431540" y="3645024"/>
            <a:ext cx="1706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800" dirty="0" smtClean="0">
                <a:latin typeface="Calibri" panose="020F0502020204030204" pitchFamily="34" charset="0"/>
              </a:rPr>
              <a:t>Not </a:t>
            </a:r>
            <a:r>
              <a:rPr lang="nb-NO" sz="1800" dirty="0" err="1" smtClean="0">
                <a:latin typeface="Calibri" panose="020F0502020204030204" pitchFamily="34" charset="0"/>
              </a:rPr>
              <a:t>versionable</a:t>
            </a:r>
            <a:endParaRPr lang="nb-NO" sz="1800" dirty="0">
              <a:latin typeface="Calibri" panose="020F0502020204030204" pitchFamily="34" charset="0"/>
            </a:endParaRPr>
          </a:p>
        </p:txBody>
      </p:sp>
      <p:sp>
        <p:nvSpPr>
          <p:cNvPr id="44" name="TekstSylinder 43"/>
          <p:cNvSpPr txBox="1"/>
          <p:nvPr/>
        </p:nvSpPr>
        <p:spPr>
          <a:xfrm>
            <a:off x="0" y="-99392"/>
            <a:ext cx="9143999" cy="120032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nb-NO" sz="2400" b="1" dirty="0" smtClean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nb-NO" sz="2400" b="1" dirty="0" smtClean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nb-NO" sz="2400" b="1" dirty="0" smtClean="0">
                <a:solidFill>
                  <a:srgbClr val="33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DDI</a:t>
            </a:r>
            <a:r>
              <a:rPr lang="nb-NO" sz="2400" b="1" dirty="0" smtClean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nb-NO" sz="2400" b="1" dirty="0" err="1" smtClean="0">
                <a:solidFill>
                  <a:srgbClr val="33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StructuredMixedResponseDomain</a:t>
            </a:r>
            <a:r>
              <a:rPr lang="nb-NO" sz="2400" b="1" dirty="0" smtClean="0">
                <a:solidFill>
                  <a:srgbClr val="33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nb-NO" sz="2400" b="1" dirty="0" err="1" smtClean="0">
                <a:solidFill>
                  <a:srgbClr val="33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example</a:t>
            </a:r>
            <a:endParaRPr lang="nb-NO" sz="2400" b="1" dirty="0" smtClean="0">
              <a:solidFill>
                <a:srgbClr val="33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nb-NO" sz="2400" b="1" dirty="0">
              <a:solidFill>
                <a:srgbClr val="33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85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tle">
  <a:themeElements>
    <a:clrScheme name="">
      <a:dk1>
        <a:srgbClr val="000000"/>
      </a:dk1>
      <a:lt1>
        <a:srgbClr val="000099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CA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t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t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t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1885</TotalTime>
  <Words>647</Words>
  <Application>Microsoft Office PowerPoint</Application>
  <PresentationFormat>Skjermfremvisning (4:3)</PresentationFormat>
  <Paragraphs>171</Paragraphs>
  <Slides>18</Slides>
  <Notes>1</Notes>
  <HiddenSlides>1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Innebygde OLE-servere</vt:lpstr>
      </vt:variant>
      <vt:variant>
        <vt:i4>1</vt:i4>
      </vt:variant>
      <vt:variant>
        <vt:lpstr>Lysbildetitler</vt:lpstr>
      </vt:variant>
      <vt:variant>
        <vt:i4>18</vt:i4>
      </vt:variant>
    </vt:vector>
  </HeadingPairs>
  <TitlesOfParts>
    <vt:vector size="20" baseType="lpstr">
      <vt:lpstr>Atle</vt:lpstr>
      <vt:lpstr>Image</vt:lpstr>
      <vt:lpstr>PowerPoint-presentasjon</vt:lpstr>
      <vt:lpstr>Outline</vt:lpstr>
      <vt:lpstr>The QDDT and QVDB</vt:lpstr>
      <vt:lpstr>QDDT and QVDB – recap of aims</vt:lpstr>
      <vt:lpstr>QDDT and QVDB – What was achieved while DASISH?</vt:lpstr>
      <vt:lpstr>PowerPoint-presentasjon</vt:lpstr>
      <vt:lpstr>PowerPoint-presentasjon</vt:lpstr>
      <vt:lpstr>QDDT Architecture</vt:lpstr>
      <vt:lpstr>Versioning</vt:lpstr>
      <vt:lpstr>Data model</vt:lpstr>
      <vt:lpstr>Category group structure</vt:lpstr>
      <vt:lpstr>Responsdomain root category structure</vt:lpstr>
      <vt:lpstr>Design of a domain class</vt:lpstr>
      <vt:lpstr>Login screen</vt:lpstr>
      <vt:lpstr>Survey screen</vt:lpstr>
      <vt:lpstr>PowerPoint-presentasjon</vt:lpstr>
      <vt:lpstr>Conceptual model based on DDI 3.2 - QVDB</vt:lpstr>
      <vt:lpstr>PowerPoint-presentasjon</vt:lpstr>
    </vt:vector>
  </TitlesOfParts>
  <Company>NSD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bo</dc:creator>
  <cp:lastModifiedBy>Stig Norland</cp:lastModifiedBy>
  <cp:revision>141</cp:revision>
  <cp:lastPrinted>2015-11-25T08:34:38Z</cp:lastPrinted>
  <dcterms:created xsi:type="dcterms:W3CDTF">2006-10-18T12:02:12Z</dcterms:created>
  <dcterms:modified xsi:type="dcterms:W3CDTF">2015-11-30T12:48:31Z</dcterms:modified>
</cp:coreProperties>
</file>