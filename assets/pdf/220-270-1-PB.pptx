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8" r:id="rId1"/>
    <p:sldMasterId id="2147483714" r:id="rId2"/>
    <p:sldMasterId id="2147483721" r:id="rId3"/>
  </p:sldMasterIdLst>
  <p:notesMasterIdLst>
    <p:notesMasterId r:id="rId25"/>
  </p:notesMasterIdLst>
  <p:handoutMasterIdLst>
    <p:handoutMasterId r:id="rId26"/>
  </p:handoutMasterIdLst>
  <p:sldIdLst>
    <p:sldId id="257" r:id="rId4"/>
    <p:sldId id="296" r:id="rId5"/>
    <p:sldId id="293" r:id="rId6"/>
    <p:sldId id="319" r:id="rId7"/>
    <p:sldId id="313" r:id="rId8"/>
    <p:sldId id="315" r:id="rId9"/>
    <p:sldId id="286" r:id="rId10"/>
    <p:sldId id="320" r:id="rId11"/>
    <p:sldId id="329" r:id="rId12"/>
    <p:sldId id="326" r:id="rId13"/>
    <p:sldId id="328" r:id="rId14"/>
    <p:sldId id="325" r:id="rId15"/>
    <p:sldId id="331" r:id="rId16"/>
    <p:sldId id="332" r:id="rId17"/>
    <p:sldId id="333" r:id="rId18"/>
    <p:sldId id="324" r:id="rId19"/>
    <p:sldId id="330" r:id="rId20"/>
    <p:sldId id="321" r:id="rId21"/>
    <p:sldId id="322" r:id="rId22"/>
    <p:sldId id="323" r:id="rId23"/>
    <p:sldId id="309" r:id="rId24"/>
  </p:sldIdLst>
  <p:sldSz cx="9144000" cy="6858000" type="screen4x3"/>
  <p:notesSz cx="6858000" cy="9926638"/>
  <p:defaultTextStyle>
    <a:defPPr>
      <a:defRPr lang="de-DE"/>
    </a:defPPr>
    <a:lvl1pPr marL="0" algn="l" defTabSz="91407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035" algn="l" defTabSz="91407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070" algn="l" defTabSz="91407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104" algn="l" defTabSz="91407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138" algn="l" defTabSz="91407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173" algn="l" defTabSz="91407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209" algn="l" defTabSz="91407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243" algn="l" defTabSz="91407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277" algn="l" defTabSz="91407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CC"/>
    <a:srgbClr val="96BF0D"/>
    <a:srgbClr val="0062A1"/>
    <a:srgbClr val="FDE5A3"/>
    <a:srgbClr val="DFF78C"/>
    <a:srgbClr val="F0F0F0"/>
    <a:srgbClr val="DADA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1" autoAdjust="0"/>
    <p:restoredTop sz="94718" autoAdjust="0"/>
  </p:normalViewPr>
  <p:slideViewPr>
    <p:cSldViewPr snapToGrid="0">
      <p:cViewPr>
        <p:scale>
          <a:sx n="110" d="100"/>
          <a:sy n="110" d="100"/>
        </p:scale>
        <p:origin x="-1644" y="-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3D34FF-569A-455E-B74C-2C5D199DED4C}" type="doc">
      <dgm:prSet loTypeId="urn:microsoft.com/office/officeart/2005/8/layout/cycle1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de-DE"/>
        </a:p>
      </dgm:t>
    </dgm:pt>
    <dgm:pt modelId="{E318C971-C384-406C-8942-33FE506EEC2B}">
      <dgm:prSet phldrT="[Text]" custT="1"/>
      <dgm:spPr/>
      <dgm:t>
        <a:bodyPr/>
        <a:lstStyle/>
        <a:p>
          <a:r>
            <a:rPr lang="de-DE" sz="1400" dirty="0" smtClean="0">
              <a:solidFill>
                <a:schemeClr val="bg1"/>
              </a:solidFill>
            </a:rPr>
            <a:t>In Progress</a:t>
          </a:r>
          <a:endParaRPr lang="de-DE" sz="1400" dirty="0">
            <a:solidFill>
              <a:schemeClr val="bg1"/>
            </a:solidFill>
          </a:endParaRPr>
        </a:p>
      </dgm:t>
    </dgm:pt>
    <dgm:pt modelId="{95960ED3-EAF2-4D23-8D33-804A7D41B7F6}" type="parTrans" cxnId="{8090CE24-0CBF-4237-871F-21BF094F8A54}">
      <dgm:prSet/>
      <dgm:spPr/>
      <dgm:t>
        <a:bodyPr/>
        <a:lstStyle/>
        <a:p>
          <a:endParaRPr lang="de-DE"/>
        </a:p>
      </dgm:t>
    </dgm:pt>
    <dgm:pt modelId="{F698D336-21A3-41C5-BEE4-E8AD11251739}" type="sibTrans" cxnId="{8090CE24-0CBF-4237-871F-21BF094F8A54}">
      <dgm:prSet/>
      <dgm:spPr/>
      <dgm:t>
        <a:bodyPr/>
        <a:lstStyle/>
        <a:p>
          <a:endParaRPr lang="de-DE"/>
        </a:p>
      </dgm:t>
    </dgm:pt>
    <dgm:pt modelId="{BC52832F-8D5E-4D37-B2F3-0984D29E04E0}">
      <dgm:prSet phldrT="[Text]" custT="1"/>
      <dgm:spPr/>
      <dgm:t>
        <a:bodyPr/>
        <a:lstStyle/>
        <a:p>
          <a:r>
            <a:rPr lang="de-DE" sz="1400" dirty="0" err="1" smtClean="0">
              <a:solidFill>
                <a:schemeClr val="bg1"/>
              </a:solidFill>
            </a:rPr>
            <a:t>Publish</a:t>
          </a:r>
          <a:endParaRPr lang="de-DE" sz="1400" dirty="0">
            <a:solidFill>
              <a:schemeClr val="bg1"/>
            </a:solidFill>
          </a:endParaRPr>
        </a:p>
      </dgm:t>
    </dgm:pt>
    <dgm:pt modelId="{FF9AC57E-8286-4804-8C90-46E9BCA04739}" type="parTrans" cxnId="{3A53DE19-66FD-4FC9-9814-0460645416F7}">
      <dgm:prSet/>
      <dgm:spPr/>
      <dgm:t>
        <a:bodyPr/>
        <a:lstStyle/>
        <a:p>
          <a:endParaRPr lang="de-DE"/>
        </a:p>
      </dgm:t>
    </dgm:pt>
    <dgm:pt modelId="{1121C3BD-B192-4DAD-9B63-1135A7A61794}" type="sibTrans" cxnId="{3A53DE19-66FD-4FC9-9814-0460645416F7}">
      <dgm:prSet/>
      <dgm:spPr/>
      <dgm:t>
        <a:bodyPr/>
        <a:lstStyle/>
        <a:p>
          <a:endParaRPr lang="de-DE"/>
        </a:p>
      </dgm:t>
    </dgm:pt>
    <dgm:pt modelId="{36CEF0BA-EA60-4A36-8047-2045DA15CAD0}">
      <dgm:prSet phldrT="[Text]" custT="1"/>
      <dgm:spPr/>
      <dgm:t>
        <a:bodyPr/>
        <a:lstStyle/>
        <a:p>
          <a:r>
            <a:rPr lang="de-DE" sz="1400" dirty="0" err="1" smtClean="0">
              <a:solidFill>
                <a:schemeClr val="bg1"/>
              </a:solidFill>
            </a:rPr>
            <a:t>Outdated</a:t>
          </a:r>
          <a:endParaRPr lang="de-DE" sz="1400" dirty="0">
            <a:solidFill>
              <a:schemeClr val="bg1"/>
            </a:solidFill>
          </a:endParaRPr>
        </a:p>
      </dgm:t>
    </dgm:pt>
    <dgm:pt modelId="{FFBC116B-16A4-48D5-AD87-590570DBF145}" type="parTrans" cxnId="{0FF1570E-05C4-4F13-BF9A-52B955A8F771}">
      <dgm:prSet/>
      <dgm:spPr/>
      <dgm:t>
        <a:bodyPr/>
        <a:lstStyle/>
        <a:p>
          <a:endParaRPr lang="de-DE"/>
        </a:p>
      </dgm:t>
    </dgm:pt>
    <dgm:pt modelId="{FE76D0C4-3730-40BE-9195-0CD6F516331B}" type="sibTrans" cxnId="{0FF1570E-05C4-4F13-BF9A-52B955A8F771}">
      <dgm:prSet/>
      <dgm:spPr/>
      <dgm:t>
        <a:bodyPr/>
        <a:lstStyle/>
        <a:p>
          <a:endParaRPr lang="de-DE"/>
        </a:p>
      </dgm:t>
    </dgm:pt>
    <dgm:pt modelId="{FC805370-C0C7-4EDD-8155-9882D80E237C}">
      <dgm:prSet phldrT="[Text]" custT="1"/>
      <dgm:spPr/>
      <dgm:t>
        <a:bodyPr/>
        <a:lstStyle/>
        <a:p>
          <a:r>
            <a:rPr lang="de-DE" sz="1400" dirty="0" err="1" smtClean="0">
              <a:solidFill>
                <a:schemeClr val="bg1"/>
              </a:solidFill>
            </a:rPr>
            <a:t>Archived</a:t>
          </a:r>
          <a:endParaRPr lang="de-DE" sz="1400" dirty="0">
            <a:solidFill>
              <a:schemeClr val="bg1"/>
            </a:solidFill>
          </a:endParaRPr>
        </a:p>
      </dgm:t>
    </dgm:pt>
    <dgm:pt modelId="{9A3B74CC-DEE9-4331-95F1-D098FA3747D6}" type="parTrans" cxnId="{46844A3F-546F-4913-B34B-EA7CEB31253B}">
      <dgm:prSet/>
      <dgm:spPr/>
      <dgm:t>
        <a:bodyPr/>
        <a:lstStyle/>
        <a:p>
          <a:endParaRPr lang="de-DE"/>
        </a:p>
      </dgm:t>
    </dgm:pt>
    <dgm:pt modelId="{813293D5-8098-43A3-B742-F3D9F28E43D6}" type="sibTrans" cxnId="{46844A3F-546F-4913-B34B-EA7CEB31253B}">
      <dgm:prSet/>
      <dgm:spPr/>
      <dgm:t>
        <a:bodyPr/>
        <a:lstStyle/>
        <a:p>
          <a:endParaRPr lang="de-DE"/>
        </a:p>
      </dgm:t>
    </dgm:pt>
    <dgm:pt modelId="{81DC87CE-612D-4136-811C-9C2A06C64AFC}">
      <dgm:prSet phldrT="[Text]" custT="1"/>
      <dgm:spPr/>
      <dgm:t>
        <a:bodyPr/>
        <a:lstStyle/>
        <a:p>
          <a:r>
            <a:rPr lang="de-DE" sz="1400" dirty="0" smtClean="0">
              <a:solidFill>
                <a:schemeClr val="bg1"/>
              </a:solidFill>
            </a:rPr>
            <a:t>New</a:t>
          </a:r>
          <a:endParaRPr lang="de-DE" sz="1400" dirty="0">
            <a:solidFill>
              <a:schemeClr val="bg1"/>
            </a:solidFill>
          </a:endParaRPr>
        </a:p>
      </dgm:t>
    </dgm:pt>
    <dgm:pt modelId="{CAF52A06-A4E1-43FC-B7C6-B1DB2870E308}" type="parTrans" cxnId="{A58A0A54-B959-49EE-8786-7F7B7D4191AF}">
      <dgm:prSet/>
      <dgm:spPr/>
      <dgm:t>
        <a:bodyPr/>
        <a:lstStyle/>
        <a:p>
          <a:endParaRPr lang="de-DE"/>
        </a:p>
      </dgm:t>
    </dgm:pt>
    <dgm:pt modelId="{7777442A-73B4-4A1C-94F2-43F2B4076118}" type="sibTrans" cxnId="{A58A0A54-B959-49EE-8786-7F7B7D4191AF}">
      <dgm:prSet/>
      <dgm:spPr/>
      <dgm:t>
        <a:bodyPr/>
        <a:lstStyle/>
        <a:p>
          <a:endParaRPr lang="de-DE"/>
        </a:p>
      </dgm:t>
    </dgm:pt>
    <dgm:pt modelId="{2ED50352-5898-4C1A-8226-DBB410775E61}" type="pres">
      <dgm:prSet presAssocID="{163D34FF-569A-455E-B74C-2C5D199DED4C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de-DE"/>
        </a:p>
      </dgm:t>
    </dgm:pt>
    <dgm:pt modelId="{87372D8D-6ED3-4FA9-AEF4-743424E64076}" type="pres">
      <dgm:prSet presAssocID="{E318C971-C384-406C-8942-33FE506EEC2B}" presName="dummy" presStyleCnt="0"/>
      <dgm:spPr/>
    </dgm:pt>
    <dgm:pt modelId="{F0853634-8E2B-4C22-B34D-86AD5D498C2C}" type="pres">
      <dgm:prSet presAssocID="{E318C971-C384-406C-8942-33FE506EEC2B}" presName="node" presStyleLbl="revTx" presStyleIdx="0" presStyleCnt="5" custScaleX="179655" custRadScaleRad="105578" custRadScaleInc="50163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E70FFEC4-2897-4C31-B4B3-CEB962981370}" type="pres">
      <dgm:prSet presAssocID="{F698D336-21A3-41C5-BEE4-E8AD11251739}" presName="sibTrans" presStyleLbl="node1" presStyleIdx="0" presStyleCnt="5" custLinFactNeighborX="7518" custLinFactNeighborY="823"/>
      <dgm:spPr/>
      <dgm:t>
        <a:bodyPr/>
        <a:lstStyle/>
        <a:p>
          <a:endParaRPr lang="de-DE"/>
        </a:p>
      </dgm:t>
    </dgm:pt>
    <dgm:pt modelId="{6C73FA89-A76A-48AB-9705-1C8FE9C97E4E}" type="pres">
      <dgm:prSet presAssocID="{BC52832F-8D5E-4D37-B2F3-0984D29E04E0}" presName="dummy" presStyleCnt="0"/>
      <dgm:spPr/>
    </dgm:pt>
    <dgm:pt modelId="{FFCDB2E1-3CC3-43B6-B6B4-4E566673C489}" type="pres">
      <dgm:prSet presAssocID="{BC52832F-8D5E-4D37-B2F3-0984D29E04E0}" presName="node" presStyleLbl="revTx" presStyleIdx="1" presStyleCnt="5" custScaleX="131732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CE27F49-FD3B-4771-94B5-68FAC1D3BF86}" type="pres">
      <dgm:prSet presAssocID="{1121C3BD-B192-4DAD-9B63-1135A7A61794}" presName="sibTrans" presStyleLbl="node1" presStyleIdx="1" presStyleCnt="5" custLinFactNeighborX="8317" custLinFactNeighborY="331"/>
      <dgm:spPr/>
      <dgm:t>
        <a:bodyPr/>
        <a:lstStyle/>
        <a:p>
          <a:endParaRPr lang="de-DE"/>
        </a:p>
      </dgm:t>
    </dgm:pt>
    <dgm:pt modelId="{2CE3E8A5-C3CF-4224-9D69-718AB6F4F9A8}" type="pres">
      <dgm:prSet presAssocID="{36CEF0BA-EA60-4A36-8047-2045DA15CAD0}" presName="dummy" presStyleCnt="0"/>
      <dgm:spPr/>
    </dgm:pt>
    <dgm:pt modelId="{F2A5BB13-D53C-43E6-B081-9637796A0526}" type="pres">
      <dgm:prSet presAssocID="{36CEF0BA-EA60-4A36-8047-2045DA15CAD0}" presName="node" presStyleLbl="revTx" presStyleIdx="2" presStyleCnt="5" custScaleX="171944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588E50A-57F0-4857-9616-DA985B79125D}" type="pres">
      <dgm:prSet presAssocID="{FE76D0C4-3730-40BE-9195-0CD6F516331B}" presName="sibTrans" presStyleLbl="node1" presStyleIdx="2" presStyleCnt="5" custLinFactNeighborX="-3989" custLinFactNeighborY="331"/>
      <dgm:spPr/>
      <dgm:t>
        <a:bodyPr/>
        <a:lstStyle/>
        <a:p>
          <a:endParaRPr lang="de-DE"/>
        </a:p>
      </dgm:t>
    </dgm:pt>
    <dgm:pt modelId="{A385000C-330F-4CB7-8D48-B9E2825AB3D5}" type="pres">
      <dgm:prSet presAssocID="{FC805370-C0C7-4EDD-8155-9882D80E237C}" presName="dummy" presStyleCnt="0"/>
      <dgm:spPr/>
    </dgm:pt>
    <dgm:pt modelId="{FF70FC72-54FC-4DCC-9DF1-AD1BAC4540D5}" type="pres">
      <dgm:prSet presAssocID="{FC805370-C0C7-4EDD-8155-9882D80E237C}" presName="node" presStyleLbl="revTx" presStyleIdx="3" presStyleCnt="5" custScaleX="173289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AA1DFF36-C98B-4F85-BFD8-E2C0E22DE1C8}" type="pres">
      <dgm:prSet presAssocID="{813293D5-8098-43A3-B742-F3D9F28E43D6}" presName="sibTrans" presStyleLbl="node1" presStyleIdx="3" presStyleCnt="5" custLinFactNeighborX="-2755" custLinFactNeighborY="-2513"/>
      <dgm:spPr/>
      <dgm:t>
        <a:bodyPr/>
        <a:lstStyle/>
        <a:p>
          <a:endParaRPr lang="de-DE"/>
        </a:p>
      </dgm:t>
    </dgm:pt>
    <dgm:pt modelId="{753885AD-9387-4523-8E33-B45086F88862}" type="pres">
      <dgm:prSet presAssocID="{81DC87CE-612D-4136-811C-9C2A06C64AFC}" presName="dummy" presStyleCnt="0"/>
      <dgm:spPr/>
    </dgm:pt>
    <dgm:pt modelId="{05A8C1FF-CED2-42AF-B0A8-8A742CE8024D}" type="pres">
      <dgm:prSet presAssocID="{81DC87CE-612D-4136-811C-9C2A06C64AFC}" presName="node" presStyleLbl="revTx" presStyleIdx="4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4A4A6F03-A31F-4350-8AED-9284AE3DF79C}" type="pres">
      <dgm:prSet presAssocID="{7777442A-73B4-4A1C-94F2-43F2B4076118}" presName="sibTrans" presStyleLbl="node1" presStyleIdx="4" presStyleCnt="5" custAng="495931" custScaleX="79027" custScaleY="96422" custLinFactNeighborX="-3339" custLinFactNeighborY="181"/>
      <dgm:spPr/>
      <dgm:t>
        <a:bodyPr/>
        <a:lstStyle/>
        <a:p>
          <a:endParaRPr lang="de-DE"/>
        </a:p>
      </dgm:t>
    </dgm:pt>
  </dgm:ptLst>
  <dgm:cxnLst>
    <dgm:cxn modelId="{205D186D-33A5-4738-BEF9-55580428F278}" type="presOf" srcId="{813293D5-8098-43A3-B742-F3D9F28E43D6}" destId="{AA1DFF36-C98B-4F85-BFD8-E2C0E22DE1C8}" srcOrd="0" destOrd="0" presId="urn:microsoft.com/office/officeart/2005/8/layout/cycle1"/>
    <dgm:cxn modelId="{3A53DE19-66FD-4FC9-9814-0460645416F7}" srcId="{163D34FF-569A-455E-B74C-2C5D199DED4C}" destId="{BC52832F-8D5E-4D37-B2F3-0984D29E04E0}" srcOrd="1" destOrd="0" parTransId="{FF9AC57E-8286-4804-8C90-46E9BCA04739}" sibTransId="{1121C3BD-B192-4DAD-9B63-1135A7A61794}"/>
    <dgm:cxn modelId="{DC055168-D27A-4D17-9231-A5BAFA88E156}" type="presOf" srcId="{81DC87CE-612D-4136-811C-9C2A06C64AFC}" destId="{05A8C1FF-CED2-42AF-B0A8-8A742CE8024D}" srcOrd="0" destOrd="0" presId="urn:microsoft.com/office/officeart/2005/8/layout/cycle1"/>
    <dgm:cxn modelId="{46844A3F-546F-4913-B34B-EA7CEB31253B}" srcId="{163D34FF-569A-455E-B74C-2C5D199DED4C}" destId="{FC805370-C0C7-4EDD-8155-9882D80E237C}" srcOrd="3" destOrd="0" parTransId="{9A3B74CC-DEE9-4331-95F1-D098FA3747D6}" sibTransId="{813293D5-8098-43A3-B742-F3D9F28E43D6}"/>
    <dgm:cxn modelId="{514EEBDA-E4DA-4A10-8D60-D3154C8F3AB5}" type="presOf" srcId="{F698D336-21A3-41C5-BEE4-E8AD11251739}" destId="{E70FFEC4-2897-4C31-B4B3-CEB962981370}" srcOrd="0" destOrd="0" presId="urn:microsoft.com/office/officeart/2005/8/layout/cycle1"/>
    <dgm:cxn modelId="{33CF93E9-0B46-4CD8-80E6-B2FEDEC2D819}" type="presOf" srcId="{FE76D0C4-3730-40BE-9195-0CD6F516331B}" destId="{2588E50A-57F0-4857-9616-DA985B79125D}" srcOrd="0" destOrd="0" presId="urn:microsoft.com/office/officeart/2005/8/layout/cycle1"/>
    <dgm:cxn modelId="{042FEBC8-9EB7-49C0-93AC-5A7BB12E3293}" type="presOf" srcId="{1121C3BD-B192-4DAD-9B63-1135A7A61794}" destId="{6CE27F49-FD3B-4771-94B5-68FAC1D3BF86}" srcOrd="0" destOrd="0" presId="urn:microsoft.com/office/officeart/2005/8/layout/cycle1"/>
    <dgm:cxn modelId="{8D62C244-3533-4FA9-A5B5-D5C7ED87CECE}" type="presOf" srcId="{E318C971-C384-406C-8942-33FE506EEC2B}" destId="{F0853634-8E2B-4C22-B34D-86AD5D498C2C}" srcOrd="0" destOrd="0" presId="urn:microsoft.com/office/officeart/2005/8/layout/cycle1"/>
    <dgm:cxn modelId="{D87AF851-5396-4A89-A2C1-5CBBD55B9994}" type="presOf" srcId="{163D34FF-569A-455E-B74C-2C5D199DED4C}" destId="{2ED50352-5898-4C1A-8226-DBB410775E61}" srcOrd="0" destOrd="0" presId="urn:microsoft.com/office/officeart/2005/8/layout/cycle1"/>
    <dgm:cxn modelId="{A58A0A54-B959-49EE-8786-7F7B7D4191AF}" srcId="{163D34FF-569A-455E-B74C-2C5D199DED4C}" destId="{81DC87CE-612D-4136-811C-9C2A06C64AFC}" srcOrd="4" destOrd="0" parTransId="{CAF52A06-A4E1-43FC-B7C6-B1DB2870E308}" sibTransId="{7777442A-73B4-4A1C-94F2-43F2B4076118}"/>
    <dgm:cxn modelId="{440B04C0-2ECB-44F5-B8D2-80E4D5B1448B}" type="presOf" srcId="{7777442A-73B4-4A1C-94F2-43F2B4076118}" destId="{4A4A6F03-A31F-4350-8AED-9284AE3DF79C}" srcOrd="0" destOrd="0" presId="urn:microsoft.com/office/officeart/2005/8/layout/cycle1"/>
    <dgm:cxn modelId="{A0F55C7E-8AC1-48D0-8C76-D5EE23C2C9E0}" type="presOf" srcId="{36CEF0BA-EA60-4A36-8047-2045DA15CAD0}" destId="{F2A5BB13-D53C-43E6-B081-9637796A0526}" srcOrd="0" destOrd="0" presId="urn:microsoft.com/office/officeart/2005/8/layout/cycle1"/>
    <dgm:cxn modelId="{19F3B3DB-9C60-45B7-9A25-DEA23954FEAF}" type="presOf" srcId="{FC805370-C0C7-4EDD-8155-9882D80E237C}" destId="{FF70FC72-54FC-4DCC-9DF1-AD1BAC4540D5}" srcOrd="0" destOrd="0" presId="urn:microsoft.com/office/officeart/2005/8/layout/cycle1"/>
    <dgm:cxn modelId="{E0086FA5-F25C-4175-956C-767E5D6BC036}" type="presOf" srcId="{BC52832F-8D5E-4D37-B2F3-0984D29E04E0}" destId="{FFCDB2E1-3CC3-43B6-B6B4-4E566673C489}" srcOrd="0" destOrd="0" presId="urn:microsoft.com/office/officeart/2005/8/layout/cycle1"/>
    <dgm:cxn modelId="{8090CE24-0CBF-4237-871F-21BF094F8A54}" srcId="{163D34FF-569A-455E-B74C-2C5D199DED4C}" destId="{E318C971-C384-406C-8942-33FE506EEC2B}" srcOrd="0" destOrd="0" parTransId="{95960ED3-EAF2-4D23-8D33-804A7D41B7F6}" sibTransId="{F698D336-21A3-41C5-BEE4-E8AD11251739}"/>
    <dgm:cxn modelId="{0FF1570E-05C4-4F13-BF9A-52B955A8F771}" srcId="{163D34FF-569A-455E-B74C-2C5D199DED4C}" destId="{36CEF0BA-EA60-4A36-8047-2045DA15CAD0}" srcOrd="2" destOrd="0" parTransId="{FFBC116B-16A4-48D5-AD87-590570DBF145}" sibTransId="{FE76D0C4-3730-40BE-9195-0CD6F516331B}"/>
    <dgm:cxn modelId="{7B1B2D7A-680D-42E4-9330-A5253EBCC41E}" type="presParOf" srcId="{2ED50352-5898-4C1A-8226-DBB410775E61}" destId="{87372D8D-6ED3-4FA9-AEF4-743424E64076}" srcOrd="0" destOrd="0" presId="urn:microsoft.com/office/officeart/2005/8/layout/cycle1"/>
    <dgm:cxn modelId="{C064D664-9B10-4B37-B105-B7A21FA7E473}" type="presParOf" srcId="{2ED50352-5898-4C1A-8226-DBB410775E61}" destId="{F0853634-8E2B-4C22-B34D-86AD5D498C2C}" srcOrd="1" destOrd="0" presId="urn:microsoft.com/office/officeart/2005/8/layout/cycle1"/>
    <dgm:cxn modelId="{DF6EDE16-4F21-46CB-9BA3-678C06C74EBC}" type="presParOf" srcId="{2ED50352-5898-4C1A-8226-DBB410775E61}" destId="{E70FFEC4-2897-4C31-B4B3-CEB962981370}" srcOrd="2" destOrd="0" presId="urn:microsoft.com/office/officeart/2005/8/layout/cycle1"/>
    <dgm:cxn modelId="{B9605405-8F20-44D2-85A3-13238065361C}" type="presParOf" srcId="{2ED50352-5898-4C1A-8226-DBB410775E61}" destId="{6C73FA89-A76A-48AB-9705-1C8FE9C97E4E}" srcOrd="3" destOrd="0" presId="urn:microsoft.com/office/officeart/2005/8/layout/cycle1"/>
    <dgm:cxn modelId="{74BA1DF4-13B3-4F04-AF5B-C6745344DE97}" type="presParOf" srcId="{2ED50352-5898-4C1A-8226-DBB410775E61}" destId="{FFCDB2E1-3CC3-43B6-B6B4-4E566673C489}" srcOrd="4" destOrd="0" presId="urn:microsoft.com/office/officeart/2005/8/layout/cycle1"/>
    <dgm:cxn modelId="{D9F10E58-1979-43DA-8A48-2C2B1701021F}" type="presParOf" srcId="{2ED50352-5898-4C1A-8226-DBB410775E61}" destId="{6CE27F49-FD3B-4771-94B5-68FAC1D3BF86}" srcOrd="5" destOrd="0" presId="urn:microsoft.com/office/officeart/2005/8/layout/cycle1"/>
    <dgm:cxn modelId="{FFEFA265-0059-4EC2-9836-0F8D99DFFA89}" type="presParOf" srcId="{2ED50352-5898-4C1A-8226-DBB410775E61}" destId="{2CE3E8A5-C3CF-4224-9D69-718AB6F4F9A8}" srcOrd="6" destOrd="0" presId="urn:microsoft.com/office/officeart/2005/8/layout/cycle1"/>
    <dgm:cxn modelId="{BAA3D6E1-BE0E-4FF3-876D-DD5FBC54229B}" type="presParOf" srcId="{2ED50352-5898-4C1A-8226-DBB410775E61}" destId="{F2A5BB13-D53C-43E6-B081-9637796A0526}" srcOrd="7" destOrd="0" presId="urn:microsoft.com/office/officeart/2005/8/layout/cycle1"/>
    <dgm:cxn modelId="{B8E43274-A814-4249-AB1B-C3E4A173198A}" type="presParOf" srcId="{2ED50352-5898-4C1A-8226-DBB410775E61}" destId="{2588E50A-57F0-4857-9616-DA985B79125D}" srcOrd="8" destOrd="0" presId="urn:microsoft.com/office/officeart/2005/8/layout/cycle1"/>
    <dgm:cxn modelId="{879F7623-0675-436F-B5A3-1D1E63056CE1}" type="presParOf" srcId="{2ED50352-5898-4C1A-8226-DBB410775E61}" destId="{A385000C-330F-4CB7-8D48-B9E2825AB3D5}" srcOrd="9" destOrd="0" presId="urn:microsoft.com/office/officeart/2005/8/layout/cycle1"/>
    <dgm:cxn modelId="{6961B7A7-8CA6-4755-BD95-643427067A7E}" type="presParOf" srcId="{2ED50352-5898-4C1A-8226-DBB410775E61}" destId="{FF70FC72-54FC-4DCC-9DF1-AD1BAC4540D5}" srcOrd="10" destOrd="0" presId="urn:microsoft.com/office/officeart/2005/8/layout/cycle1"/>
    <dgm:cxn modelId="{AD335E0C-080B-4913-9C99-8D7969A744DD}" type="presParOf" srcId="{2ED50352-5898-4C1A-8226-DBB410775E61}" destId="{AA1DFF36-C98B-4F85-BFD8-E2C0E22DE1C8}" srcOrd="11" destOrd="0" presId="urn:microsoft.com/office/officeart/2005/8/layout/cycle1"/>
    <dgm:cxn modelId="{9AABC464-8E0F-4675-BF8F-D725B8FA02F5}" type="presParOf" srcId="{2ED50352-5898-4C1A-8226-DBB410775E61}" destId="{753885AD-9387-4523-8E33-B45086F88862}" srcOrd="12" destOrd="0" presId="urn:microsoft.com/office/officeart/2005/8/layout/cycle1"/>
    <dgm:cxn modelId="{A014F4C2-201A-4B11-934A-ADD0E80042C6}" type="presParOf" srcId="{2ED50352-5898-4C1A-8226-DBB410775E61}" destId="{05A8C1FF-CED2-42AF-B0A8-8A742CE8024D}" srcOrd="13" destOrd="0" presId="urn:microsoft.com/office/officeart/2005/8/layout/cycle1"/>
    <dgm:cxn modelId="{C1448C68-63C5-402D-9836-C57D334B4D9A}" type="presParOf" srcId="{2ED50352-5898-4C1A-8226-DBB410775E61}" destId="{4A4A6F03-A31F-4350-8AED-9284AE3DF79C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376445-817E-42B9-A85F-E9D34932D9E4}" type="datetimeFigureOut">
              <a:rPr lang="de-DE" smtClean="0"/>
              <a:t>01.12.2015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71800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9428583"/>
            <a:ext cx="2971800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46CF5A-7A55-4ED8-8B79-B8BCF5D62E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78582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815656-777D-420B-AEE9-1C9DA2062A2E}" type="datetimeFigureOut">
              <a:rPr lang="de-DE" smtClean="0"/>
              <a:pPr/>
              <a:t>01.12.2015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715153"/>
            <a:ext cx="548640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71800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9428583"/>
            <a:ext cx="2971800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AFC97D-5284-447B-A0EB-09CB2507150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8014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07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035" algn="l" defTabSz="91407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070" algn="l" defTabSz="91407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104" algn="l" defTabSz="91407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138" algn="l" defTabSz="91407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173" algn="l" defTabSz="91407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209" algn="l" defTabSz="91407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243" algn="l" defTabSz="91407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277" algn="l" defTabSz="91407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5772">
              <a:defRPr/>
            </a:pPr>
            <a:r>
              <a:rPr lang="de-DE" dirty="0"/>
              <a:t>Personelle </a:t>
            </a:r>
            <a:r>
              <a:rPr lang="de-DE" b="1" dirty="0"/>
              <a:t>Zusammensetzung der Projekte</a:t>
            </a:r>
            <a:r>
              <a:rPr lang="de-DE" dirty="0"/>
              <a:t>: </a:t>
            </a:r>
            <a:br>
              <a:rPr lang="de-DE" dirty="0"/>
            </a:br>
            <a:r>
              <a:rPr lang="de-DE" dirty="0"/>
              <a:t>Datengeber, Datennutzer, S0, S4, ggf. IT und R.</a:t>
            </a:r>
            <a:endParaRPr lang="en-GB" dirty="0"/>
          </a:p>
          <a:p>
            <a:endParaRPr lang="en-GB" dirty="0" smtClean="0"/>
          </a:p>
          <a:p>
            <a:endParaRPr lang="en-GB" dirty="0" smtClean="0"/>
          </a:p>
          <a:p>
            <a:r>
              <a:rPr lang="de-DE" dirty="0" smtClean="0"/>
              <a:t>Aufgaben im Rahmen eines </a:t>
            </a:r>
            <a:r>
              <a:rPr lang="de-DE" dirty="0" err="1" smtClean="0"/>
              <a:t>Contentprojekts</a:t>
            </a:r>
            <a:r>
              <a:rPr lang="de-DE" dirty="0" smtClean="0"/>
              <a:t>:</a:t>
            </a:r>
            <a:endParaRPr lang="en-GB" dirty="0" smtClean="0"/>
          </a:p>
          <a:p>
            <a:r>
              <a:rPr lang="de-DE" dirty="0" smtClean="0"/>
              <a:t>Fachliche Arbeiten</a:t>
            </a:r>
          </a:p>
          <a:p>
            <a:pPr lvl="1"/>
            <a:r>
              <a:rPr lang="de-DE" dirty="0" smtClean="0"/>
              <a:t>Ermitteln der benötigten Granularität und des benötigten Abdeckungsgrads </a:t>
            </a:r>
            <a:br>
              <a:rPr lang="de-DE" dirty="0" smtClean="0"/>
            </a:br>
            <a:r>
              <a:rPr lang="de-DE" dirty="0" smtClean="0">
                <a:sym typeface="Wingdings" panose="05000000000000000000" pitchFamily="2" charset="2"/>
              </a:rPr>
              <a:t> </a:t>
            </a:r>
            <a:r>
              <a:rPr lang="de-DE" dirty="0" smtClean="0"/>
              <a:t>Auswahl der Variablen</a:t>
            </a:r>
          </a:p>
          <a:p>
            <a:pPr lvl="1"/>
            <a:r>
              <a:rPr lang="de-DE" dirty="0" smtClean="0"/>
              <a:t>Entwicklung einer SDMX Klassifikation (Zielstruktur)</a:t>
            </a:r>
          </a:p>
          <a:p>
            <a:pPr lvl="1"/>
            <a:r>
              <a:rPr lang="de-DE" dirty="0" smtClean="0"/>
              <a:t>Mapping der Datenstruktur der Datenquelle auf die Zielstruktur, Beschreibung der notwendigen Transformationen</a:t>
            </a:r>
          </a:p>
          <a:p>
            <a:pPr lvl="1"/>
            <a:r>
              <a:rPr lang="de-DE" dirty="0" smtClean="0"/>
              <a:t>Festlegung von Rollen und Verantwortlichkeiten</a:t>
            </a:r>
          </a:p>
          <a:p>
            <a:pPr lvl="1"/>
            <a:r>
              <a:rPr lang="de-DE" dirty="0" smtClean="0"/>
              <a:t>Rechtliche Detailklärung</a:t>
            </a:r>
          </a:p>
          <a:p>
            <a:pPr lvl="1"/>
            <a:r>
              <a:rPr lang="de-DE" dirty="0" smtClean="0"/>
              <a:t>Dokumentation der Daten </a:t>
            </a:r>
          </a:p>
          <a:p>
            <a:pPr lvl="1"/>
            <a:endParaRPr lang="de-DE" dirty="0" smtClean="0"/>
          </a:p>
          <a:p>
            <a:r>
              <a:rPr lang="de-DE" dirty="0" smtClean="0"/>
              <a:t>IT-Umsetzung</a:t>
            </a:r>
          </a:p>
          <a:p>
            <a:pPr lvl="1"/>
            <a:r>
              <a:rPr lang="de-DE" dirty="0" smtClean="0"/>
              <a:t>Entwicklung eines automatisierten Verfahrens für die regelmäßige </a:t>
            </a:r>
            <a:br>
              <a:rPr lang="de-DE" dirty="0" smtClean="0"/>
            </a:br>
            <a:r>
              <a:rPr lang="de-DE" dirty="0" smtClean="0"/>
              <a:t>Dateneinlieferung in das </a:t>
            </a:r>
            <a:r>
              <a:rPr lang="de-DE" dirty="0" err="1" smtClean="0"/>
              <a:t>HdM</a:t>
            </a:r>
            <a:endParaRPr lang="de-DE" dirty="0" smtClean="0"/>
          </a:p>
          <a:p>
            <a:pPr lvl="1"/>
            <a:endParaRPr lang="de-DE" dirty="0" smtClean="0"/>
          </a:p>
          <a:p>
            <a:r>
              <a:rPr lang="de-DE" dirty="0" smtClean="0"/>
              <a:t>… und weiter?</a:t>
            </a:r>
          </a:p>
          <a:p>
            <a:pPr lvl="1"/>
            <a:r>
              <a:rPr lang="de-DE" dirty="0" smtClean="0"/>
              <a:t>Stammdaten</a:t>
            </a:r>
          </a:p>
          <a:p>
            <a:pPr lvl="1"/>
            <a:r>
              <a:rPr lang="de-DE" dirty="0" smtClean="0"/>
              <a:t>Verknüpfungen</a:t>
            </a:r>
          </a:p>
          <a:p>
            <a:pPr lvl="1"/>
            <a:r>
              <a:rPr lang="de-DE" dirty="0" smtClean="0"/>
              <a:t>Entwicklung stärker angereicherter Datensätze</a:t>
            </a:r>
          </a:p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8A11D-CAC6-47DF-95F8-689C263722F7}" type="slidenum">
              <a:rPr lang="de-DE" smtClean="0"/>
              <a:pPr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74612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49325" y="746125"/>
            <a:ext cx="4959350" cy="3721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8A11D-CAC6-47DF-95F8-689C263722F7}" type="slidenum">
              <a:rPr lang="de-DE" smtClean="0"/>
              <a:pPr/>
              <a:t>12</a:t>
            </a:fld>
            <a:endParaRPr 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81210" y="2956966"/>
            <a:ext cx="8256381" cy="442837"/>
          </a:xfrm>
        </p:spPr>
        <p:txBody>
          <a:bodyPr>
            <a:noAutofit/>
          </a:bodyPr>
          <a:lstStyle>
            <a:lvl1pPr algn="l">
              <a:defRPr sz="2500" b="1" baseline="0"/>
            </a:lvl1pPr>
          </a:lstStyle>
          <a:p>
            <a:r>
              <a:rPr lang="de-DE" dirty="0" smtClean="0"/>
              <a:t>Präsentationsvorlage - Titelfolie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1208" y="3382539"/>
            <a:ext cx="8250965" cy="401651"/>
          </a:xfrm>
        </p:spPr>
        <p:txBody>
          <a:bodyPr tIns="0" bIns="0">
            <a:noAutofit/>
          </a:bodyPr>
          <a:lstStyle>
            <a:lvl1pPr marL="0" indent="0" algn="l">
              <a:spcBef>
                <a:spcPts val="0"/>
              </a:spcBef>
              <a:buNone/>
              <a:defRPr sz="2100">
                <a:solidFill>
                  <a:schemeClr val="tx1"/>
                </a:solidFill>
                <a:latin typeface="+mj-lt"/>
              </a:defRPr>
            </a:lvl1pPr>
            <a:lvl2pPr marL="457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1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2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 smtClean="0"/>
              <a:t>Untertitel</a:t>
            </a:r>
            <a:endParaRPr lang="de-DE" dirty="0"/>
          </a:p>
        </p:txBody>
      </p:sp>
      <p:sp>
        <p:nvSpPr>
          <p:cNvPr id="16" name="Rechteck 15"/>
          <p:cNvSpPr/>
          <p:nvPr userDrawn="1"/>
        </p:nvSpPr>
        <p:spPr>
          <a:xfrm>
            <a:off x="1" y="3080589"/>
            <a:ext cx="777445" cy="960613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7" tIns="45704" rIns="91407" bIns="45704"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 userDrawn="1"/>
        </p:nvSpPr>
        <p:spPr>
          <a:xfrm>
            <a:off x="821661" y="3080589"/>
            <a:ext cx="77744" cy="960613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7" tIns="45704" rIns="91407" bIns="45704" rtlCol="0" anchor="ctr"/>
          <a:lstStyle/>
          <a:p>
            <a:pPr algn="ctr"/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880067" y="3815954"/>
            <a:ext cx="8259570" cy="304746"/>
          </a:xfrm>
        </p:spPr>
        <p:txBody>
          <a:bodyPr>
            <a:normAutofit/>
          </a:bodyPr>
          <a:lstStyle>
            <a:lvl1pPr>
              <a:buNone/>
              <a:defRPr sz="1100" b="1"/>
            </a:lvl1pPr>
          </a:lstStyle>
          <a:p>
            <a:pPr lvl="0"/>
            <a:r>
              <a:rPr lang="de-DE" dirty="0" smtClean="0"/>
              <a:t>Angaben zum Referenten, Ordnungsmerkmal</a:t>
            </a:r>
            <a:endParaRPr lang="de-DE" dirty="0"/>
          </a:p>
        </p:txBody>
      </p:sp>
      <p:pic>
        <p:nvPicPr>
          <p:cNvPr id="8" name="Grafik 7" descr="BBk_Logo_A4_RGB.t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548257" y="0"/>
            <a:ext cx="1803568" cy="10601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einspaltig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465" y="257389"/>
            <a:ext cx="8111595" cy="652582"/>
          </a:xfrm>
        </p:spPr>
        <p:txBody>
          <a:bodyPr>
            <a:noAutofit/>
          </a:bodyPr>
          <a:lstStyle>
            <a:lvl1pPr algn="l">
              <a:lnSpc>
                <a:spcPts val="2040"/>
              </a:lnSpc>
              <a:defRPr sz="2000" b="1" baseline="0"/>
            </a:lvl1pPr>
          </a:lstStyle>
          <a:p>
            <a:r>
              <a:rPr lang="de-DE" dirty="0" smtClean="0"/>
              <a:t>Präsentationsvorlage</a:t>
            </a:r>
            <a:br>
              <a:rPr lang="de-DE" dirty="0" smtClean="0"/>
            </a:br>
            <a:r>
              <a:rPr lang="de-DE" dirty="0" smtClean="0"/>
              <a:t>Inhaltsfolie mit Fließtext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419820" y="298121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7" tIns="45704" rIns="91407" bIns="45704" rtlCol="0" anchor="ctr"/>
          <a:lstStyle/>
          <a:p>
            <a:pPr algn="ctr"/>
            <a:endParaRPr lang="de-DE"/>
          </a:p>
        </p:txBody>
      </p:sp>
      <p:sp>
        <p:nvSpPr>
          <p:cNvPr id="11" name="Rechteck 10"/>
          <p:cNvSpPr/>
          <p:nvPr userDrawn="1"/>
        </p:nvSpPr>
        <p:spPr>
          <a:xfrm>
            <a:off x="452926" y="6084990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7" tIns="45704" rIns="91407" bIns="45704" rtlCol="0" anchor="ctr"/>
          <a:lstStyle/>
          <a:p>
            <a:pPr algn="ctr"/>
            <a:endParaRPr lang="de-DE"/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15" hasCustomPrompt="1"/>
          </p:nvPr>
        </p:nvSpPr>
        <p:spPr>
          <a:xfrm>
            <a:off x="484080" y="1235756"/>
            <a:ext cx="8019513" cy="4602675"/>
          </a:xfrm>
        </p:spPr>
        <p:txBody>
          <a:bodyPr/>
          <a:lstStyle>
            <a:lvl1pPr marL="0" indent="0">
              <a:spcBef>
                <a:spcPts val="443"/>
              </a:spcBef>
              <a:buFont typeface="Arial" pitchFamily="34" charset="0"/>
              <a:buNone/>
              <a:defRPr sz="1800" baseline="0"/>
            </a:lvl1pPr>
            <a:lvl2pPr marL="319260" indent="0">
              <a:spcBef>
                <a:spcPts val="443"/>
              </a:spcBef>
              <a:buFont typeface="Arial" pitchFamily="34" charset="0"/>
              <a:buNone/>
              <a:defRPr sz="1800"/>
            </a:lvl2pPr>
            <a:lvl3pPr marL="478890" indent="0">
              <a:spcBef>
                <a:spcPts val="443"/>
              </a:spcBef>
              <a:buFont typeface="Arial" pitchFamily="34" charset="0"/>
              <a:buNone/>
              <a:defRPr sz="1800"/>
            </a:lvl3pPr>
            <a:lvl4pPr>
              <a:buNone/>
              <a:defRPr/>
            </a:lvl4pPr>
          </a:lstStyle>
          <a:p>
            <a:pPr lvl="0"/>
            <a:r>
              <a:rPr lang="de-DE" dirty="0" smtClean="0"/>
              <a:t>Inhaltsfolie mit Fließtext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EDDI 2015</a:t>
            </a:r>
            <a:endParaRPr lang="de-DE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de-DE" smtClean="0"/>
              <a:t>Seite </a:t>
            </a:r>
            <a:fld id="{795659D1-D435-4DC4-B545-657E7139435F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 smtClean="0"/>
              <a:t>Towards</a:t>
            </a:r>
            <a:r>
              <a:rPr lang="de-DE" dirty="0" smtClean="0"/>
              <a:t> </a:t>
            </a:r>
            <a:r>
              <a:rPr lang="de-DE" dirty="0" err="1" smtClean="0"/>
              <a:t>Metadata</a:t>
            </a:r>
            <a:r>
              <a:rPr lang="de-DE" dirty="0" smtClean="0"/>
              <a:t> Management </a:t>
            </a:r>
            <a:r>
              <a:rPr lang="de-DE" dirty="0" err="1" smtClean="0"/>
              <a:t>with</a:t>
            </a:r>
            <a:r>
              <a:rPr lang="de-DE" dirty="0" smtClean="0"/>
              <a:t> SDMX </a:t>
            </a:r>
            <a:r>
              <a:rPr lang="de-DE" dirty="0" err="1" smtClean="0"/>
              <a:t>and</a:t>
            </a:r>
            <a:r>
              <a:rPr lang="de-DE" dirty="0" smtClean="0"/>
              <a:t> DDI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einspaltig mi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465" y="257389"/>
            <a:ext cx="8111595" cy="652582"/>
          </a:xfrm>
        </p:spPr>
        <p:txBody>
          <a:bodyPr>
            <a:noAutofit/>
          </a:bodyPr>
          <a:lstStyle>
            <a:lvl1pPr algn="l">
              <a:lnSpc>
                <a:spcPts val="2040"/>
              </a:lnSpc>
              <a:defRPr sz="2000" b="1" baseline="0"/>
            </a:lvl1pPr>
          </a:lstStyle>
          <a:p>
            <a:r>
              <a:rPr lang="de-DE" dirty="0" smtClean="0"/>
              <a:t>Präsentationsvorlage</a:t>
            </a:r>
            <a:br>
              <a:rPr lang="de-DE" dirty="0" smtClean="0"/>
            </a:br>
            <a:r>
              <a:rPr lang="de-DE" dirty="0" smtClean="0"/>
              <a:t>Inhaltsfolie mit Aufzählungsebenen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419820" y="298121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7" tIns="45704" rIns="91407" bIns="45704" rtlCol="0" anchor="ctr"/>
          <a:lstStyle/>
          <a:p>
            <a:pPr algn="ctr"/>
            <a:endParaRPr lang="de-DE"/>
          </a:p>
        </p:txBody>
      </p:sp>
      <p:sp>
        <p:nvSpPr>
          <p:cNvPr id="11" name="Rechteck 10"/>
          <p:cNvSpPr/>
          <p:nvPr userDrawn="1"/>
        </p:nvSpPr>
        <p:spPr>
          <a:xfrm>
            <a:off x="452926" y="6084990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7" tIns="45704" rIns="91407" bIns="45704" rtlCol="0" anchor="ctr"/>
          <a:lstStyle/>
          <a:p>
            <a:pPr algn="ctr"/>
            <a:endParaRPr lang="de-DE"/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15" hasCustomPrompt="1"/>
          </p:nvPr>
        </p:nvSpPr>
        <p:spPr>
          <a:xfrm>
            <a:off x="484080" y="1235756"/>
            <a:ext cx="8019513" cy="4602675"/>
          </a:xfrm>
        </p:spPr>
        <p:txBody>
          <a:bodyPr/>
          <a:lstStyle>
            <a:lvl1pPr marL="159630" indent="-159630">
              <a:spcBef>
                <a:spcPts val="443"/>
              </a:spcBef>
              <a:buFont typeface="Arial" pitchFamily="34" charset="0"/>
              <a:buChar char="−"/>
              <a:defRPr sz="1800" baseline="0"/>
            </a:lvl1pPr>
            <a:lvl2pPr marL="319260" indent="-159630">
              <a:spcBef>
                <a:spcPts val="443"/>
              </a:spcBef>
              <a:buFont typeface="Arial" pitchFamily="34" charset="0"/>
              <a:buChar char="•"/>
              <a:defRPr sz="1800"/>
            </a:lvl2pPr>
            <a:lvl3pPr marL="478890" indent="-159630">
              <a:spcBef>
                <a:spcPts val="443"/>
              </a:spcBef>
              <a:buFont typeface="Arial" pitchFamily="34" charset="0"/>
              <a:buChar char="∙"/>
              <a:defRPr sz="1800"/>
            </a:lvl3pPr>
            <a:lvl4pPr>
              <a:buFont typeface="Symbol" pitchFamily="18" charset="2"/>
              <a:buChar char="-"/>
              <a:defRPr/>
            </a:lvl4pPr>
            <a:lvl6pPr>
              <a:defRPr/>
            </a:lvl6pPr>
          </a:lstStyle>
          <a:p>
            <a:pPr lvl="0"/>
            <a:r>
              <a:rPr lang="de-DE" dirty="0" smtClean="0"/>
              <a:t>Erste Ebene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</a:p>
          <a:p>
            <a:pPr lvl="5"/>
            <a:r>
              <a:rPr lang="de-DE" dirty="0" smtClean="0"/>
              <a:t>Sechste Ebene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EDDI 2015</a:t>
            </a:r>
            <a:endParaRPr lang="de-DE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de-DE" smtClean="0"/>
              <a:t>Seite </a:t>
            </a:r>
            <a:fld id="{795659D1-D435-4DC4-B545-657E7139435F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smtClean="0"/>
              <a:t>Towards Metadata Management with SDMX and DDI</a:t>
            </a:r>
            <a:endParaRPr lang="de-DE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für Kapitelbegi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237" y="2867430"/>
            <a:ext cx="8111595" cy="652582"/>
          </a:xfrm>
        </p:spPr>
        <p:txBody>
          <a:bodyPr>
            <a:noAutofit/>
          </a:bodyPr>
          <a:lstStyle>
            <a:lvl1pPr algn="l">
              <a:lnSpc>
                <a:spcPts val="2040"/>
              </a:lnSpc>
              <a:defRPr sz="2000" b="1"/>
            </a:lvl1pPr>
          </a:lstStyle>
          <a:p>
            <a:r>
              <a:rPr lang="de-DE" dirty="0" smtClean="0"/>
              <a:t>Präsentationstitel</a:t>
            </a:r>
            <a:br>
              <a:rPr lang="de-DE" dirty="0" smtClean="0"/>
            </a:br>
            <a:r>
              <a:rPr lang="de-DE" dirty="0" smtClean="0"/>
              <a:t>Kapitelbeginn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419820" y="2925255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7" tIns="45704" rIns="91407" bIns="45704" rtlCol="0" anchor="ctr"/>
          <a:lstStyle/>
          <a:p>
            <a:pPr algn="ctr"/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EDDI 2015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 smtClean="0"/>
              <a:t>Seite </a:t>
            </a:r>
            <a:fld id="{795659D1-D435-4DC4-B545-657E7139435F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Towards Metadata Management with SDMX and DDI</a:t>
            </a:r>
            <a:endParaRPr lang="de-DE" dirty="0"/>
          </a:p>
        </p:txBody>
      </p:sp>
      <p:sp>
        <p:nvSpPr>
          <p:cNvPr id="8" name="Rechteck 7"/>
          <p:cNvSpPr/>
          <p:nvPr userDrawn="1"/>
        </p:nvSpPr>
        <p:spPr>
          <a:xfrm>
            <a:off x="452926" y="6085245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7" tIns="45704" rIns="91407" bIns="45704"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mit Hinterlegung und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0" y="1093114"/>
            <a:ext cx="9144000" cy="4885067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91" tIns="40546" rIns="81091" bIns="40546" rtlCol="0" anchor="ctr"/>
          <a:lstStyle/>
          <a:p>
            <a:pPr algn="ctr"/>
            <a:endParaRPr lang="de-DE" dirty="0">
              <a:noFill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465" y="257389"/>
            <a:ext cx="8111595" cy="652582"/>
          </a:xfrm>
        </p:spPr>
        <p:txBody>
          <a:bodyPr>
            <a:noAutofit/>
          </a:bodyPr>
          <a:lstStyle>
            <a:lvl1pPr algn="l">
              <a:lnSpc>
                <a:spcPts val="2040"/>
              </a:lnSpc>
              <a:defRPr sz="2000" b="1" baseline="0"/>
            </a:lvl1pPr>
          </a:lstStyle>
          <a:p>
            <a:r>
              <a:rPr lang="de-DE" dirty="0" smtClean="0"/>
              <a:t>Präsentationsvorlage</a:t>
            </a:r>
            <a:br>
              <a:rPr lang="de-DE" dirty="0" smtClean="0"/>
            </a:br>
            <a:r>
              <a:rPr lang="de-DE" dirty="0" smtClean="0"/>
              <a:t>Inhaltsfolie mit Hinterlegung und Fließtext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419820" y="298121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7" tIns="45704" rIns="91407" bIns="45704" rtlCol="0" anchor="ctr"/>
          <a:lstStyle/>
          <a:p>
            <a:pPr algn="ctr"/>
            <a:endParaRPr lang="de-DE"/>
          </a:p>
        </p:txBody>
      </p:sp>
      <p:sp>
        <p:nvSpPr>
          <p:cNvPr id="11" name="Rechteck 10"/>
          <p:cNvSpPr/>
          <p:nvPr userDrawn="1"/>
        </p:nvSpPr>
        <p:spPr>
          <a:xfrm>
            <a:off x="452926" y="6085245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7" tIns="45704" rIns="91407" bIns="45704" rtlCol="0" anchor="ctr"/>
          <a:lstStyle/>
          <a:p>
            <a:pPr algn="ctr"/>
            <a:endParaRPr lang="de-DE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19820" y="1258735"/>
            <a:ext cx="8186400" cy="4554632"/>
          </a:xfrm>
          <a:ln>
            <a:noFill/>
          </a:ln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 baseline="0"/>
            </a:lvl1pPr>
            <a:lvl2pPr algn="l">
              <a:buNone/>
              <a:defRPr sz="2100"/>
            </a:lvl2pPr>
            <a:lvl3pPr algn="l">
              <a:buNone/>
              <a:defRPr sz="2100"/>
            </a:lvl3pPr>
            <a:lvl4pPr algn="l">
              <a:buNone/>
              <a:defRPr sz="2100"/>
            </a:lvl4pPr>
            <a:lvl5pPr algn="l">
              <a:buNone/>
              <a:defRPr sz="2100"/>
            </a:lvl5pPr>
          </a:lstStyle>
          <a:p>
            <a:pPr lvl="0"/>
            <a:r>
              <a:rPr lang="de-DE" dirty="0" smtClean="0"/>
              <a:t>Inhaltsbereich einspaltig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EDDI 2015</a:t>
            </a:r>
            <a:endParaRPr lang="de-DE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de-DE" smtClean="0"/>
              <a:t>Seite </a:t>
            </a:r>
            <a:fld id="{795659D1-D435-4DC4-B545-657E7139435F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smtClean="0"/>
              <a:t>Towards Metadata Management with SDMX and DDI</a:t>
            </a:r>
            <a:endParaRPr lang="de-D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mit Hinterlegung und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0" y="1093114"/>
            <a:ext cx="9144000" cy="4885067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91" tIns="40546" rIns="81091" bIns="40546" rtlCol="0" anchor="ctr"/>
          <a:lstStyle/>
          <a:p>
            <a:pPr algn="ctr"/>
            <a:endParaRPr lang="de-DE" dirty="0">
              <a:noFill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465" y="257389"/>
            <a:ext cx="8111595" cy="652582"/>
          </a:xfrm>
        </p:spPr>
        <p:txBody>
          <a:bodyPr>
            <a:noAutofit/>
          </a:bodyPr>
          <a:lstStyle>
            <a:lvl1pPr algn="l">
              <a:lnSpc>
                <a:spcPts val="2040"/>
              </a:lnSpc>
              <a:defRPr sz="2000" b="1"/>
            </a:lvl1pPr>
          </a:lstStyle>
          <a:p>
            <a:r>
              <a:rPr lang="de-DE" dirty="0" smtClean="0"/>
              <a:t>Präsentationsvorlage</a:t>
            </a:r>
            <a:br>
              <a:rPr lang="de-DE" dirty="0" smtClean="0"/>
            </a:br>
            <a:r>
              <a:rPr lang="de-DE" dirty="0" smtClean="0"/>
              <a:t>Inhaltsfolie mit Hinterlegung und Aufzählungsebenen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419820" y="298121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7" tIns="45704" rIns="91407" bIns="45704" rtlCol="0" anchor="ctr"/>
          <a:lstStyle/>
          <a:p>
            <a:pPr algn="ctr"/>
            <a:endParaRPr lang="de-DE"/>
          </a:p>
        </p:txBody>
      </p:sp>
      <p:sp>
        <p:nvSpPr>
          <p:cNvPr id="11" name="Rechteck 10"/>
          <p:cNvSpPr/>
          <p:nvPr userDrawn="1"/>
        </p:nvSpPr>
        <p:spPr>
          <a:xfrm>
            <a:off x="452926" y="6085245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7" tIns="45704" rIns="91407" bIns="45704" rtlCol="0" anchor="ctr"/>
          <a:lstStyle/>
          <a:p>
            <a:pPr algn="ctr"/>
            <a:endParaRPr lang="de-DE"/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15" hasCustomPrompt="1"/>
          </p:nvPr>
        </p:nvSpPr>
        <p:spPr>
          <a:xfrm>
            <a:off x="484080" y="1235756"/>
            <a:ext cx="8019513" cy="4602675"/>
          </a:xfrm>
        </p:spPr>
        <p:txBody>
          <a:bodyPr/>
          <a:lstStyle>
            <a:lvl1pPr marL="159630" indent="-159630">
              <a:spcBef>
                <a:spcPts val="443"/>
              </a:spcBef>
              <a:buFont typeface="Arial" pitchFamily="34" charset="0"/>
              <a:buChar char="−"/>
              <a:defRPr sz="1800" baseline="0"/>
            </a:lvl1pPr>
            <a:lvl2pPr marL="319260" indent="-159630">
              <a:spcBef>
                <a:spcPts val="443"/>
              </a:spcBef>
              <a:buFont typeface="Arial" pitchFamily="34" charset="0"/>
              <a:buChar char="•"/>
              <a:defRPr sz="1800"/>
            </a:lvl2pPr>
            <a:lvl3pPr marL="478890" indent="-159630">
              <a:spcBef>
                <a:spcPts val="443"/>
              </a:spcBef>
              <a:buFont typeface="Arial" pitchFamily="34" charset="0"/>
              <a:buChar char="∙"/>
              <a:defRPr sz="1800"/>
            </a:lvl3pPr>
            <a:lvl4pPr>
              <a:buFont typeface="Symbol" pitchFamily="18" charset="2"/>
              <a:buChar char="-"/>
              <a:defRPr/>
            </a:lvl4pPr>
          </a:lstStyle>
          <a:p>
            <a:pPr lvl="0"/>
            <a:r>
              <a:rPr lang="de-DE" dirty="0" smtClean="0"/>
              <a:t>Erste Ebene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</a:p>
          <a:p>
            <a:pPr lvl="5"/>
            <a:r>
              <a:rPr lang="de-DE" dirty="0" smtClean="0"/>
              <a:t>Sechste Ebene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EDDI 2015</a:t>
            </a:r>
            <a:endParaRPr lang="de-DE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de-DE" smtClean="0"/>
              <a:t>Seite </a:t>
            </a:r>
            <a:fld id="{795659D1-D435-4DC4-B545-657E7139435F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smtClean="0"/>
              <a:t>Towards Metadata Management with SDMX and DDI</a:t>
            </a:r>
            <a:endParaRPr lang="de-D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zweispaltig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465" y="257389"/>
            <a:ext cx="8111595" cy="652582"/>
          </a:xfrm>
        </p:spPr>
        <p:txBody>
          <a:bodyPr>
            <a:noAutofit/>
          </a:bodyPr>
          <a:lstStyle>
            <a:lvl1pPr algn="l">
              <a:lnSpc>
                <a:spcPts val="2040"/>
              </a:lnSpc>
              <a:defRPr sz="2000" b="1"/>
            </a:lvl1pPr>
          </a:lstStyle>
          <a:p>
            <a:r>
              <a:rPr lang="de-DE" dirty="0" smtClean="0"/>
              <a:t>Präsentationsvorlage</a:t>
            </a:r>
            <a:br>
              <a:rPr lang="de-DE" dirty="0" smtClean="0"/>
            </a:br>
            <a:r>
              <a:rPr lang="de-DE" dirty="0" smtClean="0"/>
              <a:t>Inhaltsfolie mit 2 Spalten und Fließtext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419820" y="298121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7" tIns="45704" rIns="91407" bIns="45704" rtlCol="0" anchor="ctr"/>
          <a:lstStyle/>
          <a:p>
            <a:pPr algn="ctr"/>
            <a:endParaRPr lang="de-DE"/>
          </a:p>
        </p:txBody>
      </p:sp>
      <p:sp>
        <p:nvSpPr>
          <p:cNvPr id="11" name="Rechteck 10"/>
          <p:cNvSpPr/>
          <p:nvPr userDrawn="1"/>
        </p:nvSpPr>
        <p:spPr>
          <a:xfrm>
            <a:off x="452926" y="6085245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7" tIns="45704" rIns="91407" bIns="45704" rtlCol="0" anchor="ctr"/>
          <a:lstStyle/>
          <a:p>
            <a:pPr algn="ctr"/>
            <a:endParaRPr lang="de-DE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19821" y="1258735"/>
            <a:ext cx="3887223" cy="4554632"/>
          </a:xfrm>
          <a:ln>
            <a:noFill/>
          </a:ln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 baseline="0"/>
            </a:lvl1pPr>
            <a:lvl2pPr algn="l">
              <a:buNone/>
              <a:defRPr sz="2100"/>
            </a:lvl2pPr>
            <a:lvl3pPr algn="l">
              <a:buNone/>
              <a:defRPr sz="2100"/>
            </a:lvl3pPr>
            <a:lvl4pPr algn="l">
              <a:buNone/>
              <a:defRPr sz="2100"/>
            </a:lvl4pPr>
            <a:lvl5pPr algn="l">
              <a:buNone/>
              <a:defRPr sz="2100"/>
            </a:lvl5pPr>
          </a:lstStyle>
          <a:p>
            <a:pPr lvl="0"/>
            <a:r>
              <a:rPr lang="de-DE" dirty="0" smtClean="0"/>
              <a:t>Inhaltsbereich zweispaltig</a:t>
            </a:r>
          </a:p>
        </p:txBody>
      </p:sp>
      <p:sp>
        <p:nvSpPr>
          <p:cNvPr id="9" name="Textplatzhalt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726575" y="1258735"/>
            <a:ext cx="3887223" cy="4554632"/>
          </a:xfrm>
          <a:ln>
            <a:noFill/>
          </a:ln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 baseline="0"/>
            </a:lvl1pPr>
            <a:lvl2pPr algn="l">
              <a:buNone/>
              <a:defRPr sz="2100"/>
            </a:lvl2pPr>
            <a:lvl3pPr algn="l">
              <a:buNone/>
              <a:defRPr sz="2100"/>
            </a:lvl3pPr>
            <a:lvl4pPr algn="l">
              <a:buNone/>
              <a:defRPr sz="2100"/>
            </a:lvl4pPr>
            <a:lvl5pPr algn="l">
              <a:buNone/>
              <a:defRPr sz="2100"/>
            </a:lvl5pPr>
          </a:lstStyle>
          <a:p>
            <a:pPr lvl="0"/>
            <a:r>
              <a:rPr lang="de-DE" dirty="0" smtClean="0"/>
              <a:t>Inhaltsbereich zweispaltig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e-DE" smtClean="0"/>
              <a:t>EDDI 2015</a:t>
            </a:r>
            <a:endParaRPr lang="de-DE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de-DE" smtClean="0"/>
              <a:t>Seite </a:t>
            </a:r>
            <a:fld id="{795659D1-D435-4DC4-B545-657E7139435F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smtClean="0"/>
              <a:t>Towards Metadata Management with SDMX and DDI</a:t>
            </a:r>
            <a:endParaRPr lang="de-D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zweispaltig mit Fließtext und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465" y="257389"/>
            <a:ext cx="8111595" cy="652582"/>
          </a:xfrm>
        </p:spPr>
        <p:txBody>
          <a:bodyPr>
            <a:noAutofit/>
          </a:bodyPr>
          <a:lstStyle>
            <a:lvl1pPr algn="l">
              <a:lnSpc>
                <a:spcPts val="2040"/>
              </a:lnSpc>
              <a:defRPr sz="2000" b="1"/>
            </a:lvl1pPr>
          </a:lstStyle>
          <a:p>
            <a:r>
              <a:rPr lang="de-DE" dirty="0" smtClean="0"/>
              <a:t>Präsentationsvorlage</a:t>
            </a:r>
            <a:br>
              <a:rPr lang="de-DE" dirty="0" smtClean="0"/>
            </a:br>
            <a:r>
              <a:rPr lang="de-DE" dirty="0" smtClean="0"/>
              <a:t>Inhaltsfolie mit 2 Spalten (Fließtext/Aufzählungsebenen)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419820" y="298121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7" tIns="45704" rIns="91407" bIns="45704" rtlCol="0" anchor="ctr"/>
          <a:lstStyle/>
          <a:p>
            <a:pPr algn="ctr"/>
            <a:endParaRPr lang="de-DE"/>
          </a:p>
        </p:txBody>
      </p:sp>
      <p:sp>
        <p:nvSpPr>
          <p:cNvPr id="11" name="Rechteck 10"/>
          <p:cNvSpPr/>
          <p:nvPr userDrawn="1"/>
        </p:nvSpPr>
        <p:spPr>
          <a:xfrm>
            <a:off x="452926" y="6085245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7" tIns="45704" rIns="91407" bIns="45704" rtlCol="0" anchor="ctr"/>
          <a:lstStyle/>
          <a:p>
            <a:pPr algn="ctr"/>
            <a:endParaRPr lang="de-DE"/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15" hasCustomPrompt="1"/>
          </p:nvPr>
        </p:nvSpPr>
        <p:spPr>
          <a:xfrm>
            <a:off x="419821" y="1258735"/>
            <a:ext cx="3887223" cy="4554632"/>
          </a:xfrm>
        </p:spPr>
        <p:txBody>
          <a:bodyPr/>
          <a:lstStyle>
            <a:lvl1pPr marL="0" indent="0">
              <a:spcBef>
                <a:spcPts val="443"/>
              </a:spcBef>
              <a:buFont typeface="Arial" pitchFamily="34" charset="0"/>
              <a:buNone/>
              <a:defRPr sz="1800" baseline="0"/>
            </a:lvl1pPr>
            <a:lvl2pPr marL="0" indent="0">
              <a:spcBef>
                <a:spcPts val="443"/>
              </a:spcBef>
              <a:buFont typeface="Arial" pitchFamily="34" charset="0"/>
              <a:buNone/>
              <a:defRPr sz="1800"/>
            </a:lvl2pPr>
            <a:lvl3pPr marL="0" indent="0">
              <a:spcBef>
                <a:spcPts val="443"/>
              </a:spcBef>
              <a:buFont typeface="Arial" pitchFamily="34" charset="0"/>
              <a:buNone/>
              <a:defRPr sz="1800"/>
            </a:lvl3pPr>
            <a:lvl4pPr marL="0" indent="0">
              <a:buFont typeface="Symbol" pitchFamily="18" charset="2"/>
              <a:buNone/>
              <a:defRPr/>
            </a:lvl4pPr>
            <a:lvl5pPr marL="0" indent="0">
              <a:buNone/>
              <a:defRPr/>
            </a:lvl5pPr>
            <a:lvl6pPr marL="0" indent="0">
              <a:buNone/>
              <a:defRPr/>
            </a:lvl6pPr>
          </a:lstStyle>
          <a:p>
            <a:pPr lvl="0"/>
            <a:r>
              <a:rPr lang="de-DE" dirty="0" smtClean="0"/>
              <a:t>Inhaltsbereich zweispaltig mit Fließtext</a:t>
            </a:r>
          </a:p>
        </p:txBody>
      </p:sp>
      <p:sp>
        <p:nvSpPr>
          <p:cNvPr id="9" name="Textplatzhalter 18"/>
          <p:cNvSpPr>
            <a:spLocks noGrp="1"/>
          </p:cNvSpPr>
          <p:nvPr>
            <p:ph type="body" sz="quarter" idx="16" hasCustomPrompt="1"/>
          </p:nvPr>
        </p:nvSpPr>
        <p:spPr>
          <a:xfrm>
            <a:off x="4726864" y="1258735"/>
            <a:ext cx="3887223" cy="4554632"/>
          </a:xfrm>
        </p:spPr>
        <p:txBody>
          <a:bodyPr/>
          <a:lstStyle>
            <a:lvl1pPr marL="159630" indent="-159630">
              <a:spcBef>
                <a:spcPts val="443"/>
              </a:spcBef>
              <a:buFont typeface="Arial" pitchFamily="34" charset="0"/>
              <a:buChar char="−"/>
              <a:defRPr sz="1800" baseline="0"/>
            </a:lvl1pPr>
            <a:lvl2pPr marL="319260" indent="-159630">
              <a:spcBef>
                <a:spcPts val="443"/>
              </a:spcBef>
              <a:buFont typeface="Arial" pitchFamily="34" charset="0"/>
              <a:buChar char="•"/>
              <a:defRPr sz="1800"/>
            </a:lvl2pPr>
            <a:lvl3pPr marL="478890" indent="-159630">
              <a:spcBef>
                <a:spcPts val="443"/>
              </a:spcBef>
              <a:buFont typeface="Arial" pitchFamily="34" charset="0"/>
              <a:buChar char="∙"/>
              <a:defRPr sz="1800"/>
            </a:lvl3pPr>
            <a:lvl4pPr marL="665874" indent="-197964">
              <a:buFont typeface="Symbol" pitchFamily="18" charset="2"/>
              <a:buChar char="-"/>
              <a:defRPr/>
            </a:lvl4pPr>
          </a:lstStyle>
          <a:p>
            <a:pPr lvl="0"/>
            <a:r>
              <a:rPr lang="de-DE" dirty="0" smtClean="0"/>
              <a:t>Erste Ebene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</a:p>
          <a:p>
            <a:pPr lvl="5"/>
            <a:r>
              <a:rPr lang="de-DE" dirty="0" smtClean="0"/>
              <a:t>Sechste Ebene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e-DE" smtClean="0"/>
              <a:t>EDDI 2015</a:t>
            </a:r>
            <a:endParaRPr lang="de-DE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de-DE" smtClean="0"/>
              <a:t>Seite </a:t>
            </a:r>
            <a:fld id="{795659D1-D435-4DC4-B545-657E7139435F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smtClean="0"/>
              <a:t>Towards Metadata Management with SDMX and DDI</a:t>
            </a:r>
            <a:endParaRPr lang="de-D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zweispaltig mi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465" y="257389"/>
            <a:ext cx="8111595" cy="652582"/>
          </a:xfrm>
        </p:spPr>
        <p:txBody>
          <a:bodyPr>
            <a:noAutofit/>
          </a:bodyPr>
          <a:lstStyle>
            <a:lvl1pPr algn="l">
              <a:lnSpc>
                <a:spcPts val="2040"/>
              </a:lnSpc>
              <a:defRPr sz="2000" b="1"/>
            </a:lvl1pPr>
          </a:lstStyle>
          <a:p>
            <a:r>
              <a:rPr lang="de-DE" dirty="0" smtClean="0"/>
              <a:t>Präsentationsvorlage</a:t>
            </a:r>
            <a:br>
              <a:rPr lang="de-DE" dirty="0" smtClean="0"/>
            </a:br>
            <a:r>
              <a:rPr lang="de-DE" dirty="0" smtClean="0"/>
              <a:t>Inhaltsfolie mit 2 Spalten und Aufzählungsebenen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419820" y="298121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7" tIns="45704" rIns="91407" bIns="45704" rtlCol="0" anchor="ctr"/>
          <a:lstStyle/>
          <a:p>
            <a:pPr algn="ctr"/>
            <a:endParaRPr lang="de-DE"/>
          </a:p>
        </p:txBody>
      </p:sp>
      <p:sp>
        <p:nvSpPr>
          <p:cNvPr id="11" name="Rechteck 10"/>
          <p:cNvSpPr/>
          <p:nvPr userDrawn="1"/>
        </p:nvSpPr>
        <p:spPr>
          <a:xfrm>
            <a:off x="452926" y="6085245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7" tIns="45704" rIns="91407" bIns="45704" rtlCol="0" anchor="ctr"/>
          <a:lstStyle/>
          <a:p>
            <a:pPr algn="ctr"/>
            <a:endParaRPr lang="de-DE"/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15" hasCustomPrompt="1"/>
          </p:nvPr>
        </p:nvSpPr>
        <p:spPr>
          <a:xfrm>
            <a:off x="419821" y="1258735"/>
            <a:ext cx="3887223" cy="4554632"/>
          </a:xfrm>
        </p:spPr>
        <p:txBody>
          <a:bodyPr/>
          <a:lstStyle>
            <a:lvl1pPr marL="159630" indent="-159630">
              <a:spcBef>
                <a:spcPts val="443"/>
              </a:spcBef>
              <a:buFont typeface="Arial" pitchFamily="34" charset="0"/>
              <a:buChar char="−"/>
              <a:defRPr sz="1800" baseline="0"/>
            </a:lvl1pPr>
            <a:lvl2pPr marL="319260" indent="-159630">
              <a:spcBef>
                <a:spcPts val="443"/>
              </a:spcBef>
              <a:buFont typeface="Arial" pitchFamily="34" charset="0"/>
              <a:buChar char="•"/>
              <a:defRPr sz="1800"/>
            </a:lvl2pPr>
            <a:lvl3pPr marL="478890" indent="-159630">
              <a:spcBef>
                <a:spcPts val="443"/>
              </a:spcBef>
              <a:buFont typeface="Arial" pitchFamily="34" charset="0"/>
              <a:buChar char="∙"/>
              <a:defRPr sz="1800"/>
            </a:lvl3pPr>
            <a:lvl4pPr>
              <a:buFont typeface="Symbol" pitchFamily="18" charset="2"/>
              <a:buChar char="-"/>
              <a:defRPr/>
            </a:lvl4pPr>
          </a:lstStyle>
          <a:p>
            <a:pPr lvl="0"/>
            <a:r>
              <a:rPr lang="de-DE" dirty="0" smtClean="0"/>
              <a:t>Erste Ebene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</a:p>
          <a:p>
            <a:pPr lvl="5"/>
            <a:r>
              <a:rPr lang="de-DE" dirty="0" smtClean="0"/>
              <a:t>Sechste Ebene</a:t>
            </a:r>
          </a:p>
        </p:txBody>
      </p:sp>
      <p:sp>
        <p:nvSpPr>
          <p:cNvPr id="9" name="Textplatzhalter 18"/>
          <p:cNvSpPr>
            <a:spLocks noGrp="1"/>
          </p:cNvSpPr>
          <p:nvPr>
            <p:ph type="body" sz="quarter" idx="16" hasCustomPrompt="1"/>
          </p:nvPr>
        </p:nvSpPr>
        <p:spPr>
          <a:xfrm>
            <a:off x="4726864" y="1258735"/>
            <a:ext cx="3887223" cy="4554632"/>
          </a:xfrm>
        </p:spPr>
        <p:txBody>
          <a:bodyPr/>
          <a:lstStyle>
            <a:lvl1pPr marL="159630" indent="-159630">
              <a:spcBef>
                <a:spcPts val="443"/>
              </a:spcBef>
              <a:buFont typeface="Arial" pitchFamily="34" charset="0"/>
              <a:buChar char="−"/>
              <a:defRPr sz="1800" baseline="0"/>
            </a:lvl1pPr>
            <a:lvl2pPr marL="319260" indent="-159630">
              <a:spcBef>
                <a:spcPts val="443"/>
              </a:spcBef>
              <a:buFont typeface="Arial" pitchFamily="34" charset="0"/>
              <a:buChar char="•"/>
              <a:defRPr sz="1800"/>
            </a:lvl2pPr>
            <a:lvl3pPr marL="478890" indent="-159630">
              <a:spcBef>
                <a:spcPts val="443"/>
              </a:spcBef>
              <a:buFont typeface="Arial" pitchFamily="34" charset="0"/>
              <a:buChar char="∙"/>
              <a:defRPr sz="1800"/>
            </a:lvl3pPr>
            <a:lvl4pPr marL="665874" indent="-197964">
              <a:buFont typeface="Symbol" pitchFamily="18" charset="2"/>
              <a:buChar char="-"/>
              <a:defRPr/>
            </a:lvl4pPr>
          </a:lstStyle>
          <a:p>
            <a:pPr lvl="0"/>
            <a:r>
              <a:rPr lang="de-DE" dirty="0" smtClean="0"/>
              <a:t>Erste Ebene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</a:p>
          <a:p>
            <a:pPr lvl="5"/>
            <a:r>
              <a:rPr lang="de-DE" dirty="0" smtClean="0"/>
              <a:t>Sechste Ebene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e-DE" smtClean="0"/>
              <a:t>EDDI 2015</a:t>
            </a:r>
            <a:endParaRPr lang="de-DE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de-DE" smtClean="0"/>
              <a:t>Seite </a:t>
            </a:r>
            <a:fld id="{795659D1-D435-4DC4-B545-657E7139435F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smtClean="0"/>
              <a:t>Towards Metadata Management with SDMX and DDI</a:t>
            </a:r>
            <a:endParaRPr lang="de-DE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inks mit Fließtext und Bild/Grafik,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465" y="257389"/>
            <a:ext cx="8111595" cy="652582"/>
          </a:xfrm>
        </p:spPr>
        <p:txBody>
          <a:bodyPr>
            <a:noAutofit/>
          </a:bodyPr>
          <a:lstStyle>
            <a:lvl1pPr algn="l">
              <a:lnSpc>
                <a:spcPts val="2040"/>
              </a:lnSpc>
              <a:defRPr sz="2000" b="1"/>
            </a:lvl1pPr>
          </a:lstStyle>
          <a:p>
            <a:r>
              <a:rPr lang="de-DE" dirty="0" smtClean="0"/>
              <a:t>Präsentationsvorlage</a:t>
            </a:r>
            <a:br>
              <a:rPr lang="de-DE" dirty="0" smtClean="0"/>
            </a:br>
            <a:r>
              <a:rPr lang="de-DE" dirty="0" smtClean="0"/>
              <a:t>Inhaltsfolie mit 2 Spalten (Fließtext und Bild/Grafik)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419820" y="298121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7" tIns="45704" rIns="91407" bIns="45704" rtlCol="0" anchor="ctr"/>
          <a:lstStyle/>
          <a:p>
            <a:pPr algn="ctr"/>
            <a:endParaRPr lang="de-DE"/>
          </a:p>
        </p:txBody>
      </p:sp>
      <p:sp>
        <p:nvSpPr>
          <p:cNvPr id="11" name="Rechteck 10"/>
          <p:cNvSpPr/>
          <p:nvPr userDrawn="1"/>
        </p:nvSpPr>
        <p:spPr>
          <a:xfrm>
            <a:off x="452926" y="6085245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7" tIns="45704" rIns="91407" bIns="45704" rtlCol="0" anchor="ctr"/>
          <a:lstStyle/>
          <a:p>
            <a:pPr algn="ctr"/>
            <a:endParaRPr lang="de-DE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19821" y="1258735"/>
            <a:ext cx="3887223" cy="4554632"/>
          </a:xfrm>
          <a:ln>
            <a:noFill/>
          </a:ln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 baseline="0"/>
            </a:lvl1pPr>
            <a:lvl2pPr algn="l">
              <a:buNone/>
              <a:defRPr sz="2100"/>
            </a:lvl2pPr>
            <a:lvl3pPr algn="l">
              <a:buNone/>
              <a:defRPr sz="2100"/>
            </a:lvl3pPr>
            <a:lvl4pPr algn="l">
              <a:buNone/>
              <a:defRPr sz="2100"/>
            </a:lvl4pPr>
            <a:lvl5pPr algn="l">
              <a:buNone/>
              <a:defRPr sz="2100"/>
            </a:lvl5pPr>
          </a:lstStyle>
          <a:p>
            <a:pPr lvl="0"/>
            <a:r>
              <a:rPr lang="de-DE" dirty="0" smtClean="0"/>
              <a:t>Inhaltsbereich zweispaltig</a:t>
            </a:r>
          </a:p>
        </p:txBody>
      </p:sp>
      <p:sp>
        <p:nvSpPr>
          <p:cNvPr id="16" name="Inhaltsplatzhalter 15"/>
          <p:cNvSpPr>
            <a:spLocks noGrp="1"/>
          </p:cNvSpPr>
          <p:nvPr>
            <p:ph sz="quarter" idx="16" hasCustomPrompt="1"/>
          </p:nvPr>
        </p:nvSpPr>
        <p:spPr>
          <a:xfrm>
            <a:off x="4726864" y="1258735"/>
            <a:ext cx="3887223" cy="4554632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de-DE" dirty="0" smtClean="0"/>
              <a:t>Bild/Grafik o. ä. durch Klicken hinzufügen</a:t>
            </a:r>
            <a:endParaRPr lang="de-DE" dirty="0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e-DE" smtClean="0"/>
              <a:t>EDDI 2015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de-DE" smtClean="0"/>
              <a:t>Seite </a:t>
            </a:r>
            <a:fld id="{795659D1-D435-4DC4-B545-657E7139435F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smtClean="0"/>
              <a:t>Towards Metadata Management with SDMX and DDI</a:t>
            </a:r>
            <a:endParaRPr lang="de-D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inks mit Aufzählung und Bild/Grafik,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465" y="257389"/>
            <a:ext cx="8111595" cy="652582"/>
          </a:xfrm>
        </p:spPr>
        <p:txBody>
          <a:bodyPr>
            <a:noAutofit/>
          </a:bodyPr>
          <a:lstStyle>
            <a:lvl1pPr algn="l">
              <a:lnSpc>
                <a:spcPts val="2040"/>
              </a:lnSpc>
              <a:defRPr sz="2000" b="1"/>
            </a:lvl1pPr>
          </a:lstStyle>
          <a:p>
            <a:r>
              <a:rPr lang="de-DE" dirty="0" smtClean="0"/>
              <a:t>Präsentationsvorlage</a:t>
            </a:r>
            <a:br>
              <a:rPr lang="de-DE" dirty="0" smtClean="0"/>
            </a:br>
            <a:r>
              <a:rPr lang="de-DE" dirty="0" smtClean="0"/>
              <a:t>Inhaltsfolie mit 2 Spalten (Aufzählungsebenen und Bild/Grafik)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419820" y="298121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7" tIns="45704" rIns="91407" bIns="45704" rtlCol="0" anchor="ctr"/>
          <a:lstStyle/>
          <a:p>
            <a:pPr algn="ctr"/>
            <a:endParaRPr lang="de-DE"/>
          </a:p>
        </p:txBody>
      </p:sp>
      <p:sp>
        <p:nvSpPr>
          <p:cNvPr id="11" name="Rechteck 10"/>
          <p:cNvSpPr/>
          <p:nvPr userDrawn="1"/>
        </p:nvSpPr>
        <p:spPr>
          <a:xfrm>
            <a:off x="452926" y="6085245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7" tIns="45704" rIns="91407" bIns="45704" rtlCol="0" anchor="ctr"/>
          <a:lstStyle/>
          <a:p>
            <a:pPr algn="ctr"/>
            <a:endParaRPr lang="de-DE"/>
          </a:p>
        </p:txBody>
      </p:sp>
      <p:sp>
        <p:nvSpPr>
          <p:cNvPr id="16" name="Inhaltsplatzhalter 15"/>
          <p:cNvSpPr>
            <a:spLocks noGrp="1"/>
          </p:cNvSpPr>
          <p:nvPr>
            <p:ph sz="quarter" idx="16" hasCustomPrompt="1"/>
          </p:nvPr>
        </p:nvSpPr>
        <p:spPr>
          <a:xfrm>
            <a:off x="4726864" y="1258735"/>
            <a:ext cx="3887223" cy="4554632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de-DE" dirty="0" smtClean="0"/>
              <a:t>Bild/Grafik o. ä. durch Klicken hinzufügen</a:t>
            </a:r>
            <a:endParaRPr lang="de-DE" dirty="0"/>
          </a:p>
        </p:txBody>
      </p:sp>
      <p:sp>
        <p:nvSpPr>
          <p:cNvPr id="15" name="Textplatzhalter 18"/>
          <p:cNvSpPr>
            <a:spLocks noGrp="1"/>
          </p:cNvSpPr>
          <p:nvPr>
            <p:ph type="body" sz="quarter" idx="17" hasCustomPrompt="1"/>
          </p:nvPr>
        </p:nvSpPr>
        <p:spPr>
          <a:xfrm>
            <a:off x="419821" y="1258735"/>
            <a:ext cx="3887223" cy="4554632"/>
          </a:xfrm>
        </p:spPr>
        <p:txBody>
          <a:bodyPr/>
          <a:lstStyle>
            <a:lvl1pPr marL="159630" indent="-159630">
              <a:spcBef>
                <a:spcPts val="443"/>
              </a:spcBef>
              <a:buFont typeface="Arial" pitchFamily="34" charset="0"/>
              <a:buChar char="−"/>
              <a:defRPr sz="1800" baseline="0"/>
            </a:lvl1pPr>
            <a:lvl2pPr marL="319260" indent="-159630">
              <a:spcBef>
                <a:spcPts val="443"/>
              </a:spcBef>
              <a:buFont typeface="Arial" pitchFamily="34" charset="0"/>
              <a:buChar char="•"/>
              <a:defRPr sz="1800"/>
            </a:lvl2pPr>
            <a:lvl3pPr marL="478890" indent="-159630">
              <a:spcBef>
                <a:spcPts val="443"/>
              </a:spcBef>
              <a:buFont typeface="Arial" pitchFamily="34" charset="0"/>
              <a:buChar char="∙"/>
              <a:defRPr sz="1800"/>
            </a:lvl3pPr>
            <a:lvl4pPr>
              <a:buFont typeface="Symbol" pitchFamily="18" charset="2"/>
              <a:buChar char="-"/>
              <a:defRPr/>
            </a:lvl4pPr>
          </a:lstStyle>
          <a:p>
            <a:pPr lvl="0"/>
            <a:r>
              <a:rPr lang="de-DE" dirty="0" smtClean="0"/>
              <a:t>Erste Ebene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</a:p>
          <a:p>
            <a:pPr lvl="5"/>
            <a:r>
              <a:rPr lang="de-DE" dirty="0" smtClean="0"/>
              <a:t>Sechste Ebene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 smtClean="0"/>
              <a:t>EDDI 2015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r>
              <a:rPr lang="de-DE" smtClean="0"/>
              <a:t>Seite </a:t>
            </a:r>
            <a:fld id="{795659D1-D435-4DC4-B545-657E7139435F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smtClean="0"/>
              <a:t>Towards Metadata Management with SDMX and DDI</a:t>
            </a:r>
            <a:endParaRPr lang="de-DE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echts mit Fließtext und Bild/Grafik,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465" y="257389"/>
            <a:ext cx="8111595" cy="652582"/>
          </a:xfrm>
        </p:spPr>
        <p:txBody>
          <a:bodyPr>
            <a:noAutofit/>
          </a:bodyPr>
          <a:lstStyle>
            <a:lvl1pPr algn="l">
              <a:lnSpc>
                <a:spcPts val="2040"/>
              </a:lnSpc>
              <a:defRPr sz="2000" b="1"/>
            </a:lvl1pPr>
          </a:lstStyle>
          <a:p>
            <a:r>
              <a:rPr lang="de-DE" dirty="0" smtClean="0"/>
              <a:t>Präsentationsvorlage</a:t>
            </a:r>
            <a:br>
              <a:rPr lang="de-DE" dirty="0" smtClean="0"/>
            </a:br>
            <a:r>
              <a:rPr lang="de-DE" dirty="0" smtClean="0"/>
              <a:t>Inhaltsfolie mit 2 Spalten (Bild/Grafik und Fließtext)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419820" y="298121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7" tIns="45704" rIns="91407" bIns="45704" rtlCol="0" anchor="ctr"/>
          <a:lstStyle/>
          <a:p>
            <a:pPr algn="ctr"/>
            <a:endParaRPr lang="de-DE"/>
          </a:p>
        </p:txBody>
      </p:sp>
      <p:sp>
        <p:nvSpPr>
          <p:cNvPr id="11" name="Rechteck 10"/>
          <p:cNvSpPr/>
          <p:nvPr userDrawn="1"/>
        </p:nvSpPr>
        <p:spPr>
          <a:xfrm>
            <a:off x="452926" y="6085245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7" tIns="45704" rIns="91407" bIns="45704" rtlCol="0" anchor="ctr"/>
          <a:lstStyle/>
          <a:p>
            <a:pPr algn="ctr"/>
            <a:endParaRPr lang="de-DE"/>
          </a:p>
        </p:txBody>
      </p:sp>
      <p:sp>
        <p:nvSpPr>
          <p:cNvPr id="16" name="Inhaltsplatzhalter 15"/>
          <p:cNvSpPr>
            <a:spLocks noGrp="1"/>
          </p:cNvSpPr>
          <p:nvPr>
            <p:ph sz="quarter" idx="16" hasCustomPrompt="1"/>
          </p:nvPr>
        </p:nvSpPr>
        <p:spPr>
          <a:xfrm>
            <a:off x="419821" y="1258735"/>
            <a:ext cx="3887223" cy="4554632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de-DE" dirty="0" smtClean="0"/>
              <a:t>Bild/Grafik o. ä. durch Klicken hinzufügen</a:t>
            </a:r>
            <a:endParaRPr lang="de-DE" dirty="0"/>
          </a:p>
        </p:txBody>
      </p:sp>
      <p:sp>
        <p:nvSpPr>
          <p:cNvPr id="18" name="Textplatzhalt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726864" y="1258735"/>
            <a:ext cx="3887223" cy="4554632"/>
          </a:xfrm>
          <a:ln>
            <a:noFill/>
          </a:ln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 baseline="0"/>
            </a:lvl1pPr>
            <a:lvl2pPr algn="l">
              <a:buNone/>
              <a:defRPr sz="2100"/>
            </a:lvl2pPr>
            <a:lvl3pPr algn="l">
              <a:buNone/>
              <a:defRPr sz="2100"/>
            </a:lvl3pPr>
            <a:lvl4pPr algn="l">
              <a:buNone/>
              <a:defRPr sz="2100"/>
            </a:lvl4pPr>
            <a:lvl5pPr algn="l">
              <a:buNone/>
              <a:defRPr sz="2100"/>
            </a:lvl5pPr>
          </a:lstStyle>
          <a:p>
            <a:pPr lvl="0"/>
            <a:r>
              <a:rPr lang="de-DE" dirty="0" smtClean="0"/>
              <a:t>Inhaltsbereich zweispaltig und Fließtext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e-DE" smtClean="0"/>
              <a:t>EDDI 2015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de-DE" smtClean="0"/>
              <a:t>Seite </a:t>
            </a:r>
            <a:fld id="{795659D1-D435-4DC4-B545-657E7139435F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smtClean="0"/>
              <a:t>Towards Metadata Management with SDMX and DDI</a:t>
            </a:r>
            <a:endParaRPr lang="de-DE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echts mit Aufzählung und Bild/Grafik,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465" y="257389"/>
            <a:ext cx="8111595" cy="652582"/>
          </a:xfrm>
        </p:spPr>
        <p:txBody>
          <a:bodyPr>
            <a:noAutofit/>
          </a:bodyPr>
          <a:lstStyle>
            <a:lvl1pPr algn="l">
              <a:lnSpc>
                <a:spcPts val="2040"/>
              </a:lnSpc>
              <a:defRPr sz="2000" b="1"/>
            </a:lvl1pPr>
          </a:lstStyle>
          <a:p>
            <a:r>
              <a:rPr lang="de-DE" dirty="0" smtClean="0"/>
              <a:t>Präsentationsvorlage</a:t>
            </a:r>
            <a:br>
              <a:rPr lang="de-DE" dirty="0" smtClean="0"/>
            </a:br>
            <a:r>
              <a:rPr lang="de-DE" dirty="0" smtClean="0"/>
              <a:t>Inhaltsfolie mit 2 Spalten (Bild/Grafik und Aufzählungsebenen)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419820" y="298121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7" tIns="45704" rIns="91407" bIns="45704" rtlCol="0" anchor="ctr"/>
          <a:lstStyle/>
          <a:p>
            <a:pPr algn="ctr"/>
            <a:endParaRPr lang="de-DE"/>
          </a:p>
        </p:txBody>
      </p:sp>
      <p:sp>
        <p:nvSpPr>
          <p:cNvPr id="11" name="Rechteck 10"/>
          <p:cNvSpPr/>
          <p:nvPr userDrawn="1"/>
        </p:nvSpPr>
        <p:spPr>
          <a:xfrm>
            <a:off x="452926" y="6085245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7" tIns="45704" rIns="91407" bIns="45704" rtlCol="0" anchor="ctr"/>
          <a:lstStyle/>
          <a:p>
            <a:pPr algn="ctr"/>
            <a:endParaRPr lang="de-DE"/>
          </a:p>
        </p:txBody>
      </p:sp>
      <p:sp>
        <p:nvSpPr>
          <p:cNvPr id="16" name="Inhaltsplatzhalter 15"/>
          <p:cNvSpPr>
            <a:spLocks noGrp="1"/>
          </p:cNvSpPr>
          <p:nvPr>
            <p:ph sz="quarter" idx="16" hasCustomPrompt="1"/>
          </p:nvPr>
        </p:nvSpPr>
        <p:spPr>
          <a:xfrm>
            <a:off x="419821" y="1258735"/>
            <a:ext cx="3887223" cy="4554632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de-DE" dirty="0" smtClean="0"/>
              <a:t>Bild/Grafik o. ä. durch Klicken hinzufügen</a:t>
            </a:r>
            <a:endParaRPr lang="de-DE" dirty="0"/>
          </a:p>
        </p:txBody>
      </p:sp>
      <p:sp>
        <p:nvSpPr>
          <p:cNvPr id="14" name="Textplatzhalter 18"/>
          <p:cNvSpPr>
            <a:spLocks noGrp="1"/>
          </p:cNvSpPr>
          <p:nvPr>
            <p:ph type="body" sz="quarter" idx="15" hasCustomPrompt="1"/>
          </p:nvPr>
        </p:nvSpPr>
        <p:spPr>
          <a:xfrm>
            <a:off x="4726864" y="1258735"/>
            <a:ext cx="3887223" cy="4554632"/>
          </a:xfrm>
        </p:spPr>
        <p:txBody>
          <a:bodyPr/>
          <a:lstStyle>
            <a:lvl1pPr marL="159630" indent="-159630">
              <a:spcBef>
                <a:spcPts val="443"/>
              </a:spcBef>
              <a:buFont typeface="Arial" pitchFamily="34" charset="0"/>
              <a:buChar char="−"/>
              <a:defRPr sz="1800" baseline="0"/>
            </a:lvl1pPr>
            <a:lvl2pPr marL="319260" indent="-159630">
              <a:spcBef>
                <a:spcPts val="443"/>
              </a:spcBef>
              <a:buFont typeface="Arial" pitchFamily="34" charset="0"/>
              <a:buChar char="•"/>
              <a:defRPr sz="1800"/>
            </a:lvl2pPr>
            <a:lvl3pPr marL="478890" indent="-159630">
              <a:spcBef>
                <a:spcPts val="443"/>
              </a:spcBef>
              <a:buFont typeface="Arial" pitchFamily="34" charset="0"/>
              <a:buChar char="∙"/>
              <a:defRPr sz="1800"/>
            </a:lvl3pPr>
            <a:lvl4pPr>
              <a:buFont typeface="Symbol" pitchFamily="18" charset="2"/>
              <a:buChar char="-"/>
              <a:defRPr/>
            </a:lvl4pPr>
          </a:lstStyle>
          <a:p>
            <a:pPr lvl="0"/>
            <a:r>
              <a:rPr lang="de-DE" dirty="0" smtClean="0"/>
              <a:t>Erste Ebene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</a:p>
          <a:p>
            <a:pPr lvl="5"/>
            <a:r>
              <a:rPr lang="de-DE" dirty="0" smtClean="0"/>
              <a:t>Sechste Ebene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e-DE" smtClean="0"/>
              <a:t>EDDI 2015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de-DE" smtClean="0"/>
              <a:t>Seite </a:t>
            </a:r>
            <a:fld id="{795659D1-D435-4DC4-B545-657E7139435F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smtClean="0"/>
              <a:t>Towards Metadata Management with SDMX and DDI</a:t>
            </a:r>
            <a:endParaRPr lang="de-DE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dreispaltig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465" y="257389"/>
            <a:ext cx="8111595" cy="652582"/>
          </a:xfrm>
        </p:spPr>
        <p:txBody>
          <a:bodyPr>
            <a:noAutofit/>
          </a:bodyPr>
          <a:lstStyle>
            <a:lvl1pPr algn="l">
              <a:lnSpc>
                <a:spcPts val="2040"/>
              </a:lnSpc>
              <a:defRPr sz="2000" b="1"/>
            </a:lvl1pPr>
          </a:lstStyle>
          <a:p>
            <a:r>
              <a:rPr lang="de-DE" dirty="0" smtClean="0"/>
              <a:t>Präsentationsvorlage</a:t>
            </a:r>
            <a:br>
              <a:rPr lang="de-DE" dirty="0" smtClean="0"/>
            </a:br>
            <a:r>
              <a:rPr lang="de-DE" dirty="0" smtClean="0"/>
              <a:t>Inhaltsfolie mit 3 Spalten und Fließtext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419820" y="298121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7" tIns="45704" rIns="91407" bIns="45704" rtlCol="0" anchor="ctr"/>
          <a:lstStyle/>
          <a:p>
            <a:pPr algn="ctr"/>
            <a:endParaRPr lang="de-DE"/>
          </a:p>
        </p:txBody>
      </p:sp>
      <p:sp>
        <p:nvSpPr>
          <p:cNvPr id="11" name="Rechteck 10"/>
          <p:cNvSpPr/>
          <p:nvPr userDrawn="1"/>
        </p:nvSpPr>
        <p:spPr>
          <a:xfrm>
            <a:off x="452926" y="6085245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7" tIns="45704" rIns="91407" bIns="45704" rtlCol="0" anchor="ctr"/>
          <a:lstStyle/>
          <a:p>
            <a:pPr algn="ctr"/>
            <a:endParaRPr lang="de-DE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19821" y="1258735"/>
            <a:ext cx="3887223" cy="2153099"/>
          </a:xfrm>
          <a:ln>
            <a:noFill/>
          </a:ln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600" baseline="0"/>
            </a:lvl1pPr>
            <a:lvl2pPr algn="l">
              <a:buNone/>
              <a:defRPr sz="2100"/>
            </a:lvl2pPr>
            <a:lvl3pPr algn="l">
              <a:buNone/>
              <a:defRPr sz="2100"/>
            </a:lvl3pPr>
            <a:lvl4pPr algn="l">
              <a:buNone/>
              <a:defRPr sz="2100"/>
            </a:lvl4pPr>
            <a:lvl5pPr algn="l">
              <a:buNone/>
              <a:defRPr sz="2100"/>
            </a:lvl5pPr>
          </a:lstStyle>
          <a:p>
            <a:pPr lvl="0"/>
            <a:r>
              <a:rPr lang="de-DE" dirty="0" smtClean="0"/>
              <a:t>Inhaltsbereich dreispaltig</a:t>
            </a:r>
          </a:p>
        </p:txBody>
      </p:sp>
      <p:sp>
        <p:nvSpPr>
          <p:cNvPr id="9" name="Textplatzhalt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726575" y="1258735"/>
            <a:ext cx="3887223" cy="2153099"/>
          </a:xfrm>
          <a:ln>
            <a:noFill/>
          </a:ln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600" baseline="0"/>
            </a:lvl1pPr>
            <a:lvl2pPr algn="l">
              <a:buNone/>
              <a:defRPr sz="2100"/>
            </a:lvl2pPr>
            <a:lvl3pPr algn="l">
              <a:buNone/>
              <a:defRPr sz="2100"/>
            </a:lvl3pPr>
            <a:lvl4pPr algn="l">
              <a:buNone/>
              <a:defRPr sz="2100"/>
            </a:lvl4pPr>
            <a:lvl5pPr algn="l">
              <a:buNone/>
              <a:defRPr sz="2100"/>
            </a:lvl5pPr>
          </a:lstStyle>
          <a:p>
            <a:pPr lvl="0"/>
            <a:r>
              <a:rPr lang="de-DE" dirty="0" smtClean="0"/>
              <a:t>Inhaltsbereich dreispaltig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e-DE" smtClean="0"/>
              <a:t>EDDI 2015</a:t>
            </a:r>
            <a:endParaRPr lang="de-DE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de-DE" smtClean="0"/>
              <a:t>Seite </a:t>
            </a:r>
            <a:fld id="{795659D1-D435-4DC4-B545-657E7139435F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smtClean="0"/>
              <a:t>Towards Metadata Management with SDMX and DDI</a:t>
            </a:r>
            <a:endParaRPr lang="de-DE" dirty="0"/>
          </a:p>
        </p:txBody>
      </p:sp>
      <p:sp>
        <p:nvSpPr>
          <p:cNvPr id="13" name="Textplatzhalter 13"/>
          <p:cNvSpPr>
            <a:spLocks noGrp="1"/>
          </p:cNvSpPr>
          <p:nvPr>
            <p:ph type="body" sz="quarter" idx="20" hasCustomPrompt="1"/>
          </p:nvPr>
        </p:nvSpPr>
        <p:spPr>
          <a:xfrm>
            <a:off x="419822" y="3545301"/>
            <a:ext cx="8196359" cy="2153099"/>
          </a:xfrm>
          <a:ln>
            <a:noFill/>
          </a:ln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600" baseline="0"/>
            </a:lvl1pPr>
            <a:lvl2pPr algn="l">
              <a:buNone/>
              <a:defRPr sz="2100"/>
            </a:lvl2pPr>
            <a:lvl3pPr algn="l">
              <a:buNone/>
              <a:defRPr sz="2100"/>
            </a:lvl3pPr>
            <a:lvl4pPr algn="l">
              <a:buNone/>
              <a:defRPr sz="2100"/>
            </a:lvl4pPr>
            <a:lvl5pPr algn="l">
              <a:buNone/>
              <a:defRPr sz="2100"/>
            </a:lvl5pPr>
          </a:lstStyle>
          <a:p>
            <a:pPr lvl="0"/>
            <a:r>
              <a:rPr lang="de-DE" dirty="0" smtClean="0"/>
              <a:t>Inhaltsbereich dreispaltig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oder Grafik, ganze Br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465" y="257389"/>
            <a:ext cx="8111595" cy="652582"/>
          </a:xfrm>
        </p:spPr>
        <p:txBody>
          <a:bodyPr>
            <a:noAutofit/>
          </a:bodyPr>
          <a:lstStyle>
            <a:lvl1pPr algn="l">
              <a:lnSpc>
                <a:spcPts val="2040"/>
              </a:lnSpc>
              <a:defRPr sz="2000" b="1"/>
            </a:lvl1pPr>
          </a:lstStyle>
          <a:p>
            <a:r>
              <a:rPr lang="de-DE" dirty="0" smtClean="0"/>
              <a:t>Präsentationsvorlage</a:t>
            </a:r>
            <a:br>
              <a:rPr lang="de-DE" dirty="0" smtClean="0"/>
            </a:br>
            <a:r>
              <a:rPr lang="de-DE" dirty="0" smtClean="0"/>
              <a:t>Inhaltsfolie (Bild/Grafik)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419820" y="298121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7" tIns="45704" rIns="91407" bIns="45704" rtlCol="0" anchor="ctr"/>
          <a:lstStyle/>
          <a:p>
            <a:pPr algn="ctr"/>
            <a:endParaRPr lang="de-DE"/>
          </a:p>
        </p:txBody>
      </p:sp>
      <p:sp>
        <p:nvSpPr>
          <p:cNvPr id="11" name="Rechteck 10"/>
          <p:cNvSpPr/>
          <p:nvPr userDrawn="1"/>
        </p:nvSpPr>
        <p:spPr>
          <a:xfrm>
            <a:off x="452926" y="6085245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7" tIns="45704" rIns="91407" bIns="45704" rtlCol="0" anchor="ctr"/>
          <a:lstStyle/>
          <a:p>
            <a:pPr algn="ctr"/>
            <a:endParaRPr lang="de-DE"/>
          </a:p>
        </p:txBody>
      </p:sp>
      <p:sp>
        <p:nvSpPr>
          <p:cNvPr id="15" name="Inhaltsplatzhalter 14"/>
          <p:cNvSpPr>
            <a:spLocks noGrp="1"/>
          </p:cNvSpPr>
          <p:nvPr>
            <p:ph sz="quarter" idx="15" hasCustomPrompt="1"/>
          </p:nvPr>
        </p:nvSpPr>
        <p:spPr>
          <a:xfrm>
            <a:off x="419820" y="1258735"/>
            <a:ext cx="8188046" cy="4554632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de-DE" dirty="0" smtClean="0"/>
              <a:t>Bild/Grafik o. ä. durch Klicken hinzufügen</a:t>
            </a:r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EDDI 2015</a:t>
            </a:r>
            <a:endParaRPr lang="de-DE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de-DE" smtClean="0"/>
              <a:t>Seite </a:t>
            </a:r>
            <a:fld id="{795659D1-D435-4DC4-B545-657E7139435F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smtClean="0"/>
              <a:t>Towards Metadata Management with SDMX and DDI</a:t>
            </a:r>
            <a:endParaRPr lang="de-DE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e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nhaltsplatzhalter 14"/>
          <p:cNvSpPr>
            <a:spLocks noGrp="1"/>
          </p:cNvSpPr>
          <p:nvPr>
            <p:ph sz="quarter" idx="15" hasCustomPrompt="1"/>
          </p:nvPr>
        </p:nvSpPr>
        <p:spPr>
          <a:xfrm>
            <a:off x="0" y="2"/>
            <a:ext cx="9144000" cy="685799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de-DE" dirty="0" smtClean="0"/>
              <a:t>Bild/Grafik o. ä. durch Klicken hinzufügen</a:t>
            </a:r>
            <a:endParaRPr lang="de-DE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ste,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0" y="1093113"/>
            <a:ext cx="9144000" cy="4885067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93" tIns="40547" rIns="81093" bIns="40547" rtlCol="0" anchor="ctr"/>
          <a:lstStyle/>
          <a:p>
            <a:pPr algn="ctr" defTabSz="914084"/>
            <a:endParaRPr lang="de-DE" dirty="0">
              <a:noFill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464" y="257389"/>
            <a:ext cx="8111595" cy="652582"/>
          </a:xfrm>
        </p:spPr>
        <p:txBody>
          <a:bodyPr>
            <a:noAutofit/>
          </a:bodyPr>
          <a:lstStyle>
            <a:lvl1pPr algn="l">
              <a:lnSpc>
                <a:spcPts val="2039"/>
              </a:lnSpc>
              <a:defRPr sz="2000" b="1"/>
            </a:lvl1pPr>
          </a:lstStyle>
          <a:p>
            <a:r>
              <a:rPr lang="de-DE" dirty="0" smtClean="0"/>
              <a:t>Präsentationsvorlage</a:t>
            </a:r>
            <a:br>
              <a:rPr lang="de-DE" dirty="0" smtClean="0"/>
            </a:br>
            <a:r>
              <a:rPr lang="de-DE" dirty="0" smtClean="0"/>
              <a:t>Inhaltsfolie mit Hinterlegung und Aufzählungsebenen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419821" y="298121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8" tIns="45704" rIns="91408" bIns="45704" rtlCol="0" anchor="ctr"/>
          <a:lstStyle/>
          <a:p>
            <a:pPr algn="ctr" defTabSz="914084"/>
            <a:endParaRPr lang="de-DE">
              <a:solidFill>
                <a:srgbClr val="FFFFFF"/>
              </a:solidFill>
            </a:endParaRPr>
          </a:p>
        </p:txBody>
      </p:sp>
      <p:sp>
        <p:nvSpPr>
          <p:cNvPr id="11" name="Rechteck 10"/>
          <p:cNvSpPr/>
          <p:nvPr userDrawn="1"/>
        </p:nvSpPr>
        <p:spPr>
          <a:xfrm>
            <a:off x="452927" y="6085245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8" tIns="45704" rIns="91408" bIns="45704" rtlCol="0" anchor="ctr"/>
          <a:lstStyle/>
          <a:p>
            <a:pPr algn="ctr" defTabSz="914084"/>
            <a:endParaRPr lang="de-DE">
              <a:solidFill>
                <a:srgbClr val="FFFFFF"/>
              </a:solidFill>
            </a:endParaRPr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15" hasCustomPrompt="1"/>
          </p:nvPr>
        </p:nvSpPr>
        <p:spPr>
          <a:xfrm>
            <a:off x="484078" y="1235756"/>
            <a:ext cx="8019513" cy="4602675"/>
          </a:xfrm>
        </p:spPr>
        <p:txBody>
          <a:bodyPr/>
          <a:lstStyle>
            <a:lvl1pPr marL="159633" indent="-159633">
              <a:spcBef>
                <a:spcPts val="443"/>
              </a:spcBef>
              <a:buFont typeface="Arial" pitchFamily="34" charset="0"/>
              <a:buChar char="−"/>
              <a:defRPr lang="de-DE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9265" indent="-159633">
              <a:spcBef>
                <a:spcPts val="443"/>
              </a:spcBef>
              <a:buFont typeface="Arial" pitchFamily="34" charset="0"/>
              <a:buChar char="•"/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78897" indent="-159633">
              <a:spcBef>
                <a:spcPts val="443"/>
              </a:spcBef>
              <a:buFont typeface="Arial" pitchFamily="34" charset="0"/>
              <a:buChar char="∙"/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buFont typeface="Symbol" pitchFamily="18" charset="2"/>
              <a:buChar char="-"/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marL="359938" lvl="0" indent="-359938" algn="l" defTabSz="914084" rtl="0" eaLnBrk="1" latinLnBrk="0" hangingPunct="1">
              <a:spcBef>
                <a:spcPts val="443"/>
              </a:spcBef>
              <a:spcAft>
                <a:spcPts val="600"/>
              </a:spcAft>
              <a:buClr>
                <a:srgbClr val="0062A1"/>
              </a:buClr>
              <a:buFont typeface="Arial" pitchFamily="34" charset="0"/>
              <a:buChar char="▌"/>
            </a:pPr>
            <a:r>
              <a:rPr lang="de-DE" dirty="0" smtClean="0"/>
              <a:t>Erste Ebene</a:t>
            </a:r>
          </a:p>
          <a:p>
            <a:pPr marL="719875" lvl="1" indent="-359938" algn="l" defTabSz="914084" rtl="0" eaLnBrk="1" latinLnBrk="0" hangingPunct="1">
              <a:spcBef>
                <a:spcPts val="443"/>
              </a:spcBef>
              <a:spcAft>
                <a:spcPts val="600"/>
              </a:spcAft>
              <a:buClr>
                <a:srgbClr val="0062A1"/>
              </a:buClr>
              <a:buFont typeface="Arial Unicode MS" pitchFamily="34" charset="-128"/>
              <a:buChar char="❙"/>
            </a:pPr>
            <a:r>
              <a:rPr lang="de-DE" dirty="0" smtClean="0"/>
              <a:t>Zweite Ebene</a:t>
            </a:r>
          </a:p>
          <a:p>
            <a:pPr marL="1079813" lvl="2" indent="-359938" algn="l" defTabSz="914084" rtl="0" eaLnBrk="1" latinLnBrk="0" hangingPunct="1">
              <a:spcBef>
                <a:spcPts val="443"/>
              </a:spcBef>
              <a:spcAft>
                <a:spcPts val="600"/>
              </a:spcAft>
              <a:buClr>
                <a:srgbClr val="0062A1"/>
              </a:buClr>
              <a:buFont typeface="Wingdings" pitchFamily="2" charset="2"/>
              <a:buChar char="Ø"/>
            </a:pPr>
            <a:r>
              <a:rPr lang="de-DE" dirty="0" smtClean="0"/>
              <a:t>Dritte Ebene</a:t>
            </a:r>
          </a:p>
          <a:p>
            <a:pPr marL="1439750" lvl="3" indent="-359938" algn="l" defTabSz="914084" rtl="0" eaLnBrk="1" latinLnBrk="0" hangingPunct="1">
              <a:spcBef>
                <a:spcPct val="20000"/>
              </a:spcBef>
              <a:spcAft>
                <a:spcPts val="600"/>
              </a:spcAft>
              <a:buClr>
                <a:srgbClr val="0062A1"/>
              </a:buClr>
              <a:buFont typeface="Wingdings" pitchFamily="2" charset="2"/>
              <a:buChar char="§"/>
            </a:pPr>
            <a:r>
              <a:rPr lang="de-DE" dirty="0" smtClean="0"/>
              <a:t>Vierte Ebene</a:t>
            </a:r>
          </a:p>
          <a:p>
            <a:pPr marL="1799688" lvl="4" indent="-359938" algn="l" defTabSz="914084" rtl="0" eaLnBrk="1" latinLnBrk="0" hangingPunct="1">
              <a:spcBef>
                <a:spcPct val="20000"/>
              </a:spcBef>
              <a:spcAft>
                <a:spcPts val="600"/>
              </a:spcAft>
              <a:buClr>
                <a:srgbClr val="0062A1"/>
              </a:buClr>
              <a:buFont typeface="Courier New" pitchFamily="49" charset="0"/>
              <a:buChar char="o"/>
            </a:pPr>
            <a:r>
              <a:rPr lang="de-DE" dirty="0" smtClean="0"/>
              <a:t>Fünfte Ebene</a:t>
            </a:r>
          </a:p>
          <a:p>
            <a:pPr marL="2159625" lvl="5" indent="-359938" algn="l" defTabSz="914084" rtl="0" eaLnBrk="1" latinLnBrk="0" hangingPunct="1">
              <a:spcBef>
                <a:spcPct val="20000"/>
              </a:spcBef>
              <a:spcAft>
                <a:spcPts val="600"/>
              </a:spcAft>
              <a:buClr>
                <a:srgbClr val="0062A1"/>
              </a:buClr>
              <a:buFont typeface="Arial" pitchFamily="34" charset="0"/>
              <a:buChar char="•"/>
            </a:pPr>
            <a:r>
              <a:rPr lang="de-DE" dirty="0" smtClean="0"/>
              <a:t>Sechste Ebene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>
                <a:solidFill>
                  <a:srgbClr val="000000"/>
                </a:solidFill>
              </a:rPr>
              <a:t>EDDI 2015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de-DE" smtClean="0">
                <a:solidFill>
                  <a:srgbClr val="000000"/>
                </a:solidFill>
              </a:rPr>
              <a:t>Seite </a:t>
            </a:r>
            <a:fld id="{795659D1-D435-4DC4-B545-657E7139435F}" type="slidenum">
              <a:rPr lang="de-DE" smtClean="0">
                <a:solidFill>
                  <a:srgbClr val="000000"/>
                </a:solidFill>
              </a:rPr>
              <a:pPr/>
              <a:t>‹Nr.›</a:t>
            </a:fld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Towards Metadata Management with SDMX and DDI</a:t>
            </a:r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8274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1" y="3840480"/>
            <a:ext cx="640079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Towards Metadata Management with SDMX and DDI</a:t>
            </a:r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smtClean="0">
                <a:solidFill>
                  <a:prstClr val="black">
                    <a:tint val="75000"/>
                  </a:prstClr>
                </a:solidFill>
              </a:rPr>
              <a:t>EDDI 2015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1054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Towards Metadata Management with SDMX and DDI</a:t>
            </a:r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smtClean="0">
                <a:solidFill>
                  <a:prstClr val="black">
                    <a:tint val="75000"/>
                  </a:prstClr>
                </a:solidFill>
              </a:rPr>
              <a:t>EDDI 2015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66751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Towards Metadata Management with SDMX and DDI</a:t>
            </a:r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smtClean="0">
                <a:solidFill>
                  <a:prstClr val="black">
                    <a:tint val="75000"/>
                  </a:prstClr>
                </a:solidFill>
              </a:rPr>
              <a:t>EDDI 2015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3425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Towards Metadata Management with SDMX and DDI</a:t>
            </a:r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smtClean="0">
                <a:solidFill>
                  <a:prstClr val="black">
                    <a:tint val="75000"/>
                  </a:prstClr>
                </a:solidFill>
              </a:rPr>
              <a:t>EDDI 2015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14039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Towards Metadata Management with SDMX and DDI</a:t>
            </a:r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smtClean="0">
                <a:solidFill>
                  <a:prstClr val="black">
                    <a:tint val="75000"/>
                  </a:prstClr>
                </a:solidFill>
              </a:rPr>
              <a:t>EDDI 2015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4347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881208" y="2956966"/>
            <a:ext cx="8256381" cy="442837"/>
          </a:xfrm>
        </p:spPr>
        <p:txBody>
          <a:bodyPr>
            <a:noAutofit/>
          </a:bodyPr>
          <a:lstStyle>
            <a:lvl1pPr algn="l">
              <a:defRPr sz="2500" b="1" baseline="0"/>
            </a:lvl1pPr>
          </a:lstStyle>
          <a:p>
            <a:r>
              <a:rPr lang="de-DE" dirty="0" smtClean="0"/>
              <a:t>Präsentationsvorlage - Titelfolie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1208" y="3382539"/>
            <a:ext cx="8250965" cy="401651"/>
          </a:xfrm>
        </p:spPr>
        <p:txBody>
          <a:bodyPr tIns="0" bIns="0">
            <a:noAutofit/>
          </a:bodyPr>
          <a:lstStyle>
            <a:lvl1pPr marL="0" indent="0" algn="l">
              <a:spcBef>
                <a:spcPts val="0"/>
              </a:spcBef>
              <a:buNone/>
              <a:defRPr sz="2100">
                <a:solidFill>
                  <a:schemeClr val="tx1"/>
                </a:solidFill>
                <a:latin typeface="+mj-lt"/>
              </a:defRPr>
            </a:lvl1pPr>
            <a:lvl2pPr marL="4571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3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4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8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 smtClean="0"/>
              <a:t>Untertitel</a:t>
            </a:r>
            <a:endParaRPr lang="de-DE" dirty="0"/>
          </a:p>
        </p:txBody>
      </p:sp>
      <p:sp>
        <p:nvSpPr>
          <p:cNvPr id="16" name="Rechteck 15"/>
          <p:cNvSpPr/>
          <p:nvPr userDrawn="1"/>
        </p:nvSpPr>
        <p:spPr>
          <a:xfrm>
            <a:off x="0" y="3080588"/>
            <a:ext cx="777445" cy="960613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242"/>
            <a:endParaRPr lang="de-DE">
              <a:solidFill>
                <a:srgbClr val="FFFFFF"/>
              </a:solidFill>
            </a:endParaRPr>
          </a:p>
        </p:txBody>
      </p:sp>
      <p:sp>
        <p:nvSpPr>
          <p:cNvPr id="17" name="Rechteck 16"/>
          <p:cNvSpPr/>
          <p:nvPr userDrawn="1"/>
        </p:nvSpPr>
        <p:spPr>
          <a:xfrm>
            <a:off x="821661" y="3080588"/>
            <a:ext cx="77744" cy="960613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242"/>
            <a:endParaRPr lang="de-DE">
              <a:solidFill>
                <a:srgbClr val="FFFFFF"/>
              </a:solidFill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880067" y="3815954"/>
            <a:ext cx="8259570" cy="304746"/>
          </a:xfrm>
        </p:spPr>
        <p:txBody>
          <a:bodyPr>
            <a:normAutofit/>
          </a:bodyPr>
          <a:lstStyle>
            <a:lvl1pPr>
              <a:buNone/>
              <a:defRPr sz="1100" b="1"/>
            </a:lvl1pPr>
          </a:lstStyle>
          <a:p>
            <a:pPr lvl="0"/>
            <a:r>
              <a:rPr lang="de-DE" dirty="0" smtClean="0"/>
              <a:t>Angaben zum Referenten, Ordnungsmerkmal</a:t>
            </a:r>
            <a:endParaRPr lang="de-DE" dirty="0"/>
          </a:p>
        </p:txBody>
      </p:sp>
      <p:pic>
        <p:nvPicPr>
          <p:cNvPr id="8" name="Grafik 7" descr="BBk_Logo_A4_RGB.t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548257" y="0"/>
            <a:ext cx="1803568" cy="10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0044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einspaltig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464" y="257389"/>
            <a:ext cx="8111595" cy="652582"/>
          </a:xfrm>
        </p:spPr>
        <p:txBody>
          <a:bodyPr>
            <a:noAutofit/>
          </a:bodyPr>
          <a:lstStyle>
            <a:lvl1pPr algn="l">
              <a:lnSpc>
                <a:spcPts val="2040"/>
              </a:lnSpc>
              <a:defRPr sz="2000" b="1" baseline="0"/>
            </a:lvl1pPr>
          </a:lstStyle>
          <a:p>
            <a:r>
              <a:rPr lang="de-DE" dirty="0" smtClean="0"/>
              <a:t>Präsentationsvorlage</a:t>
            </a:r>
            <a:br>
              <a:rPr lang="de-DE" dirty="0" smtClean="0"/>
            </a:br>
            <a:r>
              <a:rPr lang="de-DE" dirty="0" smtClean="0"/>
              <a:t>Inhaltsfolie mit Fließtext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419820" y="298121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242"/>
            <a:endParaRPr lang="de-DE">
              <a:solidFill>
                <a:srgbClr val="FFFFFF"/>
              </a:solidFill>
            </a:endParaRPr>
          </a:p>
        </p:txBody>
      </p:sp>
      <p:sp>
        <p:nvSpPr>
          <p:cNvPr id="11" name="Rechteck 10"/>
          <p:cNvSpPr/>
          <p:nvPr userDrawn="1"/>
        </p:nvSpPr>
        <p:spPr>
          <a:xfrm>
            <a:off x="452926" y="6084989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242"/>
            <a:endParaRPr lang="de-DE">
              <a:solidFill>
                <a:srgbClr val="FFFFFF"/>
              </a:solidFill>
            </a:endParaRPr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15" hasCustomPrompt="1"/>
          </p:nvPr>
        </p:nvSpPr>
        <p:spPr>
          <a:xfrm>
            <a:off x="484078" y="1235755"/>
            <a:ext cx="8019513" cy="4602675"/>
          </a:xfrm>
        </p:spPr>
        <p:txBody>
          <a:bodyPr/>
          <a:lstStyle>
            <a:lvl1pPr marL="0" indent="0">
              <a:spcBef>
                <a:spcPts val="443"/>
              </a:spcBef>
              <a:buFont typeface="Arial" pitchFamily="34" charset="0"/>
              <a:buNone/>
              <a:defRPr sz="1800" baseline="0"/>
            </a:lvl1pPr>
            <a:lvl2pPr marL="319320" indent="0">
              <a:spcBef>
                <a:spcPts val="443"/>
              </a:spcBef>
              <a:buFont typeface="Arial" pitchFamily="34" charset="0"/>
              <a:buNone/>
              <a:defRPr sz="1800"/>
            </a:lvl2pPr>
            <a:lvl3pPr marL="478980" indent="0">
              <a:spcBef>
                <a:spcPts val="443"/>
              </a:spcBef>
              <a:buFont typeface="Arial" pitchFamily="34" charset="0"/>
              <a:buNone/>
              <a:defRPr sz="1800"/>
            </a:lvl3pPr>
            <a:lvl4pPr>
              <a:buNone/>
              <a:defRPr/>
            </a:lvl4pPr>
          </a:lstStyle>
          <a:p>
            <a:pPr lvl="0"/>
            <a:r>
              <a:rPr lang="de-DE" dirty="0" smtClean="0"/>
              <a:t>Inhaltsfolie mit Fließtext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>
                <a:solidFill>
                  <a:prstClr val="black"/>
                </a:solidFill>
              </a:rPr>
              <a:t>EDDI 2015</a:t>
            </a:r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de-DE" smtClean="0">
                <a:solidFill>
                  <a:prstClr val="black"/>
                </a:solidFill>
              </a:rPr>
              <a:t>Seite </a:t>
            </a:r>
            <a:fld id="{795659D1-D435-4DC4-B545-657E7139435F}" type="slidenum">
              <a:rPr lang="de-DE" smtClean="0">
                <a:solidFill>
                  <a:prstClr val="black"/>
                </a:solidFill>
              </a:rPr>
              <a:pPr/>
              <a:t>‹Nr.›</a:t>
            </a:fld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smtClean="0">
                <a:solidFill>
                  <a:prstClr val="black"/>
                </a:solidFill>
              </a:rPr>
              <a:t>Towards Metadata Management with SDMX and DDI</a:t>
            </a:r>
            <a:endParaRPr lang="de-DE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97251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einspaltig mi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464" y="257389"/>
            <a:ext cx="8111595" cy="652582"/>
          </a:xfrm>
        </p:spPr>
        <p:txBody>
          <a:bodyPr>
            <a:noAutofit/>
          </a:bodyPr>
          <a:lstStyle>
            <a:lvl1pPr algn="l">
              <a:lnSpc>
                <a:spcPts val="2040"/>
              </a:lnSpc>
              <a:defRPr sz="2000" b="1" baseline="0"/>
            </a:lvl1pPr>
          </a:lstStyle>
          <a:p>
            <a:r>
              <a:rPr lang="de-DE" dirty="0" smtClean="0"/>
              <a:t>Präsentationsvorlage</a:t>
            </a:r>
            <a:br>
              <a:rPr lang="de-DE" dirty="0" smtClean="0"/>
            </a:br>
            <a:r>
              <a:rPr lang="de-DE" dirty="0" smtClean="0"/>
              <a:t>Inhaltsfolie mit Aufzählungsebenen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419820" y="298121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242"/>
            <a:endParaRPr lang="de-DE">
              <a:solidFill>
                <a:srgbClr val="FFFFFF"/>
              </a:solidFill>
            </a:endParaRPr>
          </a:p>
        </p:txBody>
      </p:sp>
      <p:sp>
        <p:nvSpPr>
          <p:cNvPr id="11" name="Rechteck 10"/>
          <p:cNvSpPr/>
          <p:nvPr userDrawn="1"/>
        </p:nvSpPr>
        <p:spPr>
          <a:xfrm>
            <a:off x="452926" y="6084989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242"/>
            <a:endParaRPr lang="de-DE">
              <a:solidFill>
                <a:srgbClr val="FFFFFF"/>
              </a:solidFill>
            </a:endParaRPr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15" hasCustomPrompt="1"/>
          </p:nvPr>
        </p:nvSpPr>
        <p:spPr>
          <a:xfrm>
            <a:off x="484078" y="1235755"/>
            <a:ext cx="8019513" cy="4602675"/>
          </a:xfrm>
        </p:spPr>
        <p:txBody>
          <a:bodyPr/>
          <a:lstStyle>
            <a:lvl1pPr marL="159660" indent="-159660">
              <a:spcBef>
                <a:spcPts val="443"/>
              </a:spcBef>
              <a:buFont typeface="Arial" pitchFamily="34" charset="0"/>
              <a:buChar char="−"/>
              <a:defRPr sz="1800" baseline="0"/>
            </a:lvl1pPr>
            <a:lvl2pPr marL="319320" indent="-159660">
              <a:spcBef>
                <a:spcPts val="443"/>
              </a:spcBef>
              <a:buFont typeface="Arial" pitchFamily="34" charset="0"/>
              <a:buChar char="•"/>
              <a:defRPr sz="1800"/>
            </a:lvl2pPr>
            <a:lvl3pPr marL="478980" indent="-159660">
              <a:spcBef>
                <a:spcPts val="443"/>
              </a:spcBef>
              <a:buFont typeface="Arial" pitchFamily="34" charset="0"/>
              <a:buChar char="∙"/>
              <a:defRPr sz="1800"/>
            </a:lvl3pPr>
            <a:lvl4pPr>
              <a:buFont typeface="Symbol" pitchFamily="18" charset="2"/>
              <a:buChar char="-"/>
              <a:defRPr/>
            </a:lvl4pPr>
            <a:lvl6pPr>
              <a:defRPr/>
            </a:lvl6pPr>
          </a:lstStyle>
          <a:p>
            <a:pPr lvl="0"/>
            <a:r>
              <a:rPr lang="de-DE" dirty="0" smtClean="0"/>
              <a:t>Erste Ebene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</a:p>
          <a:p>
            <a:pPr lvl="5"/>
            <a:r>
              <a:rPr lang="de-DE" dirty="0" smtClean="0"/>
              <a:t>Sechste Ebene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>
                <a:solidFill>
                  <a:prstClr val="black"/>
                </a:solidFill>
              </a:rPr>
              <a:t>EDDI 2015</a:t>
            </a:r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de-DE" smtClean="0">
                <a:solidFill>
                  <a:prstClr val="black"/>
                </a:solidFill>
              </a:rPr>
              <a:t>Seite </a:t>
            </a:r>
            <a:fld id="{795659D1-D435-4DC4-B545-657E7139435F}" type="slidenum">
              <a:rPr lang="de-DE" smtClean="0">
                <a:solidFill>
                  <a:prstClr val="black"/>
                </a:solidFill>
              </a:rPr>
              <a:pPr/>
              <a:t>‹Nr.›</a:t>
            </a:fld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smtClean="0">
                <a:solidFill>
                  <a:prstClr val="black"/>
                </a:solidFill>
              </a:rPr>
              <a:t>Towards Metadata Management with SDMX and DDI</a:t>
            </a:r>
            <a:endParaRPr lang="de-DE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1354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für Kapitelbegi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235" y="2867430"/>
            <a:ext cx="8111595" cy="652582"/>
          </a:xfrm>
        </p:spPr>
        <p:txBody>
          <a:bodyPr>
            <a:noAutofit/>
          </a:bodyPr>
          <a:lstStyle>
            <a:lvl1pPr algn="l">
              <a:lnSpc>
                <a:spcPts val="2040"/>
              </a:lnSpc>
              <a:defRPr sz="2000" b="1"/>
            </a:lvl1pPr>
          </a:lstStyle>
          <a:p>
            <a:r>
              <a:rPr lang="de-DE" dirty="0" smtClean="0"/>
              <a:t>Präsentationstitel</a:t>
            </a:r>
            <a:br>
              <a:rPr lang="de-DE" dirty="0" smtClean="0"/>
            </a:br>
            <a:r>
              <a:rPr lang="de-DE" dirty="0" smtClean="0"/>
              <a:t>Kapitelbeginn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419820" y="2925254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242"/>
            <a:endParaRPr lang="de-DE">
              <a:solidFill>
                <a:srgbClr val="FFFFFF"/>
              </a:solidFill>
            </a:endParaRP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>
                <a:solidFill>
                  <a:prstClr val="black"/>
                </a:solidFill>
              </a:rPr>
              <a:t>EDDI 2015</a:t>
            </a:r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 smtClean="0">
                <a:solidFill>
                  <a:prstClr val="black"/>
                </a:solidFill>
              </a:rPr>
              <a:t>Seite </a:t>
            </a:r>
            <a:fld id="{795659D1-D435-4DC4-B545-657E7139435F}" type="slidenum">
              <a:rPr lang="de-DE" smtClean="0">
                <a:solidFill>
                  <a:prstClr val="black"/>
                </a:solidFill>
              </a:rPr>
              <a:pPr/>
              <a:t>‹Nr.›</a:t>
            </a:fld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>
                <a:solidFill>
                  <a:prstClr val="black"/>
                </a:solidFill>
              </a:rPr>
              <a:t>Towards Metadata Management with SDMX and DDI</a:t>
            </a:r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8" name="Rechteck 7"/>
          <p:cNvSpPr/>
          <p:nvPr userDrawn="1"/>
        </p:nvSpPr>
        <p:spPr>
          <a:xfrm>
            <a:off x="452926" y="6085245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242"/>
            <a:endParaRPr lang="de-DE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3921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mit Hinterlegung und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0" y="1093112"/>
            <a:ext cx="9144000" cy="4885067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107" tIns="40554" rIns="81107" bIns="40554" rtlCol="0" anchor="ctr"/>
          <a:lstStyle/>
          <a:p>
            <a:pPr algn="ctr" defTabSz="914242"/>
            <a:endParaRPr lang="de-DE" dirty="0">
              <a:noFill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464" y="257389"/>
            <a:ext cx="8111595" cy="652582"/>
          </a:xfrm>
        </p:spPr>
        <p:txBody>
          <a:bodyPr>
            <a:noAutofit/>
          </a:bodyPr>
          <a:lstStyle>
            <a:lvl1pPr algn="l">
              <a:lnSpc>
                <a:spcPts val="2040"/>
              </a:lnSpc>
              <a:defRPr sz="2000" b="1" baseline="0"/>
            </a:lvl1pPr>
          </a:lstStyle>
          <a:p>
            <a:r>
              <a:rPr lang="de-DE" dirty="0" smtClean="0"/>
              <a:t>Präsentationsvorlage</a:t>
            </a:r>
            <a:br>
              <a:rPr lang="de-DE" dirty="0" smtClean="0"/>
            </a:br>
            <a:r>
              <a:rPr lang="de-DE" dirty="0" smtClean="0"/>
              <a:t>Inhaltsfolie mit Hinterlegung und Fließtext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419820" y="298121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242"/>
            <a:endParaRPr lang="de-DE">
              <a:solidFill>
                <a:srgbClr val="FFFFFF"/>
              </a:solidFill>
            </a:endParaRPr>
          </a:p>
        </p:txBody>
      </p:sp>
      <p:sp>
        <p:nvSpPr>
          <p:cNvPr id="11" name="Rechteck 10"/>
          <p:cNvSpPr/>
          <p:nvPr userDrawn="1"/>
        </p:nvSpPr>
        <p:spPr>
          <a:xfrm>
            <a:off x="452926" y="6085245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242"/>
            <a:endParaRPr lang="de-DE">
              <a:solidFill>
                <a:srgbClr val="FFFFFF"/>
              </a:solidFill>
            </a:endParaRP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19820" y="1258734"/>
            <a:ext cx="8186400" cy="4554632"/>
          </a:xfrm>
          <a:ln>
            <a:noFill/>
          </a:ln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 baseline="0"/>
            </a:lvl1pPr>
            <a:lvl2pPr algn="l">
              <a:buNone/>
              <a:defRPr sz="2100"/>
            </a:lvl2pPr>
            <a:lvl3pPr algn="l">
              <a:buNone/>
              <a:defRPr sz="2100"/>
            </a:lvl3pPr>
            <a:lvl4pPr algn="l">
              <a:buNone/>
              <a:defRPr sz="2100"/>
            </a:lvl4pPr>
            <a:lvl5pPr algn="l">
              <a:buNone/>
              <a:defRPr sz="2100"/>
            </a:lvl5pPr>
          </a:lstStyle>
          <a:p>
            <a:pPr lvl="0"/>
            <a:r>
              <a:rPr lang="de-DE" dirty="0" smtClean="0"/>
              <a:t>Inhaltsbereich einspaltig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>
                <a:solidFill>
                  <a:prstClr val="black"/>
                </a:solidFill>
              </a:rPr>
              <a:t>EDDI 2015</a:t>
            </a:r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de-DE" smtClean="0">
                <a:solidFill>
                  <a:prstClr val="black"/>
                </a:solidFill>
              </a:rPr>
              <a:t>Seite </a:t>
            </a:r>
            <a:fld id="{795659D1-D435-4DC4-B545-657E7139435F}" type="slidenum">
              <a:rPr lang="de-DE" smtClean="0">
                <a:solidFill>
                  <a:prstClr val="black"/>
                </a:solidFill>
              </a:rPr>
              <a:pPr/>
              <a:t>‹Nr.›</a:t>
            </a:fld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smtClean="0">
                <a:solidFill>
                  <a:prstClr val="black"/>
                </a:solidFill>
              </a:rPr>
              <a:t>Towards Metadata Management with SDMX and DDI</a:t>
            </a:r>
            <a:endParaRPr lang="de-DE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9635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mit Hinterlegung und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0" y="1093112"/>
            <a:ext cx="9144000" cy="4885067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107" tIns="40554" rIns="81107" bIns="40554" rtlCol="0" anchor="ctr"/>
          <a:lstStyle/>
          <a:p>
            <a:pPr algn="ctr" defTabSz="914242"/>
            <a:endParaRPr lang="de-DE" dirty="0">
              <a:noFill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464" y="257389"/>
            <a:ext cx="8111595" cy="652582"/>
          </a:xfrm>
        </p:spPr>
        <p:txBody>
          <a:bodyPr>
            <a:noAutofit/>
          </a:bodyPr>
          <a:lstStyle>
            <a:lvl1pPr algn="l">
              <a:lnSpc>
                <a:spcPts val="2040"/>
              </a:lnSpc>
              <a:defRPr sz="2000" b="1"/>
            </a:lvl1pPr>
          </a:lstStyle>
          <a:p>
            <a:r>
              <a:rPr lang="de-DE" dirty="0" smtClean="0"/>
              <a:t>Präsentationsvorlage</a:t>
            </a:r>
            <a:br>
              <a:rPr lang="de-DE" dirty="0" smtClean="0"/>
            </a:br>
            <a:r>
              <a:rPr lang="de-DE" dirty="0" smtClean="0"/>
              <a:t>Inhaltsfolie mit Hinterlegung und Aufzählungsebenen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419820" y="298121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242"/>
            <a:endParaRPr lang="de-DE">
              <a:solidFill>
                <a:srgbClr val="FFFFFF"/>
              </a:solidFill>
            </a:endParaRPr>
          </a:p>
        </p:txBody>
      </p:sp>
      <p:sp>
        <p:nvSpPr>
          <p:cNvPr id="11" name="Rechteck 10"/>
          <p:cNvSpPr/>
          <p:nvPr userDrawn="1"/>
        </p:nvSpPr>
        <p:spPr>
          <a:xfrm>
            <a:off x="452926" y="6085245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242"/>
            <a:endParaRPr lang="de-DE">
              <a:solidFill>
                <a:srgbClr val="FFFFFF"/>
              </a:solidFill>
            </a:endParaRPr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15" hasCustomPrompt="1"/>
          </p:nvPr>
        </p:nvSpPr>
        <p:spPr>
          <a:xfrm>
            <a:off x="484078" y="1235755"/>
            <a:ext cx="8019513" cy="4602675"/>
          </a:xfrm>
        </p:spPr>
        <p:txBody>
          <a:bodyPr/>
          <a:lstStyle>
            <a:lvl1pPr marL="159660" indent="-159660">
              <a:spcBef>
                <a:spcPts val="443"/>
              </a:spcBef>
              <a:buFont typeface="Arial" pitchFamily="34" charset="0"/>
              <a:buChar char="−"/>
              <a:defRPr sz="1800" baseline="0"/>
            </a:lvl1pPr>
            <a:lvl2pPr marL="319320" indent="-159660">
              <a:spcBef>
                <a:spcPts val="443"/>
              </a:spcBef>
              <a:buFont typeface="Arial" pitchFamily="34" charset="0"/>
              <a:buChar char="•"/>
              <a:defRPr sz="1800"/>
            </a:lvl2pPr>
            <a:lvl3pPr marL="478980" indent="-159660">
              <a:spcBef>
                <a:spcPts val="443"/>
              </a:spcBef>
              <a:buFont typeface="Arial" pitchFamily="34" charset="0"/>
              <a:buChar char="∙"/>
              <a:defRPr sz="1800"/>
            </a:lvl3pPr>
            <a:lvl4pPr>
              <a:buFont typeface="Symbol" pitchFamily="18" charset="2"/>
              <a:buChar char="-"/>
              <a:defRPr/>
            </a:lvl4pPr>
          </a:lstStyle>
          <a:p>
            <a:pPr lvl="0"/>
            <a:r>
              <a:rPr lang="de-DE" dirty="0" smtClean="0"/>
              <a:t>Erste Ebene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</a:p>
          <a:p>
            <a:pPr lvl="5"/>
            <a:r>
              <a:rPr lang="de-DE" dirty="0" smtClean="0"/>
              <a:t>Sechste Ebene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>
                <a:solidFill>
                  <a:prstClr val="black"/>
                </a:solidFill>
              </a:rPr>
              <a:t>EDDI 2015</a:t>
            </a:r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de-DE" smtClean="0">
                <a:solidFill>
                  <a:prstClr val="black"/>
                </a:solidFill>
              </a:rPr>
              <a:t>Seite </a:t>
            </a:r>
            <a:fld id="{795659D1-D435-4DC4-B545-657E7139435F}" type="slidenum">
              <a:rPr lang="de-DE" smtClean="0">
                <a:solidFill>
                  <a:prstClr val="black"/>
                </a:solidFill>
              </a:rPr>
              <a:pPr/>
              <a:t>‹Nr.›</a:t>
            </a:fld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smtClean="0">
                <a:solidFill>
                  <a:prstClr val="black"/>
                </a:solidFill>
              </a:rPr>
              <a:t>Towards Metadata Management with SDMX and DDI</a:t>
            </a:r>
            <a:endParaRPr lang="de-DE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62883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zweispaltig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464" y="257389"/>
            <a:ext cx="8111595" cy="652582"/>
          </a:xfrm>
        </p:spPr>
        <p:txBody>
          <a:bodyPr>
            <a:noAutofit/>
          </a:bodyPr>
          <a:lstStyle>
            <a:lvl1pPr algn="l">
              <a:lnSpc>
                <a:spcPts val="2040"/>
              </a:lnSpc>
              <a:defRPr sz="2000" b="1"/>
            </a:lvl1pPr>
          </a:lstStyle>
          <a:p>
            <a:r>
              <a:rPr lang="de-DE" dirty="0" smtClean="0"/>
              <a:t>Präsentationsvorlage</a:t>
            </a:r>
            <a:br>
              <a:rPr lang="de-DE" dirty="0" smtClean="0"/>
            </a:br>
            <a:r>
              <a:rPr lang="de-DE" dirty="0" smtClean="0"/>
              <a:t>Inhaltsfolie mit 2 Spalten und Fließtext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419820" y="298121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242"/>
            <a:endParaRPr lang="de-DE">
              <a:solidFill>
                <a:srgbClr val="FFFFFF"/>
              </a:solidFill>
            </a:endParaRPr>
          </a:p>
        </p:txBody>
      </p:sp>
      <p:sp>
        <p:nvSpPr>
          <p:cNvPr id="11" name="Rechteck 10"/>
          <p:cNvSpPr/>
          <p:nvPr userDrawn="1"/>
        </p:nvSpPr>
        <p:spPr>
          <a:xfrm>
            <a:off x="452926" y="6085245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242"/>
            <a:endParaRPr lang="de-DE">
              <a:solidFill>
                <a:srgbClr val="FFFFFF"/>
              </a:solidFill>
            </a:endParaRP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19820" y="1258734"/>
            <a:ext cx="3887223" cy="4554632"/>
          </a:xfrm>
          <a:ln>
            <a:noFill/>
          </a:ln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 baseline="0"/>
            </a:lvl1pPr>
            <a:lvl2pPr algn="l">
              <a:buNone/>
              <a:defRPr sz="2100"/>
            </a:lvl2pPr>
            <a:lvl3pPr algn="l">
              <a:buNone/>
              <a:defRPr sz="2100"/>
            </a:lvl3pPr>
            <a:lvl4pPr algn="l">
              <a:buNone/>
              <a:defRPr sz="2100"/>
            </a:lvl4pPr>
            <a:lvl5pPr algn="l">
              <a:buNone/>
              <a:defRPr sz="2100"/>
            </a:lvl5pPr>
          </a:lstStyle>
          <a:p>
            <a:pPr lvl="0"/>
            <a:r>
              <a:rPr lang="de-DE" dirty="0" smtClean="0"/>
              <a:t>Inhaltsbereich zweispaltig</a:t>
            </a:r>
          </a:p>
        </p:txBody>
      </p:sp>
      <p:sp>
        <p:nvSpPr>
          <p:cNvPr id="9" name="Textplatzhalt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726574" y="1258735"/>
            <a:ext cx="3887223" cy="4554632"/>
          </a:xfrm>
          <a:ln>
            <a:noFill/>
          </a:ln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 baseline="0"/>
            </a:lvl1pPr>
            <a:lvl2pPr algn="l">
              <a:buNone/>
              <a:defRPr sz="2100"/>
            </a:lvl2pPr>
            <a:lvl3pPr algn="l">
              <a:buNone/>
              <a:defRPr sz="2100"/>
            </a:lvl3pPr>
            <a:lvl4pPr algn="l">
              <a:buNone/>
              <a:defRPr sz="2100"/>
            </a:lvl4pPr>
            <a:lvl5pPr algn="l">
              <a:buNone/>
              <a:defRPr sz="2100"/>
            </a:lvl5pPr>
          </a:lstStyle>
          <a:p>
            <a:pPr lvl="0"/>
            <a:r>
              <a:rPr lang="de-DE" dirty="0" smtClean="0"/>
              <a:t>Inhaltsbereich zweispaltig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e-DE" smtClean="0">
                <a:solidFill>
                  <a:prstClr val="black"/>
                </a:solidFill>
              </a:rPr>
              <a:t>EDDI 2015</a:t>
            </a:r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de-DE" smtClean="0">
                <a:solidFill>
                  <a:prstClr val="black"/>
                </a:solidFill>
              </a:rPr>
              <a:t>Seite </a:t>
            </a:r>
            <a:fld id="{795659D1-D435-4DC4-B545-657E7139435F}" type="slidenum">
              <a:rPr lang="de-DE" smtClean="0">
                <a:solidFill>
                  <a:prstClr val="black"/>
                </a:solidFill>
              </a:rPr>
              <a:pPr/>
              <a:t>‹Nr.›</a:t>
            </a:fld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smtClean="0">
                <a:solidFill>
                  <a:prstClr val="black"/>
                </a:solidFill>
              </a:rPr>
              <a:t>Towards Metadata Management with SDMX and DDI</a:t>
            </a:r>
            <a:endParaRPr lang="de-DE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86912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zweispaltig mit Fließtext und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464" y="257389"/>
            <a:ext cx="8111595" cy="652582"/>
          </a:xfrm>
        </p:spPr>
        <p:txBody>
          <a:bodyPr>
            <a:noAutofit/>
          </a:bodyPr>
          <a:lstStyle>
            <a:lvl1pPr algn="l">
              <a:lnSpc>
                <a:spcPts val="2040"/>
              </a:lnSpc>
              <a:defRPr sz="2000" b="1"/>
            </a:lvl1pPr>
          </a:lstStyle>
          <a:p>
            <a:r>
              <a:rPr lang="de-DE" dirty="0" smtClean="0"/>
              <a:t>Präsentationsvorlage</a:t>
            </a:r>
            <a:br>
              <a:rPr lang="de-DE" dirty="0" smtClean="0"/>
            </a:br>
            <a:r>
              <a:rPr lang="de-DE" dirty="0" smtClean="0"/>
              <a:t>Inhaltsfolie mit 2 Spalten (Fließtext/Aufzählungsebenen)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419820" y="298121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242"/>
            <a:endParaRPr lang="de-DE">
              <a:solidFill>
                <a:srgbClr val="FFFFFF"/>
              </a:solidFill>
            </a:endParaRPr>
          </a:p>
        </p:txBody>
      </p:sp>
      <p:sp>
        <p:nvSpPr>
          <p:cNvPr id="11" name="Rechteck 10"/>
          <p:cNvSpPr/>
          <p:nvPr userDrawn="1"/>
        </p:nvSpPr>
        <p:spPr>
          <a:xfrm>
            <a:off x="452926" y="6085245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242"/>
            <a:endParaRPr lang="de-DE">
              <a:solidFill>
                <a:srgbClr val="FFFFFF"/>
              </a:solidFill>
            </a:endParaRPr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15" hasCustomPrompt="1"/>
          </p:nvPr>
        </p:nvSpPr>
        <p:spPr>
          <a:xfrm>
            <a:off x="419820" y="1258735"/>
            <a:ext cx="3887223" cy="4554632"/>
          </a:xfrm>
        </p:spPr>
        <p:txBody>
          <a:bodyPr/>
          <a:lstStyle>
            <a:lvl1pPr marL="0" indent="0">
              <a:spcBef>
                <a:spcPts val="443"/>
              </a:spcBef>
              <a:buFont typeface="Arial" pitchFamily="34" charset="0"/>
              <a:buNone/>
              <a:defRPr sz="1800" baseline="0"/>
            </a:lvl1pPr>
            <a:lvl2pPr marL="0" indent="0">
              <a:spcBef>
                <a:spcPts val="443"/>
              </a:spcBef>
              <a:buFont typeface="Arial" pitchFamily="34" charset="0"/>
              <a:buNone/>
              <a:defRPr sz="1800"/>
            </a:lvl2pPr>
            <a:lvl3pPr marL="0" indent="0">
              <a:spcBef>
                <a:spcPts val="443"/>
              </a:spcBef>
              <a:buFont typeface="Arial" pitchFamily="34" charset="0"/>
              <a:buNone/>
              <a:defRPr sz="1800"/>
            </a:lvl3pPr>
            <a:lvl4pPr marL="0" indent="0">
              <a:buFont typeface="Symbol" pitchFamily="18" charset="2"/>
              <a:buNone/>
              <a:defRPr/>
            </a:lvl4pPr>
            <a:lvl5pPr marL="0" indent="0">
              <a:buNone/>
              <a:defRPr/>
            </a:lvl5pPr>
            <a:lvl6pPr marL="0" indent="0">
              <a:buNone/>
              <a:defRPr/>
            </a:lvl6pPr>
          </a:lstStyle>
          <a:p>
            <a:pPr lvl="0"/>
            <a:r>
              <a:rPr lang="de-DE" dirty="0" smtClean="0"/>
              <a:t>Inhaltsbereich zweispaltig mit Fließtext</a:t>
            </a:r>
          </a:p>
        </p:txBody>
      </p:sp>
      <p:sp>
        <p:nvSpPr>
          <p:cNvPr id="9" name="Textplatzhalter 18"/>
          <p:cNvSpPr>
            <a:spLocks noGrp="1"/>
          </p:cNvSpPr>
          <p:nvPr>
            <p:ph type="body" sz="quarter" idx="16" hasCustomPrompt="1"/>
          </p:nvPr>
        </p:nvSpPr>
        <p:spPr>
          <a:xfrm>
            <a:off x="4726862" y="1258735"/>
            <a:ext cx="3887223" cy="4554632"/>
          </a:xfrm>
        </p:spPr>
        <p:txBody>
          <a:bodyPr/>
          <a:lstStyle>
            <a:lvl1pPr marL="159660" indent="-159660">
              <a:spcBef>
                <a:spcPts val="443"/>
              </a:spcBef>
              <a:buFont typeface="Arial" pitchFamily="34" charset="0"/>
              <a:buChar char="−"/>
              <a:defRPr sz="1800" baseline="0"/>
            </a:lvl1pPr>
            <a:lvl2pPr marL="319320" indent="-159660">
              <a:spcBef>
                <a:spcPts val="443"/>
              </a:spcBef>
              <a:buFont typeface="Arial" pitchFamily="34" charset="0"/>
              <a:buChar char="•"/>
              <a:defRPr sz="1800"/>
            </a:lvl2pPr>
            <a:lvl3pPr marL="478980" indent="-159660">
              <a:spcBef>
                <a:spcPts val="443"/>
              </a:spcBef>
              <a:buFont typeface="Arial" pitchFamily="34" charset="0"/>
              <a:buChar char="∙"/>
              <a:defRPr sz="1800"/>
            </a:lvl3pPr>
            <a:lvl4pPr marL="666000" indent="-198000">
              <a:buFont typeface="Symbol" pitchFamily="18" charset="2"/>
              <a:buChar char="-"/>
              <a:defRPr/>
            </a:lvl4pPr>
          </a:lstStyle>
          <a:p>
            <a:pPr lvl="0"/>
            <a:r>
              <a:rPr lang="de-DE" dirty="0" smtClean="0"/>
              <a:t>Erste Ebene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</a:p>
          <a:p>
            <a:pPr lvl="5"/>
            <a:r>
              <a:rPr lang="de-DE" dirty="0" smtClean="0"/>
              <a:t>Sechste Ebene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e-DE" smtClean="0">
                <a:solidFill>
                  <a:prstClr val="black"/>
                </a:solidFill>
              </a:rPr>
              <a:t>EDDI 2015</a:t>
            </a:r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de-DE" smtClean="0">
                <a:solidFill>
                  <a:prstClr val="black"/>
                </a:solidFill>
              </a:rPr>
              <a:t>Seite </a:t>
            </a:r>
            <a:fld id="{795659D1-D435-4DC4-B545-657E7139435F}" type="slidenum">
              <a:rPr lang="de-DE" smtClean="0">
                <a:solidFill>
                  <a:prstClr val="black"/>
                </a:solidFill>
              </a:rPr>
              <a:pPr/>
              <a:t>‹Nr.›</a:t>
            </a:fld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smtClean="0">
                <a:solidFill>
                  <a:prstClr val="black"/>
                </a:solidFill>
              </a:rPr>
              <a:t>Towards Metadata Management with SDMX and DDI</a:t>
            </a:r>
            <a:endParaRPr lang="de-DE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01920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zweispaltig mi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464" y="257389"/>
            <a:ext cx="8111595" cy="652582"/>
          </a:xfrm>
        </p:spPr>
        <p:txBody>
          <a:bodyPr>
            <a:noAutofit/>
          </a:bodyPr>
          <a:lstStyle>
            <a:lvl1pPr algn="l">
              <a:lnSpc>
                <a:spcPts val="2040"/>
              </a:lnSpc>
              <a:defRPr sz="2000" b="1"/>
            </a:lvl1pPr>
          </a:lstStyle>
          <a:p>
            <a:r>
              <a:rPr lang="de-DE" dirty="0" smtClean="0"/>
              <a:t>Präsentationsvorlage</a:t>
            </a:r>
            <a:br>
              <a:rPr lang="de-DE" dirty="0" smtClean="0"/>
            </a:br>
            <a:r>
              <a:rPr lang="de-DE" dirty="0" smtClean="0"/>
              <a:t>Inhaltsfolie mit 2 Spalten und Aufzählungsebenen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419820" y="298121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242"/>
            <a:endParaRPr lang="de-DE">
              <a:solidFill>
                <a:srgbClr val="FFFFFF"/>
              </a:solidFill>
            </a:endParaRPr>
          </a:p>
        </p:txBody>
      </p:sp>
      <p:sp>
        <p:nvSpPr>
          <p:cNvPr id="11" name="Rechteck 10"/>
          <p:cNvSpPr/>
          <p:nvPr userDrawn="1"/>
        </p:nvSpPr>
        <p:spPr>
          <a:xfrm>
            <a:off x="452926" y="6085245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242"/>
            <a:endParaRPr lang="de-DE">
              <a:solidFill>
                <a:srgbClr val="FFFFFF"/>
              </a:solidFill>
            </a:endParaRPr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15" hasCustomPrompt="1"/>
          </p:nvPr>
        </p:nvSpPr>
        <p:spPr>
          <a:xfrm>
            <a:off x="419820" y="1258735"/>
            <a:ext cx="3887223" cy="4554632"/>
          </a:xfrm>
        </p:spPr>
        <p:txBody>
          <a:bodyPr/>
          <a:lstStyle>
            <a:lvl1pPr marL="159660" indent="-159660">
              <a:spcBef>
                <a:spcPts val="443"/>
              </a:spcBef>
              <a:buFont typeface="Arial" pitchFamily="34" charset="0"/>
              <a:buChar char="−"/>
              <a:defRPr sz="1800" baseline="0"/>
            </a:lvl1pPr>
            <a:lvl2pPr marL="319320" indent="-159660">
              <a:spcBef>
                <a:spcPts val="443"/>
              </a:spcBef>
              <a:buFont typeface="Arial" pitchFamily="34" charset="0"/>
              <a:buChar char="•"/>
              <a:defRPr sz="1800"/>
            </a:lvl2pPr>
            <a:lvl3pPr marL="478980" indent="-159660">
              <a:spcBef>
                <a:spcPts val="443"/>
              </a:spcBef>
              <a:buFont typeface="Arial" pitchFamily="34" charset="0"/>
              <a:buChar char="∙"/>
              <a:defRPr sz="1800"/>
            </a:lvl3pPr>
            <a:lvl4pPr>
              <a:buFont typeface="Symbol" pitchFamily="18" charset="2"/>
              <a:buChar char="-"/>
              <a:defRPr/>
            </a:lvl4pPr>
          </a:lstStyle>
          <a:p>
            <a:pPr lvl="0"/>
            <a:r>
              <a:rPr lang="de-DE" dirty="0" smtClean="0"/>
              <a:t>Erste Ebene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</a:p>
          <a:p>
            <a:pPr lvl="5"/>
            <a:r>
              <a:rPr lang="de-DE" dirty="0" smtClean="0"/>
              <a:t>Sechste Ebene</a:t>
            </a:r>
          </a:p>
        </p:txBody>
      </p:sp>
      <p:sp>
        <p:nvSpPr>
          <p:cNvPr id="9" name="Textplatzhalter 18"/>
          <p:cNvSpPr>
            <a:spLocks noGrp="1"/>
          </p:cNvSpPr>
          <p:nvPr>
            <p:ph type="body" sz="quarter" idx="16" hasCustomPrompt="1"/>
          </p:nvPr>
        </p:nvSpPr>
        <p:spPr>
          <a:xfrm>
            <a:off x="4726862" y="1258735"/>
            <a:ext cx="3887223" cy="4554632"/>
          </a:xfrm>
        </p:spPr>
        <p:txBody>
          <a:bodyPr/>
          <a:lstStyle>
            <a:lvl1pPr marL="159660" indent="-159660">
              <a:spcBef>
                <a:spcPts val="443"/>
              </a:spcBef>
              <a:buFont typeface="Arial" pitchFamily="34" charset="0"/>
              <a:buChar char="−"/>
              <a:defRPr sz="1800" baseline="0"/>
            </a:lvl1pPr>
            <a:lvl2pPr marL="319320" indent="-159660">
              <a:spcBef>
                <a:spcPts val="443"/>
              </a:spcBef>
              <a:buFont typeface="Arial" pitchFamily="34" charset="0"/>
              <a:buChar char="•"/>
              <a:defRPr sz="1800"/>
            </a:lvl2pPr>
            <a:lvl3pPr marL="478980" indent="-159660">
              <a:spcBef>
                <a:spcPts val="443"/>
              </a:spcBef>
              <a:buFont typeface="Arial" pitchFamily="34" charset="0"/>
              <a:buChar char="∙"/>
              <a:defRPr sz="1800"/>
            </a:lvl3pPr>
            <a:lvl4pPr marL="666000" indent="-198000">
              <a:buFont typeface="Symbol" pitchFamily="18" charset="2"/>
              <a:buChar char="-"/>
              <a:defRPr/>
            </a:lvl4pPr>
          </a:lstStyle>
          <a:p>
            <a:pPr lvl="0"/>
            <a:r>
              <a:rPr lang="de-DE" dirty="0" smtClean="0"/>
              <a:t>Erste Ebene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</a:p>
          <a:p>
            <a:pPr lvl="5"/>
            <a:r>
              <a:rPr lang="de-DE" dirty="0" smtClean="0"/>
              <a:t>Sechste Ebene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e-DE" smtClean="0">
                <a:solidFill>
                  <a:prstClr val="black"/>
                </a:solidFill>
              </a:rPr>
              <a:t>EDDI 2015</a:t>
            </a:r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de-DE" smtClean="0">
                <a:solidFill>
                  <a:prstClr val="black"/>
                </a:solidFill>
              </a:rPr>
              <a:t>Seite </a:t>
            </a:r>
            <a:fld id="{795659D1-D435-4DC4-B545-657E7139435F}" type="slidenum">
              <a:rPr lang="de-DE" smtClean="0">
                <a:solidFill>
                  <a:prstClr val="black"/>
                </a:solidFill>
              </a:rPr>
              <a:pPr/>
              <a:t>‹Nr.›</a:t>
            </a:fld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smtClean="0">
                <a:solidFill>
                  <a:prstClr val="black"/>
                </a:solidFill>
              </a:rPr>
              <a:t>Towards Metadata Management with SDMX and DDI</a:t>
            </a:r>
            <a:endParaRPr lang="de-DE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5949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inks mit Fließtext und Bild/Grafik,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464" y="257389"/>
            <a:ext cx="8111595" cy="652582"/>
          </a:xfrm>
        </p:spPr>
        <p:txBody>
          <a:bodyPr>
            <a:noAutofit/>
          </a:bodyPr>
          <a:lstStyle>
            <a:lvl1pPr algn="l">
              <a:lnSpc>
                <a:spcPts val="2040"/>
              </a:lnSpc>
              <a:defRPr sz="2000" b="1"/>
            </a:lvl1pPr>
          </a:lstStyle>
          <a:p>
            <a:r>
              <a:rPr lang="de-DE" dirty="0" smtClean="0"/>
              <a:t>Präsentationsvorlage</a:t>
            </a:r>
            <a:br>
              <a:rPr lang="de-DE" dirty="0" smtClean="0"/>
            </a:br>
            <a:r>
              <a:rPr lang="de-DE" dirty="0" smtClean="0"/>
              <a:t>Inhaltsfolie mit 2 Spalten (Fließtext und Bild/Grafik)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419820" y="298121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242"/>
            <a:endParaRPr lang="de-DE">
              <a:solidFill>
                <a:srgbClr val="FFFFFF"/>
              </a:solidFill>
            </a:endParaRPr>
          </a:p>
        </p:txBody>
      </p:sp>
      <p:sp>
        <p:nvSpPr>
          <p:cNvPr id="11" name="Rechteck 10"/>
          <p:cNvSpPr/>
          <p:nvPr userDrawn="1"/>
        </p:nvSpPr>
        <p:spPr>
          <a:xfrm>
            <a:off x="452926" y="6085245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242"/>
            <a:endParaRPr lang="de-DE">
              <a:solidFill>
                <a:srgbClr val="FFFFFF"/>
              </a:solidFill>
            </a:endParaRP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19820" y="1258734"/>
            <a:ext cx="3887223" cy="4554632"/>
          </a:xfrm>
          <a:ln>
            <a:noFill/>
          </a:ln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 baseline="0"/>
            </a:lvl1pPr>
            <a:lvl2pPr algn="l">
              <a:buNone/>
              <a:defRPr sz="2100"/>
            </a:lvl2pPr>
            <a:lvl3pPr algn="l">
              <a:buNone/>
              <a:defRPr sz="2100"/>
            </a:lvl3pPr>
            <a:lvl4pPr algn="l">
              <a:buNone/>
              <a:defRPr sz="2100"/>
            </a:lvl4pPr>
            <a:lvl5pPr algn="l">
              <a:buNone/>
              <a:defRPr sz="2100"/>
            </a:lvl5pPr>
          </a:lstStyle>
          <a:p>
            <a:pPr lvl="0"/>
            <a:r>
              <a:rPr lang="de-DE" dirty="0" smtClean="0"/>
              <a:t>Inhaltsbereich zweispaltig</a:t>
            </a:r>
          </a:p>
        </p:txBody>
      </p:sp>
      <p:sp>
        <p:nvSpPr>
          <p:cNvPr id="16" name="Inhaltsplatzhalter 15"/>
          <p:cNvSpPr>
            <a:spLocks noGrp="1"/>
          </p:cNvSpPr>
          <p:nvPr>
            <p:ph sz="quarter" idx="16" hasCustomPrompt="1"/>
          </p:nvPr>
        </p:nvSpPr>
        <p:spPr>
          <a:xfrm>
            <a:off x="4726862" y="1258735"/>
            <a:ext cx="3887223" cy="4554632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de-DE" dirty="0" smtClean="0"/>
              <a:t>Bild/Grafik o. ä. durch Klicken hinzufügen</a:t>
            </a:r>
            <a:endParaRPr lang="de-DE" dirty="0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e-DE" smtClean="0">
                <a:solidFill>
                  <a:prstClr val="black"/>
                </a:solidFill>
              </a:rPr>
              <a:t>EDDI 2015</a:t>
            </a:r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de-DE" smtClean="0">
                <a:solidFill>
                  <a:prstClr val="black"/>
                </a:solidFill>
              </a:rPr>
              <a:t>Seite </a:t>
            </a:r>
            <a:fld id="{795659D1-D435-4DC4-B545-657E7139435F}" type="slidenum">
              <a:rPr lang="de-DE" smtClean="0">
                <a:solidFill>
                  <a:prstClr val="black"/>
                </a:solidFill>
              </a:rPr>
              <a:pPr/>
              <a:t>‹Nr.›</a:t>
            </a:fld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smtClean="0">
                <a:solidFill>
                  <a:prstClr val="black"/>
                </a:solidFill>
              </a:rPr>
              <a:t>Towards Metadata Management with SDMX and DDI</a:t>
            </a:r>
            <a:endParaRPr lang="de-DE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41710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inks mit Aufzählung und Bild/Grafik,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464" y="257389"/>
            <a:ext cx="8111595" cy="652582"/>
          </a:xfrm>
        </p:spPr>
        <p:txBody>
          <a:bodyPr>
            <a:noAutofit/>
          </a:bodyPr>
          <a:lstStyle>
            <a:lvl1pPr algn="l">
              <a:lnSpc>
                <a:spcPts val="2040"/>
              </a:lnSpc>
              <a:defRPr sz="2000" b="1"/>
            </a:lvl1pPr>
          </a:lstStyle>
          <a:p>
            <a:r>
              <a:rPr lang="de-DE" dirty="0" smtClean="0"/>
              <a:t>Präsentationsvorlage</a:t>
            </a:r>
            <a:br>
              <a:rPr lang="de-DE" dirty="0" smtClean="0"/>
            </a:br>
            <a:r>
              <a:rPr lang="de-DE" dirty="0" smtClean="0"/>
              <a:t>Inhaltsfolie mit 2 Spalten (Aufzählungsebenen und Bild/Grafik)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419820" y="298121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242"/>
            <a:endParaRPr lang="de-DE">
              <a:solidFill>
                <a:srgbClr val="FFFFFF"/>
              </a:solidFill>
            </a:endParaRPr>
          </a:p>
        </p:txBody>
      </p:sp>
      <p:sp>
        <p:nvSpPr>
          <p:cNvPr id="11" name="Rechteck 10"/>
          <p:cNvSpPr/>
          <p:nvPr userDrawn="1"/>
        </p:nvSpPr>
        <p:spPr>
          <a:xfrm>
            <a:off x="452926" y="6085245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242"/>
            <a:endParaRPr lang="de-DE">
              <a:solidFill>
                <a:srgbClr val="FFFFFF"/>
              </a:solidFill>
            </a:endParaRPr>
          </a:p>
        </p:txBody>
      </p:sp>
      <p:sp>
        <p:nvSpPr>
          <p:cNvPr id="16" name="Inhaltsplatzhalter 15"/>
          <p:cNvSpPr>
            <a:spLocks noGrp="1"/>
          </p:cNvSpPr>
          <p:nvPr>
            <p:ph sz="quarter" idx="16" hasCustomPrompt="1"/>
          </p:nvPr>
        </p:nvSpPr>
        <p:spPr>
          <a:xfrm>
            <a:off x="4726862" y="1258735"/>
            <a:ext cx="3887223" cy="4554632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de-DE" dirty="0" smtClean="0"/>
              <a:t>Bild/Grafik o. ä. durch Klicken hinzufügen</a:t>
            </a:r>
            <a:endParaRPr lang="de-DE" dirty="0"/>
          </a:p>
        </p:txBody>
      </p:sp>
      <p:sp>
        <p:nvSpPr>
          <p:cNvPr id="15" name="Textplatzhalter 18"/>
          <p:cNvSpPr>
            <a:spLocks noGrp="1"/>
          </p:cNvSpPr>
          <p:nvPr>
            <p:ph type="body" sz="quarter" idx="17" hasCustomPrompt="1"/>
          </p:nvPr>
        </p:nvSpPr>
        <p:spPr>
          <a:xfrm>
            <a:off x="419820" y="1258735"/>
            <a:ext cx="3887223" cy="4554632"/>
          </a:xfrm>
        </p:spPr>
        <p:txBody>
          <a:bodyPr/>
          <a:lstStyle>
            <a:lvl1pPr marL="159660" indent="-159660">
              <a:spcBef>
                <a:spcPts val="443"/>
              </a:spcBef>
              <a:buFont typeface="Arial" pitchFamily="34" charset="0"/>
              <a:buChar char="−"/>
              <a:defRPr sz="1800" baseline="0"/>
            </a:lvl1pPr>
            <a:lvl2pPr marL="319320" indent="-159660">
              <a:spcBef>
                <a:spcPts val="443"/>
              </a:spcBef>
              <a:buFont typeface="Arial" pitchFamily="34" charset="0"/>
              <a:buChar char="•"/>
              <a:defRPr sz="1800"/>
            </a:lvl2pPr>
            <a:lvl3pPr marL="478980" indent="-159660">
              <a:spcBef>
                <a:spcPts val="443"/>
              </a:spcBef>
              <a:buFont typeface="Arial" pitchFamily="34" charset="0"/>
              <a:buChar char="∙"/>
              <a:defRPr sz="1800"/>
            </a:lvl3pPr>
            <a:lvl4pPr>
              <a:buFont typeface="Symbol" pitchFamily="18" charset="2"/>
              <a:buChar char="-"/>
              <a:defRPr/>
            </a:lvl4pPr>
          </a:lstStyle>
          <a:p>
            <a:pPr lvl="0"/>
            <a:r>
              <a:rPr lang="de-DE" dirty="0" smtClean="0"/>
              <a:t>Erste Ebene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</a:p>
          <a:p>
            <a:pPr lvl="5"/>
            <a:r>
              <a:rPr lang="de-DE" dirty="0" smtClean="0"/>
              <a:t>Sechste Ebene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 smtClean="0">
                <a:solidFill>
                  <a:prstClr val="black"/>
                </a:solidFill>
              </a:rPr>
              <a:t>EDDI 2015</a:t>
            </a:r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r>
              <a:rPr lang="de-DE" smtClean="0">
                <a:solidFill>
                  <a:prstClr val="black"/>
                </a:solidFill>
              </a:rPr>
              <a:t>Seite </a:t>
            </a:r>
            <a:fld id="{795659D1-D435-4DC4-B545-657E7139435F}" type="slidenum">
              <a:rPr lang="de-DE" smtClean="0">
                <a:solidFill>
                  <a:prstClr val="black"/>
                </a:solidFill>
              </a:rPr>
              <a:pPr/>
              <a:t>‹Nr.›</a:t>
            </a:fld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smtClean="0">
                <a:solidFill>
                  <a:prstClr val="black"/>
                </a:solidFill>
              </a:rPr>
              <a:t>Towards Metadata Management with SDMX and DDI</a:t>
            </a:r>
            <a:endParaRPr lang="de-DE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7862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echts mit Fließtext und Bild/Grafik,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464" y="257389"/>
            <a:ext cx="8111595" cy="652582"/>
          </a:xfrm>
        </p:spPr>
        <p:txBody>
          <a:bodyPr>
            <a:noAutofit/>
          </a:bodyPr>
          <a:lstStyle>
            <a:lvl1pPr algn="l">
              <a:lnSpc>
                <a:spcPts val="2040"/>
              </a:lnSpc>
              <a:defRPr sz="2000" b="1"/>
            </a:lvl1pPr>
          </a:lstStyle>
          <a:p>
            <a:r>
              <a:rPr lang="de-DE" dirty="0" smtClean="0"/>
              <a:t>Präsentationsvorlage</a:t>
            </a:r>
            <a:br>
              <a:rPr lang="de-DE" dirty="0" smtClean="0"/>
            </a:br>
            <a:r>
              <a:rPr lang="de-DE" dirty="0" smtClean="0"/>
              <a:t>Inhaltsfolie mit 2 Spalten (Bild/Grafik und Fließtext)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419820" y="298121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242"/>
            <a:endParaRPr lang="de-DE">
              <a:solidFill>
                <a:srgbClr val="FFFFFF"/>
              </a:solidFill>
            </a:endParaRPr>
          </a:p>
        </p:txBody>
      </p:sp>
      <p:sp>
        <p:nvSpPr>
          <p:cNvPr id="11" name="Rechteck 10"/>
          <p:cNvSpPr/>
          <p:nvPr userDrawn="1"/>
        </p:nvSpPr>
        <p:spPr>
          <a:xfrm>
            <a:off x="452926" y="6085245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242"/>
            <a:endParaRPr lang="de-DE">
              <a:solidFill>
                <a:srgbClr val="FFFFFF"/>
              </a:solidFill>
            </a:endParaRPr>
          </a:p>
        </p:txBody>
      </p:sp>
      <p:sp>
        <p:nvSpPr>
          <p:cNvPr id="16" name="Inhaltsplatzhalter 15"/>
          <p:cNvSpPr>
            <a:spLocks noGrp="1"/>
          </p:cNvSpPr>
          <p:nvPr>
            <p:ph sz="quarter" idx="16" hasCustomPrompt="1"/>
          </p:nvPr>
        </p:nvSpPr>
        <p:spPr>
          <a:xfrm>
            <a:off x="419820" y="1258735"/>
            <a:ext cx="3887223" cy="4554632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de-DE" dirty="0" smtClean="0"/>
              <a:t>Bild/Grafik o. ä. durch Klicken hinzufügen</a:t>
            </a:r>
            <a:endParaRPr lang="de-DE" dirty="0"/>
          </a:p>
        </p:txBody>
      </p:sp>
      <p:sp>
        <p:nvSpPr>
          <p:cNvPr id="18" name="Textplatzhalt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726862" y="1258735"/>
            <a:ext cx="3887223" cy="4554632"/>
          </a:xfrm>
          <a:ln>
            <a:noFill/>
          </a:ln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 baseline="0"/>
            </a:lvl1pPr>
            <a:lvl2pPr algn="l">
              <a:buNone/>
              <a:defRPr sz="2100"/>
            </a:lvl2pPr>
            <a:lvl3pPr algn="l">
              <a:buNone/>
              <a:defRPr sz="2100"/>
            </a:lvl3pPr>
            <a:lvl4pPr algn="l">
              <a:buNone/>
              <a:defRPr sz="2100"/>
            </a:lvl4pPr>
            <a:lvl5pPr algn="l">
              <a:buNone/>
              <a:defRPr sz="2100"/>
            </a:lvl5pPr>
          </a:lstStyle>
          <a:p>
            <a:pPr lvl="0"/>
            <a:r>
              <a:rPr lang="de-DE" dirty="0" smtClean="0"/>
              <a:t>Inhaltsbereich zweispaltig und Fließtext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e-DE" smtClean="0">
                <a:solidFill>
                  <a:prstClr val="black"/>
                </a:solidFill>
              </a:rPr>
              <a:t>EDDI 2015</a:t>
            </a:r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de-DE" smtClean="0">
                <a:solidFill>
                  <a:prstClr val="black"/>
                </a:solidFill>
              </a:rPr>
              <a:t>Seite </a:t>
            </a:r>
            <a:fld id="{795659D1-D435-4DC4-B545-657E7139435F}" type="slidenum">
              <a:rPr lang="de-DE" smtClean="0">
                <a:solidFill>
                  <a:prstClr val="black"/>
                </a:solidFill>
              </a:rPr>
              <a:pPr/>
              <a:t>‹Nr.›</a:t>
            </a:fld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smtClean="0">
                <a:solidFill>
                  <a:prstClr val="black"/>
                </a:solidFill>
              </a:rPr>
              <a:t>Towards Metadata Management with SDMX and DDI</a:t>
            </a:r>
            <a:endParaRPr lang="de-DE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20136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echts mit Aufzählung und Bild/Grafik,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464" y="257389"/>
            <a:ext cx="8111595" cy="652582"/>
          </a:xfrm>
        </p:spPr>
        <p:txBody>
          <a:bodyPr>
            <a:noAutofit/>
          </a:bodyPr>
          <a:lstStyle>
            <a:lvl1pPr algn="l">
              <a:lnSpc>
                <a:spcPts val="2040"/>
              </a:lnSpc>
              <a:defRPr sz="2000" b="1"/>
            </a:lvl1pPr>
          </a:lstStyle>
          <a:p>
            <a:r>
              <a:rPr lang="de-DE" dirty="0" smtClean="0"/>
              <a:t>Präsentationsvorlage</a:t>
            </a:r>
            <a:br>
              <a:rPr lang="de-DE" dirty="0" smtClean="0"/>
            </a:br>
            <a:r>
              <a:rPr lang="de-DE" dirty="0" smtClean="0"/>
              <a:t>Inhaltsfolie mit 2 Spalten (Bild/Grafik und Aufzählungsebenen)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419820" y="298121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242"/>
            <a:endParaRPr lang="de-DE">
              <a:solidFill>
                <a:srgbClr val="FFFFFF"/>
              </a:solidFill>
            </a:endParaRPr>
          </a:p>
        </p:txBody>
      </p:sp>
      <p:sp>
        <p:nvSpPr>
          <p:cNvPr id="11" name="Rechteck 10"/>
          <p:cNvSpPr/>
          <p:nvPr userDrawn="1"/>
        </p:nvSpPr>
        <p:spPr>
          <a:xfrm>
            <a:off x="452926" y="6085245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242"/>
            <a:endParaRPr lang="de-DE">
              <a:solidFill>
                <a:srgbClr val="FFFFFF"/>
              </a:solidFill>
            </a:endParaRPr>
          </a:p>
        </p:txBody>
      </p:sp>
      <p:sp>
        <p:nvSpPr>
          <p:cNvPr id="16" name="Inhaltsplatzhalter 15"/>
          <p:cNvSpPr>
            <a:spLocks noGrp="1"/>
          </p:cNvSpPr>
          <p:nvPr>
            <p:ph sz="quarter" idx="16" hasCustomPrompt="1"/>
          </p:nvPr>
        </p:nvSpPr>
        <p:spPr>
          <a:xfrm>
            <a:off x="419820" y="1258735"/>
            <a:ext cx="3887223" cy="4554632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de-DE" dirty="0" smtClean="0"/>
              <a:t>Bild/Grafik o. ä. durch Klicken hinzufügen</a:t>
            </a:r>
            <a:endParaRPr lang="de-DE" dirty="0"/>
          </a:p>
        </p:txBody>
      </p:sp>
      <p:sp>
        <p:nvSpPr>
          <p:cNvPr id="14" name="Textplatzhalter 18"/>
          <p:cNvSpPr>
            <a:spLocks noGrp="1"/>
          </p:cNvSpPr>
          <p:nvPr>
            <p:ph type="body" sz="quarter" idx="15" hasCustomPrompt="1"/>
          </p:nvPr>
        </p:nvSpPr>
        <p:spPr>
          <a:xfrm>
            <a:off x="4726862" y="1258735"/>
            <a:ext cx="3887223" cy="4554632"/>
          </a:xfrm>
        </p:spPr>
        <p:txBody>
          <a:bodyPr/>
          <a:lstStyle>
            <a:lvl1pPr marL="159660" indent="-159660">
              <a:spcBef>
                <a:spcPts val="443"/>
              </a:spcBef>
              <a:buFont typeface="Arial" pitchFamily="34" charset="0"/>
              <a:buChar char="−"/>
              <a:defRPr sz="1800" baseline="0"/>
            </a:lvl1pPr>
            <a:lvl2pPr marL="319320" indent="-159660">
              <a:spcBef>
                <a:spcPts val="443"/>
              </a:spcBef>
              <a:buFont typeface="Arial" pitchFamily="34" charset="0"/>
              <a:buChar char="•"/>
              <a:defRPr sz="1800"/>
            </a:lvl2pPr>
            <a:lvl3pPr marL="478980" indent="-159660">
              <a:spcBef>
                <a:spcPts val="443"/>
              </a:spcBef>
              <a:buFont typeface="Arial" pitchFamily="34" charset="0"/>
              <a:buChar char="∙"/>
              <a:defRPr sz="1800"/>
            </a:lvl3pPr>
            <a:lvl4pPr>
              <a:buFont typeface="Symbol" pitchFamily="18" charset="2"/>
              <a:buChar char="-"/>
              <a:defRPr/>
            </a:lvl4pPr>
          </a:lstStyle>
          <a:p>
            <a:pPr lvl="0"/>
            <a:r>
              <a:rPr lang="de-DE" dirty="0" smtClean="0"/>
              <a:t>Erste Ebene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</a:p>
          <a:p>
            <a:pPr lvl="5"/>
            <a:r>
              <a:rPr lang="de-DE" dirty="0" smtClean="0"/>
              <a:t>Sechste Ebene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e-DE" smtClean="0">
                <a:solidFill>
                  <a:prstClr val="black"/>
                </a:solidFill>
              </a:rPr>
              <a:t>EDDI 2015</a:t>
            </a:r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de-DE" smtClean="0">
                <a:solidFill>
                  <a:prstClr val="black"/>
                </a:solidFill>
              </a:rPr>
              <a:t>Seite </a:t>
            </a:r>
            <a:fld id="{795659D1-D435-4DC4-B545-657E7139435F}" type="slidenum">
              <a:rPr lang="de-DE" smtClean="0">
                <a:solidFill>
                  <a:prstClr val="black"/>
                </a:solidFill>
              </a:rPr>
              <a:pPr/>
              <a:t>‹Nr.›</a:t>
            </a:fld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smtClean="0">
                <a:solidFill>
                  <a:prstClr val="black"/>
                </a:solidFill>
              </a:rPr>
              <a:t>Towards Metadata Management with SDMX and DDI</a:t>
            </a:r>
            <a:endParaRPr lang="de-DE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4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dreispaltig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464" y="257389"/>
            <a:ext cx="8111595" cy="652582"/>
          </a:xfrm>
        </p:spPr>
        <p:txBody>
          <a:bodyPr>
            <a:noAutofit/>
          </a:bodyPr>
          <a:lstStyle>
            <a:lvl1pPr algn="l">
              <a:lnSpc>
                <a:spcPts val="2040"/>
              </a:lnSpc>
              <a:defRPr sz="2000" b="1"/>
            </a:lvl1pPr>
          </a:lstStyle>
          <a:p>
            <a:r>
              <a:rPr lang="de-DE" dirty="0" smtClean="0"/>
              <a:t>Präsentationsvorlage</a:t>
            </a:r>
            <a:br>
              <a:rPr lang="de-DE" dirty="0" smtClean="0"/>
            </a:br>
            <a:r>
              <a:rPr lang="de-DE" dirty="0" smtClean="0"/>
              <a:t>Inhaltsfolie mit 3 Spalten und Fließtext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419820" y="298121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242"/>
            <a:endParaRPr lang="de-DE">
              <a:solidFill>
                <a:srgbClr val="FFFFFF"/>
              </a:solidFill>
            </a:endParaRPr>
          </a:p>
        </p:txBody>
      </p:sp>
      <p:sp>
        <p:nvSpPr>
          <p:cNvPr id="11" name="Rechteck 10"/>
          <p:cNvSpPr/>
          <p:nvPr userDrawn="1"/>
        </p:nvSpPr>
        <p:spPr>
          <a:xfrm>
            <a:off x="452926" y="6085245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242"/>
            <a:endParaRPr lang="de-DE">
              <a:solidFill>
                <a:srgbClr val="FFFFFF"/>
              </a:solidFill>
            </a:endParaRP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19820" y="1258734"/>
            <a:ext cx="3887223" cy="2153099"/>
          </a:xfrm>
          <a:ln>
            <a:noFill/>
          </a:ln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600" baseline="0"/>
            </a:lvl1pPr>
            <a:lvl2pPr algn="l">
              <a:buNone/>
              <a:defRPr sz="2100"/>
            </a:lvl2pPr>
            <a:lvl3pPr algn="l">
              <a:buNone/>
              <a:defRPr sz="2100"/>
            </a:lvl3pPr>
            <a:lvl4pPr algn="l">
              <a:buNone/>
              <a:defRPr sz="2100"/>
            </a:lvl4pPr>
            <a:lvl5pPr algn="l">
              <a:buNone/>
              <a:defRPr sz="2100"/>
            </a:lvl5pPr>
          </a:lstStyle>
          <a:p>
            <a:pPr lvl="0"/>
            <a:r>
              <a:rPr lang="de-DE" dirty="0" smtClean="0"/>
              <a:t>Inhaltsbereich dreispaltig</a:t>
            </a:r>
          </a:p>
        </p:txBody>
      </p:sp>
      <p:sp>
        <p:nvSpPr>
          <p:cNvPr id="9" name="Textplatzhalt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726574" y="1258735"/>
            <a:ext cx="3887223" cy="2153099"/>
          </a:xfrm>
          <a:ln>
            <a:noFill/>
          </a:ln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600" baseline="0"/>
            </a:lvl1pPr>
            <a:lvl2pPr algn="l">
              <a:buNone/>
              <a:defRPr sz="2100"/>
            </a:lvl2pPr>
            <a:lvl3pPr algn="l">
              <a:buNone/>
              <a:defRPr sz="2100"/>
            </a:lvl3pPr>
            <a:lvl4pPr algn="l">
              <a:buNone/>
              <a:defRPr sz="2100"/>
            </a:lvl4pPr>
            <a:lvl5pPr algn="l">
              <a:buNone/>
              <a:defRPr sz="2100"/>
            </a:lvl5pPr>
          </a:lstStyle>
          <a:p>
            <a:pPr lvl="0"/>
            <a:r>
              <a:rPr lang="de-DE" dirty="0" smtClean="0"/>
              <a:t>Inhaltsbereich dreispaltig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e-DE" smtClean="0">
                <a:solidFill>
                  <a:prstClr val="black"/>
                </a:solidFill>
              </a:rPr>
              <a:t>EDDI 2015</a:t>
            </a:r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de-DE" smtClean="0">
                <a:solidFill>
                  <a:prstClr val="black"/>
                </a:solidFill>
              </a:rPr>
              <a:t>Seite </a:t>
            </a:r>
            <a:fld id="{795659D1-D435-4DC4-B545-657E7139435F}" type="slidenum">
              <a:rPr lang="de-DE" smtClean="0">
                <a:solidFill>
                  <a:prstClr val="black"/>
                </a:solidFill>
              </a:rPr>
              <a:pPr/>
              <a:t>‹Nr.›</a:t>
            </a:fld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smtClean="0">
                <a:solidFill>
                  <a:prstClr val="black"/>
                </a:solidFill>
              </a:rPr>
              <a:t>Towards Metadata Management with SDMX and DDI</a:t>
            </a:r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13" name="Textplatzhalter 13"/>
          <p:cNvSpPr>
            <a:spLocks noGrp="1"/>
          </p:cNvSpPr>
          <p:nvPr>
            <p:ph type="body" sz="quarter" idx="20" hasCustomPrompt="1"/>
          </p:nvPr>
        </p:nvSpPr>
        <p:spPr>
          <a:xfrm>
            <a:off x="419820" y="3545300"/>
            <a:ext cx="8196359" cy="2153099"/>
          </a:xfrm>
          <a:ln>
            <a:noFill/>
          </a:ln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600" baseline="0"/>
            </a:lvl1pPr>
            <a:lvl2pPr algn="l">
              <a:buNone/>
              <a:defRPr sz="2100"/>
            </a:lvl2pPr>
            <a:lvl3pPr algn="l">
              <a:buNone/>
              <a:defRPr sz="2100"/>
            </a:lvl3pPr>
            <a:lvl4pPr algn="l">
              <a:buNone/>
              <a:defRPr sz="2100"/>
            </a:lvl4pPr>
            <a:lvl5pPr algn="l">
              <a:buNone/>
              <a:defRPr sz="2100"/>
            </a:lvl5pPr>
          </a:lstStyle>
          <a:p>
            <a:pPr lvl="0"/>
            <a:r>
              <a:rPr lang="de-DE" dirty="0" smtClean="0"/>
              <a:t>Inhaltsbereich dreispaltig</a:t>
            </a:r>
          </a:p>
        </p:txBody>
      </p:sp>
    </p:spTree>
    <p:extLst>
      <p:ext uri="{BB962C8B-B14F-4D97-AF65-F5344CB8AC3E}">
        <p14:creationId xmlns:p14="http://schemas.microsoft.com/office/powerpoint/2010/main" val="359089373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oder Grafik, ganze Br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464" y="257389"/>
            <a:ext cx="8111595" cy="652582"/>
          </a:xfrm>
        </p:spPr>
        <p:txBody>
          <a:bodyPr>
            <a:noAutofit/>
          </a:bodyPr>
          <a:lstStyle>
            <a:lvl1pPr algn="l">
              <a:lnSpc>
                <a:spcPts val="2040"/>
              </a:lnSpc>
              <a:defRPr sz="2000" b="1"/>
            </a:lvl1pPr>
          </a:lstStyle>
          <a:p>
            <a:r>
              <a:rPr lang="de-DE" dirty="0" smtClean="0"/>
              <a:t>Präsentationsvorlage</a:t>
            </a:r>
            <a:br>
              <a:rPr lang="de-DE" dirty="0" smtClean="0"/>
            </a:br>
            <a:r>
              <a:rPr lang="de-DE" dirty="0" smtClean="0"/>
              <a:t>Inhaltsfolie (Bild/Grafik)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419820" y="298121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242"/>
            <a:endParaRPr lang="de-DE">
              <a:solidFill>
                <a:srgbClr val="FFFFFF"/>
              </a:solidFill>
            </a:endParaRPr>
          </a:p>
        </p:txBody>
      </p:sp>
      <p:sp>
        <p:nvSpPr>
          <p:cNvPr id="11" name="Rechteck 10"/>
          <p:cNvSpPr/>
          <p:nvPr userDrawn="1"/>
        </p:nvSpPr>
        <p:spPr>
          <a:xfrm>
            <a:off x="452926" y="6085245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 defTabSz="914242"/>
            <a:endParaRPr lang="de-DE">
              <a:solidFill>
                <a:srgbClr val="FFFFFF"/>
              </a:solidFill>
            </a:endParaRPr>
          </a:p>
        </p:txBody>
      </p:sp>
      <p:sp>
        <p:nvSpPr>
          <p:cNvPr id="15" name="Inhaltsplatzhalter 14"/>
          <p:cNvSpPr>
            <a:spLocks noGrp="1"/>
          </p:cNvSpPr>
          <p:nvPr>
            <p:ph sz="quarter" idx="15" hasCustomPrompt="1"/>
          </p:nvPr>
        </p:nvSpPr>
        <p:spPr>
          <a:xfrm>
            <a:off x="419820" y="1258735"/>
            <a:ext cx="8188046" cy="4554632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de-DE" dirty="0" smtClean="0"/>
              <a:t>Bild/Grafik o. ä. durch Klicken hinzufügen</a:t>
            </a:r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>
                <a:solidFill>
                  <a:prstClr val="black"/>
                </a:solidFill>
              </a:rPr>
              <a:t>EDDI 2015</a:t>
            </a:r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de-DE" smtClean="0">
                <a:solidFill>
                  <a:prstClr val="black"/>
                </a:solidFill>
              </a:rPr>
              <a:t>Seite </a:t>
            </a:r>
            <a:fld id="{795659D1-D435-4DC4-B545-657E7139435F}" type="slidenum">
              <a:rPr lang="de-DE" smtClean="0">
                <a:solidFill>
                  <a:prstClr val="black"/>
                </a:solidFill>
              </a:rPr>
              <a:pPr/>
              <a:t>‹Nr.›</a:t>
            </a:fld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smtClean="0">
                <a:solidFill>
                  <a:prstClr val="black"/>
                </a:solidFill>
              </a:rPr>
              <a:t>Towards Metadata Management with SDMX and DDI</a:t>
            </a:r>
            <a:endParaRPr lang="de-DE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015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e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nhaltsplatzhalter 14"/>
          <p:cNvSpPr>
            <a:spLocks noGrp="1"/>
          </p:cNvSpPr>
          <p:nvPr>
            <p:ph sz="quarter" idx="15" hasCustomPrompt="1"/>
          </p:nvPr>
        </p:nvSpPr>
        <p:spPr>
          <a:xfrm>
            <a:off x="0" y="1"/>
            <a:ext cx="9144000" cy="6857999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de-DE" dirty="0" smtClean="0"/>
              <a:t>Bild/Grafik o. ä. durch Klicken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313954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ste,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0" y="1093113"/>
            <a:ext cx="9144000" cy="4885067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93" tIns="40547" rIns="81093" bIns="40547" rtlCol="0" anchor="ctr"/>
          <a:lstStyle/>
          <a:p>
            <a:pPr algn="ctr" defTabSz="914084"/>
            <a:endParaRPr lang="de-DE" dirty="0">
              <a:noFill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464" y="257389"/>
            <a:ext cx="8111595" cy="652582"/>
          </a:xfrm>
        </p:spPr>
        <p:txBody>
          <a:bodyPr>
            <a:noAutofit/>
          </a:bodyPr>
          <a:lstStyle>
            <a:lvl1pPr algn="l">
              <a:lnSpc>
                <a:spcPts val="2039"/>
              </a:lnSpc>
              <a:defRPr sz="2000" b="1"/>
            </a:lvl1pPr>
          </a:lstStyle>
          <a:p>
            <a:r>
              <a:rPr lang="de-DE" dirty="0" smtClean="0"/>
              <a:t>Präsentationsvorlage</a:t>
            </a:r>
            <a:br>
              <a:rPr lang="de-DE" dirty="0" smtClean="0"/>
            </a:br>
            <a:r>
              <a:rPr lang="de-DE" dirty="0" smtClean="0"/>
              <a:t>Inhaltsfolie mit Hinterlegung und Aufzählungsebenen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419821" y="298121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8" tIns="45704" rIns="91408" bIns="45704" rtlCol="0" anchor="ctr"/>
          <a:lstStyle/>
          <a:p>
            <a:pPr algn="ctr" defTabSz="914084"/>
            <a:endParaRPr lang="de-DE">
              <a:solidFill>
                <a:srgbClr val="FFFFFF"/>
              </a:solidFill>
            </a:endParaRPr>
          </a:p>
        </p:txBody>
      </p:sp>
      <p:sp>
        <p:nvSpPr>
          <p:cNvPr id="11" name="Rechteck 10"/>
          <p:cNvSpPr/>
          <p:nvPr userDrawn="1"/>
        </p:nvSpPr>
        <p:spPr>
          <a:xfrm>
            <a:off x="452927" y="6085245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8" tIns="45704" rIns="91408" bIns="45704" rtlCol="0" anchor="ctr"/>
          <a:lstStyle/>
          <a:p>
            <a:pPr algn="ctr" defTabSz="914084"/>
            <a:endParaRPr lang="de-DE">
              <a:solidFill>
                <a:srgbClr val="FFFFFF"/>
              </a:solidFill>
            </a:endParaRPr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15" hasCustomPrompt="1"/>
          </p:nvPr>
        </p:nvSpPr>
        <p:spPr>
          <a:xfrm>
            <a:off x="484078" y="1235756"/>
            <a:ext cx="8019513" cy="4602675"/>
          </a:xfrm>
        </p:spPr>
        <p:txBody>
          <a:bodyPr/>
          <a:lstStyle>
            <a:lvl1pPr marL="159633" indent="-159633">
              <a:spcBef>
                <a:spcPts val="443"/>
              </a:spcBef>
              <a:buFont typeface="Arial" pitchFamily="34" charset="0"/>
              <a:buChar char="−"/>
              <a:defRPr lang="de-DE" sz="18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9265" indent="-159633">
              <a:spcBef>
                <a:spcPts val="443"/>
              </a:spcBef>
              <a:buFont typeface="Arial" pitchFamily="34" charset="0"/>
              <a:buChar char="•"/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78897" indent="-159633">
              <a:spcBef>
                <a:spcPts val="443"/>
              </a:spcBef>
              <a:buFont typeface="Arial" pitchFamily="34" charset="0"/>
              <a:buChar char="∙"/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buFont typeface="Symbol" pitchFamily="18" charset="2"/>
              <a:buChar char="-"/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marL="359938" lvl="0" indent="-359938" algn="l" defTabSz="914084" rtl="0" eaLnBrk="1" latinLnBrk="0" hangingPunct="1">
              <a:spcBef>
                <a:spcPts val="443"/>
              </a:spcBef>
              <a:spcAft>
                <a:spcPts val="600"/>
              </a:spcAft>
              <a:buClr>
                <a:srgbClr val="0062A1"/>
              </a:buClr>
              <a:buFont typeface="Arial" pitchFamily="34" charset="0"/>
              <a:buChar char="▌"/>
            </a:pPr>
            <a:r>
              <a:rPr lang="de-DE" dirty="0" smtClean="0"/>
              <a:t>Erste Ebene</a:t>
            </a:r>
          </a:p>
          <a:p>
            <a:pPr marL="719875" lvl="1" indent="-359938" algn="l" defTabSz="914084" rtl="0" eaLnBrk="1" latinLnBrk="0" hangingPunct="1">
              <a:spcBef>
                <a:spcPts val="443"/>
              </a:spcBef>
              <a:spcAft>
                <a:spcPts val="600"/>
              </a:spcAft>
              <a:buClr>
                <a:srgbClr val="0062A1"/>
              </a:buClr>
              <a:buFont typeface="Arial Unicode MS" pitchFamily="34" charset="-128"/>
              <a:buChar char="❙"/>
            </a:pPr>
            <a:r>
              <a:rPr lang="de-DE" dirty="0" smtClean="0"/>
              <a:t>Zweite Ebene</a:t>
            </a:r>
          </a:p>
          <a:p>
            <a:pPr marL="1079813" lvl="2" indent="-359938" algn="l" defTabSz="914084" rtl="0" eaLnBrk="1" latinLnBrk="0" hangingPunct="1">
              <a:spcBef>
                <a:spcPts val="443"/>
              </a:spcBef>
              <a:spcAft>
                <a:spcPts val="600"/>
              </a:spcAft>
              <a:buClr>
                <a:srgbClr val="0062A1"/>
              </a:buClr>
              <a:buFont typeface="Wingdings" pitchFamily="2" charset="2"/>
              <a:buChar char="Ø"/>
            </a:pPr>
            <a:r>
              <a:rPr lang="de-DE" dirty="0" smtClean="0"/>
              <a:t>Dritte Ebene</a:t>
            </a:r>
          </a:p>
          <a:p>
            <a:pPr marL="1439750" lvl="3" indent="-359938" algn="l" defTabSz="914084" rtl="0" eaLnBrk="1" latinLnBrk="0" hangingPunct="1">
              <a:spcBef>
                <a:spcPct val="20000"/>
              </a:spcBef>
              <a:spcAft>
                <a:spcPts val="600"/>
              </a:spcAft>
              <a:buClr>
                <a:srgbClr val="0062A1"/>
              </a:buClr>
              <a:buFont typeface="Wingdings" pitchFamily="2" charset="2"/>
              <a:buChar char="§"/>
            </a:pPr>
            <a:r>
              <a:rPr lang="de-DE" dirty="0" smtClean="0"/>
              <a:t>Vierte Ebene</a:t>
            </a:r>
          </a:p>
          <a:p>
            <a:pPr marL="1799688" lvl="4" indent="-359938" algn="l" defTabSz="914084" rtl="0" eaLnBrk="1" latinLnBrk="0" hangingPunct="1">
              <a:spcBef>
                <a:spcPct val="20000"/>
              </a:spcBef>
              <a:spcAft>
                <a:spcPts val="600"/>
              </a:spcAft>
              <a:buClr>
                <a:srgbClr val="0062A1"/>
              </a:buClr>
              <a:buFont typeface="Courier New" pitchFamily="49" charset="0"/>
              <a:buChar char="o"/>
            </a:pPr>
            <a:r>
              <a:rPr lang="de-DE" dirty="0" smtClean="0"/>
              <a:t>Fünfte Ebene</a:t>
            </a:r>
          </a:p>
          <a:p>
            <a:pPr marL="2159625" lvl="5" indent="-359938" algn="l" defTabSz="914084" rtl="0" eaLnBrk="1" latinLnBrk="0" hangingPunct="1">
              <a:spcBef>
                <a:spcPct val="20000"/>
              </a:spcBef>
              <a:spcAft>
                <a:spcPts val="600"/>
              </a:spcAft>
              <a:buClr>
                <a:srgbClr val="0062A1"/>
              </a:buClr>
              <a:buFont typeface="Arial" pitchFamily="34" charset="0"/>
              <a:buChar char="•"/>
            </a:pPr>
            <a:r>
              <a:rPr lang="de-DE" dirty="0" smtClean="0"/>
              <a:t>Sechste Ebene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>
                <a:solidFill>
                  <a:srgbClr val="000000"/>
                </a:solidFill>
              </a:rPr>
              <a:t>EDDI 2015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de-DE" smtClean="0">
                <a:solidFill>
                  <a:srgbClr val="000000"/>
                </a:solidFill>
              </a:rPr>
              <a:t>Seite </a:t>
            </a:r>
            <a:fld id="{795659D1-D435-4DC4-B545-657E7139435F}" type="slidenum">
              <a:rPr lang="de-DE" smtClean="0">
                <a:solidFill>
                  <a:srgbClr val="000000"/>
                </a:solidFill>
              </a:rPr>
              <a:pPr/>
              <a:t>‹Nr.›</a:t>
            </a:fld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</a:rPr>
              <a:t>Towards Metadata Management with SDMX and DDI</a:t>
            </a:r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96380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,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0" y="1093122"/>
            <a:ext cx="9144000" cy="4885067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4919" tIns="42460" rIns="84919" bIns="42460" rtlCol="0" anchor="ctr"/>
          <a:lstStyle/>
          <a:p>
            <a:pPr algn="ctr"/>
            <a:endParaRPr lang="de-DE" dirty="0">
              <a:noFill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476" y="240297"/>
            <a:ext cx="8111595" cy="652582"/>
          </a:xfrm>
        </p:spPr>
        <p:txBody>
          <a:bodyPr>
            <a:noAutofit/>
          </a:bodyPr>
          <a:lstStyle>
            <a:lvl1pPr algn="l">
              <a:lnSpc>
                <a:spcPts val="2135"/>
              </a:lnSpc>
              <a:defRPr sz="2100" b="1"/>
            </a:lvl1pPr>
          </a:lstStyle>
          <a:p>
            <a:r>
              <a:rPr lang="de-DE" dirty="0" smtClean="0"/>
              <a:t>Titel</a:t>
            </a:r>
            <a:br>
              <a:rPr lang="de-DE" dirty="0" smtClean="0"/>
            </a:br>
            <a:r>
              <a:rPr lang="de-DE" dirty="0" smtClean="0"/>
              <a:t>Kapitelbezeichnung</a:t>
            </a:r>
            <a:endParaRPr lang="de-DE" dirty="0"/>
          </a:p>
        </p:txBody>
      </p:sp>
      <p:sp>
        <p:nvSpPr>
          <p:cNvPr id="7" name="Rechteck 6"/>
          <p:cNvSpPr/>
          <p:nvPr userDrawn="1"/>
        </p:nvSpPr>
        <p:spPr>
          <a:xfrm>
            <a:off x="419825" y="298142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720" tIns="47861" rIns="95720" bIns="47861" rtlCol="0" anchor="ctr"/>
          <a:lstStyle/>
          <a:p>
            <a:pPr algn="ctr"/>
            <a:endParaRPr lang="de-DE" dirty="0"/>
          </a:p>
        </p:txBody>
      </p:sp>
      <p:sp>
        <p:nvSpPr>
          <p:cNvPr id="11" name="Rechteck 10"/>
          <p:cNvSpPr/>
          <p:nvPr userDrawn="1"/>
        </p:nvSpPr>
        <p:spPr>
          <a:xfrm>
            <a:off x="452931" y="6085266"/>
            <a:ext cx="62196" cy="496869"/>
          </a:xfrm>
          <a:prstGeom prst="rect">
            <a:avLst/>
          </a:prstGeom>
          <a:solidFill>
            <a:srgbClr val="0062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720" tIns="47861" rIns="95720" bIns="47861" rtlCol="0" anchor="ctr"/>
          <a:lstStyle/>
          <a:p>
            <a:pPr algn="ctr"/>
            <a:endParaRPr lang="de-DE" dirty="0"/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15" hasCustomPrompt="1"/>
          </p:nvPr>
        </p:nvSpPr>
        <p:spPr>
          <a:xfrm>
            <a:off x="484078" y="1235764"/>
            <a:ext cx="8019513" cy="4602675"/>
          </a:xfrm>
        </p:spPr>
        <p:txBody>
          <a:bodyPr/>
          <a:lstStyle>
            <a:lvl1pPr marL="167162" indent="-167162">
              <a:spcBef>
                <a:spcPts val="464"/>
              </a:spcBef>
              <a:buFont typeface="Arial" pitchFamily="34" charset="0"/>
              <a:buChar char="−"/>
              <a:defRPr sz="1900" baseline="0"/>
            </a:lvl1pPr>
            <a:lvl2pPr marL="334327" indent="-167162">
              <a:spcBef>
                <a:spcPts val="464"/>
              </a:spcBef>
              <a:buFont typeface="Arial" pitchFamily="34" charset="0"/>
              <a:buChar char="•"/>
              <a:defRPr sz="1900"/>
            </a:lvl2pPr>
            <a:lvl3pPr marL="501488" indent="-167162">
              <a:spcBef>
                <a:spcPts val="464"/>
              </a:spcBef>
              <a:buFont typeface="Arial" pitchFamily="34" charset="0"/>
              <a:buChar char="∙"/>
              <a:defRPr sz="1900"/>
            </a:lvl3pPr>
            <a:lvl4pPr>
              <a:buNone/>
              <a:defRPr/>
            </a:lvl4pPr>
          </a:lstStyle>
          <a:p>
            <a:pPr lvl="0"/>
            <a:r>
              <a:rPr lang="de-DE" dirty="0" smtClean="0"/>
              <a:t>Erste Ebene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  <a:endParaRPr lang="de-DE" dirty="0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EDDI 2015</a:t>
            </a:r>
            <a:endParaRPr lang="de-DE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de-DE" dirty="0" smtClean="0"/>
              <a:t>Seite </a:t>
            </a:r>
            <a:fld id="{795659D1-D435-4DC4-B545-657E7139435F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smtClean="0"/>
              <a:t>Towards Metadata Management with SDMX and DDI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27611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88236" y="241811"/>
            <a:ext cx="8110301" cy="652555"/>
          </a:xfrm>
          <a:prstGeom prst="rect">
            <a:avLst/>
          </a:prstGeom>
        </p:spPr>
        <p:txBody>
          <a:bodyPr vert="horz" lIns="91407" tIns="45704" rIns="91407" bIns="45704" rtlCol="0" anchor="t">
            <a:normAutofit/>
          </a:bodyPr>
          <a:lstStyle/>
          <a:p>
            <a:r>
              <a:rPr lang="de-DE" dirty="0" smtClean="0"/>
              <a:t>Titel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19820" y="1258735"/>
            <a:ext cx="8188046" cy="4554632"/>
          </a:xfrm>
          <a:prstGeom prst="rect">
            <a:avLst/>
          </a:prstGeom>
        </p:spPr>
        <p:txBody>
          <a:bodyPr vert="horz" lIns="91407" tIns="45704" rIns="91407" bIns="45704" rtlCol="0">
            <a:normAutofit/>
          </a:bodyPr>
          <a:lstStyle/>
          <a:p>
            <a:pPr lvl="0"/>
            <a:r>
              <a:rPr lang="de-DE" dirty="0" smtClean="0"/>
              <a:t>Erste Ebene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</a:p>
          <a:p>
            <a:pPr lvl="5"/>
            <a:r>
              <a:rPr lang="de-DE" dirty="0" smtClean="0"/>
              <a:t>Sechste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66469" y="6253200"/>
            <a:ext cx="2114649" cy="162000"/>
          </a:xfrm>
          <a:prstGeom prst="rect">
            <a:avLst/>
          </a:prstGeom>
        </p:spPr>
        <p:txBody>
          <a:bodyPr vert="horz" lIns="81091" tIns="40546" rIns="81091" bIns="40546" rtlCol="0" anchor="ctr"/>
          <a:lstStyle>
            <a:lvl1pPr marL="0" marR="0" indent="0" algn="l" defTabSz="9140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EDDI 2015</a:t>
            </a:r>
            <a:endParaRPr lang="de-DE" dirty="0" smtClean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66467" y="6069600"/>
            <a:ext cx="8119630" cy="162000"/>
          </a:xfrm>
          <a:prstGeom prst="rect">
            <a:avLst/>
          </a:prstGeom>
        </p:spPr>
        <p:txBody>
          <a:bodyPr vert="horz" lIns="81091" tIns="40546" rIns="81091" bIns="40546" rtlCol="0" anchor="ctr"/>
          <a:lstStyle>
            <a:lvl1pPr algn="l">
              <a:lnSpc>
                <a:spcPct val="100000"/>
              </a:lnSpc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 dirty="0" err="1" smtClean="0"/>
              <a:t>Towards</a:t>
            </a:r>
            <a:r>
              <a:rPr lang="de-DE" dirty="0" smtClean="0"/>
              <a:t> </a:t>
            </a:r>
            <a:r>
              <a:rPr lang="de-DE" dirty="0" err="1" smtClean="0"/>
              <a:t>Metadata</a:t>
            </a:r>
            <a:r>
              <a:rPr lang="de-DE" dirty="0" smtClean="0"/>
              <a:t> Management </a:t>
            </a:r>
            <a:r>
              <a:rPr lang="de-DE" dirty="0" err="1" smtClean="0"/>
              <a:t>with</a:t>
            </a:r>
            <a:r>
              <a:rPr lang="de-DE" dirty="0" smtClean="0"/>
              <a:t> SDMX </a:t>
            </a:r>
            <a:r>
              <a:rPr lang="de-DE" dirty="0" err="1" smtClean="0"/>
              <a:t>and</a:t>
            </a:r>
            <a:r>
              <a:rPr lang="de-DE" dirty="0" smtClean="0"/>
              <a:t> DDI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466469" y="6433200"/>
            <a:ext cx="2114649" cy="162000"/>
          </a:xfrm>
          <a:prstGeom prst="rect">
            <a:avLst/>
          </a:prstGeom>
        </p:spPr>
        <p:txBody>
          <a:bodyPr vert="horz" lIns="81091" tIns="40546" rIns="81091" bIns="40546" rtlCol="0" anchor="ctr"/>
          <a:lstStyle>
            <a:lvl1pPr algn="l">
              <a:lnSpc>
                <a:spcPct val="100000"/>
              </a:lnSpc>
              <a:defRPr sz="1200" b="1">
                <a:solidFill>
                  <a:schemeClr val="tx1"/>
                </a:solidFill>
              </a:defRPr>
            </a:lvl1pPr>
          </a:lstStyle>
          <a:p>
            <a:r>
              <a:rPr lang="de-DE" dirty="0" smtClean="0"/>
              <a:t>Seite </a:t>
            </a:r>
            <a:fld id="{795659D1-D435-4DC4-B545-657E7139435F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5" r:id="rId2"/>
    <p:sldLayoutId id="2147483669" r:id="rId3"/>
    <p:sldLayoutId id="2147483668" r:id="rId4"/>
    <p:sldLayoutId id="2147483667" r:id="rId5"/>
    <p:sldLayoutId id="2147483670" r:id="rId6"/>
    <p:sldLayoutId id="2147483663" r:id="rId7"/>
    <p:sldLayoutId id="2147483706" r:id="rId8"/>
    <p:sldLayoutId id="2147483671" r:id="rId9"/>
    <p:sldLayoutId id="2147483664" r:id="rId10"/>
    <p:sldLayoutId id="2147483672" r:id="rId11"/>
    <p:sldLayoutId id="2147483665" r:id="rId12"/>
    <p:sldLayoutId id="2147483673" r:id="rId13"/>
    <p:sldLayoutId id="2147483704" r:id="rId14"/>
    <p:sldLayoutId id="2147483666" r:id="rId15"/>
    <p:sldLayoutId id="2147483703" r:id="rId16"/>
    <p:sldLayoutId id="2147483720" r:id="rId17"/>
  </p:sldLayoutIdLst>
  <p:hf hdr="0"/>
  <p:txStyles>
    <p:titleStyle>
      <a:lvl1pPr algn="l" defTabSz="914070" rtl="0" eaLnBrk="1" latinLnBrk="0" hangingPunct="1">
        <a:spcBef>
          <a:spcPct val="0"/>
        </a:spcBef>
        <a:buNone/>
        <a:defRPr sz="2500" b="1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59630" indent="-159630" algn="l" defTabSz="914070" rtl="0" eaLnBrk="1" latinLnBrk="0" hangingPunct="1">
        <a:spcBef>
          <a:spcPts val="443"/>
        </a:spcBef>
        <a:buFont typeface="Arial" pitchFamily="34" charset="0"/>
        <a:buChar char="−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19260" indent="-159630" algn="l" defTabSz="914070" rtl="0" eaLnBrk="1" latinLnBrk="0" hangingPunct="1">
        <a:spcBef>
          <a:spcPts val="443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78890" indent="-159630" algn="l" defTabSz="914070" rtl="0" eaLnBrk="1" latinLnBrk="0" hangingPunct="1">
        <a:spcBef>
          <a:spcPts val="443"/>
        </a:spcBef>
        <a:buFont typeface="Arial" pitchFamily="34" charset="0"/>
        <a:buChar char="∙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65874" indent="-197964" algn="l" defTabSz="914070" rtl="0" eaLnBrk="1" latinLnBrk="0" hangingPunct="1">
        <a:spcBef>
          <a:spcPct val="20000"/>
        </a:spcBef>
        <a:buFont typeface="Symbol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845841" indent="-158370" algn="l" defTabSz="91407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007811" indent="-158370" algn="l" defTabSz="914070" rtl="0" eaLnBrk="1" latinLnBrk="0" hangingPunct="1">
        <a:spcBef>
          <a:spcPct val="20000"/>
        </a:spcBef>
        <a:buFont typeface="Arial" pitchFamily="34" charset="0"/>
        <a:buChar char="∙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26" indent="-228516" algn="l" defTabSz="91407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61" indent="-228516" algn="l" defTabSz="91407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796" indent="-228516" algn="l" defTabSz="91407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0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5" algn="l" defTabSz="9140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70" algn="l" defTabSz="9140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04" algn="l" defTabSz="9140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38" algn="l" defTabSz="9140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173" algn="l" defTabSz="9140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09" algn="l" defTabSz="9140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43" algn="l" defTabSz="9140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277" algn="l" defTabSz="9140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7201" y="274320"/>
            <a:ext cx="822959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1" y="1577340"/>
            <a:ext cx="822959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1" y="6377940"/>
            <a:ext cx="2926079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586588"/>
            <a:r>
              <a:rPr lang="en-US" sz="1200" smtClean="0">
                <a:solidFill>
                  <a:prstClr val="black">
                    <a:tint val="75000"/>
                  </a:prstClr>
                </a:solidFill>
              </a:rPr>
              <a:t>Towards Metadata Management with SDMX and DDI</a:t>
            </a:r>
            <a:endParaRPr sz="12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586588"/>
            <a:r>
              <a:rPr lang="de-DE" sz="1200" smtClean="0">
                <a:solidFill>
                  <a:prstClr val="black">
                    <a:tint val="75000"/>
                  </a:prstClr>
                </a:solidFill>
              </a:rPr>
              <a:t>EDDI 2015</a:t>
            </a:r>
            <a:endParaRPr lang="en-US" sz="12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586588"/>
            <a:fld id="{B6F15528-21DE-4FAA-801E-634DDDAF4B2B}" type="slidenum">
              <a:rPr sz="1200">
                <a:solidFill>
                  <a:prstClr val="black">
                    <a:tint val="75000"/>
                  </a:prstClr>
                </a:solidFill>
              </a:rPr>
              <a:pPr defTabSz="586588"/>
              <a:t>‹Nr.›</a:t>
            </a:fld>
            <a:endParaRPr sz="120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011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</p:sldLayoutIdLst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293294">
        <a:defRPr>
          <a:latin typeface="+mn-lt"/>
          <a:ea typeface="+mn-ea"/>
          <a:cs typeface="+mn-cs"/>
        </a:defRPr>
      </a:lvl2pPr>
      <a:lvl3pPr marL="586588">
        <a:defRPr>
          <a:latin typeface="+mn-lt"/>
          <a:ea typeface="+mn-ea"/>
          <a:cs typeface="+mn-cs"/>
        </a:defRPr>
      </a:lvl3pPr>
      <a:lvl4pPr marL="879881">
        <a:defRPr>
          <a:latin typeface="+mn-lt"/>
          <a:ea typeface="+mn-ea"/>
          <a:cs typeface="+mn-cs"/>
        </a:defRPr>
      </a:lvl4pPr>
      <a:lvl5pPr marL="1173175">
        <a:defRPr>
          <a:latin typeface="+mn-lt"/>
          <a:ea typeface="+mn-ea"/>
          <a:cs typeface="+mn-cs"/>
        </a:defRPr>
      </a:lvl5pPr>
      <a:lvl6pPr marL="1466469">
        <a:defRPr>
          <a:latin typeface="+mn-lt"/>
          <a:ea typeface="+mn-ea"/>
          <a:cs typeface="+mn-cs"/>
        </a:defRPr>
      </a:lvl6pPr>
      <a:lvl7pPr marL="1759763">
        <a:defRPr>
          <a:latin typeface="+mn-lt"/>
          <a:ea typeface="+mn-ea"/>
          <a:cs typeface="+mn-cs"/>
        </a:defRPr>
      </a:lvl7pPr>
      <a:lvl8pPr marL="2053057">
        <a:defRPr>
          <a:latin typeface="+mn-lt"/>
          <a:ea typeface="+mn-ea"/>
          <a:cs typeface="+mn-cs"/>
        </a:defRPr>
      </a:lvl8pPr>
      <a:lvl9pPr marL="234635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93294">
        <a:defRPr>
          <a:latin typeface="+mn-lt"/>
          <a:ea typeface="+mn-ea"/>
          <a:cs typeface="+mn-cs"/>
        </a:defRPr>
      </a:lvl2pPr>
      <a:lvl3pPr marL="586588">
        <a:defRPr>
          <a:latin typeface="+mn-lt"/>
          <a:ea typeface="+mn-ea"/>
          <a:cs typeface="+mn-cs"/>
        </a:defRPr>
      </a:lvl3pPr>
      <a:lvl4pPr marL="879881">
        <a:defRPr>
          <a:latin typeface="+mn-lt"/>
          <a:ea typeface="+mn-ea"/>
          <a:cs typeface="+mn-cs"/>
        </a:defRPr>
      </a:lvl4pPr>
      <a:lvl5pPr marL="1173175">
        <a:defRPr>
          <a:latin typeface="+mn-lt"/>
          <a:ea typeface="+mn-ea"/>
          <a:cs typeface="+mn-cs"/>
        </a:defRPr>
      </a:lvl5pPr>
      <a:lvl6pPr marL="1466469">
        <a:defRPr>
          <a:latin typeface="+mn-lt"/>
          <a:ea typeface="+mn-ea"/>
          <a:cs typeface="+mn-cs"/>
        </a:defRPr>
      </a:lvl6pPr>
      <a:lvl7pPr marL="1759763">
        <a:defRPr>
          <a:latin typeface="+mn-lt"/>
          <a:ea typeface="+mn-ea"/>
          <a:cs typeface="+mn-cs"/>
        </a:defRPr>
      </a:lvl7pPr>
      <a:lvl8pPr marL="2053057">
        <a:defRPr>
          <a:latin typeface="+mn-lt"/>
          <a:ea typeface="+mn-ea"/>
          <a:cs typeface="+mn-cs"/>
        </a:defRPr>
      </a:lvl8pPr>
      <a:lvl9pPr marL="234635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88235" y="241809"/>
            <a:ext cx="8110301" cy="652555"/>
          </a:xfrm>
          <a:prstGeom prst="rect">
            <a:avLst/>
          </a:prstGeom>
        </p:spPr>
        <p:txBody>
          <a:bodyPr vert="horz" lIns="91424" tIns="45712" rIns="91424" bIns="45712" rtlCol="0" anchor="t">
            <a:normAutofit/>
          </a:bodyPr>
          <a:lstStyle/>
          <a:p>
            <a:r>
              <a:rPr lang="de-DE" dirty="0" smtClean="0"/>
              <a:t>Titel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19820" y="1258735"/>
            <a:ext cx="8188046" cy="4554632"/>
          </a:xfrm>
          <a:prstGeom prst="rect">
            <a:avLst/>
          </a:prstGeom>
        </p:spPr>
        <p:txBody>
          <a:bodyPr vert="horz" lIns="91424" tIns="45712" rIns="91424" bIns="45712" rtlCol="0">
            <a:normAutofit/>
          </a:bodyPr>
          <a:lstStyle/>
          <a:p>
            <a:pPr lvl="0"/>
            <a:r>
              <a:rPr lang="de-DE" dirty="0" smtClean="0"/>
              <a:t>Erste Ebene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</a:p>
          <a:p>
            <a:pPr lvl="5"/>
            <a:r>
              <a:rPr lang="de-DE" dirty="0" smtClean="0"/>
              <a:t>Sechste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66467" y="6253200"/>
            <a:ext cx="2114649" cy="162000"/>
          </a:xfrm>
          <a:prstGeom prst="rect">
            <a:avLst/>
          </a:prstGeom>
        </p:spPr>
        <p:txBody>
          <a:bodyPr vert="horz" lIns="81107" tIns="40554" rIns="81107" bIns="40554" rtlCol="0" anchor="ctr"/>
          <a:lstStyle>
            <a:lvl1pPr algn="l">
              <a:lnSpc>
                <a:spcPct val="100000"/>
              </a:lnSpc>
              <a:defRPr sz="1200">
                <a:solidFill>
                  <a:schemeClr val="tx1"/>
                </a:solidFill>
              </a:defRPr>
            </a:lvl1pPr>
          </a:lstStyle>
          <a:p>
            <a:pPr defTabSz="914242"/>
            <a:r>
              <a:rPr lang="de-DE" smtClean="0">
                <a:solidFill>
                  <a:prstClr val="black"/>
                </a:solidFill>
              </a:rPr>
              <a:t>EDDI 2015</a:t>
            </a:r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66467" y="6069600"/>
            <a:ext cx="8119630" cy="162000"/>
          </a:xfrm>
          <a:prstGeom prst="rect">
            <a:avLst/>
          </a:prstGeom>
        </p:spPr>
        <p:txBody>
          <a:bodyPr vert="horz" lIns="81107" tIns="40554" rIns="81107" bIns="40554" rtlCol="0" anchor="ctr"/>
          <a:lstStyle>
            <a:lvl1pPr algn="l">
              <a:lnSpc>
                <a:spcPct val="100000"/>
              </a:lnSpc>
              <a:defRPr sz="1200">
                <a:solidFill>
                  <a:schemeClr val="tx1"/>
                </a:solidFill>
              </a:defRPr>
            </a:lvl1pPr>
          </a:lstStyle>
          <a:p>
            <a:pPr defTabSz="914242"/>
            <a:r>
              <a:rPr lang="en-US" smtClean="0">
                <a:solidFill>
                  <a:prstClr val="black"/>
                </a:solidFill>
              </a:rPr>
              <a:t>Towards Metadata Management with SDMX and DDI</a:t>
            </a:r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466467" y="6433200"/>
            <a:ext cx="2114649" cy="162000"/>
          </a:xfrm>
          <a:prstGeom prst="rect">
            <a:avLst/>
          </a:prstGeom>
        </p:spPr>
        <p:txBody>
          <a:bodyPr vert="horz" lIns="81107" tIns="40554" rIns="81107" bIns="40554" rtlCol="0" anchor="ctr"/>
          <a:lstStyle>
            <a:lvl1pPr algn="l">
              <a:lnSpc>
                <a:spcPct val="100000"/>
              </a:lnSpc>
              <a:defRPr sz="1200" b="1">
                <a:solidFill>
                  <a:schemeClr val="tx1"/>
                </a:solidFill>
              </a:defRPr>
            </a:lvl1pPr>
          </a:lstStyle>
          <a:p>
            <a:pPr defTabSz="914242"/>
            <a:r>
              <a:rPr lang="de-DE" dirty="0" smtClean="0">
                <a:solidFill>
                  <a:prstClr val="black"/>
                </a:solidFill>
              </a:rPr>
              <a:t>Seite </a:t>
            </a:r>
            <a:fld id="{795659D1-D435-4DC4-B545-657E7139435F}" type="slidenum">
              <a:rPr lang="de-DE" smtClean="0">
                <a:solidFill>
                  <a:prstClr val="black"/>
                </a:solidFill>
              </a:rPr>
              <a:pPr defTabSz="914242"/>
              <a:t>‹Nr.›</a:t>
            </a:fld>
            <a:endParaRPr lang="de-DE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13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</p:sldLayoutIdLst>
  <p:hf hdr="0"/>
  <p:txStyles>
    <p:titleStyle>
      <a:lvl1pPr algn="l" defTabSz="914242" rtl="0" eaLnBrk="1" latinLnBrk="0" hangingPunct="1">
        <a:spcBef>
          <a:spcPct val="0"/>
        </a:spcBef>
        <a:buNone/>
        <a:defRPr sz="2500" b="1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59660" indent="-159660" algn="l" defTabSz="914242" rtl="0" eaLnBrk="1" latinLnBrk="0" hangingPunct="1">
        <a:spcBef>
          <a:spcPts val="443"/>
        </a:spcBef>
        <a:buFont typeface="Arial" pitchFamily="34" charset="0"/>
        <a:buChar char="−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19320" indent="-159660" algn="l" defTabSz="914242" rtl="0" eaLnBrk="1" latinLnBrk="0" hangingPunct="1">
        <a:spcBef>
          <a:spcPts val="443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78980" indent="-159660" algn="l" defTabSz="914242" rtl="0" eaLnBrk="1" latinLnBrk="0" hangingPunct="1">
        <a:spcBef>
          <a:spcPts val="443"/>
        </a:spcBef>
        <a:buFont typeface="Arial" pitchFamily="34" charset="0"/>
        <a:buChar char="∙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66000" indent="-198000" algn="l" defTabSz="914242" rtl="0" eaLnBrk="1" latinLnBrk="0" hangingPunct="1">
        <a:spcBef>
          <a:spcPct val="20000"/>
        </a:spcBef>
        <a:buFont typeface="Symbol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846000" indent="-158400" algn="l" defTabSz="914242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008000" indent="-158400" algn="l" defTabSz="914242" rtl="0" eaLnBrk="1" latinLnBrk="0" hangingPunct="1">
        <a:spcBef>
          <a:spcPct val="20000"/>
        </a:spcBef>
        <a:buFont typeface="Arial" pitchFamily="34" charset="0"/>
        <a:buChar char="∙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84" indent="-228560" algn="l" defTabSz="9142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05" indent="-228560" algn="l" defTabSz="9142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26" indent="-228560" algn="l" defTabSz="9142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2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1" algn="l" defTabSz="9142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2" algn="l" defTabSz="9142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62" algn="l" defTabSz="9142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82" algn="l" defTabSz="9142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03" algn="l" defTabSz="9142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24" algn="l" defTabSz="9142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45" algn="l" defTabSz="9142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2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7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openxmlformats.org/officeDocument/2006/relationships/image" Target="../media/image3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9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18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15.png"/><Relationship Id="rId12" Type="http://schemas.openxmlformats.org/officeDocument/2006/relationships/image" Target="../media/image17.gif"/><Relationship Id="rId2" Type="http://schemas.openxmlformats.org/officeDocument/2006/relationships/slideLayout" Target="../slideLayouts/slideLayout17.xml"/><Relationship Id="rId16" Type="http://schemas.openxmlformats.org/officeDocument/2006/relationships/image" Target="../media/image20.png"/><Relationship Id="rId1" Type="http://schemas.openxmlformats.org/officeDocument/2006/relationships/vmlDrawing" Target="../drawings/vmlDrawing1.vml"/><Relationship Id="rId6" Type="http://schemas.openxmlformats.org/officeDocument/2006/relationships/image" Target="../media/image14.png"/><Relationship Id="rId11" Type="http://schemas.openxmlformats.org/officeDocument/2006/relationships/hyperlink" Target="http://www.bundesbank.de/presse/presse_aktuell.php" TargetMode="External"/><Relationship Id="rId5" Type="http://schemas.openxmlformats.org/officeDocument/2006/relationships/image" Target="../media/image13.jpeg"/><Relationship Id="rId15" Type="http://schemas.openxmlformats.org/officeDocument/2006/relationships/image" Target="../media/image19.jpeg"/><Relationship Id="rId10" Type="http://schemas.openxmlformats.org/officeDocument/2006/relationships/image" Target="../media/image16.gif"/><Relationship Id="rId4" Type="http://schemas.openxmlformats.org/officeDocument/2006/relationships/image" Target="../media/image12.png"/><Relationship Id="rId9" Type="http://schemas.openxmlformats.org/officeDocument/2006/relationships/hyperlink" Target="http://www.bundesbank.de/statistik/statistik_overview.php" TargetMode="External"/><Relationship Id="rId14" Type="http://schemas.openxmlformats.org/officeDocument/2006/relationships/hyperlink" Target="http://www.google.de/imgres?imgurl=http://upload.wikimedia.org/wikipedia/de/1/16/Microsoft_Excel_2010.png&amp;imgrefurl=http://de.wikipedia.org/wiki/Datei:Microsoft_Excel_2010.png&amp;usg=__SdKKX9wROwiTm6qs9ZMkk420-mU=&amp;h=256&amp;w=256&amp;sz=58&amp;hl=de&amp;start=26&amp;zoom=1&amp;itbs=1&amp;tbnid=Dw9OdPAbM1-DPM:&amp;tbnh=111&amp;tbnw=111&amp;prev=/images?q=excel+datei&amp;start=20&amp;hl=de&amp;safe=active&amp;sa=X&amp;gbv=2&amp;ndsp=20&amp;tbs=isch:1,itp:clipart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8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15.png"/><Relationship Id="rId12" Type="http://schemas.openxmlformats.org/officeDocument/2006/relationships/image" Target="../media/image17.gif"/><Relationship Id="rId2" Type="http://schemas.openxmlformats.org/officeDocument/2006/relationships/slideLayout" Target="../slideLayouts/slideLayout17.xml"/><Relationship Id="rId16" Type="http://schemas.openxmlformats.org/officeDocument/2006/relationships/image" Target="../media/image20.png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png"/><Relationship Id="rId11" Type="http://schemas.openxmlformats.org/officeDocument/2006/relationships/hyperlink" Target="http://www.bundesbank.de/presse/presse_aktuell.php" TargetMode="External"/><Relationship Id="rId5" Type="http://schemas.openxmlformats.org/officeDocument/2006/relationships/image" Target="../media/image13.jpeg"/><Relationship Id="rId15" Type="http://schemas.openxmlformats.org/officeDocument/2006/relationships/image" Target="../media/image19.jpeg"/><Relationship Id="rId10" Type="http://schemas.openxmlformats.org/officeDocument/2006/relationships/image" Target="../media/image16.gif"/><Relationship Id="rId4" Type="http://schemas.openxmlformats.org/officeDocument/2006/relationships/image" Target="../media/image12.png"/><Relationship Id="rId9" Type="http://schemas.openxmlformats.org/officeDocument/2006/relationships/hyperlink" Target="http://www.bundesbank.de/statistik/statistik_overview.php" TargetMode="External"/><Relationship Id="rId14" Type="http://schemas.openxmlformats.org/officeDocument/2006/relationships/hyperlink" Target="http://www.google.de/imgres?imgurl=http://upload.wikimedia.org/wikipedia/de/1/16/Microsoft_Excel_2010.png&amp;imgrefurl=http://de.wikipedia.org/wiki/Datei:Microsoft_Excel_2010.png&amp;usg=__SdKKX9wROwiTm6qs9ZMkk420-mU=&amp;h=256&amp;w=256&amp;sz=58&amp;hl=de&amp;start=26&amp;zoom=1&amp;itbs=1&amp;tbnid=Dw9OdPAbM1-DPM:&amp;tbnh=111&amp;tbnw=111&amp;prev=/images?q=excel+datei&amp;start=20&amp;hl=de&amp;safe=active&amp;sa=X&amp;gbv=2&amp;ndsp=20&amp;tbs=isch:1,itp:clipart" TargetMode="Externa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18.png"/><Relationship Id="rId3" Type="http://schemas.openxmlformats.org/officeDocument/2006/relationships/oleObject" Target="../embeddings/oleObject5.bin"/><Relationship Id="rId7" Type="http://schemas.openxmlformats.org/officeDocument/2006/relationships/image" Target="../media/image15.png"/><Relationship Id="rId12" Type="http://schemas.openxmlformats.org/officeDocument/2006/relationships/image" Target="../media/image17.gif"/><Relationship Id="rId2" Type="http://schemas.openxmlformats.org/officeDocument/2006/relationships/slideLayout" Target="../slideLayouts/slideLayout17.xml"/><Relationship Id="rId16" Type="http://schemas.openxmlformats.org/officeDocument/2006/relationships/image" Target="../media/image20.png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png"/><Relationship Id="rId11" Type="http://schemas.openxmlformats.org/officeDocument/2006/relationships/hyperlink" Target="http://www.bundesbank.de/presse/presse_aktuell.php" TargetMode="External"/><Relationship Id="rId5" Type="http://schemas.openxmlformats.org/officeDocument/2006/relationships/image" Target="../media/image13.jpeg"/><Relationship Id="rId15" Type="http://schemas.openxmlformats.org/officeDocument/2006/relationships/image" Target="../media/image19.jpeg"/><Relationship Id="rId10" Type="http://schemas.openxmlformats.org/officeDocument/2006/relationships/image" Target="../media/image16.gif"/><Relationship Id="rId4" Type="http://schemas.openxmlformats.org/officeDocument/2006/relationships/image" Target="../media/image12.png"/><Relationship Id="rId9" Type="http://schemas.openxmlformats.org/officeDocument/2006/relationships/hyperlink" Target="http://www.bundesbank.de/statistik/statistik_overview.php" TargetMode="External"/><Relationship Id="rId14" Type="http://schemas.openxmlformats.org/officeDocument/2006/relationships/hyperlink" Target="http://www.google.de/imgres?imgurl=http://upload.wikimedia.org/wikipedia/de/1/16/Microsoft_Excel_2010.png&amp;imgrefurl=http://de.wikipedia.org/wiki/Datei:Microsoft_Excel_2010.png&amp;usg=__SdKKX9wROwiTm6qs9ZMkk420-mU=&amp;h=256&amp;w=256&amp;sz=58&amp;hl=de&amp;start=26&amp;zoom=1&amp;itbs=1&amp;tbnid=Dw9OdPAbM1-DPM:&amp;tbnh=111&amp;tbnw=111&amp;prev=/images?q=excel+datei&amp;start=20&amp;hl=de&amp;safe=active&amp;sa=X&amp;gbv=2&amp;ndsp=20&amp;tbs=isch:1,itp:clipart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887619" y="2986163"/>
            <a:ext cx="8256381" cy="442837"/>
          </a:xfrm>
        </p:spPr>
        <p:txBody>
          <a:bodyPr/>
          <a:lstStyle/>
          <a:p>
            <a:r>
              <a:rPr lang="de-DE" sz="2450" dirty="0" err="1"/>
              <a:t>Towards</a:t>
            </a:r>
            <a:r>
              <a:rPr lang="de-DE" sz="2450" dirty="0"/>
              <a:t> </a:t>
            </a:r>
            <a:r>
              <a:rPr lang="de-DE" sz="2450" dirty="0" err="1"/>
              <a:t>Metadata</a:t>
            </a:r>
            <a:r>
              <a:rPr lang="de-DE" sz="2450" dirty="0"/>
              <a:t> </a:t>
            </a:r>
            <a:r>
              <a:rPr lang="de-DE" sz="2450" dirty="0" err="1"/>
              <a:t>management</a:t>
            </a:r>
            <a:r>
              <a:rPr lang="de-DE" sz="2450" dirty="0"/>
              <a:t> </a:t>
            </a:r>
            <a:r>
              <a:rPr lang="de-DE" sz="2450" dirty="0" err="1"/>
              <a:t>with</a:t>
            </a:r>
            <a:r>
              <a:rPr lang="de-DE" sz="2450" dirty="0"/>
              <a:t> SDMX </a:t>
            </a:r>
            <a:r>
              <a:rPr lang="de-DE" sz="2450" dirty="0" err="1"/>
              <a:t>and</a:t>
            </a:r>
            <a:r>
              <a:rPr lang="de-DE" sz="2450" dirty="0"/>
              <a:t> DDI </a:t>
            </a:r>
            <a:r>
              <a:rPr lang="de-DE" sz="2450" dirty="0" err="1"/>
              <a:t>for</a:t>
            </a:r>
            <a:r>
              <a:rPr lang="de-DE" sz="2450" dirty="0"/>
              <a:t> </a:t>
            </a:r>
            <a:r>
              <a:rPr lang="de-DE" sz="2450" dirty="0" err="1"/>
              <a:t>the</a:t>
            </a:r>
            <a:r>
              <a:rPr lang="de-DE" sz="2450" dirty="0"/>
              <a:t> </a:t>
            </a:r>
            <a:r>
              <a:rPr lang="de-DE" sz="2450" dirty="0" smtClean="0"/>
              <a:t>Integrated </a:t>
            </a:r>
            <a:r>
              <a:rPr lang="de-DE" sz="2450" dirty="0" err="1"/>
              <a:t>Microdata</a:t>
            </a:r>
            <a:r>
              <a:rPr lang="de-DE" sz="2450" dirty="0"/>
              <a:t> Analysis System IMIDIAS</a:t>
            </a:r>
            <a:r>
              <a:rPr lang="de-DE" dirty="0"/>
              <a:t> 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/>
          </p:nvPr>
        </p:nvSpPr>
        <p:spPr>
          <a:xfrm>
            <a:off x="884430" y="3824576"/>
            <a:ext cx="8259570" cy="304746"/>
          </a:xfrm>
        </p:spPr>
        <p:txBody>
          <a:bodyPr/>
          <a:lstStyle/>
          <a:p>
            <a:r>
              <a:rPr lang="de-DE" dirty="0" smtClean="0"/>
              <a:t>Anja Treffs, Christopher-Johannes Schild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Questions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endParaRPr lang="de-DE" sz="2400" b="1" dirty="0" smtClean="0"/>
          </a:p>
          <a:p>
            <a:pPr marL="342900" indent="-342900">
              <a:buFont typeface="+mj-lt"/>
              <a:buAutoNum type="arabicPeriod"/>
            </a:pPr>
            <a:endParaRPr lang="de-DE" sz="2400" b="1" dirty="0" smtClean="0"/>
          </a:p>
          <a:p>
            <a:pPr marL="342900" indent="-342900">
              <a:buFont typeface="+mj-lt"/>
              <a:buAutoNum type="arabicPeriod"/>
            </a:pPr>
            <a:endParaRPr lang="de-DE" sz="2400" b="1" dirty="0"/>
          </a:p>
          <a:p>
            <a:pPr marL="342900" indent="-342900">
              <a:buFont typeface="+mj-lt"/>
              <a:buAutoNum type="arabicPeriod"/>
            </a:pPr>
            <a:r>
              <a:rPr lang="de-DE" sz="2400" dirty="0" err="1" smtClean="0"/>
              <a:t>How</a:t>
            </a:r>
            <a:r>
              <a:rPr lang="de-DE" sz="2400" dirty="0" smtClean="0"/>
              <a:t> </a:t>
            </a:r>
            <a:r>
              <a:rPr lang="de-DE" sz="2400" dirty="0" err="1" smtClean="0"/>
              <a:t>did</a:t>
            </a:r>
            <a:r>
              <a:rPr lang="de-DE" sz="2400" dirty="0" smtClean="0"/>
              <a:t> </a:t>
            </a:r>
            <a:r>
              <a:rPr lang="de-DE" sz="2400" dirty="0" err="1" smtClean="0"/>
              <a:t>we</a:t>
            </a:r>
            <a:r>
              <a:rPr lang="de-DE" sz="2400" dirty="0" smtClean="0"/>
              <a:t> </a:t>
            </a:r>
            <a:r>
              <a:rPr lang="de-DE" sz="2400" dirty="0" err="1" smtClean="0"/>
              <a:t>previously</a:t>
            </a:r>
            <a:r>
              <a:rPr lang="de-DE" sz="2400" dirty="0" smtClean="0"/>
              <a:t> handle </a:t>
            </a:r>
            <a:r>
              <a:rPr lang="de-DE" sz="2400" dirty="0" err="1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metadata</a:t>
            </a:r>
            <a:r>
              <a:rPr lang="de-DE" sz="24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2400" smtClean="0"/>
              <a:t>What</a:t>
            </a:r>
            <a:r>
              <a:rPr lang="de-DE" sz="2400" dirty="0" smtClean="0"/>
              <a:t> </a:t>
            </a:r>
            <a:r>
              <a:rPr lang="de-DE" sz="2400" dirty="0" err="1" smtClean="0"/>
              <a:t>kind</a:t>
            </a:r>
            <a:r>
              <a:rPr lang="de-DE" sz="2400" dirty="0" smtClean="0"/>
              <a:t> </a:t>
            </a:r>
            <a:r>
              <a:rPr lang="de-DE" sz="2400" dirty="0" err="1" smtClean="0"/>
              <a:t>of</a:t>
            </a:r>
            <a:r>
              <a:rPr lang="de-DE" sz="2400" dirty="0" smtClean="0"/>
              <a:t> </a:t>
            </a:r>
            <a:r>
              <a:rPr lang="de-DE" sz="2400" dirty="0" err="1" smtClean="0"/>
              <a:t>infrastructure</a:t>
            </a:r>
            <a:r>
              <a:rPr lang="de-DE" sz="2400" dirty="0" smtClean="0"/>
              <a:t> do </a:t>
            </a:r>
            <a:r>
              <a:rPr lang="de-DE" sz="2400" dirty="0" err="1" smtClean="0"/>
              <a:t>we</a:t>
            </a:r>
            <a:r>
              <a:rPr lang="de-DE" sz="2400" dirty="0" smtClean="0"/>
              <a:t> </a:t>
            </a:r>
            <a:r>
              <a:rPr lang="de-DE" sz="2400" dirty="0" err="1" smtClean="0"/>
              <a:t>need</a:t>
            </a:r>
            <a:r>
              <a:rPr lang="de-DE" sz="2400" dirty="0" smtClean="0"/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2400" dirty="0" err="1" smtClean="0"/>
              <a:t>How</a:t>
            </a:r>
            <a:r>
              <a:rPr lang="de-DE" sz="2400" dirty="0" smtClean="0"/>
              <a:t> do </a:t>
            </a:r>
            <a:r>
              <a:rPr lang="de-DE" sz="2400" dirty="0" err="1" smtClean="0"/>
              <a:t>we</a:t>
            </a:r>
            <a:r>
              <a:rPr lang="de-DE" sz="2400" dirty="0" smtClean="0"/>
              <a:t> </a:t>
            </a:r>
            <a:r>
              <a:rPr lang="de-DE" sz="2400" dirty="0" err="1" smtClean="0"/>
              <a:t>get</a:t>
            </a:r>
            <a:r>
              <a:rPr lang="de-DE" sz="2400" dirty="0" smtClean="0"/>
              <a:t> </a:t>
            </a:r>
            <a:r>
              <a:rPr lang="de-DE" sz="2400" dirty="0" err="1" smtClean="0"/>
              <a:t>there</a:t>
            </a:r>
            <a:r>
              <a:rPr lang="de-DE" sz="2400" dirty="0" smtClean="0"/>
              <a:t>?</a:t>
            </a:r>
          </a:p>
          <a:p>
            <a:pPr marL="0" lvl="1" indent="0">
              <a:buNone/>
            </a:pPr>
            <a:endParaRPr lang="de-DE" sz="2400" dirty="0" smtClean="0"/>
          </a:p>
          <a:p>
            <a:pPr marL="0" lvl="1" indent="0">
              <a:buNone/>
            </a:pPr>
            <a:r>
              <a:rPr lang="de-DE" sz="2400" dirty="0" err="1" smtClean="0"/>
              <a:t>Metadata</a:t>
            </a:r>
            <a:r>
              <a:rPr lang="de-DE" sz="2400" dirty="0" smtClean="0"/>
              <a:t> Team </a:t>
            </a:r>
            <a:r>
              <a:rPr lang="de-DE" sz="2400" dirty="0" err="1" smtClean="0"/>
              <a:t>of</a:t>
            </a:r>
            <a:r>
              <a:rPr lang="de-DE" sz="2400" dirty="0" smtClean="0"/>
              <a:t> 6</a:t>
            </a:r>
          </a:p>
          <a:p>
            <a:pPr marL="0" indent="0">
              <a:buNone/>
            </a:pPr>
            <a:endParaRPr lang="de-DE" dirty="0" smtClean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EDDI 2015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de-DE" smtClean="0"/>
              <a:t>Seite </a:t>
            </a:r>
            <a:fld id="{795659D1-D435-4DC4-B545-657E7139435F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smtClean="0"/>
              <a:t>Towards Metadata Management with SDMX and DDI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4350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78864" y="58156"/>
            <a:ext cx="0" cy="147984"/>
          </a:xfrm>
          <a:custGeom>
            <a:avLst/>
            <a:gdLst/>
            <a:ahLst/>
            <a:cxnLst/>
            <a:rect l="l" t="t" r="r" b="b"/>
            <a:pathLst>
              <a:path h="222250">
                <a:moveTo>
                  <a:pt x="0" y="0"/>
                </a:moveTo>
                <a:lnTo>
                  <a:pt x="0" y="222250"/>
                </a:lnTo>
              </a:path>
            </a:pathLst>
          </a:custGeom>
          <a:ln w="71996">
            <a:solidFill>
              <a:srgbClr val="0065A4"/>
            </a:solidFill>
          </a:ln>
        </p:spPr>
        <p:txBody>
          <a:bodyPr wrap="square" lIns="0" tIns="0" rIns="0" bIns="0" rtlCol="0"/>
          <a:lstStyle/>
          <a:p>
            <a:pPr defTabSz="586533"/>
            <a:endParaRPr sz="1200">
              <a:solidFill>
                <a:prstClr val="black"/>
              </a:solidFill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8376" y="25442"/>
            <a:ext cx="8460707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46" defTabSz="586533"/>
            <a:r>
              <a:rPr lang="en-US" sz="2000" b="1" spc="3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</a:t>
            </a:r>
            <a:r>
              <a:rPr lang="en-US" sz="2000" b="1" spc="6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000" b="1" spc="35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</a:t>
            </a:r>
            <a:r>
              <a:rPr lang="en-US" sz="2000" b="1" spc="9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38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Office</a:t>
            </a:r>
            <a:r>
              <a:rPr lang="en-US" sz="2000" b="1" spc="9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61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2000" b="1" spc="9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29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German Central Bank </a:t>
            </a:r>
            <a:r>
              <a:rPr lang="en-US" sz="2000" b="1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sz="2000" b="1" spc="90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55" dirty="0" err="1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2000" b="1" spc="6" dirty="0" err="1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000" b="1" spc="48" dirty="0" err="1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ganisation</a:t>
            </a:r>
            <a:endParaRPr lang="en-US" sz="2000" b="1" spc="48" dirty="0">
              <a:solidFill>
                <a:srgbClr val="231F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7" name="object 373"/>
          <p:cNvSpPr/>
          <p:nvPr/>
        </p:nvSpPr>
        <p:spPr>
          <a:xfrm>
            <a:off x="3269936" y="2024733"/>
            <a:ext cx="133664" cy="45719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25" name="object 13"/>
          <p:cNvSpPr/>
          <p:nvPr/>
        </p:nvSpPr>
        <p:spPr>
          <a:xfrm>
            <a:off x="341359" y="543127"/>
            <a:ext cx="1026222" cy="614768"/>
          </a:xfrm>
          <a:custGeom>
            <a:avLst/>
            <a:gdLst/>
            <a:ahLst/>
            <a:cxnLst/>
            <a:rect l="l" t="t" r="r" b="b"/>
            <a:pathLst>
              <a:path w="1643380" h="923289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857643"/>
                </a:lnTo>
                <a:lnTo>
                  <a:pt x="219" y="861812"/>
                </a:lnTo>
                <a:lnTo>
                  <a:pt x="21442" y="908319"/>
                </a:lnTo>
                <a:lnTo>
                  <a:pt x="57741" y="922970"/>
                </a:lnTo>
                <a:lnTo>
                  <a:pt x="1577644" y="923302"/>
                </a:lnTo>
                <a:lnTo>
                  <a:pt x="1581809" y="923082"/>
                </a:lnTo>
                <a:lnTo>
                  <a:pt x="1628308" y="901856"/>
                </a:lnTo>
                <a:lnTo>
                  <a:pt x="1642959" y="865550"/>
                </a:lnTo>
                <a:lnTo>
                  <a:pt x="1643291" y="65646"/>
                </a:lnTo>
                <a:lnTo>
                  <a:pt x="1643075" y="61481"/>
                </a:lnTo>
                <a:lnTo>
                  <a:pt x="1621845" y="14977"/>
                </a:lnTo>
                <a:lnTo>
                  <a:pt x="1585533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algn="ctr" defTabSz="586533"/>
            <a:endParaRPr sz="700">
              <a:solidFill>
                <a:prstClr val="black"/>
              </a:solidFill>
            </a:endParaRPr>
          </a:p>
        </p:txBody>
      </p:sp>
      <p:sp>
        <p:nvSpPr>
          <p:cNvPr id="632" name="object 14"/>
          <p:cNvSpPr/>
          <p:nvPr/>
        </p:nvSpPr>
        <p:spPr>
          <a:xfrm>
            <a:off x="341359" y="543128"/>
            <a:ext cx="1026222" cy="615191"/>
          </a:xfrm>
          <a:custGeom>
            <a:avLst/>
            <a:gdLst/>
            <a:ahLst/>
            <a:cxnLst/>
            <a:rect l="l" t="t" r="r" b="b"/>
            <a:pathLst>
              <a:path w="1643380" h="92392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857643"/>
                </a:lnTo>
                <a:lnTo>
                  <a:pt x="219" y="861812"/>
                </a:lnTo>
                <a:lnTo>
                  <a:pt x="21442" y="908319"/>
                </a:lnTo>
                <a:lnTo>
                  <a:pt x="57741" y="922970"/>
                </a:lnTo>
                <a:lnTo>
                  <a:pt x="1577644" y="923302"/>
                </a:lnTo>
                <a:lnTo>
                  <a:pt x="1581809" y="923082"/>
                </a:lnTo>
                <a:lnTo>
                  <a:pt x="1628308" y="901856"/>
                </a:lnTo>
                <a:lnTo>
                  <a:pt x="1642959" y="865550"/>
                </a:lnTo>
                <a:lnTo>
                  <a:pt x="1643291" y="65646"/>
                </a:lnTo>
                <a:lnTo>
                  <a:pt x="1643075" y="61481"/>
                </a:lnTo>
                <a:lnTo>
                  <a:pt x="1621845" y="14977"/>
                </a:lnTo>
                <a:lnTo>
                  <a:pt x="1585533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algn="ctr" defTabSz="586533"/>
            <a:endParaRPr sz="700">
              <a:solidFill>
                <a:prstClr val="black"/>
              </a:solidFill>
            </a:endParaRPr>
          </a:p>
        </p:txBody>
      </p:sp>
      <p:sp>
        <p:nvSpPr>
          <p:cNvPr id="653" name="object 15"/>
          <p:cNvSpPr/>
          <p:nvPr/>
        </p:nvSpPr>
        <p:spPr>
          <a:xfrm>
            <a:off x="2049875" y="543127"/>
            <a:ext cx="1026222" cy="614768"/>
          </a:xfrm>
          <a:custGeom>
            <a:avLst/>
            <a:gdLst/>
            <a:ahLst/>
            <a:cxnLst/>
            <a:rect l="l" t="t" r="r" b="b"/>
            <a:pathLst>
              <a:path w="1643379" h="923289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857643"/>
                </a:lnTo>
                <a:lnTo>
                  <a:pt x="219" y="861812"/>
                </a:lnTo>
                <a:lnTo>
                  <a:pt x="21442" y="908319"/>
                </a:lnTo>
                <a:lnTo>
                  <a:pt x="57741" y="922970"/>
                </a:lnTo>
                <a:lnTo>
                  <a:pt x="1577644" y="923302"/>
                </a:lnTo>
                <a:lnTo>
                  <a:pt x="1581809" y="923082"/>
                </a:lnTo>
                <a:lnTo>
                  <a:pt x="1628308" y="901856"/>
                </a:lnTo>
                <a:lnTo>
                  <a:pt x="1642959" y="865550"/>
                </a:lnTo>
                <a:lnTo>
                  <a:pt x="1643291" y="65646"/>
                </a:lnTo>
                <a:lnTo>
                  <a:pt x="1643075" y="61481"/>
                </a:lnTo>
                <a:lnTo>
                  <a:pt x="1621845" y="14977"/>
                </a:lnTo>
                <a:lnTo>
                  <a:pt x="1585533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algn="ctr" defTabSz="586533"/>
            <a:endParaRPr sz="700">
              <a:solidFill>
                <a:prstClr val="black"/>
              </a:solidFill>
            </a:endParaRPr>
          </a:p>
        </p:txBody>
      </p:sp>
      <p:sp>
        <p:nvSpPr>
          <p:cNvPr id="654" name="object 16"/>
          <p:cNvSpPr/>
          <p:nvPr/>
        </p:nvSpPr>
        <p:spPr>
          <a:xfrm>
            <a:off x="2049875" y="543128"/>
            <a:ext cx="1026222" cy="615191"/>
          </a:xfrm>
          <a:custGeom>
            <a:avLst/>
            <a:gdLst/>
            <a:ahLst/>
            <a:cxnLst/>
            <a:rect l="l" t="t" r="r" b="b"/>
            <a:pathLst>
              <a:path w="1643379" h="92392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857643"/>
                </a:lnTo>
                <a:lnTo>
                  <a:pt x="219" y="861812"/>
                </a:lnTo>
                <a:lnTo>
                  <a:pt x="21442" y="908319"/>
                </a:lnTo>
                <a:lnTo>
                  <a:pt x="57741" y="922970"/>
                </a:lnTo>
                <a:lnTo>
                  <a:pt x="1577644" y="923302"/>
                </a:lnTo>
                <a:lnTo>
                  <a:pt x="1581809" y="923082"/>
                </a:lnTo>
                <a:lnTo>
                  <a:pt x="1628308" y="901856"/>
                </a:lnTo>
                <a:lnTo>
                  <a:pt x="1642959" y="865550"/>
                </a:lnTo>
                <a:lnTo>
                  <a:pt x="1643291" y="65646"/>
                </a:lnTo>
                <a:lnTo>
                  <a:pt x="1643075" y="61481"/>
                </a:lnTo>
                <a:lnTo>
                  <a:pt x="1621845" y="14977"/>
                </a:lnTo>
                <a:lnTo>
                  <a:pt x="1585533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algn="ctr" defTabSz="586533"/>
            <a:endParaRPr sz="700">
              <a:solidFill>
                <a:prstClr val="black"/>
              </a:solidFill>
            </a:endParaRPr>
          </a:p>
        </p:txBody>
      </p:sp>
      <p:sp>
        <p:nvSpPr>
          <p:cNvPr id="655" name="object 19"/>
          <p:cNvSpPr txBox="1"/>
          <p:nvPr/>
        </p:nvSpPr>
        <p:spPr>
          <a:xfrm>
            <a:off x="412924" y="581206"/>
            <a:ext cx="898291" cy="55399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184921" algn="ctr" defTabSz="586533"/>
            <a:r>
              <a:rPr sz="700" spc="6" dirty="0" smtClean="0">
                <a:solidFill>
                  <a:srgbClr val="231F20"/>
                </a:solidFill>
                <a:cs typeface="Calibri"/>
              </a:rPr>
              <a:t> </a:t>
            </a:r>
            <a:r>
              <a:rPr sz="900" spc="13" dirty="0" smtClean="0">
                <a:solidFill>
                  <a:srgbClr val="231F20"/>
                </a:solidFill>
                <a:cs typeface="Calibri"/>
              </a:rPr>
              <a:t>P</a:t>
            </a:r>
            <a:r>
              <a:rPr sz="900" spc="-3" dirty="0" smtClean="0">
                <a:solidFill>
                  <a:srgbClr val="231F20"/>
                </a:solidFill>
                <a:cs typeface="Calibri"/>
              </a:rPr>
              <a:t>r</a:t>
            </a:r>
            <a:r>
              <a:rPr sz="900" spc="10" dirty="0" smtClean="0">
                <a:solidFill>
                  <a:srgbClr val="231F20"/>
                </a:solidFill>
                <a:cs typeface="Calibri"/>
              </a:rPr>
              <a:t>esident</a:t>
            </a:r>
            <a:endParaRPr lang="de-DE" sz="900" spc="10" dirty="0" smtClean="0">
              <a:solidFill>
                <a:srgbClr val="231F20"/>
              </a:solidFill>
              <a:cs typeface="Calibri"/>
            </a:endParaRPr>
          </a:p>
          <a:p>
            <a:pPr marR="184921" algn="ctr" defTabSz="586533"/>
            <a:r>
              <a:rPr sz="600" spc="-10" dirty="0" smtClean="0">
                <a:solidFill>
                  <a:srgbClr val="231F20"/>
                </a:solidFill>
                <a:cs typeface="Calibri"/>
              </a:rPr>
              <a:t>Member</a:t>
            </a:r>
            <a:r>
              <a:rPr sz="600" spc="19" dirty="0" smtClean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of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0" dirty="0">
                <a:solidFill>
                  <a:srgbClr val="231F20"/>
                </a:solidFill>
                <a:cs typeface="Calibri"/>
              </a:rPr>
              <a:t>the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Governing </a:t>
            </a:r>
            <a:r>
              <a:rPr sz="600" dirty="0">
                <a:solidFill>
                  <a:srgbClr val="231F20"/>
                </a:solidFill>
                <a:cs typeface="Calibri"/>
              </a:rPr>
              <a:t>Council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of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0" dirty="0">
                <a:solidFill>
                  <a:srgbClr val="231F20"/>
                </a:solidFill>
                <a:cs typeface="Calibri"/>
              </a:rPr>
              <a:t>the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ECB</a:t>
            </a:r>
            <a:endParaRPr sz="600" dirty="0">
              <a:solidFill>
                <a:prstClr val="black"/>
              </a:solidFill>
              <a:cs typeface="Calibri"/>
            </a:endParaRPr>
          </a:p>
          <a:p>
            <a:pPr algn="ctr" defTabSz="586533"/>
            <a:r>
              <a:rPr sz="900" spc="16" dirty="0">
                <a:solidFill>
                  <a:srgbClr val="231F20"/>
                </a:solidFill>
                <a:cs typeface="Calibri"/>
              </a:rPr>
              <a:t>Dr</a:t>
            </a:r>
            <a:r>
              <a:rPr sz="900" spc="35" dirty="0">
                <a:solidFill>
                  <a:srgbClr val="231F20"/>
                </a:solidFill>
                <a:cs typeface="Calibri"/>
              </a:rPr>
              <a:t> </a:t>
            </a:r>
            <a:r>
              <a:rPr sz="900" spc="22" dirty="0">
                <a:solidFill>
                  <a:srgbClr val="231F20"/>
                </a:solidFill>
                <a:cs typeface="Calibri"/>
              </a:rPr>
              <a:t>W</a:t>
            </a:r>
            <a:r>
              <a:rPr sz="900" spc="16" dirty="0">
                <a:solidFill>
                  <a:srgbClr val="231F20"/>
                </a:solidFill>
                <a:cs typeface="Calibri"/>
              </a:rPr>
              <a:t>eidmann</a:t>
            </a:r>
            <a:endParaRPr sz="9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656" name="object 20"/>
          <p:cNvSpPr txBox="1"/>
          <p:nvPr/>
        </p:nvSpPr>
        <p:spPr>
          <a:xfrm>
            <a:off x="2078966" y="615229"/>
            <a:ext cx="997131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9917" algn="ctr" defTabSz="586533"/>
            <a:r>
              <a:rPr sz="900" spc="13" dirty="0" smtClean="0">
                <a:solidFill>
                  <a:srgbClr val="231F20"/>
                </a:solidFill>
                <a:cs typeface="Calibri"/>
              </a:rPr>
              <a:t>Deputy</a:t>
            </a:r>
            <a:r>
              <a:rPr sz="900" spc="35" dirty="0" smtClean="0">
                <a:solidFill>
                  <a:srgbClr val="231F20"/>
                </a:solidFill>
                <a:cs typeface="Calibri"/>
              </a:rPr>
              <a:t> </a:t>
            </a:r>
            <a:r>
              <a:rPr sz="900" spc="13" dirty="0">
                <a:solidFill>
                  <a:srgbClr val="231F20"/>
                </a:solidFill>
                <a:cs typeface="Calibri"/>
              </a:rPr>
              <a:t>P</a:t>
            </a:r>
            <a:r>
              <a:rPr sz="9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900" spc="10" dirty="0">
                <a:solidFill>
                  <a:srgbClr val="231F20"/>
                </a:solidFill>
                <a:cs typeface="Calibri"/>
              </a:rPr>
              <a:t>esident</a:t>
            </a:r>
            <a:endParaRPr sz="900" dirty="0">
              <a:solidFill>
                <a:prstClr val="black"/>
              </a:solidFill>
              <a:cs typeface="Calibri"/>
            </a:endParaRPr>
          </a:p>
          <a:p>
            <a:pPr marR="3259" algn="ctr" defTabSz="586533"/>
            <a:r>
              <a:rPr sz="600" spc="-38" dirty="0" smtClean="0">
                <a:solidFill>
                  <a:srgbClr val="231F20"/>
                </a:solidFill>
                <a:cs typeface="Calibri"/>
              </a:rPr>
              <a:t>Pr</a:t>
            </a:r>
            <a:r>
              <a:rPr sz="600" spc="-19" dirty="0" smtClean="0">
                <a:solidFill>
                  <a:srgbClr val="231F20"/>
                </a:solidFill>
                <a:cs typeface="Calibri"/>
              </a:rPr>
              <a:t>esident’</a:t>
            </a:r>
            <a:r>
              <a:rPr sz="600" spc="-6" dirty="0" smtClean="0">
                <a:solidFill>
                  <a:srgbClr val="231F20"/>
                </a:solidFill>
                <a:cs typeface="Calibri"/>
              </a:rPr>
              <a:t>s</a:t>
            </a:r>
            <a:r>
              <a:rPr sz="600" spc="-3" dirty="0" smtClean="0">
                <a:solidFill>
                  <a:srgbClr val="231F20"/>
                </a:solidFill>
                <a:cs typeface="Calibri"/>
              </a:rPr>
              <a:t> </a:t>
            </a:r>
            <a:r>
              <a:rPr sz="600" spc="-19" dirty="0" smtClean="0">
                <a:solidFill>
                  <a:srgbClr val="231F20"/>
                </a:solidFill>
                <a:cs typeface="Calibri"/>
              </a:rPr>
              <a:t>Alternat</a:t>
            </a:r>
            <a:r>
              <a:rPr sz="600" spc="-10" dirty="0" smtClean="0">
                <a:solidFill>
                  <a:srgbClr val="231F20"/>
                </a:solidFill>
                <a:cs typeface="Calibri"/>
              </a:rPr>
              <a:t>e</a:t>
            </a:r>
            <a:r>
              <a:rPr sz="600" spc="-3" dirty="0" smtClean="0">
                <a:solidFill>
                  <a:srgbClr val="231F20"/>
                </a:solidFill>
                <a:cs typeface="Calibri"/>
              </a:rPr>
              <a:t> </a:t>
            </a:r>
            <a:r>
              <a:rPr sz="600" spc="-19" dirty="0" smtClean="0">
                <a:solidFill>
                  <a:srgbClr val="231F20"/>
                </a:solidFill>
                <a:cs typeface="Calibri"/>
              </a:rPr>
              <a:t>i</a:t>
            </a:r>
            <a:r>
              <a:rPr sz="600" spc="-10" dirty="0" smtClean="0">
                <a:solidFill>
                  <a:srgbClr val="231F20"/>
                </a:solidFill>
                <a:cs typeface="Calibri"/>
              </a:rPr>
              <a:t>n</a:t>
            </a:r>
            <a:r>
              <a:rPr sz="600" spc="-3" dirty="0" smtClean="0">
                <a:solidFill>
                  <a:srgbClr val="231F20"/>
                </a:solidFill>
                <a:cs typeface="Calibri"/>
              </a:rPr>
              <a:t> </a:t>
            </a:r>
            <a:r>
              <a:rPr sz="600" spc="-22" dirty="0" smtClean="0">
                <a:solidFill>
                  <a:srgbClr val="231F20"/>
                </a:solidFill>
                <a:cs typeface="Calibri"/>
              </a:rPr>
              <a:t>the</a:t>
            </a:r>
            <a:r>
              <a:rPr sz="600" spc="-19" dirty="0" smtClean="0">
                <a:solidFill>
                  <a:srgbClr val="231F20"/>
                </a:solidFill>
                <a:cs typeface="Calibri"/>
              </a:rPr>
              <a:t> </a:t>
            </a:r>
            <a:r>
              <a:rPr sz="600" spc="-16" dirty="0" smtClean="0">
                <a:solidFill>
                  <a:srgbClr val="231F20"/>
                </a:solidFill>
                <a:cs typeface="Calibri"/>
              </a:rPr>
              <a:t>Governin</a:t>
            </a:r>
            <a:r>
              <a:rPr sz="600" spc="-3" dirty="0" smtClean="0">
                <a:solidFill>
                  <a:srgbClr val="231F20"/>
                </a:solidFill>
                <a:cs typeface="Calibri"/>
              </a:rPr>
              <a:t>g </a:t>
            </a:r>
            <a:r>
              <a:rPr sz="600" spc="-13" dirty="0" smtClean="0">
                <a:solidFill>
                  <a:srgbClr val="231F20"/>
                </a:solidFill>
                <a:cs typeface="Calibri"/>
              </a:rPr>
              <a:t>Counci</a:t>
            </a:r>
            <a:r>
              <a:rPr sz="600" dirty="0" smtClean="0">
                <a:solidFill>
                  <a:srgbClr val="231F20"/>
                </a:solidFill>
                <a:cs typeface="Calibri"/>
              </a:rPr>
              <a:t>l</a:t>
            </a:r>
            <a:r>
              <a:rPr sz="600" spc="-3" dirty="0" smtClean="0">
                <a:solidFill>
                  <a:srgbClr val="231F20"/>
                </a:solidFill>
                <a:cs typeface="Calibri"/>
              </a:rPr>
              <a:t> </a:t>
            </a:r>
            <a:r>
              <a:rPr sz="600" spc="-13" dirty="0" smtClean="0">
                <a:solidFill>
                  <a:srgbClr val="231F20"/>
                </a:solidFill>
                <a:cs typeface="Calibri"/>
              </a:rPr>
              <a:t>o</a:t>
            </a:r>
            <a:r>
              <a:rPr sz="600" dirty="0" smtClean="0">
                <a:solidFill>
                  <a:srgbClr val="231F20"/>
                </a:solidFill>
                <a:cs typeface="Calibri"/>
              </a:rPr>
              <a:t>f</a:t>
            </a:r>
            <a:r>
              <a:rPr sz="600" spc="-3" dirty="0" smtClean="0">
                <a:solidFill>
                  <a:srgbClr val="231F20"/>
                </a:solidFill>
                <a:cs typeface="Calibri"/>
              </a:rPr>
              <a:t> </a:t>
            </a:r>
            <a:r>
              <a:rPr sz="600" spc="-22" dirty="0" smtClean="0">
                <a:solidFill>
                  <a:srgbClr val="231F20"/>
                </a:solidFill>
                <a:cs typeface="Calibri"/>
              </a:rPr>
              <a:t>th</a:t>
            </a:r>
            <a:r>
              <a:rPr sz="600" spc="-10" dirty="0" smtClean="0">
                <a:solidFill>
                  <a:srgbClr val="231F20"/>
                </a:solidFill>
                <a:cs typeface="Calibri"/>
              </a:rPr>
              <a:t>e</a:t>
            </a:r>
            <a:r>
              <a:rPr sz="600" spc="-3" dirty="0" smtClean="0">
                <a:solidFill>
                  <a:srgbClr val="231F20"/>
                </a:solidFill>
                <a:cs typeface="Calibri"/>
              </a:rPr>
              <a:t> </a:t>
            </a:r>
            <a:r>
              <a:rPr sz="600" spc="-13" dirty="0" smtClean="0">
                <a:solidFill>
                  <a:srgbClr val="231F20"/>
                </a:solidFill>
                <a:cs typeface="Calibri"/>
              </a:rPr>
              <a:t>ECB</a:t>
            </a:r>
            <a:endParaRPr sz="600" dirty="0">
              <a:solidFill>
                <a:prstClr val="black"/>
              </a:solidFill>
              <a:cs typeface="Calibri"/>
            </a:endParaRPr>
          </a:p>
          <a:p>
            <a:pPr algn="ctr" defTabSz="586533"/>
            <a:r>
              <a:rPr sz="900" spc="13" dirty="0">
                <a:solidFill>
                  <a:srgbClr val="231F20"/>
                </a:solidFill>
                <a:cs typeface="Calibri"/>
              </a:rPr>
              <a:t>P</a:t>
            </a:r>
            <a:r>
              <a:rPr sz="9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900" spc="22" dirty="0">
                <a:solidFill>
                  <a:srgbClr val="231F20"/>
                </a:solidFill>
                <a:cs typeface="Calibri"/>
              </a:rPr>
              <a:t>of</a:t>
            </a:r>
            <a:r>
              <a:rPr sz="900" spc="35" dirty="0">
                <a:solidFill>
                  <a:srgbClr val="231F20"/>
                </a:solidFill>
                <a:cs typeface="Calibri"/>
              </a:rPr>
              <a:t> </a:t>
            </a:r>
            <a:r>
              <a:rPr sz="900" spc="19" dirty="0">
                <a:solidFill>
                  <a:srgbClr val="231F20"/>
                </a:solidFill>
                <a:cs typeface="Calibri"/>
              </a:rPr>
              <a:t>Buch</a:t>
            </a:r>
            <a:endParaRPr sz="9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691" name="object 21"/>
          <p:cNvSpPr/>
          <p:nvPr/>
        </p:nvSpPr>
        <p:spPr>
          <a:xfrm>
            <a:off x="60351" y="1358122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5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8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692" name="object 22"/>
          <p:cNvSpPr/>
          <p:nvPr/>
        </p:nvSpPr>
        <p:spPr>
          <a:xfrm>
            <a:off x="60351" y="1358122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5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9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693" name="object 23"/>
          <p:cNvSpPr/>
          <p:nvPr/>
        </p:nvSpPr>
        <p:spPr>
          <a:xfrm>
            <a:off x="3477386" y="1358122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5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8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694" name="object 24"/>
          <p:cNvSpPr/>
          <p:nvPr/>
        </p:nvSpPr>
        <p:spPr>
          <a:xfrm>
            <a:off x="3477386" y="1358122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5" h="10674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9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695" name="object 25"/>
          <p:cNvSpPr/>
          <p:nvPr/>
        </p:nvSpPr>
        <p:spPr>
          <a:xfrm>
            <a:off x="7456430" y="1358122"/>
            <a:ext cx="468463" cy="710746"/>
          </a:xfrm>
          <a:custGeom>
            <a:avLst/>
            <a:gdLst/>
            <a:ahLst/>
            <a:cxnLst/>
            <a:rect l="l" t="t" r="r" b="b"/>
            <a:pathLst>
              <a:path w="743584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8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704" name="object 26"/>
          <p:cNvSpPr/>
          <p:nvPr/>
        </p:nvSpPr>
        <p:spPr>
          <a:xfrm>
            <a:off x="7456430" y="1358122"/>
            <a:ext cx="468463" cy="710746"/>
          </a:xfrm>
          <a:custGeom>
            <a:avLst/>
            <a:gdLst/>
            <a:ahLst/>
            <a:cxnLst/>
            <a:rect l="l" t="t" r="r" b="b"/>
            <a:pathLst>
              <a:path w="743584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9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706" name="object 27"/>
          <p:cNvSpPr/>
          <p:nvPr/>
        </p:nvSpPr>
        <p:spPr>
          <a:xfrm>
            <a:off x="622364" y="1358122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5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8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707" name="object 28"/>
          <p:cNvSpPr/>
          <p:nvPr/>
        </p:nvSpPr>
        <p:spPr>
          <a:xfrm>
            <a:off x="622364" y="1358122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5" h="10674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9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708" name="object 29"/>
          <p:cNvSpPr/>
          <p:nvPr/>
        </p:nvSpPr>
        <p:spPr>
          <a:xfrm>
            <a:off x="2334846" y="1358122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5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8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709" name="object 30"/>
          <p:cNvSpPr/>
          <p:nvPr/>
        </p:nvSpPr>
        <p:spPr>
          <a:xfrm>
            <a:off x="2334846" y="1358122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5" h="10674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9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710" name="object 31"/>
          <p:cNvSpPr/>
          <p:nvPr/>
        </p:nvSpPr>
        <p:spPr>
          <a:xfrm>
            <a:off x="4601409" y="1358122"/>
            <a:ext cx="497755" cy="710746"/>
          </a:xfrm>
          <a:custGeom>
            <a:avLst/>
            <a:gdLst/>
            <a:ahLst/>
            <a:cxnLst/>
            <a:rect l="l" t="t" r="r" b="b"/>
            <a:pathLst>
              <a:path w="743584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8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711" name="object 32"/>
          <p:cNvSpPr/>
          <p:nvPr/>
        </p:nvSpPr>
        <p:spPr>
          <a:xfrm>
            <a:off x="4601409" y="1358122"/>
            <a:ext cx="497755" cy="710746"/>
          </a:xfrm>
          <a:custGeom>
            <a:avLst/>
            <a:gdLst/>
            <a:ahLst/>
            <a:cxnLst/>
            <a:rect l="l" t="t" r="r" b="b"/>
            <a:pathLst>
              <a:path w="743584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9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712" name="object 33"/>
          <p:cNvSpPr/>
          <p:nvPr/>
        </p:nvSpPr>
        <p:spPr>
          <a:xfrm>
            <a:off x="1184376" y="1358122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5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8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713" name="object 34"/>
          <p:cNvSpPr/>
          <p:nvPr/>
        </p:nvSpPr>
        <p:spPr>
          <a:xfrm>
            <a:off x="1184376" y="1358122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5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9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714" name="object 35"/>
          <p:cNvSpPr/>
          <p:nvPr/>
        </p:nvSpPr>
        <p:spPr>
          <a:xfrm>
            <a:off x="56385" y="1448012"/>
            <a:ext cx="472268" cy="0"/>
          </a:xfrm>
          <a:custGeom>
            <a:avLst/>
            <a:gdLst/>
            <a:ahLst/>
            <a:cxnLst/>
            <a:rect l="l" t="t" r="r" b="b"/>
            <a:pathLst>
              <a:path w="756285">
                <a:moveTo>
                  <a:pt x="0" y="0"/>
                </a:moveTo>
                <a:lnTo>
                  <a:pt x="756005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 b="1">
              <a:solidFill>
                <a:prstClr val="black"/>
              </a:solidFill>
            </a:endParaRPr>
          </a:p>
        </p:txBody>
      </p:sp>
      <p:sp>
        <p:nvSpPr>
          <p:cNvPr id="715" name="object 36"/>
          <p:cNvSpPr txBox="1"/>
          <p:nvPr/>
        </p:nvSpPr>
        <p:spPr>
          <a:xfrm>
            <a:off x="138801" y="1371609"/>
            <a:ext cx="307311" cy="807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7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700" b="1" spc="35" dirty="0">
                <a:solidFill>
                  <a:srgbClr val="231F20"/>
                </a:solidFill>
                <a:cs typeface="Calibri"/>
              </a:rPr>
              <a:t>K</a:t>
            </a:r>
            <a:endParaRPr sz="7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716" name="object 37"/>
          <p:cNvSpPr txBox="1"/>
          <p:nvPr/>
        </p:nvSpPr>
        <p:spPr>
          <a:xfrm>
            <a:off x="110916" y="1451571"/>
            <a:ext cx="363222" cy="31611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900" b="1" spc="10" dirty="0" err="1" smtClean="0">
                <a:solidFill>
                  <a:srgbClr val="231F20"/>
                </a:solidFill>
                <a:cs typeface="Calibri"/>
              </a:rPr>
              <a:t>Communic</a:t>
            </a:r>
            <a:r>
              <a:rPr lang="de-DE" sz="900" b="1" spc="10" dirty="0" smtClean="0">
                <a:solidFill>
                  <a:srgbClr val="231F20"/>
                </a:solidFill>
                <a:cs typeface="Calibri"/>
              </a:rPr>
              <a:t>-</a:t>
            </a:r>
            <a:r>
              <a:rPr sz="900" b="1" spc="10" dirty="0" err="1" smtClean="0">
                <a:solidFill>
                  <a:srgbClr val="231F20"/>
                </a:solidFill>
                <a:cs typeface="Calibri"/>
              </a:rPr>
              <a:t>ations</a:t>
            </a:r>
            <a:endParaRPr sz="9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717" name="object 38"/>
          <p:cNvSpPr/>
          <p:nvPr/>
        </p:nvSpPr>
        <p:spPr>
          <a:xfrm>
            <a:off x="3473418" y="1448012"/>
            <a:ext cx="472268" cy="0"/>
          </a:xfrm>
          <a:custGeom>
            <a:avLst/>
            <a:gdLst/>
            <a:ahLst/>
            <a:cxnLst/>
            <a:rect l="l" t="t" r="r" b="b"/>
            <a:pathLst>
              <a:path w="756285">
                <a:moveTo>
                  <a:pt x="0" y="0"/>
                </a:moveTo>
                <a:lnTo>
                  <a:pt x="756005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 b="1">
              <a:solidFill>
                <a:prstClr val="black"/>
              </a:solidFill>
            </a:endParaRPr>
          </a:p>
        </p:txBody>
      </p:sp>
      <p:sp>
        <p:nvSpPr>
          <p:cNvPr id="718" name="object 39"/>
          <p:cNvSpPr txBox="1"/>
          <p:nvPr/>
        </p:nvSpPr>
        <p:spPr>
          <a:xfrm>
            <a:off x="3554478" y="1371609"/>
            <a:ext cx="310087" cy="8079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700" b="1" spc="19" dirty="0">
                <a:solidFill>
                  <a:srgbClr val="231F20"/>
                </a:solidFill>
                <a:cs typeface="Calibri"/>
              </a:rPr>
              <a:t> H</a:t>
            </a:r>
            <a:endParaRPr sz="7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719" name="object 40"/>
          <p:cNvSpPr txBox="1"/>
          <p:nvPr/>
        </p:nvSpPr>
        <p:spPr>
          <a:xfrm>
            <a:off x="3496030" y="1451571"/>
            <a:ext cx="270831" cy="1038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900" b="1" spc="16" dirty="0">
                <a:solidFill>
                  <a:srgbClr val="231F20"/>
                </a:solidFill>
                <a:cs typeface="Calibri"/>
              </a:rPr>
              <a:t>C</a:t>
            </a:r>
            <a:r>
              <a:rPr sz="900" b="1" spc="10" dirty="0">
                <a:solidFill>
                  <a:srgbClr val="231F20"/>
                </a:solidFill>
                <a:cs typeface="Calibri"/>
              </a:rPr>
              <a:t>ash</a:t>
            </a:r>
            <a:endParaRPr sz="9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720" name="object 41"/>
          <p:cNvSpPr/>
          <p:nvPr/>
        </p:nvSpPr>
        <p:spPr>
          <a:xfrm>
            <a:off x="7452465" y="1448012"/>
            <a:ext cx="476463" cy="0"/>
          </a:xfrm>
          <a:custGeom>
            <a:avLst/>
            <a:gdLst/>
            <a:ahLst/>
            <a:cxnLst/>
            <a:rect l="l" t="t" r="r" b="b"/>
            <a:pathLst>
              <a:path w="756284">
                <a:moveTo>
                  <a:pt x="0" y="0"/>
                </a:moveTo>
                <a:lnTo>
                  <a:pt x="756005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 b="1">
              <a:solidFill>
                <a:prstClr val="black"/>
              </a:solidFill>
            </a:endParaRPr>
          </a:p>
        </p:txBody>
      </p:sp>
      <p:sp>
        <p:nvSpPr>
          <p:cNvPr id="721" name="object 42"/>
          <p:cNvSpPr txBox="1"/>
          <p:nvPr/>
        </p:nvSpPr>
        <p:spPr>
          <a:xfrm>
            <a:off x="7528242" y="1371609"/>
            <a:ext cx="323643" cy="8079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7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700" b="1" spc="16" dirty="0">
                <a:solidFill>
                  <a:srgbClr val="231F20"/>
                </a:solidFill>
                <a:cs typeface="Calibri"/>
              </a:rPr>
              <a:t>M</a:t>
            </a:r>
            <a:endParaRPr sz="7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722" name="object 43"/>
          <p:cNvSpPr txBox="1"/>
          <p:nvPr/>
        </p:nvSpPr>
        <p:spPr>
          <a:xfrm>
            <a:off x="7452463" y="1451571"/>
            <a:ext cx="436881" cy="1038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900" b="1" spc="6" dirty="0">
                <a:solidFill>
                  <a:srgbClr val="231F20"/>
                </a:solidFill>
                <a:cs typeface="Calibri"/>
              </a:rPr>
              <a:t>Markets</a:t>
            </a:r>
            <a:endParaRPr sz="9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723" name="object 44"/>
          <p:cNvSpPr/>
          <p:nvPr/>
        </p:nvSpPr>
        <p:spPr>
          <a:xfrm>
            <a:off x="618397" y="1448012"/>
            <a:ext cx="472268" cy="0"/>
          </a:xfrm>
          <a:custGeom>
            <a:avLst/>
            <a:gdLst/>
            <a:ahLst/>
            <a:cxnLst/>
            <a:rect l="l" t="t" r="r" b="b"/>
            <a:pathLst>
              <a:path w="756285">
                <a:moveTo>
                  <a:pt x="0" y="0"/>
                </a:moveTo>
                <a:lnTo>
                  <a:pt x="756005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 b="1">
              <a:solidFill>
                <a:prstClr val="black"/>
              </a:solidFill>
            </a:endParaRPr>
          </a:p>
        </p:txBody>
      </p:sp>
      <p:sp>
        <p:nvSpPr>
          <p:cNvPr id="724" name="object 45"/>
          <p:cNvSpPr txBox="1"/>
          <p:nvPr/>
        </p:nvSpPr>
        <p:spPr>
          <a:xfrm>
            <a:off x="701670" y="1371609"/>
            <a:ext cx="305725" cy="807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7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700" b="1" spc="13" dirty="0">
                <a:solidFill>
                  <a:srgbClr val="231F20"/>
                </a:solidFill>
                <a:cs typeface="Calibri"/>
              </a:rPr>
              <a:t>R</a:t>
            </a:r>
            <a:endParaRPr sz="7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725" name="object 46"/>
          <p:cNvSpPr txBox="1"/>
          <p:nvPr/>
        </p:nvSpPr>
        <p:spPr>
          <a:xfrm>
            <a:off x="647849" y="1451571"/>
            <a:ext cx="416350" cy="10387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900" b="1" spc="16" dirty="0">
                <a:solidFill>
                  <a:srgbClr val="231F20"/>
                </a:solidFill>
                <a:cs typeface="Calibri"/>
              </a:rPr>
              <a:t>Legal</a:t>
            </a:r>
            <a:endParaRPr sz="9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726" name="object 47"/>
          <p:cNvSpPr/>
          <p:nvPr/>
        </p:nvSpPr>
        <p:spPr>
          <a:xfrm>
            <a:off x="2330880" y="1448012"/>
            <a:ext cx="472268" cy="0"/>
          </a:xfrm>
          <a:custGeom>
            <a:avLst/>
            <a:gdLst/>
            <a:ahLst/>
            <a:cxnLst/>
            <a:rect l="l" t="t" r="r" b="b"/>
            <a:pathLst>
              <a:path w="756285">
                <a:moveTo>
                  <a:pt x="0" y="0"/>
                </a:moveTo>
                <a:lnTo>
                  <a:pt x="756005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 b="1">
              <a:solidFill>
                <a:prstClr val="black"/>
              </a:solidFill>
            </a:endParaRPr>
          </a:p>
        </p:txBody>
      </p:sp>
      <p:sp>
        <p:nvSpPr>
          <p:cNvPr id="727" name="object 48"/>
          <p:cNvSpPr txBox="1"/>
          <p:nvPr/>
        </p:nvSpPr>
        <p:spPr>
          <a:xfrm>
            <a:off x="2402970" y="1371609"/>
            <a:ext cx="327931" cy="807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7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700" b="1" spc="10" dirty="0">
                <a:solidFill>
                  <a:srgbClr val="231F20"/>
                </a:solidFill>
                <a:cs typeface="Calibri"/>
              </a:rPr>
              <a:t>Rv</a:t>
            </a:r>
            <a:endParaRPr sz="7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728" name="object 49"/>
          <p:cNvSpPr txBox="1"/>
          <p:nvPr/>
        </p:nvSpPr>
        <p:spPr>
          <a:xfrm>
            <a:off x="2375851" y="1451571"/>
            <a:ext cx="386065" cy="1038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900" b="1" spc="13" dirty="0">
                <a:solidFill>
                  <a:srgbClr val="231F20"/>
                </a:solidFill>
                <a:cs typeface="Calibri"/>
              </a:rPr>
              <a:t>Audit</a:t>
            </a:r>
            <a:endParaRPr sz="9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729" name="object 50"/>
          <p:cNvSpPr/>
          <p:nvPr/>
        </p:nvSpPr>
        <p:spPr>
          <a:xfrm>
            <a:off x="4597442" y="1448012"/>
            <a:ext cx="506255" cy="0"/>
          </a:xfrm>
          <a:custGeom>
            <a:avLst/>
            <a:gdLst/>
            <a:ahLst/>
            <a:cxnLst/>
            <a:rect l="l" t="t" r="r" b="b"/>
            <a:pathLst>
              <a:path w="756284">
                <a:moveTo>
                  <a:pt x="0" y="0"/>
                </a:moveTo>
                <a:lnTo>
                  <a:pt x="756005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 b="1">
              <a:solidFill>
                <a:prstClr val="black"/>
              </a:solidFill>
            </a:endParaRPr>
          </a:p>
        </p:txBody>
      </p:sp>
      <p:sp>
        <p:nvSpPr>
          <p:cNvPr id="730" name="object 51"/>
          <p:cNvSpPr txBox="1"/>
          <p:nvPr/>
        </p:nvSpPr>
        <p:spPr>
          <a:xfrm>
            <a:off x="4682142" y="1371609"/>
            <a:ext cx="324752" cy="8079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700" b="1" spc="19" dirty="0">
                <a:solidFill>
                  <a:srgbClr val="231F20"/>
                </a:solidFill>
                <a:cs typeface="Calibri"/>
              </a:rPr>
              <a:t> Z</a:t>
            </a:r>
            <a:endParaRPr sz="7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731" name="object 52"/>
          <p:cNvSpPr txBox="1"/>
          <p:nvPr/>
        </p:nvSpPr>
        <p:spPr>
          <a:xfrm>
            <a:off x="4632385" y="1451571"/>
            <a:ext cx="457200" cy="51937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900" b="1" dirty="0">
                <a:solidFill>
                  <a:srgbClr val="231F20"/>
                </a:solidFill>
                <a:cs typeface="Calibri"/>
              </a:rPr>
              <a:t>P</a:t>
            </a:r>
            <a:r>
              <a:rPr sz="900" b="1" spc="10" dirty="0">
                <a:solidFill>
                  <a:srgbClr val="231F20"/>
                </a:solidFill>
                <a:cs typeface="Calibri"/>
              </a:rPr>
              <a:t>ayments</a:t>
            </a:r>
            <a:r>
              <a:rPr sz="9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900" b="1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900" b="1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900" b="1" spc="6" dirty="0" smtClean="0">
                <a:solidFill>
                  <a:srgbClr val="231F20"/>
                </a:solidFill>
                <a:cs typeface="Calibri"/>
              </a:rPr>
              <a:t>Settle</a:t>
            </a:r>
            <a:r>
              <a:rPr lang="de-DE" sz="900" b="1" spc="6" dirty="0" smtClean="0">
                <a:solidFill>
                  <a:srgbClr val="231F20"/>
                </a:solidFill>
                <a:cs typeface="Calibri"/>
              </a:rPr>
              <a:t>-</a:t>
            </a:r>
            <a:r>
              <a:rPr sz="900" b="1" spc="6" dirty="0" err="1" smtClean="0">
                <a:solidFill>
                  <a:srgbClr val="231F20"/>
                </a:solidFill>
                <a:cs typeface="Calibri"/>
              </a:rPr>
              <a:t>ment</a:t>
            </a:r>
            <a:r>
              <a:rPr sz="900" b="1" spc="19" dirty="0" smtClean="0">
                <a:solidFill>
                  <a:srgbClr val="231F20"/>
                </a:solidFill>
                <a:cs typeface="Calibri"/>
              </a:rPr>
              <a:t> </a:t>
            </a:r>
            <a:r>
              <a:rPr sz="900" b="1" spc="10" dirty="0">
                <a:solidFill>
                  <a:srgbClr val="231F20"/>
                </a:solidFill>
                <a:cs typeface="Calibri"/>
              </a:rPr>
              <a:t>S</a:t>
            </a:r>
            <a:r>
              <a:rPr sz="900" b="1" spc="6" dirty="0">
                <a:solidFill>
                  <a:srgbClr val="231F20"/>
                </a:solidFill>
                <a:cs typeface="Calibri"/>
              </a:rPr>
              <a:t>ystems</a:t>
            </a:r>
            <a:endParaRPr sz="9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732" name="object 53"/>
          <p:cNvSpPr/>
          <p:nvPr/>
        </p:nvSpPr>
        <p:spPr>
          <a:xfrm>
            <a:off x="1180409" y="1448012"/>
            <a:ext cx="472268" cy="0"/>
          </a:xfrm>
          <a:custGeom>
            <a:avLst/>
            <a:gdLst/>
            <a:ahLst/>
            <a:cxnLst/>
            <a:rect l="l" t="t" r="r" b="b"/>
            <a:pathLst>
              <a:path w="756285">
                <a:moveTo>
                  <a:pt x="0" y="0"/>
                </a:moveTo>
                <a:lnTo>
                  <a:pt x="756005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 b="1">
              <a:solidFill>
                <a:prstClr val="black"/>
              </a:solidFill>
            </a:endParaRPr>
          </a:p>
        </p:txBody>
      </p:sp>
      <p:sp>
        <p:nvSpPr>
          <p:cNvPr id="733" name="object 54"/>
          <p:cNvSpPr txBox="1"/>
          <p:nvPr/>
        </p:nvSpPr>
        <p:spPr>
          <a:xfrm>
            <a:off x="1249980" y="1371609"/>
            <a:ext cx="333086" cy="807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7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700" b="1" spc="3" dirty="0">
                <a:solidFill>
                  <a:srgbClr val="231F20"/>
                </a:solidFill>
                <a:cs typeface="Calibri"/>
              </a:rPr>
              <a:t>V</a:t>
            </a:r>
            <a:r>
              <a:rPr sz="700" b="1" spc="16" dirty="0">
                <a:solidFill>
                  <a:srgbClr val="231F20"/>
                </a:solidFill>
                <a:cs typeface="Calibri"/>
              </a:rPr>
              <a:t>o</a:t>
            </a:r>
            <a:endParaRPr sz="7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734" name="object 55"/>
          <p:cNvSpPr txBox="1"/>
          <p:nvPr/>
        </p:nvSpPr>
        <p:spPr>
          <a:xfrm>
            <a:off x="1203020" y="1451571"/>
            <a:ext cx="445693" cy="21223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900" b="1" spc="10" dirty="0" smtClean="0">
                <a:solidFill>
                  <a:srgbClr val="231F20"/>
                </a:solidFill>
                <a:cs typeface="Calibri"/>
              </a:rPr>
              <a:t>Econ</a:t>
            </a:r>
            <a:r>
              <a:rPr lang="de-DE" sz="900" b="1" spc="10" dirty="0" smtClean="0">
                <a:solidFill>
                  <a:srgbClr val="231F20"/>
                </a:solidFill>
                <a:cs typeface="Calibri"/>
              </a:rPr>
              <a:t>-</a:t>
            </a:r>
            <a:r>
              <a:rPr sz="900" b="1" spc="10" dirty="0" err="1" smtClean="0">
                <a:solidFill>
                  <a:srgbClr val="231F20"/>
                </a:solidFill>
                <a:cs typeface="Calibri"/>
              </a:rPr>
              <a:t>omics</a:t>
            </a:r>
            <a:endParaRPr sz="9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735" name="object 63"/>
          <p:cNvSpPr/>
          <p:nvPr/>
        </p:nvSpPr>
        <p:spPr>
          <a:xfrm>
            <a:off x="667334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36" name="object 64"/>
          <p:cNvSpPr/>
          <p:nvPr/>
        </p:nvSpPr>
        <p:spPr>
          <a:xfrm>
            <a:off x="667334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37" name="object 65"/>
          <p:cNvSpPr/>
          <p:nvPr/>
        </p:nvSpPr>
        <p:spPr>
          <a:xfrm>
            <a:off x="1229346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38" name="object 66"/>
          <p:cNvSpPr/>
          <p:nvPr/>
        </p:nvSpPr>
        <p:spPr>
          <a:xfrm>
            <a:off x="1229346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39" name="object 67"/>
          <p:cNvSpPr txBox="1"/>
          <p:nvPr/>
        </p:nvSpPr>
        <p:spPr>
          <a:xfrm>
            <a:off x="689874" y="2186603"/>
            <a:ext cx="374325" cy="48415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Office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for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legal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issues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of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banking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supervision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financial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stability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740" name="object 68"/>
          <p:cNvSpPr txBox="1"/>
          <p:nvPr/>
        </p:nvSpPr>
        <p:spPr>
          <a:xfrm>
            <a:off x="1273870" y="2186655"/>
            <a:ext cx="330310" cy="34582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Office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for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C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oss-Sectional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3" dirty="0">
                <a:solidFill>
                  <a:srgbClr val="231F20"/>
                </a:solidFill>
                <a:cs typeface="Calibri"/>
              </a:rPr>
              <a:t>T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asks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Speeches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741" name="object 71"/>
          <p:cNvSpPr/>
          <p:nvPr/>
        </p:nvSpPr>
        <p:spPr>
          <a:xfrm>
            <a:off x="105321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42" name="object 72"/>
          <p:cNvSpPr/>
          <p:nvPr/>
        </p:nvSpPr>
        <p:spPr>
          <a:xfrm>
            <a:off x="105321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43" name="object 73"/>
          <p:cNvSpPr/>
          <p:nvPr/>
        </p:nvSpPr>
        <p:spPr>
          <a:xfrm>
            <a:off x="105313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44" name="object 74"/>
          <p:cNvSpPr/>
          <p:nvPr/>
        </p:nvSpPr>
        <p:spPr>
          <a:xfrm>
            <a:off x="105313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45" name="object 75"/>
          <p:cNvSpPr/>
          <p:nvPr/>
        </p:nvSpPr>
        <p:spPr>
          <a:xfrm>
            <a:off x="3522355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46" name="object 76"/>
          <p:cNvSpPr/>
          <p:nvPr/>
        </p:nvSpPr>
        <p:spPr>
          <a:xfrm>
            <a:off x="3522355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47" name="object 77"/>
          <p:cNvSpPr/>
          <p:nvPr/>
        </p:nvSpPr>
        <p:spPr>
          <a:xfrm>
            <a:off x="3522355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48" name="object 78"/>
          <p:cNvSpPr/>
          <p:nvPr/>
        </p:nvSpPr>
        <p:spPr>
          <a:xfrm>
            <a:off x="3522355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49" name="object 79"/>
          <p:cNvSpPr/>
          <p:nvPr/>
        </p:nvSpPr>
        <p:spPr>
          <a:xfrm>
            <a:off x="3522355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50" name="object 80"/>
          <p:cNvSpPr/>
          <p:nvPr/>
        </p:nvSpPr>
        <p:spPr>
          <a:xfrm>
            <a:off x="3522355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51" name="object 81"/>
          <p:cNvSpPr/>
          <p:nvPr/>
        </p:nvSpPr>
        <p:spPr>
          <a:xfrm>
            <a:off x="7501400" y="2173117"/>
            <a:ext cx="423257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52" name="object 82"/>
          <p:cNvSpPr/>
          <p:nvPr/>
        </p:nvSpPr>
        <p:spPr>
          <a:xfrm>
            <a:off x="7501400" y="2173117"/>
            <a:ext cx="423257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53" name="object 83"/>
          <p:cNvSpPr/>
          <p:nvPr/>
        </p:nvSpPr>
        <p:spPr>
          <a:xfrm>
            <a:off x="7501400" y="2844288"/>
            <a:ext cx="423257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54" name="object 84"/>
          <p:cNvSpPr/>
          <p:nvPr/>
        </p:nvSpPr>
        <p:spPr>
          <a:xfrm>
            <a:off x="7501400" y="2844288"/>
            <a:ext cx="423257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55" name="object 85"/>
          <p:cNvSpPr/>
          <p:nvPr/>
        </p:nvSpPr>
        <p:spPr>
          <a:xfrm>
            <a:off x="7501400" y="3515460"/>
            <a:ext cx="423257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56" name="object 86"/>
          <p:cNvSpPr/>
          <p:nvPr/>
        </p:nvSpPr>
        <p:spPr>
          <a:xfrm>
            <a:off x="7501400" y="3515460"/>
            <a:ext cx="423257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57" name="object 87"/>
          <p:cNvSpPr/>
          <p:nvPr/>
        </p:nvSpPr>
        <p:spPr>
          <a:xfrm>
            <a:off x="7501400" y="4186632"/>
            <a:ext cx="423257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58" name="object 88"/>
          <p:cNvSpPr/>
          <p:nvPr/>
        </p:nvSpPr>
        <p:spPr>
          <a:xfrm>
            <a:off x="7501400" y="4186632"/>
            <a:ext cx="423257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59" name="object 89"/>
          <p:cNvSpPr/>
          <p:nvPr/>
        </p:nvSpPr>
        <p:spPr>
          <a:xfrm>
            <a:off x="2379815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60" name="object 90"/>
          <p:cNvSpPr/>
          <p:nvPr/>
        </p:nvSpPr>
        <p:spPr>
          <a:xfrm>
            <a:off x="2379815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61" name="object 91"/>
          <p:cNvSpPr/>
          <p:nvPr/>
        </p:nvSpPr>
        <p:spPr>
          <a:xfrm>
            <a:off x="4646380" y="2173117"/>
            <a:ext cx="449722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62" name="object 92"/>
          <p:cNvSpPr/>
          <p:nvPr/>
        </p:nvSpPr>
        <p:spPr>
          <a:xfrm>
            <a:off x="4646380" y="2173117"/>
            <a:ext cx="449722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63" name="object 93"/>
          <p:cNvSpPr/>
          <p:nvPr/>
        </p:nvSpPr>
        <p:spPr>
          <a:xfrm>
            <a:off x="4646380" y="2844288"/>
            <a:ext cx="449722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64" name="object 94"/>
          <p:cNvSpPr/>
          <p:nvPr/>
        </p:nvSpPr>
        <p:spPr>
          <a:xfrm>
            <a:off x="4646380" y="2844288"/>
            <a:ext cx="449722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65" name="object 95"/>
          <p:cNvSpPr/>
          <p:nvPr/>
        </p:nvSpPr>
        <p:spPr>
          <a:xfrm>
            <a:off x="4646380" y="3515460"/>
            <a:ext cx="449722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66" name="object 96"/>
          <p:cNvSpPr/>
          <p:nvPr/>
        </p:nvSpPr>
        <p:spPr>
          <a:xfrm>
            <a:off x="4646380" y="3515460"/>
            <a:ext cx="449722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67" name="object 97"/>
          <p:cNvSpPr/>
          <p:nvPr/>
        </p:nvSpPr>
        <p:spPr>
          <a:xfrm>
            <a:off x="4646380" y="4186632"/>
            <a:ext cx="449722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68" name="object 98"/>
          <p:cNvSpPr/>
          <p:nvPr/>
        </p:nvSpPr>
        <p:spPr>
          <a:xfrm>
            <a:off x="4646380" y="4186632"/>
            <a:ext cx="449722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69" name="object 99"/>
          <p:cNvSpPr/>
          <p:nvPr/>
        </p:nvSpPr>
        <p:spPr>
          <a:xfrm>
            <a:off x="4646380" y="4857802"/>
            <a:ext cx="449722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2" y="836320"/>
                </a:lnTo>
                <a:lnTo>
                  <a:pt x="57741" y="850974"/>
                </a:lnTo>
                <a:lnTo>
                  <a:pt x="605650" y="851306"/>
                </a:lnTo>
                <a:lnTo>
                  <a:pt x="609814" y="851085"/>
                </a:lnTo>
                <a:lnTo>
                  <a:pt x="656313" y="829854"/>
                </a:lnTo>
                <a:lnTo>
                  <a:pt x="670964" y="793552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70" name="object 100"/>
          <p:cNvSpPr/>
          <p:nvPr/>
        </p:nvSpPr>
        <p:spPr>
          <a:xfrm>
            <a:off x="4646380" y="4857802"/>
            <a:ext cx="449722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2" y="836320"/>
                </a:lnTo>
                <a:lnTo>
                  <a:pt x="57741" y="850974"/>
                </a:lnTo>
                <a:lnTo>
                  <a:pt x="605650" y="851306"/>
                </a:lnTo>
                <a:lnTo>
                  <a:pt x="609814" y="851085"/>
                </a:lnTo>
                <a:lnTo>
                  <a:pt x="656313" y="829854"/>
                </a:lnTo>
                <a:lnTo>
                  <a:pt x="670964" y="793552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71" name="object 101"/>
          <p:cNvSpPr/>
          <p:nvPr/>
        </p:nvSpPr>
        <p:spPr>
          <a:xfrm>
            <a:off x="5747914" y="2173117"/>
            <a:ext cx="461073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72" name="object 102"/>
          <p:cNvSpPr/>
          <p:nvPr/>
        </p:nvSpPr>
        <p:spPr>
          <a:xfrm>
            <a:off x="5747914" y="2173117"/>
            <a:ext cx="461073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73" name="object 103"/>
          <p:cNvSpPr/>
          <p:nvPr/>
        </p:nvSpPr>
        <p:spPr>
          <a:xfrm>
            <a:off x="2379815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74" name="object 104"/>
          <p:cNvSpPr/>
          <p:nvPr/>
        </p:nvSpPr>
        <p:spPr>
          <a:xfrm>
            <a:off x="2379815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75" name="object 105"/>
          <p:cNvSpPr/>
          <p:nvPr/>
        </p:nvSpPr>
        <p:spPr>
          <a:xfrm>
            <a:off x="2379815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76" name="object 106"/>
          <p:cNvSpPr/>
          <p:nvPr/>
        </p:nvSpPr>
        <p:spPr>
          <a:xfrm>
            <a:off x="2379815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77" name="object 107"/>
          <p:cNvSpPr/>
          <p:nvPr/>
        </p:nvSpPr>
        <p:spPr>
          <a:xfrm>
            <a:off x="667334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78" name="object 108"/>
          <p:cNvSpPr/>
          <p:nvPr/>
        </p:nvSpPr>
        <p:spPr>
          <a:xfrm>
            <a:off x="667334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79" name="object 109"/>
          <p:cNvSpPr/>
          <p:nvPr/>
        </p:nvSpPr>
        <p:spPr>
          <a:xfrm>
            <a:off x="667334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80" name="object 110"/>
          <p:cNvSpPr/>
          <p:nvPr/>
        </p:nvSpPr>
        <p:spPr>
          <a:xfrm>
            <a:off x="667334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81" name="object 111"/>
          <p:cNvSpPr/>
          <p:nvPr/>
        </p:nvSpPr>
        <p:spPr>
          <a:xfrm>
            <a:off x="667334" y="4186632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82" name="object 112"/>
          <p:cNvSpPr/>
          <p:nvPr/>
        </p:nvSpPr>
        <p:spPr>
          <a:xfrm>
            <a:off x="667334" y="4186632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4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83" name="object 113"/>
          <p:cNvSpPr/>
          <p:nvPr/>
        </p:nvSpPr>
        <p:spPr>
          <a:xfrm>
            <a:off x="1229346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84" name="object 114"/>
          <p:cNvSpPr/>
          <p:nvPr/>
        </p:nvSpPr>
        <p:spPr>
          <a:xfrm>
            <a:off x="1229346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85" name="object 115"/>
          <p:cNvSpPr/>
          <p:nvPr/>
        </p:nvSpPr>
        <p:spPr>
          <a:xfrm>
            <a:off x="1229346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86" name="object 116"/>
          <p:cNvSpPr/>
          <p:nvPr/>
        </p:nvSpPr>
        <p:spPr>
          <a:xfrm>
            <a:off x="1229346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87" name="object 117"/>
          <p:cNvSpPr/>
          <p:nvPr/>
        </p:nvSpPr>
        <p:spPr>
          <a:xfrm>
            <a:off x="1229346" y="4186632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88" name="object 118"/>
          <p:cNvSpPr/>
          <p:nvPr/>
        </p:nvSpPr>
        <p:spPr>
          <a:xfrm>
            <a:off x="1229346" y="4186632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89" name="object 119"/>
          <p:cNvSpPr/>
          <p:nvPr/>
        </p:nvSpPr>
        <p:spPr>
          <a:xfrm>
            <a:off x="1229346" y="4857802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2" y="836320"/>
                </a:lnTo>
                <a:lnTo>
                  <a:pt x="57741" y="850974"/>
                </a:lnTo>
                <a:lnTo>
                  <a:pt x="605650" y="851306"/>
                </a:lnTo>
                <a:lnTo>
                  <a:pt x="609814" y="851085"/>
                </a:lnTo>
                <a:lnTo>
                  <a:pt x="656313" y="829854"/>
                </a:lnTo>
                <a:lnTo>
                  <a:pt x="670964" y="793552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90" name="object 120"/>
          <p:cNvSpPr/>
          <p:nvPr/>
        </p:nvSpPr>
        <p:spPr>
          <a:xfrm>
            <a:off x="1229346" y="4857802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2" y="836320"/>
                </a:lnTo>
                <a:lnTo>
                  <a:pt x="57741" y="850974"/>
                </a:lnTo>
                <a:lnTo>
                  <a:pt x="605650" y="851306"/>
                </a:lnTo>
                <a:lnTo>
                  <a:pt x="609814" y="851085"/>
                </a:lnTo>
                <a:lnTo>
                  <a:pt x="656313" y="829854"/>
                </a:lnTo>
                <a:lnTo>
                  <a:pt x="670964" y="793552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91" name="object 121"/>
          <p:cNvSpPr/>
          <p:nvPr/>
        </p:nvSpPr>
        <p:spPr>
          <a:xfrm>
            <a:off x="1229346" y="5528974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92" name="object 122"/>
          <p:cNvSpPr/>
          <p:nvPr/>
        </p:nvSpPr>
        <p:spPr>
          <a:xfrm>
            <a:off x="1229346" y="5528974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93" name="object 123"/>
          <p:cNvSpPr/>
          <p:nvPr/>
        </p:nvSpPr>
        <p:spPr>
          <a:xfrm>
            <a:off x="101355" y="2934177"/>
            <a:ext cx="42746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94" name="object 124"/>
          <p:cNvSpPr txBox="1"/>
          <p:nvPr/>
        </p:nvSpPr>
        <p:spPr>
          <a:xfrm>
            <a:off x="188460" y="2857775"/>
            <a:ext cx="252987" cy="691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5" dirty="0">
                <a:solidFill>
                  <a:srgbClr val="231F20"/>
                </a:solidFill>
                <a:cs typeface="Calibri"/>
              </a:rPr>
              <a:t>K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2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795" name="object 125"/>
          <p:cNvSpPr txBox="1"/>
          <p:nvPr/>
        </p:nvSpPr>
        <p:spPr>
          <a:xfrm>
            <a:off x="143207" y="2937737"/>
            <a:ext cx="343792" cy="2074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External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Communication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796" name="object 126"/>
          <p:cNvSpPr/>
          <p:nvPr/>
        </p:nvSpPr>
        <p:spPr>
          <a:xfrm>
            <a:off x="101346" y="3605348"/>
            <a:ext cx="42746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97" name="object 127"/>
          <p:cNvSpPr txBox="1"/>
          <p:nvPr/>
        </p:nvSpPr>
        <p:spPr>
          <a:xfrm>
            <a:off x="188451" y="3528947"/>
            <a:ext cx="252987" cy="691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5" dirty="0">
                <a:solidFill>
                  <a:srgbClr val="231F20"/>
                </a:solidFill>
                <a:cs typeface="Calibri"/>
              </a:rPr>
              <a:t>K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3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798" name="object 128"/>
          <p:cNvSpPr txBox="1"/>
          <p:nvPr/>
        </p:nvSpPr>
        <p:spPr>
          <a:xfrm>
            <a:off x="116313" y="3608909"/>
            <a:ext cx="397324" cy="13832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6" dirty="0">
                <a:solidFill>
                  <a:srgbClr val="231F20"/>
                </a:solidFill>
                <a:cs typeface="Calibri"/>
              </a:rPr>
              <a:t>Language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Services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799" name="object 129"/>
          <p:cNvSpPr/>
          <p:nvPr/>
        </p:nvSpPr>
        <p:spPr>
          <a:xfrm>
            <a:off x="3518388" y="2263005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00" name="object 130"/>
          <p:cNvSpPr txBox="1"/>
          <p:nvPr/>
        </p:nvSpPr>
        <p:spPr>
          <a:xfrm>
            <a:off x="3604137" y="2186603"/>
            <a:ext cx="255762" cy="692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H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1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01" name="object 131"/>
          <p:cNvSpPr txBox="1"/>
          <p:nvPr/>
        </p:nvSpPr>
        <p:spPr>
          <a:xfrm>
            <a:off x="3540374" y="2266565"/>
            <a:ext cx="405312" cy="55399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Banknote Development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ocu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ement,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L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ogistics,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Security</a:t>
            </a:r>
            <a:r>
              <a:rPr lang="de-DE" sz="600" spc="6" dirty="0">
                <a:solidFill>
                  <a:srgbClr val="231F20"/>
                </a:solidFill>
                <a:cs typeface="Calibri"/>
              </a:rPr>
              <a:t>,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Gold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S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to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age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02" name="object 132"/>
          <p:cNvSpPr/>
          <p:nvPr/>
        </p:nvSpPr>
        <p:spPr>
          <a:xfrm>
            <a:off x="3518388" y="2934177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03" name="object 133"/>
          <p:cNvSpPr txBox="1"/>
          <p:nvPr/>
        </p:nvSpPr>
        <p:spPr>
          <a:xfrm>
            <a:off x="3604137" y="2857775"/>
            <a:ext cx="255762" cy="69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H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2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04" name="object 134"/>
          <p:cNvSpPr txBox="1"/>
          <p:nvPr/>
        </p:nvSpPr>
        <p:spPr>
          <a:xfrm>
            <a:off x="3525290" y="2937737"/>
            <a:ext cx="413582" cy="4149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B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anch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Ope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ations,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IT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Applications and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Automation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805" name="object 135"/>
          <p:cNvSpPr/>
          <p:nvPr/>
        </p:nvSpPr>
        <p:spPr>
          <a:xfrm>
            <a:off x="3518388" y="3605348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06" name="object 136"/>
          <p:cNvSpPr txBox="1"/>
          <p:nvPr/>
        </p:nvSpPr>
        <p:spPr>
          <a:xfrm>
            <a:off x="3604137" y="3528947"/>
            <a:ext cx="255762" cy="69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H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3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07" name="object 137"/>
          <p:cNvSpPr txBox="1"/>
          <p:nvPr/>
        </p:nvSpPr>
        <p:spPr>
          <a:xfrm>
            <a:off x="3532665" y="3616835"/>
            <a:ext cx="398910" cy="27665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6" dirty="0">
                <a:solidFill>
                  <a:srgbClr val="231F20"/>
                </a:solidFill>
                <a:cs typeface="Calibri"/>
              </a:rPr>
              <a:t>C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ash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ayment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C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ash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S</a:t>
            </a:r>
            <a:r>
              <a:rPr sz="600" dirty="0">
                <a:solidFill>
                  <a:srgbClr val="231F20"/>
                </a:solidFill>
                <a:cs typeface="Calibri"/>
              </a:rPr>
              <a:t>t</a:t>
            </a:r>
            <a:r>
              <a:rPr sz="600" spc="-6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ategy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08" name="object 138"/>
          <p:cNvSpPr/>
          <p:nvPr/>
        </p:nvSpPr>
        <p:spPr>
          <a:xfrm>
            <a:off x="7497433" y="2263005"/>
            <a:ext cx="431257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09" name="object 139"/>
          <p:cNvSpPr txBox="1"/>
          <p:nvPr/>
        </p:nvSpPr>
        <p:spPr>
          <a:xfrm>
            <a:off x="7577902" y="2186603"/>
            <a:ext cx="268836" cy="692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M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1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10" name="object 140"/>
          <p:cNvSpPr txBox="1"/>
          <p:nvPr/>
        </p:nvSpPr>
        <p:spPr>
          <a:xfrm>
            <a:off x="7536549" y="2266565"/>
            <a:ext cx="381458" cy="41549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3" dirty="0">
                <a:solidFill>
                  <a:srgbClr val="231F20"/>
                </a:solidFill>
                <a:cs typeface="Calibri"/>
              </a:rPr>
              <a:t>S</a:t>
            </a:r>
            <a:r>
              <a:rPr sz="600" dirty="0">
                <a:solidFill>
                  <a:srgbClr val="231F20"/>
                </a:solidFill>
                <a:cs typeface="Calibri"/>
              </a:rPr>
              <a:t>t</a:t>
            </a:r>
            <a:r>
              <a:rPr sz="600" spc="-6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ategic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Issues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6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elating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to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Monetary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olicy Ope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ations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11" name="object 141"/>
          <p:cNvSpPr/>
          <p:nvPr/>
        </p:nvSpPr>
        <p:spPr>
          <a:xfrm>
            <a:off x="7497433" y="2934177"/>
            <a:ext cx="431257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12" name="object 142"/>
          <p:cNvSpPr txBox="1"/>
          <p:nvPr/>
        </p:nvSpPr>
        <p:spPr>
          <a:xfrm>
            <a:off x="7577902" y="2857775"/>
            <a:ext cx="268836" cy="69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M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2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13" name="object 143"/>
          <p:cNvSpPr txBox="1"/>
          <p:nvPr/>
        </p:nvSpPr>
        <p:spPr>
          <a:xfrm>
            <a:off x="7531100" y="2937737"/>
            <a:ext cx="368300" cy="28001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Market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Analysis and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ortfolios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14" name="object 144"/>
          <p:cNvSpPr/>
          <p:nvPr/>
        </p:nvSpPr>
        <p:spPr>
          <a:xfrm>
            <a:off x="7497433" y="3605348"/>
            <a:ext cx="431257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15" name="object 145"/>
          <p:cNvSpPr txBox="1"/>
          <p:nvPr/>
        </p:nvSpPr>
        <p:spPr>
          <a:xfrm>
            <a:off x="7577902" y="3528947"/>
            <a:ext cx="268836" cy="69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M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3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16" name="object 146"/>
          <p:cNvSpPr txBox="1"/>
          <p:nvPr/>
        </p:nvSpPr>
        <p:spPr>
          <a:xfrm>
            <a:off x="7538168" y="3608910"/>
            <a:ext cx="390522" cy="13849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Market Ope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ations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17" name="object 147"/>
          <p:cNvSpPr/>
          <p:nvPr/>
        </p:nvSpPr>
        <p:spPr>
          <a:xfrm>
            <a:off x="7497433" y="4276520"/>
            <a:ext cx="431257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18" name="object 148"/>
          <p:cNvSpPr txBox="1"/>
          <p:nvPr/>
        </p:nvSpPr>
        <p:spPr>
          <a:xfrm>
            <a:off x="7577902" y="4200117"/>
            <a:ext cx="268836" cy="69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M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4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19" name="object 149"/>
          <p:cNvSpPr txBox="1"/>
          <p:nvPr/>
        </p:nvSpPr>
        <p:spPr>
          <a:xfrm>
            <a:off x="7507952" y="4280080"/>
            <a:ext cx="420738" cy="41549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Market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Ope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ations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S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ystems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oject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Management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20" name="object 150"/>
          <p:cNvSpPr txBox="1"/>
          <p:nvPr/>
        </p:nvSpPr>
        <p:spPr>
          <a:xfrm>
            <a:off x="2378194" y="2186657"/>
            <a:ext cx="422702" cy="484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Office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for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olicy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ocedu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al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Issues,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International</a:t>
            </a:r>
            <a:r>
              <a:rPr sz="600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Auditing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3" dirty="0">
                <a:solidFill>
                  <a:srgbClr val="231F20"/>
                </a:solidFill>
                <a:cs typeface="Calibri"/>
              </a:rPr>
              <a:t>T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asks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821" name="object 151"/>
          <p:cNvSpPr/>
          <p:nvPr/>
        </p:nvSpPr>
        <p:spPr>
          <a:xfrm>
            <a:off x="4642412" y="2263005"/>
            <a:ext cx="458223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22" name="object 152"/>
          <p:cNvSpPr txBox="1"/>
          <p:nvPr/>
        </p:nvSpPr>
        <p:spPr>
          <a:xfrm>
            <a:off x="4731802" y="2186603"/>
            <a:ext cx="266518" cy="692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Z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1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23" name="object 153"/>
          <p:cNvSpPr txBox="1"/>
          <p:nvPr/>
        </p:nvSpPr>
        <p:spPr>
          <a:xfrm>
            <a:off x="4682144" y="2266565"/>
            <a:ext cx="387729" cy="4149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3" dirty="0">
                <a:solidFill>
                  <a:srgbClr val="231F20"/>
                </a:solidFill>
                <a:cs typeface="Calibri"/>
              </a:rPr>
              <a:t>S</a:t>
            </a:r>
            <a:r>
              <a:rPr sz="600" dirty="0">
                <a:solidFill>
                  <a:srgbClr val="231F20"/>
                </a:solidFill>
                <a:cs typeface="Calibri"/>
              </a:rPr>
              <a:t>t</a:t>
            </a:r>
            <a:r>
              <a:rPr sz="600" spc="-6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ateg</a:t>
            </a:r>
            <a:r>
              <a:rPr sz="600" spc="-26" dirty="0">
                <a:solidFill>
                  <a:srgbClr val="231F20"/>
                </a:solidFill>
                <a:cs typeface="Calibri"/>
              </a:rPr>
              <a:t>y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,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olicy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Oversight;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ayments</a:t>
            </a:r>
            <a:r>
              <a:rPr lang="de-DE" sz="600" spc="10" dirty="0">
                <a:solidFill>
                  <a:srgbClr val="231F20"/>
                </a:solidFill>
                <a:cs typeface="Calibri"/>
              </a:rPr>
              <a:t>,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Securities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Settlement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24" name="object 154"/>
          <p:cNvSpPr/>
          <p:nvPr/>
        </p:nvSpPr>
        <p:spPr>
          <a:xfrm>
            <a:off x="4642412" y="2934177"/>
            <a:ext cx="458223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25" name="object 155"/>
          <p:cNvSpPr txBox="1"/>
          <p:nvPr/>
        </p:nvSpPr>
        <p:spPr>
          <a:xfrm>
            <a:off x="4731802" y="2857775"/>
            <a:ext cx="266518" cy="69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Z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2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26" name="object 156"/>
          <p:cNvSpPr txBox="1"/>
          <p:nvPr/>
        </p:nvSpPr>
        <p:spPr>
          <a:xfrm>
            <a:off x="4646380" y="2937737"/>
            <a:ext cx="449548" cy="27699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ayment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22" dirty="0">
                <a:solidFill>
                  <a:srgbClr val="231F20"/>
                </a:solidFill>
                <a:cs typeface="Calibri"/>
              </a:rPr>
              <a:t>A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ccount Management Ope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ations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27" name="object 157"/>
          <p:cNvSpPr/>
          <p:nvPr/>
        </p:nvSpPr>
        <p:spPr>
          <a:xfrm>
            <a:off x="4642412" y="3605348"/>
            <a:ext cx="458223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28" name="object 158"/>
          <p:cNvSpPr txBox="1"/>
          <p:nvPr/>
        </p:nvSpPr>
        <p:spPr>
          <a:xfrm>
            <a:off x="4731802" y="3528947"/>
            <a:ext cx="266518" cy="69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Z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3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29" name="object 159"/>
          <p:cNvSpPr txBox="1"/>
          <p:nvPr/>
        </p:nvSpPr>
        <p:spPr>
          <a:xfrm>
            <a:off x="4670418" y="3608908"/>
            <a:ext cx="397863" cy="48776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63948" defTabSz="586533">
              <a:lnSpc>
                <a:spcPct val="75000"/>
              </a:lnSpc>
            </a:pPr>
            <a:r>
              <a:rPr sz="600" spc="-3" dirty="0">
                <a:solidFill>
                  <a:srgbClr val="231F20"/>
                </a:solidFill>
                <a:cs typeface="Calibri"/>
              </a:rPr>
              <a:t>T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ARGET2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6" dirty="0">
                <a:solidFill>
                  <a:srgbClr val="231F20"/>
                </a:solidFill>
                <a:cs typeface="Calibri"/>
              </a:rPr>
              <a:t>&amp;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3" dirty="0" smtClean="0">
                <a:solidFill>
                  <a:srgbClr val="231F20"/>
                </a:solidFill>
                <a:cs typeface="Calibri"/>
              </a:rPr>
              <a:t>T</a:t>
            </a:r>
            <a:r>
              <a:rPr sz="600" spc="16" dirty="0" smtClean="0">
                <a:solidFill>
                  <a:srgbClr val="231F20"/>
                </a:solidFill>
                <a:cs typeface="Calibri"/>
              </a:rPr>
              <a:t>ARGET2</a:t>
            </a:r>
            <a:endParaRPr sz="600" dirty="0">
              <a:solidFill>
                <a:prstClr val="black"/>
              </a:solidFill>
              <a:cs typeface="Calibri"/>
            </a:endParaRPr>
          </a:p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Securities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Service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Management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30" name="object 160"/>
          <p:cNvSpPr/>
          <p:nvPr/>
        </p:nvSpPr>
        <p:spPr>
          <a:xfrm>
            <a:off x="4642412" y="4276520"/>
            <a:ext cx="458223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31" name="object 161"/>
          <p:cNvSpPr txBox="1"/>
          <p:nvPr/>
        </p:nvSpPr>
        <p:spPr>
          <a:xfrm>
            <a:off x="4731802" y="4200117"/>
            <a:ext cx="266518" cy="69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Z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4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32" name="object 162"/>
          <p:cNvSpPr txBox="1"/>
          <p:nvPr/>
        </p:nvSpPr>
        <p:spPr>
          <a:xfrm>
            <a:off x="4646008" y="4280080"/>
            <a:ext cx="450572" cy="34582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IT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ojects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ayments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Settlement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S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ystems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833" name="object 163"/>
          <p:cNvSpPr/>
          <p:nvPr/>
        </p:nvSpPr>
        <p:spPr>
          <a:xfrm>
            <a:off x="4642412" y="4947691"/>
            <a:ext cx="458223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34" name="object 164"/>
          <p:cNvSpPr txBox="1"/>
          <p:nvPr/>
        </p:nvSpPr>
        <p:spPr>
          <a:xfrm>
            <a:off x="4731802" y="4871288"/>
            <a:ext cx="266518" cy="69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Z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5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35" name="object 165"/>
          <p:cNvSpPr txBox="1"/>
          <p:nvPr/>
        </p:nvSpPr>
        <p:spPr>
          <a:xfrm>
            <a:off x="4689833" y="4951250"/>
            <a:ext cx="356207" cy="4149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Securities Settlement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Collate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al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 Management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836" name="object 166"/>
          <p:cNvSpPr/>
          <p:nvPr/>
        </p:nvSpPr>
        <p:spPr>
          <a:xfrm>
            <a:off x="5743948" y="2263005"/>
            <a:ext cx="469788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37" name="object 167"/>
          <p:cNvSpPr txBox="1"/>
          <p:nvPr/>
        </p:nvSpPr>
        <p:spPr>
          <a:xfrm>
            <a:off x="5821037" y="2186603"/>
            <a:ext cx="300264" cy="69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Rc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1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38" name="object 168"/>
          <p:cNvSpPr txBox="1"/>
          <p:nvPr/>
        </p:nvSpPr>
        <p:spPr>
          <a:xfrm>
            <a:off x="5824651" y="2266565"/>
            <a:ext cx="292419" cy="138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Risk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Cont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ol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839" name="object 169"/>
          <p:cNvSpPr/>
          <p:nvPr/>
        </p:nvSpPr>
        <p:spPr>
          <a:xfrm>
            <a:off x="2375849" y="2934177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40" name="object 170"/>
          <p:cNvSpPr txBox="1"/>
          <p:nvPr/>
        </p:nvSpPr>
        <p:spPr>
          <a:xfrm>
            <a:off x="2452629" y="2857775"/>
            <a:ext cx="273606" cy="691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Rv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1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41" name="object 171"/>
          <p:cNvSpPr txBox="1"/>
          <p:nvPr/>
        </p:nvSpPr>
        <p:spPr>
          <a:xfrm>
            <a:off x="2401266" y="2942222"/>
            <a:ext cx="376704" cy="2074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-13" dirty="0">
                <a:solidFill>
                  <a:srgbClr val="231F20"/>
                </a:solidFill>
                <a:cs typeface="Calibri"/>
              </a:rPr>
              <a:t>Audits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6" dirty="0">
                <a:solidFill>
                  <a:srgbClr val="231F20"/>
                </a:solidFill>
                <a:cs typeface="Calibri"/>
              </a:rPr>
              <a:t>of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3" dirty="0">
                <a:solidFill>
                  <a:srgbClr val="231F20"/>
                </a:solidFill>
                <a:cs typeface="Calibri"/>
              </a:rPr>
              <a:t>Cash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22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-16" dirty="0">
                <a:solidFill>
                  <a:srgbClr val="231F20"/>
                </a:solidFill>
                <a:cs typeface="Calibri"/>
              </a:rPr>
              <a:t>elated</a:t>
            </a:r>
            <a:r>
              <a:rPr sz="600" spc="-10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22" dirty="0">
                <a:solidFill>
                  <a:srgbClr val="231F20"/>
                </a:solidFill>
                <a:cs typeface="Calibri"/>
              </a:rPr>
              <a:t>Ope</a:t>
            </a:r>
            <a:r>
              <a:rPr sz="600" spc="-19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-13" dirty="0">
                <a:solidFill>
                  <a:srgbClr val="231F20"/>
                </a:solidFill>
                <a:cs typeface="Calibri"/>
              </a:rPr>
              <a:t>ations,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42" name="object 172"/>
          <p:cNvSpPr/>
          <p:nvPr/>
        </p:nvSpPr>
        <p:spPr>
          <a:xfrm>
            <a:off x="2375849" y="3605348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43" name="object 173"/>
          <p:cNvSpPr txBox="1"/>
          <p:nvPr/>
        </p:nvSpPr>
        <p:spPr>
          <a:xfrm>
            <a:off x="2452629" y="3528947"/>
            <a:ext cx="273606" cy="691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Rv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2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44" name="object 174"/>
          <p:cNvSpPr/>
          <p:nvPr/>
        </p:nvSpPr>
        <p:spPr>
          <a:xfrm>
            <a:off x="663367" y="2934177"/>
            <a:ext cx="42746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45" name="object 175"/>
          <p:cNvSpPr/>
          <p:nvPr/>
        </p:nvSpPr>
        <p:spPr>
          <a:xfrm>
            <a:off x="663367" y="3605348"/>
            <a:ext cx="42746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46" name="object 176"/>
          <p:cNvSpPr/>
          <p:nvPr/>
        </p:nvSpPr>
        <p:spPr>
          <a:xfrm>
            <a:off x="663367" y="4276520"/>
            <a:ext cx="42746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47" name="object 177"/>
          <p:cNvSpPr/>
          <p:nvPr/>
        </p:nvSpPr>
        <p:spPr>
          <a:xfrm>
            <a:off x="1225379" y="2934177"/>
            <a:ext cx="42746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48" name="object 178"/>
          <p:cNvSpPr/>
          <p:nvPr/>
        </p:nvSpPr>
        <p:spPr>
          <a:xfrm>
            <a:off x="1225379" y="3605348"/>
            <a:ext cx="42746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49" name="object 179"/>
          <p:cNvSpPr/>
          <p:nvPr/>
        </p:nvSpPr>
        <p:spPr>
          <a:xfrm>
            <a:off x="1225379" y="4276520"/>
            <a:ext cx="42746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50" name="object 180"/>
          <p:cNvSpPr/>
          <p:nvPr/>
        </p:nvSpPr>
        <p:spPr>
          <a:xfrm>
            <a:off x="1225379" y="4947691"/>
            <a:ext cx="42746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51" name="object 181"/>
          <p:cNvSpPr/>
          <p:nvPr/>
        </p:nvSpPr>
        <p:spPr>
          <a:xfrm>
            <a:off x="1225379" y="5618862"/>
            <a:ext cx="42746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52" name="object 182"/>
          <p:cNvSpPr txBox="1"/>
          <p:nvPr/>
        </p:nvSpPr>
        <p:spPr>
          <a:xfrm>
            <a:off x="2401267" y="3609166"/>
            <a:ext cx="402978" cy="4149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3" dirty="0">
                <a:solidFill>
                  <a:srgbClr val="231F20"/>
                </a:solidFill>
                <a:cs typeface="Calibri"/>
              </a:rPr>
              <a:t>Audits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of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Banking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Ope-</a:t>
            </a:r>
            <a:r>
              <a:rPr sz="600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3" dirty="0">
                <a:solidFill>
                  <a:srgbClr val="231F20"/>
                </a:solidFill>
                <a:cs typeface="Calibri"/>
              </a:rPr>
              <a:t>r</a:t>
            </a:r>
            <a:r>
              <a:rPr sz="600" dirty="0">
                <a:solidFill>
                  <a:srgbClr val="231F20"/>
                </a:solidFill>
                <a:cs typeface="Calibri"/>
              </a:rPr>
              <a:t>ations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(excluding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C</a:t>
            </a:r>
            <a:r>
              <a:rPr sz="600" dirty="0">
                <a:solidFill>
                  <a:srgbClr val="231F20"/>
                </a:solidFill>
                <a:cs typeface="Calibri"/>
              </a:rPr>
              <a:t>ash Ope</a:t>
            </a:r>
            <a:r>
              <a:rPr sz="600" spc="-6" dirty="0">
                <a:solidFill>
                  <a:srgbClr val="231F20"/>
                </a:solidFill>
                <a:cs typeface="Calibri"/>
              </a:rPr>
              <a:t>r</a:t>
            </a:r>
            <a:r>
              <a:rPr sz="600" dirty="0">
                <a:solidFill>
                  <a:srgbClr val="231F20"/>
                </a:solidFill>
                <a:cs typeface="Calibri"/>
              </a:rPr>
              <a:t>ations)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53" name="object 183"/>
          <p:cNvSpPr txBox="1"/>
          <p:nvPr/>
        </p:nvSpPr>
        <p:spPr>
          <a:xfrm>
            <a:off x="751328" y="2857775"/>
            <a:ext cx="251401" cy="691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1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54" name="object 184"/>
          <p:cNvSpPr txBox="1"/>
          <p:nvPr/>
        </p:nvSpPr>
        <p:spPr>
          <a:xfrm>
            <a:off x="689875" y="2937737"/>
            <a:ext cx="378709" cy="13832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National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22" dirty="0">
                <a:solidFill>
                  <a:srgbClr val="231F20"/>
                </a:solidFill>
                <a:cs typeface="Calibri"/>
              </a:rPr>
              <a:t>Law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55" name="object 185"/>
          <p:cNvSpPr txBox="1"/>
          <p:nvPr/>
        </p:nvSpPr>
        <p:spPr>
          <a:xfrm>
            <a:off x="751328" y="3528947"/>
            <a:ext cx="251401" cy="691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2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56" name="object 186"/>
          <p:cNvSpPr txBox="1"/>
          <p:nvPr/>
        </p:nvSpPr>
        <p:spPr>
          <a:xfrm>
            <a:off x="693181" y="3608909"/>
            <a:ext cx="381066" cy="2074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EU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International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22" dirty="0">
                <a:solidFill>
                  <a:srgbClr val="231F20"/>
                </a:solidFill>
                <a:cs typeface="Calibri"/>
              </a:rPr>
              <a:t>Law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57" name="object 187"/>
          <p:cNvSpPr txBox="1"/>
          <p:nvPr/>
        </p:nvSpPr>
        <p:spPr>
          <a:xfrm>
            <a:off x="751328" y="4200117"/>
            <a:ext cx="251401" cy="691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3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58" name="object 188"/>
          <p:cNvSpPr txBox="1"/>
          <p:nvPr/>
        </p:nvSpPr>
        <p:spPr>
          <a:xfrm>
            <a:off x="689875" y="4280080"/>
            <a:ext cx="396827" cy="1425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Financial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22" dirty="0">
                <a:solidFill>
                  <a:srgbClr val="231F20"/>
                </a:solidFill>
                <a:cs typeface="Calibri"/>
              </a:rPr>
              <a:t>Law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59" name="object 189"/>
          <p:cNvSpPr txBox="1"/>
          <p:nvPr/>
        </p:nvSpPr>
        <p:spPr>
          <a:xfrm>
            <a:off x="1299640" y="2857775"/>
            <a:ext cx="278761" cy="691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V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o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1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60" name="object 190"/>
          <p:cNvSpPr txBox="1"/>
          <p:nvPr/>
        </p:nvSpPr>
        <p:spPr>
          <a:xfrm>
            <a:off x="1264474" y="2937737"/>
            <a:ext cx="349344" cy="2074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Monetary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olicy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Analysis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61" name="object 191"/>
          <p:cNvSpPr txBox="1"/>
          <p:nvPr/>
        </p:nvSpPr>
        <p:spPr>
          <a:xfrm>
            <a:off x="1299640" y="3528947"/>
            <a:ext cx="278761" cy="691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V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o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2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62" name="object 192"/>
          <p:cNvSpPr txBox="1"/>
          <p:nvPr/>
        </p:nvSpPr>
        <p:spPr>
          <a:xfrm>
            <a:off x="1273469" y="3608909"/>
            <a:ext cx="331103" cy="13832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Public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Finances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863" name="object 193"/>
          <p:cNvSpPr txBox="1"/>
          <p:nvPr/>
        </p:nvSpPr>
        <p:spPr>
          <a:xfrm>
            <a:off x="1299640" y="4200117"/>
            <a:ext cx="278761" cy="691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V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o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3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64" name="object 194"/>
          <p:cNvSpPr txBox="1"/>
          <p:nvPr/>
        </p:nvSpPr>
        <p:spPr>
          <a:xfrm>
            <a:off x="1264950" y="4280080"/>
            <a:ext cx="348154" cy="41549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Mac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oeconomic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Analysis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ojections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865" name="object 195"/>
          <p:cNvSpPr txBox="1"/>
          <p:nvPr/>
        </p:nvSpPr>
        <p:spPr>
          <a:xfrm>
            <a:off x="1299640" y="4871288"/>
            <a:ext cx="278761" cy="691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V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o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4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66" name="object 196"/>
          <p:cNvSpPr txBox="1"/>
          <p:nvPr/>
        </p:nvSpPr>
        <p:spPr>
          <a:xfrm>
            <a:off x="1256244" y="4951250"/>
            <a:ext cx="365601" cy="48415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Balance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of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ayments,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Exchange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Rates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C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apital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Markets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Analysis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867" name="object 197"/>
          <p:cNvSpPr txBox="1"/>
          <p:nvPr/>
        </p:nvSpPr>
        <p:spPr>
          <a:xfrm>
            <a:off x="1295928" y="5542460"/>
            <a:ext cx="286295" cy="691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V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o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5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68" name="object 198"/>
          <p:cNvSpPr txBox="1"/>
          <p:nvPr/>
        </p:nvSpPr>
        <p:spPr>
          <a:xfrm>
            <a:off x="1252390" y="5622423"/>
            <a:ext cx="373135" cy="2074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International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Eu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o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-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A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ea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69" name="object 199"/>
          <p:cNvSpPr txBox="1"/>
          <p:nvPr/>
        </p:nvSpPr>
        <p:spPr>
          <a:xfrm>
            <a:off x="1249980" y="5822225"/>
            <a:ext cx="348154" cy="2074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Mac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oeconomic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Analysis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70" name="object 225"/>
          <p:cNvSpPr/>
          <p:nvPr/>
        </p:nvSpPr>
        <p:spPr>
          <a:xfrm>
            <a:off x="56394" y="2452306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71" name="object 226"/>
          <p:cNvSpPr/>
          <p:nvPr/>
        </p:nvSpPr>
        <p:spPr>
          <a:xfrm>
            <a:off x="618407" y="2452306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72" name="object 227"/>
          <p:cNvSpPr/>
          <p:nvPr/>
        </p:nvSpPr>
        <p:spPr>
          <a:xfrm>
            <a:off x="528484" y="4362181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73" name="object 228"/>
          <p:cNvSpPr/>
          <p:nvPr/>
        </p:nvSpPr>
        <p:spPr>
          <a:xfrm>
            <a:off x="1180419" y="2452306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74" name="object 229"/>
          <p:cNvSpPr/>
          <p:nvPr/>
        </p:nvSpPr>
        <p:spPr>
          <a:xfrm>
            <a:off x="56394" y="3127704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75" name="object 230"/>
          <p:cNvSpPr/>
          <p:nvPr/>
        </p:nvSpPr>
        <p:spPr>
          <a:xfrm>
            <a:off x="56386" y="3798876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76" name="object 231"/>
          <p:cNvSpPr/>
          <p:nvPr/>
        </p:nvSpPr>
        <p:spPr>
          <a:xfrm>
            <a:off x="3473428" y="2456534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77" name="object 232"/>
          <p:cNvSpPr/>
          <p:nvPr/>
        </p:nvSpPr>
        <p:spPr>
          <a:xfrm>
            <a:off x="3473428" y="3127704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78" name="object 233"/>
          <p:cNvSpPr/>
          <p:nvPr/>
        </p:nvSpPr>
        <p:spPr>
          <a:xfrm>
            <a:off x="3473428" y="3798876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79" name="object 234"/>
          <p:cNvSpPr/>
          <p:nvPr/>
        </p:nvSpPr>
        <p:spPr>
          <a:xfrm>
            <a:off x="7452473" y="2456534"/>
            <a:ext cx="45719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80" name="object 235"/>
          <p:cNvSpPr/>
          <p:nvPr/>
        </p:nvSpPr>
        <p:spPr>
          <a:xfrm>
            <a:off x="2330889" y="2456534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81" name="object 236"/>
          <p:cNvSpPr/>
          <p:nvPr/>
        </p:nvSpPr>
        <p:spPr>
          <a:xfrm>
            <a:off x="4597452" y="2456534"/>
            <a:ext cx="48458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82" name="object 237"/>
          <p:cNvSpPr/>
          <p:nvPr/>
        </p:nvSpPr>
        <p:spPr>
          <a:xfrm>
            <a:off x="4597452" y="3127704"/>
            <a:ext cx="48458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83" name="object 238"/>
          <p:cNvSpPr/>
          <p:nvPr/>
        </p:nvSpPr>
        <p:spPr>
          <a:xfrm>
            <a:off x="4597452" y="3798876"/>
            <a:ext cx="48458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84" name="object 239"/>
          <p:cNvSpPr/>
          <p:nvPr/>
        </p:nvSpPr>
        <p:spPr>
          <a:xfrm>
            <a:off x="4597452" y="4470047"/>
            <a:ext cx="48458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85" name="object 240"/>
          <p:cNvSpPr/>
          <p:nvPr/>
        </p:nvSpPr>
        <p:spPr>
          <a:xfrm>
            <a:off x="4597452" y="5141219"/>
            <a:ext cx="48458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86" name="object 241"/>
          <p:cNvSpPr/>
          <p:nvPr/>
        </p:nvSpPr>
        <p:spPr>
          <a:xfrm>
            <a:off x="7452473" y="3127704"/>
            <a:ext cx="45719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87" name="object 242"/>
          <p:cNvSpPr/>
          <p:nvPr/>
        </p:nvSpPr>
        <p:spPr>
          <a:xfrm>
            <a:off x="2330889" y="3127704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88" name="object 243"/>
          <p:cNvSpPr/>
          <p:nvPr/>
        </p:nvSpPr>
        <p:spPr>
          <a:xfrm>
            <a:off x="7452473" y="3798876"/>
            <a:ext cx="45719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89" name="object 244"/>
          <p:cNvSpPr/>
          <p:nvPr/>
        </p:nvSpPr>
        <p:spPr>
          <a:xfrm>
            <a:off x="2330889" y="3798876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90" name="object 245"/>
          <p:cNvSpPr/>
          <p:nvPr/>
        </p:nvSpPr>
        <p:spPr>
          <a:xfrm>
            <a:off x="7452473" y="4470047"/>
            <a:ext cx="45719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91" name="object 246"/>
          <p:cNvSpPr/>
          <p:nvPr/>
        </p:nvSpPr>
        <p:spPr>
          <a:xfrm>
            <a:off x="618406" y="3127704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92" name="object 247"/>
          <p:cNvSpPr/>
          <p:nvPr/>
        </p:nvSpPr>
        <p:spPr>
          <a:xfrm>
            <a:off x="528484" y="4817618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93" name="object 248"/>
          <p:cNvSpPr/>
          <p:nvPr/>
        </p:nvSpPr>
        <p:spPr>
          <a:xfrm>
            <a:off x="528484" y="5273056"/>
            <a:ext cx="114597" cy="0"/>
          </a:xfrm>
          <a:custGeom>
            <a:avLst/>
            <a:gdLst/>
            <a:ahLst/>
            <a:cxnLst/>
            <a:rect l="l" t="t" r="r" b="b"/>
            <a:pathLst>
              <a:path w="183515">
                <a:moveTo>
                  <a:pt x="0" y="0"/>
                </a:moveTo>
                <a:lnTo>
                  <a:pt x="183159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94" name="object 249"/>
          <p:cNvSpPr/>
          <p:nvPr/>
        </p:nvSpPr>
        <p:spPr>
          <a:xfrm>
            <a:off x="2281954" y="5249086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95" name="object 250"/>
          <p:cNvSpPr/>
          <p:nvPr/>
        </p:nvSpPr>
        <p:spPr>
          <a:xfrm>
            <a:off x="4507531" y="5249086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96" name="object 251"/>
          <p:cNvSpPr/>
          <p:nvPr/>
        </p:nvSpPr>
        <p:spPr>
          <a:xfrm>
            <a:off x="6800540" y="5249086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97" name="object 252"/>
          <p:cNvSpPr/>
          <p:nvPr/>
        </p:nvSpPr>
        <p:spPr>
          <a:xfrm>
            <a:off x="618406" y="3798876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98" name="object 253"/>
          <p:cNvSpPr/>
          <p:nvPr/>
        </p:nvSpPr>
        <p:spPr>
          <a:xfrm>
            <a:off x="618406" y="4470047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99" name="object 254"/>
          <p:cNvSpPr/>
          <p:nvPr/>
        </p:nvSpPr>
        <p:spPr>
          <a:xfrm>
            <a:off x="1180419" y="3127704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00" name="object 255"/>
          <p:cNvSpPr/>
          <p:nvPr/>
        </p:nvSpPr>
        <p:spPr>
          <a:xfrm>
            <a:off x="1180419" y="3798876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01" name="object 256"/>
          <p:cNvSpPr/>
          <p:nvPr/>
        </p:nvSpPr>
        <p:spPr>
          <a:xfrm>
            <a:off x="1180419" y="4470047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02" name="object 257"/>
          <p:cNvSpPr/>
          <p:nvPr/>
        </p:nvSpPr>
        <p:spPr>
          <a:xfrm>
            <a:off x="1180419" y="5141219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03" name="object 258"/>
          <p:cNvSpPr/>
          <p:nvPr/>
        </p:nvSpPr>
        <p:spPr>
          <a:xfrm>
            <a:off x="1180419" y="5812391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04" name="object 259"/>
          <p:cNvSpPr/>
          <p:nvPr/>
        </p:nvSpPr>
        <p:spPr>
          <a:xfrm>
            <a:off x="292430" y="1258013"/>
            <a:ext cx="0" cy="95978"/>
          </a:xfrm>
          <a:custGeom>
            <a:avLst/>
            <a:gdLst/>
            <a:ahLst/>
            <a:cxnLst/>
            <a:rect l="l" t="t" r="r" b="b"/>
            <a:pathLst>
              <a:path h="144144">
                <a:moveTo>
                  <a:pt x="0" y="0"/>
                </a:moveTo>
                <a:lnTo>
                  <a:pt x="0" y="144005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905" name="object 260"/>
          <p:cNvSpPr/>
          <p:nvPr/>
        </p:nvSpPr>
        <p:spPr>
          <a:xfrm>
            <a:off x="2004912" y="1258013"/>
            <a:ext cx="0" cy="95978"/>
          </a:xfrm>
          <a:custGeom>
            <a:avLst/>
            <a:gdLst/>
            <a:ahLst/>
            <a:cxnLst/>
            <a:rect l="l" t="t" r="r" b="b"/>
            <a:pathLst>
              <a:path h="144144">
                <a:moveTo>
                  <a:pt x="0" y="0"/>
                </a:moveTo>
                <a:lnTo>
                  <a:pt x="0" y="144005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906" name="object 261"/>
          <p:cNvSpPr/>
          <p:nvPr/>
        </p:nvSpPr>
        <p:spPr>
          <a:xfrm>
            <a:off x="3709464" y="1258013"/>
            <a:ext cx="0" cy="95978"/>
          </a:xfrm>
          <a:custGeom>
            <a:avLst/>
            <a:gdLst/>
            <a:ahLst/>
            <a:cxnLst/>
            <a:rect l="l" t="t" r="r" b="b"/>
            <a:pathLst>
              <a:path h="144144">
                <a:moveTo>
                  <a:pt x="0" y="0"/>
                </a:moveTo>
                <a:lnTo>
                  <a:pt x="0" y="144005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907" name="object 262"/>
          <p:cNvSpPr/>
          <p:nvPr/>
        </p:nvSpPr>
        <p:spPr>
          <a:xfrm>
            <a:off x="5417981" y="1258013"/>
            <a:ext cx="0" cy="95978"/>
          </a:xfrm>
          <a:custGeom>
            <a:avLst/>
            <a:gdLst/>
            <a:ahLst/>
            <a:cxnLst/>
            <a:rect l="l" t="t" r="r" b="b"/>
            <a:pathLst>
              <a:path h="144144">
                <a:moveTo>
                  <a:pt x="0" y="0"/>
                </a:moveTo>
                <a:lnTo>
                  <a:pt x="0" y="144005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908" name="object 263"/>
          <p:cNvSpPr/>
          <p:nvPr/>
        </p:nvSpPr>
        <p:spPr>
          <a:xfrm>
            <a:off x="7126497" y="1258013"/>
            <a:ext cx="0" cy="95978"/>
          </a:xfrm>
          <a:custGeom>
            <a:avLst/>
            <a:gdLst/>
            <a:ahLst/>
            <a:cxnLst/>
            <a:rect l="l" t="t" r="r" b="b"/>
            <a:pathLst>
              <a:path h="144144">
                <a:moveTo>
                  <a:pt x="0" y="0"/>
                </a:moveTo>
                <a:lnTo>
                  <a:pt x="0" y="144005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909" name="object 264"/>
          <p:cNvSpPr/>
          <p:nvPr/>
        </p:nvSpPr>
        <p:spPr>
          <a:xfrm>
            <a:off x="854442" y="1162132"/>
            <a:ext cx="0" cy="191956"/>
          </a:xfrm>
          <a:custGeom>
            <a:avLst/>
            <a:gdLst/>
            <a:ahLst/>
            <a:cxnLst/>
            <a:rect l="l" t="t" r="r" b="b"/>
            <a:pathLst>
              <a:path h="288289">
                <a:moveTo>
                  <a:pt x="0" y="0"/>
                </a:moveTo>
                <a:lnTo>
                  <a:pt x="0" y="287997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/>
            <a:endParaRPr sz="1200">
              <a:solidFill>
                <a:prstClr val="black"/>
              </a:solidFill>
            </a:endParaRPr>
          </a:p>
        </p:txBody>
      </p:sp>
      <p:sp>
        <p:nvSpPr>
          <p:cNvPr id="910" name="object 265"/>
          <p:cNvSpPr/>
          <p:nvPr/>
        </p:nvSpPr>
        <p:spPr>
          <a:xfrm>
            <a:off x="2566924" y="1162132"/>
            <a:ext cx="0" cy="191956"/>
          </a:xfrm>
          <a:custGeom>
            <a:avLst/>
            <a:gdLst/>
            <a:ahLst/>
            <a:cxnLst/>
            <a:rect l="l" t="t" r="r" b="b"/>
            <a:pathLst>
              <a:path h="288289">
                <a:moveTo>
                  <a:pt x="0" y="0"/>
                </a:moveTo>
                <a:lnTo>
                  <a:pt x="0" y="287997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/>
            <a:endParaRPr sz="1200">
              <a:solidFill>
                <a:prstClr val="black"/>
              </a:solidFill>
            </a:endParaRPr>
          </a:p>
        </p:txBody>
      </p:sp>
      <p:sp>
        <p:nvSpPr>
          <p:cNvPr id="911" name="object 266"/>
          <p:cNvSpPr/>
          <p:nvPr/>
        </p:nvSpPr>
        <p:spPr>
          <a:xfrm>
            <a:off x="3132916" y="1253785"/>
            <a:ext cx="0" cy="100206"/>
          </a:xfrm>
          <a:custGeom>
            <a:avLst/>
            <a:gdLst/>
            <a:ahLst/>
            <a:cxnLst/>
            <a:rect l="l" t="t" r="r" b="b"/>
            <a:pathLst>
              <a:path h="150494">
                <a:moveTo>
                  <a:pt x="0" y="0"/>
                </a:moveTo>
                <a:lnTo>
                  <a:pt x="0" y="150355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912" name="object 267"/>
          <p:cNvSpPr/>
          <p:nvPr/>
        </p:nvSpPr>
        <p:spPr>
          <a:xfrm>
            <a:off x="4833488" y="1253785"/>
            <a:ext cx="0" cy="100206"/>
          </a:xfrm>
          <a:custGeom>
            <a:avLst/>
            <a:gdLst/>
            <a:ahLst/>
            <a:cxnLst/>
            <a:rect l="l" t="t" r="r" b="b"/>
            <a:pathLst>
              <a:path h="150494">
                <a:moveTo>
                  <a:pt x="0" y="0"/>
                </a:moveTo>
                <a:lnTo>
                  <a:pt x="0" y="150355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913" name="object 268"/>
          <p:cNvSpPr/>
          <p:nvPr/>
        </p:nvSpPr>
        <p:spPr>
          <a:xfrm>
            <a:off x="5950237" y="1253786"/>
            <a:ext cx="0" cy="915387"/>
          </a:xfrm>
          <a:custGeom>
            <a:avLst/>
            <a:gdLst/>
            <a:ahLst/>
            <a:cxnLst/>
            <a:rect l="l" t="t" r="r" b="b"/>
            <a:pathLst>
              <a:path h="1374775">
                <a:moveTo>
                  <a:pt x="0" y="0"/>
                </a:moveTo>
                <a:lnTo>
                  <a:pt x="0" y="1374343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914" name="object 269"/>
          <p:cNvSpPr/>
          <p:nvPr/>
        </p:nvSpPr>
        <p:spPr>
          <a:xfrm>
            <a:off x="7688510" y="1258013"/>
            <a:ext cx="0" cy="100206"/>
          </a:xfrm>
          <a:custGeom>
            <a:avLst/>
            <a:gdLst/>
            <a:ahLst/>
            <a:cxnLst/>
            <a:rect l="l" t="t" r="r" b="b"/>
            <a:pathLst>
              <a:path h="150494">
                <a:moveTo>
                  <a:pt x="0" y="0"/>
                </a:moveTo>
                <a:lnTo>
                  <a:pt x="0" y="150355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915" name="object 270"/>
          <p:cNvSpPr/>
          <p:nvPr/>
        </p:nvSpPr>
        <p:spPr>
          <a:xfrm>
            <a:off x="1416454" y="1258013"/>
            <a:ext cx="0" cy="95978"/>
          </a:xfrm>
          <a:custGeom>
            <a:avLst/>
            <a:gdLst/>
            <a:ahLst/>
            <a:cxnLst/>
            <a:rect l="l" t="t" r="r" b="b"/>
            <a:pathLst>
              <a:path h="144144">
                <a:moveTo>
                  <a:pt x="0" y="0"/>
                </a:moveTo>
                <a:lnTo>
                  <a:pt x="0" y="144005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916" name="object 271"/>
          <p:cNvSpPr/>
          <p:nvPr/>
        </p:nvSpPr>
        <p:spPr>
          <a:xfrm>
            <a:off x="288465" y="2073006"/>
            <a:ext cx="0" cy="48200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199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917" name="object 272"/>
          <p:cNvSpPr/>
          <p:nvPr/>
        </p:nvSpPr>
        <p:spPr>
          <a:xfrm>
            <a:off x="3705498" y="2073006"/>
            <a:ext cx="0" cy="48200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199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918" name="object 273"/>
          <p:cNvSpPr/>
          <p:nvPr/>
        </p:nvSpPr>
        <p:spPr>
          <a:xfrm>
            <a:off x="7684543" y="2073006"/>
            <a:ext cx="45719" cy="48200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199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919" name="object 274"/>
          <p:cNvSpPr/>
          <p:nvPr/>
        </p:nvSpPr>
        <p:spPr>
          <a:xfrm>
            <a:off x="850477" y="2073006"/>
            <a:ext cx="0" cy="48200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199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920" name="object 275"/>
          <p:cNvSpPr/>
          <p:nvPr/>
        </p:nvSpPr>
        <p:spPr>
          <a:xfrm>
            <a:off x="2562959" y="2073006"/>
            <a:ext cx="0" cy="48200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199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921" name="object 276"/>
          <p:cNvSpPr/>
          <p:nvPr/>
        </p:nvSpPr>
        <p:spPr>
          <a:xfrm>
            <a:off x="4829522" y="2073006"/>
            <a:ext cx="45719" cy="48200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199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922" name="object 277"/>
          <p:cNvSpPr/>
          <p:nvPr/>
        </p:nvSpPr>
        <p:spPr>
          <a:xfrm>
            <a:off x="1412488" y="2073006"/>
            <a:ext cx="0" cy="48200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199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923" name="object 278"/>
          <p:cNvSpPr/>
          <p:nvPr/>
        </p:nvSpPr>
        <p:spPr>
          <a:xfrm>
            <a:off x="56383" y="2120947"/>
            <a:ext cx="236332" cy="0"/>
          </a:xfrm>
          <a:custGeom>
            <a:avLst/>
            <a:gdLst/>
            <a:ahLst/>
            <a:cxnLst/>
            <a:rect l="l" t="t" r="r" b="b"/>
            <a:pathLst>
              <a:path w="378459">
                <a:moveTo>
                  <a:pt x="378002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924" name="object 279"/>
          <p:cNvSpPr/>
          <p:nvPr/>
        </p:nvSpPr>
        <p:spPr>
          <a:xfrm>
            <a:off x="3473418" y="2120947"/>
            <a:ext cx="236332" cy="0"/>
          </a:xfrm>
          <a:custGeom>
            <a:avLst/>
            <a:gdLst/>
            <a:ahLst/>
            <a:cxnLst/>
            <a:rect l="l" t="t" r="r" b="b"/>
            <a:pathLst>
              <a:path w="378460">
                <a:moveTo>
                  <a:pt x="378002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925" name="object 280"/>
          <p:cNvSpPr/>
          <p:nvPr/>
        </p:nvSpPr>
        <p:spPr>
          <a:xfrm>
            <a:off x="7452463" y="2120947"/>
            <a:ext cx="238431" cy="0"/>
          </a:xfrm>
          <a:custGeom>
            <a:avLst/>
            <a:gdLst/>
            <a:ahLst/>
            <a:cxnLst/>
            <a:rect l="l" t="t" r="r" b="b"/>
            <a:pathLst>
              <a:path w="378459">
                <a:moveTo>
                  <a:pt x="378002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926" name="object 281"/>
          <p:cNvSpPr/>
          <p:nvPr/>
        </p:nvSpPr>
        <p:spPr>
          <a:xfrm>
            <a:off x="618396" y="2120947"/>
            <a:ext cx="236332" cy="0"/>
          </a:xfrm>
          <a:custGeom>
            <a:avLst/>
            <a:gdLst/>
            <a:ahLst/>
            <a:cxnLst/>
            <a:rect l="l" t="t" r="r" b="b"/>
            <a:pathLst>
              <a:path w="378459">
                <a:moveTo>
                  <a:pt x="378015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927" name="object 282"/>
          <p:cNvSpPr/>
          <p:nvPr/>
        </p:nvSpPr>
        <p:spPr>
          <a:xfrm>
            <a:off x="2330879" y="2120947"/>
            <a:ext cx="236332" cy="0"/>
          </a:xfrm>
          <a:custGeom>
            <a:avLst/>
            <a:gdLst/>
            <a:ahLst/>
            <a:cxnLst/>
            <a:rect l="l" t="t" r="r" b="b"/>
            <a:pathLst>
              <a:path w="378460">
                <a:moveTo>
                  <a:pt x="378015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928" name="object 283"/>
          <p:cNvSpPr/>
          <p:nvPr/>
        </p:nvSpPr>
        <p:spPr>
          <a:xfrm>
            <a:off x="4597443" y="2120947"/>
            <a:ext cx="253340" cy="0"/>
          </a:xfrm>
          <a:custGeom>
            <a:avLst/>
            <a:gdLst/>
            <a:ahLst/>
            <a:cxnLst/>
            <a:rect l="l" t="t" r="r" b="b"/>
            <a:pathLst>
              <a:path w="378459">
                <a:moveTo>
                  <a:pt x="378015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929" name="object 284"/>
          <p:cNvSpPr/>
          <p:nvPr/>
        </p:nvSpPr>
        <p:spPr>
          <a:xfrm>
            <a:off x="1180409" y="2120947"/>
            <a:ext cx="236332" cy="0"/>
          </a:xfrm>
          <a:custGeom>
            <a:avLst/>
            <a:gdLst/>
            <a:ahLst/>
            <a:cxnLst/>
            <a:rect l="l" t="t" r="r" b="b"/>
            <a:pathLst>
              <a:path w="378460">
                <a:moveTo>
                  <a:pt x="378015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930" name="object 285"/>
          <p:cNvSpPr/>
          <p:nvPr/>
        </p:nvSpPr>
        <p:spPr>
          <a:xfrm>
            <a:off x="60350" y="2120947"/>
            <a:ext cx="0" cy="1682366"/>
          </a:xfrm>
          <a:custGeom>
            <a:avLst/>
            <a:gdLst/>
            <a:ahLst/>
            <a:cxnLst/>
            <a:rect l="l" t="t" r="r" b="b"/>
            <a:pathLst>
              <a:path h="2526665">
                <a:moveTo>
                  <a:pt x="0" y="0"/>
                </a:moveTo>
                <a:lnTo>
                  <a:pt x="0" y="2526347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31" name="object 286"/>
          <p:cNvSpPr/>
          <p:nvPr/>
        </p:nvSpPr>
        <p:spPr>
          <a:xfrm>
            <a:off x="5185907" y="1358123"/>
            <a:ext cx="472268" cy="719202"/>
          </a:xfrm>
          <a:custGeom>
            <a:avLst/>
            <a:gdLst/>
            <a:ahLst/>
            <a:cxnLst/>
            <a:rect l="l" t="t" r="r" b="b"/>
            <a:pathLst>
              <a:path w="756284" h="1080135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2" y="1008460"/>
                </a:lnTo>
                <a:lnTo>
                  <a:pt x="1117" y="1049556"/>
                </a:lnTo>
                <a:lnTo>
                  <a:pt x="30178" y="1078848"/>
                </a:lnTo>
                <a:lnTo>
                  <a:pt x="683996" y="1079995"/>
                </a:lnTo>
                <a:lnTo>
                  <a:pt x="707716" y="1079855"/>
                </a:lnTo>
                <a:lnTo>
                  <a:pt x="746935" y="1071053"/>
                </a:lnTo>
                <a:lnTo>
                  <a:pt x="755845" y="1032072"/>
                </a:lnTo>
                <a:lnTo>
                  <a:pt x="755992" y="1008460"/>
                </a:lnTo>
                <a:lnTo>
                  <a:pt x="755990" y="71534"/>
                </a:lnTo>
                <a:lnTo>
                  <a:pt x="754875" y="30438"/>
                </a:lnTo>
                <a:lnTo>
                  <a:pt x="725814" y="1146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932" name="object 287"/>
          <p:cNvSpPr/>
          <p:nvPr/>
        </p:nvSpPr>
        <p:spPr>
          <a:xfrm>
            <a:off x="5185907" y="1358123"/>
            <a:ext cx="472268" cy="719202"/>
          </a:xfrm>
          <a:custGeom>
            <a:avLst/>
            <a:gdLst/>
            <a:ahLst/>
            <a:cxnLst/>
            <a:rect l="l" t="t" r="r" b="b"/>
            <a:pathLst>
              <a:path w="756284" h="1080135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0" y="1007999"/>
                </a:lnTo>
                <a:lnTo>
                  <a:pt x="139" y="1031719"/>
                </a:lnTo>
                <a:lnTo>
                  <a:pt x="8941" y="1070937"/>
                </a:lnTo>
                <a:lnTo>
                  <a:pt x="47922" y="1079848"/>
                </a:lnTo>
                <a:lnTo>
                  <a:pt x="683996" y="1079995"/>
                </a:lnTo>
                <a:lnTo>
                  <a:pt x="707716" y="1079855"/>
                </a:lnTo>
                <a:lnTo>
                  <a:pt x="746935" y="1071053"/>
                </a:lnTo>
                <a:lnTo>
                  <a:pt x="755845" y="1032072"/>
                </a:lnTo>
                <a:lnTo>
                  <a:pt x="755992" y="71996"/>
                </a:lnTo>
                <a:lnTo>
                  <a:pt x="755853" y="48276"/>
                </a:lnTo>
                <a:lnTo>
                  <a:pt x="747051" y="9057"/>
                </a:lnTo>
                <a:lnTo>
                  <a:pt x="708070" y="147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933" name="object 289"/>
          <p:cNvSpPr txBox="1"/>
          <p:nvPr/>
        </p:nvSpPr>
        <p:spPr>
          <a:xfrm>
            <a:off x="5269201" y="1375838"/>
            <a:ext cx="305725" cy="807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7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700" b="1" spc="10" dirty="0">
                <a:solidFill>
                  <a:srgbClr val="231F20"/>
                </a:solidFill>
                <a:cs typeface="Calibri"/>
              </a:rPr>
              <a:t>B</a:t>
            </a:r>
            <a:endParaRPr sz="7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934" name="object 290"/>
          <p:cNvSpPr txBox="1"/>
          <p:nvPr/>
        </p:nvSpPr>
        <p:spPr>
          <a:xfrm>
            <a:off x="5218981" y="1455800"/>
            <a:ext cx="414068" cy="5193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900" b="1" spc="16" dirty="0">
                <a:solidFill>
                  <a:srgbClr val="231F20"/>
                </a:solidFill>
                <a:cs typeface="Calibri"/>
              </a:rPr>
              <a:t>Banking</a:t>
            </a:r>
            <a:r>
              <a:rPr sz="9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900" b="1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900" b="1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900" b="1" spc="6" dirty="0">
                <a:solidFill>
                  <a:srgbClr val="231F20"/>
                </a:solidFill>
                <a:cs typeface="Calibri"/>
              </a:rPr>
              <a:t>Financial</a:t>
            </a:r>
            <a:r>
              <a:rPr sz="900" b="1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900" b="1" spc="6" dirty="0" smtClean="0">
                <a:solidFill>
                  <a:srgbClr val="231F20"/>
                </a:solidFill>
                <a:cs typeface="Calibri"/>
              </a:rPr>
              <a:t>Super</a:t>
            </a:r>
            <a:r>
              <a:rPr lang="de-DE" sz="900" b="1" spc="6" dirty="0" smtClean="0">
                <a:solidFill>
                  <a:srgbClr val="231F20"/>
                </a:solidFill>
                <a:cs typeface="Calibri"/>
              </a:rPr>
              <a:t>-</a:t>
            </a:r>
            <a:r>
              <a:rPr sz="900" b="1" spc="6" dirty="0" smtClean="0">
                <a:solidFill>
                  <a:srgbClr val="231F20"/>
                </a:solidFill>
                <a:cs typeface="Calibri"/>
              </a:rPr>
              <a:t>vision</a:t>
            </a:r>
            <a:endParaRPr sz="9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935" name="object 292"/>
          <p:cNvSpPr/>
          <p:nvPr/>
        </p:nvSpPr>
        <p:spPr>
          <a:xfrm>
            <a:off x="5230877" y="2173126"/>
            <a:ext cx="427460" cy="575446"/>
          </a:xfrm>
          <a:custGeom>
            <a:avLst/>
            <a:gdLst/>
            <a:ahLst/>
            <a:cxnLst/>
            <a:rect l="l" t="t" r="r" b="b"/>
            <a:pathLst>
              <a:path w="684529" h="864235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2" y="792459"/>
                </a:lnTo>
                <a:lnTo>
                  <a:pt x="1117" y="833555"/>
                </a:lnTo>
                <a:lnTo>
                  <a:pt x="30178" y="862846"/>
                </a:lnTo>
                <a:lnTo>
                  <a:pt x="612000" y="863993"/>
                </a:lnTo>
                <a:lnTo>
                  <a:pt x="635720" y="863853"/>
                </a:lnTo>
                <a:lnTo>
                  <a:pt x="674939" y="855051"/>
                </a:lnTo>
                <a:lnTo>
                  <a:pt x="683849" y="816071"/>
                </a:lnTo>
                <a:lnTo>
                  <a:pt x="683996" y="792459"/>
                </a:lnTo>
                <a:lnTo>
                  <a:pt x="683993" y="71534"/>
                </a:lnTo>
                <a:lnTo>
                  <a:pt x="682878" y="30438"/>
                </a:lnTo>
                <a:lnTo>
                  <a:pt x="653817" y="1146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36" name="object 293"/>
          <p:cNvSpPr/>
          <p:nvPr/>
        </p:nvSpPr>
        <p:spPr>
          <a:xfrm>
            <a:off x="5230877" y="2173126"/>
            <a:ext cx="427460" cy="575446"/>
          </a:xfrm>
          <a:custGeom>
            <a:avLst/>
            <a:gdLst/>
            <a:ahLst/>
            <a:cxnLst/>
            <a:rect l="l" t="t" r="r" b="b"/>
            <a:pathLst>
              <a:path w="684529" h="864235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0" y="791997"/>
                </a:lnTo>
                <a:lnTo>
                  <a:pt x="139" y="815717"/>
                </a:lnTo>
                <a:lnTo>
                  <a:pt x="8941" y="854936"/>
                </a:lnTo>
                <a:lnTo>
                  <a:pt x="47922" y="863846"/>
                </a:lnTo>
                <a:lnTo>
                  <a:pt x="612000" y="863993"/>
                </a:lnTo>
                <a:lnTo>
                  <a:pt x="635720" y="863853"/>
                </a:lnTo>
                <a:lnTo>
                  <a:pt x="674939" y="855051"/>
                </a:lnTo>
                <a:lnTo>
                  <a:pt x="683849" y="816071"/>
                </a:lnTo>
                <a:lnTo>
                  <a:pt x="683996" y="71996"/>
                </a:lnTo>
                <a:lnTo>
                  <a:pt x="683856" y="48276"/>
                </a:lnTo>
                <a:lnTo>
                  <a:pt x="675054" y="9057"/>
                </a:lnTo>
                <a:lnTo>
                  <a:pt x="636074" y="147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37" name="object 294"/>
          <p:cNvSpPr txBox="1"/>
          <p:nvPr/>
        </p:nvSpPr>
        <p:spPr>
          <a:xfrm>
            <a:off x="5256561" y="2190840"/>
            <a:ext cx="375911" cy="345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Head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of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S</a:t>
            </a:r>
            <a:r>
              <a:rPr sz="600" dirty="0">
                <a:solidFill>
                  <a:srgbClr val="231F20"/>
                </a:solidFill>
                <a:cs typeface="Calibri"/>
              </a:rPr>
              <a:t>t</a:t>
            </a:r>
            <a:r>
              <a:rPr sz="600" spc="-6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ategic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Office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SSM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Sec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etariat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938" name="object 296"/>
          <p:cNvSpPr/>
          <p:nvPr/>
        </p:nvSpPr>
        <p:spPr>
          <a:xfrm>
            <a:off x="5185915" y="2460762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39" name="object 297"/>
          <p:cNvSpPr/>
          <p:nvPr/>
        </p:nvSpPr>
        <p:spPr>
          <a:xfrm>
            <a:off x="5417984" y="2077234"/>
            <a:ext cx="0" cy="48200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199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940" name="object 298"/>
          <p:cNvSpPr/>
          <p:nvPr/>
        </p:nvSpPr>
        <p:spPr>
          <a:xfrm>
            <a:off x="5185904" y="2125175"/>
            <a:ext cx="236332" cy="0"/>
          </a:xfrm>
          <a:custGeom>
            <a:avLst/>
            <a:gdLst/>
            <a:ahLst/>
            <a:cxnLst/>
            <a:rect l="l" t="t" r="r" b="b"/>
            <a:pathLst>
              <a:path w="378459">
                <a:moveTo>
                  <a:pt x="378002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941" name="object 299"/>
          <p:cNvSpPr/>
          <p:nvPr/>
        </p:nvSpPr>
        <p:spPr>
          <a:xfrm>
            <a:off x="5189870" y="2125174"/>
            <a:ext cx="0" cy="4364682"/>
          </a:xfrm>
          <a:custGeom>
            <a:avLst/>
            <a:gdLst/>
            <a:ahLst/>
            <a:cxnLst/>
            <a:rect l="l" t="t" r="r" b="b"/>
            <a:pathLst>
              <a:path h="6555105">
                <a:moveTo>
                  <a:pt x="0" y="0"/>
                </a:moveTo>
                <a:lnTo>
                  <a:pt x="0" y="6554647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42" name="object 300"/>
          <p:cNvSpPr/>
          <p:nvPr/>
        </p:nvSpPr>
        <p:spPr>
          <a:xfrm>
            <a:off x="3477383" y="2120947"/>
            <a:ext cx="0" cy="1678138"/>
          </a:xfrm>
          <a:custGeom>
            <a:avLst/>
            <a:gdLst/>
            <a:ahLst/>
            <a:cxnLst/>
            <a:rect l="l" t="t" r="r" b="b"/>
            <a:pathLst>
              <a:path h="2520315">
                <a:moveTo>
                  <a:pt x="0" y="0"/>
                </a:moveTo>
                <a:lnTo>
                  <a:pt x="0" y="2519997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43" name="object 301"/>
          <p:cNvSpPr/>
          <p:nvPr/>
        </p:nvSpPr>
        <p:spPr>
          <a:xfrm>
            <a:off x="7456429" y="2120946"/>
            <a:ext cx="45719" cy="2349140"/>
          </a:xfrm>
          <a:custGeom>
            <a:avLst/>
            <a:gdLst/>
            <a:ahLst/>
            <a:cxnLst/>
            <a:rect l="l" t="t" r="r" b="b"/>
            <a:pathLst>
              <a:path h="3528059">
                <a:moveTo>
                  <a:pt x="0" y="0"/>
                </a:moveTo>
                <a:lnTo>
                  <a:pt x="0" y="352799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44" name="object 302"/>
          <p:cNvSpPr/>
          <p:nvPr/>
        </p:nvSpPr>
        <p:spPr>
          <a:xfrm>
            <a:off x="622370" y="2120947"/>
            <a:ext cx="0" cy="2353368"/>
          </a:xfrm>
          <a:custGeom>
            <a:avLst/>
            <a:gdLst/>
            <a:ahLst/>
            <a:cxnLst/>
            <a:rect l="l" t="t" r="r" b="b"/>
            <a:pathLst>
              <a:path h="3534409">
                <a:moveTo>
                  <a:pt x="0" y="0"/>
                </a:moveTo>
                <a:lnTo>
                  <a:pt x="0" y="353434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45" name="object 303"/>
          <p:cNvSpPr/>
          <p:nvPr/>
        </p:nvSpPr>
        <p:spPr>
          <a:xfrm>
            <a:off x="2334853" y="2120947"/>
            <a:ext cx="0" cy="1682366"/>
          </a:xfrm>
          <a:custGeom>
            <a:avLst/>
            <a:gdLst/>
            <a:ahLst/>
            <a:cxnLst/>
            <a:rect l="l" t="t" r="r" b="b"/>
            <a:pathLst>
              <a:path h="2526665">
                <a:moveTo>
                  <a:pt x="0" y="0"/>
                </a:moveTo>
                <a:lnTo>
                  <a:pt x="0" y="2526334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46" name="object 304"/>
          <p:cNvSpPr/>
          <p:nvPr/>
        </p:nvSpPr>
        <p:spPr>
          <a:xfrm>
            <a:off x="4601415" y="2120947"/>
            <a:ext cx="45719" cy="3024792"/>
          </a:xfrm>
          <a:custGeom>
            <a:avLst/>
            <a:gdLst/>
            <a:ahLst/>
            <a:cxnLst/>
            <a:rect l="l" t="t" r="r" b="b"/>
            <a:pathLst>
              <a:path h="4542790">
                <a:moveTo>
                  <a:pt x="0" y="0"/>
                </a:moveTo>
                <a:lnTo>
                  <a:pt x="0" y="4542332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47" name="object 305"/>
          <p:cNvSpPr/>
          <p:nvPr/>
        </p:nvSpPr>
        <p:spPr>
          <a:xfrm>
            <a:off x="1768869" y="1358122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5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8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948" name="object 306"/>
          <p:cNvSpPr/>
          <p:nvPr/>
        </p:nvSpPr>
        <p:spPr>
          <a:xfrm>
            <a:off x="1768869" y="1358122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5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9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949" name="object 307"/>
          <p:cNvSpPr/>
          <p:nvPr/>
        </p:nvSpPr>
        <p:spPr>
          <a:xfrm>
            <a:off x="2892893" y="1358124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5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8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950" name="object 308"/>
          <p:cNvSpPr/>
          <p:nvPr/>
        </p:nvSpPr>
        <p:spPr>
          <a:xfrm>
            <a:off x="2892893" y="1358124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5" h="10674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9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951" name="object 309"/>
          <p:cNvSpPr/>
          <p:nvPr/>
        </p:nvSpPr>
        <p:spPr>
          <a:xfrm>
            <a:off x="1764902" y="1448012"/>
            <a:ext cx="472268" cy="0"/>
          </a:xfrm>
          <a:custGeom>
            <a:avLst/>
            <a:gdLst/>
            <a:ahLst/>
            <a:cxnLst/>
            <a:rect l="l" t="t" r="r" b="b"/>
            <a:pathLst>
              <a:path w="756285">
                <a:moveTo>
                  <a:pt x="0" y="0"/>
                </a:moveTo>
                <a:lnTo>
                  <a:pt x="756005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 b="1">
              <a:solidFill>
                <a:prstClr val="black"/>
              </a:solidFill>
            </a:endParaRPr>
          </a:p>
        </p:txBody>
      </p:sp>
      <p:sp>
        <p:nvSpPr>
          <p:cNvPr id="952" name="object 310"/>
          <p:cNvSpPr txBox="1"/>
          <p:nvPr/>
        </p:nvSpPr>
        <p:spPr>
          <a:xfrm>
            <a:off x="1850411" y="1371609"/>
            <a:ext cx="301363" cy="807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7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700" b="1" spc="10" dirty="0">
                <a:solidFill>
                  <a:srgbClr val="231F20"/>
                </a:solidFill>
                <a:cs typeface="Calibri"/>
              </a:rPr>
              <a:t>F</a:t>
            </a:r>
            <a:endParaRPr sz="7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953" name="object 311"/>
          <p:cNvSpPr txBox="1"/>
          <p:nvPr/>
        </p:nvSpPr>
        <p:spPr>
          <a:xfrm>
            <a:off x="1787514" y="1451571"/>
            <a:ext cx="449818" cy="2077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900" b="1" spc="6" dirty="0">
                <a:solidFill>
                  <a:srgbClr val="231F20"/>
                </a:solidFill>
                <a:cs typeface="Calibri"/>
              </a:rPr>
              <a:t>Financial</a:t>
            </a:r>
            <a:r>
              <a:rPr sz="9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900" b="1" spc="13" dirty="0">
                <a:solidFill>
                  <a:srgbClr val="231F20"/>
                </a:solidFill>
                <a:cs typeface="Calibri"/>
              </a:rPr>
              <a:t>S</a:t>
            </a:r>
            <a:r>
              <a:rPr sz="900" b="1" spc="6" dirty="0">
                <a:solidFill>
                  <a:srgbClr val="231F20"/>
                </a:solidFill>
                <a:cs typeface="Calibri"/>
              </a:rPr>
              <a:t>tability</a:t>
            </a:r>
            <a:endParaRPr sz="9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954" name="object 312"/>
          <p:cNvSpPr/>
          <p:nvPr/>
        </p:nvSpPr>
        <p:spPr>
          <a:xfrm>
            <a:off x="2888926" y="1448012"/>
            <a:ext cx="472268" cy="0"/>
          </a:xfrm>
          <a:custGeom>
            <a:avLst/>
            <a:gdLst/>
            <a:ahLst/>
            <a:cxnLst/>
            <a:rect l="l" t="t" r="r" b="b"/>
            <a:pathLst>
              <a:path w="756285">
                <a:moveTo>
                  <a:pt x="0" y="0"/>
                </a:moveTo>
                <a:lnTo>
                  <a:pt x="756005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 b="1">
              <a:solidFill>
                <a:prstClr val="black"/>
              </a:solidFill>
            </a:endParaRPr>
          </a:p>
        </p:txBody>
      </p:sp>
      <p:sp>
        <p:nvSpPr>
          <p:cNvPr id="955" name="object 313"/>
          <p:cNvSpPr txBox="1"/>
          <p:nvPr/>
        </p:nvSpPr>
        <p:spPr>
          <a:xfrm>
            <a:off x="2973865" y="1371609"/>
            <a:ext cx="302553" cy="807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700" b="1" spc="19" dirty="0">
                <a:solidFill>
                  <a:srgbClr val="231F20"/>
                </a:solidFill>
                <a:cs typeface="Calibri"/>
              </a:rPr>
              <a:t> S</a:t>
            </a:r>
            <a:endParaRPr sz="7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956" name="object 314"/>
          <p:cNvSpPr txBox="1"/>
          <p:nvPr/>
        </p:nvSpPr>
        <p:spPr>
          <a:xfrm>
            <a:off x="2911537" y="1451571"/>
            <a:ext cx="439091" cy="1038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900" b="1" spc="13" dirty="0">
                <a:solidFill>
                  <a:srgbClr val="231F20"/>
                </a:solidFill>
                <a:cs typeface="Calibri"/>
              </a:rPr>
              <a:t>S</a:t>
            </a:r>
            <a:r>
              <a:rPr sz="900" b="1" spc="6" dirty="0">
                <a:solidFill>
                  <a:srgbClr val="231F20"/>
                </a:solidFill>
                <a:cs typeface="Calibri"/>
              </a:rPr>
              <a:t>tatistics</a:t>
            </a:r>
            <a:endParaRPr sz="9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957" name="object 317"/>
          <p:cNvSpPr/>
          <p:nvPr/>
        </p:nvSpPr>
        <p:spPr>
          <a:xfrm>
            <a:off x="1813838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58" name="object 318"/>
          <p:cNvSpPr/>
          <p:nvPr/>
        </p:nvSpPr>
        <p:spPr>
          <a:xfrm>
            <a:off x="1813838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59" name="object 319"/>
          <p:cNvSpPr/>
          <p:nvPr/>
        </p:nvSpPr>
        <p:spPr>
          <a:xfrm>
            <a:off x="1813838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60" name="object 320"/>
          <p:cNvSpPr/>
          <p:nvPr/>
        </p:nvSpPr>
        <p:spPr>
          <a:xfrm>
            <a:off x="1813838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61" name="object 321"/>
          <p:cNvSpPr/>
          <p:nvPr/>
        </p:nvSpPr>
        <p:spPr>
          <a:xfrm>
            <a:off x="1813838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62" name="object 322"/>
          <p:cNvSpPr/>
          <p:nvPr/>
        </p:nvSpPr>
        <p:spPr>
          <a:xfrm>
            <a:off x="1813838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63" name="object 323"/>
          <p:cNvSpPr/>
          <p:nvPr/>
        </p:nvSpPr>
        <p:spPr>
          <a:xfrm>
            <a:off x="1813838" y="4186632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64" name="object 324"/>
          <p:cNvSpPr/>
          <p:nvPr/>
        </p:nvSpPr>
        <p:spPr>
          <a:xfrm>
            <a:off x="1813838" y="4186632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65" name="object 325"/>
          <p:cNvSpPr/>
          <p:nvPr/>
        </p:nvSpPr>
        <p:spPr>
          <a:xfrm>
            <a:off x="1813838" y="4857802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2" y="836320"/>
                </a:lnTo>
                <a:lnTo>
                  <a:pt x="57741" y="850974"/>
                </a:lnTo>
                <a:lnTo>
                  <a:pt x="605650" y="851306"/>
                </a:lnTo>
                <a:lnTo>
                  <a:pt x="609814" y="851085"/>
                </a:lnTo>
                <a:lnTo>
                  <a:pt x="656313" y="829854"/>
                </a:lnTo>
                <a:lnTo>
                  <a:pt x="670964" y="793552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66" name="object 326"/>
          <p:cNvSpPr/>
          <p:nvPr/>
        </p:nvSpPr>
        <p:spPr>
          <a:xfrm>
            <a:off x="1813838" y="4857802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2" y="836320"/>
                </a:lnTo>
                <a:lnTo>
                  <a:pt x="57741" y="850974"/>
                </a:lnTo>
                <a:lnTo>
                  <a:pt x="605650" y="851306"/>
                </a:lnTo>
                <a:lnTo>
                  <a:pt x="609814" y="851085"/>
                </a:lnTo>
                <a:lnTo>
                  <a:pt x="656313" y="829854"/>
                </a:lnTo>
                <a:lnTo>
                  <a:pt x="670964" y="793552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67" name="object 327"/>
          <p:cNvSpPr/>
          <p:nvPr/>
        </p:nvSpPr>
        <p:spPr>
          <a:xfrm>
            <a:off x="2937863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68" name="object 328"/>
          <p:cNvSpPr/>
          <p:nvPr/>
        </p:nvSpPr>
        <p:spPr>
          <a:xfrm>
            <a:off x="2937863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69" name="object 329"/>
          <p:cNvSpPr/>
          <p:nvPr/>
        </p:nvSpPr>
        <p:spPr>
          <a:xfrm>
            <a:off x="2937863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70" name="object 330"/>
          <p:cNvSpPr/>
          <p:nvPr/>
        </p:nvSpPr>
        <p:spPr>
          <a:xfrm>
            <a:off x="2937863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71" name="object 331"/>
          <p:cNvSpPr/>
          <p:nvPr/>
        </p:nvSpPr>
        <p:spPr>
          <a:xfrm>
            <a:off x="2937863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72" name="object 332"/>
          <p:cNvSpPr/>
          <p:nvPr/>
        </p:nvSpPr>
        <p:spPr>
          <a:xfrm>
            <a:off x="2937863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73" name="object 333"/>
          <p:cNvSpPr/>
          <p:nvPr/>
        </p:nvSpPr>
        <p:spPr>
          <a:xfrm>
            <a:off x="2937863" y="4186632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74" name="object 334"/>
          <p:cNvSpPr/>
          <p:nvPr/>
        </p:nvSpPr>
        <p:spPr>
          <a:xfrm>
            <a:off x="2937863" y="4186632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75" name="object 335"/>
          <p:cNvSpPr/>
          <p:nvPr/>
        </p:nvSpPr>
        <p:spPr>
          <a:xfrm>
            <a:off x="1809871" y="2934177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76" name="object 336"/>
          <p:cNvSpPr txBox="1"/>
          <p:nvPr/>
        </p:nvSpPr>
        <p:spPr>
          <a:xfrm>
            <a:off x="1900068" y="2857775"/>
            <a:ext cx="247039" cy="691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F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1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977" name="object 337"/>
          <p:cNvSpPr txBox="1"/>
          <p:nvPr/>
        </p:nvSpPr>
        <p:spPr>
          <a:xfrm>
            <a:off x="1843538" y="2937737"/>
            <a:ext cx="360050" cy="2107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Mac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oprudential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Analyses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978" name="object 338"/>
          <p:cNvSpPr txBox="1"/>
          <p:nvPr/>
        </p:nvSpPr>
        <p:spPr>
          <a:xfrm>
            <a:off x="1817130" y="2186621"/>
            <a:ext cx="412789" cy="2074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Office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for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Int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a-al</a:t>
            </a:r>
            <a:endParaRPr sz="600" dirty="0">
              <a:solidFill>
                <a:prstClr val="black"/>
              </a:solidFill>
              <a:cs typeface="Calibri"/>
            </a:endParaRPr>
          </a:p>
          <a:p>
            <a:pPr defTabSz="586533">
              <a:lnSpc>
                <a:spcPct val="75000"/>
              </a:lnSpc>
            </a:pPr>
            <a:r>
              <a:rPr sz="600" spc="-13" dirty="0">
                <a:solidFill>
                  <a:srgbClr val="231F20"/>
                </a:solidFill>
                <a:cs typeface="Calibri"/>
              </a:rPr>
              <a:t>T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asks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979" name="object 339"/>
          <p:cNvSpPr/>
          <p:nvPr/>
        </p:nvSpPr>
        <p:spPr>
          <a:xfrm>
            <a:off x="1809871" y="3605348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80" name="object 340"/>
          <p:cNvSpPr txBox="1"/>
          <p:nvPr/>
        </p:nvSpPr>
        <p:spPr>
          <a:xfrm>
            <a:off x="1900068" y="3528947"/>
            <a:ext cx="247039" cy="691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F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2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981" name="object 341"/>
          <p:cNvSpPr txBox="1"/>
          <p:nvPr/>
        </p:nvSpPr>
        <p:spPr>
          <a:xfrm>
            <a:off x="1843538" y="3608909"/>
            <a:ext cx="360050" cy="2800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Mac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oprudential Surveillance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982" name="object 342"/>
          <p:cNvSpPr/>
          <p:nvPr/>
        </p:nvSpPr>
        <p:spPr>
          <a:xfrm>
            <a:off x="1809871" y="4276520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83" name="object 343"/>
          <p:cNvSpPr txBox="1"/>
          <p:nvPr/>
        </p:nvSpPr>
        <p:spPr>
          <a:xfrm>
            <a:off x="1900068" y="4200117"/>
            <a:ext cx="247039" cy="691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F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3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984" name="object 344"/>
          <p:cNvSpPr txBox="1"/>
          <p:nvPr/>
        </p:nvSpPr>
        <p:spPr>
          <a:xfrm>
            <a:off x="1840398" y="4280081"/>
            <a:ext cx="36639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International Monetary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Affairs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985" name="object 345"/>
          <p:cNvSpPr/>
          <p:nvPr/>
        </p:nvSpPr>
        <p:spPr>
          <a:xfrm>
            <a:off x="1809871" y="4947691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86" name="object 346"/>
          <p:cNvSpPr txBox="1"/>
          <p:nvPr/>
        </p:nvSpPr>
        <p:spPr>
          <a:xfrm>
            <a:off x="1900068" y="4871288"/>
            <a:ext cx="247039" cy="691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F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4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987" name="object 347"/>
          <p:cNvSpPr txBox="1"/>
          <p:nvPr/>
        </p:nvSpPr>
        <p:spPr>
          <a:xfrm>
            <a:off x="1843538" y="4951251"/>
            <a:ext cx="360050" cy="2074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Mac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oprudential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olicy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988" name="object 348"/>
          <p:cNvSpPr/>
          <p:nvPr/>
        </p:nvSpPr>
        <p:spPr>
          <a:xfrm>
            <a:off x="2933895" y="2263006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89" name="object 349"/>
          <p:cNvSpPr txBox="1"/>
          <p:nvPr/>
        </p:nvSpPr>
        <p:spPr>
          <a:xfrm>
            <a:off x="3023522" y="2186605"/>
            <a:ext cx="248228" cy="692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S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1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990" name="object 350"/>
          <p:cNvSpPr txBox="1"/>
          <p:nvPr/>
        </p:nvSpPr>
        <p:spPr>
          <a:xfrm>
            <a:off x="2944581" y="2266566"/>
            <a:ext cx="406048" cy="48474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Monetary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Financial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S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tatistics,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External</a:t>
            </a:r>
            <a:endParaRPr sz="600" dirty="0">
              <a:solidFill>
                <a:prstClr val="black"/>
              </a:solidFill>
              <a:cs typeface="Calibri"/>
            </a:endParaRPr>
          </a:p>
          <a:p>
            <a:pPr defTabSz="586533">
              <a:lnSpc>
                <a:spcPct val="75000"/>
              </a:lnSpc>
            </a:pPr>
            <a:r>
              <a:rPr sz="600" spc="13" dirty="0">
                <a:solidFill>
                  <a:srgbClr val="231F20"/>
                </a:solidFill>
                <a:cs typeface="Calibri"/>
              </a:rPr>
              <a:t>Stock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S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tatistics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991" name="object 351"/>
          <p:cNvSpPr/>
          <p:nvPr/>
        </p:nvSpPr>
        <p:spPr>
          <a:xfrm>
            <a:off x="2933895" y="2934178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92" name="object 352"/>
          <p:cNvSpPr txBox="1"/>
          <p:nvPr/>
        </p:nvSpPr>
        <p:spPr>
          <a:xfrm>
            <a:off x="3023522" y="2857775"/>
            <a:ext cx="248228" cy="691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S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2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993" name="object 353"/>
          <p:cNvSpPr txBox="1"/>
          <p:nvPr/>
        </p:nvSpPr>
        <p:spPr>
          <a:xfrm>
            <a:off x="2935683" y="2937737"/>
            <a:ext cx="423891" cy="4149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Balance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of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ayments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S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tatistics,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International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Investment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 </a:t>
            </a:r>
            <a:r>
              <a:rPr sz="60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osition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994" name="object 354"/>
          <p:cNvSpPr/>
          <p:nvPr/>
        </p:nvSpPr>
        <p:spPr>
          <a:xfrm>
            <a:off x="2933895" y="3605348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95" name="object 355"/>
          <p:cNvSpPr txBox="1"/>
          <p:nvPr/>
        </p:nvSpPr>
        <p:spPr>
          <a:xfrm>
            <a:off x="3023522" y="3528947"/>
            <a:ext cx="248228" cy="691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S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3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996" name="object 356"/>
          <p:cNvSpPr txBox="1"/>
          <p:nvPr/>
        </p:nvSpPr>
        <p:spPr>
          <a:xfrm>
            <a:off x="2953005" y="3608909"/>
            <a:ext cx="388997" cy="2074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Gene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al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Economic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S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tatistics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997" name="object 357"/>
          <p:cNvSpPr/>
          <p:nvPr/>
        </p:nvSpPr>
        <p:spPr>
          <a:xfrm>
            <a:off x="2933895" y="4276520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98" name="object 358"/>
          <p:cNvSpPr txBox="1"/>
          <p:nvPr/>
        </p:nvSpPr>
        <p:spPr>
          <a:xfrm>
            <a:off x="3023522" y="4200117"/>
            <a:ext cx="248228" cy="691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S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4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999" name="object 359"/>
          <p:cNvSpPr txBox="1"/>
          <p:nvPr/>
        </p:nvSpPr>
        <p:spPr>
          <a:xfrm>
            <a:off x="2953005" y="4280080"/>
            <a:ext cx="408351" cy="4149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3" dirty="0">
                <a:solidFill>
                  <a:srgbClr val="231F20"/>
                </a:solidFill>
                <a:cs typeface="Calibri"/>
              </a:rPr>
              <a:t>S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tatistical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Information Management,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Mathematical Methods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000" name="object 369"/>
          <p:cNvSpPr/>
          <p:nvPr/>
        </p:nvSpPr>
        <p:spPr>
          <a:xfrm>
            <a:off x="1764911" y="3127704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01" name="object 370"/>
          <p:cNvSpPr/>
          <p:nvPr/>
        </p:nvSpPr>
        <p:spPr>
          <a:xfrm>
            <a:off x="1764911" y="3798876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02" name="object 371"/>
          <p:cNvSpPr/>
          <p:nvPr/>
        </p:nvSpPr>
        <p:spPr>
          <a:xfrm>
            <a:off x="1764911" y="4470047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03" name="object 372"/>
          <p:cNvSpPr/>
          <p:nvPr/>
        </p:nvSpPr>
        <p:spPr>
          <a:xfrm>
            <a:off x="1764911" y="5141219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04" name="object 373"/>
          <p:cNvSpPr/>
          <p:nvPr/>
        </p:nvSpPr>
        <p:spPr>
          <a:xfrm>
            <a:off x="2888936" y="2456534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05" name="object 374"/>
          <p:cNvSpPr/>
          <p:nvPr/>
        </p:nvSpPr>
        <p:spPr>
          <a:xfrm>
            <a:off x="2888936" y="3127704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06" name="object 375"/>
          <p:cNvSpPr/>
          <p:nvPr/>
        </p:nvSpPr>
        <p:spPr>
          <a:xfrm>
            <a:off x="2888936" y="3798876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07" name="object 376"/>
          <p:cNvSpPr/>
          <p:nvPr/>
        </p:nvSpPr>
        <p:spPr>
          <a:xfrm>
            <a:off x="2888936" y="4470047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08" name="object 377"/>
          <p:cNvSpPr/>
          <p:nvPr/>
        </p:nvSpPr>
        <p:spPr>
          <a:xfrm>
            <a:off x="1996981" y="2073006"/>
            <a:ext cx="0" cy="48200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199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009" name="object 378"/>
          <p:cNvSpPr/>
          <p:nvPr/>
        </p:nvSpPr>
        <p:spPr>
          <a:xfrm>
            <a:off x="3121006" y="2073006"/>
            <a:ext cx="0" cy="48200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199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010" name="object 379"/>
          <p:cNvSpPr/>
          <p:nvPr/>
        </p:nvSpPr>
        <p:spPr>
          <a:xfrm>
            <a:off x="1764901" y="2120947"/>
            <a:ext cx="236332" cy="0"/>
          </a:xfrm>
          <a:custGeom>
            <a:avLst/>
            <a:gdLst/>
            <a:ahLst/>
            <a:cxnLst/>
            <a:rect l="l" t="t" r="r" b="b"/>
            <a:pathLst>
              <a:path w="378460">
                <a:moveTo>
                  <a:pt x="378002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011" name="object 380"/>
          <p:cNvSpPr/>
          <p:nvPr/>
        </p:nvSpPr>
        <p:spPr>
          <a:xfrm>
            <a:off x="2888926" y="2120947"/>
            <a:ext cx="236332" cy="0"/>
          </a:xfrm>
          <a:custGeom>
            <a:avLst/>
            <a:gdLst/>
            <a:ahLst/>
            <a:cxnLst/>
            <a:rect l="l" t="t" r="r" b="b"/>
            <a:pathLst>
              <a:path w="378460">
                <a:moveTo>
                  <a:pt x="378015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012" name="object 381"/>
          <p:cNvSpPr/>
          <p:nvPr/>
        </p:nvSpPr>
        <p:spPr>
          <a:xfrm>
            <a:off x="1768866" y="2120946"/>
            <a:ext cx="0" cy="3020564"/>
          </a:xfrm>
          <a:custGeom>
            <a:avLst/>
            <a:gdLst/>
            <a:ahLst/>
            <a:cxnLst/>
            <a:rect l="l" t="t" r="r" b="b"/>
            <a:pathLst>
              <a:path h="4536440">
                <a:moveTo>
                  <a:pt x="0" y="0"/>
                </a:moveTo>
                <a:lnTo>
                  <a:pt x="0" y="4535995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13" name="object 382"/>
          <p:cNvSpPr/>
          <p:nvPr/>
        </p:nvSpPr>
        <p:spPr>
          <a:xfrm>
            <a:off x="2892899" y="2120947"/>
            <a:ext cx="0" cy="2353368"/>
          </a:xfrm>
          <a:custGeom>
            <a:avLst/>
            <a:gdLst/>
            <a:ahLst/>
            <a:cxnLst/>
            <a:rect l="l" t="t" r="r" b="b"/>
            <a:pathLst>
              <a:path h="3534409">
                <a:moveTo>
                  <a:pt x="0" y="0"/>
                </a:moveTo>
                <a:lnTo>
                  <a:pt x="0" y="353434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14" name="object 383"/>
          <p:cNvSpPr/>
          <p:nvPr/>
        </p:nvSpPr>
        <p:spPr>
          <a:xfrm>
            <a:off x="6894420" y="1358124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4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8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015" name="object 384"/>
          <p:cNvSpPr/>
          <p:nvPr/>
        </p:nvSpPr>
        <p:spPr>
          <a:xfrm>
            <a:off x="6894420" y="1358124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4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9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016" name="object 385"/>
          <p:cNvSpPr/>
          <p:nvPr/>
        </p:nvSpPr>
        <p:spPr>
          <a:xfrm>
            <a:off x="6890453" y="1448012"/>
            <a:ext cx="472268" cy="0"/>
          </a:xfrm>
          <a:custGeom>
            <a:avLst/>
            <a:gdLst/>
            <a:ahLst/>
            <a:cxnLst/>
            <a:rect l="l" t="t" r="r" b="b"/>
            <a:pathLst>
              <a:path w="756284">
                <a:moveTo>
                  <a:pt x="0" y="0"/>
                </a:moveTo>
                <a:lnTo>
                  <a:pt x="756005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 b="1">
              <a:solidFill>
                <a:prstClr val="black"/>
              </a:solidFill>
            </a:endParaRPr>
          </a:p>
        </p:txBody>
      </p:sp>
      <p:sp>
        <p:nvSpPr>
          <p:cNvPr id="1017" name="object 386"/>
          <p:cNvSpPr txBox="1"/>
          <p:nvPr/>
        </p:nvSpPr>
        <p:spPr>
          <a:xfrm>
            <a:off x="6968492" y="1371609"/>
            <a:ext cx="316035" cy="8079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7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700" b="1" spc="10" dirty="0">
                <a:solidFill>
                  <a:srgbClr val="231F20"/>
                </a:solidFill>
                <a:cs typeface="Calibri"/>
              </a:rPr>
              <a:t>IT</a:t>
            </a:r>
            <a:endParaRPr sz="7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018" name="object 387"/>
          <p:cNvSpPr txBox="1"/>
          <p:nvPr/>
        </p:nvSpPr>
        <p:spPr>
          <a:xfrm>
            <a:off x="6913064" y="1451571"/>
            <a:ext cx="445693" cy="41998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900" b="1" spc="10" dirty="0" smtClean="0">
                <a:solidFill>
                  <a:srgbClr val="231F20"/>
                </a:solidFill>
                <a:cs typeface="Calibri"/>
              </a:rPr>
              <a:t>Inform</a:t>
            </a:r>
            <a:r>
              <a:rPr lang="de-DE" sz="900" b="1" spc="10" dirty="0" smtClean="0">
                <a:solidFill>
                  <a:srgbClr val="231F20"/>
                </a:solidFill>
                <a:cs typeface="Calibri"/>
              </a:rPr>
              <a:t>-</a:t>
            </a:r>
            <a:r>
              <a:rPr sz="900" b="1" spc="10" dirty="0" err="1" smtClean="0">
                <a:solidFill>
                  <a:srgbClr val="231F20"/>
                </a:solidFill>
                <a:cs typeface="Calibri"/>
              </a:rPr>
              <a:t>ation</a:t>
            </a:r>
            <a:r>
              <a:rPr sz="900" b="1" spc="10" dirty="0" smtClean="0">
                <a:solidFill>
                  <a:srgbClr val="231F20"/>
                </a:solidFill>
                <a:cs typeface="Calibri"/>
              </a:rPr>
              <a:t> </a:t>
            </a:r>
            <a:r>
              <a:rPr sz="900" b="1" spc="-13" dirty="0" smtClean="0">
                <a:solidFill>
                  <a:srgbClr val="231F20"/>
                </a:solidFill>
                <a:cs typeface="Calibri"/>
              </a:rPr>
              <a:t>T</a:t>
            </a:r>
            <a:r>
              <a:rPr sz="900" b="1" spc="10" dirty="0" smtClean="0">
                <a:solidFill>
                  <a:srgbClr val="231F20"/>
                </a:solidFill>
                <a:cs typeface="Calibri"/>
              </a:rPr>
              <a:t>ech</a:t>
            </a:r>
            <a:r>
              <a:rPr lang="de-DE" sz="900" b="1" spc="10" dirty="0" err="1" smtClean="0">
                <a:solidFill>
                  <a:srgbClr val="231F20"/>
                </a:solidFill>
                <a:cs typeface="Calibri"/>
              </a:rPr>
              <a:t>no</a:t>
            </a:r>
            <a:r>
              <a:rPr lang="de-DE" sz="900" b="1" spc="10" dirty="0" smtClean="0">
                <a:solidFill>
                  <a:srgbClr val="231F20"/>
                </a:solidFill>
                <a:cs typeface="Calibri"/>
              </a:rPr>
              <a:t>-</a:t>
            </a:r>
            <a:r>
              <a:rPr sz="900" b="1" spc="10" dirty="0" smtClean="0">
                <a:solidFill>
                  <a:srgbClr val="231F20"/>
                </a:solidFill>
                <a:cs typeface="Calibri"/>
              </a:rPr>
              <a:t>logy</a:t>
            </a:r>
            <a:endParaRPr sz="9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019" name="object 389"/>
          <p:cNvSpPr/>
          <p:nvPr/>
        </p:nvSpPr>
        <p:spPr>
          <a:xfrm>
            <a:off x="6939389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20" name="object 390"/>
          <p:cNvSpPr/>
          <p:nvPr/>
        </p:nvSpPr>
        <p:spPr>
          <a:xfrm>
            <a:off x="6939389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21" name="object 391"/>
          <p:cNvSpPr/>
          <p:nvPr/>
        </p:nvSpPr>
        <p:spPr>
          <a:xfrm>
            <a:off x="6939389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22" name="object 392"/>
          <p:cNvSpPr/>
          <p:nvPr/>
        </p:nvSpPr>
        <p:spPr>
          <a:xfrm>
            <a:off x="6939389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23" name="object 393"/>
          <p:cNvSpPr/>
          <p:nvPr/>
        </p:nvSpPr>
        <p:spPr>
          <a:xfrm>
            <a:off x="6939389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24" name="object 394"/>
          <p:cNvSpPr/>
          <p:nvPr/>
        </p:nvSpPr>
        <p:spPr>
          <a:xfrm>
            <a:off x="6939389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25" name="object 395"/>
          <p:cNvSpPr/>
          <p:nvPr/>
        </p:nvSpPr>
        <p:spPr>
          <a:xfrm>
            <a:off x="6939389" y="4186632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26" name="object 396"/>
          <p:cNvSpPr/>
          <p:nvPr/>
        </p:nvSpPr>
        <p:spPr>
          <a:xfrm>
            <a:off x="6939389" y="4186632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27" name="object 397"/>
          <p:cNvSpPr/>
          <p:nvPr/>
        </p:nvSpPr>
        <p:spPr>
          <a:xfrm>
            <a:off x="6939389" y="4857802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2" y="836320"/>
                </a:lnTo>
                <a:lnTo>
                  <a:pt x="57741" y="850974"/>
                </a:lnTo>
                <a:lnTo>
                  <a:pt x="605650" y="851306"/>
                </a:lnTo>
                <a:lnTo>
                  <a:pt x="609814" y="851085"/>
                </a:lnTo>
                <a:lnTo>
                  <a:pt x="656313" y="829854"/>
                </a:lnTo>
                <a:lnTo>
                  <a:pt x="670964" y="793552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28" name="object 398"/>
          <p:cNvSpPr/>
          <p:nvPr/>
        </p:nvSpPr>
        <p:spPr>
          <a:xfrm>
            <a:off x="6939389" y="4857802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2" y="836320"/>
                </a:lnTo>
                <a:lnTo>
                  <a:pt x="57741" y="850974"/>
                </a:lnTo>
                <a:lnTo>
                  <a:pt x="605650" y="851306"/>
                </a:lnTo>
                <a:lnTo>
                  <a:pt x="609814" y="851085"/>
                </a:lnTo>
                <a:lnTo>
                  <a:pt x="656313" y="829854"/>
                </a:lnTo>
                <a:lnTo>
                  <a:pt x="670964" y="793552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29" name="object 399"/>
          <p:cNvSpPr/>
          <p:nvPr/>
        </p:nvSpPr>
        <p:spPr>
          <a:xfrm>
            <a:off x="6935422" y="2263006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30" name="object 400"/>
          <p:cNvSpPr txBox="1"/>
          <p:nvPr/>
        </p:nvSpPr>
        <p:spPr>
          <a:xfrm>
            <a:off x="7018149" y="2186605"/>
            <a:ext cx="261710" cy="692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IT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1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031" name="object 401"/>
          <p:cNvSpPr/>
          <p:nvPr/>
        </p:nvSpPr>
        <p:spPr>
          <a:xfrm>
            <a:off x="6935422" y="2934178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32" name="object 402"/>
          <p:cNvSpPr txBox="1"/>
          <p:nvPr/>
        </p:nvSpPr>
        <p:spPr>
          <a:xfrm>
            <a:off x="7018149" y="2857775"/>
            <a:ext cx="261710" cy="69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IT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2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033" name="object 403"/>
          <p:cNvSpPr txBox="1"/>
          <p:nvPr/>
        </p:nvSpPr>
        <p:spPr>
          <a:xfrm>
            <a:off x="6962503" y="2937738"/>
            <a:ext cx="396254" cy="27699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IT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Ope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ations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Services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034" name="object 404"/>
          <p:cNvSpPr/>
          <p:nvPr/>
        </p:nvSpPr>
        <p:spPr>
          <a:xfrm>
            <a:off x="6935422" y="3605348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35" name="object 405"/>
          <p:cNvSpPr txBox="1"/>
          <p:nvPr/>
        </p:nvSpPr>
        <p:spPr>
          <a:xfrm>
            <a:off x="7018149" y="3528947"/>
            <a:ext cx="261710" cy="69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IT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4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036" name="object 406"/>
          <p:cNvSpPr txBox="1"/>
          <p:nvPr/>
        </p:nvSpPr>
        <p:spPr>
          <a:xfrm>
            <a:off x="6968490" y="3608909"/>
            <a:ext cx="354908" cy="27665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Applications Development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037" name="object 407"/>
          <p:cNvSpPr/>
          <p:nvPr/>
        </p:nvSpPr>
        <p:spPr>
          <a:xfrm>
            <a:off x="6935422" y="4276520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38" name="object 408"/>
          <p:cNvSpPr txBox="1"/>
          <p:nvPr/>
        </p:nvSpPr>
        <p:spPr>
          <a:xfrm>
            <a:off x="7018149" y="4200117"/>
            <a:ext cx="261710" cy="69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IT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5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039" name="object 409"/>
          <p:cNvSpPr txBox="1"/>
          <p:nvPr/>
        </p:nvSpPr>
        <p:spPr>
          <a:xfrm>
            <a:off x="6962505" y="4280081"/>
            <a:ext cx="360895" cy="20749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IT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Inf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astructu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e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040" name="object 410"/>
          <p:cNvSpPr/>
          <p:nvPr/>
        </p:nvSpPr>
        <p:spPr>
          <a:xfrm>
            <a:off x="6935422" y="4947691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41" name="object 411"/>
          <p:cNvSpPr txBox="1"/>
          <p:nvPr/>
        </p:nvSpPr>
        <p:spPr>
          <a:xfrm>
            <a:off x="6937810" y="2266541"/>
            <a:ext cx="422702" cy="41549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-6" dirty="0">
                <a:solidFill>
                  <a:srgbClr val="231F20"/>
                </a:solidFill>
                <a:cs typeface="Calibri"/>
              </a:rPr>
              <a:t>IT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0" dirty="0">
                <a:solidFill>
                  <a:srgbClr val="231F20"/>
                </a:solidFill>
                <a:cs typeface="Calibri"/>
              </a:rPr>
              <a:t>Client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6" dirty="0">
                <a:solidFill>
                  <a:srgbClr val="231F20"/>
                </a:solidFill>
                <a:cs typeface="Calibri"/>
              </a:rPr>
              <a:t>Liaison</a:t>
            </a:r>
            <a:r>
              <a:rPr sz="600" spc="-10" dirty="0">
                <a:solidFill>
                  <a:srgbClr val="231F20"/>
                </a:solidFill>
                <a:cs typeface="Calibri"/>
              </a:rPr>
              <a:t> Management, </a:t>
            </a:r>
            <a:r>
              <a:rPr sz="600" spc="-16" dirty="0">
                <a:solidFill>
                  <a:srgbClr val="231F20"/>
                </a:solidFill>
                <a:cs typeface="Calibri"/>
              </a:rPr>
              <a:t>Pr</a:t>
            </a:r>
            <a:r>
              <a:rPr sz="600" spc="-10" dirty="0">
                <a:solidFill>
                  <a:srgbClr val="231F20"/>
                </a:solidFill>
                <a:cs typeface="Calibri"/>
              </a:rPr>
              <a:t>oduct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3" dirty="0">
                <a:solidFill>
                  <a:srgbClr val="231F20"/>
                </a:solidFill>
                <a:cs typeface="Calibri"/>
              </a:rPr>
              <a:t>Management</a:t>
            </a:r>
            <a:r>
              <a:rPr sz="600" spc="-10" dirty="0">
                <a:solidFill>
                  <a:srgbClr val="231F20"/>
                </a:solidFill>
                <a:cs typeface="Calibri"/>
              </a:rPr>
              <a:t> I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042" name="object 412"/>
          <p:cNvSpPr txBox="1"/>
          <p:nvPr/>
        </p:nvSpPr>
        <p:spPr>
          <a:xfrm>
            <a:off x="7018149" y="4871288"/>
            <a:ext cx="261710" cy="69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IT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6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043" name="object 413"/>
          <p:cNvSpPr txBox="1"/>
          <p:nvPr/>
        </p:nvSpPr>
        <p:spPr>
          <a:xfrm>
            <a:off x="6988838" y="4951250"/>
            <a:ext cx="320397" cy="34582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IT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oject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3" dirty="0">
                <a:solidFill>
                  <a:srgbClr val="231F20"/>
                </a:solidFill>
                <a:cs typeface="Calibri"/>
              </a:rPr>
              <a:t>T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est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Services,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ESCB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22" dirty="0">
                <a:solidFill>
                  <a:srgbClr val="231F20"/>
                </a:solidFill>
                <a:cs typeface="Calibri"/>
              </a:rPr>
              <a:t>A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ctivities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1044" name="object 418"/>
          <p:cNvSpPr/>
          <p:nvPr/>
        </p:nvSpPr>
        <p:spPr>
          <a:xfrm>
            <a:off x="6890462" y="2456534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45" name="object 419"/>
          <p:cNvSpPr/>
          <p:nvPr/>
        </p:nvSpPr>
        <p:spPr>
          <a:xfrm>
            <a:off x="6890462" y="3127704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46" name="object 420"/>
          <p:cNvSpPr/>
          <p:nvPr/>
        </p:nvSpPr>
        <p:spPr>
          <a:xfrm>
            <a:off x="6890462" y="3798876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47" name="object 421"/>
          <p:cNvSpPr/>
          <p:nvPr/>
        </p:nvSpPr>
        <p:spPr>
          <a:xfrm>
            <a:off x="6890462" y="4470047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48" name="object 422"/>
          <p:cNvSpPr/>
          <p:nvPr/>
        </p:nvSpPr>
        <p:spPr>
          <a:xfrm>
            <a:off x="6890462" y="5141219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49" name="object 423"/>
          <p:cNvSpPr/>
          <p:nvPr/>
        </p:nvSpPr>
        <p:spPr>
          <a:xfrm>
            <a:off x="7122532" y="2073006"/>
            <a:ext cx="0" cy="48200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199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050" name="object 424"/>
          <p:cNvSpPr/>
          <p:nvPr/>
        </p:nvSpPr>
        <p:spPr>
          <a:xfrm>
            <a:off x="6890452" y="2120947"/>
            <a:ext cx="236332" cy="0"/>
          </a:xfrm>
          <a:custGeom>
            <a:avLst/>
            <a:gdLst/>
            <a:ahLst/>
            <a:cxnLst/>
            <a:rect l="l" t="t" r="r" b="b"/>
            <a:pathLst>
              <a:path w="378459">
                <a:moveTo>
                  <a:pt x="378015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051" name="object 425"/>
          <p:cNvSpPr/>
          <p:nvPr/>
        </p:nvSpPr>
        <p:spPr>
          <a:xfrm>
            <a:off x="6894426" y="2120947"/>
            <a:ext cx="0" cy="3024792"/>
          </a:xfrm>
          <a:custGeom>
            <a:avLst/>
            <a:gdLst/>
            <a:ahLst/>
            <a:cxnLst/>
            <a:rect l="l" t="t" r="r" b="b"/>
            <a:pathLst>
              <a:path h="4542790">
                <a:moveTo>
                  <a:pt x="0" y="0"/>
                </a:moveTo>
                <a:lnTo>
                  <a:pt x="0" y="4542345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52" name="object 426"/>
          <p:cNvSpPr/>
          <p:nvPr/>
        </p:nvSpPr>
        <p:spPr>
          <a:xfrm>
            <a:off x="573435" y="1258013"/>
            <a:ext cx="0" cy="4451358"/>
          </a:xfrm>
          <a:custGeom>
            <a:avLst/>
            <a:gdLst/>
            <a:ahLst/>
            <a:cxnLst/>
            <a:rect l="l" t="t" r="r" b="b"/>
            <a:pathLst>
              <a:path h="6685280">
                <a:moveTo>
                  <a:pt x="0" y="0"/>
                </a:moveTo>
                <a:lnTo>
                  <a:pt x="0" y="6685203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53" name="object 427"/>
          <p:cNvSpPr/>
          <p:nvPr/>
        </p:nvSpPr>
        <p:spPr>
          <a:xfrm>
            <a:off x="2285918" y="1253786"/>
            <a:ext cx="0" cy="3999795"/>
          </a:xfrm>
          <a:custGeom>
            <a:avLst/>
            <a:gdLst/>
            <a:ahLst/>
            <a:cxnLst/>
            <a:rect l="l" t="t" r="r" b="b"/>
            <a:pathLst>
              <a:path h="6007100">
                <a:moveTo>
                  <a:pt x="0" y="0"/>
                </a:moveTo>
                <a:lnTo>
                  <a:pt x="0" y="6006693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54" name="object 428"/>
          <p:cNvSpPr/>
          <p:nvPr/>
        </p:nvSpPr>
        <p:spPr>
          <a:xfrm>
            <a:off x="4552491" y="1162132"/>
            <a:ext cx="0" cy="4091545"/>
          </a:xfrm>
          <a:custGeom>
            <a:avLst/>
            <a:gdLst/>
            <a:ahLst/>
            <a:cxnLst/>
            <a:rect l="l" t="t" r="r" b="b"/>
            <a:pathLst>
              <a:path h="6144895">
                <a:moveTo>
                  <a:pt x="0" y="0"/>
                </a:moveTo>
                <a:lnTo>
                  <a:pt x="0" y="6144348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/>
            <a:endParaRPr sz="1200">
              <a:solidFill>
                <a:prstClr val="black"/>
              </a:solidFill>
            </a:endParaRPr>
          </a:p>
        </p:txBody>
      </p:sp>
      <p:sp>
        <p:nvSpPr>
          <p:cNvPr id="1055" name="object 429"/>
          <p:cNvSpPr/>
          <p:nvPr/>
        </p:nvSpPr>
        <p:spPr>
          <a:xfrm>
            <a:off x="5698986" y="1162132"/>
            <a:ext cx="0" cy="4083512"/>
          </a:xfrm>
          <a:custGeom>
            <a:avLst/>
            <a:gdLst/>
            <a:ahLst/>
            <a:cxnLst/>
            <a:rect l="l" t="t" r="r" b="b"/>
            <a:pathLst>
              <a:path h="6132830">
                <a:moveTo>
                  <a:pt x="0" y="0"/>
                </a:moveTo>
                <a:lnTo>
                  <a:pt x="0" y="6132703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/>
            <a:endParaRPr sz="1200">
              <a:solidFill>
                <a:prstClr val="black"/>
              </a:solidFill>
            </a:endParaRPr>
          </a:p>
        </p:txBody>
      </p:sp>
      <p:sp>
        <p:nvSpPr>
          <p:cNvPr id="1056" name="object 430"/>
          <p:cNvSpPr/>
          <p:nvPr/>
        </p:nvSpPr>
        <p:spPr>
          <a:xfrm>
            <a:off x="6845500" y="1162132"/>
            <a:ext cx="0" cy="4091545"/>
          </a:xfrm>
          <a:custGeom>
            <a:avLst/>
            <a:gdLst/>
            <a:ahLst/>
            <a:cxnLst/>
            <a:rect l="l" t="t" r="r" b="b"/>
            <a:pathLst>
              <a:path h="6144895">
                <a:moveTo>
                  <a:pt x="0" y="0"/>
                </a:moveTo>
                <a:lnTo>
                  <a:pt x="0" y="6144348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/>
            <a:endParaRPr sz="1200">
              <a:solidFill>
                <a:prstClr val="black"/>
              </a:solidFill>
            </a:endParaRPr>
          </a:p>
        </p:txBody>
      </p:sp>
      <p:sp>
        <p:nvSpPr>
          <p:cNvPr id="1057" name="object 431"/>
          <p:cNvSpPr/>
          <p:nvPr/>
        </p:nvSpPr>
        <p:spPr>
          <a:xfrm>
            <a:off x="1184383" y="2120947"/>
            <a:ext cx="0" cy="3695794"/>
          </a:xfrm>
          <a:custGeom>
            <a:avLst/>
            <a:gdLst/>
            <a:ahLst/>
            <a:cxnLst/>
            <a:rect l="l" t="t" r="r" b="b"/>
            <a:pathLst>
              <a:path h="5550534">
                <a:moveTo>
                  <a:pt x="0" y="0"/>
                </a:moveTo>
                <a:lnTo>
                  <a:pt x="0" y="5550344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58" name="object 432"/>
          <p:cNvSpPr/>
          <p:nvPr/>
        </p:nvSpPr>
        <p:spPr>
          <a:xfrm>
            <a:off x="60351" y="4186631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5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4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3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59" name="object 433"/>
          <p:cNvSpPr/>
          <p:nvPr/>
        </p:nvSpPr>
        <p:spPr>
          <a:xfrm>
            <a:off x="60351" y="4186631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5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5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4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60" name="object 434"/>
          <p:cNvSpPr/>
          <p:nvPr/>
        </p:nvSpPr>
        <p:spPr>
          <a:xfrm>
            <a:off x="60351" y="4642069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5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4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3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61" name="object 435"/>
          <p:cNvSpPr/>
          <p:nvPr/>
        </p:nvSpPr>
        <p:spPr>
          <a:xfrm>
            <a:off x="60351" y="4642069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5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5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4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62" name="object 436"/>
          <p:cNvSpPr/>
          <p:nvPr/>
        </p:nvSpPr>
        <p:spPr>
          <a:xfrm>
            <a:off x="60353" y="5097507"/>
            <a:ext cx="464336" cy="351356"/>
          </a:xfrm>
          <a:custGeom>
            <a:avLst/>
            <a:gdLst/>
            <a:ahLst/>
            <a:cxnLst/>
            <a:rect l="l" t="t" r="r" b="b"/>
            <a:pathLst>
              <a:path w="743585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4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3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63" name="object 437"/>
          <p:cNvSpPr/>
          <p:nvPr/>
        </p:nvSpPr>
        <p:spPr>
          <a:xfrm>
            <a:off x="60351" y="5097507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5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5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4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64" name="object 438"/>
          <p:cNvSpPr/>
          <p:nvPr/>
        </p:nvSpPr>
        <p:spPr>
          <a:xfrm>
            <a:off x="2330882" y="5073537"/>
            <a:ext cx="472268" cy="359812"/>
          </a:xfrm>
          <a:custGeom>
            <a:avLst/>
            <a:gdLst/>
            <a:ahLst/>
            <a:cxnLst/>
            <a:rect l="l" t="t" r="r" b="b"/>
            <a:pathLst>
              <a:path w="756285" h="540384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2" y="468475"/>
                </a:lnTo>
                <a:lnTo>
                  <a:pt x="1117" y="509557"/>
                </a:lnTo>
                <a:lnTo>
                  <a:pt x="30170" y="538856"/>
                </a:lnTo>
                <a:lnTo>
                  <a:pt x="683996" y="540003"/>
                </a:lnTo>
                <a:lnTo>
                  <a:pt x="707714" y="539864"/>
                </a:lnTo>
                <a:lnTo>
                  <a:pt x="746933" y="531062"/>
                </a:lnTo>
                <a:lnTo>
                  <a:pt x="755845" y="492085"/>
                </a:lnTo>
                <a:lnTo>
                  <a:pt x="755992" y="468475"/>
                </a:lnTo>
                <a:lnTo>
                  <a:pt x="755990" y="71534"/>
                </a:lnTo>
                <a:lnTo>
                  <a:pt x="754875" y="30438"/>
                </a:lnTo>
                <a:lnTo>
                  <a:pt x="725814" y="1146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65" name="object 439"/>
          <p:cNvSpPr/>
          <p:nvPr/>
        </p:nvSpPr>
        <p:spPr>
          <a:xfrm>
            <a:off x="2330882" y="5073537"/>
            <a:ext cx="472268" cy="359812"/>
          </a:xfrm>
          <a:custGeom>
            <a:avLst/>
            <a:gdLst/>
            <a:ahLst/>
            <a:cxnLst/>
            <a:rect l="l" t="t" r="r" b="b"/>
            <a:pathLst>
              <a:path w="756285" h="540384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0" y="467995"/>
                </a:lnTo>
                <a:lnTo>
                  <a:pt x="139" y="491717"/>
                </a:lnTo>
                <a:lnTo>
                  <a:pt x="8939" y="530942"/>
                </a:lnTo>
                <a:lnTo>
                  <a:pt x="47909" y="539856"/>
                </a:lnTo>
                <a:lnTo>
                  <a:pt x="683996" y="540004"/>
                </a:lnTo>
                <a:lnTo>
                  <a:pt x="707714" y="539864"/>
                </a:lnTo>
                <a:lnTo>
                  <a:pt x="746933" y="531062"/>
                </a:lnTo>
                <a:lnTo>
                  <a:pt x="755845" y="492085"/>
                </a:lnTo>
                <a:lnTo>
                  <a:pt x="755992" y="71996"/>
                </a:lnTo>
                <a:lnTo>
                  <a:pt x="755853" y="48276"/>
                </a:lnTo>
                <a:lnTo>
                  <a:pt x="747051" y="9057"/>
                </a:lnTo>
                <a:lnTo>
                  <a:pt x="708070" y="147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66" name="object 440"/>
          <p:cNvSpPr/>
          <p:nvPr/>
        </p:nvSpPr>
        <p:spPr>
          <a:xfrm>
            <a:off x="4039398" y="5073535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4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4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3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67" name="object 441"/>
          <p:cNvSpPr/>
          <p:nvPr/>
        </p:nvSpPr>
        <p:spPr>
          <a:xfrm>
            <a:off x="4039398" y="5073535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4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5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4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68" name="object 442"/>
          <p:cNvSpPr/>
          <p:nvPr/>
        </p:nvSpPr>
        <p:spPr>
          <a:xfrm>
            <a:off x="6332408" y="5073537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4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4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3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69" name="object 443"/>
          <p:cNvSpPr/>
          <p:nvPr/>
        </p:nvSpPr>
        <p:spPr>
          <a:xfrm>
            <a:off x="6332408" y="5073537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4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5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4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70" name="object 444"/>
          <p:cNvSpPr/>
          <p:nvPr/>
        </p:nvSpPr>
        <p:spPr>
          <a:xfrm>
            <a:off x="5747923" y="3299726"/>
            <a:ext cx="510318" cy="351356"/>
          </a:xfrm>
          <a:custGeom>
            <a:avLst/>
            <a:gdLst/>
            <a:ahLst/>
            <a:cxnLst/>
            <a:rect l="l" t="t" r="r" b="b"/>
            <a:pathLst>
              <a:path w="743584" h="52768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4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3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71" name="object 445"/>
          <p:cNvSpPr/>
          <p:nvPr/>
        </p:nvSpPr>
        <p:spPr>
          <a:xfrm>
            <a:off x="5747923" y="3299726"/>
            <a:ext cx="510318" cy="351356"/>
          </a:xfrm>
          <a:custGeom>
            <a:avLst/>
            <a:gdLst/>
            <a:ahLst/>
            <a:cxnLst/>
            <a:rect l="l" t="t" r="r" b="b"/>
            <a:pathLst>
              <a:path w="743584" h="52768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5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4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72" name="object 446"/>
          <p:cNvSpPr/>
          <p:nvPr/>
        </p:nvSpPr>
        <p:spPr>
          <a:xfrm>
            <a:off x="5747915" y="2844288"/>
            <a:ext cx="510318" cy="351356"/>
          </a:xfrm>
          <a:custGeom>
            <a:avLst/>
            <a:gdLst/>
            <a:ahLst/>
            <a:cxnLst/>
            <a:rect l="l" t="t" r="r" b="b"/>
            <a:pathLst>
              <a:path w="743584" h="52768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4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3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73" name="object 447"/>
          <p:cNvSpPr/>
          <p:nvPr/>
        </p:nvSpPr>
        <p:spPr>
          <a:xfrm>
            <a:off x="5747915" y="2844288"/>
            <a:ext cx="510318" cy="351356"/>
          </a:xfrm>
          <a:custGeom>
            <a:avLst/>
            <a:gdLst/>
            <a:ahLst/>
            <a:cxnLst/>
            <a:rect l="l" t="t" r="r" b="b"/>
            <a:pathLst>
              <a:path w="743584" h="52768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5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4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74" name="object 448"/>
          <p:cNvSpPr/>
          <p:nvPr/>
        </p:nvSpPr>
        <p:spPr>
          <a:xfrm>
            <a:off x="60353" y="5552944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5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4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3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2" y="61481"/>
                </a:lnTo>
                <a:lnTo>
                  <a:pt x="721844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75" name="object 449"/>
          <p:cNvSpPr/>
          <p:nvPr/>
        </p:nvSpPr>
        <p:spPr>
          <a:xfrm>
            <a:off x="60353" y="5552944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5" h="527684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5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4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2" y="61481"/>
                </a:lnTo>
                <a:lnTo>
                  <a:pt x="721844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76" name="object 450"/>
          <p:cNvSpPr txBox="1"/>
          <p:nvPr/>
        </p:nvSpPr>
        <p:spPr>
          <a:xfrm>
            <a:off x="96671" y="4200118"/>
            <a:ext cx="391772" cy="14151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esident’s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 smtClean="0">
                <a:solidFill>
                  <a:srgbClr val="231F20"/>
                </a:solidFill>
                <a:cs typeface="Calibri"/>
              </a:rPr>
              <a:t>Office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077" name="object 451"/>
          <p:cNvSpPr txBox="1"/>
          <p:nvPr/>
        </p:nvSpPr>
        <p:spPr>
          <a:xfrm>
            <a:off x="111566" y="4655586"/>
            <a:ext cx="362033" cy="27665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Sec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etariat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for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Eu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opean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Affairs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1078" name="object 452"/>
          <p:cNvSpPr txBox="1"/>
          <p:nvPr/>
        </p:nvSpPr>
        <p:spPr>
          <a:xfrm>
            <a:off x="78864" y="5111057"/>
            <a:ext cx="409579" cy="6925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Compliance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079" name="object 453"/>
          <p:cNvSpPr txBox="1"/>
          <p:nvPr/>
        </p:nvSpPr>
        <p:spPr>
          <a:xfrm>
            <a:off x="2365605" y="5091319"/>
            <a:ext cx="402875" cy="2074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Deputy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esident’s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Office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080" name="object 454"/>
          <p:cNvSpPr txBox="1"/>
          <p:nvPr/>
        </p:nvSpPr>
        <p:spPr>
          <a:xfrm>
            <a:off x="4091988" y="5087108"/>
            <a:ext cx="359257" cy="20749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Boa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Membe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‘s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Office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1081" name="object 455"/>
          <p:cNvSpPr txBox="1"/>
          <p:nvPr/>
        </p:nvSpPr>
        <p:spPr>
          <a:xfrm>
            <a:off x="6332409" y="5087108"/>
            <a:ext cx="411848" cy="20996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Boa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Membe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‘s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Office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082" name="object 456"/>
          <p:cNvSpPr txBox="1"/>
          <p:nvPr/>
        </p:nvSpPr>
        <p:spPr>
          <a:xfrm>
            <a:off x="5750995" y="3313330"/>
            <a:ext cx="503345" cy="2074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Rep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esentative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Office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New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Y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ork,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USA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083" name="object 457"/>
          <p:cNvSpPr txBox="1"/>
          <p:nvPr/>
        </p:nvSpPr>
        <p:spPr>
          <a:xfrm>
            <a:off x="5750499" y="2857775"/>
            <a:ext cx="504216" cy="2077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3" dirty="0">
                <a:solidFill>
                  <a:srgbClr val="231F20"/>
                </a:solidFill>
                <a:cs typeface="Calibri"/>
              </a:rPr>
              <a:t>Coo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rdinatio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n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of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 Rep</a:t>
            </a:r>
            <a:r>
              <a:rPr sz="600" spc="-1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esentativ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e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3" dirty="0" smtClean="0">
                <a:solidFill>
                  <a:srgbClr val="231F20"/>
                </a:solidFill>
                <a:cs typeface="Calibri"/>
              </a:rPr>
              <a:t>Offices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084" name="object 458"/>
          <p:cNvSpPr txBox="1"/>
          <p:nvPr/>
        </p:nvSpPr>
        <p:spPr>
          <a:xfrm>
            <a:off x="95250" y="5566431"/>
            <a:ext cx="419100" cy="18466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800" b="1" spc="6" dirty="0" smtClean="0">
                <a:solidFill>
                  <a:srgbClr val="231F20"/>
                </a:solidFill>
                <a:cs typeface="Calibri"/>
              </a:rPr>
              <a:t>Resea</a:t>
            </a:r>
            <a:r>
              <a:rPr sz="800" b="1" spc="-3" dirty="0" smtClean="0">
                <a:solidFill>
                  <a:srgbClr val="231F20"/>
                </a:solidFill>
                <a:cs typeface="Calibri"/>
              </a:rPr>
              <a:t>r</a:t>
            </a:r>
            <a:r>
              <a:rPr sz="800" b="1" spc="13" dirty="0" smtClean="0">
                <a:solidFill>
                  <a:srgbClr val="231F20"/>
                </a:solidFill>
                <a:cs typeface="Calibri"/>
              </a:rPr>
              <a:t>ch</a:t>
            </a:r>
            <a:r>
              <a:rPr sz="800" b="1" spc="19" dirty="0" smtClean="0">
                <a:solidFill>
                  <a:srgbClr val="231F20"/>
                </a:solidFill>
                <a:cs typeface="Calibri"/>
              </a:rPr>
              <a:t> </a:t>
            </a:r>
            <a:r>
              <a:rPr sz="800" b="1" spc="6" dirty="0" smtClean="0">
                <a:solidFill>
                  <a:srgbClr val="231F20"/>
                </a:solidFill>
                <a:cs typeface="Calibri"/>
              </a:rPr>
              <a:t>Cent</a:t>
            </a:r>
            <a:r>
              <a:rPr sz="800" b="1" dirty="0" smtClean="0">
                <a:solidFill>
                  <a:srgbClr val="231F20"/>
                </a:solidFill>
                <a:cs typeface="Calibri"/>
              </a:rPr>
              <a:t>r</a:t>
            </a:r>
            <a:r>
              <a:rPr sz="800" b="1" spc="3" dirty="0" smtClean="0">
                <a:solidFill>
                  <a:srgbClr val="231F20"/>
                </a:solidFill>
                <a:cs typeface="Calibri"/>
              </a:rPr>
              <a:t>e</a:t>
            </a:r>
            <a:endParaRPr sz="8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085" name="object 464"/>
          <p:cNvSpPr/>
          <p:nvPr/>
        </p:nvSpPr>
        <p:spPr>
          <a:xfrm>
            <a:off x="5698996" y="3922956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86" name="object 465"/>
          <p:cNvSpPr/>
          <p:nvPr/>
        </p:nvSpPr>
        <p:spPr>
          <a:xfrm>
            <a:off x="5698996" y="3467518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87" name="object 466"/>
          <p:cNvSpPr/>
          <p:nvPr/>
        </p:nvSpPr>
        <p:spPr>
          <a:xfrm>
            <a:off x="5698987" y="3012081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88" name="object 467"/>
          <p:cNvSpPr/>
          <p:nvPr/>
        </p:nvSpPr>
        <p:spPr>
          <a:xfrm>
            <a:off x="5698987" y="5241329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89" name="object 468"/>
          <p:cNvSpPr/>
          <p:nvPr/>
        </p:nvSpPr>
        <p:spPr>
          <a:xfrm>
            <a:off x="5747915" y="5073537"/>
            <a:ext cx="510318" cy="351356"/>
          </a:xfrm>
          <a:custGeom>
            <a:avLst/>
            <a:gdLst/>
            <a:ahLst/>
            <a:cxnLst/>
            <a:rect l="l" t="t" r="r" b="b"/>
            <a:pathLst>
              <a:path w="743584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4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3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90" name="object 469"/>
          <p:cNvSpPr/>
          <p:nvPr/>
        </p:nvSpPr>
        <p:spPr>
          <a:xfrm>
            <a:off x="5747915" y="5073537"/>
            <a:ext cx="510318" cy="351356"/>
          </a:xfrm>
          <a:custGeom>
            <a:avLst/>
            <a:gdLst/>
            <a:ahLst/>
            <a:cxnLst/>
            <a:rect l="l" t="t" r="r" b="b"/>
            <a:pathLst>
              <a:path w="743584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5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4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91" name="object 470"/>
          <p:cNvSpPr/>
          <p:nvPr/>
        </p:nvSpPr>
        <p:spPr>
          <a:xfrm>
            <a:off x="5747915" y="3755164"/>
            <a:ext cx="510318" cy="351356"/>
          </a:xfrm>
          <a:custGeom>
            <a:avLst/>
            <a:gdLst/>
            <a:ahLst/>
            <a:cxnLst/>
            <a:rect l="l" t="t" r="r" b="b"/>
            <a:pathLst>
              <a:path w="743584" h="52768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4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3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92" name="object 471"/>
          <p:cNvSpPr/>
          <p:nvPr/>
        </p:nvSpPr>
        <p:spPr>
          <a:xfrm>
            <a:off x="5747915" y="3755164"/>
            <a:ext cx="510318" cy="351356"/>
          </a:xfrm>
          <a:custGeom>
            <a:avLst/>
            <a:gdLst/>
            <a:ahLst/>
            <a:cxnLst/>
            <a:rect l="l" t="t" r="r" b="b"/>
            <a:pathLst>
              <a:path w="743584" h="52768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5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4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93" name="object 472"/>
          <p:cNvSpPr txBox="1"/>
          <p:nvPr/>
        </p:nvSpPr>
        <p:spPr>
          <a:xfrm>
            <a:off x="5800512" y="5087022"/>
            <a:ext cx="394832" cy="2074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Boa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Membe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‘s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Office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094" name="object 473"/>
          <p:cNvSpPr txBox="1"/>
          <p:nvPr/>
        </p:nvSpPr>
        <p:spPr>
          <a:xfrm>
            <a:off x="5751026" y="3768663"/>
            <a:ext cx="503345" cy="2074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Rep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esentative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Office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3" dirty="0">
                <a:solidFill>
                  <a:srgbClr val="231F20"/>
                </a:solidFill>
                <a:cs typeface="Calibri"/>
              </a:rPr>
              <a:t>T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okyo,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Japan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095" name="object 479"/>
          <p:cNvSpPr/>
          <p:nvPr/>
        </p:nvSpPr>
        <p:spPr>
          <a:xfrm>
            <a:off x="288468" y="1258014"/>
            <a:ext cx="1132095" cy="0"/>
          </a:xfrm>
          <a:custGeom>
            <a:avLst/>
            <a:gdLst/>
            <a:ahLst/>
            <a:cxnLst/>
            <a:rect l="l" t="t" r="r" b="b"/>
            <a:pathLst>
              <a:path w="1812925">
                <a:moveTo>
                  <a:pt x="1812696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algn="ctr"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096" name="object 480"/>
          <p:cNvSpPr/>
          <p:nvPr/>
        </p:nvSpPr>
        <p:spPr>
          <a:xfrm>
            <a:off x="2000947" y="1258014"/>
            <a:ext cx="1132095" cy="0"/>
          </a:xfrm>
          <a:custGeom>
            <a:avLst/>
            <a:gdLst/>
            <a:ahLst/>
            <a:cxnLst/>
            <a:rect l="l" t="t" r="r" b="b"/>
            <a:pathLst>
              <a:path w="1812925">
                <a:moveTo>
                  <a:pt x="1812709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algn="ctr"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097" name="object 481"/>
          <p:cNvSpPr/>
          <p:nvPr/>
        </p:nvSpPr>
        <p:spPr>
          <a:xfrm>
            <a:off x="3705500" y="1258014"/>
            <a:ext cx="1132095" cy="0"/>
          </a:xfrm>
          <a:custGeom>
            <a:avLst/>
            <a:gdLst/>
            <a:ahLst/>
            <a:cxnLst/>
            <a:rect l="l" t="t" r="r" b="b"/>
            <a:pathLst>
              <a:path w="1812925">
                <a:moveTo>
                  <a:pt x="1812709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algn="ctr"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098" name="object 482"/>
          <p:cNvSpPr/>
          <p:nvPr/>
        </p:nvSpPr>
        <p:spPr>
          <a:xfrm>
            <a:off x="5414020" y="1258014"/>
            <a:ext cx="539678" cy="0"/>
          </a:xfrm>
          <a:custGeom>
            <a:avLst/>
            <a:gdLst/>
            <a:ahLst/>
            <a:cxnLst/>
            <a:rect l="l" t="t" r="r" b="b"/>
            <a:pathLst>
              <a:path w="864234">
                <a:moveTo>
                  <a:pt x="863993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algn="ctr"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099" name="object 483"/>
          <p:cNvSpPr/>
          <p:nvPr/>
        </p:nvSpPr>
        <p:spPr>
          <a:xfrm>
            <a:off x="6560531" y="1258014"/>
            <a:ext cx="1132095" cy="0"/>
          </a:xfrm>
          <a:custGeom>
            <a:avLst/>
            <a:gdLst/>
            <a:ahLst/>
            <a:cxnLst/>
            <a:rect l="l" t="t" r="r" b="b"/>
            <a:pathLst>
              <a:path w="1812925">
                <a:moveTo>
                  <a:pt x="1812683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algn="ctr"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100" name="object 484"/>
          <p:cNvSpPr/>
          <p:nvPr/>
        </p:nvSpPr>
        <p:spPr>
          <a:xfrm>
            <a:off x="8063403" y="782832"/>
            <a:ext cx="1026222" cy="375456"/>
          </a:xfrm>
          <a:custGeom>
            <a:avLst/>
            <a:gdLst/>
            <a:ahLst/>
            <a:cxnLst/>
            <a:rect l="l" t="t" r="r" b="b"/>
            <a:pathLst>
              <a:path w="1643380" h="563880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97649"/>
                </a:lnTo>
                <a:lnTo>
                  <a:pt x="219" y="501814"/>
                </a:lnTo>
                <a:lnTo>
                  <a:pt x="21448" y="548318"/>
                </a:lnTo>
                <a:lnTo>
                  <a:pt x="57757" y="562965"/>
                </a:lnTo>
                <a:lnTo>
                  <a:pt x="1577644" y="563295"/>
                </a:lnTo>
                <a:lnTo>
                  <a:pt x="1581809" y="563079"/>
                </a:lnTo>
                <a:lnTo>
                  <a:pt x="1628318" y="541855"/>
                </a:lnTo>
                <a:lnTo>
                  <a:pt x="1642971" y="505554"/>
                </a:lnTo>
                <a:lnTo>
                  <a:pt x="1643303" y="65646"/>
                </a:lnTo>
                <a:lnTo>
                  <a:pt x="1643083" y="61482"/>
                </a:lnTo>
                <a:lnTo>
                  <a:pt x="1621851" y="14982"/>
                </a:lnTo>
                <a:lnTo>
                  <a:pt x="1585549" y="331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algn="ctr" defTabSz="586533"/>
            <a:endParaRPr sz="700">
              <a:solidFill>
                <a:prstClr val="black"/>
              </a:solidFill>
            </a:endParaRPr>
          </a:p>
        </p:txBody>
      </p:sp>
      <p:sp>
        <p:nvSpPr>
          <p:cNvPr id="1101" name="object 485"/>
          <p:cNvSpPr/>
          <p:nvPr/>
        </p:nvSpPr>
        <p:spPr>
          <a:xfrm>
            <a:off x="8063403" y="782832"/>
            <a:ext cx="1026222" cy="375456"/>
          </a:xfrm>
          <a:custGeom>
            <a:avLst/>
            <a:gdLst/>
            <a:ahLst/>
            <a:cxnLst/>
            <a:rect l="l" t="t" r="r" b="b"/>
            <a:pathLst>
              <a:path w="1643380" h="563880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97649"/>
                </a:lnTo>
                <a:lnTo>
                  <a:pt x="219" y="501814"/>
                </a:lnTo>
                <a:lnTo>
                  <a:pt x="21448" y="548318"/>
                </a:lnTo>
                <a:lnTo>
                  <a:pt x="57757" y="562965"/>
                </a:lnTo>
                <a:lnTo>
                  <a:pt x="1577644" y="563295"/>
                </a:lnTo>
                <a:lnTo>
                  <a:pt x="1581809" y="563079"/>
                </a:lnTo>
                <a:lnTo>
                  <a:pt x="1628318" y="541855"/>
                </a:lnTo>
                <a:lnTo>
                  <a:pt x="1642971" y="505554"/>
                </a:lnTo>
                <a:lnTo>
                  <a:pt x="1643303" y="65646"/>
                </a:lnTo>
                <a:lnTo>
                  <a:pt x="1643083" y="61482"/>
                </a:lnTo>
                <a:lnTo>
                  <a:pt x="1621851" y="14982"/>
                </a:lnTo>
                <a:lnTo>
                  <a:pt x="1585549" y="331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algn="ctr" defTabSz="586533"/>
            <a:endParaRPr sz="700">
              <a:solidFill>
                <a:prstClr val="black"/>
              </a:solidFill>
            </a:endParaRPr>
          </a:p>
        </p:txBody>
      </p:sp>
      <p:sp>
        <p:nvSpPr>
          <p:cNvPr id="1102" name="object 486"/>
          <p:cNvSpPr txBox="1"/>
          <p:nvPr/>
        </p:nvSpPr>
        <p:spPr>
          <a:xfrm>
            <a:off x="8082040" y="811188"/>
            <a:ext cx="990975" cy="10772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algn="ctr" defTabSz="586533"/>
            <a:r>
              <a:rPr sz="700" spc="32" dirty="0">
                <a:solidFill>
                  <a:srgbClr val="231F20"/>
                </a:solidFill>
                <a:cs typeface="Calibri"/>
              </a:rPr>
              <a:t>A</a:t>
            </a:r>
            <a:r>
              <a:rPr sz="700" spc="10" dirty="0">
                <a:solidFill>
                  <a:srgbClr val="231F20"/>
                </a:solidFill>
                <a:cs typeface="Calibri"/>
              </a:rPr>
              <a:t>r</a:t>
            </a:r>
            <a:r>
              <a:rPr sz="700" spc="13" dirty="0">
                <a:solidFill>
                  <a:srgbClr val="231F20"/>
                </a:solidFill>
                <a:cs typeface="Calibri"/>
              </a:rPr>
              <a:t>ea</a:t>
            </a:r>
            <a:r>
              <a:rPr sz="700" spc="35" dirty="0">
                <a:solidFill>
                  <a:srgbClr val="231F20"/>
                </a:solidFill>
                <a:cs typeface="Calibri"/>
              </a:rPr>
              <a:t> </a:t>
            </a:r>
            <a:r>
              <a:rPr sz="700" spc="22" dirty="0">
                <a:solidFill>
                  <a:srgbClr val="231F20"/>
                </a:solidFill>
                <a:cs typeface="Calibri"/>
              </a:rPr>
              <a:t>VI</a:t>
            </a:r>
            <a:endParaRPr sz="7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103" name="object 487"/>
          <p:cNvSpPr txBox="1"/>
          <p:nvPr/>
        </p:nvSpPr>
        <p:spPr>
          <a:xfrm>
            <a:off x="8104398" y="1007644"/>
            <a:ext cx="968618" cy="1384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algn="ctr" defTabSz="586533"/>
            <a:r>
              <a:rPr sz="900" spc="16" dirty="0">
                <a:solidFill>
                  <a:srgbClr val="231F20"/>
                </a:solidFill>
                <a:cs typeface="Calibri"/>
              </a:rPr>
              <a:t>Dr</a:t>
            </a:r>
            <a:r>
              <a:rPr sz="900" spc="35" dirty="0">
                <a:solidFill>
                  <a:srgbClr val="231F20"/>
                </a:solidFill>
                <a:cs typeface="Calibri"/>
              </a:rPr>
              <a:t> </a:t>
            </a:r>
            <a:r>
              <a:rPr sz="900" spc="16" dirty="0">
                <a:solidFill>
                  <a:srgbClr val="231F20"/>
                </a:solidFill>
                <a:cs typeface="Calibri"/>
              </a:rPr>
              <a:t>Beermann</a:t>
            </a:r>
            <a:endParaRPr sz="9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104" name="object 488"/>
          <p:cNvSpPr/>
          <p:nvPr/>
        </p:nvSpPr>
        <p:spPr>
          <a:xfrm>
            <a:off x="6332407" y="1358122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4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8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105" name="object 489"/>
          <p:cNvSpPr/>
          <p:nvPr/>
        </p:nvSpPr>
        <p:spPr>
          <a:xfrm>
            <a:off x="6332407" y="1358122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4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9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106" name="object 490"/>
          <p:cNvSpPr/>
          <p:nvPr/>
        </p:nvSpPr>
        <p:spPr>
          <a:xfrm>
            <a:off x="8625408" y="1358124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4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8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107" name="object 491"/>
          <p:cNvSpPr/>
          <p:nvPr/>
        </p:nvSpPr>
        <p:spPr>
          <a:xfrm>
            <a:off x="8625408" y="1358124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4" h="10674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9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108" name="object 492"/>
          <p:cNvSpPr/>
          <p:nvPr/>
        </p:nvSpPr>
        <p:spPr>
          <a:xfrm>
            <a:off x="8063395" y="1358124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4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8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109" name="object 493"/>
          <p:cNvSpPr/>
          <p:nvPr/>
        </p:nvSpPr>
        <p:spPr>
          <a:xfrm>
            <a:off x="8063395" y="1358124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4" h="10674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9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110" name="object 494"/>
          <p:cNvSpPr/>
          <p:nvPr/>
        </p:nvSpPr>
        <p:spPr>
          <a:xfrm>
            <a:off x="6328440" y="1448012"/>
            <a:ext cx="472268" cy="0"/>
          </a:xfrm>
          <a:custGeom>
            <a:avLst/>
            <a:gdLst/>
            <a:ahLst/>
            <a:cxnLst/>
            <a:rect l="l" t="t" r="r" b="b"/>
            <a:pathLst>
              <a:path w="756284">
                <a:moveTo>
                  <a:pt x="0" y="0"/>
                </a:moveTo>
                <a:lnTo>
                  <a:pt x="756005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 b="1">
              <a:solidFill>
                <a:prstClr val="black"/>
              </a:solidFill>
            </a:endParaRPr>
          </a:p>
        </p:txBody>
      </p:sp>
      <p:sp>
        <p:nvSpPr>
          <p:cNvPr id="1111" name="object 495"/>
          <p:cNvSpPr txBox="1"/>
          <p:nvPr/>
        </p:nvSpPr>
        <p:spPr>
          <a:xfrm>
            <a:off x="6411427" y="1371609"/>
            <a:ext cx="306122" cy="8079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7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700" b="1" spc="22" dirty="0">
                <a:solidFill>
                  <a:srgbClr val="231F20"/>
                </a:solidFill>
                <a:cs typeface="Calibri"/>
              </a:rPr>
              <a:t>C</a:t>
            </a:r>
            <a:endParaRPr sz="7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112" name="object 496"/>
          <p:cNvSpPr txBox="1"/>
          <p:nvPr/>
        </p:nvSpPr>
        <p:spPr>
          <a:xfrm>
            <a:off x="6351051" y="1451571"/>
            <a:ext cx="468103" cy="62324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900" b="1" spc="10" dirty="0" smtClean="0">
                <a:solidFill>
                  <a:srgbClr val="231F20"/>
                </a:solidFill>
                <a:cs typeface="Calibri"/>
              </a:rPr>
              <a:t>Cont</a:t>
            </a:r>
            <a:r>
              <a:rPr sz="900" b="1" dirty="0" smtClean="0">
                <a:solidFill>
                  <a:srgbClr val="231F20"/>
                </a:solidFill>
                <a:cs typeface="Calibri"/>
              </a:rPr>
              <a:t>r</a:t>
            </a:r>
            <a:r>
              <a:rPr sz="900" b="1" spc="10" dirty="0" smtClean="0">
                <a:solidFill>
                  <a:srgbClr val="231F20"/>
                </a:solidFill>
                <a:cs typeface="Calibri"/>
              </a:rPr>
              <a:t>olling</a:t>
            </a:r>
            <a:r>
              <a:rPr lang="de-DE" sz="900" b="1" spc="10" dirty="0" smtClean="0">
                <a:solidFill>
                  <a:srgbClr val="231F20"/>
                </a:solidFill>
                <a:cs typeface="Calibri"/>
              </a:rPr>
              <a:t> </a:t>
            </a:r>
            <a:r>
              <a:rPr sz="900" b="1" spc="22" dirty="0" smtClean="0">
                <a:solidFill>
                  <a:srgbClr val="231F20"/>
                </a:solidFill>
                <a:cs typeface="Calibri"/>
              </a:rPr>
              <a:t>A</a:t>
            </a:r>
            <a:r>
              <a:rPr sz="900" b="1" spc="13" dirty="0" smtClean="0">
                <a:solidFill>
                  <a:srgbClr val="231F20"/>
                </a:solidFill>
                <a:cs typeface="Calibri"/>
              </a:rPr>
              <a:t>ccount</a:t>
            </a:r>
            <a:r>
              <a:rPr lang="de-DE" sz="900" b="1" spc="13" dirty="0" smtClean="0">
                <a:solidFill>
                  <a:srgbClr val="231F20"/>
                </a:solidFill>
                <a:cs typeface="Calibri"/>
              </a:rPr>
              <a:t>-</a:t>
            </a:r>
            <a:r>
              <a:rPr sz="900" b="1" spc="13" dirty="0" err="1" smtClean="0">
                <a:solidFill>
                  <a:srgbClr val="231F20"/>
                </a:solidFill>
                <a:cs typeface="Calibri"/>
              </a:rPr>
              <a:t>ing</a:t>
            </a:r>
            <a:r>
              <a:rPr lang="de-DE" sz="900" b="1" spc="19" dirty="0" smtClean="0">
                <a:solidFill>
                  <a:srgbClr val="231F20"/>
                </a:solidFill>
                <a:cs typeface="Calibri"/>
              </a:rPr>
              <a:t>,</a:t>
            </a:r>
            <a:r>
              <a:rPr sz="900" b="1" spc="3" dirty="0" smtClean="0">
                <a:solidFill>
                  <a:srgbClr val="231F20"/>
                </a:solidFill>
                <a:cs typeface="Calibri"/>
              </a:rPr>
              <a:t> </a:t>
            </a:r>
            <a:r>
              <a:rPr sz="900" b="1" spc="10" dirty="0">
                <a:solidFill>
                  <a:srgbClr val="231F20"/>
                </a:solidFill>
                <a:cs typeface="Calibri"/>
              </a:rPr>
              <a:t>O</a:t>
            </a:r>
            <a:r>
              <a:rPr sz="900" b="1" dirty="0">
                <a:solidFill>
                  <a:srgbClr val="231F20"/>
                </a:solidFill>
                <a:cs typeface="Calibri"/>
              </a:rPr>
              <a:t>r</a:t>
            </a:r>
            <a:r>
              <a:rPr sz="900" b="1" spc="10" dirty="0">
                <a:solidFill>
                  <a:srgbClr val="231F20"/>
                </a:solidFill>
                <a:cs typeface="Calibri"/>
              </a:rPr>
              <a:t>ganisation</a:t>
            </a:r>
            <a:endParaRPr sz="9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113" name="object 497"/>
          <p:cNvSpPr/>
          <p:nvPr/>
        </p:nvSpPr>
        <p:spPr>
          <a:xfrm>
            <a:off x="8621442" y="1448012"/>
            <a:ext cx="472268" cy="0"/>
          </a:xfrm>
          <a:custGeom>
            <a:avLst/>
            <a:gdLst/>
            <a:ahLst/>
            <a:cxnLst/>
            <a:rect l="l" t="t" r="r" b="b"/>
            <a:pathLst>
              <a:path w="756284">
                <a:moveTo>
                  <a:pt x="0" y="0"/>
                </a:moveTo>
                <a:lnTo>
                  <a:pt x="756005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 b="1">
              <a:solidFill>
                <a:prstClr val="black"/>
              </a:solidFill>
            </a:endParaRPr>
          </a:p>
        </p:txBody>
      </p:sp>
      <p:sp>
        <p:nvSpPr>
          <p:cNvPr id="1114" name="object 498"/>
          <p:cNvSpPr txBox="1"/>
          <p:nvPr/>
        </p:nvSpPr>
        <p:spPr>
          <a:xfrm>
            <a:off x="8690272" y="1371609"/>
            <a:ext cx="334672" cy="807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7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700" b="1" spc="16" dirty="0">
                <a:solidFill>
                  <a:srgbClr val="231F20"/>
                </a:solidFill>
                <a:cs typeface="Calibri"/>
              </a:rPr>
              <a:t>Vb</a:t>
            </a:r>
            <a:endParaRPr sz="7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115" name="object 499"/>
          <p:cNvSpPr txBox="1"/>
          <p:nvPr/>
        </p:nvSpPr>
        <p:spPr>
          <a:xfrm>
            <a:off x="8644052" y="1451571"/>
            <a:ext cx="448801" cy="41549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900" b="1" spc="10" dirty="0">
                <a:solidFill>
                  <a:srgbClr val="231F20"/>
                </a:solidFill>
                <a:cs typeface="Calibri"/>
              </a:rPr>
              <a:t>Administ</a:t>
            </a:r>
            <a:r>
              <a:rPr sz="900" b="1" dirty="0">
                <a:solidFill>
                  <a:srgbClr val="231F20"/>
                </a:solidFill>
                <a:cs typeface="Calibri"/>
              </a:rPr>
              <a:t>r</a:t>
            </a:r>
            <a:r>
              <a:rPr sz="900" b="1" spc="10" dirty="0">
                <a:solidFill>
                  <a:srgbClr val="231F20"/>
                </a:solidFill>
                <a:cs typeface="Calibri"/>
              </a:rPr>
              <a:t>ation</a:t>
            </a:r>
            <a:r>
              <a:rPr sz="900" b="1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900" b="1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9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900" b="1" spc="6" dirty="0">
                <a:solidFill>
                  <a:srgbClr val="231F20"/>
                </a:solidFill>
                <a:cs typeface="Calibri"/>
              </a:rPr>
              <a:t>P</a:t>
            </a:r>
            <a:r>
              <a:rPr sz="900" b="1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900" b="1" spc="6" dirty="0">
                <a:solidFill>
                  <a:srgbClr val="231F20"/>
                </a:solidFill>
                <a:cs typeface="Calibri"/>
              </a:rPr>
              <a:t>emises</a:t>
            </a:r>
            <a:endParaRPr sz="9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116" name="object 500"/>
          <p:cNvSpPr/>
          <p:nvPr/>
        </p:nvSpPr>
        <p:spPr>
          <a:xfrm>
            <a:off x="8059431" y="1448012"/>
            <a:ext cx="472268" cy="0"/>
          </a:xfrm>
          <a:custGeom>
            <a:avLst/>
            <a:gdLst/>
            <a:ahLst/>
            <a:cxnLst/>
            <a:rect l="l" t="t" r="r" b="b"/>
            <a:pathLst>
              <a:path w="756284">
                <a:moveTo>
                  <a:pt x="0" y="0"/>
                </a:moveTo>
                <a:lnTo>
                  <a:pt x="756005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 b="1">
              <a:solidFill>
                <a:prstClr val="black"/>
              </a:solidFill>
            </a:endParaRPr>
          </a:p>
        </p:txBody>
      </p:sp>
      <p:sp>
        <p:nvSpPr>
          <p:cNvPr id="1117" name="object 501"/>
          <p:cNvSpPr txBox="1"/>
          <p:nvPr/>
        </p:nvSpPr>
        <p:spPr>
          <a:xfrm>
            <a:off x="8143512" y="1371609"/>
            <a:ext cx="304139" cy="807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7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700" b="1" spc="10" dirty="0">
                <a:solidFill>
                  <a:srgbClr val="231F20"/>
                </a:solidFill>
                <a:cs typeface="Calibri"/>
              </a:rPr>
              <a:t>P</a:t>
            </a:r>
            <a:endParaRPr sz="7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118" name="object 502"/>
          <p:cNvSpPr txBox="1"/>
          <p:nvPr/>
        </p:nvSpPr>
        <p:spPr>
          <a:xfrm>
            <a:off x="8082039" y="1451571"/>
            <a:ext cx="449489" cy="31162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900" b="1" spc="13" dirty="0">
                <a:solidFill>
                  <a:srgbClr val="231F20"/>
                </a:solidFill>
                <a:cs typeface="Calibri"/>
              </a:rPr>
              <a:t>Human</a:t>
            </a:r>
            <a:r>
              <a:rPr sz="9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900" b="1" spc="10" dirty="0">
                <a:solidFill>
                  <a:srgbClr val="231F20"/>
                </a:solidFill>
                <a:cs typeface="Calibri"/>
              </a:rPr>
              <a:t>Resou</a:t>
            </a:r>
            <a:r>
              <a:rPr sz="900" b="1" dirty="0">
                <a:solidFill>
                  <a:srgbClr val="231F20"/>
                </a:solidFill>
                <a:cs typeface="Calibri"/>
              </a:rPr>
              <a:t>r</a:t>
            </a:r>
            <a:r>
              <a:rPr sz="900" b="1" spc="6" dirty="0">
                <a:solidFill>
                  <a:srgbClr val="231F20"/>
                </a:solidFill>
                <a:cs typeface="Calibri"/>
              </a:rPr>
              <a:t>ces</a:t>
            </a:r>
            <a:endParaRPr sz="9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119" name="object 506"/>
          <p:cNvSpPr/>
          <p:nvPr/>
        </p:nvSpPr>
        <p:spPr>
          <a:xfrm>
            <a:off x="6377376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20" name="object 507"/>
          <p:cNvSpPr/>
          <p:nvPr/>
        </p:nvSpPr>
        <p:spPr>
          <a:xfrm>
            <a:off x="6377376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21" name="object 508"/>
          <p:cNvSpPr/>
          <p:nvPr/>
        </p:nvSpPr>
        <p:spPr>
          <a:xfrm>
            <a:off x="8670378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22" name="object 509"/>
          <p:cNvSpPr/>
          <p:nvPr/>
        </p:nvSpPr>
        <p:spPr>
          <a:xfrm>
            <a:off x="8670378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23" name="object 510"/>
          <p:cNvSpPr/>
          <p:nvPr/>
        </p:nvSpPr>
        <p:spPr>
          <a:xfrm>
            <a:off x="8108366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24" name="object 511"/>
          <p:cNvSpPr/>
          <p:nvPr/>
        </p:nvSpPr>
        <p:spPr>
          <a:xfrm>
            <a:off x="8108366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25" name="object 512"/>
          <p:cNvSpPr/>
          <p:nvPr/>
        </p:nvSpPr>
        <p:spPr>
          <a:xfrm>
            <a:off x="6377376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26" name="object 513"/>
          <p:cNvSpPr/>
          <p:nvPr/>
        </p:nvSpPr>
        <p:spPr>
          <a:xfrm>
            <a:off x="6377376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27" name="object 514"/>
          <p:cNvSpPr/>
          <p:nvPr/>
        </p:nvSpPr>
        <p:spPr>
          <a:xfrm>
            <a:off x="8670378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28" name="object 515"/>
          <p:cNvSpPr/>
          <p:nvPr/>
        </p:nvSpPr>
        <p:spPr>
          <a:xfrm>
            <a:off x="8670378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29" name="object 516"/>
          <p:cNvSpPr/>
          <p:nvPr/>
        </p:nvSpPr>
        <p:spPr>
          <a:xfrm>
            <a:off x="8108366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30" name="object 517"/>
          <p:cNvSpPr/>
          <p:nvPr/>
        </p:nvSpPr>
        <p:spPr>
          <a:xfrm>
            <a:off x="8108366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31" name="object 518"/>
          <p:cNvSpPr/>
          <p:nvPr/>
        </p:nvSpPr>
        <p:spPr>
          <a:xfrm>
            <a:off x="6377376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32" name="object 519"/>
          <p:cNvSpPr/>
          <p:nvPr/>
        </p:nvSpPr>
        <p:spPr>
          <a:xfrm>
            <a:off x="6377376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33" name="object 520"/>
          <p:cNvSpPr/>
          <p:nvPr/>
        </p:nvSpPr>
        <p:spPr>
          <a:xfrm>
            <a:off x="8670378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34" name="object 521"/>
          <p:cNvSpPr/>
          <p:nvPr/>
        </p:nvSpPr>
        <p:spPr>
          <a:xfrm>
            <a:off x="8670378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35" name="object 522"/>
          <p:cNvSpPr/>
          <p:nvPr/>
        </p:nvSpPr>
        <p:spPr>
          <a:xfrm>
            <a:off x="8108366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36" name="object 523"/>
          <p:cNvSpPr/>
          <p:nvPr/>
        </p:nvSpPr>
        <p:spPr>
          <a:xfrm>
            <a:off x="8108366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37" name="object 524"/>
          <p:cNvSpPr/>
          <p:nvPr/>
        </p:nvSpPr>
        <p:spPr>
          <a:xfrm>
            <a:off x="6373410" y="2263005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38" name="object 525"/>
          <p:cNvSpPr txBox="1"/>
          <p:nvPr/>
        </p:nvSpPr>
        <p:spPr>
          <a:xfrm>
            <a:off x="6461087" y="2186603"/>
            <a:ext cx="251797" cy="692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22" dirty="0">
                <a:solidFill>
                  <a:srgbClr val="231F20"/>
                </a:solidFill>
                <a:cs typeface="Calibri"/>
              </a:rPr>
              <a:t>C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1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139" name="object 526"/>
          <p:cNvSpPr txBox="1"/>
          <p:nvPr/>
        </p:nvSpPr>
        <p:spPr>
          <a:xfrm>
            <a:off x="6391377" y="2266565"/>
            <a:ext cx="391376" cy="34582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Corpo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ate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Cont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olling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S</a:t>
            </a:r>
            <a:r>
              <a:rPr sz="600" dirty="0">
                <a:solidFill>
                  <a:srgbClr val="231F20"/>
                </a:solidFill>
                <a:cs typeface="Calibri"/>
              </a:rPr>
              <a:t>t</a:t>
            </a:r>
            <a:r>
              <a:rPr sz="600" spc="-6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ategic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Planning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1140" name="object 527"/>
          <p:cNvSpPr/>
          <p:nvPr/>
        </p:nvSpPr>
        <p:spPr>
          <a:xfrm>
            <a:off x="8666410" y="2263006"/>
            <a:ext cx="42746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41" name="object 528"/>
          <p:cNvSpPr txBox="1"/>
          <p:nvPr/>
        </p:nvSpPr>
        <p:spPr>
          <a:xfrm>
            <a:off x="8739932" y="2186605"/>
            <a:ext cx="280347" cy="6925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Vb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1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142" name="object 529"/>
          <p:cNvSpPr txBox="1"/>
          <p:nvPr/>
        </p:nvSpPr>
        <p:spPr>
          <a:xfrm>
            <a:off x="8690272" y="2266567"/>
            <a:ext cx="388994" cy="13832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Inf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astructu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e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143" name="object 530"/>
          <p:cNvSpPr txBox="1"/>
          <p:nvPr/>
        </p:nvSpPr>
        <p:spPr>
          <a:xfrm>
            <a:off x="8130336" y="2186604"/>
            <a:ext cx="375515" cy="34624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Office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for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Human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Resou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ces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olicy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Issues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1144" name="object 531"/>
          <p:cNvSpPr/>
          <p:nvPr/>
        </p:nvSpPr>
        <p:spPr>
          <a:xfrm>
            <a:off x="6373410" y="2934177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45" name="object 532"/>
          <p:cNvSpPr txBox="1"/>
          <p:nvPr/>
        </p:nvSpPr>
        <p:spPr>
          <a:xfrm>
            <a:off x="6461087" y="2857775"/>
            <a:ext cx="251797" cy="69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22" dirty="0">
                <a:solidFill>
                  <a:srgbClr val="231F20"/>
                </a:solidFill>
                <a:cs typeface="Calibri"/>
              </a:rPr>
              <a:t>C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2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146" name="object 533"/>
          <p:cNvSpPr txBox="1"/>
          <p:nvPr/>
        </p:nvSpPr>
        <p:spPr>
          <a:xfrm>
            <a:off x="6373410" y="2937737"/>
            <a:ext cx="423496" cy="692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22" dirty="0">
                <a:solidFill>
                  <a:srgbClr val="231F20"/>
                </a:solidFill>
                <a:cs typeface="Calibri"/>
              </a:rPr>
              <a:t>A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ccounting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1147" name="object 534"/>
          <p:cNvSpPr/>
          <p:nvPr/>
        </p:nvSpPr>
        <p:spPr>
          <a:xfrm>
            <a:off x="8666410" y="2934178"/>
            <a:ext cx="42746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48" name="object 535"/>
          <p:cNvSpPr txBox="1"/>
          <p:nvPr/>
        </p:nvSpPr>
        <p:spPr>
          <a:xfrm>
            <a:off x="8739932" y="2857775"/>
            <a:ext cx="280347" cy="691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Vb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2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149" name="object 536"/>
          <p:cNvSpPr txBox="1"/>
          <p:nvPr/>
        </p:nvSpPr>
        <p:spPr>
          <a:xfrm>
            <a:off x="8667375" y="2938911"/>
            <a:ext cx="425478" cy="41498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-16" dirty="0">
                <a:solidFill>
                  <a:srgbClr val="231F20"/>
                </a:solidFill>
                <a:cs typeface="Calibri"/>
              </a:rPr>
              <a:t>Qualit</a:t>
            </a:r>
            <a:r>
              <a:rPr sz="600" spc="-38" dirty="0">
                <a:solidFill>
                  <a:srgbClr val="231F20"/>
                </a:solidFill>
                <a:cs typeface="Calibri"/>
              </a:rPr>
              <a:t>y</a:t>
            </a:r>
            <a:r>
              <a:rPr sz="600" spc="-6" dirty="0">
                <a:solidFill>
                  <a:srgbClr val="231F20"/>
                </a:solidFill>
                <a:cs typeface="Calibri"/>
              </a:rPr>
              <a:t>,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9" dirty="0">
                <a:solidFill>
                  <a:srgbClr val="231F20"/>
                </a:solidFill>
                <a:cs typeface="Calibri"/>
              </a:rPr>
              <a:t>Resource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3" dirty="0">
                <a:solidFill>
                  <a:srgbClr val="231F20"/>
                </a:solidFill>
                <a:cs typeface="Calibri"/>
              </a:rPr>
              <a:t>and Change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9" dirty="0">
                <a:solidFill>
                  <a:srgbClr val="231F20"/>
                </a:solidFill>
                <a:cs typeface="Calibri"/>
              </a:rPr>
              <a:t>Management;</a:t>
            </a:r>
            <a:r>
              <a:rPr sz="600" spc="-10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3" dirty="0">
                <a:solidFill>
                  <a:srgbClr val="231F20"/>
                </a:solidFill>
                <a:cs typeface="Calibri"/>
              </a:rPr>
              <a:t>Housing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9" dirty="0">
                <a:solidFill>
                  <a:srgbClr val="231F20"/>
                </a:solidFill>
                <a:cs typeface="Calibri"/>
              </a:rPr>
              <a:t>Management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150" name="object 537"/>
          <p:cNvSpPr/>
          <p:nvPr/>
        </p:nvSpPr>
        <p:spPr>
          <a:xfrm>
            <a:off x="8104398" y="2934178"/>
            <a:ext cx="42746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51" name="object 538"/>
          <p:cNvSpPr txBox="1"/>
          <p:nvPr/>
        </p:nvSpPr>
        <p:spPr>
          <a:xfrm>
            <a:off x="8193169" y="2857775"/>
            <a:ext cx="249814" cy="691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1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152" name="object 539"/>
          <p:cNvSpPr txBox="1"/>
          <p:nvPr/>
        </p:nvSpPr>
        <p:spPr>
          <a:xfrm>
            <a:off x="8124981" y="2937737"/>
            <a:ext cx="386221" cy="27665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3" dirty="0">
                <a:solidFill>
                  <a:srgbClr val="231F20"/>
                </a:solidFill>
                <a:cs typeface="Calibri"/>
              </a:rPr>
              <a:t>Human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Resou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ces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Management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1153" name="object 540"/>
          <p:cNvSpPr/>
          <p:nvPr/>
        </p:nvSpPr>
        <p:spPr>
          <a:xfrm>
            <a:off x="6373410" y="3605348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54" name="object 541"/>
          <p:cNvSpPr txBox="1"/>
          <p:nvPr/>
        </p:nvSpPr>
        <p:spPr>
          <a:xfrm>
            <a:off x="6461087" y="3528947"/>
            <a:ext cx="251797" cy="69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22" dirty="0">
                <a:solidFill>
                  <a:srgbClr val="231F20"/>
                </a:solidFill>
                <a:cs typeface="Calibri"/>
              </a:rPr>
              <a:t>C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3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155" name="object 542"/>
          <p:cNvSpPr txBox="1"/>
          <p:nvPr/>
        </p:nvSpPr>
        <p:spPr>
          <a:xfrm>
            <a:off x="6391377" y="3608909"/>
            <a:ext cx="405529" cy="13849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O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ganisation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156" name="object 543"/>
          <p:cNvSpPr/>
          <p:nvPr/>
        </p:nvSpPr>
        <p:spPr>
          <a:xfrm>
            <a:off x="8666410" y="3605349"/>
            <a:ext cx="42746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57" name="object 544"/>
          <p:cNvSpPr txBox="1"/>
          <p:nvPr/>
        </p:nvSpPr>
        <p:spPr>
          <a:xfrm>
            <a:off x="8739932" y="3528947"/>
            <a:ext cx="280347" cy="691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Vb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3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158" name="object 545"/>
          <p:cNvSpPr txBox="1"/>
          <p:nvPr/>
        </p:nvSpPr>
        <p:spPr>
          <a:xfrm>
            <a:off x="8666411" y="3608908"/>
            <a:ext cx="412856" cy="34582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Cent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alised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Construction Management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159" name="object 546"/>
          <p:cNvSpPr/>
          <p:nvPr/>
        </p:nvSpPr>
        <p:spPr>
          <a:xfrm>
            <a:off x="8104398" y="3605349"/>
            <a:ext cx="42746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60" name="object 547"/>
          <p:cNvSpPr txBox="1"/>
          <p:nvPr/>
        </p:nvSpPr>
        <p:spPr>
          <a:xfrm>
            <a:off x="8193169" y="3528947"/>
            <a:ext cx="249814" cy="691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2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161" name="object 548"/>
          <p:cNvSpPr txBox="1"/>
          <p:nvPr/>
        </p:nvSpPr>
        <p:spPr>
          <a:xfrm>
            <a:off x="8124983" y="3608908"/>
            <a:ext cx="402751" cy="41549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Internal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S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taff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Services,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Compensation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ensions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162" name="object 558"/>
          <p:cNvSpPr/>
          <p:nvPr/>
        </p:nvSpPr>
        <p:spPr>
          <a:xfrm>
            <a:off x="6328449" y="2456534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63" name="object 559"/>
          <p:cNvSpPr/>
          <p:nvPr/>
        </p:nvSpPr>
        <p:spPr>
          <a:xfrm>
            <a:off x="8621450" y="2456534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64" name="object 560"/>
          <p:cNvSpPr/>
          <p:nvPr/>
        </p:nvSpPr>
        <p:spPr>
          <a:xfrm>
            <a:off x="8059438" y="2456534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65" name="object 561"/>
          <p:cNvSpPr/>
          <p:nvPr/>
        </p:nvSpPr>
        <p:spPr>
          <a:xfrm>
            <a:off x="6328449" y="3127704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66" name="object 562"/>
          <p:cNvSpPr/>
          <p:nvPr/>
        </p:nvSpPr>
        <p:spPr>
          <a:xfrm>
            <a:off x="8621450" y="3127705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67" name="object 563"/>
          <p:cNvSpPr/>
          <p:nvPr/>
        </p:nvSpPr>
        <p:spPr>
          <a:xfrm>
            <a:off x="8059438" y="3127705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68" name="object 564"/>
          <p:cNvSpPr/>
          <p:nvPr/>
        </p:nvSpPr>
        <p:spPr>
          <a:xfrm>
            <a:off x="6328449" y="3798876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69" name="object 565"/>
          <p:cNvSpPr/>
          <p:nvPr/>
        </p:nvSpPr>
        <p:spPr>
          <a:xfrm>
            <a:off x="8621450" y="3798877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70" name="object 566"/>
          <p:cNvSpPr/>
          <p:nvPr/>
        </p:nvSpPr>
        <p:spPr>
          <a:xfrm>
            <a:off x="8059438" y="3798877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71" name="object 567"/>
          <p:cNvSpPr/>
          <p:nvPr/>
        </p:nvSpPr>
        <p:spPr>
          <a:xfrm>
            <a:off x="8531529" y="5244858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72" name="object 568"/>
          <p:cNvSpPr/>
          <p:nvPr/>
        </p:nvSpPr>
        <p:spPr>
          <a:xfrm>
            <a:off x="8576482" y="4357953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73" name="object 569"/>
          <p:cNvSpPr/>
          <p:nvPr/>
        </p:nvSpPr>
        <p:spPr>
          <a:xfrm>
            <a:off x="6800540" y="4377162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74" name="object 570"/>
          <p:cNvSpPr/>
          <p:nvPr/>
        </p:nvSpPr>
        <p:spPr>
          <a:xfrm>
            <a:off x="6564485" y="1258013"/>
            <a:ext cx="0" cy="95978"/>
          </a:xfrm>
          <a:custGeom>
            <a:avLst/>
            <a:gdLst/>
            <a:ahLst/>
            <a:cxnLst/>
            <a:rect l="l" t="t" r="r" b="b"/>
            <a:pathLst>
              <a:path h="144144">
                <a:moveTo>
                  <a:pt x="0" y="0"/>
                </a:moveTo>
                <a:lnTo>
                  <a:pt x="0" y="144005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175" name="object 571"/>
          <p:cNvSpPr/>
          <p:nvPr/>
        </p:nvSpPr>
        <p:spPr>
          <a:xfrm>
            <a:off x="8857487" y="1258013"/>
            <a:ext cx="0" cy="95978"/>
          </a:xfrm>
          <a:custGeom>
            <a:avLst/>
            <a:gdLst/>
            <a:ahLst/>
            <a:cxnLst/>
            <a:rect l="l" t="t" r="r" b="b"/>
            <a:pathLst>
              <a:path h="144144">
                <a:moveTo>
                  <a:pt x="0" y="0"/>
                </a:moveTo>
                <a:lnTo>
                  <a:pt x="0" y="144005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176" name="object 572"/>
          <p:cNvSpPr/>
          <p:nvPr/>
        </p:nvSpPr>
        <p:spPr>
          <a:xfrm>
            <a:off x="8295474" y="1253785"/>
            <a:ext cx="0" cy="100206"/>
          </a:xfrm>
          <a:custGeom>
            <a:avLst/>
            <a:gdLst/>
            <a:ahLst/>
            <a:cxnLst/>
            <a:rect l="l" t="t" r="r" b="b"/>
            <a:pathLst>
              <a:path h="150494">
                <a:moveTo>
                  <a:pt x="0" y="0"/>
                </a:moveTo>
                <a:lnTo>
                  <a:pt x="0" y="150355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177" name="object 573"/>
          <p:cNvSpPr/>
          <p:nvPr/>
        </p:nvSpPr>
        <p:spPr>
          <a:xfrm>
            <a:off x="6560520" y="2073006"/>
            <a:ext cx="0" cy="48200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199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178" name="object 574"/>
          <p:cNvSpPr/>
          <p:nvPr/>
        </p:nvSpPr>
        <p:spPr>
          <a:xfrm>
            <a:off x="8853522" y="2073006"/>
            <a:ext cx="0" cy="48200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199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179" name="object 575"/>
          <p:cNvSpPr/>
          <p:nvPr/>
        </p:nvSpPr>
        <p:spPr>
          <a:xfrm>
            <a:off x="8291509" y="2073006"/>
            <a:ext cx="0" cy="48200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199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180" name="object 576"/>
          <p:cNvSpPr/>
          <p:nvPr/>
        </p:nvSpPr>
        <p:spPr>
          <a:xfrm>
            <a:off x="6328439" y="2120947"/>
            <a:ext cx="236332" cy="0"/>
          </a:xfrm>
          <a:custGeom>
            <a:avLst/>
            <a:gdLst/>
            <a:ahLst/>
            <a:cxnLst/>
            <a:rect l="l" t="t" r="r" b="b"/>
            <a:pathLst>
              <a:path w="378459">
                <a:moveTo>
                  <a:pt x="378002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181" name="object 577"/>
          <p:cNvSpPr/>
          <p:nvPr/>
        </p:nvSpPr>
        <p:spPr>
          <a:xfrm>
            <a:off x="8621439" y="2120947"/>
            <a:ext cx="236332" cy="0"/>
          </a:xfrm>
          <a:custGeom>
            <a:avLst/>
            <a:gdLst/>
            <a:ahLst/>
            <a:cxnLst/>
            <a:rect l="l" t="t" r="r" b="b"/>
            <a:pathLst>
              <a:path w="378459">
                <a:moveTo>
                  <a:pt x="378002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182" name="object 578"/>
          <p:cNvSpPr/>
          <p:nvPr/>
        </p:nvSpPr>
        <p:spPr>
          <a:xfrm>
            <a:off x="8059429" y="2120947"/>
            <a:ext cx="236332" cy="0"/>
          </a:xfrm>
          <a:custGeom>
            <a:avLst/>
            <a:gdLst/>
            <a:ahLst/>
            <a:cxnLst/>
            <a:rect l="l" t="t" r="r" b="b"/>
            <a:pathLst>
              <a:path w="378459">
                <a:moveTo>
                  <a:pt x="378015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183" name="object 579"/>
          <p:cNvSpPr/>
          <p:nvPr/>
        </p:nvSpPr>
        <p:spPr>
          <a:xfrm>
            <a:off x="6332405" y="2120947"/>
            <a:ext cx="0" cy="1678138"/>
          </a:xfrm>
          <a:custGeom>
            <a:avLst/>
            <a:gdLst/>
            <a:ahLst/>
            <a:cxnLst/>
            <a:rect l="l" t="t" r="r" b="b"/>
            <a:pathLst>
              <a:path h="2520315">
                <a:moveTo>
                  <a:pt x="0" y="0"/>
                </a:moveTo>
                <a:lnTo>
                  <a:pt x="0" y="2519997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84" name="object 580"/>
          <p:cNvSpPr/>
          <p:nvPr/>
        </p:nvSpPr>
        <p:spPr>
          <a:xfrm>
            <a:off x="8625406" y="2120949"/>
            <a:ext cx="0" cy="1678138"/>
          </a:xfrm>
          <a:custGeom>
            <a:avLst/>
            <a:gdLst/>
            <a:ahLst/>
            <a:cxnLst/>
            <a:rect l="l" t="t" r="r" b="b"/>
            <a:pathLst>
              <a:path h="2520315">
                <a:moveTo>
                  <a:pt x="0" y="0"/>
                </a:moveTo>
                <a:lnTo>
                  <a:pt x="0" y="2519997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85" name="object 581"/>
          <p:cNvSpPr/>
          <p:nvPr/>
        </p:nvSpPr>
        <p:spPr>
          <a:xfrm>
            <a:off x="8063411" y="2125175"/>
            <a:ext cx="0" cy="1678138"/>
          </a:xfrm>
          <a:custGeom>
            <a:avLst/>
            <a:gdLst/>
            <a:ahLst/>
            <a:cxnLst/>
            <a:rect l="l" t="t" r="r" b="b"/>
            <a:pathLst>
              <a:path h="2520315">
                <a:moveTo>
                  <a:pt x="0" y="0"/>
                </a:moveTo>
                <a:lnTo>
                  <a:pt x="0" y="2519997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86" name="object 582"/>
          <p:cNvSpPr/>
          <p:nvPr/>
        </p:nvSpPr>
        <p:spPr>
          <a:xfrm>
            <a:off x="8576490" y="1157904"/>
            <a:ext cx="0" cy="4091545"/>
          </a:xfrm>
          <a:custGeom>
            <a:avLst/>
            <a:gdLst/>
            <a:ahLst/>
            <a:cxnLst/>
            <a:rect l="l" t="t" r="r" b="b"/>
            <a:pathLst>
              <a:path h="6144895">
                <a:moveTo>
                  <a:pt x="0" y="0"/>
                </a:moveTo>
                <a:lnTo>
                  <a:pt x="0" y="6144348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/>
            <a:endParaRPr sz="1200">
              <a:solidFill>
                <a:prstClr val="black"/>
              </a:solidFill>
            </a:endParaRPr>
          </a:p>
        </p:txBody>
      </p:sp>
      <p:sp>
        <p:nvSpPr>
          <p:cNvPr id="1187" name="object 583"/>
          <p:cNvSpPr/>
          <p:nvPr/>
        </p:nvSpPr>
        <p:spPr>
          <a:xfrm>
            <a:off x="8063395" y="5069309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4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4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3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88" name="object 584"/>
          <p:cNvSpPr/>
          <p:nvPr/>
        </p:nvSpPr>
        <p:spPr>
          <a:xfrm>
            <a:off x="8063395" y="5069309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4" h="527684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5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4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89" name="object 585"/>
          <p:cNvSpPr/>
          <p:nvPr/>
        </p:nvSpPr>
        <p:spPr>
          <a:xfrm>
            <a:off x="6332408" y="4186631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4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4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3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90" name="object 586"/>
          <p:cNvSpPr/>
          <p:nvPr/>
        </p:nvSpPr>
        <p:spPr>
          <a:xfrm>
            <a:off x="6332408" y="4186631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4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5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4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91" name="object 587"/>
          <p:cNvSpPr/>
          <p:nvPr/>
        </p:nvSpPr>
        <p:spPr>
          <a:xfrm>
            <a:off x="6332408" y="4642069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4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4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3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92" name="object 588"/>
          <p:cNvSpPr/>
          <p:nvPr/>
        </p:nvSpPr>
        <p:spPr>
          <a:xfrm>
            <a:off x="6332408" y="4642069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4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5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4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93" name="object 589"/>
          <p:cNvSpPr/>
          <p:nvPr/>
        </p:nvSpPr>
        <p:spPr>
          <a:xfrm>
            <a:off x="8625404" y="4182404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4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4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3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94" name="object 590"/>
          <p:cNvSpPr/>
          <p:nvPr/>
        </p:nvSpPr>
        <p:spPr>
          <a:xfrm>
            <a:off x="8625404" y="4182404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4" h="527684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5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4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95" name="object 591"/>
          <p:cNvSpPr txBox="1"/>
          <p:nvPr/>
        </p:nvSpPr>
        <p:spPr>
          <a:xfrm>
            <a:off x="8115995" y="5082794"/>
            <a:ext cx="359257" cy="2074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Boa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Membe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‘s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Office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1196" name="object 592"/>
          <p:cNvSpPr txBox="1"/>
          <p:nvPr/>
        </p:nvSpPr>
        <p:spPr>
          <a:xfrm>
            <a:off x="6351052" y="4200117"/>
            <a:ext cx="398230" cy="20774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Anti-Bu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eauc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acy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Officer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197" name="object 593"/>
          <p:cNvSpPr txBox="1"/>
          <p:nvPr/>
        </p:nvSpPr>
        <p:spPr>
          <a:xfrm>
            <a:off x="6332409" y="4655586"/>
            <a:ext cx="402691" cy="20774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3" dirty="0">
                <a:solidFill>
                  <a:srgbClr val="231F20"/>
                </a:solidFill>
                <a:cs typeface="Calibri"/>
              </a:rPr>
              <a:t>Data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otection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Officer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198" name="object 594"/>
          <p:cNvSpPr txBox="1"/>
          <p:nvPr/>
        </p:nvSpPr>
        <p:spPr>
          <a:xfrm>
            <a:off x="8641986" y="4195957"/>
            <a:ext cx="431029" cy="13832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ocu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ement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Cent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e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1199" name="object 599"/>
          <p:cNvSpPr/>
          <p:nvPr/>
        </p:nvSpPr>
        <p:spPr>
          <a:xfrm>
            <a:off x="8299972" y="1258014"/>
            <a:ext cx="562281" cy="0"/>
          </a:xfrm>
          <a:custGeom>
            <a:avLst/>
            <a:gdLst/>
            <a:ahLst/>
            <a:cxnLst/>
            <a:rect l="l" t="t" r="r" b="b"/>
            <a:pathLst>
              <a:path w="900430">
                <a:moveTo>
                  <a:pt x="899998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algn="ctr"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200" name="object 600"/>
          <p:cNvSpPr/>
          <p:nvPr/>
        </p:nvSpPr>
        <p:spPr>
          <a:xfrm>
            <a:off x="3758391" y="782832"/>
            <a:ext cx="1026222" cy="375456"/>
          </a:xfrm>
          <a:custGeom>
            <a:avLst/>
            <a:gdLst/>
            <a:ahLst/>
            <a:cxnLst/>
            <a:rect l="l" t="t" r="r" b="b"/>
            <a:pathLst>
              <a:path w="1643379" h="563880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97649"/>
                </a:lnTo>
                <a:lnTo>
                  <a:pt x="219" y="501814"/>
                </a:lnTo>
                <a:lnTo>
                  <a:pt x="21448" y="548318"/>
                </a:lnTo>
                <a:lnTo>
                  <a:pt x="57757" y="562965"/>
                </a:lnTo>
                <a:lnTo>
                  <a:pt x="1577644" y="563295"/>
                </a:lnTo>
                <a:lnTo>
                  <a:pt x="1581809" y="563079"/>
                </a:lnTo>
                <a:lnTo>
                  <a:pt x="1628318" y="541855"/>
                </a:lnTo>
                <a:lnTo>
                  <a:pt x="1642971" y="505554"/>
                </a:lnTo>
                <a:lnTo>
                  <a:pt x="1643303" y="65646"/>
                </a:lnTo>
                <a:lnTo>
                  <a:pt x="1643083" y="61482"/>
                </a:lnTo>
                <a:lnTo>
                  <a:pt x="1621851" y="14982"/>
                </a:lnTo>
                <a:lnTo>
                  <a:pt x="1585549" y="331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algn="ctr" defTabSz="586533"/>
            <a:endParaRPr sz="700">
              <a:solidFill>
                <a:prstClr val="black"/>
              </a:solidFill>
            </a:endParaRPr>
          </a:p>
        </p:txBody>
      </p:sp>
      <p:sp>
        <p:nvSpPr>
          <p:cNvPr id="1201" name="object 601"/>
          <p:cNvSpPr/>
          <p:nvPr/>
        </p:nvSpPr>
        <p:spPr>
          <a:xfrm>
            <a:off x="3758391" y="782832"/>
            <a:ext cx="1026222" cy="375456"/>
          </a:xfrm>
          <a:custGeom>
            <a:avLst/>
            <a:gdLst/>
            <a:ahLst/>
            <a:cxnLst/>
            <a:rect l="l" t="t" r="r" b="b"/>
            <a:pathLst>
              <a:path w="1643379" h="563880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97649"/>
                </a:lnTo>
                <a:lnTo>
                  <a:pt x="219" y="501814"/>
                </a:lnTo>
                <a:lnTo>
                  <a:pt x="21448" y="548318"/>
                </a:lnTo>
                <a:lnTo>
                  <a:pt x="57757" y="562965"/>
                </a:lnTo>
                <a:lnTo>
                  <a:pt x="1577644" y="563295"/>
                </a:lnTo>
                <a:lnTo>
                  <a:pt x="1581809" y="563079"/>
                </a:lnTo>
                <a:lnTo>
                  <a:pt x="1628318" y="541855"/>
                </a:lnTo>
                <a:lnTo>
                  <a:pt x="1642971" y="505554"/>
                </a:lnTo>
                <a:lnTo>
                  <a:pt x="1643303" y="65646"/>
                </a:lnTo>
                <a:lnTo>
                  <a:pt x="1643083" y="61482"/>
                </a:lnTo>
                <a:lnTo>
                  <a:pt x="1621851" y="14982"/>
                </a:lnTo>
                <a:lnTo>
                  <a:pt x="1585549" y="331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algn="ctr" defTabSz="586533"/>
            <a:endParaRPr sz="700">
              <a:solidFill>
                <a:prstClr val="black"/>
              </a:solidFill>
            </a:endParaRPr>
          </a:p>
        </p:txBody>
      </p:sp>
      <p:sp>
        <p:nvSpPr>
          <p:cNvPr id="1202" name="object 602"/>
          <p:cNvSpPr/>
          <p:nvPr/>
        </p:nvSpPr>
        <p:spPr>
          <a:xfrm>
            <a:off x="5185911" y="782832"/>
            <a:ext cx="1026222" cy="375456"/>
          </a:xfrm>
          <a:custGeom>
            <a:avLst/>
            <a:gdLst/>
            <a:ahLst/>
            <a:cxnLst/>
            <a:rect l="l" t="t" r="r" b="b"/>
            <a:pathLst>
              <a:path w="1643379" h="563880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97649"/>
                </a:lnTo>
                <a:lnTo>
                  <a:pt x="219" y="501814"/>
                </a:lnTo>
                <a:lnTo>
                  <a:pt x="21448" y="548318"/>
                </a:lnTo>
                <a:lnTo>
                  <a:pt x="57757" y="562965"/>
                </a:lnTo>
                <a:lnTo>
                  <a:pt x="1577644" y="563295"/>
                </a:lnTo>
                <a:lnTo>
                  <a:pt x="1581809" y="563079"/>
                </a:lnTo>
                <a:lnTo>
                  <a:pt x="1628318" y="541855"/>
                </a:lnTo>
                <a:lnTo>
                  <a:pt x="1642971" y="505554"/>
                </a:lnTo>
                <a:lnTo>
                  <a:pt x="1643303" y="65646"/>
                </a:lnTo>
                <a:lnTo>
                  <a:pt x="1643083" y="61482"/>
                </a:lnTo>
                <a:lnTo>
                  <a:pt x="1621851" y="14982"/>
                </a:lnTo>
                <a:lnTo>
                  <a:pt x="1585549" y="331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algn="ctr" defTabSz="586533"/>
            <a:endParaRPr sz="700">
              <a:solidFill>
                <a:prstClr val="black"/>
              </a:solidFill>
            </a:endParaRPr>
          </a:p>
        </p:txBody>
      </p:sp>
      <p:sp>
        <p:nvSpPr>
          <p:cNvPr id="1203" name="object 603"/>
          <p:cNvSpPr/>
          <p:nvPr/>
        </p:nvSpPr>
        <p:spPr>
          <a:xfrm>
            <a:off x="5185911" y="782832"/>
            <a:ext cx="1026222" cy="375456"/>
          </a:xfrm>
          <a:custGeom>
            <a:avLst/>
            <a:gdLst/>
            <a:ahLst/>
            <a:cxnLst/>
            <a:rect l="l" t="t" r="r" b="b"/>
            <a:pathLst>
              <a:path w="1643379" h="563880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97649"/>
                </a:lnTo>
                <a:lnTo>
                  <a:pt x="219" y="501814"/>
                </a:lnTo>
                <a:lnTo>
                  <a:pt x="21448" y="548318"/>
                </a:lnTo>
                <a:lnTo>
                  <a:pt x="57757" y="562965"/>
                </a:lnTo>
                <a:lnTo>
                  <a:pt x="1577644" y="563295"/>
                </a:lnTo>
                <a:lnTo>
                  <a:pt x="1581809" y="563079"/>
                </a:lnTo>
                <a:lnTo>
                  <a:pt x="1628318" y="541855"/>
                </a:lnTo>
                <a:lnTo>
                  <a:pt x="1642971" y="505554"/>
                </a:lnTo>
                <a:lnTo>
                  <a:pt x="1643303" y="65646"/>
                </a:lnTo>
                <a:lnTo>
                  <a:pt x="1643083" y="61482"/>
                </a:lnTo>
                <a:lnTo>
                  <a:pt x="1621851" y="14982"/>
                </a:lnTo>
                <a:lnTo>
                  <a:pt x="1585549" y="331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algn="ctr" defTabSz="586533"/>
            <a:endParaRPr sz="700">
              <a:solidFill>
                <a:prstClr val="black"/>
              </a:solidFill>
            </a:endParaRPr>
          </a:p>
        </p:txBody>
      </p:sp>
      <p:sp>
        <p:nvSpPr>
          <p:cNvPr id="1204" name="object 604"/>
          <p:cNvSpPr/>
          <p:nvPr/>
        </p:nvSpPr>
        <p:spPr>
          <a:xfrm>
            <a:off x="6609442" y="782832"/>
            <a:ext cx="1026222" cy="375456"/>
          </a:xfrm>
          <a:custGeom>
            <a:avLst/>
            <a:gdLst/>
            <a:ahLst/>
            <a:cxnLst/>
            <a:rect l="l" t="t" r="r" b="b"/>
            <a:pathLst>
              <a:path w="1643379" h="563880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97649"/>
                </a:lnTo>
                <a:lnTo>
                  <a:pt x="219" y="501814"/>
                </a:lnTo>
                <a:lnTo>
                  <a:pt x="21448" y="548318"/>
                </a:lnTo>
                <a:lnTo>
                  <a:pt x="57757" y="562965"/>
                </a:lnTo>
                <a:lnTo>
                  <a:pt x="1577644" y="563295"/>
                </a:lnTo>
                <a:lnTo>
                  <a:pt x="1581809" y="563079"/>
                </a:lnTo>
                <a:lnTo>
                  <a:pt x="1628318" y="541855"/>
                </a:lnTo>
                <a:lnTo>
                  <a:pt x="1642971" y="505554"/>
                </a:lnTo>
                <a:lnTo>
                  <a:pt x="1643303" y="65646"/>
                </a:lnTo>
                <a:lnTo>
                  <a:pt x="1643083" y="61482"/>
                </a:lnTo>
                <a:lnTo>
                  <a:pt x="1621851" y="14982"/>
                </a:lnTo>
                <a:lnTo>
                  <a:pt x="1585549" y="331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algn="ctr" defTabSz="586533"/>
            <a:endParaRPr sz="700">
              <a:solidFill>
                <a:prstClr val="black"/>
              </a:solidFill>
            </a:endParaRPr>
          </a:p>
        </p:txBody>
      </p:sp>
      <p:sp>
        <p:nvSpPr>
          <p:cNvPr id="1205" name="object 605"/>
          <p:cNvSpPr/>
          <p:nvPr/>
        </p:nvSpPr>
        <p:spPr>
          <a:xfrm>
            <a:off x="6609442" y="782832"/>
            <a:ext cx="1026222" cy="375456"/>
          </a:xfrm>
          <a:custGeom>
            <a:avLst/>
            <a:gdLst/>
            <a:ahLst/>
            <a:cxnLst/>
            <a:rect l="l" t="t" r="r" b="b"/>
            <a:pathLst>
              <a:path w="1643379" h="563880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97649"/>
                </a:lnTo>
                <a:lnTo>
                  <a:pt x="219" y="501814"/>
                </a:lnTo>
                <a:lnTo>
                  <a:pt x="21448" y="548318"/>
                </a:lnTo>
                <a:lnTo>
                  <a:pt x="57757" y="562965"/>
                </a:lnTo>
                <a:lnTo>
                  <a:pt x="1577644" y="563295"/>
                </a:lnTo>
                <a:lnTo>
                  <a:pt x="1581809" y="563079"/>
                </a:lnTo>
                <a:lnTo>
                  <a:pt x="1628318" y="541855"/>
                </a:lnTo>
                <a:lnTo>
                  <a:pt x="1642971" y="505554"/>
                </a:lnTo>
                <a:lnTo>
                  <a:pt x="1643303" y="65646"/>
                </a:lnTo>
                <a:lnTo>
                  <a:pt x="1643083" y="61482"/>
                </a:lnTo>
                <a:lnTo>
                  <a:pt x="1621851" y="14982"/>
                </a:lnTo>
                <a:lnTo>
                  <a:pt x="1585549" y="331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algn="ctr" defTabSz="586533"/>
            <a:endParaRPr sz="700">
              <a:solidFill>
                <a:prstClr val="black"/>
              </a:solidFill>
            </a:endParaRPr>
          </a:p>
        </p:txBody>
      </p:sp>
      <p:sp>
        <p:nvSpPr>
          <p:cNvPr id="1206" name="object 606"/>
          <p:cNvSpPr txBox="1"/>
          <p:nvPr/>
        </p:nvSpPr>
        <p:spPr>
          <a:xfrm>
            <a:off x="3859898" y="813302"/>
            <a:ext cx="810519" cy="10772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algn="ctr" defTabSz="586533"/>
            <a:r>
              <a:rPr sz="700" spc="32" dirty="0">
                <a:solidFill>
                  <a:srgbClr val="231F20"/>
                </a:solidFill>
                <a:cs typeface="Calibri"/>
              </a:rPr>
              <a:t>A</a:t>
            </a:r>
            <a:r>
              <a:rPr sz="700" spc="10" dirty="0">
                <a:solidFill>
                  <a:srgbClr val="231F20"/>
                </a:solidFill>
                <a:cs typeface="Calibri"/>
              </a:rPr>
              <a:t>r</a:t>
            </a:r>
            <a:r>
              <a:rPr sz="700" spc="13" dirty="0">
                <a:solidFill>
                  <a:srgbClr val="231F20"/>
                </a:solidFill>
                <a:cs typeface="Calibri"/>
              </a:rPr>
              <a:t>ea</a:t>
            </a:r>
            <a:r>
              <a:rPr sz="700" spc="35" dirty="0">
                <a:solidFill>
                  <a:srgbClr val="231F20"/>
                </a:solidFill>
                <a:cs typeface="Calibri"/>
              </a:rPr>
              <a:t> </a:t>
            </a:r>
            <a:r>
              <a:rPr sz="700" spc="10" dirty="0">
                <a:solidFill>
                  <a:srgbClr val="231F20"/>
                </a:solidFill>
                <a:cs typeface="Calibri"/>
              </a:rPr>
              <a:t>III</a:t>
            </a:r>
            <a:endParaRPr sz="700">
              <a:solidFill>
                <a:prstClr val="black"/>
              </a:solidFill>
              <a:cs typeface="Calibri"/>
            </a:endParaRPr>
          </a:p>
        </p:txBody>
      </p:sp>
      <p:sp>
        <p:nvSpPr>
          <p:cNvPr id="1207" name="object 607"/>
          <p:cNvSpPr txBox="1"/>
          <p:nvPr/>
        </p:nvSpPr>
        <p:spPr>
          <a:xfrm>
            <a:off x="3808476" y="1007640"/>
            <a:ext cx="964941" cy="13849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algn="ctr" defTabSz="586533"/>
            <a:r>
              <a:rPr sz="900" spc="10" dirty="0">
                <a:solidFill>
                  <a:srgbClr val="231F20"/>
                </a:solidFill>
                <a:cs typeface="Calibri"/>
              </a:rPr>
              <a:t>Thiele</a:t>
            </a:r>
            <a:endParaRPr sz="9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208" name="object 608"/>
          <p:cNvSpPr txBox="1"/>
          <p:nvPr/>
        </p:nvSpPr>
        <p:spPr>
          <a:xfrm>
            <a:off x="5240348" y="813302"/>
            <a:ext cx="954995" cy="1077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algn="ctr" defTabSz="586533"/>
            <a:r>
              <a:rPr sz="700" spc="32" dirty="0">
                <a:solidFill>
                  <a:srgbClr val="231F20"/>
                </a:solidFill>
                <a:cs typeface="Calibri"/>
              </a:rPr>
              <a:t>A</a:t>
            </a:r>
            <a:r>
              <a:rPr sz="700" spc="10" dirty="0">
                <a:solidFill>
                  <a:srgbClr val="231F20"/>
                </a:solidFill>
                <a:cs typeface="Calibri"/>
              </a:rPr>
              <a:t>r</a:t>
            </a:r>
            <a:r>
              <a:rPr sz="700" spc="13" dirty="0">
                <a:solidFill>
                  <a:srgbClr val="231F20"/>
                </a:solidFill>
                <a:cs typeface="Calibri"/>
              </a:rPr>
              <a:t>ea</a:t>
            </a:r>
            <a:r>
              <a:rPr sz="700" spc="35" dirty="0">
                <a:solidFill>
                  <a:srgbClr val="231F20"/>
                </a:solidFill>
                <a:cs typeface="Calibri"/>
              </a:rPr>
              <a:t> </a:t>
            </a:r>
            <a:r>
              <a:rPr sz="700" spc="22" dirty="0">
                <a:solidFill>
                  <a:srgbClr val="231F20"/>
                </a:solidFill>
                <a:cs typeface="Calibri"/>
              </a:rPr>
              <a:t>IV</a:t>
            </a:r>
            <a:endParaRPr sz="7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209" name="object 609"/>
          <p:cNvSpPr txBox="1"/>
          <p:nvPr/>
        </p:nvSpPr>
        <p:spPr>
          <a:xfrm>
            <a:off x="5221524" y="1007641"/>
            <a:ext cx="954996" cy="1384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algn="ctr" defTabSz="586533"/>
            <a:r>
              <a:rPr sz="900" spc="16" dirty="0">
                <a:solidFill>
                  <a:srgbClr val="231F20"/>
                </a:solidFill>
                <a:cs typeface="Calibri"/>
              </a:rPr>
              <a:t>Dr</a:t>
            </a:r>
            <a:r>
              <a:rPr sz="900" spc="35" dirty="0">
                <a:solidFill>
                  <a:srgbClr val="231F20"/>
                </a:solidFill>
                <a:cs typeface="Calibri"/>
              </a:rPr>
              <a:t> </a:t>
            </a:r>
            <a:r>
              <a:rPr sz="900" spc="22" dirty="0">
                <a:solidFill>
                  <a:srgbClr val="231F20"/>
                </a:solidFill>
                <a:cs typeface="Calibri"/>
              </a:rPr>
              <a:t>Domb</a:t>
            </a:r>
            <a:r>
              <a:rPr sz="900" spc="3" dirty="0">
                <a:solidFill>
                  <a:srgbClr val="231F20"/>
                </a:solidFill>
                <a:cs typeface="Calibri"/>
              </a:rPr>
              <a:t>r</a:t>
            </a:r>
            <a:r>
              <a:rPr sz="900" spc="6" dirty="0">
                <a:solidFill>
                  <a:srgbClr val="231F20"/>
                </a:solidFill>
                <a:cs typeface="Calibri"/>
              </a:rPr>
              <a:t>et</a:t>
            </a:r>
            <a:endParaRPr sz="9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210" name="object 610"/>
          <p:cNvSpPr txBox="1"/>
          <p:nvPr/>
        </p:nvSpPr>
        <p:spPr>
          <a:xfrm>
            <a:off x="6609442" y="813302"/>
            <a:ext cx="1026222" cy="10772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algn="ctr" defTabSz="586533"/>
            <a:r>
              <a:rPr sz="700" spc="32" dirty="0">
                <a:solidFill>
                  <a:srgbClr val="231F20"/>
                </a:solidFill>
                <a:cs typeface="Calibri"/>
              </a:rPr>
              <a:t>A</a:t>
            </a:r>
            <a:r>
              <a:rPr sz="700" spc="10" dirty="0">
                <a:solidFill>
                  <a:srgbClr val="231F20"/>
                </a:solidFill>
                <a:cs typeface="Calibri"/>
              </a:rPr>
              <a:t>r</a:t>
            </a:r>
            <a:r>
              <a:rPr sz="700" spc="13" dirty="0">
                <a:solidFill>
                  <a:srgbClr val="231F20"/>
                </a:solidFill>
                <a:cs typeface="Calibri"/>
              </a:rPr>
              <a:t>ea</a:t>
            </a:r>
            <a:r>
              <a:rPr sz="700" spc="35" dirty="0">
                <a:solidFill>
                  <a:srgbClr val="231F20"/>
                </a:solidFill>
                <a:cs typeface="Calibri"/>
              </a:rPr>
              <a:t> V</a:t>
            </a:r>
            <a:endParaRPr sz="7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211" name="object 611"/>
          <p:cNvSpPr txBox="1"/>
          <p:nvPr/>
        </p:nvSpPr>
        <p:spPr>
          <a:xfrm>
            <a:off x="6609442" y="1007642"/>
            <a:ext cx="1001882" cy="13849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algn="ctr" defTabSz="586533"/>
            <a:r>
              <a:rPr sz="900" spc="16" dirty="0">
                <a:solidFill>
                  <a:srgbClr val="231F20"/>
                </a:solidFill>
                <a:cs typeface="Calibri"/>
              </a:rPr>
              <a:t>Dr</a:t>
            </a:r>
            <a:r>
              <a:rPr sz="900" spc="35" dirty="0">
                <a:solidFill>
                  <a:srgbClr val="231F20"/>
                </a:solidFill>
                <a:cs typeface="Calibri"/>
              </a:rPr>
              <a:t> </a:t>
            </a:r>
            <a:r>
              <a:rPr sz="900" spc="22" dirty="0">
                <a:solidFill>
                  <a:srgbClr val="231F20"/>
                </a:solidFill>
                <a:cs typeface="Calibri"/>
              </a:rPr>
              <a:t>Nagel</a:t>
            </a:r>
            <a:endParaRPr sz="9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212" name="object 612"/>
          <p:cNvSpPr/>
          <p:nvPr/>
        </p:nvSpPr>
        <p:spPr>
          <a:xfrm>
            <a:off x="105313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13" name="object 613"/>
          <p:cNvSpPr/>
          <p:nvPr/>
        </p:nvSpPr>
        <p:spPr>
          <a:xfrm>
            <a:off x="105313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14" name="object 614"/>
          <p:cNvSpPr/>
          <p:nvPr/>
        </p:nvSpPr>
        <p:spPr>
          <a:xfrm>
            <a:off x="101346" y="2263005"/>
            <a:ext cx="42746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15" name="object 615"/>
          <p:cNvSpPr txBox="1"/>
          <p:nvPr/>
        </p:nvSpPr>
        <p:spPr>
          <a:xfrm>
            <a:off x="188451" y="2186603"/>
            <a:ext cx="252987" cy="6925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5" dirty="0">
                <a:solidFill>
                  <a:srgbClr val="231F20"/>
                </a:solidFill>
                <a:cs typeface="Calibri"/>
              </a:rPr>
              <a:t>K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1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216" name="object 616"/>
          <p:cNvSpPr txBox="1"/>
          <p:nvPr/>
        </p:nvSpPr>
        <p:spPr>
          <a:xfrm>
            <a:off x="143199" y="2266565"/>
            <a:ext cx="343792" cy="2074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Internal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Communication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1217" name="object 618"/>
          <p:cNvSpPr/>
          <p:nvPr/>
        </p:nvSpPr>
        <p:spPr>
          <a:xfrm>
            <a:off x="644845" y="5097507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5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4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3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18" name="object 619"/>
          <p:cNvSpPr/>
          <p:nvPr/>
        </p:nvSpPr>
        <p:spPr>
          <a:xfrm>
            <a:off x="644845" y="5097507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5" h="527684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5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4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19" name="object 620"/>
          <p:cNvSpPr txBox="1"/>
          <p:nvPr/>
        </p:nvSpPr>
        <p:spPr>
          <a:xfrm>
            <a:off x="685535" y="5110992"/>
            <a:ext cx="383049" cy="27665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Confidentiality P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otection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Officer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1220" name="object 622"/>
          <p:cNvSpPr/>
          <p:nvPr/>
        </p:nvSpPr>
        <p:spPr>
          <a:xfrm>
            <a:off x="646823" y="5552946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5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4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3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21" name="object 623"/>
          <p:cNvSpPr/>
          <p:nvPr/>
        </p:nvSpPr>
        <p:spPr>
          <a:xfrm>
            <a:off x="646823" y="5552946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5" h="527684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5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4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22" name="object 624"/>
          <p:cNvSpPr txBox="1"/>
          <p:nvPr/>
        </p:nvSpPr>
        <p:spPr>
          <a:xfrm>
            <a:off x="647850" y="5569743"/>
            <a:ext cx="461958" cy="34881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-19" dirty="0">
                <a:solidFill>
                  <a:srgbClr val="231F20"/>
                </a:solidFill>
                <a:cs typeface="Calibri"/>
              </a:rPr>
              <a:t>Arbit</a:t>
            </a:r>
            <a:r>
              <a:rPr sz="600" spc="-22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-19" dirty="0">
                <a:solidFill>
                  <a:srgbClr val="231F20"/>
                </a:solidFill>
                <a:cs typeface="Calibri"/>
              </a:rPr>
              <a:t>atio</a:t>
            </a:r>
            <a:r>
              <a:rPr sz="600" spc="-16" dirty="0">
                <a:solidFill>
                  <a:srgbClr val="231F20"/>
                </a:solidFill>
                <a:cs typeface="Calibri"/>
              </a:rPr>
              <a:t>n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26" dirty="0">
                <a:solidFill>
                  <a:srgbClr val="231F20"/>
                </a:solidFill>
                <a:cs typeface="Calibri"/>
              </a:rPr>
              <a:t>Bod</a:t>
            </a:r>
            <a:r>
              <a:rPr sz="600" spc="-16" dirty="0">
                <a:solidFill>
                  <a:srgbClr val="231F20"/>
                </a:solidFill>
                <a:cs typeface="Calibri"/>
              </a:rPr>
              <a:t>y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22" dirty="0">
                <a:solidFill>
                  <a:srgbClr val="231F20"/>
                </a:solidFill>
                <a:cs typeface="Calibri"/>
              </a:rPr>
              <a:t>pursuant</a:t>
            </a:r>
            <a:r>
              <a:rPr sz="600" spc="-16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22" dirty="0">
                <a:solidFill>
                  <a:srgbClr val="231F20"/>
                </a:solidFill>
                <a:cs typeface="Calibri"/>
              </a:rPr>
              <a:t>to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22" dirty="0">
                <a:solidFill>
                  <a:srgbClr val="231F20"/>
                </a:solidFill>
                <a:cs typeface="Calibri"/>
              </a:rPr>
              <a:t>sectio</a:t>
            </a:r>
            <a:r>
              <a:rPr sz="600" spc="-19" dirty="0">
                <a:solidFill>
                  <a:srgbClr val="231F20"/>
                </a:solidFill>
                <a:cs typeface="Calibri"/>
              </a:rPr>
              <a:t>n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9" dirty="0">
                <a:solidFill>
                  <a:srgbClr val="231F20"/>
                </a:solidFill>
                <a:cs typeface="Calibri"/>
              </a:rPr>
              <a:t>1</a:t>
            </a:r>
            <a:r>
              <a:rPr sz="600" spc="-13" dirty="0">
                <a:solidFill>
                  <a:srgbClr val="231F20"/>
                </a:solidFill>
                <a:cs typeface="Calibri"/>
              </a:rPr>
              <a:t>4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22" dirty="0">
                <a:solidFill>
                  <a:srgbClr val="231F20"/>
                </a:solidFill>
                <a:cs typeface="Calibri"/>
              </a:rPr>
              <a:t>Prohibitor</a:t>
            </a:r>
            <a:r>
              <a:rPr sz="600" spc="-16" dirty="0">
                <a:solidFill>
                  <a:srgbClr val="231F20"/>
                </a:solidFill>
                <a:cs typeface="Calibri"/>
              </a:rPr>
              <a:t>y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9" dirty="0">
                <a:solidFill>
                  <a:srgbClr val="231F20"/>
                </a:solidFill>
                <a:cs typeface="Calibri"/>
              </a:rPr>
              <a:t>Injunction</a:t>
            </a:r>
            <a:r>
              <a:rPr sz="600" spc="-13" dirty="0">
                <a:solidFill>
                  <a:srgbClr val="231F20"/>
                </a:solidFill>
                <a:cs typeface="Calibri"/>
              </a:rPr>
              <a:t>s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22" dirty="0">
                <a:solidFill>
                  <a:srgbClr val="231F20"/>
                </a:solidFill>
                <a:cs typeface="Calibri"/>
              </a:rPr>
              <a:t>Act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223" name="object 626"/>
          <p:cNvSpPr/>
          <p:nvPr/>
        </p:nvSpPr>
        <p:spPr>
          <a:xfrm>
            <a:off x="528484" y="5705089"/>
            <a:ext cx="114597" cy="0"/>
          </a:xfrm>
          <a:custGeom>
            <a:avLst/>
            <a:gdLst/>
            <a:ahLst/>
            <a:cxnLst/>
            <a:rect l="l" t="t" r="r" b="b"/>
            <a:pathLst>
              <a:path w="183515">
                <a:moveTo>
                  <a:pt x="0" y="0"/>
                </a:moveTo>
                <a:lnTo>
                  <a:pt x="183159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24" name="object 627"/>
          <p:cNvSpPr/>
          <p:nvPr/>
        </p:nvSpPr>
        <p:spPr>
          <a:xfrm>
            <a:off x="4039398" y="1362350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4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8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225" name="object 628"/>
          <p:cNvSpPr/>
          <p:nvPr/>
        </p:nvSpPr>
        <p:spPr>
          <a:xfrm>
            <a:off x="4039398" y="1362350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4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9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226" name="object 629"/>
          <p:cNvSpPr/>
          <p:nvPr/>
        </p:nvSpPr>
        <p:spPr>
          <a:xfrm>
            <a:off x="4035431" y="1452240"/>
            <a:ext cx="472268" cy="0"/>
          </a:xfrm>
          <a:custGeom>
            <a:avLst/>
            <a:gdLst/>
            <a:ahLst/>
            <a:cxnLst/>
            <a:rect l="l" t="t" r="r" b="b"/>
            <a:pathLst>
              <a:path w="756284">
                <a:moveTo>
                  <a:pt x="0" y="0"/>
                </a:moveTo>
                <a:lnTo>
                  <a:pt x="756005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900" b="1">
              <a:solidFill>
                <a:prstClr val="black"/>
              </a:solidFill>
            </a:endParaRPr>
          </a:p>
        </p:txBody>
      </p:sp>
      <p:sp>
        <p:nvSpPr>
          <p:cNvPr id="1227" name="object 630"/>
          <p:cNvSpPr txBox="1"/>
          <p:nvPr/>
        </p:nvSpPr>
        <p:spPr>
          <a:xfrm>
            <a:off x="4101693" y="1375838"/>
            <a:ext cx="339827" cy="8079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7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700" b="1" spc="16" dirty="0">
                <a:solidFill>
                  <a:srgbClr val="231F20"/>
                </a:solidFill>
                <a:cs typeface="Calibri"/>
              </a:rPr>
              <a:t>ÖB</a:t>
            </a:r>
            <a:endParaRPr sz="7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228" name="object 631"/>
          <p:cNvSpPr txBox="1"/>
          <p:nvPr/>
        </p:nvSpPr>
        <p:spPr>
          <a:xfrm>
            <a:off x="4047162" y="1455800"/>
            <a:ext cx="448873" cy="55701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b="1" spc="10" dirty="0">
                <a:solidFill>
                  <a:srgbClr val="231F20"/>
                </a:solidFill>
                <a:cs typeface="Calibri"/>
              </a:rPr>
              <a:t>Economic</a:t>
            </a:r>
            <a:r>
              <a:rPr sz="6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b="1" spc="10" dirty="0">
                <a:solidFill>
                  <a:srgbClr val="231F20"/>
                </a:solidFill>
                <a:cs typeface="Calibri"/>
              </a:rPr>
              <a:t>Education,</a:t>
            </a:r>
            <a:r>
              <a:rPr sz="600" b="1" spc="3" dirty="0">
                <a:solidFill>
                  <a:srgbClr val="231F20"/>
                </a:solidFill>
                <a:cs typeface="Calibri"/>
              </a:rPr>
              <a:t> University</a:t>
            </a:r>
            <a:r>
              <a:rPr sz="6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b="1" spc="-13" dirty="0" smtClean="0">
                <a:solidFill>
                  <a:srgbClr val="231F20"/>
                </a:solidFill>
                <a:cs typeface="Calibri"/>
              </a:rPr>
              <a:t>T</a:t>
            </a:r>
            <a:r>
              <a:rPr sz="600" b="1" spc="10" dirty="0" smtClean="0">
                <a:solidFill>
                  <a:srgbClr val="231F20"/>
                </a:solidFill>
                <a:cs typeface="Calibri"/>
              </a:rPr>
              <a:t>echnical</a:t>
            </a:r>
            <a:endParaRPr sz="600" b="1" dirty="0">
              <a:solidFill>
                <a:prstClr val="black"/>
              </a:solidFill>
              <a:cs typeface="Calibri"/>
            </a:endParaRPr>
          </a:p>
          <a:p>
            <a:pPr marR="89202" defTabSz="586533">
              <a:lnSpc>
                <a:spcPct val="75000"/>
              </a:lnSpc>
            </a:pPr>
            <a:r>
              <a:rPr sz="600" b="1" spc="6" dirty="0">
                <a:solidFill>
                  <a:srgbClr val="231F20"/>
                </a:solidFill>
                <a:cs typeface="Calibri"/>
              </a:rPr>
              <a:t>Cent</a:t>
            </a:r>
            <a:r>
              <a:rPr sz="600" b="1" dirty="0">
                <a:solidFill>
                  <a:srgbClr val="231F20"/>
                </a:solidFill>
                <a:cs typeface="Calibri"/>
              </a:rPr>
              <a:t>r</a:t>
            </a:r>
            <a:r>
              <a:rPr sz="600" b="1" spc="6" dirty="0">
                <a:solidFill>
                  <a:srgbClr val="231F20"/>
                </a:solidFill>
                <a:cs typeface="Calibri"/>
              </a:rPr>
              <a:t>al</a:t>
            </a:r>
            <a:r>
              <a:rPr sz="6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b="1" spc="13" dirty="0">
                <a:solidFill>
                  <a:srgbClr val="231F20"/>
                </a:solidFill>
                <a:cs typeface="Calibri"/>
              </a:rPr>
              <a:t>Bank</a:t>
            </a:r>
            <a:r>
              <a:rPr sz="600" b="1" spc="6" dirty="0">
                <a:solidFill>
                  <a:srgbClr val="231F20"/>
                </a:solidFill>
                <a:cs typeface="Calibri"/>
              </a:rPr>
              <a:t> </a:t>
            </a:r>
            <a:r>
              <a:rPr sz="600" b="1" spc="10" dirty="0">
                <a:solidFill>
                  <a:srgbClr val="231F20"/>
                </a:solidFill>
                <a:cs typeface="Calibri"/>
              </a:rPr>
              <a:t>Coope</a:t>
            </a:r>
            <a:r>
              <a:rPr sz="600" b="1" dirty="0">
                <a:solidFill>
                  <a:srgbClr val="231F20"/>
                </a:solidFill>
                <a:cs typeface="Calibri"/>
              </a:rPr>
              <a:t>r</a:t>
            </a:r>
            <a:r>
              <a:rPr sz="600" b="1" spc="10" dirty="0">
                <a:solidFill>
                  <a:srgbClr val="231F20"/>
                </a:solidFill>
                <a:cs typeface="Calibri"/>
              </a:rPr>
              <a:t>ation</a:t>
            </a:r>
            <a:endParaRPr sz="6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229" name="object 633"/>
          <p:cNvSpPr/>
          <p:nvPr/>
        </p:nvSpPr>
        <p:spPr>
          <a:xfrm>
            <a:off x="4084367" y="2177346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30" name="object 634"/>
          <p:cNvSpPr/>
          <p:nvPr/>
        </p:nvSpPr>
        <p:spPr>
          <a:xfrm>
            <a:off x="4084367" y="2177346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31" name="object 635"/>
          <p:cNvSpPr/>
          <p:nvPr/>
        </p:nvSpPr>
        <p:spPr>
          <a:xfrm>
            <a:off x="4084367" y="2848516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32" name="object 636"/>
          <p:cNvSpPr/>
          <p:nvPr/>
        </p:nvSpPr>
        <p:spPr>
          <a:xfrm>
            <a:off x="4084367" y="2848516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33" name="object 637"/>
          <p:cNvSpPr/>
          <p:nvPr/>
        </p:nvSpPr>
        <p:spPr>
          <a:xfrm>
            <a:off x="4084367" y="351968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34" name="object 638"/>
          <p:cNvSpPr/>
          <p:nvPr/>
        </p:nvSpPr>
        <p:spPr>
          <a:xfrm>
            <a:off x="4084367" y="351968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35" name="object 639"/>
          <p:cNvSpPr/>
          <p:nvPr/>
        </p:nvSpPr>
        <p:spPr>
          <a:xfrm>
            <a:off x="4084367" y="419085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36" name="object 640"/>
          <p:cNvSpPr/>
          <p:nvPr/>
        </p:nvSpPr>
        <p:spPr>
          <a:xfrm>
            <a:off x="4084367" y="419085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37" name="object 641"/>
          <p:cNvSpPr/>
          <p:nvPr/>
        </p:nvSpPr>
        <p:spPr>
          <a:xfrm>
            <a:off x="4080401" y="2267233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38" name="object 642"/>
          <p:cNvSpPr txBox="1"/>
          <p:nvPr/>
        </p:nvSpPr>
        <p:spPr>
          <a:xfrm>
            <a:off x="4151350" y="2190831"/>
            <a:ext cx="285502" cy="692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ÖB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1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239" name="object 643"/>
          <p:cNvSpPr txBox="1"/>
          <p:nvPr/>
        </p:nvSpPr>
        <p:spPr>
          <a:xfrm>
            <a:off x="4137362" y="2270793"/>
            <a:ext cx="313259" cy="20749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Education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0" dirty="0">
                <a:solidFill>
                  <a:srgbClr val="231F20"/>
                </a:solidFill>
                <a:cs typeface="Calibri"/>
              </a:rPr>
              <a:t>T</a:t>
            </a:r>
            <a:r>
              <a:rPr sz="600" spc="-6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aining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1240" name="object 644"/>
          <p:cNvSpPr/>
          <p:nvPr/>
        </p:nvSpPr>
        <p:spPr>
          <a:xfrm>
            <a:off x="4080401" y="2938405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41" name="object 645"/>
          <p:cNvSpPr txBox="1"/>
          <p:nvPr/>
        </p:nvSpPr>
        <p:spPr>
          <a:xfrm>
            <a:off x="4151350" y="2862003"/>
            <a:ext cx="285502" cy="69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ÖB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2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242" name="object 646"/>
          <p:cNvSpPr txBox="1"/>
          <p:nvPr/>
        </p:nvSpPr>
        <p:spPr>
          <a:xfrm>
            <a:off x="4086962" y="2941940"/>
            <a:ext cx="414375" cy="4149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-6" dirty="0">
                <a:solidFill>
                  <a:srgbClr val="231F20"/>
                </a:solidFill>
                <a:cs typeface="Calibri"/>
              </a:rPr>
              <a:t>Economic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6" dirty="0">
                <a:solidFill>
                  <a:srgbClr val="231F20"/>
                </a:solidFill>
                <a:cs typeface="Calibri"/>
              </a:rPr>
              <a:t>Education,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6" dirty="0">
                <a:solidFill>
                  <a:srgbClr val="231F20"/>
                </a:solidFill>
                <a:cs typeface="Calibri"/>
              </a:rPr>
              <a:t>Information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6" dirty="0">
                <a:solidFill>
                  <a:srgbClr val="231F20"/>
                </a:solidFill>
                <a:cs typeface="Calibri"/>
              </a:rPr>
              <a:t>Management,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0" dirty="0">
                <a:solidFill>
                  <a:srgbClr val="231F20"/>
                </a:solidFill>
                <a:cs typeface="Calibri"/>
              </a:rPr>
              <a:t>Money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0" dirty="0">
                <a:solidFill>
                  <a:srgbClr val="231F20"/>
                </a:solidFill>
                <a:cs typeface="Calibri"/>
              </a:rPr>
              <a:t>Museum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243" name="object 647"/>
          <p:cNvSpPr/>
          <p:nvPr/>
        </p:nvSpPr>
        <p:spPr>
          <a:xfrm>
            <a:off x="4080401" y="3609576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44" name="object 648"/>
          <p:cNvSpPr txBox="1"/>
          <p:nvPr/>
        </p:nvSpPr>
        <p:spPr>
          <a:xfrm>
            <a:off x="4246136" y="3533174"/>
            <a:ext cx="95960" cy="1383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22" dirty="0">
                <a:solidFill>
                  <a:srgbClr val="231F20"/>
                </a:solidFill>
                <a:cs typeface="Calibri"/>
              </a:rPr>
              <a:t>TZK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1245" name="object 649"/>
          <p:cNvSpPr txBox="1"/>
          <p:nvPr/>
        </p:nvSpPr>
        <p:spPr>
          <a:xfrm>
            <a:off x="4083640" y="3692186"/>
            <a:ext cx="420719" cy="27665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3" dirty="0">
                <a:solidFill>
                  <a:srgbClr val="231F20"/>
                </a:solidFill>
                <a:cs typeface="Calibri"/>
              </a:rPr>
              <a:t>Cent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dirty="0">
                <a:solidFill>
                  <a:srgbClr val="231F20"/>
                </a:solidFill>
                <a:cs typeface="Calibri"/>
              </a:rPr>
              <a:t>e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for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6" dirty="0">
                <a:solidFill>
                  <a:srgbClr val="231F20"/>
                </a:solidFill>
                <a:cs typeface="Calibri"/>
              </a:rPr>
              <a:t>T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echnical Cent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al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Bank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Coope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ation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246" name="object 650"/>
          <p:cNvSpPr/>
          <p:nvPr/>
        </p:nvSpPr>
        <p:spPr>
          <a:xfrm>
            <a:off x="4080401" y="4280748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47" name="object 651"/>
          <p:cNvSpPr txBox="1"/>
          <p:nvPr/>
        </p:nvSpPr>
        <p:spPr>
          <a:xfrm>
            <a:off x="4240117" y="4204346"/>
            <a:ext cx="107856" cy="1383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6" dirty="0">
                <a:solidFill>
                  <a:srgbClr val="231F20"/>
                </a:solidFill>
                <a:cs typeface="Calibri"/>
              </a:rPr>
              <a:t>HDB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1248" name="object 652"/>
          <p:cNvSpPr txBox="1"/>
          <p:nvPr/>
        </p:nvSpPr>
        <p:spPr>
          <a:xfrm>
            <a:off x="4086314" y="4284283"/>
            <a:ext cx="415564" cy="27665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lang="de-DE" sz="600" spc="-16" dirty="0">
                <a:solidFill>
                  <a:srgbClr val="231F20"/>
                </a:solidFill>
                <a:cs typeface="Calibri"/>
              </a:rPr>
              <a:t>U</a:t>
            </a:r>
            <a:r>
              <a:rPr sz="600" spc="-16" dirty="0" err="1">
                <a:solidFill>
                  <a:srgbClr val="231F20"/>
                </a:solidFill>
                <a:cs typeface="Calibri"/>
              </a:rPr>
              <a:t>niversity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0" dirty="0">
                <a:solidFill>
                  <a:srgbClr val="231F20"/>
                </a:solidFill>
                <a:cs typeface="Calibri"/>
              </a:rPr>
              <a:t>of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3" dirty="0">
                <a:solidFill>
                  <a:srgbClr val="231F20"/>
                </a:solidFill>
                <a:cs typeface="Calibri"/>
              </a:rPr>
              <a:t>Applied</a:t>
            </a:r>
            <a:r>
              <a:rPr sz="600" spc="-6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3" dirty="0">
                <a:solidFill>
                  <a:srgbClr val="231F20"/>
                </a:solidFill>
                <a:cs typeface="Calibri"/>
              </a:rPr>
              <a:t>Sciences,</a:t>
            </a:r>
            <a:endParaRPr sz="600" dirty="0">
              <a:solidFill>
                <a:prstClr val="black"/>
              </a:solidFill>
              <a:cs typeface="Calibri"/>
            </a:endParaRPr>
          </a:p>
          <a:p>
            <a:pPr defTabSz="586533">
              <a:lnSpc>
                <a:spcPct val="75000"/>
              </a:lnSpc>
            </a:pPr>
            <a:r>
              <a:rPr sz="600" spc="-16" dirty="0">
                <a:solidFill>
                  <a:srgbClr val="231F20"/>
                </a:solidFill>
                <a:cs typeface="Calibri"/>
              </a:rPr>
              <a:t>Hachenbu</a:t>
            </a:r>
            <a:r>
              <a:rPr sz="600" spc="-19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g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249" name="object 657"/>
          <p:cNvSpPr/>
          <p:nvPr/>
        </p:nvSpPr>
        <p:spPr>
          <a:xfrm>
            <a:off x="4035440" y="2460762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50" name="object 658"/>
          <p:cNvSpPr/>
          <p:nvPr/>
        </p:nvSpPr>
        <p:spPr>
          <a:xfrm>
            <a:off x="4035440" y="3131932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51" name="object 659"/>
          <p:cNvSpPr/>
          <p:nvPr/>
        </p:nvSpPr>
        <p:spPr>
          <a:xfrm>
            <a:off x="4035440" y="3803104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52" name="object 660"/>
          <p:cNvSpPr/>
          <p:nvPr/>
        </p:nvSpPr>
        <p:spPr>
          <a:xfrm>
            <a:off x="4035440" y="4474276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53" name="object 661"/>
          <p:cNvSpPr/>
          <p:nvPr/>
        </p:nvSpPr>
        <p:spPr>
          <a:xfrm>
            <a:off x="4271476" y="1258013"/>
            <a:ext cx="0" cy="100206"/>
          </a:xfrm>
          <a:custGeom>
            <a:avLst/>
            <a:gdLst/>
            <a:ahLst/>
            <a:cxnLst/>
            <a:rect l="l" t="t" r="r" b="b"/>
            <a:pathLst>
              <a:path h="150494">
                <a:moveTo>
                  <a:pt x="0" y="0"/>
                </a:moveTo>
                <a:lnTo>
                  <a:pt x="0" y="150355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254" name="object 662"/>
          <p:cNvSpPr/>
          <p:nvPr/>
        </p:nvSpPr>
        <p:spPr>
          <a:xfrm>
            <a:off x="4267511" y="2077234"/>
            <a:ext cx="0" cy="48200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199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255" name="object 663"/>
          <p:cNvSpPr/>
          <p:nvPr/>
        </p:nvSpPr>
        <p:spPr>
          <a:xfrm>
            <a:off x="4035430" y="2125175"/>
            <a:ext cx="236332" cy="0"/>
          </a:xfrm>
          <a:custGeom>
            <a:avLst/>
            <a:gdLst/>
            <a:ahLst/>
            <a:cxnLst/>
            <a:rect l="l" t="t" r="r" b="b"/>
            <a:pathLst>
              <a:path w="378459">
                <a:moveTo>
                  <a:pt x="378015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1256" name="object 664"/>
          <p:cNvSpPr/>
          <p:nvPr/>
        </p:nvSpPr>
        <p:spPr>
          <a:xfrm>
            <a:off x="4039405" y="2125175"/>
            <a:ext cx="0" cy="2353368"/>
          </a:xfrm>
          <a:custGeom>
            <a:avLst/>
            <a:gdLst/>
            <a:ahLst/>
            <a:cxnLst/>
            <a:rect l="l" t="t" r="r" b="b"/>
            <a:pathLst>
              <a:path h="3534409">
                <a:moveTo>
                  <a:pt x="0" y="0"/>
                </a:moveTo>
                <a:lnTo>
                  <a:pt x="0" y="3534333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57" name="object 665"/>
          <p:cNvSpPr/>
          <p:nvPr/>
        </p:nvSpPr>
        <p:spPr>
          <a:xfrm>
            <a:off x="6796552" y="4809861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58" name="object 666"/>
          <p:cNvSpPr/>
          <p:nvPr/>
        </p:nvSpPr>
        <p:spPr>
          <a:xfrm>
            <a:off x="5230877" y="3515459"/>
            <a:ext cx="427460" cy="575446"/>
          </a:xfrm>
          <a:custGeom>
            <a:avLst/>
            <a:gdLst/>
            <a:ahLst/>
            <a:cxnLst/>
            <a:rect l="l" t="t" r="r" b="b"/>
            <a:pathLst>
              <a:path w="684529" h="864235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2" y="792459"/>
                </a:lnTo>
                <a:lnTo>
                  <a:pt x="1117" y="833555"/>
                </a:lnTo>
                <a:lnTo>
                  <a:pt x="30178" y="862846"/>
                </a:lnTo>
                <a:lnTo>
                  <a:pt x="612000" y="863993"/>
                </a:lnTo>
                <a:lnTo>
                  <a:pt x="635720" y="863853"/>
                </a:lnTo>
                <a:lnTo>
                  <a:pt x="674939" y="855051"/>
                </a:lnTo>
                <a:lnTo>
                  <a:pt x="683849" y="816071"/>
                </a:lnTo>
                <a:lnTo>
                  <a:pt x="683996" y="792459"/>
                </a:lnTo>
                <a:lnTo>
                  <a:pt x="683993" y="71534"/>
                </a:lnTo>
                <a:lnTo>
                  <a:pt x="682878" y="30438"/>
                </a:lnTo>
                <a:lnTo>
                  <a:pt x="653817" y="1146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59" name="object 667"/>
          <p:cNvSpPr/>
          <p:nvPr/>
        </p:nvSpPr>
        <p:spPr>
          <a:xfrm>
            <a:off x="5230877" y="3515459"/>
            <a:ext cx="427460" cy="575446"/>
          </a:xfrm>
          <a:custGeom>
            <a:avLst/>
            <a:gdLst/>
            <a:ahLst/>
            <a:cxnLst/>
            <a:rect l="l" t="t" r="r" b="b"/>
            <a:pathLst>
              <a:path w="684529" h="864235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0" y="791997"/>
                </a:lnTo>
                <a:lnTo>
                  <a:pt x="139" y="815717"/>
                </a:lnTo>
                <a:lnTo>
                  <a:pt x="8941" y="854936"/>
                </a:lnTo>
                <a:lnTo>
                  <a:pt x="47922" y="863846"/>
                </a:lnTo>
                <a:lnTo>
                  <a:pt x="612000" y="863993"/>
                </a:lnTo>
                <a:lnTo>
                  <a:pt x="635720" y="863853"/>
                </a:lnTo>
                <a:lnTo>
                  <a:pt x="674939" y="855051"/>
                </a:lnTo>
                <a:lnTo>
                  <a:pt x="683849" y="816071"/>
                </a:lnTo>
                <a:lnTo>
                  <a:pt x="683996" y="71996"/>
                </a:lnTo>
                <a:lnTo>
                  <a:pt x="683856" y="48276"/>
                </a:lnTo>
                <a:lnTo>
                  <a:pt x="675054" y="9057"/>
                </a:lnTo>
                <a:lnTo>
                  <a:pt x="636074" y="147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60" name="object 668"/>
          <p:cNvSpPr/>
          <p:nvPr/>
        </p:nvSpPr>
        <p:spPr>
          <a:xfrm>
            <a:off x="5230877" y="4186630"/>
            <a:ext cx="427460" cy="575446"/>
          </a:xfrm>
          <a:custGeom>
            <a:avLst/>
            <a:gdLst/>
            <a:ahLst/>
            <a:cxnLst/>
            <a:rect l="l" t="t" r="r" b="b"/>
            <a:pathLst>
              <a:path w="684529" h="864234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2" y="792459"/>
                </a:lnTo>
                <a:lnTo>
                  <a:pt x="1117" y="833555"/>
                </a:lnTo>
                <a:lnTo>
                  <a:pt x="30178" y="862846"/>
                </a:lnTo>
                <a:lnTo>
                  <a:pt x="612000" y="863993"/>
                </a:lnTo>
                <a:lnTo>
                  <a:pt x="635720" y="863853"/>
                </a:lnTo>
                <a:lnTo>
                  <a:pt x="674939" y="855051"/>
                </a:lnTo>
                <a:lnTo>
                  <a:pt x="683849" y="816071"/>
                </a:lnTo>
                <a:lnTo>
                  <a:pt x="683996" y="792459"/>
                </a:lnTo>
                <a:lnTo>
                  <a:pt x="683993" y="71534"/>
                </a:lnTo>
                <a:lnTo>
                  <a:pt x="682878" y="30438"/>
                </a:lnTo>
                <a:lnTo>
                  <a:pt x="653817" y="1146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61" name="object 669"/>
          <p:cNvSpPr/>
          <p:nvPr/>
        </p:nvSpPr>
        <p:spPr>
          <a:xfrm>
            <a:off x="5230877" y="4186630"/>
            <a:ext cx="427460" cy="575446"/>
          </a:xfrm>
          <a:custGeom>
            <a:avLst/>
            <a:gdLst/>
            <a:ahLst/>
            <a:cxnLst/>
            <a:rect l="l" t="t" r="r" b="b"/>
            <a:pathLst>
              <a:path w="684529" h="864234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0" y="791997"/>
                </a:lnTo>
                <a:lnTo>
                  <a:pt x="139" y="815717"/>
                </a:lnTo>
                <a:lnTo>
                  <a:pt x="8941" y="854936"/>
                </a:lnTo>
                <a:lnTo>
                  <a:pt x="47922" y="863846"/>
                </a:lnTo>
                <a:lnTo>
                  <a:pt x="612000" y="863993"/>
                </a:lnTo>
                <a:lnTo>
                  <a:pt x="635720" y="863853"/>
                </a:lnTo>
                <a:lnTo>
                  <a:pt x="674939" y="855051"/>
                </a:lnTo>
                <a:lnTo>
                  <a:pt x="683849" y="816071"/>
                </a:lnTo>
                <a:lnTo>
                  <a:pt x="683996" y="71996"/>
                </a:lnTo>
                <a:lnTo>
                  <a:pt x="683856" y="48276"/>
                </a:lnTo>
                <a:lnTo>
                  <a:pt x="675054" y="9057"/>
                </a:lnTo>
                <a:lnTo>
                  <a:pt x="636074" y="147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62" name="object 670"/>
          <p:cNvSpPr/>
          <p:nvPr/>
        </p:nvSpPr>
        <p:spPr>
          <a:xfrm>
            <a:off x="5230877" y="4857802"/>
            <a:ext cx="427460" cy="575446"/>
          </a:xfrm>
          <a:custGeom>
            <a:avLst/>
            <a:gdLst/>
            <a:ahLst/>
            <a:cxnLst/>
            <a:rect l="l" t="t" r="r" b="b"/>
            <a:pathLst>
              <a:path w="684529" h="864234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2" y="792459"/>
                </a:lnTo>
                <a:lnTo>
                  <a:pt x="1117" y="833555"/>
                </a:lnTo>
                <a:lnTo>
                  <a:pt x="30178" y="862846"/>
                </a:lnTo>
                <a:lnTo>
                  <a:pt x="612000" y="863993"/>
                </a:lnTo>
                <a:lnTo>
                  <a:pt x="635720" y="863853"/>
                </a:lnTo>
                <a:lnTo>
                  <a:pt x="674939" y="855051"/>
                </a:lnTo>
                <a:lnTo>
                  <a:pt x="683849" y="816071"/>
                </a:lnTo>
                <a:lnTo>
                  <a:pt x="683996" y="792459"/>
                </a:lnTo>
                <a:lnTo>
                  <a:pt x="683993" y="71534"/>
                </a:lnTo>
                <a:lnTo>
                  <a:pt x="682878" y="30438"/>
                </a:lnTo>
                <a:lnTo>
                  <a:pt x="653817" y="1146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63" name="object 671"/>
          <p:cNvSpPr/>
          <p:nvPr/>
        </p:nvSpPr>
        <p:spPr>
          <a:xfrm>
            <a:off x="5230877" y="4857802"/>
            <a:ext cx="427460" cy="575446"/>
          </a:xfrm>
          <a:custGeom>
            <a:avLst/>
            <a:gdLst/>
            <a:ahLst/>
            <a:cxnLst/>
            <a:rect l="l" t="t" r="r" b="b"/>
            <a:pathLst>
              <a:path w="684529" h="864234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0" y="791997"/>
                </a:lnTo>
                <a:lnTo>
                  <a:pt x="139" y="815717"/>
                </a:lnTo>
                <a:lnTo>
                  <a:pt x="8941" y="854936"/>
                </a:lnTo>
                <a:lnTo>
                  <a:pt x="47922" y="863846"/>
                </a:lnTo>
                <a:lnTo>
                  <a:pt x="612000" y="863993"/>
                </a:lnTo>
                <a:lnTo>
                  <a:pt x="635720" y="863853"/>
                </a:lnTo>
                <a:lnTo>
                  <a:pt x="674939" y="855051"/>
                </a:lnTo>
                <a:lnTo>
                  <a:pt x="683849" y="816071"/>
                </a:lnTo>
                <a:lnTo>
                  <a:pt x="683996" y="71996"/>
                </a:lnTo>
                <a:lnTo>
                  <a:pt x="683856" y="48276"/>
                </a:lnTo>
                <a:lnTo>
                  <a:pt x="675054" y="9057"/>
                </a:lnTo>
                <a:lnTo>
                  <a:pt x="636074" y="147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64" name="object 672"/>
          <p:cNvSpPr/>
          <p:nvPr/>
        </p:nvSpPr>
        <p:spPr>
          <a:xfrm>
            <a:off x="5230877" y="5528975"/>
            <a:ext cx="427460" cy="575446"/>
          </a:xfrm>
          <a:custGeom>
            <a:avLst/>
            <a:gdLst/>
            <a:ahLst/>
            <a:cxnLst/>
            <a:rect l="l" t="t" r="r" b="b"/>
            <a:pathLst>
              <a:path w="684529" h="864234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2" y="792478"/>
                </a:lnTo>
                <a:lnTo>
                  <a:pt x="1117" y="833559"/>
                </a:lnTo>
                <a:lnTo>
                  <a:pt x="30170" y="862858"/>
                </a:lnTo>
                <a:lnTo>
                  <a:pt x="612000" y="864006"/>
                </a:lnTo>
                <a:lnTo>
                  <a:pt x="635718" y="863866"/>
                </a:lnTo>
                <a:lnTo>
                  <a:pt x="674936" y="855065"/>
                </a:lnTo>
                <a:lnTo>
                  <a:pt x="683849" y="816088"/>
                </a:lnTo>
                <a:lnTo>
                  <a:pt x="683996" y="792478"/>
                </a:lnTo>
                <a:lnTo>
                  <a:pt x="683993" y="71534"/>
                </a:lnTo>
                <a:lnTo>
                  <a:pt x="682878" y="30438"/>
                </a:lnTo>
                <a:lnTo>
                  <a:pt x="653817" y="1146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65" name="object 673"/>
          <p:cNvSpPr/>
          <p:nvPr/>
        </p:nvSpPr>
        <p:spPr>
          <a:xfrm>
            <a:off x="5230877" y="5528975"/>
            <a:ext cx="427460" cy="575446"/>
          </a:xfrm>
          <a:custGeom>
            <a:avLst/>
            <a:gdLst/>
            <a:ahLst/>
            <a:cxnLst/>
            <a:rect l="l" t="t" r="r" b="b"/>
            <a:pathLst>
              <a:path w="684529" h="864234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0" y="791997"/>
                </a:lnTo>
                <a:lnTo>
                  <a:pt x="139" y="815719"/>
                </a:lnTo>
                <a:lnTo>
                  <a:pt x="8939" y="854944"/>
                </a:lnTo>
                <a:lnTo>
                  <a:pt x="47909" y="863859"/>
                </a:lnTo>
                <a:lnTo>
                  <a:pt x="612000" y="864006"/>
                </a:lnTo>
                <a:lnTo>
                  <a:pt x="635718" y="863866"/>
                </a:lnTo>
                <a:lnTo>
                  <a:pt x="674936" y="855065"/>
                </a:lnTo>
                <a:lnTo>
                  <a:pt x="683849" y="816088"/>
                </a:lnTo>
                <a:lnTo>
                  <a:pt x="683996" y="71996"/>
                </a:lnTo>
                <a:lnTo>
                  <a:pt x="683856" y="48276"/>
                </a:lnTo>
                <a:lnTo>
                  <a:pt x="675054" y="9057"/>
                </a:lnTo>
                <a:lnTo>
                  <a:pt x="636074" y="147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66" name="object 674"/>
          <p:cNvSpPr/>
          <p:nvPr/>
        </p:nvSpPr>
        <p:spPr>
          <a:xfrm>
            <a:off x="5230877" y="6200145"/>
            <a:ext cx="427460" cy="575446"/>
          </a:xfrm>
          <a:custGeom>
            <a:avLst/>
            <a:gdLst/>
            <a:ahLst/>
            <a:cxnLst/>
            <a:rect l="l" t="t" r="r" b="b"/>
            <a:pathLst>
              <a:path w="684529" h="864234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2" y="792478"/>
                </a:lnTo>
                <a:lnTo>
                  <a:pt x="1117" y="833559"/>
                </a:lnTo>
                <a:lnTo>
                  <a:pt x="30170" y="862858"/>
                </a:lnTo>
                <a:lnTo>
                  <a:pt x="612000" y="864006"/>
                </a:lnTo>
                <a:lnTo>
                  <a:pt x="635718" y="863866"/>
                </a:lnTo>
                <a:lnTo>
                  <a:pt x="674936" y="855065"/>
                </a:lnTo>
                <a:lnTo>
                  <a:pt x="683849" y="816088"/>
                </a:lnTo>
                <a:lnTo>
                  <a:pt x="683996" y="792478"/>
                </a:lnTo>
                <a:lnTo>
                  <a:pt x="683993" y="71534"/>
                </a:lnTo>
                <a:lnTo>
                  <a:pt x="682878" y="30438"/>
                </a:lnTo>
                <a:lnTo>
                  <a:pt x="653817" y="1146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/>
            <a:endParaRPr sz="600">
              <a:solidFill>
                <a:prstClr val="black"/>
              </a:solidFill>
            </a:endParaRPr>
          </a:p>
        </p:txBody>
      </p:sp>
      <p:sp>
        <p:nvSpPr>
          <p:cNvPr id="1267" name="object 675"/>
          <p:cNvSpPr/>
          <p:nvPr/>
        </p:nvSpPr>
        <p:spPr>
          <a:xfrm>
            <a:off x="5230877" y="6200145"/>
            <a:ext cx="427460" cy="575446"/>
          </a:xfrm>
          <a:custGeom>
            <a:avLst/>
            <a:gdLst/>
            <a:ahLst/>
            <a:cxnLst/>
            <a:rect l="l" t="t" r="r" b="b"/>
            <a:pathLst>
              <a:path w="684529" h="864234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0" y="791997"/>
                </a:lnTo>
                <a:lnTo>
                  <a:pt x="139" y="815719"/>
                </a:lnTo>
                <a:lnTo>
                  <a:pt x="8939" y="854944"/>
                </a:lnTo>
                <a:lnTo>
                  <a:pt x="47909" y="863859"/>
                </a:lnTo>
                <a:lnTo>
                  <a:pt x="612000" y="864006"/>
                </a:lnTo>
                <a:lnTo>
                  <a:pt x="635718" y="863866"/>
                </a:lnTo>
                <a:lnTo>
                  <a:pt x="674936" y="855065"/>
                </a:lnTo>
                <a:lnTo>
                  <a:pt x="683849" y="816088"/>
                </a:lnTo>
                <a:lnTo>
                  <a:pt x="683996" y="71996"/>
                </a:lnTo>
                <a:lnTo>
                  <a:pt x="683856" y="48276"/>
                </a:lnTo>
                <a:lnTo>
                  <a:pt x="675054" y="9057"/>
                </a:lnTo>
                <a:lnTo>
                  <a:pt x="636074" y="147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/>
            <a:endParaRPr sz="600">
              <a:solidFill>
                <a:prstClr val="black"/>
              </a:solidFill>
            </a:endParaRPr>
          </a:p>
        </p:txBody>
      </p:sp>
      <p:sp>
        <p:nvSpPr>
          <p:cNvPr id="1268" name="object 676"/>
          <p:cNvSpPr/>
          <p:nvPr/>
        </p:nvSpPr>
        <p:spPr>
          <a:xfrm>
            <a:off x="5230876" y="3609576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69" name="object 677"/>
          <p:cNvSpPr txBox="1"/>
          <p:nvPr/>
        </p:nvSpPr>
        <p:spPr>
          <a:xfrm>
            <a:off x="5318861" y="3533174"/>
            <a:ext cx="251401" cy="691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B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1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270" name="object 678"/>
          <p:cNvSpPr txBox="1"/>
          <p:nvPr/>
        </p:nvSpPr>
        <p:spPr>
          <a:xfrm>
            <a:off x="5257906" y="3613136"/>
            <a:ext cx="373135" cy="4149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3" dirty="0">
                <a:solidFill>
                  <a:srgbClr val="231F20"/>
                </a:solidFill>
                <a:cs typeface="Calibri"/>
              </a:rPr>
              <a:t>Banking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Supervision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22" dirty="0">
                <a:solidFill>
                  <a:srgbClr val="231F20"/>
                </a:solidFill>
                <a:cs typeface="Calibri"/>
              </a:rPr>
              <a:t>Law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International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Banking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Supervision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1271" name="object 679"/>
          <p:cNvSpPr/>
          <p:nvPr/>
        </p:nvSpPr>
        <p:spPr>
          <a:xfrm>
            <a:off x="5230876" y="4280748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72" name="object 680"/>
          <p:cNvSpPr txBox="1"/>
          <p:nvPr/>
        </p:nvSpPr>
        <p:spPr>
          <a:xfrm>
            <a:off x="5318861" y="4204346"/>
            <a:ext cx="251401" cy="691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B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2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273" name="object 681"/>
          <p:cNvSpPr txBox="1"/>
          <p:nvPr/>
        </p:nvSpPr>
        <p:spPr>
          <a:xfrm>
            <a:off x="5240348" y="4284308"/>
            <a:ext cx="408427" cy="1846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800" b="1" spc="10" dirty="0">
                <a:solidFill>
                  <a:srgbClr val="231F20"/>
                </a:solidFill>
                <a:cs typeface="Calibri"/>
              </a:rPr>
              <a:t>Risk</a:t>
            </a:r>
            <a:r>
              <a:rPr sz="8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800" b="1" spc="10" dirty="0">
                <a:solidFill>
                  <a:srgbClr val="231F20"/>
                </a:solidFill>
                <a:cs typeface="Calibri"/>
              </a:rPr>
              <a:t>Analysis</a:t>
            </a:r>
            <a:endParaRPr sz="8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274" name="object 682"/>
          <p:cNvSpPr/>
          <p:nvPr/>
        </p:nvSpPr>
        <p:spPr>
          <a:xfrm>
            <a:off x="5230876" y="4951919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75" name="object 683"/>
          <p:cNvSpPr txBox="1"/>
          <p:nvPr/>
        </p:nvSpPr>
        <p:spPr>
          <a:xfrm>
            <a:off x="5318861" y="4875516"/>
            <a:ext cx="251401" cy="691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B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3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276" name="object 684"/>
          <p:cNvSpPr txBox="1"/>
          <p:nvPr/>
        </p:nvSpPr>
        <p:spPr>
          <a:xfrm>
            <a:off x="5256563" y="4955478"/>
            <a:ext cx="392213" cy="4847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On-site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Inspections</a:t>
            </a:r>
            <a:r>
              <a:rPr lang="de-DE" sz="600" spc="10" dirty="0">
                <a:solidFill>
                  <a:srgbClr val="231F20"/>
                </a:solidFill>
                <a:cs typeface="Calibri"/>
              </a:rPr>
              <a:t>,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Implementation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of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International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S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tanda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ds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277" name="object 685"/>
          <p:cNvSpPr/>
          <p:nvPr/>
        </p:nvSpPr>
        <p:spPr>
          <a:xfrm>
            <a:off x="5230876" y="5623090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78" name="object 686"/>
          <p:cNvSpPr txBox="1"/>
          <p:nvPr/>
        </p:nvSpPr>
        <p:spPr>
          <a:xfrm>
            <a:off x="5318861" y="5546688"/>
            <a:ext cx="251401" cy="691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B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4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279" name="object 687"/>
          <p:cNvSpPr txBox="1"/>
          <p:nvPr/>
        </p:nvSpPr>
        <p:spPr>
          <a:xfrm>
            <a:off x="5240349" y="5626650"/>
            <a:ext cx="40842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22" dirty="0">
                <a:solidFill>
                  <a:srgbClr val="231F20"/>
                </a:solidFill>
                <a:cs typeface="Calibri"/>
              </a:rPr>
              <a:t>A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ccounting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Supervisory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Databases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280" name="object 688"/>
          <p:cNvSpPr/>
          <p:nvPr/>
        </p:nvSpPr>
        <p:spPr>
          <a:xfrm>
            <a:off x="5230876" y="6294262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81" name="object 689"/>
          <p:cNvSpPr txBox="1"/>
          <p:nvPr/>
        </p:nvSpPr>
        <p:spPr>
          <a:xfrm>
            <a:off x="5318861" y="6217858"/>
            <a:ext cx="251401" cy="691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B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5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282" name="object 690"/>
          <p:cNvSpPr txBox="1"/>
          <p:nvPr/>
        </p:nvSpPr>
        <p:spPr>
          <a:xfrm>
            <a:off x="5240348" y="6297820"/>
            <a:ext cx="408427" cy="4847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3" dirty="0">
                <a:solidFill>
                  <a:srgbClr val="231F20"/>
                </a:solidFill>
                <a:cs typeface="Calibri"/>
              </a:rPr>
              <a:t>Coo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dination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of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National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Inte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- national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Off-Site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Supervision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1283" name="object 696"/>
          <p:cNvSpPr/>
          <p:nvPr/>
        </p:nvSpPr>
        <p:spPr>
          <a:xfrm>
            <a:off x="5185915" y="3803095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84" name="object 697"/>
          <p:cNvSpPr/>
          <p:nvPr/>
        </p:nvSpPr>
        <p:spPr>
          <a:xfrm>
            <a:off x="5185915" y="4474266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85" name="object 698"/>
          <p:cNvSpPr/>
          <p:nvPr/>
        </p:nvSpPr>
        <p:spPr>
          <a:xfrm>
            <a:off x="5185915" y="5145438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86" name="object 699"/>
          <p:cNvSpPr/>
          <p:nvPr/>
        </p:nvSpPr>
        <p:spPr>
          <a:xfrm>
            <a:off x="5185915" y="5816608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87" name="object 700"/>
          <p:cNvSpPr/>
          <p:nvPr/>
        </p:nvSpPr>
        <p:spPr>
          <a:xfrm>
            <a:off x="5185915" y="6487780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88" name="object 701"/>
          <p:cNvSpPr/>
          <p:nvPr/>
        </p:nvSpPr>
        <p:spPr>
          <a:xfrm>
            <a:off x="5230877" y="2835832"/>
            <a:ext cx="427460" cy="575446"/>
          </a:xfrm>
          <a:custGeom>
            <a:avLst/>
            <a:gdLst/>
            <a:ahLst/>
            <a:cxnLst/>
            <a:rect l="l" t="t" r="r" b="b"/>
            <a:pathLst>
              <a:path w="684529" h="864235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2" y="792459"/>
                </a:lnTo>
                <a:lnTo>
                  <a:pt x="1117" y="833555"/>
                </a:lnTo>
                <a:lnTo>
                  <a:pt x="30178" y="862846"/>
                </a:lnTo>
                <a:lnTo>
                  <a:pt x="612000" y="863993"/>
                </a:lnTo>
                <a:lnTo>
                  <a:pt x="635720" y="863853"/>
                </a:lnTo>
                <a:lnTo>
                  <a:pt x="674939" y="855051"/>
                </a:lnTo>
                <a:lnTo>
                  <a:pt x="683849" y="816071"/>
                </a:lnTo>
                <a:lnTo>
                  <a:pt x="683996" y="792459"/>
                </a:lnTo>
                <a:lnTo>
                  <a:pt x="683993" y="71534"/>
                </a:lnTo>
                <a:lnTo>
                  <a:pt x="682878" y="30438"/>
                </a:lnTo>
                <a:lnTo>
                  <a:pt x="653817" y="1146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89" name="object 702"/>
          <p:cNvSpPr/>
          <p:nvPr/>
        </p:nvSpPr>
        <p:spPr>
          <a:xfrm>
            <a:off x="5230877" y="2835832"/>
            <a:ext cx="427460" cy="575446"/>
          </a:xfrm>
          <a:custGeom>
            <a:avLst/>
            <a:gdLst/>
            <a:ahLst/>
            <a:cxnLst/>
            <a:rect l="l" t="t" r="r" b="b"/>
            <a:pathLst>
              <a:path w="684529" h="864235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0" y="791997"/>
                </a:lnTo>
                <a:lnTo>
                  <a:pt x="139" y="815717"/>
                </a:lnTo>
                <a:lnTo>
                  <a:pt x="8941" y="854936"/>
                </a:lnTo>
                <a:lnTo>
                  <a:pt x="47922" y="863846"/>
                </a:lnTo>
                <a:lnTo>
                  <a:pt x="612000" y="863993"/>
                </a:lnTo>
                <a:lnTo>
                  <a:pt x="635720" y="863853"/>
                </a:lnTo>
                <a:lnTo>
                  <a:pt x="674939" y="855051"/>
                </a:lnTo>
                <a:lnTo>
                  <a:pt x="683849" y="816071"/>
                </a:lnTo>
                <a:lnTo>
                  <a:pt x="683996" y="71996"/>
                </a:lnTo>
                <a:lnTo>
                  <a:pt x="683856" y="48276"/>
                </a:lnTo>
                <a:lnTo>
                  <a:pt x="675054" y="9057"/>
                </a:lnTo>
                <a:lnTo>
                  <a:pt x="636074" y="147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90" name="object 703"/>
          <p:cNvSpPr txBox="1"/>
          <p:nvPr/>
        </p:nvSpPr>
        <p:spPr>
          <a:xfrm>
            <a:off x="5257321" y="2853547"/>
            <a:ext cx="374325" cy="4149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3" dirty="0">
                <a:solidFill>
                  <a:srgbClr val="231F20"/>
                </a:solidFill>
                <a:cs typeface="Calibri"/>
              </a:rPr>
              <a:t>S</a:t>
            </a:r>
            <a:r>
              <a:rPr sz="600" dirty="0">
                <a:solidFill>
                  <a:srgbClr val="231F20"/>
                </a:solidFill>
                <a:cs typeface="Calibri"/>
              </a:rPr>
              <a:t>t</a:t>
            </a:r>
            <a:r>
              <a:rPr sz="600" spc="-6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ategic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Office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SSM-Supervision/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JS</a:t>
            </a:r>
            <a:r>
              <a:rPr sz="600" spc="-10" dirty="0">
                <a:solidFill>
                  <a:srgbClr val="231F20"/>
                </a:solidFill>
                <a:cs typeface="Calibri"/>
              </a:rPr>
              <a:t>T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-Coo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dinaton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1291" name="object 705"/>
          <p:cNvSpPr/>
          <p:nvPr/>
        </p:nvSpPr>
        <p:spPr>
          <a:xfrm>
            <a:off x="5185915" y="3123467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92" name="object 288"/>
          <p:cNvSpPr/>
          <p:nvPr/>
        </p:nvSpPr>
        <p:spPr>
          <a:xfrm>
            <a:off x="5185906" y="1452240"/>
            <a:ext cx="472268" cy="0"/>
          </a:xfrm>
          <a:custGeom>
            <a:avLst/>
            <a:gdLst/>
            <a:ahLst/>
            <a:cxnLst/>
            <a:rect l="l" t="t" r="r" b="b"/>
            <a:pathLst>
              <a:path w="756284">
                <a:moveTo>
                  <a:pt x="0" y="0"/>
                </a:moveTo>
                <a:lnTo>
                  <a:pt x="756005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900" b="1">
              <a:solidFill>
                <a:prstClr val="black"/>
              </a:solidFill>
            </a:endParaRPr>
          </a:p>
        </p:txBody>
      </p:sp>
      <p:sp>
        <p:nvSpPr>
          <p:cNvPr id="1293" name="object 328"/>
          <p:cNvSpPr/>
          <p:nvPr/>
        </p:nvSpPr>
        <p:spPr>
          <a:xfrm>
            <a:off x="2937863" y="485916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94" name="object 350"/>
          <p:cNvSpPr txBox="1"/>
          <p:nvPr/>
        </p:nvSpPr>
        <p:spPr>
          <a:xfrm>
            <a:off x="2944581" y="4952616"/>
            <a:ext cx="406048" cy="2810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lang="de-DE" sz="800" b="1" spc="10" dirty="0" smtClean="0">
                <a:solidFill>
                  <a:srgbClr val="231F20"/>
                </a:solidFill>
                <a:cs typeface="Calibri"/>
              </a:rPr>
              <a:t>Research Data </a:t>
            </a:r>
            <a:r>
              <a:rPr lang="de-DE" sz="800" b="1" spc="10" dirty="0" err="1" smtClean="0">
                <a:solidFill>
                  <a:srgbClr val="231F20"/>
                </a:solidFill>
                <a:cs typeface="Calibri"/>
              </a:rPr>
              <a:t>Centre</a:t>
            </a:r>
            <a:endParaRPr sz="8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295" name="object 349"/>
          <p:cNvSpPr txBox="1"/>
          <p:nvPr/>
        </p:nvSpPr>
        <p:spPr>
          <a:xfrm>
            <a:off x="3023522" y="4882180"/>
            <a:ext cx="248228" cy="692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S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lang="de-DE" sz="600" spc="-42" dirty="0" smtClean="0">
                <a:solidFill>
                  <a:srgbClr val="231F20"/>
                </a:solidFill>
                <a:cs typeface="Calibri"/>
              </a:rPr>
              <a:t>0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296" name="object 382"/>
          <p:cNvSpPr/>
          <p:nvPr/>
        </p:nvSpPr>
        <p:spPr>
          <a:xfrm>
            <a:off x="3403600" y="2025649"/>
            <a:ext cx="181449" cy="3111501"/>
          </a:xfrm>
          <a:custGeom>
            <a:avLst/>
            <a:gdLst/>
            <a:ahLst/>
            <a:cxnLst/>
            <a:rect l="l" t="t" r="r" b="b"/>
            <a:pathLst>
              <a:path h="3534409">
                <a:moveTo>
                  <a:pt x="0" y="0"/>
                </a:moveTo>
                <a:lnTo>
                  <a:pt x="0" y="353434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97" name="object 376"/>
          <p:cNvSpPr/>
          <p:nvPr/>
        </p:nvSpPr>
        <p:spPr>
          <a:xfrm>
            <a:off x="3351530" y="5130446"/>
            <a:ext cx="45719" cy="45719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r>
              <a:rPr lang="de-DE" smtClean="0">
                <a:solidFill>
                  <a:prstClr val="black">
                    <a:tint val="75000"/>
                  </a:prstClr>
                </a:solidFill>
              </a:rPr>
              <a:t>EDDI 2015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913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341359" y="543127"/>
            <a:ext cx="1026222" cy="614768"/>
          </a:xfrm>
          <a:custGeom>
            <a:avLst/>
            <a:gdLst/>
            <a:ahLst/>
            <a:cxnLst/>
            <a:rect l="l" t="t" r="r" b="b"/>
            <a:pathLst>
              <a:path w="1643380" h="923289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857643"/>
                </a:lnTo>
                <a:lnTo>
                  <a:pt x="219" y="861812"/>
                </a:lnTo>
                <a:lnTo>
                  <a:pt x="21442" y="908319"/>
                </a:lnTo>
                <a:lnTo>
                  <a:pt x="57741" y="922970"/>
                </a:lnTo>
                <a:lnTo>
                  <a:pt x="1577644" y="923302"/>
                </a:lnTo>
                <a:lnTo>
                  <a:pt x="1581809" y="923082"/>
                </a:lnTo>
                <a:lnTo>
                  <a:pt x="1628308" y="901856"/>
                </a:lnTo>
                <a:lnTo>
                  <a:pt x="1642959" y="865550"/>
                </a:lnTo>
                <a:lnTo>
                  <a:pt x="1643291" y="65646"/>
                </a:lnTo>
                <a:lnTo>
                  <a:pt x="1643075" y="61481"/>
                </a:lnTo>
                <a:lnTo>
                  <a:pt x="1621845" y="14977"/>
                </a:lnTo>
                <a:lnTo>
                  <a:pt x="1585533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algn="ctr" defTabSz="586533"/>
            <a:endParaRPr sz="70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41359" y="543128"/>
            <a:ext cx="1026222" cy="615191"/>
          </a:xfrm>
          <a:custGeom>
            <a:avLst/>
            <a:gdLst/>
            <a:ahLst/>
            <a:cxnLst/>
            <a:rect l="l" t="t" r="r" b="b"/>
            <a:pathLst>
              <a:path w="1643380" h="92392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857643"/>
                </a:lnTo>
                <a:lnTo>
                  <a:pt x="219" y="861812"/>
                </a:lnTo>
                <a:lnTo>
                  <a:pt x="21442" y="908319"/>
                </a:lnTo>
                <a:lnTo>
                  <a:pt x="57741" y="922970"/>
                </a:lnTo>
                <a:lnTo>
                  <a:pt x="1577644" y="923302"/>
                </a:lnTo>
                <a:lnTo>
                  <a:pt x="1581809" y="923082"/>
                </a:lnTo>
                <a:lnTo>
                  <a:pt x="1628308" y="901856"/>
                </a:lnTo>
                <a:lnTo>
                  <a:pt x="1642959" y="865550"/>
                </a:lnTo>
                <a:lnTo>
                  <a:pt x="1643291" y="65646"/>
                </a:lnTo>
                <a:lnTo>
                  <a:pt x="1643075" y="61481"/>
                </a:lnTo>
                <a:lnTo>
                  <a:pt x="1621845" y="14977"/>
                </a:lnTo>
                <a:lnTo>
                  <a:pt x="1585533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algn="ctr" defTabSz="586533"/>
            <a:endParaRPr sz="70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49875" y="543127"/>
            <a:ext cx="1026222" cy="614768"/>
          </a:xfrm>
          <a:custGeom>
            <a:avLst/>
            <a:gdLst/>
            <a:ahLst/>
            <a:cxnLst/>
            <a:rect l="l" t="t" r="r" b="b"/>
            <a:pathLst>
              <a:path w="1643379" h="923289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857643"/>
                </a:lnTo>
                <a:lnTo>
                  <a:pt x="219" y="861812"/>
                </a:lnTo>
                <a:lnTo>
                  <a:pt x="21442" y="908319"/>
                </a:lnTo>
                <a:lnTo>
                  <a:pt x="57741" y="922970"/>
                </a:lnTo>
                <a:lnTo>
                  <a:pt x="1577644" y="923302"/>
                </a:lnTo>
                <a:lnTo>
                  <a:pt x="1581809" y="923082"/>
                </a:lnTo>
                <a:lnTo>
                  <a:pt x="1628308" y="901856"/>
                </a:lnTo>
                <a:lnTo>
                  <a:pt x="1642959" y="865550"/>
                </a:lnTo>
                <a:lnTo>
                  <a:pt x="1643291" y="65646"/>
                </a:lnTo>
                <a:lnTo>
                  <a:pt x="1643075" y="61481"/>
                </a:lnTo>
                <a:lnTo>
                  <a:pt x="1621845" y="14977"/>
                </a:lnTo>
                <a:lnTo>
                  <a:pt x="1585533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algn="ctr" defTabSz="586533"/>
            <a:endParaRPr sz="70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49875" y="543128"/>
            <a:ext cx="1026222" cy="615191"/>
          </a:xfrm>
          <a:custGeom>
            <a:avLst/>
            <a:gdLst/>
            <a:ahLst/>
            <a:cxnLst/>
            <a:rect l="l" t="t" r="r" b="b"/>
            <a:pathLst>
              <a:path w="1643379" h="92392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857643"/>
                </a:lnTo>
                <a:lnTo>
                  <a:pt x="219" y="861812"/>
                </a:lnTo>
                <a:lnTo>
                  <a:pt x="21442" y="908319"/>
                </a:lnTo>
                <a:lnTo>
                  <a:pt x="57741" y="922970"/>
                </a:lnTo>
                <a:lnTo>
                  <a:pt x="1577644" y="923302"/>
                </a:lnTo>
                <a:lnTo>
                  <a:pt x="1581809" y="923082"/>
                </a:lnTo>
                <a:lnTo>
                  <a:pt x="1628308" y="901856"/>
                </a:lnTo>
                <a:lnTo>
                  <a:pt x="1642959" y="865550"/>
                </a:lnTo>
                <a:lnTo>
                  <a:pt x="1643291" y="65646"/>
                </a:lnTo>
                <a:lnTo>
                  <a:pt x="1643075" y="61481"/>
                </a:lnTo>
                <a:lnTo>
                  <a:pt x="1621845" y="14977"/>
                </a:lnTo>
                <a:lnTo>
                  <a:pt x="1585533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algn="ctr" defTabSz="586533"/>
            <a:endParaRPr sz="70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8864" y="58156"/>
            <a:ext cx="0" cy="147984"/>
          </a:xfrm>
          <a:custGeom>
            <a:avLst/>
            <a:gdLst/>
            <a:ahLst/>
            <a:cxnLst/>
            <a:rect l="l" t="t" r="r" b="b"/>
            <a:pathLst>
              <a:path h="222250">
                <a:moveTo>
                  <a:pt x="0" y="0"/>
                </a:moveTo>
                <a:lnTo>
                  <a:pt x="0" y="222250"/>
                </a:lnTo>
              </a:path>
            </a:pathLst>
          </a:custGeom>
          <a:ln w="71996">
            <a:solidFill>
              <a:srgbClr val="0065A4"/>
            </a:solidFill>
          </a:ln>
        </p:spPr>
        <p:txBody>
          <a:bodyPr wrap="square" lIns="0" tIns="0" rIns="0" bIns="0" rtlCol="0"/>
          <a:lstStyle/>
          <a:p>
            <a:pPr defTabSz="586533"/>
            <a:endParaRPr sz="1200">
              <a:solidFill>
                <a:prstClr val="black"/>
              </a:solidFill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8376" y="25442"/>
            <a:ext cx="8460707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46" defTabSz="586533"/>
            <a:r>
              <a:rPr lang="en-US" sz="2000" b="1" spc="55" dirty="0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Dispersed, disintegrated </a:t>
            </a:r>
            <a:r>
              <a:rPr lang="en-US" sz="2000" b="1" spc="55" dirty="0" err="1" smtClean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Microdata</a:t>
            </a:r>
            <a:endParaRPr lang="en-US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2924" y="581206"/>
            <a:ext cx="898291" cy="55399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184921" algn="ctr" defTabSz="586533"/>
            <a:r>
              <a:rPr sz="700" spc="6" dirty="0" smtClean="0">
                <a:solidFill>
                  <a:srgbClr val="231F20"/>
                </a:solidFill>
                <a:cs typeface="Calibri"/>
              </a:rPr>
              <a:t> </a:t>
            </a:r>
            <a:r>
              <a:rPr sz="900" spc="13" dirty="0" smtClean="0">
                <a:solidFill>
                  <a:srgbClr val="231F20"/>
                </a:solidFill>
                <a:cs typeface="Calibri"/>
              </a:rPr>
              <a:t>P</a:t>
            </a:r>
            <a:r>
              <a:rPr sz="900" spc="-3" dirty="0" smtClean="0">
                <a:solidFill>
                  <a:srgbClr val="231F20"/>
                </a:solidFill>
                <a:cs typeface="Calibri"/>
              </a:rPr>
              <a:t>r</a:t>
            </a:r>
            <a:r>
              <a:rPr sz="900" spc="10" dirty="0" smtClean="0">
                <a:solidFill>
                  <a:srgbClr val="231F20"/>
                </a:solidFill>
                <a:cs typeface="Calibri"/>
              </a:rPr>
              <a:t>esident</a:t>
            </a:r>
            <a:endParaRPr lang="de-DE" sz="900" spc="10" dirty="0" smtClean="0">
              <a:solidFill>
                <a:srgbClr val="231F20"/>
              </a:solidFill>
              <a:cs typeface="Calibri"/>
            </a:endParaRPr>
          </a:p>
          <a:p>
            <a:pPr marR="184921" algn="ctr" defTabSz="586533"/>
            <a:r>
              <a:rPr sz="600" spc="-10" dirty="0" smtClean="0">
                <a:solidFill>
                  <a:srgbClr val="231F20"/>
                </a:solidFill>
                <a:cs typeface="Calibri"/>
              </a:rPr>
              <a:t>Member</a:t>
            </a:r>
            <a:r>
              <a:rPr sz="600" spc="19" dirty="0" smtClean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of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0" dirty="0">
                <a:solidFill>
                  <a:srgbClr val="231F20"/>
                </a:solidFill>
                <a:cs typeface="Calibri"/>
              </a:rPr>
              <a:t>the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Governing </a:t>
            </a:r>
            <a:r>
              <a:rPr sz="600" dirty="0">
                <a:solidFill>
                  <a:srgbClr val="231F20"/>
                </a:solidFill>
                <a:cs typeface="Calibri"/>
              </a:rPr>
              <a:t>Council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of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0" dirty="0">
                <a:solidFill>
                  <a:srgbClr val="231F20"/>
                </a:solidFill>
                <a:cs typeface="Calibri"/>
              </a:rPr>
              <a:t>the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ECB</a:t>
            </a:r>
            <a:endParaRPr sz="600" dirty="0">
              <a:solidFill>
                <a:prstClr val="black"/>
              </a:solidFill>
              <a:cs typeface="Calibri"/>
            </a:endParaRPr>
          </a:p>
          <a:p>
            <a:pPr algn="ctr" defTabSz="586533"/>
            <a:r>
              <a:rPr sz="900" spc="16" dirty="0">
                <a:solidFill>
                  <a:srgbClr val="231F20"/>
                </a:solidFill>
                <a:cs typeface="Calibri"/>
              </a:rPr>
              <a:t>Dr</a:t>
            </a:r>
            <a:r>
              <a:rPr sz="900" spc="35" dirty="0">
                <a:solidFill>
                  <a:srgbClr val="231F20"/>
                </a:solidFill>
                <a:cs typeface="Calibri"/>
              </a:rPr>
              <a:t> </a:t>
            </a:r>
            <a:r>
              <a:rPr sz="900" spc="22" dirty="0">
                <a:solidFill>
                  <a:srgbClr val="231F20"/>
                </a:solidFill>
                <a:cs typeface="Calibri"/>
              </a:rPr>
              <a:t>W</a:t>
            </a:r>
            <a:r>
              <a:rPr sz="900" spc="16" dirty="0">
                <a:solidFill>
                  <a:srgbClr val="231F20"/>
                </a:solidFill>
                <a:cs typeface="Calibri"/>
              </a:rPr>
              <a:t>eidmann</a:t>
            </a:r>
            <a:endParaRPr sz="9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78966" y="615229"/>
            <a:ext cx="997131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9917" algn="ctr" defTabSz="586533"/>
            <a:r>
              <a:rPr sz="900" spc="13" dirty="0" smtClean="0">
                <a:solidFill>
                  <a:srgbClr val="231F20"/>
                </a:solidFill>
                <a:cs typeface="Calibri"/>
              </a:rPr>
              <a:t>Deputy</a:t>
            </a:r>
            <a:r>
              <a:rPr sz="900" spc="35" dirty="0" smtClean="0">
                <a:solidFill>
                  <a:srgbClr val="231F20"/>
                </a:solidFill>
                <a:cs typeface="Calibri"/>
              </a:rPr>
              <a:t> </a:t>
            </a:r>
            <a:r>
              <a:rPr sz="900" spc="13" dirty="0">
                <a:solidFill>
                  <a:srgbClr val="231F20"/>
                </a:solidFill>
                <a:cs typeface="Calibri"/>
              </a:rPr>
              <a:t>P</a:t>
            </a:r>
            <a:r>
              <a:rPr sz="9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900" spc="10" dirty="0">
                <a:solidFill>
                  <a:srgbClr val="231F20"/>
                </a:solidFill>
                <a:cs typeface="Calibri"/>
              </a:rPr>
              <a:t>esident</a:t>
            </a:r>
            <a:endParaRPr sz="900" dirty="0">
              <a:solidFill>
                <a:prstClr val="black"/>
              </a:solidFill>
              <a:cs typeface="Calibri"/>
            </a:endParaRPr>
          </a:p>
          <a:p>
            <a:pPr marR="3259" algn="ctr" defTabSz="586533"/>
            <a:r>
              <a:rPr sz="600" spc="-38" dirty="0" smtClean="0">
                <a:solidFill>
                  <a:srgbClr val="231F20"/>
                </a:solidFill>
                <a:cs typeface="Calibri"/>
              </a:rPr>
              <a:t>Pr</a:t>
            </a:r>
            <a:r>
              <a:rPr sz="600" spc="-19" dirty="0" smtClean="0">
                <a:solidFill>
                  <a:srgbClr val="231F20"/>
                </a:solidFill>
                <a:cs typeface="Calibri"/>
              </a:rPr>
              <a:t>esident’</a:t>
            </a:r>
            <a:r>
              <a:rPr sz="600" spc="-6" dirty="0" smtClean="0">
                <a:solidFill>
                  <a:srgbClr val="231F20"/>
                </a:solidFill>
                <a:cs typeface="Calibri"/>
              </a:rPr>
              <a:t>s</a:t>
            </a:r>
            <a:r>
              <a:rPr sz="600" spc="-3" dirty="0" smtClean="0">
                <a:solidFill>
                  <a:srgbClr val="231F20"/>
                </a:solidFill>
                <a:cs typeface="Calibri"/>
              </a:rPr>
              <a:t> </a:t>
            </a:r>
            <a:r>
              <a:rPr sz="600" spc="-19" dirty="0" smtClean="0">
                <a:solidFill>
                  <a:srgbClr val="231F20"/>
                </a:solidFill>
                <a:cs typeface="Calibri"/>
              </a:rPr>
              <a:t>Alternat</a:t>
            </a:r>
            <a:r>
              <a:rPr sz="600" spc="-10" dirty="0" smtClean="0">
                <a:solidFill>
                  <a:srgbClr val="231F20"/>
                </a:solidFill>
                <a:cs typeface="Calibri"/>
              </a:rPr>
              <a:t>e</a:t>
            </a:r>
            <a:r>
              <a:rPr sz="600" spc="-3" dirty="0" smtClean="0">
                <a:solidFill>
                  <a:srgbClr val="231F20"/>
                </a:solidFill>
                <a:cs typeface="Calibri"/>
              </a:rPr>
              <a:t> </a:t>
            </a:r>
            <a:r>
              <a:rPr sz="600" spc="-19" dirty="0" smtClean="0">
                <a:solidFill>
                  <a:srgbClr val="231F20"/>
                </a:solidFill>
                <a:cs typeface="Calibri"/>
              </a:rPr>
              <a:t>i</a:t>
            </a:r>
            <a:r>
              <a:rPr sz="600" spc="-10" dirty="0" smtClean="0">
                <a:solidFill>
                  <a:srgbClr val="231F20"/>
                </a:solidFill>
                <a:cs typeface="Calibri"/>
              </a:rPr>
              <a:t>n</a:t>
            </a:r>
            <a:r>
              <a:rPr sz="600" spc="-3" dirty="0" smtClean="0">
                <a:solidFill>
                  <a:srgbClr val="231F20"/>
                </a:solidFill>
                <a:cs typeface="Calibri"/>
              </a:rPr>
              <a:t> </a:t>
            </a:r>
            <a:r>
              <a:rPr sz="600" spc="-22" dirty="0" smtClean="0">
                <a:solidFill>
                  <a:srgbClr val="231F20"/>
                </a:solidFill>
                <a:cs typeface="Calibri"/>
              </a:rPr>
              <a:t>the</a:t>
            </a:r>
            <a:r>
              <a:rPr sz="600" spc="-19" dirty="0" smtClean="0">
                <a:solidFill>
                  <a:srgbClr val="231F20"/>
                </a:solidFill>
                <a:cs typeface="Calibri"/>
              </a:rPr>
              <a:t> </a:t>
            </a:r>
            <a:r>
              <a:rPr sz="600" spc="-16" dirty="0" smtClean="0">
                <a:solidFill>
                  <a:srgbClr val="231F20"/>
                </a:solidFill>
                <a:cs typeface="Calibri"/>
              </a:rPr>
              <a:t>Governin</a:t>
            </a:r>
            <a:r>
              <a:rPr sz="600" spc="-3" dirty="0" smtClean="0">
                <a:solidFill>
                  <a:srgbClr val="231F20"/>
                </a:solidFill>
                <a:cs typeface="Calibri"/>
              </a:rPr>
              <a:t>g </a:t>
            </a:r>
            <a:r>
              <a:rPr sz="600" spc="-13" dirty="0" smtClean="0">
                <a:solidFill>
                  <a:srgbClr val="231F20"/>
                </a:solidFill>
                <a:cs typeface="Calibri"/>
              </a:rPr>
              <a:t>Counci</a:t>
            </a:r>
            <a:r>
              <a:rPr sz="600" dirty="0" smtClean="0">
                <a:solidFill>
                  <a:srgbClr val="231F20"/>
                </a:solidFill>
                <a:cs typeface="Calibri"/>
              </a:rPr>
              <a:t>l</a:t>
            </a:r>
            <a:r>
              <a:rPr sz="600" spc="-3" dirty="0" smtClean="0">
                <a:solidFill>
                  <a:srgbClr val="231F20"/>
                </a:solidFill>
                <a:cs typeface="Calibri"/>
              </a:rPr>
              <a:t> </a:t>
            </a:r>
            <a:r>
              <a:rPr sz="600" spc="-13" dirty="0" smtClean="0">
                <a:solidFill>
                  <a:srgbClr val="231F20"/>
                </a:solidFill>
                <a:cs typeface="Calibri"/>
              </a:rPr>
              <a:t>o</a:t>
            </a:r>
            <a:r>
              <a:rPr sz="600" dirty="0" smtClean="0">
                <a:solidFill>
                  <a:srgbClr val="231F20"/>
                </a:solidFill>
                <a:cs typeface="Calibri"/>
              </a:rPr>
              <a:t>f</a:t>
            </a:r>
            <a:r>
              <a:rPr sz="600" spc="-3" dirty="0" smtClean="0">
                <a:solidFill>
                  <a:srgbClr val="231F20"/>
                </a:solidFill>
                <a:cs typeface="Calibri"/>
              </a:rPr>
              <a:t> </a:t>
            </a:r>
            <a:r>
              <a:rPr sz="600" spc="-22" dirty="0" smtClean="0">
                <a:solidFill>
                  <a:srgbClr val="231F20"/>
                </a:solidFill>
                <a:cs typeface="Calibri"/>
              </a:rPr>
              <a:t>th</a:t>
            </a:r>
            <a:r>
              <a:rPr sz="600" spc="-10" dirty="0" smtClean="0">
                <a:solidFill>
                  <a:srgbClr val="231F20"/>
                </a:solidFill>
                <a:cs typeface="Calibri"/>
              </a:rPr>
              <a:t>e</a:t>
            </a:r>
            <a:r>
              <a:rPr sz="600" spc="-3" dirty="0" smtClean="0">
                <a:solidFill>
                  <a:srgbClr val="231F20"/>
                </a:solidFill>
                <a:cs typeface="Calibri"/>
              </a:rPr>
              <a:t> </a:t>
            </a:r>
            <a:r>
              <a:rPr sz="600" spc="-13" dirty="0" smtClean="0">
                <a:solidFill>
                  <a:srgbClr val="231F20"/>
                </a:solidFill>
                <a:cs typeface="Calibri"/>
              </a:rPr>
              <a:t>ECB</a:t>
            </a:r>
            <a:endParaRPr sz="600" dirty="0">
              <a:solidFill>
                <a:prstClr val="black"/>
              </a:solidFill>
              <a:cs typeface="Calibri"/>
            </a:endParaRPr>
          </a:p>
          <a:p>
            <a:pPr algn="ctr" defTabSz="586533"/>
            <a:r>
              <a:rPr sz="900" spc="13" dirty="0">
                <a:solidFill>
                  <a:srgbClr val="231F20"/>
                </a:solidFill>
                <a:cs typeface="Calibri"/>
              </a:rPr>
              <a:t>P</a:t>
            </a:r>
            <a:r>
              <a:rPr sz="9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900" spc="22" dirty="0">
                <a:solidFill>
                  <a:srgbClr val="231F20"/>
                </a:solidFill>
                <a:cs typeface="Calibri"/>
              </a:rPr>
              <a:t>of</a:t>
            </a:r>
            <a:r>
              <a:rPr sz="900" spc="35" dirty="0">
                <a:solidFill>
                  <a:srgbClr val="231F20"/>
                </a:solidFill>
                <a:cs typeface="Calibri"/>
              </a:rPr>
              <a:t> </a:t>
            </a:r>
            <a:r>
              <a:rPr sz="900" spc="19" dirty="0">
                <a:solidFill>
                  <a:srgbClr val="231F20"/>
                </a:solidFill>
                <a:cs typeface="Calibri"/>
              </a:rPr>
              <a:t>Buch</a:t>
            </a:r>
            <a:endParaRPr sz="9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0351" y="1358122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5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8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0351" y="1358122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5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9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477386" y="1358122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5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8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477386" y="1358122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5" h="10674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9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456430" y="1358122"/>
            <a:ext cx="468463" cy="710746"/>
          </a:xfrm>
          <a:custGeom>
            <a:avLst/>
            <a:gdLst/>
            <a:ahLst/>
            <a:cxnLst/>
            <a:rect l="l" t="t" r="r" b="b"/>
            <a:pathLst>
              <a:path w="743584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8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456430" y="1358122"/>
            <a:ext cx="468463" cy="710746"/>
          </a:xfrm>
          <a:custGeom>
            <a:avLst/>
            <a:gdLst/>
            <a:ahLst/>
            <a:cxnLst/>
            <a:rect l="l" t="t" r="r" b="b"/>
            <a:pathLst>
              <a:path w="743584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9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22364" y="1358122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5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8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22364" y="1358122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5" h="10674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9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334846" y="1358122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5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8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334846" y="1358122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5" h="10674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9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601409" y="1358122"/>
            <a:ext cx="497755" cy="710746"/>
          </a:xfrm>
          <a:custGeom>
            <a:avLst/>
            <a:gdLst/>
            <a:ahLst/>
            <a:cxnLst/>
            <a:rect l="l" t="t" r="r" b="b"/>
            <a:pathLst>
              <a:path w="743584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8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601409" y="1358122"/>
            <a:ext cx="497755" cy="710746"/>
          </a:xfrm>
          <a:custGeom>
            <a:avLst/>
            <a:gdLst/>
            <a:ahLst/>
            <a:cxnLst/>
            <a:rect l="l" t="t" r="r" b="b"/>
            <a:pathLst>
              <a:path w="743584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9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184376" y="1358122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5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8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184376" y="1358122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5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9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6385" y="1448012"/>
            <a:ext cx="472268" cy="0"/>
          </a:xfrm>
          <a:custGeom>
            <a:avLst/>
            <a:gdLst/>
            <a:ahLst/>
            <a:cxnLst/>
            <a:rect l="l" t="t" r="r" b="b"/>
            <a:pathLst>
              <a:path w="756285">
                <a:moveTo>
                  <a:pt x="0" y="0"/>
                </a:moveTo>
                <a:lnTo>
                  <a:pt x="756005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 b="1">
              <a:solidFill>
                <a:prstClr val="black"/>
              </a:solidFill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38801" y="1371609"/>
            <a:ext cx="307311" cy="807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7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700" b="1" spc="35" dirty="0">
                <a:solidFill>
                  <a:srgbClr val="231F20"/>
                </a:solidFill>
                <a:cs typeface="Calibri"/>
              </a:rPr>
              <a:t>K</a:t>
            </a:r>
            <a:endParaRPr sz="7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0916" y="1451571"/>
            <a:ext cx="363222" cy="31611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900" b="1" spc="10" dirty="0" err="1" smtClean="0">
                <a:solidFill>
                  <a:srgbClr val="231F20"/>
                </a:solidFill>
                <a:cs typeface="Calibri"/>
              </a:rPr>
              <a:t>Communic</a:t>
            </a:r>
            <a:r>
              <a:rPr lang="de-DE" sz="900" b="1" spc="10" dirty="0" smtClean="0">
                <a:solidFill>
                  <a:srgbClr val="231F20"/>
                </a:solidFill>
                <a:cs typeface="Calibri"/>
              </a:rPr>
              <a:t>-</a:t>
            </a:r>
            <a:r>
              <a:rPr sz="900" b="1" spc="10" dirty="0" err="1" smtClean="0">
                <a:solidFill>
                  <a:srgbClr val="231F20"/>
                </a:solidFill>
                <a:cs typeface="Calibri"/>
              </a:rPr>
              <a:t>ations</a:t>
            </a:r>
            <a:endParaRPr sz="9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473418" y="1448012"/>
            <a:ext cx="472268" cy="0"/>
          </a:xfrm>
          <a:custGeom>
            <a:avLst/>
            <a:gdLst/>
            <a:ahLst/>
            <a:cxnLst/>
            <a:rect l="l" t="t" r="r" b="b"/>
            <a:pathLst>
              <a:path w="756285">
                <a:moveTo>
                  <a:pt x="0" y="0"/>
                </a:moveTo>
                <a:lnTo>
                  <a:pt x="756005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 b="1">
              <a:solidFill>
                <a:prstClr val="black"/>
              </a:solidFill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554478" y="1371609"/>
            <a:ext cx="310087" cy="8079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700" b="1" spc="19" dirty="0">
                <a:solidFill>
                  <a:srgbClr val="231F20"/>
                </a:solidFill>
                <a:cs typeface="Calibri"/>
              </a:rPr>
              <a:t> H</a:t>
            </a:r>
            <a:endParaRPr sz="7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496030" y="1451571"/>
            <a:ext cx="270831" cy="1038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900" b="1" spc="16" dirty="0">
                <a:solidFill>
                  <a:srgbClr val="231F20"/>
                </a:solidFill>
                <a:cs typeface="Calibri"/>
              </a:rPr>
              <a:t>C</a:t>
            </a:r>
            <a:r>
              <a:rPr sz="900" b="1" spc="10" dirty="0">
                <a:solidFill>
                  <a:srgbClr val="231F20"/>
                </a:solidFill>
                <a:cs typeface="Calibri"/>
              </a:rPr>
              <a:t>ash</a:t>
            </a:r>
            <a:endParaRPr sz="9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452465" y="1448012"/>
            <a:ext cx="476463" cy="0"/>
          </a:xfrm>
          <a:custGeom>
            <a:avLst/>
            <a:gdLst/>
            <a:ahLst/>
            <a:cxnLst/>
            <a:rect l="l" t="t" r="r" b="b"/>
            <a:pathLst>
              <a:path w="756284">
                <a:moveTo>
                  <a:pt x="0" y="0"/>
                </a:moveTo>
                <a:lnTo>
                  <a:pt x="756005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 b="1">
              <a:solidFill>
                <a:prstClr val="black"/>
              </a:solidFill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528242" y="1371609"/>
            <a:ext cx="323643" cy="8079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7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700" b="1" spc="16" dirty="0">
                <a:solidFill>
                  <a:srgbClr val="231F20"/>
                </a:solidFill>
                <a:cs typeface="Calibri"/>
              </a:rPr>
              <a:t>M</a:t>
            </a:r>
            <a:endParaRPr sz="7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452463" y="1451571"/>
            <a:ext cx="436881" cy="1038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900" b="1" spc="6" dirty="0">
                <a:solidFill>
                  <a:srgbClr val="231F20"/>
                </a:solidFill>
                <a:cs typeface="Calibri"/>
              </a:rPr>
              <a:t>Markets</a:t>
            </a:r>
            <a:endParaRPr sz="9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18397" y="1448012"/>
            <a:ext cx="472268" cy="0"/>
          </a:xfrm>
          <a:custGeom>
            <a:avLst/>
            <a:gdLst/>
            <a:ahLst/>
            <a:cxnLst/>
            <a:rect l="l" t="t" r="r" b="b"/>
            <a:pathLst>
              <a:path w="756285">
                <a:moveTo>
                  <a:pt x="0" y="0"/>
                </a:moveTo>
                <a:lnTo>
                  <a:pt x="756005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 b="1">
              <a:solidFill>
                <a:prstClr val="black"/>
              </a:solidFill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01670" y="1371609"/>
            <a:ext cx="305725" cy="807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7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700" b="1" spc="13" dirty="0">
                <a:solidFill>
                  <a:srgbClr val="231F20"/>
                </a:solidFill>
                <a:cs typeface="Calibri"/>
              </a:rPr>
              <a:t>R</a:t>
            </a:r>
            <a:endParaRPr sz="7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47849" y="1451571"/>
            <a:ext cx="416350" cy="10387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900" b="1" spc="16" dirty="0">
                <a:solidFill>
                  <a:srgbClr val="231F20"/>
                </a:solidFill>
                <a:cs typeface="Calibri"/>
              </a:rPr>
              <a:t>Legal</a:t>
            </a:r>
            <a:endParaRPr sz="9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2330880" y="1448012"/>
            <a:ext cx="472268" cy="0"/>
          </a:xfrm>
          <a:custGeom>
            <a:avLst/>
            <a:gdLst/>
            <a:ahLst/>
            <a:cxnLst/>
            <a:rect l="l" t="t" r="r" b="b"/>
            <a:pathLst>
              <a:path w="756285">
                <a:moveTo>
                  <a:pt x="0" y="0"/>
                </a:moveTo>
                <a:lnTo>
                  <a:pt x="756005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 b="1">
              <a:solidFill>
                <a:prstClr val="black"/>
              </a:solidFill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402970" y="1371609"/>
            <a:ext cx="327931" cy="807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7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700" b="1" spc="10" dirty="0">
                <a:solidFill>
                  <a:srgbClr val="231F20"/>
                </a:solidFill>
                <a:cs typeface="Calibri"/>
              </a:rPr>
              <a:t>Rv</a:t>
            </a:r>
            <a:endParaRPr sz="7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375851" y="1451571"/>
            <a:ext cx="386065" cy="1038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900" b="1" spc="13" dirty="0">
                <a:solidFill>
                  <a:srgbClr val="231F20"/>
                </a:solidFill>
                <a:cs typeface="Calibri"/>
              </a:rPr>
              <a:t>Audit</a:t>
            </a:r>
            <a:endParaRPr sz="9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4597442" y="1448012"/>
            <a:ext cx="506255" cy="0"/>
          </a:xfrm>
          <a:custGeom>
            <a:avLst/>
            <a:gdLst/>
            <a:ahLst/>
            <a:cxnLst/>
            <a:rect l="l" t="t" r="r" b="b"/>
            <a:pathLst>
              <a:path w="756284">
                <a:moveTo>
                  <a:pt x="0" y="0"/>
                </a:moveTo>
                <a:lnTo>
                  <a:pt x="756005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 b="1">
              <a:solidFill>
                <a:prstClr val="black"/>
              </a:solidFill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682142" y="1371609"/>
            <a:ext cx="324752" cy="8079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700" b="1" spc="19" dirty="0">
                <a:solidFill>
                  <a:srgbClr val="231F20"/>
                </a:solidFill>
                <a:cs typeface="Calibri"/>
              </a:rPr>
              <a:t> Z</a:t>
            </a:r>
            <a:endParaRPr sz="7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632385" y="1451571"/>
            <a:ext cx="457200" cy="51937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900" b="1" dirty="0">
                <a:solidFill>
                  <a:srgbClr val="231F20"/>
                </a:solidFill>
                <a:cs typeface="Calibri"/>
              </a:rPr>
              <a:t>P</a:t>
            </a:r>
            <a:r>
              <a:rPr sz="900" b="1" spc="10" dirty="0">
                <a:solidFill>
                  <a:srgbClr val="231F20"/>
                </a:solidFill>
                <a:cs typeface="Calibri"/>
              </a:rPr>
              <a:t>ayments</a:t>
            </a:r>
            <a:r>
              <a:rPr sz="9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900" b="1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900" b="1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900" b="1" spc="6" dirty="0" smtClean="0">
                <a:solidFill>
                  <a:srgbClr val="231F20"/>
                </a:solidFill>
                <a:cs typeface="Calibri"/>
              </a:rPr>
              <a:t>Settle</a:t>
            </a:r>
            <a:r>
              <a:rPr lang="de-DE" sz="900" b="1" spc="6" dirty="0" smtClean="0">
                <a:solidFill>
                  <a:srgbClr val="231F20"/>
                </a:solidFill>
                <a:cs typeface="Calibri"/>
              </a:rPr>
              <a:t>-</a:t>
            </a:r>
            <a:r>
              <a:rPr sz="900" b="1" spc="6" dirty="0" err="1" smtClean="0">
                <a:solidFill>
                  <a:srgbClr val="231F20"/>
                </a:solidFill>
                <a:cs typeface="Calibri"/>
              </a:rPr>
              <a:t>ment</a:t>
            </a:r>
            <a:r>
              <a:rPr sz="900" b="1" spc="19" dirty="0" smtClean="0">
                <a:solidFill>
                  <a:srgbClr val="231F20"/>
                </a:solidFill>
                <a:cs typeface="Calibri"/>
              </a:rPr>
              <a:t> </a:t>
            </a:r>
            <a:r>
              <a:rPr sz="900" b="1" spc="10" dirty="0">
                <a:solidFill>
                  <a:srgbClr val="231F20"/>
                </a:solidFill>
                <a:cs typeface="Calibri"/>
              </a:rPr>
              <a:t>S</a:t>
            </a:r>
            <a:r>
              <a:rPr sz="900" b="1" spc="6" dirty="0">
                <a:solidFill>
                  <a:srgbClr val="231F20"/>
                </a:solidFill>
                <a:cs typeface="Calibri"/>
              </a:rPr>
              <a:t>ystems</a:t>
            </a:r>
            <a:endParaRPr sz="9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180409" y="1448012"/>
            <a:ext cx="472268" cy="0"/>
          </a:xfrm>
          <a:custGeom>
            <a:avLst/>
            <a:gdLst/>
            <a:ahLst/>
            <a:cxnLst/>
            <a:rect l="l" t="t" r="r" b="b"/>
            <a:pathLst>
              <a:path w="756285">
                <a:moveTo>
                  <a:pt x="0" y="0"/>
                </a:moveTo>
                <a:lnTo>
                  <a:pt x="756005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 b="1">
              <a:solidFill>
                <a:prstClr val="black"/>
              </a:solidFill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249980" y="1371609"/>
            <a:ext cx="333086" cy="807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7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700" b="1" spc="3" dirty="0">
                <a:solidFill>
                  <a:srgbClr val="231F20"/>
                </a:solidFill>
                <a:cs typeface="Calibri"/>
              </a:rPr>
              <a:t>V</a:t>
            </a:r>
            <a:r>
              <a:rPr sz="700" b="1" spc="16" dirty="0">
                <a:solidFill>
                  <a:srgbClr val="231F20"/>
                </a:solidFill>
                <a:cs typeface="Calibri"/>
              </a:rPr>
              <a:t>o</a:t>
            </a:r>
            <a:endParaRPr sz="7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203020" y="1451571"/>
            <a:ext cx="445693" cy="21223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900" b="1" spc="10" dirty="0" smtClean="0">
                <a:solidFill>
                  <a:srgbClr val="231F20"/>
                </a:solidFill>
                <a:cs typeface="Calibri"/>
              </a:rPr>
              <a:t>Econ</a:t>
            </a:r>
            <a:r>
              <a:rPr lang="de-DE" sz="900" b="1" spc="10" dirty="0" smtClean="0">
                <a:solidFill>
                  <a:srgbClr val="231F20"/>
                </a:solidFill>
                <a:cs typeface="Calibri"/>
              </a:rPr>
              <a:t>-</a:t>
            </a:r>
            <a:r>
              <a:rPr sz="900" b="1" spc="10" dirty="0" err="1" smtClean="0">
                <a:solidFill>
                  <a:srgbClr val="231F20"/>
                </a:solidFill>
                <a:cs typeface="Calibri"/>
              </a:rPr>
              <a:t>omics</a:t>
            </a:r>
            <a:endParaRPr sz="9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667334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67334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1229346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229346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89874" y="2186603"/>
            <a:ext cx="374325" cy="48415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Office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for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legal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issues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of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banking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supervision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financial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stability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273870" y="2186655"/>
            <a:ext cx="330310" cy="34582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Office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for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C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oss-Sectional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3" dirty="0">
                <a:solidFill>
                  <a:srgbClr val="231F20"/>
                </a:solidFill>
                <a:cs typeface="Calibri"/>
              </a:rPr>
              <a:t>T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asks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Speeches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105321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05321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05313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105313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3522355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3522355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3522355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3522355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3522355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3522355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7501400" y="2173117"/>
            <a:ext cx="423257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7501400" y="2173117"/>
            <a:ext cx="423257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7501400" y="2844288"/>
            <a:ext cx="423257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7501400" y="2844288"/>
            <a:ext cx="423257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7501400" y="3515460"/>
            <a:ext cx="423257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7501400" y="3515460"/>
            <a:ext cx="423257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7501400" y="4186632"/>
            <a:ext cx="423257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7501400" y="4186632"/>
            <a:ext cx="423257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2379815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2379815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4646380" y="2173117"/>
            <a:ext cx="449722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4646380" y="2173117"/>
            <a:ext cx="449722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4646380" y="2844288"/>
            <a:ext cx="449722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4646380" y="2844288"/>
            <a:ext cx="449722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4646380" y="3515460"/>
            <a:ext cx="449722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4646380" y="3515460"/>
            <a:ext cx="449722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4646380" y="4186632"/>
            <a:ext cx="449722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4646380" y="4186632"/>
            <a:ext cx="449722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4646380" y="4857802"/>
            <a:ext cx="449722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2" y="836320"/>
                </a:lnTo>
                <a:lnTo>
                  <a:pt x="57741" y="850974"/>
                </a:lnTo>
                <a:lnTo>
                  <a:pt x="605650" y="851306"/>
                </a:lnTo>
                <a:lnTo>
                  <a:pt x="609814" y="851085"/>
                </a:lnTo>
                <a:lnTo>
                  <a:pt x="656313" y="829854"/>
                </a:lnTo>
                <a:lnTo>
                  <a:pt x="670964" y="793552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4646380" y="4857802"/>
            <a:ext cx="449722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2" y="836320"/>
                </a:lnTo>
                <a:lnTo>
                  <a:pt x="57741" y="850974"/>
                </a:lnTo>
                <a:lnTo>
                  <a:pt x="605650" y="851306"/>
                </a:lnTo>
                <a:lnTo>
                  <a:pt x="609814" y="851085"/>
                </a:lnTo>
                <a:lnTo>
                  <a:pt x="656313" y="829854"/>
                </a:lnTo>
                <a:lnTo>
                  <a:pt x="670964" y="793552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5747914" y="2173117"/>
            <a:ext cx="461073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5747914" y="2173117"/>
            <a:ext cx="461073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2379815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2379815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2379815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2379815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667334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667334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09" name="object 109"/>
          <p:cNvSpPr/>
          <p:nvPr/>
        </p:nvSpPr>
        <p:spPr>
          <a:xfrm>
            <a:off x="667334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667334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667334" y="4186632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2" name="object 112"/>
          <p:cNvSpPr/>
          <p:nvPr/>
        </p:nvSpPr>
        <p:spPr>
          <a:xfrm>
            <a:off x="667334" y="4186632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4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3" name="object 113"/>
          <p:cNvSpPr/>
          <p:nvPr/>
        </p:nvSpPr>
        <p:spPr>
          <a:xfrm>
            <a:off x="1229346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1229346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1229346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1229346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1229346" y="4186632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1229346" y="4186632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19" name="object 119"/>
          <p:cNvSpPr/>
          <p:nvPr/>
        </p:nvSpPr>
        <p:spPr>
          <a:xfrm>
            <a:off x="1229346" y="4857802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2" y="836320"/>
                </a:lnTo>
                <a:lnTo>
                  <a:pt x="57741" y="850974"/>
                </a:lnTo>
                <a:lnTo>
                  <a:pt x="605650" y="851306"/>
                </a:lnTo>
                <a:lnTo>
                  <a:pt x="609814" y="851085"/>
                </a:lnTo>
                <a:lnTo>
                  <a:pt x="656313" y="829854"/>
                </a:lnTo>
                <a:lnTo>
                  <a:pt x="670964" y="793552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1229346" y="4857802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2" y="836320"/>
                </a:lnTo>
                <a:lnTo>
                  <a:pt x="57741" y="850974"/>
                </a:lnTo>
                <a:lnTo>
                  <a:pt x="605650" y="851306"/>
                </a:lnTo>
                <a:lnTo>
                  <a:pt x="609814" y="851085"/>
                </a:lnTo>
                <a:lnTo>
                  <a:pt x="656313" y="829854"/>
                </a:lnTo>
                <a:lnTo>
                  <a:pt x="670964" y="793552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1" name="object 121"/>
          <p:cNvSpPr/>
          <p:nvPr/>
        </p:nvSpPr>
        <p:spPr>
          <a:xfrm>
            <a:off x="1229346" y="5528974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2" name="object 122"/>
          <p:cNvSpPr/>
          <p:nvPr/>
        </p:nvSpPr>
        <p:spPr>
          <a:xfrm>
            <a:off x="1229346" y="5528974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3" name="object 123"/>
          <p:cNvSpPr/>
          <p:nvPr/>
        </p:nvSpPr>
        <p:spPr>
          <a:xfrm>
            <a:off x="101355" y="2934177"/>
            <a:ext cx="42746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188460" y="2857775"/>
            <a:ext cx="252987" cy="691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5" dirty="0">
                <a:solidFill>
                  <a:srgbClr val="231F20"/>
                </a:solidFill>
                <a:cs typeface="Calibri"/>
              </a:rPr>
              <a:t>K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2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143207" y="2937737"/>
            <a:ext cx="343792" cy="2074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External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Communication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126" name="object 126"/>
          <p:cNvSpPr/>
          <p:nvPr/>
        </p:nvSpPr>
        <p:spPr>
          <a:xfrm>
            <a:off x="101346" y="3605348"/>
            <a:ext cx="42746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188451" y="3528947"/>
            <a:ext cx="252987" cy="691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5" dirty="0">
                <a:solidFill>
                  <a:srgbClr val="231F20"/>
                </a:solidFill>
                <a:cs typeface="Calibri"/>
              </a:rPr>
              <a:t>K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3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116313" y="3608909"/>
            <a:ext cx="397324" cy="13832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6" dirty="0">
                <a:solidFill>
                  <a:srgbClr val="231F20"/>
                </a:solidFill>
                <a:cs typeface="Calibri"/>
              </a:rPr>
              <a:t>Language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Services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129" name="object 129"/>
          <p:cNvSpPr/>
          <p:nvPr/>
        </p:nvSpPr>
        <p:spPr>
          <a:xfrm>
            <a:off x="3518388" y="2263005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3604137" y="2186603"/>
            <a:ext cx="255762" cy="692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H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1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3540374" y="2266565"/>
            <a:ext cx="405312" cy="55399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Banknote Development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ocu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ement,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L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ogistics,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Security</a:t>
            </a:r>
            <a:r>
              <a:rPr lang="de-DE" sz="600" spc="6" dirty="0">
                <a:solidFill>
                  <a:srgbClr val="231F20"/>
                </a:solidFill>
                <a:cs typeface="Calibri"/>
              </a:rPr>
              <a:t>,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Gold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S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to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age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32" name="object 132"/>
          <p:cNvSpPr/>
          <p:nvPr/>
        </p:nvSpPr>
        <p:spPr>
          <a:xfrm>
            <a:off x="3518388" y="2934177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3604137" y="2857775"/>
            <a:ext cx="255762" cy="69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H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2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3525290" y="2937737"/>
            <a:ext cx="413582" cy="4149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B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anch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Ope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ations,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IT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Applications and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Automation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135" name="object 135"/>
          <p:cNvSpPr/>
          <p:nvPr/>
        </p:nvSpPr>
        <p:spPr>
          <a:xfrm>
            <a:off x="3518388" y="3605348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3604137" y="3528947"/>
            <a:ext cx="255762" cy="69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H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3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3532665" y="3616835"/>
            <a:ext cx="398910" cy="27665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6" dirty="0">
                <a:solidFill>
                  <a:srgbClr val="231F20"/>
                </a:solidFill>
                <a:cs typeface="Calibri"/>
              </a:rPr>
              <a:t>C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ash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ayment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C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ash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S</a:t>
            </a:r>
            <a:r>
              <a:rPr sz="600" dirty="0">
                <a:solidFill>
                  <a:srgbClr val="231F20"/>
                </a:solidFill>
                <a:cs typeface="Calibri"/>
              </a:rPr>
              <a:t>t</a:t>
            </a:r>
            <a:r>
              <a:rPr sz="600" spc="-6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ategy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38" name="object 138"/>
          <p:cNvSpPr/>
          <p:nvPr/>
        </p:nvSpPr>
        <p:spPr>
          <a:xfrm>
            <a:off x="7497433" y="2263005"/>
            <a:ext cx="431257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7577902" y="2186603"/>
            <a:ext cx="268836" cy="692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M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1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7536549" y="2266565"/>
            <a:ext cx="381458" cy="41549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3" dirty="0">
                <a:solidFill>
                  <a:srgbClr val="231F20"/>
                </a:solidFill>
                <a:cs typeface="Calibri"/>
              </a:rPr>
              <a:t>S</a:t>
            </a:r>
            <a:r>
              <a:rPr sz="600" dirty="0">
                <a:solidFill>
                  <a:srgbClr val="231F20"/>
                </a:solidFill>
                <a:cs typeface="Calibri"/>
              </a:rPr>
              <a:t>t</a:t>
            </a:r>
            <a:r>
              <a:rPr sz="600" spc="-6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ategic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Issues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6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elating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to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Monetary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olicy Ope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ations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41" name="object 141"/>
          <p:cNvSpPr/>
          <p:nvPr/>
        </p:nvSpPr>
        <p:spPr>
          <a:xfrm>
            <a:off x="7497433" y="2934177"/>
            <a:ext cx="431257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7577902" y="2857775"/>
            <a:ext cx="268836" cy="69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M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2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7538168" y="2937737"/>
            <a:ext cx="348847" cy="27665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Market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Analysis and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ortfolios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144" name="object 144"/>
          <p:cNvSpPr/>
          <p:nvPr/>
        </p:nvSpPr>
        <p:spPr>
          <a:xfrm>
            <a:off x="7497433" y="3605348"/>
            <a:ext cx="431257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7577902" y="3528947"/>
            <a:ext cx="268836" cy="69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M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3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7538168" y="3608910"/>
            <a:ext cx="390522" cy="13849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Market Ope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ations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47" name="object 147"/>
          <p:cNvSpPr/>
          <p:nvPr/>
        </p:nvSpPr>
        <p:spPr>
          <a:xfrm>
            <a:off x="7497433" y="4276520"/>
            <a:ext cx="431257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7577902" y="4200117"/>
            <a:ext cx="268836" cy="69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M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4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7507952" y="4280080"/>
            <a:ext cx="420738" cy="41549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Market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Ope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ations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S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ystems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oject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Management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2378194" y="2186657"/>
            <a:ext cx="422702" cy="484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Office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for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olicy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ocedu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al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Issues,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International</a:t>
            </a:r>
            <a:r>
              <a:rPr sz="600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Auditing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3" dirty="0">
                <a:solidFill>
                  <a:srgbClr val="231F20"/>
                </a:solidFill>
                <a:cs typeface="Calibri"/>
              </a:rPr>
              <a:t>T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asks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51" name="object 151"/>
          <p:cNvSpPr/>
          <p:nvPr/>
        </p:nvSpPr>
        <p:spPr>
          <a:xfrm>
            <a:off x="4642412" y="2263005"/>
            <a:ext cx="458223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4731802" y="2186603"/>
            <a:ext cx="266518" cy="692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Z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1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4682144" y="2266565"/>
            <a:ext cx="387729" cy="4149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3" dirty="0">
                <a:solidFill>
                  <a:srgbClr val="231F20"/>
                </a:solidFill>
                <a:cs typeface="Calibri"/>
              </a:rPr>
              <a:t>S</a:t>
            </a:r>
            <a:r>
              <a:rPr sz="600" dirty="0">
                <a:solidFill>
                  <a:srgbClr val="231F20"/>
                </a:solidFill>
                <a:cs typeface="Calibri"/>
              </a:rPr>
              <a:t>t</a:t>
            </a:r>
            <a:r>
              <a:rPr sz="600" spc="-6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ateg</a:t>
            </a:r>
            <a:r>
              <a:rPr sz="600" spc="-26" dirty="0">
                <a:solidFill>
                  <a:srgbClr val="231F20"/>
                </a:solidFill>
                <a:cs typeface="Calibri"/>
              </a:rPr>
              <a:t>y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,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olicy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Oversight;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ayments</a:t>
            </a:r>
            <a:r>
              <a:rPr lang="de-DE" sz="600" spc="10" dirty="0">
                <a:solidFill>
                  <a:srgbClr val="231F20"/>
                </a:solidFill>
                <a:cs typeface="Calibri"/>
              </a:rPr>
              <a:t>,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Securities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Settlement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54" name="object 154"/>
          <p:cNvSpPr/>
          <p:nvPr/>
        </p:nvSpPr>
        <p:spPr>
          <a:xfrm>
            <a:off x="4642412" y="2934177"/>
            <a:ext cx="458223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4731802" y="2857775"/>
            <a:ext cx="266518" cy="69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Z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2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4646380" y="2937737"/>
            <a:ext cx="449548" cy="27699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ayment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22" dirty="0">
                <a:solidFill>
                  <a:srgbClr val="231F20"/>
                </a:solidFill>
                <a:cs typeface="Calibri"/>
              </a:rPr>
              <a:t>A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ccount Management Ope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ations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57" name="object 157"/>
          <p:cNvSpPr/>
          <p:nvPr/>
        </p:nvSpPr>
        <p:spPr>
          <a:xfrm>
            <a:off x="4642412" y="3605348"/>
            <a:ext cx="458223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4731802" y="3528947"/>
            <a:ext cx="266518" cy="69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Z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3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4670418" y="3608908"/>
            <a:ext cx="397863" cy="48776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63948" defTabSz="586533">
              <a:lnSpc>
                <a:spcPct val="75000"/>
              </a:lnSpc>
            </a:pPr>
            <a:r>
              <a:rPr sz="600" spc="-3" dirty="0">
                <a:solidFill>
                  <a:srgbClr val="231F20"/>
                </a:solidFill>
                <a:cs typeface="Calibri"/>
              </a:rPr>
              <a:t>T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ARGET2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6" dirty="0">
                <a:solidFill>
                  <a:srgbClr val="231F20"/>
                </a:solidFill>
                <a:cs typeface="Calibri"/>
              </a:rPr>
              <a:t>&amp;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3" dirty="0" smtClean="0">
                <a:solidFill>
                  <a:srgbClr val="231F20"/>
                </a:solidFill>
                <a:cs typeface="Calibri"/>
              </a:rPr>
              <a:t>T</a:t>
            </a:r>
            <a:r>
              <a:rPr sz="600" spc="16" dirty="0" smtClean="0">
                <a:solidFill>
                  <a:srgbClr val="231F20"/>
                </a:solidFill>
                <a:cs typeface="Calibri"/>
              </a:rPr>
              <a:t>ARGET2</a:t>
            </a:r>
            <a:endParaRPr sz="600" dirty="0">
              <a:solidFill>
                <a:prstClr val="black"/>
              </a:solidFill>
              <a:cs typeface="Calibri"/>
            </a:endParaRPr>
          </a:p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Securities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Service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Management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60" name="object 160"/>
          <p:cNvSpPr/>
          <p:nvPr/>
        </p:nvSpPr>
        <p:spPr>
          <a:xfrm>
            <a:off x="4642412" y="4276520"/>
            <a:ext cx="458223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4731802" y="4200117"/>
            <a:ext cx="266518" cy="69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Z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4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4646008" y="4280080"/>
            <a:ext cx="450572" cy="34582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IT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ojects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ayments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Settlement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S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ystems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163" name="object 163"/>
          <p:cNvSpPr/>
          <p:nvPr/>
        </p:nvSpPr>
        <p:spPr>
          <a:xfrm>
            <a:off x="4642412" y="4947691"/>
            <a:ext cx="458223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4731802" y="4871288"/>
            <a:ext cx="266518" cy="69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Z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5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4689833" y="4951250"/>
            <a:ext cx="356207" cy="4149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Securities Settlement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Collate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al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 Management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166" name="object 166"/>
          <p:cNvSpPr/>
          <p:nvPr/>
        </p:nvSpPr>
        <p:spPr>
          <a:xfrm>
            <a:off x="5743948" y="2263005"/>
            <a:ext cx="469788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5821037" y="2186603"/>
            <a:ext cx="300264" cy="692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Rc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1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5824651" y="2266565"/>
            <a:ext cx="292419" cy="138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Risk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Cont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ol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169" name="object 169"/>
          <p:cNvSpPr/>
          <p:nvPr/>
        </p:nvSpPr>
        <p:spPr>
          <a:xfrm>
            <a:off x="2375849" y="2934177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2452629" y="2857775"/>
            <a:ext cx="273606" cy="691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Rv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1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2401266" y="2942222"/>
            <a:ext cx="376704" cy="2074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-13" dirty="0">
                <a:solidFill>
                  <a:srgbClr val="231F20"/>
                </a:solidFill>
                <a:cs typeface="Calibri"/>
              </a:rPr>
              <a:t>Audits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6" dirty="0">
                <a:solidFill>
                  <a:srgbClr val="231F20"/>
                </a:solidFill>
                <a:cs typeface="Calibri"/>
              </a:rPr>
              <a:t>of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3" dirty="0">
                <a:solidFill>
                  <a:srgbClr val="231F20"/>
                </a:solidFill>
                <a:cs typeface="Calibri"/>
              </a:rPr>
              <a:t>Cash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22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-16" dirty="0">
                <a:solidFill>
                  <a:srgbClr val="231F20"/>
                </a:solidFill>
                <a:cs typeface="Calibri"/>
              </a:rPr>
              <a:t>elated</a:t>
            </a:r>
            <a:r>
              <a:rPr sz="600" spc="-10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22" dirty="0">
                <a:solidFill>
                  <a:srgbClr val="231F20"/>
                </a:solidFill>
                <a:cs typeface="Calibri"/>
              </a:rPr>
              <a:t>Ope</a:t>
            </a:r>
            <a:r>
              <a:rPr sz="600" spc="-19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-13" dirty="0">
                <a:solidFill>
                  <a:srgbClr val="231F20"/>
                </a:solidFill>
                <a:cs typeface="Calibri"/>
              </a:rPr>
              <a:t>ations,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72" name="object 172"/>
          <p:cNvSpPr/>
          <p:nvPr/>
        </p:nvSpPr>
        <p:spPr>
          <a:xfrm>
            <a:off x="2375849" y="3605348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2452629" y="3528947"/>
            <a:ext cx="273606" cy="691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Rv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2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74" name="object 174"/>
          <p:cNvSpPr/>
          <p:nvPr/>
        </p:nvSpPr>
        <p:spPr>
          <a:xfrm>
            <a:off x="663367" y="2934177"/>
            <a:ext cx="42746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75" name="object 175"/>
          <p:cNvSpPr/>
          <p:nvPr/>
        </p:nvSpPr>
        <p:spPr>
          <a:xfrm>
            <a:off x="663367" y="3605348"/>
            <a:ext cx="42746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76" name="object 176"/>
          <p:cNvSpPr/>
          <p:nvPr/>
        </p:nvSpPr>
        <p:spPr>
          <a:xfrm>
            <a:off x="663367" y="4276520"/>
            <a:ext cx="42746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77" name="object 177"/>
          <p:cNvSpPr/>
          <p:nvPr/>
        </p:nvSpPr>
        <p:spPr>
          <a:xfrm>
            <a:off x="1225379" y="2934177"/>
            <a:ext cx="42746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78" name="object 178"/>
          <p:cNvSpPr/>
          <p:nvPr/>
        </p:nvSpPr>
        <p:spPr>
          <a:xfrm>
            <a:off x="1225379" y="3605348"/>
            <a:ext cx="42746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79" name="object 179"/>
          <p:cNvSpPr/>
          <p:nvPr/>
        </p:nvSpPr>
        <p:spPr>
          <a:xfrm>
            <a:off x="1225379" y="4276520"/>
            <a:ext cx="42746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80" name="object 180"/>
          <p:cNvSpPr/>
          <p:nvPr/>
        </p:nvSpPr>
        <p:spPr>
          <a:xfrm>
            <a:off x="1225379" y="4947691"/>
            <a:ext cx="42746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81" name="object 181"/>
          <p:cNvSpPr/>
          <p:nvPr/>
        </p:nvSpPr>
        <p:spPr>
          <a:xfrm>
            <a:off x="1225379" y="5618862"/>
            <a:ext cx="42746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2401267" y="3609166"/>
            <a:ext cx="402978" cy="4149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3" dirty="0">
                <a:solidFill>
                  <a:srgbClr val="231F20"/>
                </a:solidFill>
                <a:cs typeface="Calibri"/>
              </a:rPr>
              <a:t>Audits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of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Banking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Ope-</a:t>
            </a:r>
            <a:r>
              <a:rPr sz="600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3" dirty="0">
                <a:solidFill>
                  <a:srgbClr val="231F20"/>
                </a:solidFill>
                <a:cs typeface="Calibri"/>
              </a:rPr>
              <a:t>r</a:t>
            </a:r>
            <a:r>
              <a:rPr sz="600" dirty="0">
                <a:solidFill>
                  <a:srgbClr val="231F20"/>
                </a:solidFill>
                <a:cs typeface="Calibri"/>
              </a:rPr>
              <a:t>ations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(excluding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C</a:t>
            </a:r>
            <a:r>
              <a:rPr sz="600" dirty="0">
                <a:solidFill>
                  <a:srgbClr val="231F20"/>
                </a:solidFill>
                <a:cs typeface="Calibri"/>
              </a:rPr>
              <a:t>ash Ope</a:t>
            </a:r>
            <a:r>
              <a:rPr sz="600" spc="-6" dirty="0">
                <a:solidFill>
                  <a:srgbClr val="231F20"/>
                </a:solidFill>
                <a:cs typeface="Calibri"/>
              </a:rPr>
              <a:t>r</a:t>
            </a:r>
            <a:r>
              <a:rPr sz="600" dirty="0">
                <a:solidFill>
                  <a:srgbClr val="231F20"/>
                </a:solidFill>
                <a:cs typeface="Calibri"/>
              </a:rPr>
              <a:t>ations)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751328" y="2857775"/>
            <a:ext cx="251401" cy="691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1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84" name="object 184"/>
          <p:cNvSpPr txBox="1"/>
          <p:nvPr/>
        </p:nvSpPr>
        <p:spPr>
          <a:xfrm>
            <a:off x="689875" y="2937737"/>
            <a:ext cx="378709" cy="13832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National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22" dirty="0">
                <a:solidFill>
                  <a:srgbClr val="231F20"/>
                </a:solidFill>
                <a:cs typeface="Calibri"/>
              </a:rPr>
              <a:t>Law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85" name="object 185"/>
          <p:cNvSpPr txBox="1"/>
          <p:nvPr/>
        </p:nvSpPr>
        <p:spPr>
          <a:xfrm>
            <a:off x="751328" y="3528947"/>
            <a:ext cx="251401" cy="691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2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86" name="object 186"/>
          <p:cNvSpPr txBox="1"/>
          <p:nvPr/>
        </p:nvSpPr>
        <p:spPr>
          <a:xfrm>
            <a:off x="693181" y="3608909"/>
            <a:ext cx="381066" cy="2074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EU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International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22" dirty="0">
                <a:solidFill>
                  <a:srgbClr val="231F20"/>
                </a:solidFill>
                <a:cs typeface="Calibri"/>
              </a:rPr>
              <a:t>Law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87" name="object 187"/>
          <p:cNvSpPr txBox="1"/>
          <p:nvPr/>
        </p:nvSpPr>
        <p:spPr>
          <a:xfrm>
            <a:off x="751328" y="4200117"/>
            <a:ext cx="251401" cy="691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3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88" name="object 188"/>
          <p:cNvSpPr txBox="1"/>
          <p:nvPr/>
        </p:nvSpPr>
        <p:spPr>
          <a:xfrm>
            <a:off x="689875" y="4280080"/>
            <a:ext cx="396827" cy="1425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Financial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22" dirty="0">
                <a:solidFill>
                  <a:srgbClr val="231F20"/>
                </a:solidFill>
                <a:cs typeface="Calibri"/>
              </a:rPr>
              <a:t>Law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1299640" y="2857775"/>
            <a:ext cx="278761" cy="691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V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o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1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1264474" y="2937737"/>
            <a:ext cx="349344" cy="2074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Monetary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olicy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Analysis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91" name="object 191"/>
          <p:cNvSpPr txBox="1"/>
          <p:nvPr/>
        </p:nvSpPr>
        <p:spPr>
          <a:xfrm>
            <a:off x="1299640" y="3528947"/>
            <a:ext cx="278761" cy="691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V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o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2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92" name="object 192"/>
          <p:cNvSpPr txBox="1"/>
          <p:nvPr/>
        </p:nvSpPr>
        <p:spPr>
          <a:xfrm>
            <a:off x="1273469" y="3608909"/>
            <a:ext cx="331103" cy="13832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Public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Finances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193" name="object 193"/>
          <p:cNvSpPr txBox="1"/>
          <p:nvPr/>
        </p:nvSpPr>
        <p:spPr>
          <a:xfrm>
            <a:off x="1299640" y="4200117"/>
            <a:ext cx="278761" cy="691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V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o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3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94" name="object 194"/>
          <p:cNvSpPr txBox="1"/>
          <p:nvPr/>
        </p:nvSpPr>
        <p:spPr>
          <a:xfrm>
            <a:off x="1264950" y="4280080"/>
            <a:ext cx="348154" cy="41549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Mac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oeconomic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Analysis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ojections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195" name="object 195"/>
          <p:cNvSpPr txBox="1"/>
          <p:nvPr/>
        </p:nvSpPr>
        <p:spPr>
          <a:xfrm>
            <a:off x="1299640" y="4871288"/>
            <a:ext cx="278761" cy="691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V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o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4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96" name="object 196"/>
          <p:cNvSpPr txBox="1"/>
          <p:nvPr/>
        </p:nvSpPr>
        <p:spPr>
          <a:xfrm>
            <a:off x="1256244" y="4951250"/>
            <a:ext cx="365601" cy="48415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Balance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of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ayments,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Exchange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Rates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C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apital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Markets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Analysis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197" name="object 197"/>
          <p:cNvSpPr txBox="1"/>
          <p:nvPr/>
        </p:nvSpPr>
        <p:spPr>
          <a:xfrm>
            <a:off x="1295928" y="5542460"/>
            <a:ext cx="286295" cy="691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V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o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5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98" name="object 198"/>
          <p:cNvSpPr txBox="1"/>
          <p:nvPr/>
        </p:nvSpPr>
        <p:spPr>
          <a:xfrm>
            <a:off x="1252390" y="5622423"/>
            <a:ext cx="373135" cy="2074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International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Eu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o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-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A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ea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199" name="object 199"/>
          <p:cNvSpPr txBox="1"/>
          <p:nvPr/>
        </p:nvSpPr>
        <p:spPr>
          <a:xfrm>
            <a:off x="1249980" y="5822225"/>
            <a:ext cx="348154" cy="2074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Mac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oeconomic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Analysis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225" name="object 225"/>
          <p:cNvSpPr/>
          <p:nvPr/>
        </p:nvSpPr>
        <p:spPr>
          <a:xfrm>
            <a:off x="56394" y="2452306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26" name="object 226"/>
          <p:cNvSpPr/>
          <p:nvPr/>
        </p:nvSpPr>
        <p:spPr>
          <a:xfrm>
            <a:off x="618407" y="2452306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27" name="object 227"/>
          <p:cNvSpPr/>
          <p:nvPr/>
        </p:nvSpPr>
        <p:spPr>
          <a:xfrm>
            <a:off x="528484" y="4362181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28" name="object 228"/>
          <p:cNvSpPr/>
          <p:nvPr/>
        </p:nvSpPr>
        <p:spPr>
          <a:xfrm>
            <a:off x="1180419" y="2452306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29" name="object 229"/>
          <p:cNvSpPr/>
          <p:nvPr/>
        </p:nvSpPr>
        <p:spPr>
          <a:xfrm>
            <a:off x="56394" y="3127704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30" name="object 230"/>
          <p:cNvSpPr/>
          <p:nvPr/>
        </p:nvSpPr>
        <p:spPr>
          <a:xfrm>
            <a:off x="56386" y="3798876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31" name="object 231"/>
          <p:cNvSpPr/>
          <p:nvPr/>
        </p:nvSpPr>
        <p:spPr>
          <a:xfrm>
            <a:off x="3473428" y="2456534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32" name="object 232"/>
          <p:cNvSpPr/>
          <p:nvPr/>
        </p:nvSpPr>
        <p:spPr>
          <a:xfrm>
            <a:off x="3473428" y="3127704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33" name="object 233"/>
          <p:cNvSpPr/>
          <p:nvPr/>
        </p:nvSpPr>
        <p:spPr>
          <a:xfrm>
            <a:off x="3473428" y="3798876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34" name="object 234"/>
          <p:cNvSpPr/>
          <p:nvPr/>
        </p:nvSpPr>
        <p:spPr>
          <a:xfrm>
            <a:off x="7452473" y="2456534"/>
            <a:ext cx="45719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35" name="object 235"/>
          <p:cNvSpPr/>
          <p:nvPr/>
        </p:nvSpPr>
        <p:spPr>
          <a:xfrm>
            <a:off x="2330889" y="2456534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36" name="object 236"/>
          <p:cNvSpPr/>
          <p:nvPr/>
        </p:nvSpPr>
        <p:spPr>
          <a:xfrm>
            <a:off x="4597452" y="2456534"/>
            <a:ext cx="48458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37" name="object 237"/>
          <p:cNvSpPr/>
          <p:nvPr/>
        </p:nvSpPr>
        <p:spPr>
          <a:xfrm>
            <a:off x="4597452" y="3127704"/>
            <a:ext cx="48458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38" name="object 238"/>
          <p:cNvSpPr/>
          <p:nvPr/>
        </p:nvSpPr>
        <p:spPr>
          <a:xfrm>
            <a:off x="4597452" y="3798876"/>
            <a:ext cx="48458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39" name="object 239"/>
          <p:cNvSpPr/>
          <p:nvPr/>
        </p:nvSpPr>
        <p:spPr>
          <a:xfrm>
            <a:off x="4597452" y="4470047"/>
            <a:ext cx="48458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40" name="object 240"/>
          <p:cNvSpPr/>
          <p:nvPr/>
        </p:nvSpPr>
        <p:spPr>
          <a:xfrm>
            <a:off x="4597452" y="5141219"/>
            <a:ext cx="48458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41" name="object 241"/>
          <p:cNvSpPr/>
          <p:nvPr/>
        </p:nvSpPr>
        <p:spPr>
          <a:xfrm>
            <a:off x="7452473" y="3127704"/>
            <a:ext cx="45719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42" name="object 242"/>
          <p:cNvSpPr/>
          <p:nvPr/>
        </p:nvSpPr>
        <p:spPr>
          <a:xfrm>
            <a:off x="2330889" y="3127704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43" name="object 243"/>
          <p:cNvSpPr/>
          <p:nvPr/>
        </p:nvSpPr>
        <p:spPr>
          <a:xfrm>
            <a:off x="7452473" y="3798876"/>
            <a:ext cx="45719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44" name="object 244"/>
          <p:cNvSpPr/>
          <p:nvPr/>
        </p:nvSpPr>
        <p:spPr>
          <a:xfrm>
            <a:off x="2330889" y="3798876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45" name="object 245"/>
          <p:cNvSpPr/>
          <p:nvPr/>
        </p:nvSpPr>
        <p:spPr>
          <a:xfrm>
            <a:off x="7452473" y="4470047"/>
            <a:ext cx="45719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46" name="object 246"/>
          <p:cNvSpPr/>
          <p:nvPr/>
        </p:nvSpPr>
        <p:spPr>
          <a:xfrm>
            <a:off x="618406" y="3127704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47" name="object 247"/>
          <p:cNvSpPr/>
          <p:nvPr/>
        </p:nvSpPr>
        <p:spPr>
          <a:xfrm>
            <a:off x="528484" y="4817618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48" name="object 248"/>
          <p:cNvSpPr/>
          <p:nvPr/>
        </p:nvSpPr>
        <p:spPr>
          <a:xfrm>
            <a:off x="528484" y="5273056"/>
            <a:ext cx="114597" cy="0"/>
          </a:xfrm>
          <a:custGeom>
            <a:avLst/>
            <a:gdLst/>
            <a:ahLst/>
            <a:cxnLst/>
            <a:rect l="l" t="t" r="r" b="b"/>
            <a:pathLst>
              <a:path w="183515">
                <a:moveTo>
                  <a:pt x="0" y="0"/>
                </a:moveTo>
                <a:lnTo>
                  <a:pt x="183159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49" name="object 249"/>
          <p:cNvSpPr/>
          <p:nvPr/>
        </p:nvSpPr>
        <p:spPr>
          <a:xfrm>
            <a:off x="2281954" y="5249086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50" name="object 250"/>
          <p:cNvSpPr/>
          <p:nvPr/>
        </p:nvSpPr>
        <p:spPr>
          <a:xfrm>
            <a:off x="4507531" y="5249086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51" name="object 251"/>
          <p:cNvSpPr/>
          <p:nvPr/>
        </p:nvSpPr>
        <p:spPr>
          <a:xfrm>
            <a:off x="6800540" y="5249086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52" name="object 252"/>
          <p:cNvSpPr/>
          <p:nvPr/>
        </p:nvSpPr>
        <p:spPr>
          <a:xfrm>
            <a:off x="618406" y="3798876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53" name="object 253"/>
          <p:cNvSpPr/>
          <p:nvPr/>
        </p:nvSpPr>
        <p:spPr>
          <a:xfrm>
            <a:off x="618406" y="4470047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54" name="object 254"/>
          <p:cNvSpPr/>
          <p:nvPr/>
        </p:nvSpPr>
        <p:spPr>
          <a:xfrm>
            <a:off x="1180419" y="3127704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55" name="object 255"/>
          <p:cNvSpPr/>
          <p:nvPr/>
        </p:nvSpPr>
        <p:spPr>
          <a:xfrm>
            <a:off x="1180419" y="3798876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56" name="object 256"/>
          <p:cNvSpPr/>
          <p:nvPr/>
        </p:nvSpPr>
        <p:spPr>
          <a:xfrm>
            <a:off x="1180419" y="4470047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57" name="object 257"/>
          <p:cNvSpPr/>
          <p:nvPr/>
        </p:nvSpPr>
        <p:spPr>
          <a:xfrm>
            <a:off x="1180419" y="5141219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58" name="object 258"/>
          <p:cNvSpPr/>
          <p:nvPr/>
        </p:nvSpPr>
        <p:spPr>
          <a:xfrm>
            <a:off x="1180419" y="5812391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59" name="object 259"/>
          <p:cNvSpPr/>
          <p:nvPr/>
        </p:nvSpPr>
        <p:spPr>
          <a:xfrm>
            <a:off x="292430" y="1258013"/>
            <a:ext cx="0" cy="95978"/>
          </a:xfrm>
          <a:custGeom>
            <a:avLst/>
            <a:gdLst/>
            <a:ahLst/>
            <a:cxnLst/>
            <a:rect l="l" t="t" r="r" b="b"/>
            <a:pathLst>
              <a:path h="144144">
                <a:moveTo>
                  <a:pt x="0" y="0"/>
                </a:moveTo>
                <a:lnTo>
                  <a:pt x="0" y="144005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60" name="object 260"/>
          <p:cNvSpPr/>
          <p:nvPr/>
        </p:nvSpPr>
        <p:spPr>
          <a:xfrm>
            <a:off x="2004912" y="1258013"/>
            <a:ext cx="0" cy="95978"/>
          </a:xfrm>
          <a:custGeom>
            <a:avLst/>
            <a:gdLst/>
            <a:ahLst/>
            <a:cxnLst/>
            <a:rect l="l" t="t" r="r" b="b"/>
            <a:pathLst>
              <a:path h="144144">
                <a:moveTo>
                  <a:pt x="0" y="0"/>
                </a:moveTo>
                <a:lnTo>
                  <a:pt x="0" y="144005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61" name="object 261"/>
          <p:cNvSpPr/>
          <p:nvPr/>
        </p:nvSpPr>
        <p:spPr>
          <a:xfrm>
            <a:off x="3709464" y="1258013"/>
            <a:ext cx="0" cy="95978"/>
          </a:xfrm>
          <a:custGeom>
            <a:avLst/>
            <a:gdLst/>
            <a:ahLst/>
            <a:cxnLst/>
            <a:rect l="l" t="t" r="r" b="b"/>
            <a:pathLst>
              <a:path h="144144">
                <a:moveTo>
                  <a:pt x="0" y="0"/>
                </a:moveTo>
                <a:lnTo>
                  <a:pt x="0" y="144005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62" name="object 262"/>
          <p:cNvSpPr/>
          <p:nvPr/>
        </p:nvSpPr>
        <p:spPr>
          <a:xfrm>
            <a:off x="5417981" y="1258013"/>
            <a:ext cx="0" cy="95978"/>
          </a:xfrm>
          <a:custGeom>
            <a:avLst/>
            <a:gdLst/>
            <a:ahLst/>
            <a:cxnLst/>
            <a:rect l="l" t="t" r="r" b="b"/>
            <a:pathLst>
              <a:path h="144144">
                <a:moveTo>
                  <a:pt x="0" y="0"/>
                </a:moveTo>
                <a:lnTo>
                  <a:pt x="0" y="144005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63" name="object 263"/>
          <p:cNvSpPr/>
          <p:nvPr/>
        </p:nvSpPr>
        <p:spPr>
          <a:xfrm>
            <a:off x="7126497" y="1258013"/>
            <a:ext cx="0" cy="95978"/>
          </a:xfrm>
          <a:custGeom>
            <a:avLst/>
            <a:gdLst/>
            <a:ahLst/>
            <a:cxnLst/>
            <a:rect l="l" t="t" r="r" b="b"/>
            <a:pathLst>
              <a:path h="144144">
                <a:moveTo>
                  <a:pt x="0" y="0"/>
                </a:moveTo>
                <a:lnTo>
                  <a:pt x="0" y="144005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64" name="object 264"/>
          <p:cNvSpPr/>
          <p:nvPr/>
        </p:nvSpPr>
        <p:spPr>
          <a:xfrm>
            <a:off x="854442" y="1162132"/>
            <a:ext cx="0" cy="191956"/>
          </a:xfrm>
          <a:custGeom>
            <a:avLst/>
            <a:gdLst/>
            <a:ahLst/>
            <a:cxnLst/>
            <a:rect l="l" t="t" r="r" b="b"/>
            <a:pathLst>
              <a:path h="288289">
                <a:moveTo>
                  <a:pt x="0" y="0"/>
                </a:moveTo>
                <a:lnTo>
                  <a:pt x="0" y="287997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/>
            <a:endParaRPr sz="1200">
              <a:solidFill>
                <a:prstClr val="black"/>
              </a:solidFill>
            </a:endParaRPr>
          </a:p>
        </p:txBody>
      </p:sp>
      <p:sp>
        <p:nvSpPr>
          <p:cNvPr id="265" name="object 265"/>
          <p:cNvSpPr/>
          <p:nvPr/>
        </p:nvSpPr>
        <p:spPr>
          <a:xfrm>
            <a:off x="2566924" y="1162132"/>
            <a:ext cx="0" cy="191956"/>
          </a:xfrm>
          <a:custGeom>
            <a:avLst/>
            <a:gdLst/>
            <a:ahLst/>
            <a:cxnLst/>
            <a:rect l="l" t="t" r="r" b="b"/>
            <a:pathLst>
              <a:path h="288289">
                <a:moveTo>
                  <a:pt x="0" y="0"/>
                </a:moveTo>
                <a:lnTo>
                  <a:pt x="0" y="287997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/>
            <a:endParaRPr sz="1200">
              <a:solidFill>
                <a:prstClr val="black"/>
              </a:solidFill>
            </a:endParaRPr>
          </a:p>
        </p:txBody>
      </p:sp>
      <p:sp>
        <p:nvSpPr>
          <p:cNvPr id="266" name="object 266"/>
          <p:cNvSpPr/>
          <p:nvPr/>
        </p:nvSpPr>
        <p:spPr>
          <a:xfrm>
            <a:off x="3132916" y="1253785"/>
            <a:ext cx="0" cy="100206"/>
          </a:xfrm>
          <a:custGeom>
            <a:avLst/>
            <a:gdLst/>
            <a:ahLst/>
            <a:cxnLst/>
            <a:rect l="l" t="t" r="r" b="b"/>
            <a:pathLst>
              <a:path h="150494">
                <a:moveTo>
                  <a:pt x="0" y="0"/>
                </a:moveTo>
                <a:lnTo>
                  <a:pt x="0" y="150355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67" name="object 267"/>
          <p:cNvSpPr/>
          <p:nvPr/>
        </p:nvSpPr>
        <p:spPr>
          <a:xfrm>
            <a:off x="4833488" y="1253785"/>
            <a:ext cx="0" cy="100206"/>
          </a:xfrm>
          <a:custGeom>
            <a:avLst/>
            <a:gdLst/>
            <a:ahLst/>
            <a:cxnLst/>
            <a:rect l="l" t="t" r="r" b="b"/>
            <a:pathLst>
              <a:path h="150494">
                <a:moveTo>
                  <a:pt x="0" y="0"/>
                </a:moveTo>
                <a:lnTo>
                  <a:pt x="0" y="150355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68" name="object 268"/>
          <p:cNvSpPr/>
          <p:nvPr/>
        </p:nvSpPr>
        <p:spPr>
          <a:xfrm>
            <a:off x="5950237" y="1253786"/>
            <a:ext cx="0" cy="915387"/>
          </a:xfrm>
          <a:custGeom>
            <a:avLst/>
            <a:gdLst/>
            <a:ahLst/>
            <a:cxnLst/>
            <a:rect l="l" t="t" r="r" b="b"/>
            <a:pathLst>
              <a:path h="1374775">
                <a:moveTo>
                  <a:pt x="0" y="0"/>
                </a:moveTo>
                <a:lnTo>
                  <a:pt x="0" y="1374343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69" name="object 269"/>
          <p:cNvSpPr/>
          <p:nvPr/>
        </p:nvSpPr>
        <p:spPr>
          <a:xfrm>
            <a:off x="7688510" y="1258013"/>
            <a:ext cx="0" cy="100206"/>
          </a:xfrm>
          <a:custGeom>
            <a:avLst/>
            <a:gdLst/>
            <a:ahLst/>
            <a:cxnLst/>
            <a:rect l="l" t="t" r="r" b="b"/>
            <a:pathLst>
              <a:path h="150494">
                <a:moveTo>
                  <a:pt x="0" y="0"/>
                </a:moveTo>
                <a:lnTo>
                  <a:pt x="0" y="150355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70" name="object 270"/>
          <p:cNvSpPr/>
          <p:nvPr/>
        </p:nvSpPr>
        <p:spPr>
          <a:xfrm>
            <a:off x="1416454" y="1258013"/>
            <a:ext cx="0" cy="95978"/>
          </a:xfrm>
          <a:custGeom>
            <a:avLst/>
            <a:gdLst/>
            <a:ahLst/>
            <a:cxnLst/>
            <a:rect l="l" t="t" r="r" b="b"/>
            <a:pathLst>
              <a:path h="144144">
                <a:moveTo>
                  <a:pt x="0" y="0"/>
                </a:moveTo>
                <a:lnTo>
                  <a:pt x="0" y="144005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71" name="object 271"/>
          <p:cNvSpPr/>
          <p:nvPr/>
        </p:nvSpPr>
        <p:spPr>
          <a:xfrm>
            <a:off x="288465" y="2073006"/>
            <a:ext cx="0" cy="48200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199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72" name="object 272"/>
          <p:cNvSpPr/>
          <p:nvPr/>
        </p:nvSpPr>
        <p:spPr>
          <a:xfrm>
            <a:off x="3705498" y="2073006"/>
            <a:ext cx="0" cy="48200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199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73" name="object 273"/>
          <p:cNvSpPr/>
          <p:nvPr/>
        </p:nvSpPr>
        <p:spPr>
          <a:xfrm>
            <a:off x="7684543" y="2073006"/>
            <a:ext cx="45719" cy="48200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199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74" name="object 274"/>
          <p:cNvSpPr/>
          <p:nvPr/>
        </p:nvSpPr>
        <p:spPr>
          <a:xfrm>
            <a:off x="850477" y="2073006"/>
            <a:ext cx="0" cy="48200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199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75" name="object 275"/>
          <p:cNvSpPr/>
          <p:nvPr/>
        </p:nvSpPr>
        <p:spPr>
          <a:xfrm>
            <a:off x="2562959" y="2073006"/>
            <a:ext cx="0" cy="48200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199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76" name="object 276"/>
          <p:cNvSpPr/>
          <p:nvPr/>
        </p:nvSpPr>
        <p:spPr>
          <a:xfrm>
            <a:off x="4829522" y="2073006"/>
            <a:ext cx="45719" cy="48200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199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77" name="object 277"/>
          <p:cNvSpPr/>
          <p:nvPr/>
        </p:nvSpPr>
        <p:spPr>
          <a:xfrm>
            <a:off x="1412488" y="2073006"/>
            <a:ext cx="0" cy="48200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199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78" name="object 278"/>
          <p:cNvSpPr/>
          <p:nvPr/>
        </p:nvSpPr>
        <p:spPr>
          <a:xfrm>
            <a:off x="56383" y="2120947"/>
            <a:ext cx="236332" cy="0"/>
          </a:xfrm>
          <a:custGeom>
            <a:avLst/>
            <a:gdLst/>
            <a:ahLst/>
            <a:cxnLst/>
            <a:rect l="l" t="t" r="r" b="b"/>
            <a:pathLst>
              <a:path w="378459">
                <a:moveTo>
                  <a:pt x="378002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79" name="object 279"/>
          <p:cNvSpPr/>
          <p:nvPr/>
        </p:nvSpPr>
        <p:spPr>
          <a:xfrm>
            <a:off x="3473418" y="2120947"/>
            <a:ext cx="236332" cy="0"/>
          </a:xfrm>
          <a:custGeom>
            <a:avLst/>
            <a:gdLst/>
            <a:ahLst/>
            <a:cxnLst/>
            <a:rect l="l" t="t" r="r" b="b"/>
            <a:pathLst>
              <a:path w="378460">
                <a:moveTo>
                  <a:pt x="378002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80" name="object 280"/>
          <p:cNvSpPr/>
          <p:nvPr/>
        </p:nvSpPr>
        <p:spPr>
          <a:xfrm>
            <a:off x="7452463" y="2120947"/>
            <a:ext cx="238431" cy="0"/>
          </a:xfrm>
          <a:custGeom>
            <a:avLst/>
            <a:gdLst/>
            <a:ahLst/>
            <a:cxnLst/>
            <a:rect l="l" t="t" r="r" b="b"/>
            <a:pathLst>
              <a:path w="378459">
                <a:moveTo>
                  <a:pt x="378002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81" name="object 281"/>
          <p:cNvSpPr/>
          <p:nvPr/>
        </p:nvSpPr>
        <p:spPr>
          <a:xfrm>
            <a:off x="618396" y="2120947"/>
            <a:ext cx="236332" cy="0"/>
          </a:xfrm>
          <a:custGeom>
            <a:avLst/>
            <a:gdLst/>
            <a:ahLst/>
            <a:cxnLst/>
            <a:rect l="l" t="t" r="r" b="b"/>
            <a:pathLst>
              <a:path w="378459">
                <a:moveTo>
                  <a:pt x="378015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82" name="object 282"/>
          <p:cNvSpPr/>
          <p:nvPr/>
        </p:nvSpPr>
        <p:spPr>
          <a:xfrm>
            <a:off x="2330879" y="2120947"/>
            <a:ext cx="236332" cy="0"/>
          </a:xfrm>
          <a:custGeom>
            <a:avLst/>
            <a:gdLst/>
            <a:ahLst/>
            <a:cxnLst/>
            <a:rect l="l" t="t" r="r" b="b"/>
            <a:pathLst>
              <a:path w="378460">
                <a:moveTo>
                  <a:pt x="378015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83" name="object 283"/>
          <p:cNvSpPr/>
          <p:nvPr/>
        </p:nvSpPr>
        <p:spPr>
          <a:xfrm>
            <a:off x="4597443" y="2120947"/>
            <a:ext cx="253340" cy="0"/>
          </a:xfrm>
          <a:custGeom>
            <a:avLst/>
            <a:gdLst/>
            <a:ahLst/>
            <a:cxnLst/>
            <a:rect l="l" t="t" r="r" b="b"/>
            <a:pathLst>
              <a:path w="378459">
                <a:moveTo>
                  <a:pt x="378015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84" name="object 284"/>
          <p:cNvSpPr/>
          <p:nvPr/>
        </p:nvSpPr>
        <p:spPr>
          <a:xfrm>
            <a:off x="1180409" y="2120947"/>
            <a:ext cx="236332" cy="0"/>
          </a:xfrm>
          <a:custGeom>
            <a:avLst/>
            <a:gdLst/>
            <a:ahLst/>
            <a:cxnLst/>
            <a:rect l="l" t="t" r="r" b="b"/>
            <a:pathLst>
              <a:path w="378460">
                <a:moveTo>
                  <a:pt x="378015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85" name="object 285"/>
          <p:cNvSpPr/>
          <p:nvPr/>
        </p:nvSpPr>
        <p:spPr>
          <a:xfrm>
            <a:off x="60350" y="2120947"/>
            <a:ext cx="0" cy="1682366"/>
          </a:xfrm>
          <a:custGeom>
            <a:avLst/>
            <a:gdLst/>
            <a:ahLst/>
            <a:cxnLst/>
            <a:rect l="l" t="t" r="r" b="b"/>
            <a:pathLst>
              <a:path h="2526665">
                <a:moveTo>
                  <a:pt x="0" y="0"/>
                </a:moveTo>
                <a:lnTo>
                  <a:pt x="0" y="2526347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86" name="object 286"/>
          <p:cNvSpPr/>
          <p:nvPr/>
        </p:nvSpPr>
        <p:spPr>
          <a:xfrm>
            <a:off x="5185907" y="1358123"/>
            <a:ext cx="472268" cy="719202"/>
          </a:xfrm>
          <a:custGeom>
            <a:avLst/>
            <a:gdLst/>
            <a:ahLst/>
            <a:cxnLst/>
            <a:rect l="l" t="t" r="r" b="b"/>
            <a:pathLst>
              <a:path w="756284" h="1080135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2" y="1008460"/>
                </a:lnTo>
                <a:lnTo>
                  <a:pt x="1117" y="1049556"/>
                </a:lnTo>
                <a:lnTo>
                  <a:pt x="30178" y="1078848"/>
                </a:lnTo>
                <a:lnTo>
                  <a:pt x="683996" y="1079995"/>
                </a:lnTo>
                <a:lnTo>
                  <a:pt x="707716" y="1079855"/>
                </a:lnTo>
                <a:lnTo>
                  <a:pt x="746935" y="1071053"/>
                </a:lnTo>
                <a:lnTo>
                  <a:pt x="755845" y="1032072"/>
                </a:lnTo>
                <a:lnTo>
                  <a:pt x="755992" y="1008460"/>
                </a:lnTo>
                <a:lnTo>
                  <a:pt x="755990" y="71534"/>
                </a:lnTo>
                <a:lnTo>
                  <a:pt x="754875" y="30438"/>
                </a:lnTo>
                <a:lnTo>
                  <a:pt x="725814" y="1146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87" name="object 287"/>
          <p:cNvSpPr/>
          <p:nvPr/>
        </p:nvSpPr>
        <p:spPr>
          <a:xfrm>
            <a:off x="5185907" y="1358123"/>
            <a:ext cx="472268" cy="719202"/>
          </a:xfrm>
          <a:custGeom>
            <a:avLst/>
            <a:gdLst/>
            <a:ahLst/>
            <a:cxnLst/>
            <a:rect l="l" t="t" r="r" b="b"/>
            <a:pathLst>
              <a:path w="756284" h="1080135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0" y="1007999"/>
                </a:lnTo>
                <a:lnTo>
                  <a:pt x="139" y="1031719"/>
                </a:lnTo>
                <a:lnTo>
                  <a:pt x="8941" y="1070937"/>
                </a:lnTo>
                <a:lnTo>
                  <a:pt x="47922" y="1079848"/>
                </a:lnTo>
                <a:lnTo>
                  <a:pt x="683996" y="1079995"/>
                </a:lnTo>
                <a:lnTo>
                  <a:pt x="707716" y="1079855"/>
                </a:lnTo>
                <a:lnTo>
                  <a:pt x="746935" y="1071053"/>
                </a:lnTo>
                <a:lnTo>
                  <a:pt x="755845" y="1032072"/>
                </a:lnTo>
                <a:lnTo>
                  <a:pt x="755992" y="71996"/>
                </a:lnTo>
                <a:lnTo>
                  <a:pt x="755853" y="48276"/>
                </a:lnTo>
                <a:lnTo>
                  <a:pt x="747051" y="9057"/>
                </a:lnTo>
                <a:lnTo>
                  <a:pt x="708070" y="147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89" name="object 289"/>
          <p:cNvSpPr txBox="1"/>
          <p:nvPr/>
        </p:nvSpPr>
        <p:spPr>
          <a:xfrm>
            <a:off x="5269201" y="1375838"/>
            <a:ext cx="305725" cy="807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7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700" b="1" spc="10" dirty="0">
                <a:solidFill>
                  <a:srgbClr val="231F20"/>
                </a:solidFill>
                <a:cs typeface="Calibri"/>
              </a:rPr>
              <a:t>B</a:t>
            </a:r>
            <a:endParaRPr sz="7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290" name="object 290"/>
          <p:cNvSpPr txBox="1"/>
          <p:nvPr/>
        </p:nvSpPr>
        <p:spPr>
          <a:xfrm>
            <a:off x="5218981" y="1455800"/>
            <a:ext cx="414068" cy="5193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900" b="1" spc="16" dirty="0">
                <a:solidFill>
                  <a:srgbClr val="231F20"/>
                </a:solidFill>
                <a:cs typeface="Calibri"/>
              </a:rPr>
              <a:t>Banking</a:t>
            </a:r>
            <a:r>
              <a:rPr sz="9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900" b="1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900" b="1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900" b="1" spc="6" dirty="0">
                <a:solidFill>
                  <a:srgbClr val="231F20"/>
                </a:solidFill>
                <a:cs typeface="Calibri"/>
              </a:rPr>
              <a:t>Financial</a:t>
            </a:r>
            <a:r>
              <a:rPr sz="900" b="1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900" b="1" spc="6" dirty="0" smtClean="0">
                <a:solidFill>
                  <a:srgbClr val="231F20"/>
                </a:solidFill>
                <a:cs typeface="Calibri"/>
              </a:rPr>
              <a:t>Super</a:t>
            </a:r>
            <a:r>
              <a:rPr lang="de-DE" sz="900" b="1" spc="6" dirty="0" smtClean="0">
                <a:solidFill>
                  <a:srgbClr val="231F20"/>
                </a:solidFill>
                <a:cs typeface="Calibri"/>
              </a:rPr>
              <a:t>-</a:t>
            </a:r>
            <a:r>
              <a:rPr sz="900" b="1" spc="6" dirty="0" smtClean="0">
                <a:solidFill>
                  <a:srgbClr val="231F20"/>
                </a:solidFill>
                <a:cs typeface="Calibri"/>
              </a:rPr>
              <a:t>vision</a:t>
            </a:r>
            <a:endParaRPr sz="9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292" name="object 292"/>
          <p:cNvSpPr/>
          <p:nvPr/>
        </p:nvSpPr>
        <p:spPr>
          <a:xfrm>
            <a:off x="5230877" y="2173126"/>
            <a:ext cx="427460" cy="575446"/>
          </a:xfrm>
          <a:custGeom>
            <a:avLst/>
            <a:gdLst/>
            <a:ahLst/>
            <a:cxnLst/>
            <a:rect l="l" t="t" r="r" b="b"/>
            <a:pathLst>
              <a:path w="684529" h="864235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2" y="792459"/>
                </a:lnTo>
                <a:lnTo>
                  <a:pt x="1117" y="833555"/>
                </a:lnTo>
                <a:lnTo>
                  <a:pt x="30178" y="862846"/>
                </a:lnTo>
                <a:lnTo>
                  <a:pt x="612000" y="863993"/>
                </a:lnTo>
                <a:lnTo>
                  <a:pt x="635720" y="863853"/>
                </a:lnTo>
                <a:lnTo>
                  <a:pt x="674939" y="855051"/>
                </a:lnTo>
                <a:lnTo>
                  <a:pt x="683849" y="816071"/>
                </a:lnTo>
                <a:lnTo>
                  <a:pt x="683996" y="792459"/>
                </a:lnTo>
                <a:lnTo>
                  <a:pt x="683993" y="71534"/>
                </a:lnTo>
                <a:lnTo>
                  <a:pt x="682878" y="30438"/>
                </a:lnTo>
                <a:lnTo>
                  <a:pt x="653817" y="1146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93" name="object 293"/>
          <p:cNvSpPr/>
          <p:nvPr/>
        </p:nvSpPr>
        <p:spPr>
          <a:xfrm>
            <a:off x="5230877" y="2173126"/>
            <a:ext cx="427460" cy="575446"/>
          </a:xfrm>
          <a:custGeom>
            <a:avLst/>
            <a:gdLst/>
            <a:ahLst/>
            <a:cxnLst/>
            <a:rect l="l" t="t" r="r" b="b"/>
            <a:pathLst>
              <a:path w="684529" h="864235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0" y="791997"/>
                </a:lnTo>
                <a:lnTo>
                  <a:pt x="139" y="815717"/>
                </a:lnTo>
                <a:lnTo>
                  <a:pt x="8941" y="854936"/>
                </a:lnTo>
                <a:lnTo>
                  <a:pt x="47922" y="863846"/>
                </a:lnTo>
                <a:lnTo>
                  <a:pt x="612000" y="863993"/>
                </a:lnTo>
                <a:lnTo>
                  <a:pt x="635720" y="863853"/>
                </a:lnTo>
                <a:lnTo>
                  <a:pt x="674939" y="855051"/>
                </a:lnTo>
                <a:lnTo>
                  <a:pt x="683849" y="816071"/>
                </a:lnTo>
                <a:lnTo>
                  <a:pt x="683996" y="71996"/>
                </a:lnTo>
                <a:lnTo>
                  <a:pt x="683856" y="48276"/>
                </a:lnTo>
                <a:lnTo>
                  <a:pt x="675054" y="9057"/>
                </a:lnTo>
                <a:lnTo>
                  <a:pt x="636074" y="147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94" name="object 294"/>
          <p:cNvSpPr txBox="1"/>
          <p:nvPr/>
        </p:nvSpPr>
        <p:spPr>
          <a:xfrm>
            <a:off x="5256561" y="2190840"/>
            <a:ext cx="375911" cy="3458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Head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of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S</a:t>
            </a:r>
            <a:r>
              <a:rPr sz="600" dirty="0">
                <a:solidFill>
                  <a:srgbClr val="231F20"/>
                </a:solidFill>
                <a:cs typeface="Calibri"/>
              </a:rPr>
              <a:t>t</a:t>
            </a:r>
            <a:r>
              <a:rPr sz="600" spc="-6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ategic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Office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SSM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Sec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etariat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296" name="object 296"/>
          <p:cNvSpPr/>
          <p:nvPr/>
        </p:nvSpPr>
        <p:spPr>
          <a:xfrm>
            <a:off x="5185915" y="2460762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97" name="object 297"/>
          <p:cNvSpPr/>
          <p:nvPr/>
        </p:nvSpPr>
        <p:spPr>
          <a:xfrm>
            <a:off x="5417984" y="2077234"/>
            <a:ext cx="0" cy="48200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199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98" name="object 298"/>
          <p:cNvSpPr/>
          <p:nvPr/>
        </p:nvSpPr>
        <p:spPr>
          <a:xfrm>
            <a:off x="5185904" y="2125175"/>
            <a:ext cx="236332" cy="0"/>
          </a:xfrm>
          <a:custGeom>
            <a:avLst/>
            <a:gdLst/>
            <a:ahLst/>
            <a:cxnLst/>
            <a:rect l="l" t="t" r="r" b="b"/>
            <a:pathLst>
              <a:path w="378459">
                <a:moveTo>
                  <a:pt x="378002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299" name="object 299"/>
          <p:cNvSpPr/>
          <p:nvPr/>
        </p:nvSpPr>
        <p:spPr>
          <a:xfrm>
            <a:off x="5189870" y="2125174"/>
            <a:ext cx="0" cy="4364682"/>
          </a:xfrm>
          <a:custGeom>
            <a:avLst/>
            <a:gdLst/>
            <a:ahLst/>
            <a:cxnLst/>
            <a:rect l="l" t="t" r="r" b="b"/>
            <a:pathLst>
              <a:path h="6555105">
                <a:moveTo>
                  <a:pt x="0" y="0"/>
                </a:moveTo>
                <a:lnTo>
                  <a:pt x="0" y="6554647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00" name="object 300"/>
          <p:cNvSpPr/>
          <p:nvPr/>
        </p:nvSpPr>
        <p:spPr>
          <a:xfrm>
            <a:off x="3477383" y="2120947"/>
            <a:ext cx="0" cy="1678138"/>
          </a:xfrm>
          <a:custGeom>
            <a:avLst/>
            <a:gdLst/>
            <a:ahLst/>
            <a:cxnLst/>
            <a:rect l="l" t="t" r="r" b="b"/>
            <a:pathLst>
              <a:path h="2520315">
                <a:moveTo>
                  <a:pt x="0" y="0"/>
                </a:moveTo>
                <a:lnTo>
                  <a:pt x="0" y="2519997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01" name="object 301"/>
          <p:cNvSpPr/>
          <p:nvPr/>
        </p:nvSpPr>
        <p:spPr>
          <a:xfrm>
            <a:off x="7456429" y="2120946"/>
            <a:ext cx="45719" cy="2349140"/>
          </a:xfrm>
          <a:custGeom>
            <a:avLst/>
            <a:gdLst/>
            <a:ahLst/>
            <a:cxnLst/>
            <a:rect l="l" t="t" r="r" b="b"/>
            <a:pathLst>
              <a:path h="3528059">
                <a:moveTo>
                  <a:pt x="0" y="0"/>
                </a:moveTo>
                <a:lnTo>
                  <a:pt x="0" y="352799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02" name="object 302"/>
          <p:cNvSpPr/>
          <p:nvPr/>
        </p:nvSpPr>
        <p:spPr>
          <a:xfrm>
            <a:off x="622370" y="2120947"/>
            <a:ext cx="0" cy="2353368"/>
          </a:xfrm>
          <a:custGeom>
            <a:avLst/>
            <a:gdLst/>
            <a:ahLst/>
            <a:cxnLst/>
            <a:rect l="l" t="t" r="r" b="b"/>
            <a:pathLst>
              <a:path h="3534409">
                <a:moveTo>
                  <a:pt x="0" y="0"/>
                </a:moveTo>
                <a:lnTo>
                  <a:pt x="0" y="353434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03" name="object 303"/>
          <p:cNvSpPr/>
          <p:nvPr/>
        </p:nvSpPr>
        <p:spPr>
          <a:xfrm>
            <a:off x="2334853" y="2120947"/>
            <a:ext cx="0" cy="1682366"/>
          </a:xfrm>
          <a:custGeom>
            <a:avLst/>
            <a:gdLst/>
            <a:ahLst/>
            <a:cxnLst/>
            <a:rect l="l" t="t" r="r" b="b"/>
            <a:pathLst>
              <a:path h="2526665">
                <a:moveTo>
                  <a:pt x="0" y="0"/>
                </a:moveTo>
                <a:lnTo>
                  <a:pt x="0" y="2526334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04" name="object 304"/>
          <p:cNvSpPr/>
          <p:nvPr/>
        </p:nvSpPr>
        <p:spPr>
          <a:xfrm>
            <a:off x="4601415" y="2120947"/>
            <a:ext cx="45719" cy="3024792"/>
          </a:xfrm>
          <a:custGeom>
            <a:avLst/>
            <a:gdLst/>
            <a:ahLst/>
            <a:cxnLst/>
            <a:rect l="l" t="t" r="r" b="b"/>
            <a:pathLst>
              <a:path h="4542790">
                <a:moveTo>
                  <a:pt x="0" y="0"/>
                </a:moveTo>
                <a:lnTo>
                  <a:pt x="0" y="4542332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05" name="object 305"/>
          <p:cNvSpPr/>
          <p:nvPr/>
        </p:nvSpPr>
        <p:spPr>
          <a:xfrm>
            <a:off x="1768869" y="1358122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5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8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306" name="object 306"/>
          <p:cNvSpPr/>
          <p:nvPr/>
        </p:nvSpPr>
        <p:spPr>
          <a:xfrm>
            <a:off x="1768869" y="1358122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5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9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307" name="object 307"/>
          <p:cNvSpPr/>
          <p:nvPr/>
        </p:nvSpPr>
        <p:spPr>
          <a:xfrm>
            <a:off x="2892893" y="1358124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5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8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308" name="object 308"/>
          <p:cNvSpPr/>
          <p:nvPr/>
        </p:nvSpPr>
        <p:spPr>
          <a:xfrm>
            <a:off x="2892893" y="1358124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5" h="10674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9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309" name="object 309"/>
          <p:cNvSpPr/>
          <p:nvPr/>
        </p:nvSpPr>
        <p:spPr>
          <a:xfrm>
            <a:off x="1764902" y="1448012"/>
            <a:ext cx="472268" cy="0"/>
          </a:xfrm>
          <a:custGeom>
            <a:avLst/>
            <a:gdLst/>
            <a:ahLst/>
            <a:cxnLst/>
            <a:rect l="l" t="t" r="r" b="b"/>
            <a:pathLst>
              <a:path w="756285">
                <a:moveTo>
                  <a:pt x="0" y="0"/>
                </a:moveTo>
                <a:lnTo>
                  <a:pt x="756005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 b="1">
              <a:solidFill>
                <a:prstClr val="black"/>
              </a:solidFill>
            </a:endParaRPr>
          </a:p>
        </p:txBody>
      </p:sp>
      <p:sp>
        <p:nvSpPr>
          <p:cNvPr id="310" name="object 310"/>
          <p:cNvSpPr txBox="1"/>
          <p:nvPr/>
        </p:nvSpPr>
        <p:spPr>
          <a:xfrm>
            <a:off x="1850411" y="1371609"/>
            <a:ext cx="301363" cy="807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7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700" b="1" spc="10" dirty="0">
                <a:solidFill>
                  <a:srgbClr val="231F20"/>
                </a:solidFill>
                <a:cs typeface="Calibri"/>
              </a:rPr>
              <a:t>F</a:t>
            </a:r>
            <a:endParaRPr sz="7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311" name="object 311"/>
          <p:cNvSpPr txBox="1"/>
          <p:nvPr/>
        </p:nvSpPr>
        <p:spPr>
          <a:xfrm>
            <a:off x="1787514" y="1451571"/>
            <a:ext cx="449818" cy="2077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900" b="1" spc="6" dirty="0">
                <a:solidFill>
                  <a:srgbClr val="231F20"/>
                </a:solidFill>
                <a:cs typeface="Calibri"/>
              </a:rPr>
              <a:t>Financial</a:t>
            </a:r>
            <a:r>
              <a:rPr sz="9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900" b="1" spc="13" dirty="0">
                <a:solidFill>
                  <a:srgbClr val="231F20"/>
                </a:solidFill>
                <a:cs typeface="Calibri"/>
              </a:rPr>
              <a:t>S</a:t>
            </a:r>
            <a:r>
              <a:rPr sz="900" b="1" spc="6" dirty="0">
                <a:solidFill>
                  <a:srgbClr val="231F20"/>
                </a:solidFill>
                <a:cs typeface="Calibri"/>
              </a:rPr>
              <a:t>tability</a:t>
            </a:r>
            <a:endParaRPr sz="9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312" name="object 312"/>
          <p:cNvSpPr/>
          <p:nvPr/>
        </p:nvSpPr>
        <p:spPr>
          <a:xfrm>
            <a:off x="2888926" y="1448012"/>
            <a:ext cx="472268" cy="0"/>
          </a:xfrm>
          <a:custGeom>
            <a:avLst/>
            <a:gdLst/>
            <a:ahLst/>
            <a:cxnLst/>
            <a:rect l="l" t="t" r="r" b="b"/>
            <a:pathLst>
              <a:path w="756285">
                <a:moveTo>
                  <a:pt x="0" y="0"/>
                </a:moveTo>
                <a:lnTo>
                  <a:pt x="756005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 b="1">
              <a:solidFill>
                <a:prstClr val="black"/>
              </a:solidFill>
            </a:endParaRPr>
          </a:p>
        </p:txBody>
      </p:sp>
      <p:sp>
        <p:nvSpPr>
          <p:cNvPr id="313" name="object 313"/>
          <p:cNvSpPr txBox="1"/>
          <p:nvPr/>
        </p:nvSpPr>
        <p:spPr>
          <a:xfrm>
            <a:off x="2973865" y="1371609"/>
            <a:ext cx="302553" cy="807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700" b="1" spc="19" dirty="0">
                <a:solidFill>
                  <a:srgbClr val="231F20"/>
                </a:solidFill>
                <a:cs typeface="Calibri"/>
              </a:rPr>
              <a:t> S</a:t>
            </a:r>
            <a:endParaRPr sz="7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314" name="object 314"/>
          <p:cNvSpPr txBox="1"/>
          <p:nvPr/>
        </p:nvSpPr>
        <p:spPr>
          <a:xfrm>
            <a:off x="2911537" y="1451571"/>
            <a:ext cx="439091" cy="1038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900" b="1" spc="13" dirty="0">
                <a:solidFill>
                  <a:srgbClr val="231F20"/>
                </a:solidFill>
                <a:cs typeface="Calibri"/>
              </a:rPr>
              <a:t>S</a:t>
            </a:r>
            <a:r>
              <a:rPr sz="900" b="1" spc="6" dirty="0">
                <a:solidFill>
                  <a:srgbClr val="231F20"/>
                </a:solidFill>
                <a:cs typeface="Calibri"/>
              </a:rPr>
              <a:t>tatistics</a:t>
            </a:r>
            <a:endParaRPr sz="9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317" name="object 317"/>
          <p:cNvSpPr/>
          <p:nvPr/>
        </p:nvSpPr>
        <p:spPr>
          <a:xfrm>
            <a:off x="1813838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18" name="object 318"/>
          <p:cNvSpPr/>
          <p:nvPr/>
        </p:nvSpPr>
        <p:spPr>
          <a:xfrm>
            <a:off x="1813838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19" name="object 319"/>
          <p:cNvSpPr/>
          <p:nvPr/>
        </p:nvSpPr>
        <p:spPr>
          <a:xfrm>
            <a:off x="1813838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20" name="object 320"/>
          <p:cNvSpPr/>
          <p:nvPr/>
        </p:nvSpPr>
        <p:spPr>
          <a:xfrm>
            <a:off x="1813838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21" name="object 321"/>
          <p:cNvSpPr/>
          <p:nvPr/>
        </p:nvSpPr>
        <p:spPr>
          <a:xfrm>
            <a:off x="1813838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22" name="object 322"/>
          <p:cNvSpPr/>
          <p:nvPr/>
        </p:nvSpPr>
        <p:spPr>
          <a:xfrm>
            <a:off x="1813838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23" name="object 323"/>
          <p:cNvSpPr/>
          <p:nvPr/>
        </p:nvSpPr>
        <p:spPr>
          <a:xfrm>
            <a:off x="1813838" y="4186632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24" name="object 324"/>
          <p:cNvSpPr/>
          <p:nvPr/>
        </p:nvSpPr>
        <p:spPr>
          <a:xfrm>
            <a:off x="1813838" y="4186632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25" name="object 325"/>
          <p:cNvSpPr/>
          <p:nvPr/>
        </p:nvSpPr>
        <p:spPr>
          <a:xfrm>
            <a:off x="1813838" y="4857802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2" y="836320"/>
                </a:lnTo>
                <a:lnTo>
                  <a:pt x="57741" y="850974"/>
                </a:lnTo>
                <a:lnTo>
                  <a:pt x="605650" y="851306"/>
                </a:lnTo>
                <a:lnTo>
                  <a:pt x="609814" y="851085"/>
                </a:lnTo>
                <a:lnTo>
                  <a:pt x="656313" y="829854"/>
                </a:lnTo>
                <a:lnTo>
                  <a:pt x="670964" y="793552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26" name="object 326"/>
          <p:cNvSpPr/>
          <p:nvPr/>
        </p:nvSpPr>
        <p:spPr>
          <a:xfrm>
            <a:off x="1813838" y="4857802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2" y="836320"/>
                </a:lnTo>
                <a:lnTo>
                  <a:pt x="57741" y="850974"/>
                </a:lnTo>
                <a:lnTo>
                  <a:pt x="605650" y="851306"/>
                </a:lnTo>
                <a:lnTo>
                  <a:pt x="609814" y="851085"/>
                </a:lnTo>
                <a:lnTo>
                  <a:pt x="656313" y="829854"/>
                </a:lnTo>
                <a:lnTo>
                  <a:pt x="670964" y="793552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27" name="object 327"/>
          <p:cNvSpPr/>
          <p:nvPr/>
        </p:nvSpPr>
        <p:spPr>
          <a:xfrm>
            <a:off x="2937863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28" name="object 328"/>
          <p:cNvSpPr/>
          <p:nvPr/>
        </p:nvSpPr>
        <p:spPr>
          <a:xfrm>
            <a:off x="2937863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29" name="object 329"/>
          <p:cNvSpPr/>
          <p:nvPr/>
        </p:nvSpPr>
        <p:spPr>
          <a:xfrm>
            <a:off x="2937863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30" name="object 330"/>
          <p:cNvSpPr/>
          <p:nvPr/>
        </p:nvSpPr>
        <p:spPr>
          <a:xfrm>
            <a:off x="2937863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31" name="object 331"/>
          <p:cNvSpPr/>
          <p:nvPr/>
        </p:nvSpPr>
        <p:spPr>
          <a:xfrm>
            <a:off x="2937863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32" name="object 332"/>
          <p:cNvSpPr/>
          <p:nvPr/>
        </p:nvSpPr>
        <p:spPr>
          <a:xfrm>
            <a:off x="2937863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33" name="object 333"/>
          <p:cNvSpPr/>
          <p:nvPr/>
        </p:nvSpPr>
        <p:spPr>
          <a:xfrm>
            <a:off x="2937863" y="4186632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34" name="object 334"/>
          <p:cNvSpPr/>
          <p:nvPr/>
        </p:nvSpPr>
        <p:spPr>
          <a:xfrm>
            <a:off x="2937863" y="4186632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35" name="object 335"/>
          <p:cNvSpPr/>
          <p:nvPr/>
        </p:nvSpPr>
        <p:spPr>
          <a:xfrm>
            <a:off x="1809871" y="2934177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36" name="object 336"/>
          <p:cNvSpPr txBox="1"/>
          <p:nvPr/>
        </p:nvSpPr>
        <p:spPr>
          <a:xfrm>
            <a:off x="1900068" y="2857775"/>
            <a:ext cx="247039" cy="691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F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1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337" name="object 337"/>
          <p:cNvSpPr txBox="1"/>
          <p:nvPr/>
        </p:nvSpPr>
        <p:spPr>
          <a:xfrm>
            <a:off x="1843538" y="2937737"/>
            <a:ext cx="360050" cy="2074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Mac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oprudential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Analyses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338" name="object 338"/>
          <p:cNvSpPr txBox="1"/>
          <p:nvPr/>
        </p:nvSpPr>
        <p:spPr>
          <a:xfrm>
            <a:off x="1817130" y="2186621"/>
            <a:ext cx="412789" cy="2074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Office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for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Int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a-al</a:t>
            </a:r>
            <a:endParaRPr sz="600" dirty="0">
              <a:solidFill>
                <a:prstClr val="black"/>
              </a:solidFill>
              <a:cs typeface="Calibri"/>
            </a:endParaRPr>
          </a:p>
          <a:p>
            <a:pPr defTabSz="586533">
              <a:lnSpc>
                <a:spcPct val="75000"/>
              </a:lnSpc>
            </a:pPr>
            <a:r>
              <a:rPr sz="600" spc="-13" dirty="0">
                <a:solidFill>
                  <a:srgbClr val="231F20"/>
                </a:solidFill>
                <a:cs typeface="Calibri"/>
              </a:rPr>
              <a:t>T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asks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339" name="object 339"/>
          <p:cNvSpPr/>
          <p:nvPr/>
        </p:nvSpPr>
        <p:spPr>
          <a:xfrm>
            <a:off x="1809871" y="3605348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40" name="object 340"/>
          <p:cNvSpPr txBox="1"/>
          <p:nvPr/>
        </p:nvSpPr>
        <p:spPr>
          <a:xfrm>
            <a:off x="1900068" y="3528947"/>
            <a:ext cx="247039" cy="691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F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2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341" name="object 341"/>
          <p:cNvSpPr txBox="1"/>
          <p:nvPr/>
        </p:nvSpPr>
        <p:spPr>
          <a:xfrm>
            <a:off x="1843538" y="3608909"/>
            <a:ext cx="360050" cy="2766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Mac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oprudential Surveillance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342" name="object 342"/>
          <p:cNvSpPr/>
          <p:nvPr/>
        </p:nvSpPr>
        <p:spPr>
          <a:xfrm>
            <a:off x="1809871" y="4276520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43" name="object 343"/>
          <p:cNvSpPr txBox="1"/>
          <p:nvPr/>
        </p:nvSpPr>
        <p:spPr>
          <a:xfrm>
            <a:off x="1900068" y="4200117"/>
            <a:ext cx="247039" cy="691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F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3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344" name="object 344"/>
          <p:cNvSpPr txBox="1"/>
          <p:nvPr/>
        </p:nvSpPr>
        <p:spPr>
          <a:xfrm>
            <a:off x="1840398" y="4280081"/>
            <a:ext cx="36639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International Monetary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Affairs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345" name="object 345"/>
          <p:cNvSpPr/>
          <p:nvPr/>
        </p:nvSpPr>
        <p:spPr>
          <a:xfrm>
            <a:off x="1809871" y="4947691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46" name="object 346"/>
          <p:cNvSpPr txBox="1"/>
          <p:nvPr/>
        </p:nvSpPr>
        <p:spPr>
          <a:xfrm>
            <a:off x="1900068" y="4871288"/>
            <a:ext cx="247039" cy="691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F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4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347" name="object 347"/>
          <p:cNvSpPr txBox="1"/>
          <p:nvPr/>
        </p:nvSpPr>
        <p:spPr>
          <a:xfrm>
            <a:off x="1843538" y="4951251"/>
            <a:ext cx="360050" cy="2074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Mac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oprudential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olicy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348" name="object 348"/>
          <p:cNvSpPr/>
          <p:nvPr/>
        </p:nvSpPr>
        <p:spPr>
          <a:xfrm>
            <a:off x="2933895" y="2263006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49" name="object 349"/>
          <p:cNvSpPr txBox="1"/>
          <p:nvPr/>
        </p:nvSpPr>
        <p:spPr>
          <a:xfrm>
            <a:off x="3023522" y="2186605"/>
            <a:ext cx="248228" cy="692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S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1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350" name="object 350"/>
          <p:cNvSpPr txBox="1"/>
          <p:nvPr/>
        </p:nvSpPr>
        <p:spPr>
          <a:xfrm>
            <a:off x="2944581" y="2266566"/>
            <a:ext cx="406048" cy="48474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Monetary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Financial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S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tatistics,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External</a:t>
            </a:r>
            <a:endParaRPr sz="600" dirty="0">
              <a:solidFill>
                <a:prstClr val="black"/>
              </a:solidFill>
              <a:cs typeface="Calibri"/>
            </a:endParaRPr>
          </a:p>
          <a:p>
            <a:pPr defTabSz="586533">
              <a:lnSpc>
                <a:spcPct val="75000"/>
              </a:lnSpc>
            </a:pPr>
            <a:r>
              <a:rPr sz="600" spc="13" dirty="0">
                <a:solidFill>
                  <a:srgbClr val="231F20"/>
                </a:solidFill>
                <a:cs typeface="Calibri"/>
              </a:rPr>
              <a:t>Stock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S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tatistics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351" name="object 351"/>
          <p:cNvSpPr/>
          <p:nvPr/>
        </p:nvSpPr>
        <p:spPr>
          <a:xfrm>
            <a:off x="2933895" y="2934178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52" name="object 352"/>
          <p:cNvSpPr txBox="1"/>
          <p:nvPr/>
        </p:nvSpPr>
        <p:spPr>
          <a:xfrm>
            <a:off x="3023522" y="2857775"/>
            <a:ext cx="248228" cy="691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S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2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353" name="object 353"/>
          <p:cNvSpPr txBox="1"/>
          <p:nvPr/>
        </p:nvSpPr>
        <p:spPr>
          <a:xfrm>
            <a:off x="2935683" y="2937737"/>
            <a:ext cx="423891" cy="4149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Balance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of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ayments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S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tatistics,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International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Investment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 </a:t>
            </a:r>
            <a:r>
              <a:rPr sz="60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osition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354" name="object 354"/>
          <p:cNvSpPr/>
          <p:nvPr/>
        </p:nvSpPr>
        <p:spPr>
          <a:xfrm>
            <a:off x="2933895" y="3605348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55" name="object 355"/>
          <p:cNvSpPr txBox="1"/>
          <p:nvPr/>
        </p:nvSpPr>
        <p:spPr>
          <a:xfrm>
            <a:off x="3023522" y="3528947"/>
            <a:ext cx="248228" cy="691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S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3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356" name="object 356"/>
          <p:cNvSpPr txBox="1"/>
          <p:nvPr/>
        </p:nvSpPr>
        <p:spPr>
          <a:xfrm>
            <a:off x="2953005" y="3608909"/>
            <a:ext cx="388997" cy="2074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Gene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al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Economic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S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tatistics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357" name="object 357"/>
          <p:cNvSpPr/>
          <p:nvPr/>
        </p:nvSpPr>
        <p:spPr>
          <a:xfrm>
            <a:off x="2933895" y="4276520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58" name="object 358"/>
          <p:cNvSpPr txBox="1"/>
          <p:nvPr/>
        </p:nvSpPr>
        <p:spPr>
          <a:xfrm>
            <a:off x="3023522" y="4200117"/>
            <a:ext cx="248228" cy="691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S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4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359" name="object 359"/>
          <p:cNvSpPr txBox="1"/>
          <p:nvPr/>
        </p:nvSpPr>
        <p:spPr>
          <a:xfrm>
            <a:off x="2953005" y="4280080"/>
            <a:ext cx="408351" cy="4149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3" dirty="0">
                <a:solidFill>
                  <a:srgbClr val="231F20"/>
                </a:solidFill>
                <a:cs typeface="Calibri"/>
              </a:rPr>
              <a:t>S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tatistical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Information Management,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Mathematical Methods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369" name="object 369"/>
          <p:cNvSpPr/>
          <p:nvPr/>
        </p:nvSpPr>
        <p:spPr>
          <a:xfrm>
            <a:off x="1764911" y="3127704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70" name="object 370"/>
          <p:cNvSpPr/>
          <p:nvPr/>
        </p:nvSpPr>
        <p:spPr>
          <a:xfrm>
            <a:off x="1764911" y="3798876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71" name="object 371"/>
          <p:cNvSpPr/>
          <p:nvPr/>
        </p:nvSpPr>
        <p:spPr>
          <a:xfrm>
            <a:off x="1764911" y="4470047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72" name="object 372"/>
          <p:cNvSpPr/>
          <p:nvPr/>
        </p:nvSpPr>
        <p:spPr>
          <a:xfrm>
            <a:off x="1764911" y="5141219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73" name="object 373"/>
          <p:cNvSpPr/>
          <p:nvPr/>
        </p:nvSpPr>
        <p:spPr>
          <a:xfrm>
            <a:off x="2888936" y="2456534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74" name="object 374"/>
          <p:cNvSpPr/>
          <p:nvPr/>
        </p:nvSpPr>
        <p:spPr>
          <a:xfrm>
            <a:off x="2888936" y="3127704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75" name="object 375"/>
          <p:cNvSpPr/>
          <p:nvPr/>
        </p:nvSpPr>
        <p:spPr>
          <a:xfrm>
            <a:off x="2888936" y="3798876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76" name="object 376"/>
          <p:cNvSpPr/>
          <p:nvPr/>
        </p:nvSpPr>
        <p:spPr>
          <a:xfrm>
            <a:off x="2888936" y="4470047"/>
            <a:ext cx="45205" cy="0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77" name="object 377"/>
          <p:cNvSpPr/>
          <p:nvPr/>
        </p:nvSpPr>
        <p:spPr>
          <a:xfrm>
            <a:off x="1996981" y="2073006"/>
            <a:ext cx="0" cy="48200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199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378" name="object 378"/>
          <p:cNvSpPr/>
          <p:nvPr/>
        </p:nvSpPr>
        <p:spPr>
          <a:xfrm>
            <a:off x="3121006" y="2073006"/>
            <a:ext cx="0" cy="48200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199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379" name="object 379"/>
          <p:cNvSpPr/>
          <p:nvPr/>
        </p:nvSpPr>
        <p:spPr>
          <a:xfrm>
            <a:off x="1764901" y="2120947"/>
            <a:ext cx="236332" cy="0"/>
          </a:xfrm>
          <a:custGeom>
            <a:avLst/>
            <a:gdLst/>
            <a:ahLst/>
            <a:cxnLst/>
            <a:rect l="l" t="t" r="r" b="b"/>
            <a:pathLst>
              <a:path w="378460">
                <a:moveTo>
                  <a:pt x="378002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380" name="object 380"/>
          <p:cNvSpPr/>
          <p:nvPr/>
        </p:nvSpPr>
        <p:spPr>
          <a:xfrm>
            <a:off x="2888926" y="2120947"/>
            <a:ext cx="236332" cy="0"/>
          </a:xfrm>
          <a:custGeom>
            <a:avLst/>
            <a:gdLst/>
            <a:ahLst/>
            <a:cxnLst/>
            <a:rect l="l" t="t" r="r" b="b"/>
            <a:pathLst>
              <a:path w="378460">
                <a:moveTo>
                  <a:pt x="378015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381" name="object 381"/>
          <p:cNvSpPr/>
          <p:nvPr/>
        </p:nvSpPr>
        <p:spPr>
          <a:xfrm>
            <a:off x="1768866" y="2120946"/>
            <a:ext cx="0" cy="3020564"/>
          </a:xfrm>
          <a:custGeom>
            <a:avLst/>
            <a:gdLst/>
            <a:ahLst/>
            <a:cxnLst/>
            <a:rect l="l" t="t" r="r" b="b"/>
            <a:pathLst>
              <a:path h="4536440">
                <a:moveTo>
                  <a:pt x="0" y="0"/>
                </a:moveTo>
                <a:lnTo>
                  <a:pt x="0" y="4535995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82" name="object 382"/>
          <p:cNvSpPr/>
          <p:nvPr/>
        </p:nvSpPr>
        <p:spPr>
          <a:xfrm>
            <a:off x="2892899" y="2120947"/>
            <a:ext cx="0" cy="2353368"/>
          </a:xfrm>
          <a:custGeom>
            <a:avLst/>
            <a:gdLst/>
            <a:ahLst/>
            <a:cxnLst/>
            <a:rect l="l" t="t" r="r" b="b"/>
            <a:pathLst>
              <a:path h="3534409">
                <a:moveTo>
                  <a:pt x="0" y="0"/>
                </a:moveTo>
                <a:lnTo>
                  <a:pt x="0" y="353434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83" name="object 383"/>
          <p:cNvSpPr/>
          <p:nvPr/>
        </p:nvSpPr>
        <p:spPr>
          <a:xfrm>
            <a:off x="6894420" y="1358124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4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8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384" name="object 384"/>
          <p:cNvSpPr/>
          <p:nvPr/>
        </p:nvSpPr>
        <p:spPr>
          <a:xfrm>
            <a:off x="6894420" y="1358124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4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9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385" name="object 385"/>
          <p:cNvSpPr/>
          <p:nvPr/>
        </p:nvSpPr>
        <p:spPr>
          <a:xfrm>
            <a:off x="6890453" y="1448012"/>
            <a:ext cx="472268" cy="0"/>
          </a:xfrm>
          <a:custGeom>
            <a:avLst/>
            <a:gdLst/>
            <a:ahLst/>
            <a:cxnLst/>
            <a:rect l="l" t="t" r="r" b="b"/>
            <a:pathLst>
              <a:path w="756284">
                <a:moveTo>
                  <a:pt x="0" y="0"/>
                </a:moveTo>
                <a:lnTo>
                  <a:pt x="756005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 b="1">
              <a:solidFill>
                <a:prstClr val="black"/>
              </a:solidFill>
            </a:endParaRPr>
          </a:p>
        </p:txBody>
      </p:sp>
      <p:sp>
        <p:nvSpPr>
          <p:cNvPr id="386" name="object 386"/>
          <p:cNvSpPr txBox="1"/>
          <p:nvPr/>
        </p:nvSpPr>
        <p:spPr>
          <a:xfrm>
            <a:off x="6968492" y="1371609"/>
            <a:ext cx="316035" cy="8079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7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700" b="1" spc="10" dirty="0">
                <a:solidFill>
                  <a:srgbClr val="231F20"/>
                </a:solidFill>
                <a:cs typeface="Calibri"/>
              </a:rPr>
              <a:t>IT</a:t>
            </a:r>
            <a:endParaRPr sz="7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387" name="object 387"/>
          <p:cNvSpPr txBox="1"/>
          <p:nvPr/>
        </p:nvSpPr>
        <p:spPr>
          <a:xfrm>
            <a:off x="6913064" y="1451571"/>
            <a:ext cx="445693" cy="41998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900" b="1" spc="10" dirty="0" smtClean="0">
                <a:solidFill>
                  <a:srgbClr val="231F20"/>
                </a:solidFill>
                <a:cs typeface="Calibri"/>
              </a:rPr>
              <a:t>Inform</a:t>
            </a:r>
            <a:r>
              <a:rPr lang="de-DE" sz="900" b="1" spc="10" dirty="0" smtClean="0">
                <a:solidFill>
                  <a:srgbClr val="231F20"/>
                </a:solidFill>
                <a:cs typeface="Calibri"/>
              </a:rPr>
              <a:t>-</a:t>
            </a:r>
            <a:r>
              <a:rPr sz="900" b="1" spc="10" dirty="0" err="1" smtClean="0">
                <a:solidFill>
                  <a:srgbClr val="231F20"/>
                </a:solidFill>
                <a:cs typeface="Calibri"/>
              </a:rPr>
              <a:t>ation</a:t>
            </a:r>
            <a:r>
              <a:rPr sz="900" b="1" spc="10" dirty="0" smtClean="0">
                <a:solidFill>
                  <a:srgbClr val="231F20"/>
                </a:solidFill>
                <a:cs typeface="Calibri"/>
              </a:rPr>
              <a:t> </a:t>
            </a:r>
            <a:r>
              <a:rPr sz="900" b="1" spc="-13" dirty="0" smtClean="0">
                <a:solidFill>
                  <a:srgbClr val="231F20"/>
                </a:solidFill>
                <a:cs typeface="Calibri"/>
              </a:rPr>
              <a:t>T</a:t>
            </a:r>
            <a:r>
              <a:rPr sz="900" b="1" spc="10" dirty="0" smtClean="0">
                <a:solidFill>
                  <a:srgbClr val="231F20"/>
                </a:solidFill>
                <a:cs typeface="Calibri"/>
              </a:rPr>
              <a:t>ech</a:t>
            </a:r>
            <a:r>
              <a:rPr lang="de-DE" sz="900" b="1" spc="10" dirty="0" err="1" smtClean="0">
                <a:solidFill>
                  <a:srgbClr val="231F20"/>
                </a:solidFill>
                <a:cs typeface="Calibri"/>
              </a:rPr>
              <a:t>no</a:t>
            </a:r>
            <a:r>
              <a:rPr lang="de-DE" sz="900" b="1" spc="10" dirty="0" smtClean="0">
                <a:solidFill>
                  <a:srgbClr val="231F20"/>
                </a:solidFill>
                <a:cs typeface="Calibri"/>
              </a:rPr>
              <a:t>-</a:t>
            </a:r>
            <a:r>
              <a:rPr sz="900" b="1" spc="10" dirty="0" smtClean="0">
                <a:solidFill>
                  <a:srgbClr val="231F20"/>
                </a:solidFill>
                <a:cs typeface="Calibri"/>
              </a:rPr>
              <a:t>logy</a:t>
            </a:r>
            <a:endParaRPr sz="9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389" name="object 389"/>
          <p:cNvSpPr/>
          <p:nvPr/>
        </p:nvSpPr>
        <p:spPr>
          <a:xfrm>
            <a:off x="6939389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90" name="object 390"/>
          <p:cNvSpPr/>
          <p:nvPr/>
        </p:nvSpPr>
        <p:spPr>
          <a:xfrm>
            <a:off x="6939389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91" name="object 391"/>
          <p:cNvSpPr/>
          <p:nvPr/>
        </p:nvSpPr>
        <p:spPr>
          <a:xfrm>
            <a:off x="6939389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92" name="object 392"/>
          <p:cNvSpPr/>
          <p:nvPr/>
        </p:nvSpPr>
        <p:spPr>
          <a:xfrm>
            <a:off x="6939389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93" name="object 393"/>
          <p:cNvSpPr/>
          <p:nvPr/>
        </p:nvSpPr>
        <p:spPr>
          <a:xfrm>
            <a:off x="6939389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94" name="object 394"/>
          <p:cNvSpPr/>
          <p:nvPr/>
        </p:nvSpPr>
        <p:spPr>
          <a:xfrm>
            <a:off x="6939389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95" name="object 395"/>
          <p:cNvSpPr/>
          <p:nvPr/>
        </p:nvSpPr>
        <p:spPr>
          <a:xfrm>
            <a:off x="6939389" y="4186632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96" name="object 396"/>
          <p:cNvSpPr/>
          <p:nvPr/>
        </p:nvSpPr>
        <p:spPr>
          <a:xfrm>
            <a:off x="6939389" y="4186632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97" name="object 397"/>
          <p:cNvSpPr/>
          <p:nvPr/>
        </p:nvSpPr>
        <p:spPr>
          <a:xfrm>
            <a:off x="6939389" y="4857802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2" y="836320"/>
                </a:lnTo>
                <a:lnTo>
                  <a:pt x="57741" y="850974"/>
                </a:lnTo>
                <a:lnTo>
                  <a:pt x="605650" y="851306"/>
                </a:lnTo>
                <a:lnTo>
                  <a:pt x="609814" y="851085"/>
                </a:lnTo>
                <a:lnTo>
                  <a:pt x="656313" y="829854"/>
                </a:lnTo>
                <a:lnTo>
                  <a:pt x="670964" y="793552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98" name="object 398"/>
          <p:cNvSpPr/>
          <p:nvPr/>
        </p:nvSpPr>
        <p:spPr>
          <a:xfrm>
            <a:off x="6939389" y="4857802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2" y="836320"/>
                </a:lnTo>
                <a:lnTo>
                  <a:pt x="57741" y="850974"/>
                </a:lnTo>
                <a:lnTo>
                  <a:pt x="605650" y="851306"/>
                </a:lnTo>
                <a:lnTo>
                  <a:pt x="609814" y="851085"/>
                </a:lnTo>
                <a:lnTo>
                  <a:pt x="656313" y="829854"/>
                </a:lnTo>
                <a:lnTo>
                  <a:pt x="670964" y="793552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399" name="object 399"/>
          <p:cNvSpPr/>
          <p:nvPr/>
        </p:nvSpPr>
        <p:spPr>
          <a:xfrm>
            <a:off x="6935422" y="2263006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00" name="object 400"/>
          <p:cNvSpPr txBox="1"/>
          <p:nvPr/>
        </p:nvSpPr>
        <p:spPr>
          <a:xfrm>
            <a:off x="7018149" y="2186605"/>
            <a:ext cx="261710" cy="692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IT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1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401" name="object 401"/>
          <p:cNvSpPr/>
          <p:nvPr/>
        </p:nvSpPr>
        <p:spPr>
          <a:xfrm>
            <a:off x="6935422" y="2934178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02" name="object 402"/>
          <p:cNvSpPr txBox="1"/>
          <p:nvPr/>
        </p:nvSpPr>
        <p:spPr>
          <a:xfrm>
            <a:off x="7018149" y="2857775"/>
            <a:ext cx="261710" cy="69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IT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2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403" name="object 403"/>
          <p:cNvSpPr txBox="1"/>
          <p:nvPr/>
        </p:nvSpPr>
        <p:spPr>
          <a:xfrm>
            <a:off x="6962503" y="2937738"/>
            <a:ext cx="396254" cy="27699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IT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Ope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ations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Services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404" name="object 404"/>
          <p:cNvSpPr/>
          <p:nvPr/>
        </p:nvSpPr>
        <p:spPr>
          <a:xfrm>
            <a:off x="6935422" y="3605348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05" name="object 405"/>
          <p:cNvSpPr txBox="1"/>
          <p:nvPr/>
        </p:nvSpPr>
        <p:spPr>
          <a:xfrm>
            <a:off x="7018149" y="3528947"/>
            <a:ext cx="261710" cy="69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IT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4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406" name="object 406"/>
          <p:cNvSpPr txBox="1"/>
          <p:nvPr/>
        </p:nvSpPr>
        <p:spPr>
          <a:xfrm>
            <a:off x="6968490" y="3608909"/>
            <a:ext cx="354908" cy="27665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Applications Development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407" name="object 407"/>
          <p:cNvSpPr/>
          <p:nvPr/>
        </p:nvSpPr>
        <p:spPr>
          <a:xfrm>
            <a:off x="6935422" y="4276520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08" name="object 408"/>
          <p:cNvSpPr txBox="1"/>
          <p:nvPr/>
        </p:nvSpPr>
        <p:spPr>
          <a:xfrm>
            <a:off x="7018149" y="4200117"/>
            <a:ext cx="261710" cy="69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IT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5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409" name="object 409"/>
          <p:cNvSpPr txBox="1"/>
          <p:nvPr/>
        </p:nvSpPr>
        <p:spPr>
          <a:xfrm>
            <a:off x="6962505" y="4280081"/>
            <a:ext cx="360895" cy="20749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IT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Inf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astructu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e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410" name="object 410"/>
          <p:cNvSpPr/>
          <p:nvPr/>
        </p:nvSpPr>
        <p:spPr>
          <a:xfrm>
            <a:off x="6935422" y="4947691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11" name="object 411"/>
          <p:cNvSpPr txBox="1"/>
          <p:nvPr/>
        </p:nvSpPr>
        <p:spPr>
          <a:xfrm>
            <a:off x="6937810" y="2266541"/>
            <a:ext cx="422702" cy="41549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-6" dirty="0">
                <a:solidFill>
                  <a:srgbClr val="231F20"/>
                </a:solidFill>
                <a:cs typeface="Calibri"/>
              </a:rPr>
              <a:t>IT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0" dirty="0">
                <a:solidFill>
                  <a:srgbClr val="231F20"/>
                </a:solidFill>
                <a:cs typeface="Calibri"/>
              </a:rPr>
              <a:t>Client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6" dirty="0">
                <a:solidFill>
                  <a:srgbClr val="231F20"/>
                </a:solidFill>
                <a:cs typeface="Calibri"/>
              </a:rPr>
              <a:t>Liaison</a:t>
            </a:r>
            <a:r>
              <a:rPr sz="600" spc="-10" dirty="0">
                <a:solidFill>
                  <a:srgbClr val="231F20"/>
                </a:solidFill>
                <a:cs typeface="Calibri"/>
              </a:rPr>
              <a:t> Management, </a:t>
            </a:r>
            <a:r>
              <a:rPr sz="600" spc="-16" dirty="0">
                <a:solidFill>
                  <a:srgbClr val="231F20"/>
                </a:solidFill>
                <a:cs typeface="Calibri"/>
              </a:rPr>
              <a:t>Pr</a:t>
            </a:r>
            <a:r>
              <a:rPr sz="600" spc="-10" dirty="0">
                <a:solidFill>
                  <a:srgbClr val="231F20"/>
                </a:solidFill>
                <a:cs typeface="Calibri"/>
              </a:rPr>
              <a:t>oduct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3" dirty="0">
                <a:solidFill>
                  <a:srgbClr val="231F20"/>
                </a:solidFill>
                <a:cs typeface="Calibri"/>
              </a:rPr>
              <a:t>Management</a:t>
            </a:r>
            <a:r>
              <a:rPr sz="600" spc="-10" dirty="0">
                <a:solidFill>
                  <a:srgbClr val="231F20"/>
                </a:solidFill>
                <a:cs typeface="Calibri"/>
              </a:rPr>
              <a:t> I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412" name="object 412"/>
          <p:cNvSpPr txBox="1"/>
          <p:nvPr/>
        </p:nvSpPr>
        <p:spPr>
          <a:xfrm>
            <a:off x="7018149" y="4871288"/>
            <a:ext cx="261710" cy="69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IT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6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413" name="object 413"/>
          <p:cNvSpPr txBox="1"/>
          <p:nvPr/>
        </p:nvSpPr>
        <p:spPr>
          <a:xfrm>
            <a:off x="6988838" y="4951250"/>
            <a:ext cx="320397" cy="34582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IT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oject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3" dirty="0">
                <a:solidFill>
                  <a:srgbClr val="231F20"/>
                </a:solidFill>
                <a:cs typeface="Calibri"/>
              </a:rPr>
              <a:t>T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est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Services,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ESCB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22" dirty="0">
                <a:solidFill>
                  <a:srgbClr val="231F20"/>
                </a:solidFill>
                <a:cs typeface="Calibri"/>
              </a:rPr>
              <a:t>A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ctivities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418" name="object 418"/>
          <p:cNvSpPr/>
          <p:nvPr/>
        </p:nvSpPr>
        <p:spPr>
          <a:xfrm>
            <a:off x="6890462" y="2456534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19" name="object 419"/>
          <p:cNvSpPr/>
          <p:nvPr/>
        </p:nvSpPr>
        <p:spPr>
          <a:xfrm>
            <a:off x="6890462" y="3127704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20" name="object 420"/>
          <p:cNvSpPr/>
          <p:nvPr/>
        </p:nvSpPr>
        <p:spPr>
          <a:xfrm>
            <a:off x="6890462" y="3798876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21" name="object 421"/>
          <p:cNvSpPr/>
          <p:nvPr/>
        </p:nvSpPr>
        <p:spPr>
          <a:xfrm>
            <a:off x="6890462" y="4470047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22" name="object 422"/>
          <p:cNvSpPr/>
          <p:nvPr/>
        </p:nvSpPr>
        <p:spPr>
          <a:xfrm>
            <a:off x="6890462" y="5141219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23" name="object 423"/>
          <p:cNvSpPr/>
          <p:nvPr/>
        </p:nvSpPr>
        <p:spPr>
          <a:xfrm>
            <a:off x="7122532" y="2073006"/>
            <a:ext cx="0" cy="48200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199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424" name="object 424"/>
          <p:cNvSpPr/>
          <p:nvPr/>
        </p:nvSpPr>
        <p:spPr>
          <a:xfrm>
            <a:off x="6890452" y="2120947"/>
            <a:ext cx="236332" cy="0"/>
          </a:xfrm>
          <a:custGeom>
            <a:avLst/>
            <a:gdLst/>
            <a:ahLst/>
            <a:cxnLst/>
            <a:rect l="l" t="t" r="r" b="b"/>
            <a:pathLst>
              <a:path w="378459">
                <a:moveTo>
                  <a:pt x="378015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425" name="object 425"/>
          <p:cNvSpPr/>
          <p:nvPr/>
        </p:nvSpPr>
        <p:spPr>
          <a:xfrm>
            <a:off x="6894426" y="2120947"/>
            <a:ext cx="0" cy="3024792"/>
          </a:xfrm>
          <a:custGeom>
            <a:avLst/>
            <a:gdLst/>
            <a:ahLst/>
            <a:cxnLst/>
            <a:rect l="l" t="t" r="r" b="b"/>
            <a:pathLst>
              <a:path h="4542790">
                <a:moveTo>
                  <a:pt x="0" y="0"/>
                </a:moveTo>
                <a:lnTo>
                  <a:pt x="0" y="4542345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26" name="object 426"/>
          <p:cNvSpPr/>
          <p:nvPr/>
        </p:nvSpPr>
        <p:spPr>
          <a:xfrm>
            <a:off x="573435" y="1258013"/>
            <a:ext cx="0" cy="4451358"/>
          </a:xfrm>
          <a:custGeom>
            <a:avLst/>
            <a:gdLst/>
            <a:ahLst/>
            <a:cxnLst/>
            <a:rect l="l" t="t" r="r" b="b"/>
            <a:pathLst>
              <a:path h="6685280">
                <a:moveTo>
                  <a:pt x="0" y="0"/>
                </a:moveTo>
                <a:lnTo>
                  <a:pt x="0" y="6685203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27" name="object 427"/>
          <p:cNvSpPr/>
          <p:nvPr/>
        </p:nvSpPr>
        <p:spPr>
          <a:xfrm>
            <a:off x="2285918" y="1253786"/>
            <a:ext cx="0" cy="3999795"/>
          </a:xfrm>
          <a:custGeom>
            <a:avLst/>
            <a:gdLst/>
            <a:ahLst/>
            <a:cxnLst/>
            <a:rect l="l" t="t" r="r" b="b"/>
            <a:pathLst>
              <a:path h="6007100">
                <a:moveTo>
                  <a:pt x="0" y="0"/>
                </a:moveTo>
                <a:lnTo>
                  <a:pt x="0" y="6006693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28" name="object 428"/>
          <p:cNvSpPr/>
          <p:nvPr/>
        </p:nvSpPr>
        <p:spPr>
          <a:xfrm>
            <a:off x="4552491" y="1162132"/>
            <a:ext cx="0" cy="4091545"/>
          </a:xfrm>
          <a:custGeom>
            <a:avLst/>
            <a:gdLst/>
            <a:ahLst/>
            <a:cxnLst/>
            <a:rect l="l" t="t" r="r" b="b"/>
            <a:pathLst>
              <a:path h="6144895">
                <a:moveTo>
                  <a:pt x="0" y="0"/>
                </a:moveTo>
                <a:lnTo>
                  <a:pt x="0" y="6144348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/>
            <a:endParaRPr sz="1200">
              <a:solidFill>
                <a:prstClr val="black"/>
              </a:solidFill>
            </a:endParaRPr>
          </a:p>
        </p:txBody>
      </p:sp>
      <p:sp>
        <p:nvSpPr>
          <p:cNvPr id="429" name="object 429"/>
          <p:cNvSpPr/>
          <p:nvPr/>
        </p:nvSpPr>
        <p:spPr>
          <a:xfrm>
            <a:off x="5698986" y="1162132"/>
            <a:ext cx="0" cy="4083512"/>
          </a:xfrm>
          <a:custGeom>
            <a:avLst/>
            <a:gdLst/>
            <a:ahLst/>
            <a:cxnLst/>
            <a:rect l="l" t="t" r="r" b="b"/>
            <a:pathLst>
              <a:path h="6132830">
                <a:moveTo>
                  <a:pt x="0" y="0"/>
                </a:moveTo>
                <a:lnTo>
                  <a:pt x="0" y="6132703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/>
            <a:endParaRPr sz="1200">
              <a:solidFill>
                <a:prstClr val="black"/>
              </a:solidFill>
            </a:endParaRPr>
          </a:p>
        </p:txBody>
      </p:sp>
      <p:sp>
        <p:nvSpPr>
          <p:cNvPr id="430" name="object 430"/>
          <p:cNvSpPr/>
          <p:nvPr/>
        </p:nvSpPr>
        <p:spPr>
          <a:xfrm>
            <a:off x="6845500" y="1162132"/>
            <a:ext cx="0" cy="4091545"/>
          </a:xfrm>
          <a:custGeom>
            <a:avLst/>
            <a:gdLst/>
            <a:ahLst/>
            <a:cxnLst/>
            <a:rect l="l" t="t" r="r" b="b"/>
            <a:pathLst>
              <a:path h="6144895">
                <a:moveTo>
                  <a:pt x="0" y="0"/>
                </a:moveTo>
                <a:lnTo>
                  <a:pt x="0" y="6144348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/>
            <a:endParaRPr sz="1200">
              <a:solidFill>
                <a:prstClr val="black"/>
              </a:solidFill>
            </a:endParaRPr>
          </a:p>
        </p:txBody>
      </p:sp>
      <p:sp>
        <p:nvSpPr>
          <p:cNvPr id="431" name="object 431"/>
          <p:cNvSpPr/>
          <p:nvPr/>
        </p:nvSpPr>
        <p:spPr>
          <a:xfrm>
            <a:off x="1184383" y="2120947"/>
            <a:ext cx="0" cy="3695794"/>
          </a:xfrm>
          <a:custGeom>
            <a:avLst/>
            <a:gdLst/>
            <a:ahLst/>
            <a:cxnLst/>
            <a:rect l="l" t="t" r="r" b="b"/>
            <a:pathLst>
              <a:path h="5550534">
                <a:moveTo>
                  <a:pt x="0" y="0"/>
                </a:moveTo>
                <a:lnTo>
                  <a:pt x="0" y="5550344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32" name="object 432"/>
          <p:cNvSpPr/>
          <p:nvPr/>
        </p:nvSpPr>
        <p:spPr>
          <a:xfrm>
            <a:off x="60351" y="4186631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5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4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3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33" name="object 433"/>
          <p:cNvSpPr/>
          <p:nvPr/>
        </p:nvSpPr>
        <p:spPr>
          <a:xfrm>
            <a:off x="60351" y="4186631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5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5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4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34" name="object 434"/>
          <p:cNvSpPr/>
          <p:nvPr/>
        </p:nvSpPr>
        <p:spPr>
          <a:xfrm>
            <a:off x="60351" y="4642069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5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4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3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35" name="object 435"/>
          <p:cNvSpPr/>
          <p:nvPr/>
        </p:nvSpPr>
        <p:spPr>
          <a:xfrm>
            <a:off x="60351" y="4642069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5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5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4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36" name="object 436"/>
          <p:cNvSpPr/>
          <p:nvPr/>
        </p:nvSpPr>
        <p:spPr>
          <a:xfrm>
            <a:off x="60353" y="5097507"/>
            <a:ext cx="464336" cy="351356"/>
          </a:xfrm>
          <a:custGeom>
            <a:avLst/>
            <a:gdLst/>
            <a:ahLst/>
            <a:cxnLst/>
            <a:rect l="l" t="t" r="r" b="b"/>
            <a:pathLst>
              <a:path w="743585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4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3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37" name="object 437"/>
          <p:cNvSpPr/>
          <p:nvPr/>
        </p:nvSpPr>
        <p:spPr>
          <a:xfrm>
            <a:off x="60351" y="5097507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5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5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4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38" name="object 438"/>
          <p:cNvSpPr/>
          <p:nvPr/>
        </p:nvSpPr>
        <p:spPr>
          <a:xfrm>
            <a:off x="2330882" y="5073537"/>
            <a:ext cx="472268" cy="359812"/>
          </a:xfrm>
          <a:custGeom>
            <a:avLst/>
            <a:gdLst/>
            <a:ahLst/>
            <a:cxnLst/>
            <a:rect l="l" t="t" r="r" b="b"/>
            <a:pathLst>
              <a:path w="756285" h="540384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2" y="468475"/>
                </a:lnTo>
                <a:lnTo>
                  <a:pt x="1117" y="509557"/>
                </a:lnTo>
                <a:lnTo>
                  <a:pt x="30170" y="538856"/>
                </a:lnTo>
                <a:lnTo>
                  <a:pt x="683996" y="540003"/>
                </a:lnTo>
                <a:lnTo>
                  <a:pt x="707714" y="539864"/>
                </a:lnTo>
                <a:lnTo>
                  <a:pt x="746933" y="531062"/>
                </a:lnTo>
                <a:lnTo>
                  <a:pt x="755845" y="492085"/>
                </a:lnTo>
                <a:lnTo>
                  <a:pt x="755992" y="468475"/>
                </a:lnTo>
                <a:lnTo>
                  <a:pt x="755990" y="71534"/>
                </a:lnTo>
                <a:lnTo>
                  <a:pt x="754875" y="30438"/>
                </a:lnTo>
                <a:lnTo>
                  <a:pt x="725814" y="1146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39" name="object 439"/>
          <p:cNvSpPr/>
          <p:nvPr/>
        </p:nvSpPr>
        <p:spPr>
          <a:xfrm>
            <a:off x="2330882" y="5073537"/>
            <a:ext cx="472268" cy="359812"/>
          </a:xfrm>
          <a:custGeom>
            <a:avLst/>
            <a:gdLst/>
            <a:ahLst/>
            <a:cxnLst/>
            <a:rect l="l" t="t" r="r" b="b"/>
            <a:pathLst>
              <a:path w="756285" h="540384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0" y="467995"/>
                </a:lnTo>
                <a:lnTo>
                  <a:pt x="139" y="491717"/>
                </a:lnTo>
                <a:lnTo>
                  <a:pt x="8939" y="530942"/>
                </a:lnTo>
                <a:lnTo>
                  <a:pt x="47909" y="539856"/>
                </a:lnTo>
                <a:lnTo>
                  <a:pt x="683996" y="540004"/>
                </a:lnTo>
                <a:lnTo>
                  <a:pt x="707714" y="539864"/>
                </a:lnTo>
                <a:lnTo>
                  <a:pt x="746933" y="531062"/>
                </a:lnTo>
                <a:lnTo>
                  <a:pt x="755845" y="492085"/>
                </a:lnTo>
                <a:lnTo>
                  <a:pt x="755992" y="71996"/>
                </a:lnTo>
                <a:lnTo>
                  <a:pt x="755853" y="48276"/>
                </a:lnTo>
                <a:lnTo>
                  <a:pt x="747051" y="9057"/>
                </a:lnTo>
                <a:lnTo>
                  <a:pt x="708070" y="147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40" name="object 440"/>
          <p:cNvSpPr/>
          <p:nvPr/>
        </p:nvSpPr>
        <p:spPr>
          <a:xfrm>
            <a:off x="4039398" y="5073535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4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4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3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41" name="object 441"/>
          <p:cNvSpPr/>
          <p:nvPr/>
        </p:nvSpPr>
        <p:spPr>
          <a:xfrm>
            <a:off x="4039398" y="5073535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4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5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4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42" name="object 442"/>
          <p:cNvSpPr/>
          <p:nvPr/>
        </p:nvSpPr>
        <p:spPr>
          <a:xfrm>
            <a:off x="6332408" y="5073537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4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4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3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43" name="object 443"/>
          <p:cNvSpPr/>
          <p:nvPr/>
        </p:nvSpPr>
        <p:spPr>
          <a:xfrm>
            <a:off x="6332408" y="5073537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4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5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4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44" name="object 444"/>
          <p:cNvSpPr/>
          <p:nvPr/>
        </p:nvSpPr>
        <p:spPr>
          <a:xfrm>
            <a:off x="5747923" y="3299726"/>
            <a:ext cx="510318" cy="351356"/>
          </a:xfrm>
          <a:custGeom>
            <a:avLst/>
            <a:gdLst/>
            <a:ahLst/>
            <a:cxnLst/>
            <a:rect l="l" t="t" r="r" b="b"/>
            <a:pathLst>
              <a:path w="743584" h="52768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4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3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45" name="object 445"/>
          <p:cNvSpPr/>
          <p:nvPr/>
        </p:nvSpPr>
        <p:spPr>
          <a:xfrm>
            <a:off x="5747923" y="3299726"/>
            <a:ext cx="510318" cy="351356"/>
          </a:xfrm>
          <a:custGeom>
            <a:avLst/>
            <a:gdLst/>
            <a:ahLst/>
            <a:cxnLst/>
            <a:rect l="l" t="t" r="r" b="b"/>
            <a:pathLst>
              <a:path w="743584" h="52768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5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4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46" name="object 446"/>
          <p:cNvSpPr/>
          <p:nvPr/>
        </p:nvSpPr>
        <p:spPr>
          <a:xfrm>
            <a:off x="5747915" y="2844288"/>
            <a:ext cx="510318" cy="351356"/>
          </a:xfrm>
          <a:custGeom>
            <a:avLst/>
            <a:gdLst/>
            <a:ahLst/>
            <a:cxnLst/>
            <a:rect l="l" t="t" r="r" b="b"/>
            <a:pathLst>
              <a:path w="743584" h="52768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4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3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47" name="object 447"/>
          <p:cNvSpPr/>
          <p:nvPr/>
        </p:nvSpPr>
        <p:spPr>
          <a:xfrm>
            <a:off x="5747915" y="2844288"/>
            <a:ext cx="510318" cy="351356"/>
          </a:xfrm>
          <a:custGeom>
            <a:avLst/>
            <a:gdLst/>
            <a:ahLst/>
            <a:cxnLst/>
            <a:rect l="l" t="t" r="r" b="b"/>
            <a:pathLst>
              <a:path w="743584" h="52768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5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4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48" name="object 448"/>
          <p:cNvSpPr/>
          <p:nvPr/>
        </p:nvSpPr>
        <p:spPr>
          <a:xfrm>
            <a:off x="60353" y="5552944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5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4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3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2" y="61481"/>
                </a:lnTo>
                <a:lnTo>
                  <a:pt x="721844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49" name="object 449"/>
          <p:cNvSpPr/>
          <p:nvPr/>
        </p:nvSpPr>
        <p:spPr>
          <a:xfrm>
            <a:off x="60353" y="5552944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5" h="527684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5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4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2" y="61481"/>
                </a:lnTo>
                <a:lnTo>
                  <a:pt x="721844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50" name="object 450"/>
          <p:cNvSpPr txBox="1"/>
          <p:nvPr/>
        </p:nvSpPr>
        <p:spPr>
          <a:xfrm>
            <a:off x="96671" y="4200118"/>
            <a:ext cx="391772" cy="14151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esident’s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 smtClean="0">
                <a:solidFill>
                  <a:srgbClr val="231F20"/>
                </a:solidFill>
                <a:cs typeface="Calibri"/>
              </a:rPr>
              <a:t>Office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451" name="object 451"/>
          <p:cNvSpPr txBox="1"/>
          <p:nvPr/>
        </p:nvSpPr>
        <p:spPr>
          <a:xfrm>
            <a:off x="111566" y="4655586"/>
            <a:ext cx="362033" cy="27665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Sec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etariat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for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Eu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opean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Affairs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452" name="object 452"/>
          <p:cNvSpPr txBox="1"/>
          <p:nvPr/>
        </p:nvSpPr>
        <p:spPr>
          <a:xfrm>
            <a:off x="78864" y="5111057"/>
            <a:ext cx="409579" cy="6925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Compliance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453" name="object 453"/>
          <p:cNvSpPr txBox="1"/>
          <p:nvPr/>
        </p:nvSpPr>
        <p:spPr>
          <a:xfrm>
            <a:off x="2365605" y="5091319"/>
            <a:ext cx="402875" cy="2074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Deputy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esident’s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Office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454" name="object 454"/>
          <p:cNvSpPr txBox="1"/>
          <p:nvPr/>
        </p:nvSpPr>
        <p:spPr>
          <a:xfrm>
            <a:off x="4091988" y="5087108"/>
            <a:ext cx="359257" cy="20749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Boa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Membe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‘s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Office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455" name="object 455"/>
          <p:cNvSpPr txBox="1"/>
          <p:nvPr/>
        </p:nvSpPr>
        <p:spPr>
          <a:xfrm>
            <a:off x="6332409" y="5087108"/>
            <a:ext cx="411848" cy="20996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Boa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Membe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‘s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Office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456" name="object 456"/>
          <p:cNvSpPr txBox="1"/>
          <p:nvPr/>
        </p:nvSpPr>
        <p:spPr>
          <a:xfrm>
            <a:off x="5750995" y="3313330"/>
            <a:ext cx="503345" cy="2074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Rep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esentative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Office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New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Y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ork,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USA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457" name="object 457"/>
          <p:cNvSpPr txBox="1"/>
          <p:nvPr/>
        </p:nvSpPr>
        <p:spPr>
          <a:xfrm>
            <a:off x="5750499" y="2857775"/>
            <a:ext cx="504216" cy="2077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3" dirty="0">
                <a:solidFill>
                  <a:srgbClr val="231F20"/>
                </a:solidFill>
                <a:cs typeface="Calibri"/>
              </a:rPr>
              <a:t>Coo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rdinatio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n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of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 Rep</a:t>
            </a:r>
            <a:r>
              <a:rPr sz="600" spc="-1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esentativ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e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3" dirty="0" smtClean="0">
                <a:solidFill>
                  <a:srgbClr val="231F20"/>
                </a:solidFill>
                <a:cs typeface="Calibri"/>
              </a:rPr>
              <a:t>Offices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458" name="object 458"/>
          <p:cNvSpPr txBox="1"/>
          <p:nvPr/>
        </p:nvSpPr>
        <p:spPr>
          <a:xfrm>
            <a:off x="117160" y="5566431"/>
            <a:ext cx="350930" cy="13832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Resea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ch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Cent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e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464" name="object 464"/>
          <p:cNvSpPr/>
          <p:nvPr/>
        </p:nvSpPr>
        <p:spPr>
          <a:xfrm>
            <a:off x="5698996" y="3922956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65" name="object 465"/>
          <p:cNvSpPr/>
          <p:nvPr/>
        </p:nvSpPr>
        <p:spPr>
          <a:xfrm>
            <a:off x="5698996" y="3467518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66" name="object 466"/>
          <p:cNvSpPr/>
          <p:nvPr/>
        </p:nvSpPr>
        <p:spPr>
          <a:xfrm>
            <a:off x="5698987" y="3012081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67" name="object 467"/>
          <p:cNvSpPr/>
          <p:nvPr/>
        </p:nvSpPr>
        <p:spPr>
          <a:xfrm>
            <a:off x="5698987" y="5241329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68" name="object 468"/>
          <p:cNvSpPr/>
          <p:nvPr/>
        </p:nvSpPr>
        <p:spPr>
          <a:xfrm>
            <a:off x="5747915" y="5073537"/>
            <a:ext cx="510318" cy="351356"/>
          </a:xfrm>
          <a:custGeom>
            <a:avLst/>
            <a:gdLst/>
            <a:ahLst/>
            <a:cxnLst/>
            <a:rect l="l" t="t" r="r" b="b"/>
            <a:pathLst>
              <a:path w="743584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4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3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69" name="object 469"/>
          <p:cNvSpPr/>
          <p:nvPr/>
        </p:nvSpPr>
        <p:spPr>
          <a:xfrm>
            <a:off x="5747915" y="5073537"/>
            <a:ext cx="510318" cy="351356"/>
          </a:xfrm>
          <a:custGeom>
            <a:avLst/>
            <a:gdLst/>
            <a:ahLst/>
            <a:cxnLst/>
            <a:rect l="l" t="t" r="r" b="b"/>
            <a:pathLst>
              <a:path w="743584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5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4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70" name="object 470"/>
          <p:cNvSpPr/>
          <p:nvPr/>
        </p:nvSpPr>
        <p:spPr>
          <a:xfrm>
            <a:off x="5747915" y="3755164"/>
            <a:ext cx="510318" cy="351356"/>
          </a:xfrm>
          <a:custGeom>
            <a:avLst/>
            <a:gdLst/>
            <a:ahLst/>
            <a:cxnLst/>
            <a:rect l="l" t="t" r="r" b="b"/>
            <a:pathLst>
              <a:path w="743584" h="52768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4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3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71" name="object 471"/>
          <p:cNvSpPr/>
          <p:nvPr/>
        </p:nvSpPr>
        <p:spPr>
          <a:xfrm>
            <a:off x="5747915" y="3755164"/>
            <a:ext cx="510318" cy="351356"/>
          </a:xfrm>
          <a:custGeom>
            <a:avLst/>
            <a:gdLst/>
            <a:ahLst/>
            <a:cxnLst/>
            <a:rect l="l" t="t" r="r" b="b"/>
            <a:pathLst>
              <a:path w="743584" h="52768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5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4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472" name="object 472"/>
          <p:cNvSpPr txBox="1"/>
          <p:nvPr/>
        </p:nvSpPr>
        <p:spPr>
          <a:xfrm>
            <a:off x="5800512" y="5087022"/>
            <a:ext cx="394832" cy="2074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Boa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Membe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‘s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Office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473" name="object 473"/>
          <p:cNvSpPr txBox="1"/>
          <p:nvPr/>
        </p:nvSpPr>
        <p:spPr>
          <a:xfrm>
            <a:off x="5751026" y="3768663"/>
            <a:ext cx="503345" cy="2074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Rep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esentative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Office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3" dirty="0">
                <a:solidFill>
                  <a:srgbClr val="231F20"/>
                </a:solidFill>
                <a:cs typeface="Calibri"/>
              </a:rPr>
              <a:t>T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okyo,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Japan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479" name="object 479"/>
          <p:cNvSpPr/>
          <p:nvPr/>
        </p:nvSpPr>
        <p:spPr>
          <a:xfrm>
            <a:off x="288468" y="1258014"/>
            <a:ext cx="1132095" cy="0"/>
          </a:xfrm>
          <a:custGeom>
            <a:avLst/>
            <a:gdLst/>
            <a:ahLst/>
            <a:cxnLst/>
            <a:rect l="l" t="t" r="r" b="b"/>
            <a:pathLst>
              <a:path w="1812925">
                <a:moveTo>
                  <a:pt x="1812696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algn="ctr"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480" name="object 480"/>
          <p:cNvSpPr/>
          <p:nvPr/>
        </p:nvSpPr>
        <p:spPr>
          <a:xfrm>
            <a:off x="2000947" y="1258014"/>
            <a:ext cx="1132095" cy="0"/>
          </a:xfrm>
          <a:custGeom>
            <a:avLst/>
            <a:gdLst/>
            <a:ahLst/>
            <a:cxnLst/>
            <a:rect l="l" t="t" r="r" b="b"/>
            <a:pathLst>
              <a:path w="1812925">
                <a:moveTo>
                  <a:pt x="1812709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algn="ctr"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481" name="object 481"/>
          <p:cNvSpPr/>
          <p:nvPr/>
        </p:nvSpPr>
        <p:spPr>
          <a:xfrm>
            <a:off x="3705500" y="1258014"/>
            <a:ext cx="1132095" cy="0"/>
          </a:xfrm>
          <a:custGeom>
            <a:avLst/>
            <a:gdLst/>
            <a:ahLst/>
            <a:cxnLst/>
            <a:rect l="l" t="t" r="r" b="b"/>
            <a:pathLst>
              <a:path w="1812925">
                <a:moveTo>
                  <a:pt x="1812709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algn="ctr"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482" name="object 482"/>
          <p:cNvSpPr/>
          <p:nvPr/>
        </p:nvSpPr>
        <p:spPr>
          <a:xfrm>
            <a:off x="5414020" y="1258014"/>
            <a:ext cx="539678" cy="0"/>
          </a:xfrm>
          <a:custGeom>
            <a:avLst/>
            <a:gdLst/>
            <a:ahLst/>
            <a:cxnLst/>
            <a:rect l="l" t="t" r="r" b="b"/>
            <a:pathLst>
              <a:path w="864234">
                <a:moveTo>
                  <a:pt x="863993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algn="ctr"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483" name="object 483"/>
          <p:cNvSpPr/>
          <p:nvPr/>
        </p:nvSpPr>
        <p:spPr>
          <a:xfrm>
            <a:off x="6560531" y="1258014"/>
            <a:ext cx="1132095" cy="0"/>
          </a:xfrm>
          <a:custGeom>
            <a:avLst/>
            <a:gdLst/>
            <a:ahLst/>
            <a:cxnLst/>
            <a:rect l="l" t="t" r="r" b="b"/>
            <a:pathLst>
              <a:path w="1812925">
                <a:moveTo>
                  <a:pt x="1812683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algn="ctr"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484" name="object 484"/>
          <p:cNvSpPr/>
          <p:nvPr/>
        </p:nvSpPr>
        <p:spPr>
          <a:xfrm>
            <a:off x="8063403" y="782832"/>
            <a:ext cx="1026222" cy="375456"/>
          </a:xfrm>
          <a:custGeom>
            <a:avLst/>
            <a:gdLst/>
            <a:ahLst/>
            <a:cxnLst/>
            <a:rect l="l" t="t" r="r" b="b"/>
            <a:pathLst>
              <a:path w="1643380" h="563880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97649"/>
                </a:lnTo>
                <a:lnTo>
                  <a:pt x="219" y="501814"/>
                </a:lnTo>
                <a:lnTo>
                  <a:pt x="21448" y="548318"/>
                </a:lnTo>
                <a:lnTo>
                  <a:pt x="57757" y="562965"/>
                </a:lnTo>
                <a:lnTo>
                  <a:pt x="1577644" y="563295"/>
                </a:lnTo>
                <a:lnTo>
                  <a:pt x="1581809" y="563079"/>
                </a:lnTo>
                <a:lnTo>
                  <a:pt x="1628318" y="541855"/>
                </a:lnTo>
                <a:lnTo>
                  <a:pt x="1642971" y="505554"/>
                </a:lnTo>
                <a:lnTo>
                  <a:pt x="1643303" y="65646"/>
                </a:lnTo>
                <a:lnTo>
                  <a:pt x="1643083" y="61482"/>
                </a:lnTo>
                <a:lnTo>
                  <a:pt x="1621851" y="14982"/>
                </a:lnTo>
                <a:lnTo>
                  <a:pt x="1585549" y="331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algn="ctr" defTabSz="586533"/>
            <a:endParaRPr sz="700">
              <a:solidFill>
                <a:prstClr val="black"/>
              </a:solidFill>
            </a:endParaRPr>
          </a:p>
        </p:txBody>
      </p:sp>
      <p:sp>
        <p:nvSpPr>
          <p:cNvPr id="485" name="object 485"/>
          <p:cNvSpPr/>
          <p:nvPr/>
        </p:nvSpPr>
        <p:spPr>
          <a:xfrm>
            <a:off x="8063403" y="782832"/>
            <a:ext cx="1026222" cy="375456"/>
          </a:xfrm>
          <a:custGeom>
            <a:avLst/>
            <a:gdLst/>
            <a:ahLst/>
            <a:cxnLst/>
            <a:rect l="l" t="t" r="r" b="b"/>
            <a:pathLst>
              <a:path w="1643380" h="563880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97649"/>
                </a:lnTo>
                <a:lnTo>
                  <a:pt x="219" y="501814"/>
                </a:lnTo>
                <a:lnTo>
                  <a:pt x="21448" y="548318"/>
                </a:lnTo>
                <a:lnTo>
                  <a:pt x="57757" y="562965"/>
                </a:lnTo>
                <a:lnTo>
                  <a:pt x="1577644" y="563295"/>
                </a:lnTo>
                <a:lnTo>
                  <a:pt x="1581809" y="563079"/>
                </a:lnTo>
                <a:lnTo>
                  <a:pt x="1628318" y="541855"/>
                </a:lnTo>
                <a:lnTo>
                  <a:pt x="1642971" y="505554"/>
                </a:lnTo>
                <a:lnTo>
                  <a:pt x="1643303" y="65646"/>
                </a:lnTo>
                <a:lnTo>
                  <a:pt x="1643083" y="61482"/>
                </a:lnTo>
                <a:lnTo>
                  <a:pt x="1621851" y="14982"/>
                </a:lnTo>
                <a:lnTo>
                  <a:pt x="1585549" y="331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algn="ctr" defTabSz="586533"/>
            <a:endParaRPr sz="700">
              <a:solidFill>
                <a:prstClr val="black"/>
              </a:solidFill>
            </a:endParaRPr>
          </a:p>
        </p:txBody>
      </p:sp>
      <p:sp>
        <p:nvSpPr>
          <p:cNvPr id="486" name="object 486"/>
          <p:cNvSpPr txBox="1"/>
          <p:nvPr/>
        </p:nvSpPr>
        <p:spPr>
          <a:xfrm>
            <a:off x="8082040" y="811188"/>
            <a:ext cx="990975" cy="10772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algn="ctr" defTabSz="586533"/>
            <a:r>
              <a:rPr sz="700" spc="32" dirty="0">
                <a:solidFill>
                  <a:srgbClr val="231F20"/>
                </a:solidFill>
                <a:cs typeface="Calibri"/>
              </a:rPr>
              <a:t>A</a:t>
            </a:r>
            <a:r>
              <a:rPr sz="700" spc="10" dirty="0">
                <a:solidFill>
                  <a:srgbClr val="231F20"/>
                </a:solidFill>
                <a:cs typeface="Calibri"/>
              </a:rPr>
              <a:t>r</a:t>
            </a:r>
            <a:r>
              <a:rPr sz="700" spc="13" dirty="0">
                <a:solidFill>
                  <a:srgbClr val="231F20"/>
                </a:solidFill>
                <a:cs typeface="Calibri"/>
              </a:rPr>
              <a:t>ea</a:t>
            </a:r>
            <a:r>
              <a:rPr sz="700" spc="35" dirty="0">
                <a:solidFill>
                  <a:srgbClr val="231F20"/>
                </a:solidFill>
                <a:cs typeface="Calibri"/>
              </a:rPr>
              <a:t> </a:t>
            </a:r>
            <a:r>
              <a:rPr sz="700" spc="22" dirty="0">
                <a:solidFill>
                  <a:srgbClr val="231F20"/>
                </a:solidFill>
                <a:cs typeface="Calibri"/>
              </a:rPr>
              <a:t>VI</a:t>
            </a:r>
            <a:endParaRPr sz="7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487" name="object 487"/>
          <p:cNvSpPr txBox="1"/>
          <p:nvPr/>
        </p:nvSpPr>
        <p:spPr>
          <a:xfrm>
            <a:off x="8104398" y="1007644"/>
            <a:ext cx="968618" cy="1384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algn="ctr" defTabSz="586533"/>
            <a:r>
              <a:rPr sz="900" spc="16" dirty="0">
                <a:solidFill>
                  <a:srgbClr val="231F20"/>
                </a:solidFill>
                <a:cs typeface="Calibri"/>
              </a:rPr>
              <a:t>Dr</a:t>
            </a:r>
            <a:r>
              <a:rPr sz="900" spc="35" dirty="0">
                <a:solidFill>
                  <a:srgbClr val="231F20"/>
                </a:solidFill>
                <a:cs typeface="Calibri"/>
              </a:rPr>
              <a:t> </a:t>
            </a:r>
            <a:r>
              <a:rPr sz="900" spc="16" dirty="0">
                <a:solidFill>
                  <a:srgbClr val="231F20"/>
                </a:solidFill>
                <a:cs typeface="Calibri"/>
              </a:rPr>
              <a:t>Beermann</a:t>
            </a:r>
            <a:endParaRPr sz="9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488" name="object 488"/>
          <p:cNvSpPr/>
          <p:nvPr/>
        </p:nvSpPr>
        <p:spPr>
          <a:xfrm>
            <a:off x="6332407" y="1358122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4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8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489" name="object 489"/>
          <p:cNvSpPr/>
          <p:nvPr/>
        </p:nvSpPr>
        <p:spPr>
          <a:xfrm>
            <a:off x="6332407" y="1358122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4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9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490" name="object 490"/>
          <p:cNvSpPr/>
          <p:nvPr/>
        </p:nvSpPr>
        <p:spPr>
          <a:xfrm>
            <a:off x="8625408" y="1358124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4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8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491" name="object 491"/>
          <p:cNvSpPr/>
          <p:nvPr/>
        </p:nvSpPr>
        <p:spPr>
          <a:xfrm>
            <a:off x="8625408" y="1358124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4" h="10674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9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492" name="object 492"/>
          <p:cNvSpPr/>
          <p:nvPr/>
        </p:nvSpPr>
        <p:spPr>
          <a:xfrm>
            <a:off x="8063395" y="1358124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4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8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493" name="object 493"/>
          <p:cNvSpPr/>
          <p:nvPr/>
        </p:nvSpPr>
        <p:spPr>
          <a:xfrm>
            <a:off x="8063395" y="1358124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4" h="10674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9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494" name="object 494"/>
          <p:cNvSpPr/>
          <p:nvPr/>
        </p:nvSpPr>
        <p:spPr>
          <a:xfrm>
            <a:off x="6328440" y="1448012"/>
            <a:ext cx="472268" cy="0"/>
          </a:xfrm>
          <a:custGeom>
            <a:avLst/>
            <a:gdLst/>
            <a:ahLst/>
            <a:cxnLst/>
            <a:rect l="l" t="t" r="r" b="b"/>
            <a:pathLst>
              <a:path w="756284">
                <a:moveTo>
                  <a:pt x="0" y="0"/>
                </a:moveTo>
                <a:lnTo>
                  <a:pt x="756005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 b="1">
              <a:solidFill>
                <a:prstClr val="black"/>
              </a:solidFill>
            </a:endParaRPr>
          </a:p>
        </p:txBody>
      </p:sp>
      <p:sp>
        <p:nvSpPr>
          <p:cNvPr id="495" name="object 495"/>
          <p:cNvSpPr txBox="1"/>
          <p:nvPr/>
        </p:nvSpPr>
        <p:spPr>
          <a:xfrm>
            <a:off x="6411427" y="1371609"/>
            <a:ext cx="306122" cy="8079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7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700" b="1" spc="22" dirty="0">
                <a:solidFill>
                  <a:srgbClr val="231F20"/>
                </a:solidFill>
                <a:cs typeface="Calibri"/>
              </a:rPr>
              <a:t>C</a:t>
            </a:r>
            <a:endParaRPr sz="7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496" name="object 496"/>
          <p:cNvSpPr txBox="1"/>
          <p:nvPr/>
        </p:nvSpPr>
        <p:spPr>
          <a:xfrm>
            <a:off x="6351051" y="1451571"/>
            <a:ext cx="468103" cy="62324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900" b="1" spc="10" dirty="0" smtClean="0">
                <a:solidFill>
                  <a:srgbClr val="231F20"/>
                </a:solidFill>
                <a:cs typeface="Calibri"/>
              </a:rPr>
              <a:t>Cont</a:t>
            </a:r>
            <a:r>
              <a:rPr sz="900" b="1" dirty="0" smtClean="0">
                <a:solidFill>
                  <a:srgbClr val="231F20"/>
                </a:solidFill>
                <a:cs typeface="Calibri"/>
              </a:rPr>
              <a:t>r</a:t>
            </a:r>
            <a:r>
              <a:rPr sz="900" b="1" spc="10" dirty="0" smtClean="0">
                <a:solidFill>
                  <a:srgbClr val="231F20"/>
                </a:solidFill>
                <a:cs typeface="Calibri"/>
              </a:rPr>
              <a:t>olling</a:t>
            </a:r>
            <a:r>
              <a:rPr lang="de-DE" sz="900" b="1" spc="10" dirty="0" smtClean="0">
                <a:solidFill>
                  <a:srgbClr val="231F20"/>
                </a:solidFill>
                <a:cs typeface="Calibri"/>
              </a:rPr>
              <a:t> </a:t>
            </a:r>
            <a:r>
              <a:rPr sz="900" b="1" spc="22" dirty="0" smtClean="0">
                <a:solidFill>
                  <a:srgbClr val="231F20"/>
                </a:solidFill>
                <a:cs typeface="Calibri"/>
              </a:rPr>
              <a:t>A</a:t>
            </a:r>
            <a:r>
              <a:rPr sz="900" b="1" spc="13" dirty="0" smtClean="0">
                <a:solidFill>
                  <a:srgbClr val="231F20"/>
                </a:solidFill>
                <a:cs typeface="Calibri"/>
              </a:rPr>
              <a:t>ccount</a:t>
            </a:r>
            <a:r>
              <a:rPr lang="de-DE" sz="900" b="1" spc="13" dirty="0" smtClean="0">
                <a:solidFill>
                  <a:srgbClr val="231F20"/>
                </a:solidFill>
                <a:cs typeface="Calibri"/>
              </a:rPr>
              <a:t>-</a:t>
            </a:r>
            <a:r>
              <a:rPr sz="900" b="1" spc="13" dirty="0" err="1" smtClean="0">
                <a:solidFill>
                  <a:srgbClr val="231F20"/>
                </a:solidFill>
                <a:cs typeface="Calibri"/>
              </a:rPr>
              <a:t>ing</a:t>
            </a:r>
            <a:r>
              <a:rPr lang="de-DE" sz="900" b="1" spc="19" dirty="0" smtClean="0">
                <a:solidFill>
                  <a:srgbClr val="231F20"/>
                </a:solidFill>
                <a:cs typeface="Calibri"/>
              </a:rPr>
              <a:t>,</a:t>
            </a:r>
            <a:r>
              <a:rPr sz="900" b="1" spc="3" dirty="0" smtClean="0">
                <a:solidFill>
                  <a:srgbClr val="231F20"/>
                </a:solidFill>
                <a:cs typeface="Calibri"/>
              </a:rPr>
              <a:t> </a:t>
            </a:r>
            <a:r>
              <a:rPr sz="900" b="1" spc="10" dirty="0">
                <a:solidFill>
                  <a:srgbClr val="231F20"/>
                </a:solidFill>
                <a:cs typeface="Calibri"/>
              </a:rPr>
              <a:t>O</a:t>
            </a:r>
            <a:r>
              <a:rPr sz="900" b="1" dirty="0">
                <a:solidFill>
                  <a:srgbClr val="231F20"/>
                </a:solidFill>
                <a:cs typeface="Calibri"/>
              </a:rPr>
              <a:t>r</a:t>
            </a:r>
            <a:r>
              <a:rPr sz="900" b="1" spc="10" dirty="0">
                <a:solidFill>
                  <a:srgbClr val="231F20"/>
                </a:solidFill>
                <a:cs typeface="Calibri"/>
              </a:rPr>
              <a:t>ganisation</a:t>
            </a:r>
            <a:endParaRPr sz="9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497" name="object 497"/>
          <p:cNvSpPr/>
          <p:nvPr/>
        </p:nvSpPr>
        <p:spPr>
          <a:xfrm>
            <a:off x="8621442" y="1448012"/>
            <a:ext cx="472268" cy="0"/>
          </a:xfrm>
          <a:custGeom>
            <a:avLst/>
            <a:gdLst/>
            <a:ahLst/>
            <a:cxnLst/>
            <a:rect l="l" t="t" r="r" b="b"/>
            <a:pathLst>
              <a:path w="756284">
                <a:moveTo>
                  <a:pt x="0" y="0"/>
                </a:moveTo>
                <a:lnTo>
                  <a:pt x="756005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 b="1">
              <a:solidFill>
                <a:prstClr val="black"/>
              </a:solidFill>
            </a:endParaRPr>
          </a:p>
        </p:txBody>
      </p:sp>
      <p:sp>
        <p:nvSpPr>
          <p:cNvPr id="498" name="object 498"/>
          <p:cNvSpPr txBox="1"/>
          <p:nvPr/>
        </p:nvSpPr>
        <p:spPr>
          <a:xfrm>
            <a:off x="8690272" y="1371609"/>
            <a:ext cx="334672" cy="807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7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700" b="1" spc="16" dirty="0">
                <a:solidFill>
                  <a:srgbClr val="231F20"/>
                </a:solidFill>
                <a:cs typeface="Calibri"/>
              </a:rPr>
              <a:t>Vb</a:t>
            </a:r>
            <a:endParaRPr sz="7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499" name="object 499"/>
          <p:cNvSpPr txBox="1"/>
          <p:nvPr/>
        </p:nvSpPr>
        <p:spPr>
          <a:xfrm>
            <a:off x="8644052" y="1451571"/>
            <a:ext cx="448801" cy="41549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900" b="1" spc="10" dirty="0">
                <a:solidFill>
                  <a:srgbClr val="231F20"/>
                </a:solidFill>
                <a:cs typeface="Calibri"/>
              </a:rPr>
              <a:t>Administ</a:t>
            </a:r>
            <a:r>
              <a:rPr sz="900" b="1" dirty="0">
                <a:solidFill>
                  <a:srgbClr val="231F20"/>
                </a:solidFill>
                <a:cs typeface="Calibri"/>
              </a:rPr>
              <a:t>r</a:t>
            </a:r>
            <a:r>
              <a:rPr sz="900" b="1" spc="10" dirty="0">
                <a:solidFill>
                  <a:srgbClr val="231F20"/>
                </a:solidFill>
                <a:cs typeface="Calibri"/>
              </a:rPr>
              <a:t>ation</a:t>
            </a:r>
            <a:r>
              <a:rPr sz="900" b="1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900" b="1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9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900" b="1" spc="6" dirty="0">
                <a:solidFill>
                  <a:srgbClr val="231F20"/>
                </a:solidFill>
                <a:cs typeface="Calibri"/>
              </a:rPr>
              <a:t>P</a:t>
            </a:r>
            <a:r>
              <a:rPr sz="900" b="1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900" b="1" spc="6" dirty="0">
                <a:solidFill>
                  <a:srgbClr val="231F20"/>
                </a:solidFill>
                <a:cs typeface="Calibri"/>
              </a:rPr>
              <a:t>emises</a:t>
            </a:r>
            <a:endParaRPr sz="9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500" name="object 500"/>
          <p:cNvSpPr/>
          <p:nvPr/>
        </p:nvSpPr>
        <p:spPr>
          <a:xfrm>
            <a:off x="8059431" y="1448012"/>
            <a:ext cx="472268" cy="0"/>
          </a:xfrm>
          <a:custGeom>
            <a:avLst/>
            <a:gdLst/>
            <a:ahLst/>
            <a:cxnLst/>
            <a:rect l="l" t="t" r="r" b="b"/>
            <a:pathLst>
              <a:path w="756284">
                <a:moveTo>
                  <a:pt x="0" y="0"/>
                </a:moveTo>
                <a:lnTo>
                  <a:pt x="756005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 b="1">
              <a:solidFill>
                <a:prstClr val="black"/>
              </a:solidFill>
            </a:endParaRPr>
          </a:p>
        </p:txBody>
      </p:sp>
      <p:sp>
        <p:nvSpPr>
          <p:cNvPr id="501" name="object 501"/>
          <p:cNvSpPr txBox="1"/>
          <p:nvPr/>
        </p:nvSpPr>
        <p:spPr>
          <a:xfrm>
            <a:off x="8143512" y="1371609"/>
            <a:ext cx="304139" cy="8079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7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700" b="1" spc="10" dirty="0">
                <a:solidFill>
                  <a:srgbClr val="231F20"/>
                </a:solidFill>
                <a:cs typeface="Calibri"/>
              </a:rPr>
              <a:t>P</a:t>
            </a:r>
            <a:endParaRPr sz="7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502" name="object 502"/>
          <p:cNvSpPr txBox="1"/>
          <p:nvPr/>
        </p:nvSpPr>
        <p:spPr>
          <a:xfrm>
            <a:off x="8082039" y="1451571"/>
            <a:ext cx="449489" cy="31162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900" b="1" spc="13" dirty="0">
                <a:solidFill>
                  <a:srgbClr val="231F20"/>
                </a:solidFill>
                <a:cs typeface="Calibri"/>
              </a:rPr>
              <a:t>Human</a:t>
            </a:r>
            <a:r>
              <a:rPr sz="9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900" b="1" spc="10" dirty="0">
                <a:solidFill>
                  <a:srgbClr val="231F20"/>
                </a:solidFill>
                <a:cs typeface="Calibri"/>
              </a:rPr>
              <a:t>Resou</a:t>
            </a:r>
            <a:r>
              <a:rPr sz="900" b="1" dirty="0">
                <a:solidFill>
                  <a:srgbClr val="231F20"/>
                </a:solidFill>
                <a:cs typeface="Calibri"/>
              </a:rPr>
              <a:t>r</a:t>
            </a:r>
            <a:r>
              <a:rPr sz="900" b="1" spc="6" dirty="0">
                <a:solidFill>
                  <a:srgbClr val="231F20"/>
                </a:solidFill>
                <a:cs typeface="Calibri"/>
              </a:rPr>
              <a:t>ces</a:t>
            </a:r>
            <a:endParaRPr sz="9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506" name="object 506"/>
          <p:cNvSpPr/>
          <p:nvPr/>
        </p:nvSpPr>
        <p:spPr>
          <a:xfrm>
            <a:off x="6377376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07" name="object 507"/>
          <p:cNvSpPr/>
          <p:nvPr/>
        </p:nvSpPr>
        <p:spPr>
          <a:xfrm>
            <a:off x="6377376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08" name="object 508"/>
          <p:cNvSpPr/>
          <p:nvPr/>
        </p:nvSpPr>
        <p:spPr>
          <a:xfrm>
            <a:off x="8670378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09" name="object 509"/>
          <p:cNvSpPr/>
          <p:nvPr/>
        </p:nvSpPr>
        <p:spPr>
          <a:xfrm>
            <a:off x="8670378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10" name="object 510"/>
          <p:cNvSpPr/>
          <p:nvPr/>
        </p:nvSpPr>
        <p:spPr>
          <a:xfrm>
            <a:off x="8108366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11" name="object 511"/>
          <p:cNvSpPr/>
          <p:nvPr/>
        </p:nvSpPr>
        <p:spPr>
          <a:xfrm>
            <a:off x="8108366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12" name="object 512"/>
          <p:cNvSpPr/>
          <p:nvPr/>
        </p:nvSpPr>
        <p:spPr>
          <a:xfrm>
            <a:off x="6377376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13" name="object 513"/>
          <p:cNvSpPr/>
          <p:nvPr/>
        </p:nvSpPr>
        <p:spPr>
          <a:xfrm>
            <a:off x="6377376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14" name="object 514"/>
          <p:cNvSpPr/>
          <p:nvPr/>
        </p:nvSpPr>
        <p:spPr>
          <a:xfrm>
            <a:off x="8670378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15" name="object 515"/>
          <p:cNvSpPr/>
          <p:nvPr/>
        </p:nvSpPr>
        <p:spPr>
          <a:xfrm>
            <a:off x="8670378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16" name="object 516"/>
          <p:cNvSpPr/>
          <p:nvPr/>
        </p:nvSpPr>
        <p:spPr>
          <a:xfrm>
            <a:off x="8108366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17" name="object 517"/>
          <p:cNvSpPr/>
          <p:nvPr/>
        </p:nvSpPr>
        <p:spPr>
          <a:xfrm>
            <a:off x="8108366" y="284428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18" name="object 518"/>
          <p:cNvSpPr/>
          <p:nvPr/>
        </p:nvSpPr>
        <p:spPr>
          <a:xfrm>
            <a:off x="6377376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19" name="object 519"/>
          <p:cNvSpPr/>
          <p:nvPr/>
        </p:nvSpPr>
        <p:spPr>
          <a:xfrm>
            <a:off x="6377376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20" name="object 520"/>
          <p:cNvSpPr/>
          <p:nvPr/>
        </p:nvSpPr>
        <p:spPr>
          <a:xfrm>
            <a:off x="8670378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21" name="object 521"/>
          <p:cNvSpPr/>
          <p:nvPr/>
        </p:nvSpPr>
        <p:spPr>
          <a:xfrm>
            <a:off x="8670378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22" name="object 522"/>
          <p:cNvSpPr/>
          <p:nvPr/>
        </p:nvSpPr>
        <p:spPr>
          <a:xfrm>
            <a:off x="8108366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23" name="object 523"/>
          <p:cNvSpPr/>
          <p:nvPr/>
        </p:nvSpPr>
        <p:spPr>
          <a:xfrm>
            <a:off x="8108366" y="3515460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24" name="object 524"/>
          <p:cNvSpPr/>
          <p:nvPr/>
        </p:nvSpPr>
        <p:spPr>
          <a:xfrm>
            <a:off x="6373410" y="2263005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25" name="object 525"/>
          <p:cNvSpPr txBox="1"/>
          <p:nvPr/>
        </p:nvSpPr>
        <p:spPr>
          <a:xfrm>
            <a:off x="6461087" y="2186603"/>
            <a:ext cx="251797" cy="692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22" dirty="0">
                <a:solidFill>
                  <a:srgbClr val="231F20"/>
                </a:solidFill>
                <a:cs typeface="Calibri"/>
              </a:rPr>
              <a:t>C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1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526" name="object 526"/>
          <p:cNvSpPr txBox="1"/>
          <p:nvPr/>
        </p:nvSpPr>
        <p:spPr>
          <a:xfrm>
            <a:off x="6391377" y="2266565"/>
            <a:ext cx="391376" cy="34582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Corpo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ate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Cont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olling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S</a:t>
            </a:r>
            <a:r>
              <a:rPr sz="600" dirty="0">
                <a:solidFill>
                  <a:srgbClr val="231F20"/>
                </a:solidFill>
                <a:cs typeface="Calibri"/>
              </a:rPr>
              <a:t>t</a:t>
            </a:r>
            <a:r>
              <a:rPr sz="600" spc="-6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ategic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Planning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527" name="object 527"/>
          <p:cNvSpPr/>
          <p:nvPr/>
        </p:nvSpPr>
        <p:spPr>
          <a:xfrm>
            <a:off x="8666410" y="2263006"/>
            <a:ext cx="42746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28" name="object 528"/>
          <p:cNvSpPr txBox="1"/>
          <p:nvPr/>
        </p:nvSpPr>
        <p:spPr>
          <a:xfrm>
            <a:off x="8739932" y="2186605"/>
            <a:ext cx="280347" cy="6925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Vb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1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529" name="object 529"/>
          <p:cNvSpPr txBox="1"/>
          <p:nvPr/>
        </p:nvSpPr>
        <p:spPr>
          <a:xfrm>
            <a:off x="8690272" y="2266567"/>
            <a:ext cx="388994" cy="13832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Inf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astructu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e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530" name="object 530"/>
          <p:cNvSpPr txBox="1"/>
          <p:nvPr/>
        </p:nvSpPr>
        <p:spPr>
          <a:xfrm>
            <a:off x="8130336" y="2186604"/>
            <a:ext cx="375515" cy="34624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Office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for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Human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Resou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ces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olicy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Issues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531" name="object 531"/>
          <p:cNvSpPr/>
          <p:nvPr/>
        </p:nvSpPr>
        <p:spPr>
          <a:xfrm>
            <a:off x="6373410" y="2934177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32" name="object 532"/>
          <p:cNvSpPr txBox="1"/>
          <p:nvPr/>
        </p:nvSpPr>
        <p:spPr>
          <a:xfrm>
            <a:off x="6461087" y="2857775"/>
            <a:ext cx="251797" cy="69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22" dirty="0">
                <a:solidFill>
                  <a:srgbClr val="231F20"/>
                </a:solidFill>
                <a:cs typeface="Calibri"/>
              </a:rPr>
              <a:t>C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2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533" name="object 533"/>
          <p:cNvSpPr txBox="1"/>
          <p:nvPr/>
        </p:nvSpPr>
        <p:spPr>
          <a:xfrm>
            <a:off x="6373410" y="2937737"/>
            <a:ext cx="423496" cy="692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22" dirty="0">
                <a:solidFill>
                  <a:srgbClr val="231F20"/>
                </a:solidFill>
                <a:cs typeface="Calibri"/>
              </a:rPr>
              <a:t>A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ccounting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534" name="object 534"/>
          <p:cNvSpPr/>
          <p:nvPr/>
        </p:nvSpPr>
        <p:spPr>
          <a:xfrm>
            <a:off x="8666410" y="2934178"/>
            <a:ext cx="42746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35" name="object 535"/>
          <p:cNvSpPr txBox="1"/>
          <p:nvPr/>
        </p:nvSpPr>
        <p:spPr>
          <a:xfrm>
            <a:off x="8739932" y="2857775"/>
            <a:ext cx="280347" cy="691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Vb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2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536" name="object 536"/>
          <p:cNvSpPr txBox="1"/>
          <p:nvPr/>
        </p:nvSpPr>
        <p:spPr>
          <a:xfrm>
            <a:off x="8667375" y="2938911"/>
            <a:ext cx="425478" cy="41498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-16" dirty="0">
                <a:solidFill>
                  <a:srgbClr val="231F20"/>
                </a:solidFill>
                <a:cs typeface="Calibri"/>
              </a:rPr>
              <a:t>Qualit</a:t>
            </a:r>
            <a:r>
              <a:rPr sz="600" spc="-38" dirty="0">
                <a:solidFill>
                  <a:srgbClr val="231F20"/>
                </a:solidFill>
                <a:cs typeface="Calibri"/>
              </a:rPr>
              <a:t>y</a:t>
            </a:r>
            <a:r>
              <a:rPr sz="600" spc="-6" dirty="0">
                <a:solidFill>
                  <a:srgbClr val="231F20"/>
                </a:solidFill>
                <a:cs typeface="Calibri"/>
              </a:rPr>
              <a:t>,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9" dirty="0">
                <a:solidFill>
                  <a:srgbClr val="231F20"/>
                </a:solidFill>
                <a:cs typeface="Calibri"/>
              </a:rPr>
              <a:t>Resource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3" dirty="0">
                <a:solidFill>
                  <a:srgbClr val="231F20"/>
                </a:solidFill>
                <a:cs typeface="Calibri"/>
              </a:rPr>
              <a:t>and Change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9" dirty="0">
                <a:solidFill>
                  <a:srgbClr val="231F20"/>
                </a:solidFill>
                <a:cs typeface="Calibri"/>
              </a:rPr>
              <a:t>Management;</a:t>
            </a:r>
            <a:r>
              <a:rPr sz="600" spc="-10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3" dirty="0">
                <a:solidFill>
                  <a:srgbClr val="231F20"/>
                </a:solidFill>
                <a:cs typeface="Calibri"/>
              </a:rPr>
              <a:t>Housing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9" dirty="0">
                <a:solidFill>
                  <a:srgbClr val="231F20"/>
                </a:solidFill>
                <a:cs typeface="Calibri"/>
              </a:rPr>
              <a:t>Management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537" name="object 537"/>
          <p:cNvSpPr/>
          <p:nvPr/>
        </p:nvSpPr>
        <p:spPr>
          <a:xfrm>
            <a:off x="8104398" y="2934178"/>
            <a:ext cx="42746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38" name="object 538"/>
          <p:cNvSpPr txBox="1"/>
          <p:nvPr/>
        </p:nvSpPr>
        <p:spPr>
          <a:xfrm>
            <a:off x="8193169" y="2857775"/>
            <a:ext cx="249814" cy="691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1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539" name="object 539"/>
          <p:cNvSpPr txBox="1"/>
          <p:nvPr/>
        </p:nvSpPr>
        <p:spPr>
          <a:xfrm>
            <a:off x="8124981" y="2937737"/>
            <a:ext cx="386221" cy="27665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3" dirty="0">
                <a:solidFill>
                  <a:srgbClr val="231F20"/>
                </a:solidFill>
                <a:cs typeface="Calibri"/>
              </a:rPr>
              <a:t>Human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Resou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ces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Management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540" name="object 540"/>
          <p:cNvSpPr/>
          <p:nvPr/>
        </p:nvSpPr>
        <p:spPr>
          <a:xfrm>
            <a:off x="6373410" y="3605348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41" name="object 541"/>
          <p:cNvSpPr txBox="1"/>
          <p:nvPr/>
        </p:nvSpPr>
        <p:spPr>
          <a:xfrm>
            <a:off x="6461087" y="3528947"/>
            <a:ext cx="251797" cy="69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22" dirty="0">
                <a:solidFill>
                  <a:srgbClr val="231F20"/>
                </a:solidFill>
                <a:cs typeface="Calibri"/>
              </a:rPr>
              <a:t>C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3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542" name="object 542"/>
          <p:cNvSpPr txBox="1"/>
          <p:nvPr/>
        </p:nvSpPr>
        <p:spPr>
          <a:xfrm>
            <a:off x="6391377" y="3608909"/>
            <a:ext cx="405529" cy="13849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O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ganisation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543" name="object 543"/>
          <p:cNvSpPr/>
          <p:nvPr/>
        </p:nvSpPr>
        <p:spPr>
          <a:xfrm>
            <a:off x="8666410" y="3605349"/>
            <a:ext cx="42746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44" name="object 544"/>
          <p:cNvSpPr txBox="1"/>
          <p:nvPr/>
        </p:nvSpPr>
        <p:spPr>
          <a:xfrm>
            <a:off x="8739932" y="3528947"/>
            <a:ext cx="280347" cy="691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Vb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3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545" name="object 545"/>
          <p:cNvSpPr txBox="1"/>
          <p:nvPr/>
        </p:nvSpPr>
        <p:spPr>
          <a:xfrm>
            <a:off x="8666411" y="3608908"/>
            <a:ext cx="412856" cy="34582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Cent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alised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Construction Management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546" name="object 546"/>
          <p:cNvSpPr/>
          <p:nvPr/>
        </p:nvSpPr>
        <p:spPr>
          <a:xfrm>
            <a:off x="8104398" y="3605349"/>
            <a:ext cx="42746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47" name="object 547"/>
          <p:cNvSpPr txBox="1"/>
          <p:nvPr/>
        </p:nvSpPr>
        <p:spPr>
          <a:xfrm>
            <a:off x="8193169" y="3528947"/>
            <a:ext cx="249814" cy="691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2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548" name="object 548"/>
          <p:cNvSpPr txBox="1"/>
          <p:nvPr/>
        </p:nvSpPr>
        <p:spPr>
          <a:xfrm>
            <a:off x="8124983" y="3608908"/>
            <a:ext cx="402751" cy="41549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Internal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S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taff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Services,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Compensation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ensions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558" name="object 558"/>
          <p:cNvSpPr/>
          <p:nvPr/>
        </p:nvSpPr>
        <p:spPr>
          <a:xfrm>
            <a:off x="6328449" y="2456534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59" name="object 559"/>
          <p:cNvSpPr/>
          <p:nvPr/>
        </p:nvSpPr>
        <p:spPr>
          <a:xfrm>
            <a:off x="8621450" y="2456534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60" name="object 560"/>
          <p:cNvSpPr/>
          <p:nvPr/>
        </p:nvSpPr>
        <p:spPr>
          <a:xfrm>
            <a:off x="8059438" y="2456534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61" name="object 561"/>
          <p:cNvSpPr/>
          <p:nvPr/>
        </p:nvSpPr>
        <p:spPr>
          <a:xfrm>
            <a:off x="6328449" y="3127704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62" name="object 562"/>
          <p:cNvSpPr/>
          <p:nvPr/>
        </p:nvSpPr>
        <p:spPr>
          <a:xfrm>
            <a:off x="8621450" y="3127705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63" name="object 563"/>
          <p:cNvSpPr/>
          <p:nvPr/>
        </p:nvSpPr>
        <p:spPr>
          <a:xfrm>
            <a:off x="8059438" y="3127705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64" name="object 564"/>
          <p:cNvSpPr/>
          <p:nvPr/>
        </p:nvSpPr>
        <p:spPr>
          <a:xfrm>
            <a:off x="6328449" y="3798876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65" name="object 565"/>
          <p:cNvSpPr/>
          <p:nvPr/>
        </p:nvSpPr>
        <p:spPr>
          <a:xfrm>
            <a:off x="8621450" y="3798877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66" name="object 566"/>
          <p:cNvSpPr/>
          <p:nvPr/>
        </p:nvSpPr>
        <p:spPr>
          <a:xfrm>
            <a:off x="8059438" y="3798877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67" name="object 567"/>
          <p:cNvSpPr/>
          <p:nvPr/>
        </p:nvSpPr>
        <p:spPr>
          <a:xfrm>
            <a:off x="8531529" y="5244858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68" name="object 568"/>
          <p:cNvSpPr/>
          <p:nvPr/>
        </p:nvSpPr>
        <p:spPr>
          <a:xfrm>
            <a:off x="8576482" y="4357953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69" name="object 569"/>
          <p:cNvSpPr/>
          <p:nvPr/>
        </p:nvSpPr>
        <p:spPr>
          <a:xfrm>
            <a:off x="6800540" y="4377162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70" name="object 570"/>
          <p:cNvSpPr/>
          <p:nvPr/>
        </p:nvSpPr>
        <p:spPr>
          <a:xfrm>
            <a:off x="6564485" y="1258013"/>
            <a:ext cx="0" cy="95978"/>
          </a:xfrm>
          <a:custGeom>
            <a:avLst/>
            <a:gdLst/>
            <a:ahLst/>
            <a:cxnLst/>
            <a:rect l="l" t="t" r="r" b="b"/>
            <a:pathLst>
              <a:path h="144144">
                <a:moveTo>
                  <a:pt x="0" y="0"/>
                </a:moveTo>
                <a:lnTo>
                  <a:pt x="0" y="144005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571" name="object 571"/>
          <p:cNvSpPr/>
          <p:nvPr/>
        </p:nvSpPr>
        <p:spPr>
          <a:xfrm>
            <a:off x="8857487" y="1258013"/>
            <a:ext cx="0" cy="95978"/>
          </a:xfrm>
          <a:custGeom>
            <a:avLst/>
            <a:gdLst/>
            <a:ahLst/>
            <a:cxnLst/>
            <a:rect l="l" t="t" r="r" b="b"/>
            <a:pathLst>
              <a:path h="144144">
                <a:moveTo>
                  <a:pt x="0" y="0"/>
                </a:moveTo>
                <a:lnTo>
                  <a:pt x="0" y="144005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572" name="object 572"/>
          <p:cNvSpPr/>
          <p:nvPr/>
        </p:nvSpPr>
        <p:spPr>
          <a:xfrm>
            <a:off x="8295474" y="1253785"/>
            <a:ext cx="0" cy="100206"/>
          </a:xfrm>
          <a:custGeom>
            <a:avLst/>
            <a:gdLst/>
            <a:ahLst/>
            <a:cxnLst/>
            <a:rect l="l" t="t" r="r" b="b"/>
            <a:pathLst>
              <a:path h="150494">
                <a:moveTo>
                  <a:pt x="0" y="0"/>
                </a:moveTo>
                <a:lnTo>
                  <a:pt x="0" y="150355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573" name="object 573"/>
          <p:cNvSpPr/>
          <p:nvPr/>
        </p:nvSpPr>
        <p:spPr>
          <a:xfrm>
            <a:off x="6560520" y="2073006"/>
            <a:ext cx="0" cy="48200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199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574" name="object 574"/>
          <p:cNvSpPr/>
          <p:nvPr/>
        </p:nvSpPr>
        <p:spPr>
          <a:xfrm>
            <a:off x="8853522" y="2073006"/>
            <a:ext cx="0" cy="48200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199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575" name="object 575"/>
          <p:cNvSpPr/>
          <p:nvPr/>
        </p:nvSpPr>
        <p:spPr>
          <a:xfrm>
            <a:off x="8291509" y="2073006"/>
            <a:ext cx="0" cy="48200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199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576" name="object 576"/>
          <p:cNvSpPr/>
          <p:nvPr/>
        </p:nvSpPr>
        <p:spPr>
          <a:xfrm>
            <a:off x="6328439" y="2120947"/>
            <a:ext cx="236332" cy="0"/>
          </a:xfrm>
          <a:custGeom>
            <a:avLst/>
            <a:gdLst/>
            <a:ahLst/>
            <a:cxnLst/>
            <a:rect l="l" t="t" r="r" b="b"/>
            <a:pathLst>
              <a:path w="378459">
                <a:moveTo>
                  <a:pt x="378002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577" name="object 577"/>
          <p:cNvSpPr/>
          <p:nvPr/>
        </p:nvSpPr>
        <p:spPr>
          <a:xfrm>
            <a:off x="8621439" y="2120947"/>
            <a:ext cx="236332" cy="0"/>
          </a:xfrm>
          <a:custGeom>
            <a:avLst/>
            <a:gdLst/>
            <a:ahLst/>
            <a:cxnLst/>
            <a:rect l="l" t="t" r="r" b="b"/>
            <a:pathLst>
              <a:path w="378459">
                <a:moveTo>
                  <a:pt x="378002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578" name="object 578"/>
          <p:cNvSpPr/>
          <p:nvPr/>
        </p:nvSpPr>
        <p:spPr>
          <a:xfrm>
            <a:off x="8059429" y="2120947"/>
            <a:ext cx="236332" cy="0"/>
          </a:xfrm>
          <a:custGeom>
            <a:avLst/>
            <a:gdLst/>
            <a:ahLst/>
            <a:cxnLst/>
            <a:rect l="l" t="t" r="r" b="b"/>
            <a:pathLst>
              <a:path w="378459">
                <a:moveTo>
                  <a:pt x="378015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579" name="object 579"/>
          <p:cNvSpPr/>
          <p:nvPr/>
        </p:nvSpPr>
        <p:spPr>
          <a:xfrm>
            <a:off x="6332405" y="2120947"/>
            <a:ext cx="0" cy="1678138"/>
          </a:xfrm>
          <a:custGeom>
            <a:avLst/>
            <a:gdLst/>
            <a:ahLst/>
            <a:cxnLst/>
            <a:rect l="l" t="t" r="r" b="b"/>
            <a:pathLst>
              <a:path h="2520315">
                <a:moveTo>
                  <a:pt x="0" y="0"/>
                </a:moveTo>
                <a:lnTo>
                  <a:pt x="0" y="2519997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80" name="object 580"/>
          <p:cNvSpPr/>
          <p:nvPr/>
        </p:nvSpPr>
        <p:spPr>
          <a:xfrm>
            <a:off x="8625406" y="2120949"/>
            <a:ext cx="0" cy="1678138"/>
          </a:xfrm>
          <a:custGeom>
            <a:avLst/>
            <a:gdLst/>
            <a:ahLst/>
            <a:cxnLst/>
            <a:rect l="l" t="t" r="r" b="b"/>
            <a:pathLst>
              <a:path h="2520315">
                <a:moveTo>
                  <a:pt x="0" y="0"/>
                </a:moveTo>
                <a:lnTo>
                  <a:pt x="0" y="2519997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81" name="object 581"/>
          <p:cNvSpPr/>
          <p:nvPr/>
        </p:nvSpPr>
        <p:spPr>
          <a:xfrm>
            <a:off x="8063411" y="2125175"/>
            <a:ext cx="0" cy="1678138"/>
          </a:xfrm>
          <a:custGeom>
            <a:avLst/>
            <a:gdLst/>
            <a:ahLst/>
            <a:cxnLst/>
            <a:rect l="l" t="t" r="r" b="b"/>
            <a:pathLst>
              <a:path h="2520315">
                <a:moveTo>
                  <a:pt x="0" y="0"/>
                </a:moveTo>
                <a:lnTo>
                  <a:pt x="0" y="2519997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82" name="object 582"/>
          <p:cNvSpPr/>
          <p:nvPr/>
        </p:nvSpPr>
        <p:spPr>
          <a:xfrm>
            <a:off x="8576490" y="1157904"/>
            <a:ext cx="0" cy="4091545"/>
          </a:xfrm>
          <a:custGeom>
            <a:avLst/>
            <a:gdLst/>
            <a:ahLst/>
            <a:cxnLst/>
            <a:rect l="l" t="t" r="r" b="b"/>
            <a:pathLst>
              <a:path h="6144895">
                <a:moveTo>
                  <a:pt x="0" y="0"/>
                </a:moveTo>
                <a:lnTo>
                  <a:pt x="0" y="6144348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/>
            <a:endParaRPr sz="1200">
              <a:solidFill>
                <a:prstClr val="black"/>
              </a:solidFill>
            </a:endParaRPr>
          </a:p>
        </p:txBody>
      </p:sp>
      <p:sp>
        <p:nvSpPr>
          <p:cNvPr id="583" name="object 583"/>
          <p:cNvSpPr/>
          <p:nvPr/>
        </p:nvSpPr>
        <p:spPr>
          <a:xfrm>
            <a:off x="8063395" y="5069309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4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4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3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84" name="object 584"/>
          <p:cNvSpPr/>
          <p:nvPr/>
        </p:nvSpPr>
        <p:spPr>
          <a:xfrm>
            <a:off x="8063395" y="5069309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4" h="527684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5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4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85" name="object 585"/>
          <p:cNvSpPr/>
          <p:nvPr/>
        </p:nvSpPr>
        <p:spPr>
          <a:xfrm>
            <a:off x="6332408" y="4186631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4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4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3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86" name="object 586"/>
          <p:cNvSpPr/>
          <p:nvPr/>
        </p:nvSpPr>
        <p:spPr>
          <a:xfrm>
            <a:off x="6332408" y="4186631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4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5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4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87" name="object 587"/>
          <p:cNvSpPr/>
          <p:nvPr/>
        </p:nvSpPr>
        <p:spPr>
          <a:xfrm>
            <a:off x="6332408" y="4642069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4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4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3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88" name="object 588"/>
          <p:cNvSpPr/>
          <p:nvPr/>
        </p:nvSpPr>
        <p:spPr>
          <a:xfrm>
            <a:off x="6332408" y="4642069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4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5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4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89" name="object 589"/>
          <p:cNvSpPr/>
          <p:nvPr/>
        </p:nvSpPr>
        <p:spPr>
          <a:xfrm>
            <a:off x="8625404" y="4182404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4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4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3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90" name="object 590"/>
          <p:cNvSpPr/>
          <p:nvPr/>
        </p:nvSpPr>
        <p:spPr>
          <a:xfrm>
            <a:off x="8625404" y="4182404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4" h="527684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5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4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591" name="object 591"/>
          <p:cNvSpPr txBox="1"/>
          <p:nvPr/>
        </p:nvSpPr>
        <p:spPr>
          <a:xfrm>
            <a:off x="8115995" y="5082794"/>
            <a:ext cx="359257" cy="2074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Boa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Membe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‘s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Office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592" name="object 592"/>
          <p:cNvSpPr txBox="1"/>
          <p:nvPr/>
        </p:nvSpPr>
        <p:spPr>
          <a:xfrm>
            <a:off x="6351052" y="4200117"/>
            <a:ext cx="398230" cy="20774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Anti-Bu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eauc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acy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Officer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593" name="object 593"/>
          <p:cNvSpPr txBox="1"/>
          <p:nvPr/>
        </p:nvSpPr>
        <p:spPr>
          <a:xfrm>
            <a:off x="6332409" y="4655586"/>
            <a:ext cx="402691" cy="20774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3" dirty="0">
                <a:solidFill>
                  <a:srgbClr val="231F20"/>
                </a:solidFill>
                <a:cs typeface="Calibri"/>
              </a:rPr>
              <a:t>Data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otection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Officer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594" name="object 594"/>
          <p:cNvSpPr txBox="1"/>
          <p:nvPr/>
        </p:nvSpPr>
        <p:spPr>
          <a:xfrm>
            <a:off x="8641986" y="4195957"/>
            <a:ext cx="431029" cy="13832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P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ocu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ement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Cent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e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599" name="object 599"/>
          <p:cNvSpPr/>
          <p:nvPr/>
        </p:nvSpPr>
        <p:spPr>
          <a:xfrm>
            <a:off x="8299972" y="1258014"/>
            <a:ext cx="562281" cy="0"/>
          </a:xfrm>
          <a:custGeom>
            <a:avLst/>
            <a:gdLst/>
            <a:ahLst/>
            <a:cxnLst/>
            <a:rect l="l" t="t" r="r" b="b"/>
            <a:pathLst>
              <a:path w="900430">
                <a:moveTo>
                  <a:pt x="899998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algn="ctr"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600" name="object 600"/>
          <p:cNvSpPr/>
          <p:nvPr/>
        </p:nvSpPr>
        <p:spPr>
          <a:xfrm>
            <a:off x="3758391" y="782832"/>
            <a:ext cx="1026222" cy="375456"/>
          </a:xfrm>
          <a:custGeom>
            <a:avLst/>
            <a:gdLst/>
            <a:ahLst/>
            <a:cxnLst/>
            <a:rect l="l" t="t" r="r" b="b"/>
            <a:pathLst>
              <a:path w="1643379" h="563880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97649"/>
                </a:lnTo>
                <a:lnTo>
                  <a:pt x="219" y="501814"/>
                </a:lnTo>
                <a:lnTo>
                  <a:pt x="21448" y="548318"/>
                </a:lnTo>
                <a:lnTo>
                  <a:pt x="57757" y="562965"/>
                </a:lnTo>
                <a:lnTo>
                  <a:pt x="1577644" y="563295"/>
                </a:lnTo>
                <a:lnTo>
                  <a:pt x="1581809" y="563079"/>
                </a:lnTo>
                <a:lnTo>
                  <a:pt x="1628318" y="541855"/>
                </a:lnTo>
                <a:lnTo>
                  <a:pt x="1642971" y="505554"/>
                </a:lnTo>
                <a:lnTo>
                  <a:pt x="1643303" y="65646"/>
                </a:lnTo>
                <a:lnTo>
                  <a:pt x="1643083" y="61482"/>
                </a:lnTo>
                <a:lnTo>
                  <a:pt x="1621851" y="14982"/>
                </a:lnTo>
                <a:lnTo>
                  <a:pt x="1585549" y="331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algn="ctr" defTabSz="586533"/>
            <a:endParaRPr sz="700">
              <a:solidFill>
                <a:prstClr val="black"/>
              </a:solidFill>
            </a:endParaRPr>
          </a:p>
        </p:txBody>
      </p:sp>
      <p:sp>
        <p:nvSpPr>
          <p:cNvPr id="601" name="object 601"/>
          <p:cNvSpPr/>
          <p:nvPr/>
        </p:nvSpPr>
        <p:spPr>
          <a:xfrm>
            <a:off x="3758391" y="782832"/>
            <a:ext cx="1026222" cy="375456"/>
          </a:xfrm>
          <a:custGeom>
            <a:avLst/>
            <a:gdLst/>
            <a:ahLst/>
            <a:cxnLst/>
            <a:rect l="l" t="t" r="r" b="b"/>
            <a:pathLst>
              <a:path w="1643379" h="563880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97649"/>
                </a:lnTo>
                <a:lnTo>
                  <a:pt x="219" y="501814"/>
                </a:lnTo>
                <a:lnTo>
                  <a:pt x="21448" y="548318"/>
                </a:lnTo>
                <a:lnTo>
                  <a:pt x="57757" y="562965"/>
                </a:lnTo>
                <a:lnTo>
                  <a:pt x="1577644" y="563295"/>
                </a:lnTo>
                <a:lnTo>
                  <a:pt x="1581809" y="563079"/>
                </a:lnTo>
                <a:lnTo>
                  <a:pt x="1628318" y="541855"/>
                </a:lnTo>
                <a:lnTo>
                  <a:pt x="1642971" y="505554"/>
                </a:lnTo>
                <a:lnTo>
                  <a:pt x="1643303" y="65646"/>
                </a:lnTo>
                <a:lnTo>
                  <a:pt x="1643083" y="61482"/>
                </a:lnTo>
                <a:lnTo>
                  <a:pt x="1621851" y="14982"/>
                </a:lnTo>
                <a:lnTo>
                  <a:pt x="1585549" y="331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algn="ctr" defTabSz="586533"/>
            <a:endParaRPr sz="700">
              <a:solidFill>
                <a:prstClr val="black"/>
              </a:solidFill>
            </a:endParaRPr>
          </a:p>
        </p:txBody>
      </p:sp>
      <p:sp>
        <p:nvSpPr>
          <p:cNvPr id="602" name="object 602"/>
          <p:cNvSpPr/>
          <p:nvPr/>
        </p:nvSpPr>
        <p:spPr>
          <a:xfrm>
            <a:off x="5185911" y="782832"/>
            <a:ext cx="1026222" cy="375456"/>
          </a:xfrm>
          <a:custGeom>
            <a:avLst/>
            <a:gdLst/>
            <a:ahLst/>
            <a:cxnLst/>
            <a:rect l="l" t="t" r="r" b="b"/>
            <a:pathLst>
              <a:path w="1643379" h="563880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97649"/>
                </a:lnTo>
                <a:lnTo>
                  <a:pt x="219" y="501814"/>
                </a:lnTo>
                <a:lnTo>
                  <a:pt x="21448" y="548318"/>
                </a:lnTo>
                <a:lnTo>
                  <a:pt x="57757" y="562965"/>
                </a:lnTo>
                <a:lnTo>
                  <a:pt x="1577644" y="563295"/>
                </a:lnTo>
                <a:lnTo>
                  <a:pt x="1581809" y="563079"/>
                </a:lnTo>
                <a:lnTo>
                  <a:pt x="1628318" y="541855"/>
                </a:lnTo>
                <a:lnTo>
                  <a:pt x="1642971" y="505554"/>
                </a:lnTo>
                <a:lnTo>
                  <a:pt x="1643303" y="65646"/>
                </a:lnTo>
                <a:lnTo>
                  <a:pt x="1643083" y="61482"/>
                </a:lnTo>
                <a:lnTo>
                  <a:pt x="1621851" y="14982"/>
                </a:lnTo>
                <a:lnTo>
                  <a:pt x="1585549" y="331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algn="ctr" defTabSz="586533"/>
            <a:endParaRPr sz="700">
              <a:solidFill>
                <a:prstClr val="black"/>
              </a:solidFill>
            </a:endParaRPr>
          </a:p>
        </p:txBody>
      </p:sp>
      <p:sp>
        <p:nvSpPr>
          <p:cNvPr id="603" name="object 603"/>
          <p:cNvSpPr/>
          <p:nvPr/>
        </p:nvSpPr>
        <p:spPr>
          <a:xfrm>
            <a:off x="5185911" y="782832"/>
            <a:ext cx="1026222" cy="375456"/>
          </a:xfrm>
          <a:custGeom>
            <a:avLst/>
            <a:gdLst/>
            <a:ahLst/>
            <a:cxnLst/>
            <a:rect l="l" t="t" r="r" b="b"/>
            <a:pathLst>
              <a:path w="1643379" h="563880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97649"/>
                </a:lnTo>
                <a:lnTo>
                  <a:pt x="219" y="501814"/>
                </a:lnTo>
                <a:lnTo>
                  <a:pt x="21448" y="548318"/>
                </a:lnTo>
                <a:lnTo>
                  <a:pt x="57757" y="562965"/>
                </a:lnTo>
                <a:lnTo>
                  <a:pt x="1577644" y="563295"/>
                </a:lnTo>
                <a:lnTo>
                  <a:pt x="1581809" y="563079"/>
                </a:lnTo>
                <a:lnTo>
                  <a:pt x="1628318" y="541855"/>
                </a:lnTo>
                <a:lnTo>
                  <a:pt x="1642971" y="505554"/>
                </a:lnTo>
                <a:lnTo>
                  <a:pt x="1643303" y="65646"/>
                </a:lnTo>
                <a:lnTo>
                  <a:pt x="1643083" y="61482"/>
                </a:lnTo>
                <a:lnTo>
                  <a:pt x="1621851" y="14982"/>
                </a:lnTo>
                <a:lnTo>
                  <a:pt x="1585549" y="331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algn="ctr" defTabSz="586533"/>
            <a:endParaRPr sz="700">
              <a:solidFill>
                <a:prstClr val="black"/>
              </a:solidFill>
            </a:endParaRPr>
          </a:p>
        </p:txBody>
      </p:sp>
      <p:sp>
        <p:nvSpPr>
          <p:cNvPr id="604" name="object 604"/>
          <p:cNvSpPr/>
          <p:nvPr/>
        </p:nvSpPr>
        <p:spPr>
          <a:xfrm>
            <a:off x="6609442" y="782832"/>
            <a:ext cx="1026222" cy="375456"/>
          </a:xfrm>
          <a:custGeom>
            <a:avLst/>
            <a:gdLst/>
            <a:ahLst/>
            <a:cxnLst/>
            <a:rect l="l" t="t" r="r" b="b"/>
            <a:pathLst>
              <a:path w="1643379" h="563880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97649"/>
                </a:lnTo>
                <a:lnTo>
                  <a:pt x="219" y="501814"/>
                </a:lnTo>
                <a:lnTo>
                  <a:pt x="21448" y="548318"/>
                </a:lnTo>
                <a:lnTo>
                  <a:pt x="57757" y="562965"/>
                </a:lnTo>
                <a:lnTo>
                  <a:pt x="1577644" y="563295"/>
                </a:lnTo>
                <a:lnTo>
                  <a:pt x="1581809" y="563079"/>
                </a:lnTo>
                <a:lnTo>
                  <a:pt x="1628318" y="541855"/>
                </a:lnTo>
                <a:lnTo>
                  <a:pt x="1642971" y="505554"/>
                </a:lnTo>
                <a:lnTo>
                  <a:pt x="1643303" y="65646"/>
                </a:lnTo>
                <a:lnTo>
                  <a:pt x="1643083" y="61482"/>
                </a:lnTo>
                <a:lnTo>
                  <a:pt x="1621851" y="14982"/>
                </a:lnTo>
                <a:lnTo>
                  <a:pt x="1585549" y="331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algn="ctr" defTabSz="586533"/>
            <a:endParaRPr sz="700">
              <a:solidFill>
                <a:prstClr val="black"/>
              </a:solidFill>
            </a:endParaRPr>
          </a:p>
        </p:txBody>
      </p:sp>
      <p:sp>
        <p:nvSpPr>
          <p:cNvPr id="605" name="object 605"/>
          <p:cNvSpPr/>
          <p:nvPr/>
        </p:nvSpPr>
        <p:spPr>
          <a:xfrm>
            <a:off x="6609442" y="782832"/>
            <a:ext cx="1026222" cy="375456"/>
          </a:xfrm>
          <a:custGeom>
            <a:avLst/>
            <a:gdLst/>
            <a:ahLst/>
            <a:cxnLst/>
            <a:rect l="l" t="t" r="r" b="b"/>
            <a:pathLst>
              <a:path w="1643379" h="563880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97649"/>
                </a:lnTo>
                <a:lnTo>
                  <a:pt x="219" y="501814"/>
                </a:lnTo>
                <a:lnTo>
                  <a:pt x="21448" y="548318"/>
                </a:lnTo>
                <a:lnTo>
                  <a:pt x="57757" y="562965"/>
                </a:lnTo>
                <a:lnTo>
                  <a:pt x="1577644" y="563295"/>
                </a:lnTo>
                <a:lnTo>
                  <a:pt x="1581809" y="563079"/>
                </a:lnTo>
                <a:lnTo>
                  <a:pt x="1628318" y="541855"/>
                </a:lnTo>
                <a:lnTo>
                  <a:pt x="1642971" y="505554"/>
                </a:lnTo>
                <a:lnTo>
                  <a:pt x="1643303" y="65646"/>
                </a:lnTo>
                <a:lnTo>
                  <a:pt x="1643083" y="61482"/>
                </a:lnTo>
                <a:lnTo>
                  <a:pt x="1621851" y="14982"/>
                </a:lnTo>
                <a:lnTo>
                  <a:pt x="1585549" y="331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algn="ctr" defTabSz="586533"/>
            <a:endParaRPr sz="700">
              <a:solidFill>
                <a:prstClr val="black"/>
              </a:solidFill>
            </a:endParaRPr>
          </a:p>
        </p:txBody>
      </p:sp>
      <p:sp>
        <p:nvSpPr>
          <p:cNvPr id="606" name="object 606"/>
          <p:cNvSpPr txBox="1"/>
          <p:nvPr/>
        </p:nvSpPr>
        <p:spPr>
          <a:xfrm>
            <a:off x="3859898" y="813302"/>
            <a:ext cx="810519" cy="10772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algn="ctr" defTabSz="586533"/>
            <a:r>
              <a:rPr sz="700" spc="32" dirty="0">
                <a:solidFill>
                  <a:srgbClr val="231F20"/>
                </a:solidFill>
                <a:cs typeface="Calibri"/>
              </a:rPr>
              <a:t>A</a:t>
            </a:r>
            <a:r>
              <a:rPr sz="700" spc="10" dirty="0">
                <a:solidFill>
                  <a:srgbClr val="231F20"/>
                </a:solidFill>
                <a:cs typeface="Calibri"/>
              </a:rPr>
              <a:t>r</a:t>
            </a:r>
            <a:r>
              <a:rPr sz="700" spc="13" dirty="0">
                <a:solidFill>
                  <a:srgbClr val="231F20"/>
                </a:solidFill>
                <a:cs typeface="Calibri"/>
              </a:rPr>
              <a:t>ea</a:t>
            </a:r>
            <a:r>
              <a:rPr sz="700" spc="35" dirty="0">
                <a:solidFill>
                  <a:srgbClr val="231F20"/>
                </a:solidFill>
                <a:cs typeface="Calibri"/>
              </a:rPr>
              <a:t> </a:t>
            </a:r>
            <a:r>
              <a:rPr sz="700" spc="10" dirty="0">
                <a:solidFill>
                  <a:srgbClr val="231F20"/>
                </a:solidFill>
                <a:cs typeface="Calibri"/>
              </a:rPr>
              <a:t>III</a:t>
            </a:r>
            <a:endParaRPr sz="700">
              <a:solidFill>
                <a:prstClr val="black"/>
              </a:solidFill>
              <a:cs typeface="Calibri"/>
            </a:endParaRPr>
          </a:p>
        </p:txBody>
      </p:sp>
      <p:sp>
        <p:nvSpPr>
          <p:cNvPr id="607" name="object 607"/>
          <p:cNvSpPr txBox="1"/>
          <p:nvPr/>
        </p:nvSpPr>
        <p:spPr>
          <a:xfrm>
            <a:off x="3808476" y="1007640"/>
            <a:ext cx="964941" cy="13849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algn="ctr" defTabSz="586533"/>
            <a:r>
              <a:rPr sz="900" spc="10" dirty="0">
                <a:solidFill>
                  <a:srgbClr val="231F20"/>
                </a:solidFill>
                <a:cs typeface="Calibri"/>
              </a:rPr>
              <a:t>Thiele</a:t>
            </a:r>
            <a:endParaRPr sz="9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608" name="object 608"/>
          <p:cNvSpPr txBox="1"/>
          <p:nvPr/>
        </p:nvSpPr>
        <p:spPr>
          <a:xfrm>
            <a:off x="5240348" y="813302"/>
            <a:ext cx="954995" cy="1077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algn="ctr" defTabSz="586533"/>
            <a:r>
              <a:rPr sz="700" spc="32" dirty="0">
                <a:solidFill>
                  <a:srgbClr val="231F20"/>
                </a:solidFill>
                <a:cs typeface="Calibri"/>
              </a:rPr>
              <a:t>A</a:t>
            </a:r>
            <a:r>
              <a:rPr sz="700" spc="10" dirty="0">
                <a:solidFill>
                  <a:srgbClr val="231F20"/>
                </a:solidFill>
                <a:cs typeface="Calibri"/>
              </a:rPr>
              <a:t>r</a:t>
            </a:r>
            <a:r>
              <a:rPr sz="700" spc="13" dirty="0">
                <a:solidFill>
                  <a:srgbClr val="231F20"/>
                </a:solidFill>
                <a:cs typeface="Calibri"/>
              </a:rPr>
              <a:t>ea</a:t>
            </a:r>
            <a:r>
              <a:rPr sz="700" spc="35" dirty="0">
                <a:solidFill>
                  <a:srgbClr val="231F20"/>
                </a:solidFill>
                <a:cs typeface="Calibri"/>
              </a:rPr>
              <a:t> </a:t>
            </a:r>
            <a:r>
              <a:rPr sz="700" spc="22" dirty="0">
                <a:solidFill>
                  <a:srgbClr val="231F20"/>
                </a:solidFill>
                <a:cs typeface="Calibri"/>
              </a:rPr>
              <a:t>IV</a:t>
            </a:r>
            <a:endParaRPr sz="7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609" name="object 609"/>
          <p:cNvSpPr txBox="1"/>
          <p:nvPr/>
        </p:nvSpPr>
        <p:spPr>
          <a:xfrm>
            <a:off x="5221524" y="1007641"/>
            <a:ext cx="954996" cy="1384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algn="ctr" defTabSz="586533"/>
            <a:r>
              <a:rPr sz="900" spc="16" dirty="0">
                <a:solidFill>
                  <a:srgbClr val="231F20"/>
                </a:solidFill>
                <a:cs typeface="Calibri"/>
              </a:rPr>
              <a:t>Dr</a:t>
            </a:r>
            <a:r>
              <a:rPr sz="900" spc="35" dirty="0">
                <a:solidFill>
                  <a:srgbClr val="231F20"/>
                </a:solidFill>
                <a:cs typeface="Calibri"/>
              </a:rPr>
              <a:t> </a:t>
            </a:r>
            <a:r>
              <a:rPr sz="900" spc="22" dirty="0">
                <a:solidFill>
                  <a:srgbClr val="231F20"/>
                </a:solidFill>
                <a:cs typeface="Calibri"/>
              </a:rPr>
              <a:t>Domb</a:t>
            </a:r>
            <a:r>
              <a:rPr sz="900" spc="3" dirty="0">
                <a:solidFill>
                  <a:srgbClr val="231F20"/>
                </a:solidFill>
                <a:cs typeface="Calibri"/>
              </a:rPr>
              <a:t>r</a:t>
            </a:r>
            <a:r>
              <a:rPr sz="900" spc="6" dirty="0">
                <a:solidFill>
                  <a:srgbClr val="231F20"/>
                </a:solidFill>
                <a:cs typeface="Calibri"/>
              </a:rPr>
              <a:t>et</a:t>
            </a:r>
            <a:endParaRPr sz="9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610" name="object 610"/>
          <p:cNvSpPr txBox="1"/>
          <p:nvPr/>
        </p:nvSpPr>
        <p:spPr>
          <a:xfrm>
            <a:off x="6609442" y="813302"/>
            <a:ext cx="1026222" cy="10772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algn="ctr" defTabSz="586533"/>
            <a:r>
              <a:rPr sz="700" spc="32" dirty="0">
                <a:solidFill>
                  <a:srgbClr val="231F20"/>
                </a:solidFill>
                <a:cs typeface="Calibri"/>
              </a:rPr>
              <a:t>A</a:t>
            </a:r>
            <a:r>
              <a:rPr sz="700" spc="10" dirty="0">
                <a:solidFill>
                  <a:srgbClr val="231F20"/>
                </a:solidFill>
                <a:cs typeface="Calibri"/>
              </a:rPr>
              <a:t>r</a:t>
            </a:r>
            <a:r>
              <a:rPr sz="700" spc="13" dirty="0">
                <a:solidFill>
                  <a:srgbClr val="231F20"/>
                </a:solidFill>
                <a:cs typeface="Calibri"/>
              </a:rPr>
              <a:t>ea</a:t>
            </a:r>
            <a:r>
              <a:rPr sz="700" spc="35" dirty="0">
                <a:solidFill>
                  <a:srgbClr val="231F20"/>
                </a:solidFill>
                <a:cs typeface="Calibri"/>
              </a:rPr>
              <a:t> V</a:t>
            </a:r>
            <a:endParaRPr sz="7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611" name="object 611"/>
          <p:cNvSpPr txBox="1"/>
          <p:nvPr/>
        </p:nvSpPr>
        <p:spPr>
          <a:xfrm>
            <a:off x="6609442" y="1007642"/>
            <a:ext cx="1001882" cy="13849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algn="ctr" defTabSz="586533"/>
            <a:r>
              <a:rPr sz="900" spc="16" dirty="0">
                <a:solidFill>
                  <a:srgbClr val="231F20"/>
                </a:solidFill>
                <a:cs typeface="Calibri"/>
              </a:rPr>
              <a:t>Dr</a:t>
            </a:r>
            <a:r>
              <a:rPr sz="900" spc="35" dirty="0">
                <a:solidFill>
                  <a:srgbClr val="231F20"/>
                </a:solidFill>
                <a:cs typeface="Calibri"/>
              </a:rPr>
              <a:t> </a:t>
            </a:r>
            <a:r>
              <a:rPr sz="900" spc="22" dirty="0">
                <a:solidFill>
                  <a:srgbClr val="231F20"/>
                </a:solidFill>
                <a:cs typeface="Calibri"/>
              </a:rPr>
              <a:t>Nagel</a:t>
            </a:r>
            <a:endParaRPr sz="9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612" name="object 612"/>
          <p:cNvSpPr/>
          <p:nvPr/>
        </p:nvSpPr>
        <p:spPr>
          <a:xfrm>
            <a:off x="105313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13" name="object 613"/>
          <p:cNvSpPr/>
          <p:nvPr/>
        </p:nvSpPr>
        <p:spPr>
          <a:xfrm>
            <a:off x="105313" y="217311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30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14" name="object 614"/>
          <p:cNvSpPr/>
          <p:nvPr/>
        </p:nvSpPr>
        <p:spPr>
          <a:xfrm>
            <a:off x="101346" y="2263005"/>
            <a:ext cx="427460" cy="0"/>
          </a:xfrm>
          <a:custGeom>
            <a:avLst/>
            <a:gdLst/>
            <a:ahLst/>
            <a:cxnLst/>
            <a:rect l="l" t="t" r="r" b="b"/>
            <a:pathLst>
              <a:path w="684530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15" name="object 615"/>
          <p:cNvSpPr txBox="1"/>
          <p:nvPr/>
        </p:nvSpPr>
        <p:spPr>
          <a:xfrm>
            <a:off x="188451" y="2186603"/>
            <a:ext cx="252987" cy="6925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5" dirty="0">
                <a:solidFill>
                  <a:srgbClr val="231F20"/>
                </a:solidFill>
                <a:cs typeface="Calibri"/>
              </a:rPr>
              <a:t>K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1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616" name="object 616"/>
          <p:cNvSpPr txBox="1"/>
          <p:nvPr/>
        </p:nvSpPr>
        <p:spPr>
          <a:xfrm>
            <a:off x="143199" y="2266565"/>
            <a:ext cx="343792" cy="2074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Internal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Communication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618" name="object 618"/>
          <p:cNvSpPr/>
          <p:nvPr/>
        </p:nvSpPr>
        <p:spPr>
          <a:xfrm>
            <a:off x="644845" y="5097507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5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4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3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19" name="object 619"/>
          <p:cNvSpPr/>
          <p:nvPr/>
        </p:nvSpPr>
        <p:spPr>
          <a:xfrm>
            <a:off x="644845" y="5097507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5" h="527684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5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4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20" name="object 620"/>
          <p:cNvSpPr txBox="1"/>
          <p:nvPr/>
        </p:nvSpPr>
        <p:spPr>
          <a:xfrm>
            <a:off x="685535" y="5110992"/>
            <a:ext cx="383049" cy="27665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Confidentiality P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otection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Officer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622" name="object 622"/>
          <p:cNvSpPr/>
          <p:nvPr/>
        </p:nvSpPr>
        <p:spPr>
          <a:xfrm>
            <a:off x="646823" y="5552946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5" h="52768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4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3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23" name="object 623"/>
          <p:cNvSpPr/>
          <p:nvPr/>
        </p:nvSpPr>
        <p:spPr>
          <a:xfrm>
            <a:off x="646823" y="5552946"/>
            <a:ext cx="464338" cy="351356"/>
          </a:xfrm>
          <a:custGeom>
            <a:avLst/>
            <a:gdLst/>
            <a:ahLst/>
            <a:cxnLst/>
            <a:rect l="l" t="t" r="r" b="b"/>
            <a:pathLst>
              <a:path w="743585" h="527684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461645"/>
                </a:lnTo>
                <a:lnTo>
                  <a:pt x="219" y="465813"/>
                </a:lnTo>
                <a:lnTo>
                  <a:pt x="21442" y="512320"/>
                </a:lnTo>
                <a:lnTo>
                  <a:pt x="57741" y="526972"/>
                </a:lnTo>
                <a:lnTo>
                  <a:pt x="677646" y="527304"/>
                </a:lnTo>
                <a:lnTo>
                  <a:pt x="681810" y="527084"/>
                </a:lnTo>
                <a:lnTo>
                  <a:pt x="728310" y="505857"/>
                </a:lnTo>
                <a:lnTo>
                  <a:pt x="742960" y="469551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24" name="object 624"/>
          <p:cNvSpPr txBox="1"/>
          <p:nvPr/>
        </p:nvSpPr>
        <p:spPr>
          <a:xfrm>
            <a:off x="647850" y="5569743"/>
            <a:ext cx="461958" cy="34881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-19" dirty="0">
                <a:solidFill>
                  <a:srgbClr val="231F20"/>
                </a:solidFill>
                <a:cs typeface="Calibri"/>
              </a:rPr>
              <a:t>Arbit</a:t>
            </a:r>
            <a:r>
              <a:rPr sz="600" spc="-22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-19" dirty="0">
                <a:solidFill>
                  <a:srgbClr val="231F20"/>
                </a:solidFill>
                <a:cs typeface="Calibri"/>
              </a:rPr>
              <a:t>atio</a:t>
            </a:r>
            <a:r>
              <a:rPr sz="600" spc="-16" dirty="0">
                <a:solidFill>
                  <a:srgbClr val="231F20"/>
                </a:solidFill>
                <a:cs typeface="Calibri"/>
              </a:rPr>
              <a:t>n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26" dirty="0">
                <a:solidFill>
                  <a:srgbClr val="231F20"/>
                </a:solidFill>
                <a:cs typeface="Calibri"/>
              </a:rPr>
              <a:t>Bod</a:t>
            </a:r>
            <a:r>
              <a:rPr sz="600" spc="-16" dirty="0">
                <a:solidFill>
                  <a:srgbClr val="231F20"/>
                </a:solidFill>
                <a:cs typeface="Calibri"/>
              </a:rPr>
              <a:t>y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22" dirty="0">
                <a:solidFill>
                  <a:srgbClr val="231F20"/>
                </a:solidFill>
                <a:cs typeface="Calibri"/>
              </a:rPr>
              <a:t>pursuant</a:t>
            </a:r>
            <a:r>
              <a:rPr sz="600" spc="-16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22" dirty="0">
                <a:solidFill>
                  <a:srgbClr val="231F20"/>
                </a:solidFill>
                <a:cs typeface="Calibri"/>
              </a:rPr>
              <a:t>to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22" dirty="0">
                <a:solidFill>
                  <a:srgbClr val="231F20"/>
                </a:solidFill>
                <a:cs typeface="Calibri"/>
              </a:rPr>
              <a:t>sectio</a:t>
            </a:r>
            <a:r>
              <a:rPr sz="600" spc="-19" dirty="0">
                <a:solidFill>
                  <a:srgbClr val="231F20"/>
                </a:solidFill>
                <a:cs typeface="Calibri"/>
              </a:rPr>
              <a:t>n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9" dirty="0">
                <a:solidFill>
                  <a:srgbClr val="231F20"/>
                </a:solidFill>
                <a:cs typeface="Calibri"/>
              </a:rPr>
              <a:t>1</a:t>
            </a:r>
            <a:r>
              <a:rPr sz="600" spc="-13" dirty="0">
                <a:solidFill>
                  <a:srgbClr val="231F20"/>
                </a:solidFill>
                <a:cs typeface="Calibri"/>
              </a:rPr>
              <a:t>4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22" dirty="0">
                <a:solidFill>
                  <a:srgbClr val="231F20"/>
                </a:solidFill>
                <a:cs typeface="Calibri"/>
              </a:rPr>
              <a:t>Prohibitor</a:t>
            </a:r>
            <a:r>
              <a:rPr sz="600" spc="-16" dirty="0">
                <a:solidFill>
                  <a:srgbClr val="231F20"/>
                </a:solidFill>
                <a:cs typeface="Calibri"/>
              </a:rPr>
              <a:t>y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9" dirty="0">
                <a:solidFill>
                  <a:srgbClr val="231F20"/>
                </a:solidFill>
                <a:cs typeface="Calibri"/>
              </a:rPr>
              <a:t>Injunction</a:t>
            </a:r>
            <a:r>
              <a:rPr sz="600" spc="-13" dirty="0">
                <a:solidFill>
                  <a:srgbClr val="231F20"/>
                </a:solidFill>
                <a:cs typeface="Calibri"/>
              </a:rPr>
              <a:t>s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22" dirty="0">
                <a:solidFill>
                  <a:srgbClr val="231F20"/>
                </a:solidFill>
                <a:cs typeface="Calibri"/>
              </a:rPr>
              <a:t>Act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626" name="object 626"/>
          <p:cNvSpPr/>
          <p:nvPr/>
        </p:nvSpPr>
        <p:spPr>
          <a:xfrm>
            <a:off x="528484" y="5705089"/>
            <a:ext cx="114597" cy="0"/>
          </a:xfrm>
          <a:custGeom>
            <a:avLst/>
            <a:gdLst/>
            <a:ahLst/>
            <a:cxnLst/>
            <a:rect l="l" t="t" r="r" b="b"/>
            <a:pathLst>
              <a:path w="183515">
                <a:moveTo>
                  <a:pt x="0" y="0"/>
                </a:moveTo>
                <a:lnTo>
                  <a:pt x="183159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27" name="object 627"/>
          <p:cNvSpPr/>
          <p:nvPr/>
        </p:nvSpPr>
        <p:spPr>
          <a:xfrm>
            <a:off x="4039398" y="1362350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4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8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628" name="object 628"/>
          <p:cNvSpPr/>
          <p:nvPr/>
        </p:nvSpPr>
        <p:spPr>
          <a:xfrm>
            <a:off x="4039398" y="1362350"/>
            <a:ext cx="464338" cy="710746"/>
          </a:xfrm>
          <a:custGeom>
            <a:avLst/>
            <a:gdLst/>
            <a:ahLst/>
            <a:cxnLst/>
            <a:rect l="l" t="t" r="r" b="b"/>
            <a:pathLst>
              <a:path w="743584" h="10674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1001649"/>
                </a:lnTo>
                <a:lnTo>
                  <a:pt x="219" y="1005813"/>
                </a:lnTo>
                <a:lnTo>
                  <a:pt x="21448" y="1052318"/>
                </a:lnTo>
                <a:lnTo>
                  <a:pt x="57757" y="1066964"/>
                </a:lnTo>
                <a:lnTo>
                  <a:pt x="677646" y="1067295"/>
                </a:lnTo>
                <a:lnTo>
                  <a:pt x="681811" y="1067079"/>
                </a:lnTo>
                <a:lnTo>
                  <a:pt x="728315" y="1045849"/>
                </a:lnTo>
                <a:lnTo>
                  <a:pt x="742962" y="1009537"/>
                </a:lnTo>
                <a:lnTo>
                  <a:pt x="743292" y="65646"/>
                </a:lnTo>
                <a:lnTo>
                  <a:pt x="743076" y="61481"/>
                </a:lnTo>
                <a:lnTo>
                  <a:pt x="721846" y="14977"/>
                </a:lnTo>
                <a:lnTo>
                  <a:pt x="685535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629" name="object 629"/>
          <p:cNvSpPr/>
          <p:nvPr/>
        </p:nvSpPr>
        <p:spPr>
          <a:xfrm>
            <a:off x="4035431" y="1452240"/>
            <a:ext cx="472268" cy="0"/>
          </a:xfrm>
          <a:custGeom>
            <a:avLst/>
            <a:gdLst/>
            <a:ahLst/>
            <a:cxnLst/>
            <a:rect l="l" t="t" r="r" b="b"/>
            <a:pathLst>
              <a:path w="756284">
                <a:moveTo>
                  <a:pt x="0" y="0"/>
                </a:moveTo>
                <a:lnTo>
                  <a:pt x="756005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900" b="1">
              <a:solidFill>
                <a:prstClr val="black"/>
              </a:solidFill>
            </a:endParaRPr>
          </a:p>
        </p:txBody>
      </p:sp>
      <p:sp>
        <p:nvSpPr>
          <p:cNvPr id="630" name="object 630"/>
          <p:cNvSpPr txBox="1"/>
          <p:nvPr/>
        </p:nvSpPr>
        <p:spPr>
          <a:xfrm>
            <a:off x="4101693" y="1375838"/>
            <a:ext cx="339827" cy="8079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7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700" b="1" spc="16" dirty="0">
                <a:solidFill>
                  <a:srgbClr val="231F20"/>
                </a:solidFill>
                <a:cs typeface="Calibri"/>
              </a:rPr>
              <a:t>ÖB</a:t>
            </a:r>
            <a:endParaRPr sz="7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631" name="object 631"/>
          <p:cNvSpPr txBox="1"/>
          <p:nvPr/>
        </p:nvSpPr>
        <p:spPr>
          <a:xfrm>
            <a:off x="4047162" y="1455800"/>
            <a:ext cx="448873" cy="55701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b="1" spc="10" dirty="0">
                <a:solidFill>
                  <a:srgbClr val="231F20"/>
                </a:solidFill>
                <a:cs typeface="Calibri"/>
              </a:rPr>
              <a:t>Economic</a:t>
            </a:r>
            <a:r>
              <a:rPr sz="6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b="1" spc="10" dirty="0">
                <a:solidFill>
                  <a:srgbClr val="231F20"/>
                </a:solidFill>
                <a:cs typeface="Calibri"/>
              </a:rPr>
              <a:t>Education,</a:t>
            </a:r>
            <a:r>
              <a:rPr sz="600" b="1" spc="3" dirty="0">
                <a:solidFill>
                  <a:srgbClr val="231F20"/>
                </a:solidFill>
                <a:cs typeface="Calibri"/>
              </a:rPr>
              <a:t> University</a:t>
            </a:r>
            <a:r>
              <a:rPr sz="6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b="1" spc="-13" dirty="0" smtClean="0">
                <a:solidFill>
                  <a:srgbClr val="231F20"/>
                </a:solidFill>
                <a:cs typeface="Calibri"/>
              </a:rPr>
              <a:t>T</a:t>
            </a:r>
            <a:r>
              <a:rPr sz="600" b="1" spc="10" dirty="0" smtClean="0">
                <a:solidFill>
                  <a:srgbClr val="231F20"/>
                </a:solidFill>
                <a:cs typeface="Calibri"/>
              </a:rPr>
              <a:t>echnical</a:t>
            </a:r>
            <a:endParaRPr sz="600" b="1" dirty="0">
              <a:solidFill>
                <a:prstClr val="black"/>
              </a:solidFill>
              <a:cs typeface="Calibri"/>
            </a:endParaRPr>
          </a:p>
          <a:p>
            <a:pPr marR="89202" defTabSz="586533">
              <a:lnSpc>
                <a:spcPct val="75000"/>
              </a:lnSpc>
            </a:pPr>
            <a:r>
              <a:rPr sz="600" b="1" spc="6" dirty="0">
                <a:solidFill>
                  <a:srgbClr val="231F20"/>
                </a:solidFill>
                <a:cs typeface="Calibri"/>
              </a:rPr>
              <a:t>Cent</a:t>
            </a:r>
            <a:r>
              <a:rPr sz="600" b="1" dirty="0">
                <a:solidFill>
                  <a:srgbClr val="231F20"/>
                </a:solidFill>
                <a:cs typeface="Calibri"/>
              </a:rPr>
              <a:t>r</a:t>
            </a:r>
            <a:r>
              <a:rPr sz="600" b="1" spc="6" dirty="0">
                <a:solidFill>
                  <a:srgbClr val="231F20"/>
                </a:solidFill>
                <a:cs typeface="Calibri"/>
              </a:rPr>
              <a:t>al</a:t>
            </a:r>
            <a:r>
              <a:rPr sz="6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b="1" spc="13" dirty="0">
                <a:solidFill>
                  <a:srgbClr val="231F20"/>
                </a:solidFill>
                <a:cs typeface="Calibri"/>
              </a:rPr>
              <a:t>Bank</a:t>
            </a:r>
            <a:r>
              <a:rPr sz="600" b="1" spc="6" dirty="0">
                <a:solidFill>
                  <a:srgbClr val="231F20"/>
                </a:solidFill>
                <a:cs typeface="Calibri"/>
              </a:rPr>
              <a:t> </a:t>
            </a:r>
            <a:r>
              <a:rPr sz="600" b="1" spc="10" dirty="0">
                <a:solidFill>
                  <a:srgbClr val="231F20"/>
                </a:solidFill>
                <a:cs typeface="Calibri"/>
              </a:rPr>
              <a:t>Coope</a:t>
            </a:r>
            <a:r>
              <a:rPr sz="600" b="1" dirty="0">
                <a:solidFill>
                  <a:srgbClr val="231F20"/>
                </a:solidFill>
                <a:cs typeface="Calibri"/>
              </a:rPr>
              <a:t>r</a:t>
            </a:r>
            <a:r>
              <a:rPr sz="600" b="1" spc="10" dirty="0">
                <a:solidFill>
                  <a:srgbClr val="231F20"/>
                </a:solidFill>
                <a:cs typeface="Calibri"/>
              </a:rPr>
              <a:t>ation</a:t>
            </a:r>
            <a:endParaRPr sz="6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633" name="object 633"/>
          <p:cNvSpPr/>
          <p:nvPr/>
        </p:nvSpPr>
        <p:spPr>
          <a:xfrm>
            <a:off x="4084367" y="2177346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34" name="object 634"/>
          <p:cNvSpPr/>
          <p:nvPr/>
        </p:nvSpPr>
        <p:spPr>
          <a:xfrm>
            <a:off x="4084367" y="2177346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35" name="object 635"/>
          <p:cNvSpPr/>
          <p:nvPr/>
        </p:nvSpPr>
        <p:spPr>
          <a:xfrm>
            <a:off x="4084367" y="2848516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36" name="object 636"/>
          <p:cNvSpPr/>
          <p:nvPr/>
        </p:nvSpPr>
        <p:spPr>
          <a:xfrm>
            <a:off x="4084367" y="2848516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37" name="object 637"/>
          <p:cNvSpPr/>
          <p:nvPr/>
        </p:nvSpPr>
        <p:spPr>
          <a:xfrm>
            <a:off x="4084367" y="351968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38" name="object 638"/>
          <p:cNvSpPr/>
          <p:nvPr/>
        </p:nvSpPr>
        <p:spPr>
          <a:xfrm>
            <a:off x="4084367" y="351968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39" name="object 639"/>
          <p:cNvSpPr/>
          <p:nvPr/>
        </p:nvSpPr>
        <p:spPr>
          <a:xfrm>
            <a:off x="4084367" y="419085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58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40" name="object 640"/>
          <p:cNvSpPr/>
          <p:nvPr/>
        </p:nvSpPr>
        <p:spPr>
          <a:xfrm>
            <a:off x="4084367" y="4190858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4">
                <a:moveTo>
                  <a:pt x="65658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41" name="object 641"/>
          <p:cNvSpPr/>
          <p:nvPr/>
        </p:nvSpPr>
        <p:spPr>
          <a:xfrm>
            <a:off x="4080401" y="2267233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42" name="object 642"/>
          <p:cNvSpPr txBox="1"/>
          <p:nvPr/>
        </p:nvSpPr>
        <p:spPr>
          <a:xfrm>
            <a:off x="4151350" y="2190831"/>
            <a:ext cx="285502" cy="692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ÖB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1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643" name="object 643"/>
          <p:cNvSpPr txBox="1"/>
          <p:nvPr/>
        </p:nvSpPr>
        <p:spPr>
          <a:xfrm>
            <a:off x="4137362" y="2270793"/>
            <a:ext cx="313259" cy="20749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Education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0" dirty="0">
                <a:solidFill>
                  <a:srgbClr val="231F20"/>
                </a:solidFill>
                <a:cs typeface="Calibri"/>
              </a:rPr>
              <a:t>T</a:t>
            </a:r>
            <a:r>
              <a:rPr sz="600" spc="-6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aining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644" name="object 644"/>
          <p:cNvSpPr/>
          <p:nvPr/>
        </p:nvSpPr>
        <p:spPr>
          <a:xfrm>
            <a:off x="4080401" y="2938405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45" name="object 645"/>
          <p:cNvSpPr txBox="1"/>
          <p:nvPr/>
        </p:nvSpPr>
        <p:spPr>
          <a:xfrm>
            <a:off x="4151350" y="2862003"/>
            <a:ext cx="285502" cy="691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ÖB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2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646" name="object 646"/>
          <p:cNvSpPr txBox="1"/>
          <p:nvPr/>
        </p:nvSpPr>
        <p:spPr>
          <a:xfrm>
            <a:off x="4086962" y="2941940"/>
            <a:ext cx="414375" cy="4149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-6" dirty="0">
                <a:solidFill>
                  <a:srgbClr val="231F20"/>
                </a:solidFill>
                <a:cs typeface="Calibri"/>
              </a:rPr>
              <a:t>Economic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6" dirty="0">
                <a:solidFill>
                  <a:srgbClr val="231F20"/>
                </a:solidFill>
                <a:cs typeface="Calibri"/>
              </a:rPr>
              <a:t>Education,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6" dirty="0">
                <a:solidFill>
                  <a:srgbClr val="231F20"/>
                </a:solidFill>
                <a:cs typeface="Calibri"/>
              </a:rPr>
              <a:t>Information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6" dirty="0">
                <a:solidFill>
                  <a:srgbClr val="231F20"/>
                </a:solidFill>
                <a:cs typeface="Calibri"/>
              </a:rPr>
              <a:t>Management,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0" dirty="0">
                <a:solidFill>
                  <a:srgbClr val="231F20"/>
                </a:solidFill>
                <a:cs typeface="Calibri"/>
              </a:rPr>
              <a:t>Money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0" dirty="0">
                <a:solidFill>
                  <a:srgbClr val="231F20"/>
                </a:solidFill>
                <a:cs typeface="Calibri"/>
              </a:rPr>
              <a:t>Museum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647" name="object 647"/>
          <p:cNvSpPr/>
          <p:nvPr/>
        </p:nvSpPr>
        <p:spPr>
          <a:xfrm>
            <a:off x="4080401" y="3609576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48" name="object 648"/>
          <p:cNvSpPr txBox="1"/>
          <p:nvPr/>
        </p:nvSpPr>
        <p:spPr>
          <a:xfrm>
            <a:off x="4246136" y="3533174"/>
            <a:ext cx="95960" cy="1383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22" dirty="0">
                <a:solidFill>
                  <a:srgbClr val="231F20"/>
                </a:solidFill>
                <a:cs typeface="Calibri"/>
              </a:rPr>
              <a:t>TZK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649" name="object 649"/>
          <p:cNvSpPr txBox="1"/>
          <p:nvPr/>
        </p:nvSpPr>
        <p:spPr>
          <a:xfrm>
            <a:off x="4083640" y="3692186"/>
            <a:ext cx="420719" cy="27665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3" dirty="0">
                <a:solidFill>
                  <a:srgbClr val="231F20"/>
                </a:solidFill>
                <a:cs typeface="Calibri"/>
              </a:rPr>
              <a:t>Cent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dirty="0">
                <a:solidFill>
                  <a:srgbClr val="231F20"/>
                </a:solidFill>
                <a:cs typeface="Calibri"/>
              </a:rPr>
              <a:t>e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for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6" dirty="0">
                <a:solidFill>
                  <a:srgbClr val="231F20"/>
                </a:solidFill>
                <a:cs typeface="Calibri"/>
              </a:rPr>
              <a:t>T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echnical Cent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al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Bank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Coope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ation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650" name="object 650"/>
          <p:cNvSpPr/>
          <p:nvPr/>
        </p:nvSpPr>
        <p:spPr>
          <a:xfrm>
            <a:off x="4080401" y="4280748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51" name="object 651"/>
          <p:cNvSpPr txBox="1"/>
          <p:nvPr/>
        </p:nvSpPr>
        <p:spPr>
          <a:xfrm>
            <a:off x="4240117" y="4204346"/>
            <a:ext cx="107856" cy="13832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6" dirty="0">
                <a:solidFill>
                  <a:srgbClr val="231F20"/>
                </a:solidFill>
                <a:cs typeface="Calibri"/>
              </a:rPr>
              <a:t>HDB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652" name="object 652"/>
          <p:cNvSpPr txBox="1"/>
          <p:nvPr/>
        </p:nvSpPr>
        <p:spPr>
          <a:xfrm>
            <a:off x="4086314" y="4284283"/>
            <a:ext cx="415564" cy="27665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lang="de-DE" sz="600" spc="-16" dirty="0">
                <a:solidFill>
                  <a:srgbClr val="231F20"/>
                </a:solidFill>
                <a:cs typeface="Calibri"/>
              </a:rPr>
              <a:t>U</a:t>
            </a:r>
            <a:r>
              <a:rPr sz="600" spc="-16" dirty="0" err="1">
                <a:solidFill>
                  <a:srgbClr val="231F20"/>
                </a:solidFill>
                <a:cs typeface="Calibri"/>
              </a:rPr>
              <a:t>niversity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0" dirty="0">
                <a:solidFill>
                  <a:srgbClr val="231F20"/>
                </a:solidFill>
                <a:cs typeface="Calibri"/>
              </a:rPr>
              <a:t>of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3" dirty="0">
                <a:solidFill>
                  <a:srgbClr val="231F20"/>
                </a:solidFill>
                <a:cs typeface="Calibri"/>
              </a:rPr>
              <a:t>Applied</a:t>
            </a:r>
            <a:r>
              <a:rPr sz="600" spc="-6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-13" dirty="0">
                <a:solidFill>
                  <a:srgbClr val="231F20"/>
                </a:solidFill>
                <a:cs typeface="Calibri"/>
              </a:rPr>
              <a:t>Sciences,</a:t>
            </a:r>
            <a:endParaRPr sz="600" dirty="0">
              <a:solidFill>
                <a:prstClr val="black"/>
              </a:solidFill>
              <a:cs typeface="Calibri"/>
            </a:endParaRPr>
          </a:p>
          <a:p>
            <a:pPr defTabSz="586533">
              <a:lnSpc>
                <a:spcPct val="75000"/>
              </a:lnSpc>
            </a:pPr>
            <a:r>
              <a:rPr sz="600" spc="-16" dirty="0">
                <a:solidFill>
                  <a:srgbClr val="231F20"/>
                </a:solidFill>
                <a:cs typeface="Calibri"/>
              </a:rPr>
              <a:t>Hachenbu</a:t>
            </a:r>
            <a:r>
              <a:rPr sz="600" spc="-19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g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657" name="object 657"/>
          <p:cNvSpPr/>
          <p:nvPr/>
        </p:nvSpPr>
        <p:spPr>
          <a:xfrm>
            <a:off x="4035440" y="2460762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58" name="object 658"/>
          <p:cNvSpPr/>
          <p:nvPr/>
        </p:nvSpPr>
        <p:spPr>
          <a:xfrm>
            <a:off x="4035440" y="3131932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59" name="object 659"/>
          <p:cNvSpPr/>
          <p:nvPr/>
        </p:nvSpPr>
        <p:spPr>
          <a:xfrm>
            <a:off x="4035440" y="3803104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60" name="object 660"/>
          <p:cNvSpPr/>
          <p:nvPr/>
        </p:nvSpPr>
        <p:spPr>
          <a:xfrm>
            <a:off x="4035440" y="4474276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61" name="object 661"/>
          <p:cNvSpPr/>
          <p:nvPr/>
        </p:nvSpPr>
        <p:spPr>
          <a:xfrm>
            <a:off x="4271476" y="1258013"/>
            <a:ext cx="0" cy="100206"/>
          </a:xfrm>
          <a:custGeom>
            <a:avLst/>
            <a:gdLst/>
            <a:ahLst/>
            <a:cxnLst/>
            <a:rect l="l" t="t" r="r" b="b"/>
            <a:pathLst>
              <a:path h="150494">
                <a:moveTo>
                  <a:pt x="0" y="0"/>
                </a:moveTo>
                <a:lnTo>
                  <a:pt x="0" y="150355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662" name="object 662"/>
          <p:cNvSpPr/>
          <p:nvPr/>
        </p:nvSpPr>
        <p:spPr>
          <a:xfrm>
            <a:off x="4267511" y="2077234"/>
            <a:ext cx="0" cy="48200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199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663" name="object 663"/>
          <p:cNvSpPr/>
          <p:nvPr/>
        </p:nvSpPr>
        <p:spPr>
          <a:xfrm>
            <a:off x="4035430" y="2125175"/>
            <a:ext cx="236332" cy="0"/>
          </a:xfrm>
          <a:custGeom>
            <a:avLst/>
            <a:gdLst/>
            <a:ahLst/>
            <a:cxnLst/>
            <a:rect l="l" t="t" r="r" b="b"/>
            <a:pathLst>
              <a:path w="378459">
                <a:moveTo>
                  <a:pt x="378015" y="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700">
              <a:solidFill>
                <a:prstClr val="black"/>
              </a:solidFill>
            </a:endParaRPr>
          </a:p>
        </p:txBody>
      </p:sp>
      <p:sp>
        <p:nvSpPr>
          <p:cNvPr id="664" name="object 664"/>
          <p:cNvSpPr/>
          <p:nvPr/>
        </p:nvSpPr>
        <p:spPr>
          <a:xfrm>
            <a:off x="4039405" y="2125175"/>
            <a:ext cx="0" cy="2353368"/>
          </a:xfrm>
          <a:custGeom>
            <a:avLst/>
            <a:gdLst/>
            <a:ahLst/>
            <a:cxnLst/>
            <a:rect l="l" t="t" r="r" b="b"/>
            <a:pathLst>
              <a:path h="3534409">
                <a:moveTo>
                  <a:pt x="0" y="0"/>
                </a:moveTo>
                <a:lnTo>
                  <a:pt x="0" y="3534333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65" name="object 665"/>
          <p:cNvSpPr/>
          <p:nvPr/>
        </p:nvSpPr>
        <p:spPr>
          <a:xfrm>
            <a:off x="6796552" y="4809861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66" name="object 666"/>
          <p:cNvSpPr/>
          <p:nvPr/>
        </p:nvSpPr>
        <p:spPr>
          <a:xfrm>
            <a:off x="5230877" y="3515459"/>
            <a:ext cx="427460" cy="575446"/>
          </a:xfrm>
          <a:custGeom>
            <a:avLst/>
            <a:gdLst/>
            <a:ahLst/>
            <a:cxnLst/>
            <a:rect l="l" t="t" r="r" b="b"/>
            <a:pathLst>
              <a:path w="684529" h="864235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2" y="792459"/>
                </a:lnTo>
                <a:lnTo>
                  <a:pt x="1117" y="833555"/>
                </a:lnTo>
                <a:lnTo>
                  <a:pt x="30178" y="862846"/>
                </a:lnTo>
                <a:lnTo>
                  <a:pt x="612000" y="863993"/>
                </a:lnTo>
                <a:lnTo>
                  <a:pt x="635720" y="863853"/>
                </a:lnTo>
                <a:lnTo>
                  <a:pt x="674939" y="855051"/>
                </a:lnTo>
                <a:lnTo>
                  <a:pt x="683849" y="816071"/>
                </a:lnTo>
                <a:lnTo>
                  <a:pt x="683996" y="792459"/>
                </a:lnTo>
                <a:lnTo>
                  <a:pt x="683993" y="71534"/>
                </a:lnTo>
                <a:lnTo>
                  <a:pt x="682878" y="30438"/>
                </a:lnTo>
                <a:lnTo>
                  <a:pt x="653817" y="1146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67" name="object 667"/>
          <p:cNvSpPr/>
          <p:nvPr/>
        </p:nvSpPr>
        <p:spPr>
          <a:xfrm>
            <a:off x="5230877" y="3515459"/>
            <a:ext cx="427460" cy="575446"/>
          </a:xfrm>
          <a:custGeom>
            <a:avLst/>
            <a:gdLst/>
            <a:ahLst/>
            <a:cxnLst/>
            <a:rect l="l" t="t" r="r" b="b"/>
            <a:pathLst>
              <a:path w="684529" h="864235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0" y="791997"/>
                </a:lnTo>
                <a:lnTo>
                  <a:pt x="139" y="815717"/>
                </a:lnTo>
                <a:lnTo>
                  <a:pt x="8941" y="854936"/>
                </a:lnTo>
                <a:lnTo>
                  <a:pt x="47922" y="863846"/>
                </a:lnTo>
                <a:lnTo>
                  <a:pt x="612000" y="863993"/>
                </a:lnTo>
                <a:lnTo>
                  <a:pt x="635720" y="863853"/>
                </a:lnTo>
                <a:lnTo>
                  <a:pt x="674939" y="855051"/>
                </a:lnTo>
                <a:lnTo>
                  <a:pt x="683849" y="816071"/>
                </a:lnTo>
                <a:lnTo>
                  <a:pt x="683996" y="71996"/>
                </a:lnTo>
                <a:lnTo>
                  <a:pt x="683856" y="48276"/>
                </a:lnTo>
                <a:lnTo>
                  <a:pt x="675054" y="9057"/>
                </a:lnTo>
                <a:lnTo>
                  <a:pt x="636074" y="147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68" name="object 668"/>
          <p:cNvSpPr/>
          <p:nvPr/>
        </p:nvSpPr>
        <p:spPr>
          <a:xfrm>
            <a:off x="5230877" y="4186630"/>
            <a:ext cx="427460" cy="575446"/>
          </a:xfrm>
          <a:custGeom>
            <a:avLst/>
            <a:gdLst/>
            <a:ahLst/>
            <a:cxnLst/>
            <a:rect l="l" t="t" r="r" b="b"/>
            <a:pathLst>
              <a:path w="684529" h="864234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2" y="792459"/>
                </a:lnTo>
                <a:lnTo>
                  <a:pt x="1117" y="833555"/>
                </a:lnTo>
                <a:lnTo>
                  <a:pt x="30178" y="862846"/>
                </a:lnTo>
                <a:lnTo>
                  <a:pt x="612000" y="863993"/>
                </a:lnTo>
                <a:lnTo>
                  <a:pt x="635720" y="863853"/>
                </a:lnTo>
                <a:lnTo>
                  <a:pt x="674939" y="855051"/>
                </a:lnTo>
                <a:lnTo>
                  <a:pt x="683849" y="816071"/>
                </a:lnTo>
                <a:lnTo>
                  <a:pt x="683996" y="792459"/>
                </a:lnTo>
                <a:lnTo>
                  <a:pt x="683993" y="71534"/>
                </a:lnTo>
                <a:lnTo>
                  <a:pt x="682878" y="30438"/>
                </a:lnTo>
                <a:lnTo>
                  <a:pt x="653817" y="1146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69" name="object 669"/>
          <p:cNvSpPr/>
          <p:nvPr/>
        </p:nvSpPr>
        <p:spPr>
          <a:xfrm>
            <a:off x="5230877" y="4186630"/>
            <a:ext cx="427460" cy="575446"/>
          </a:xfrm>
          <a:custGeom>
            <a:avLst/>
            <a:gdLst/>
            <a:ahLst/>
            <a:cxnLst/>
            <a:rect l="l" t="t" r="r" b="b"/>
            <a:pathLst>
              <a:path w="684529" h="864234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0" y="791997"/>
                </a:lnTo>
                <a:lnTo>
                  <a:pt x="139" y="815717"/>
                </a:lnTo>
                <a:lnTo>
                  <a:pt x="8941" y="854936"/>
                </a:lnTo>
                <a:lnTo>
                  <a:pt x="47922" y="863846"/>
                </a:lnTo>
                <a:lnTo>
                  <a:pt x="612000" y="863993"/>
                </a:lnTo>
                <a:lnTo>
                  <a:pt x="635720" y="863853"/>
                </a:lnTo>
                <a:lnTo>
                  <a:pt x="674939" y="855051"/>
                </a:lnTo>
                <a:lnTo>
                  <a:pt x="683849" y="816071"/>
                </a:lnTo>
                <a:lnTo>
                  <a:pt x="683996" y="71996"/>
                </a:lnTo>
                <a:lnTo>
                  <a:pt x="683856" y="48276"/>
                </a:lnTo>
                <a:lnTo>
                  <a:pt x="675054" y="9057"/>
                </a:lnTo>
                <a:lnTo>
                  <a:pt x="636074" y="147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70" name="object 670"/>
          <p:cNvSpPr/>
          <p:nvPr/>
        </p:nvSpPr>
        <p:spPr>
          <a:xfrm>
            <a:off x="5230877" y="4857802"/>
            <a:ext cx="427460" cy="575446"/>
          </a:xfrm>
          <a:custGeom>
            <a:avLst/>
            <a:gdLst/>
            <a:ahLst/>
            <a:cxnLst/>
            <a:rect l="l" t="t" r="r" b="b"/>
            <a:pathLst>
              <a:path w="684529" h="864234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2" y="792459"/>
                </a:lnTo>
                <a:lnTo>
                  <a:pt x="1117" y="833555"/>
                </a:lnTo>
                <a:lnTo>
                  <a:pt x="30178" y="862846"/>
                </a:lnTo>
                <a:lnTo>
                  <a:pt x="612000" y="863993"/>
                </a:lnTo>
                <a:lnTo>
                  <a:pt x="635720" y="863853"/>
                </a:lnTo>
                <a:lnTo>
                  <a:pt x="674939" y="855051"/>
                </a:lnTo>
                <a:lnTo>
                  <a:pt x="683849" y="816071"/>
                </a:lnTo>
                <a:lnTo>
                  <a:pt x="683996" y="792459"/>
                </a:lnTo>
                <a:lnTo>
                  <a:pt x="683993" y="71534"/>
                </a:lnTo>
                <a:lnTo>
                  <a:pt x="682878" y="30438"/>
                </a:lnTo>
                <a:lnTo>
                  <a:pt x="653817" y="1146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71" name="object 671"/>
          <p:cNvSpPr/>
          <p:nvPr/>
        </p:nvSpPr>
        <p:spPr>
          <a:xfrm>
            <a:off x="5230877" y="4857802"/>
            <a:ext cx="427460" cy="575446"/>
          </a:xfrm>
          <a:custGeom>
            <a:avLst/>
            <a:gdLst/>
            <a:ahLst/>
            <a:cxnLst/>
            <a:rect l="l" t="t" r="r" b="b"/>
            <a:pathLst>
              <a:path w="684529" h="864234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0" y="791997"/>
                </a:lnTo>
                <a:lnTo>
                  <a:pt x="139" y="815717"/>
                </a:lnTo>
                <a:lnTo>
                  <a:pt x="8941" y="854936"/>
                </a:lnTo>
                <a:lnTo>
                  <a:pt x="47922" y="863846"/>
                </a:lnTo>
                <a:lnTo>
                  <a:pt x="612000" y="863993"/>
                </a:lnTo>
                <a:lnTo>
                  <a:pt x="635720" y="863853"/>
                </a:lnTo>
                <a:lnTo>
                  <a:pt x="674939" y="855051"/>
                </a:lnTo>
                <a:lnTo>
                  <a:pt x="683849" y="816071"/>
                </a:lnTo>
                <a:lnTo>
                  <a:pt x="683996" y="71996"/>
                </a:lnTo>
                <a:lnTo>
                  <a:pt x="683856" y="48276"/>
                </a:lnTo>
                <a:lnTo>
                  <a:pt x="675054" y="9057"/>
                </a:lnTo>
                <a:lnTo>
                  <a:pt x="636074" y="147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72" name="object 672"/>
          <p:cNvSpPr/>
          <p:nvPr/>
        </p:nvSpPr>
        <p:spPr>
          <a:xfrm>
            <a:off x="5230877" y="5528975"/>
            <a:ext cx="427460" cy="575446"/>
          </a:xfrm>
          <a:custGeom>
            <a:avLst/>
            <a:gdLst/>
            <a:ahLst/>
            <a:cxnLst/>
            <a:rect l="l" t="t" r="r" b="b"/>
            <a:pathLst>
              <a:path w="684529" h="864234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2" y="792478"/>
                </a:lnTo>
                <a:lnTo>
                  <a:pt x="1117" y="833559"/>
                </a:lnTo>
                <a:lnTo>
                  <a:pt x="30170" y="862858"/>
                </a:lnTo>
                <a:lnTo>
                  <a:pt x="612000" y="864006"/>
                </a:lnTo>
                <a:lnTo>
                  <a:pt x="635718" y="863866"/>
                </a:lnTo>
                <a:lnTo>
                  <a:pt x="674936" y="855065"/>
                </a:lnTo>
                <a:lnTo>
                  <a:pt x="683849" y="816088"/>
                </a:lnTo>
                <a:lnTo>
                  <a:pt x="683996" y="792478"/>
                </a:lnTo>
                <a:lnTo>
                  <a:pt x="683993" y="71534"/>
                </a:lnTo>
                <a:lnTo>
                  <a:pt x="682878" y="30438"/>
                </a:lnTo>
                <a:lnTo>
                  <a:pt x="653817" y="1146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73" name="object 673"/>
          <p:cNvSpPr/>
          <p:nvPr/>
        </p:nvSpPr>
        <p:spPr>
          <a:xfrm>
            <a:off x="5230877" y="5528975"/>
            <a:ext cx="427460" cy="575446"/>
          </a:xfrm>
          <a:custGeom>
            <a:avLst/>
            <a:gdLst/>
            <a:ahLst/>
            <a:cxnLst/>
            <a:rect l="l" t="t" r="r" b="b"/>
            <a:pathLst>
              <a:path w="684529" h="864234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0" y="791997"/>
                </a:lnTo>
                <a:lnTo>
                  <a:pt x="139" y="815719"/>
                </a:lnTo>
                <a:lnTo>
                  <a:pt x="8939" y="854944"/>
                </a:lnTo>
                <a:lnTo>
                  <a:pt x="47909" y="863859"/>
                </a:lnTo>
                <a:lnTo>
                  <a:pt x="612000" y="864006"/>
                </a:lnTo>
                <a:lnTo>
                  <a:pt x="635718" y="863866"/>
                </a:lnTo>
                <a:lnTo>
                  <a:pt x="674936" y="855065"/>
                </a:lnTo>
                <a:lnTo>
                  <a:pt x="683849" y="816088"/>
                </a:lnTo>
                <a:lnTo>
                  <a:pt x="683996" y="71996"/>
                </a:lnTo>
                <a:lnTo>
                  <a:pt x="683856" y="48276"/>
                </a:lnTo>
                <a:lnTo>
                  <a:pt x="675054" y="9057"/>
                </a:lnTo>
                <a:lnTo>
                  <a:pt x="636074" y="147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74" name="object 674"/>
          <p:cNvSpPr/>
          <p:nvPr/>
        </p:nvSpPr>
        <p:spPr>
          <a:xfrm>
            <a:off x="5230877" y="6200145"/>
            <a:ext cx="427460" cy="575446"/>
          </a:xfrm>
          <a:custGeom>
            <a:avLst/>
            <a:gdLst/>
            <a:ahLst/>
            <a:cxnLst/>
            <a:rect l="l" t="t" r="r" b="b"/>
            <a:pathLst>
              <a:path w="684529" h="864234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2" y="792478"/>
                </a:lnTo>
                <a:lnTo>
                  <a:pt x="1117" y="833559"/>
                </a:lnTo>
                <a:lnTo>
                  <a:pt x="30170" y="862858"/>
                </a:lnTo>
                <a:lnTo>
                  <a:pt x="612000" y="864006"/>
                </a:lnTo>
                <a:lnTo>
                  <a:pt x="635718" y="863866"/>
                </a:lnTo>
                <a:lnTo>
                  <a:pt x="674936" y="855065"/>
                </a:lnTo>
                <a:lnTo>
                  <a:pt x="683849" y="816088"/>
                </a:lnTo>
                <a:lnTo>
                  <a:pt x="683996" y="792478"/>
                </a:lnTo>
                <a:lnTo>
                  <a:pt x="683993" y="71534"/>
                </a:lnTo>
                <a:lnTo>
                  <a:pt x="682878" y="30438"/>
                </a:lnTo>
                <a:lnTo>
                  <a:pt x="653817" y="1146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/>
            <a:endParaRPr sz="600">
              <a:solidFill>
                <a:prstClr val="black"/>
              </a:solidFill>
            </a:endParaRPr>
          </a:p>
        </p:txBody>
      </p:sp>
      <p:sp>
        <p:nvSpPr>
          <p:cNvPr id="675" name="object 675"/>
          <p:cNvSpPr/>
          <p:nvPr/>
        </p:nvSpPr>
        <p:spPr>
          <a:xfrm>
            <a:off x="5230877" y="6200145"/>
            <a:ext cx="427460" cy="575446"/>
          </a:xfrm>
          <a:custGeom>
            <a:avLst/>
            <a:gdLst/>
            <a:ahLst/>
            <a:cxnLst/>
            <a:rect l="l" t="t" r="r" b="b"/>
            <a:pathLst>
              <a:path w="684529" h="864234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0" y="791997"/>
                </a:lnTo>
                <a:lnTo>
                  <a:pt x="139" y="815719"/>
                </a:lnTo>
                <a:lnTo>
                  <a:pt x="8939" y="854944"/>
                </a:lnTo>
                <a:lnTo>
                  <a:pt x="47909" y="863859"/>
                </a:lnTo>
                <a:lnTo>
                  <a:pt x="612000" y="864006"/>
                </a:lnTo>
                <a:lnTo>
                  <a:pt x="635718" y="863866"/>
                </a:lnTo>
                <a:lnTo>
                  <a:pt x="674936" y="855065"/>
                </a:lnTo>
                <a:lnTo>
                  <a:pt x="683849" y="816088"/>
                </a:lnTo>
                <a:lnTo>
                  <a:pt x="683996" y="71996"/>
                </a:lnTo>
                <a:lnTo>
                  <a:pt x="683856" y="48276"/>
                </a:lnTo>
                <a:lnTo>
                  <a:pt x="675054" y="9057"/>
                </a:lnTo>
                <a:lnTo>
                  <a:pt x="636074" y="147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/>
            <a:endParaRPr sz="600">
              <a:solidFill>
                <a:prstClr val="black"/>
              </a:solidFill>
            </a:endParaRPr>
          </a:p>
        </p:txBody>
      </p:sp>
      <p:sp>
        <p:nvSpPr>
          <p:cNvPr id="676" name="object 676"/>
          <p:cNvSpPr/>
          <p:nvPr/>
        </p:nvSpPr>
        <p:spPr>
          <a:xfrm>
            <a:off x="5230876" y="3609576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77" name="object 677"/>
          <p:cNvSpPr txBox="1"/>
          <p:nvPr/>
        </p:nvSpPr>
        <p:spPr>
          <a:xfrm>
            <a:off x="5318861" y="3533174"/>
            <a:ext cx="251401" cy="691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B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1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678" name="object 678"/>
          <p:cNvSpPr txBox="1"/>
          <p:nvPr/>
        </p:nvSpPr>
        <p:spPr>
          <a:xfrm>
            <a:off x="5257906" y="3613136"/>
            <a:ext cx="373135" cy="4149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3" dirty="0">
                <a:solidFill>
                  <a:srgbClr val="231F20"/>
                </a:solidFill>
                <a:cs typeface="Calibri"/>
              </a:rPr>
              <a:t>Banking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Supervision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22" dirty="0">
                <a:solidFill>
                  <a:srgbClr val="231F20"/>
                </a:solidFill>
                <a:cs typeface="Calibri"/>
              </a:rPr>
              <a:t>Law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International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6" dirty="0">
                <a:solidFill>
                  <a:srgbClr val="231F20"/>
                </a:solidFill>
                <a:cs typeface="Calibri"/>
              </a:rPr>
              <a:t>Banking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Supervision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679" name="object 679"/>
          <p:cNvSpPr/>
          <p:nvPr/>
        </p:nvSpPr>
        <p:spPr>
          <a:xfrm>
            <a:off x="5230876" y="4280748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80" name="object 680"/>
          <p:cNvSpPr txBox="1"/>
          <p:nvPr/>
        </p:nvSpPr>
        <p:spPr>
          <a:xfrm>
            <a:off x="5318861" y="4204346"/>
            <a:ext cx="251401" cy="691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B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2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681" name="object 681"/>
          <p:cNvSpPr txBox="1"/>
          <p:nvPr/>
        </p:nvSpPr>
        <p:spPr>
          <a:xfrm>
            <a:off x="5240348" y="4284308"/>
            <a:ext cx="408427" cy="1384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0" dirty="0">
                <a:solidFill>
                  <a:srgbClr val="231F20"/>
                </a:solidFill>
                <a:cs typeface="Calibri"/>
              </a:rPr>
              <a:t>Risk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Analysis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682" name="object 682"/>
          <p:cNvSpPr/>
          <p:nvPr/>
        </p:nvSpPr>
        <p:spPr>
          <a:xfrm>
            <a:off x="5230876" y="4951919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83" name="object 683"/>
          <p:cNvSpPr txBox="1"/>
          <p:nvPr/>
        </p:nvSpPr>
        <p:spPr>
          <a:xfrm>
            <a:off x="5318861" y="4875516"/>
            <a:ext cx="251401" cy="691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B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3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684" name="object 684"/>
          <p:cNvSpPr txBox="1"/>
          <p:nvPr/>
        </p:nvSpPr>
        <p:spPr>
          <a:xfrm>
            <a:off x="5256563" y="4955478"/>
            <a:ext cx="392213" cy="4847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6" dirty="0">
                <a:solidFill>
                  <a:srgbClr val="231F20"/>
                </a:solidFill>
                <a:cs typeface="Calibri"/>
              </a:rPr>
              <a:t>On-site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Inspections</a:t>
            </a:r>
            <a:r>
              <a:rPr lang="de-DE" sz="600" spc="10" dirty="0">
                <a:solidFill>
                  <a:srgbClr val="231F20"/>
                </a:solidFill>
                <a:cs typeface="Calibri"/>
              </a:rPr>
              <a:t>,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Implementation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of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International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S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tanda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ds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685" name="object 685"/>
          <p:cNvSpPr/>
          <p:nvPr/>
        </p:nvSpPr>
        <p:spPr>
          <a:xfrm>
            <a:off x="5230876" y="5623090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86" name="object 686"/>
          <p:cNvSpPr txBox="1"/>
          <p:nvPr/>
        </p:nvSpPr>
        <p:spPr>
          <a:xfrm>
            <a:off x="5318861" y="5546688"/>
            <a:ext cx="251401" cy="691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B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4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687" name="object 687"/>
          <p:cNvSpPr txBox="1"/>
          <p:nvPr/>
        </p:nvSpPr>
        <p:spPr>
          <a:xfrm>
            <a:off x="5240349" y="5626650"/>
            <a:ext cx="40842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22" dirty="0">
                <a:solidFill>
                  <a:srgbClr val="231F20"/>
                </a:solidFill>
                <a:cs typeface="Calibri"/>
              </a:rPr>
              <a:t>A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ccounting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Supervisory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Databases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688" name="object 688"/>
          <p:cNvSpPr/>
          <p:nvPr/>
        </p:nvSpPr>
        <p:spPr>
          <a:xfrm>
            <a:off x="5230876" y="6294262"/>
            <a:ext cx="427460" cy="0"/>
          </a:xfrm>
          <a:custGeom>
            <a:avLst/>
            <a:gdLst/>
            <a:ahLst/>
            <a:cxnLst/>
            <a:rect l="l" t="t" r="r" b="b"/>
            <a:pathLst>
              <a:path w="684529">
                <a:moveTo>
                  <a:pt x="0" y="0"/>
                </a:moveTo>
                <a:lnTo>
                  <a:pt x="683996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89" name="object 689"/>
          <p:cNvSpPr txBox="1"/>
          <p:nvPr/>
        </p:nvSpPr>
        <p:spPr>
          <a:xfrm>
            <a:off x="5318861" y="6217858"/>
            <a:ext cx="251401" cy="691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B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5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690" name="object 690"/>
          <p:cNvSpPr txBox="1"/>
          <p:nvPr/>
        </p:nvSpPr>
        <p:spPr>
          <a:xfrm>
            <a:off x="5240348" y="6297820"/>
            <a:ext cx="408427" cy="4847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3" dirty="0">
                <a:solidFill>
                  <a:srgbClr val="231F20"/>
                </a:solidFill>
                <a:cs typeface="Calibri"/>
              </a:rPr>
              <a:t>Coo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dination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of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National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3" dirty="0">
                <a:solidFill>
                  <a:srgbClr val="231F20"/>
                </a:solidFill>
                <a:cs typeface="Calibri"/>
              </a:rPr>
              <a:t>and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Inte</a:t>
            </a:r>
            <a:r>
              <a:rPr sz="600" spc="-3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- national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Off-Site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Supervision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696" name="object 696"/>
          <p:cNvSpPr/>
          <p:nvPr/>
        </p:nvSpPr>
        <p:spPr>
          <a:xfrm>
            <a:off x="5185915" y="3803095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97" name="object 697"/>
          <p:cNvSpPr/>
          <p:nvPr/>
        </p:nvSpPr>
        <p:spPr>
          <a:xfrm>
            <a:off x="5185915" y="4474266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98" name="object 698"/>
          <p:cNvSpPr/>
          <p:nvPr/>
        </p:nvSpPr>
        <p:spPr>
          <a:xfrm>
            <a:off x="5185915" y="5145438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99" name="object 699"/>
          <p:cNvSpPr/>
          <p:nvPr/>
        </p:nvSpPr>
        <p:spPr>
          <a:xfrm>
            <a:off x="5185915" y="5816608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00" name="object 700"/>
          <p:cNvSpPr/>
          <p:nvPr/>
        </p:nvSpPr>
        <p:spPr>
          <a:xfrm>
            <a:off x="5185915" y="6487780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01" name="object 701"/>
          <p:cNvSpPr/>
          <p:nvPr/>
        </p:nvSpPr>
        <p:spPr>
          <a:xfrm>
            <a:off x="5230877" y="2835832"/>
            <a:ext cx="427460" cy="575446"/>
          </a:xfrm>
          <a:custGeom>
            <a:avLst/>
            <a:gdLst/>
            <a:ahLst/>
            <a:cxnLst/>
            <a:rect l="l" t="t" r="r" b="b"/>
            <a:pathLst>
              <a:path w="684529" h="864235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2" y="792459"/>
                </a:lnTo>
                <a:lnTo>
                  <a:pt x="1117" y="833555"/>
                </a:lnTo>
                <a:lnTo>
                  <a:pt x="30178" y="862846"/>
                </a:lnTo>
                <a:lnTo>
                  <a:pt x="612000" y="863993"/>
                </a:lnTo>
                <a:lnTo>
                  <a:pt x="635720" y="863853"/>
                </a:lnTo>
                <a:lnTo>
                  <a:pt x="674939" y="855051"/>
                </a:lnTo>
                <a:lnTo>
                  <a:pt x="683849" y="816071"/>
                </a:lnTo>
                <a:lnTo>
                  <a:pt x="683996" y="792459"/>
                </a:lnTo>
                <a:lnTo>
                  <a:pt x="683993" y="71534"/>
                </a:lnTo>
                <a:lnTo>
                  <a:pt x="682878" y="30438"/>
                </a:lnTo>
                <a:lnTo>
                  <a:pt x="653817" y="1146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02" name="object 702"/>
          <p:cNvSpPr/>
          <p:nvPr/>
        </p:nvSpPr>
        <p:spPr>
          <a:xfrm>
            <a:off x="5230877" y="2835832"/>
            <a:ext cx="427460" cy="575446"/>
          </a:xfrm>
          <a:custGeom>
            <a:avLst/>
            <a:gdLst/>
            <a:ahLst/>
            <a:cxnLst/>
            <a:rect l="l" t="t" r="r" b="b"/>
            <a:pathLst>
              <a:path w="684529" h="864235">
                <a:moveTo>
                  <a:pt x="71996" y="0"/>
                </a:moveTo>
                <a:lnTo>
                  <a:pt x="30438" y="1117"/>
                </a:lnTo>
                <a:lnTo>
                  <a:pt x="1146" y="30178"/>
                </a:lnTo>
                <a:lnTo>
                  <a:pt x="0" y="71534"/>
                </a:lnTo>
                <a:lnTo>
                  <a:pt x="0" y="791997"/>
                </a:lnTo>
                <a:lnTo>
                  <a:pt x="139" y="815717"/>
                </a:lnTo>
                <a:lnTo>
                  <a:pt x="8941" y="854936"/>
                </a:lnTo>
                <a:lnTo>
                  <a:pt x="47922" y="863846"/>
                </a:lnTo>
                <a:lnTo>
                  <a:pt x="612000" y="863993"/>
                </a:lnTo>
                <a:lnTo>
                  <a:pt x="635720" y="863853"/>
                </a:lnTo>
                <a:lnTo>
                  <a:pt x="674939" y="855051"/>
                </a:lnTo>
                <a:lnTo>
                  <a:pt x="683849" y="816071"/>
                </a:lnTo>
                <a:lnTo>
                  <a:pt x="683996" y="71996"/>
                </a:lnTo>
                <a:lnTo>
                  <a:pt x="683856" y="48276"/>
                </a:lnTo>
                <a:lnTo>
                  <a:pt x="675054" y="9057"/>
                </a:lnTo>
                <a:lnTo>
                  <a:pt x="636074" y="147"/>
                </a:lnTo>
                <a:lnTo>
                  <a:pt x="7199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03" name="object 703"/>
          <p:cNvSpPr txBox="1"/>
          <p:nvPr/>
        </p:nvSpPr>
        <p:spPr>
          <a:xfrm>
            <a:off x="5257321" y="2853547"/>
            <a:ext cx="374325" cy="4149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sz="600" spc="13" dirty="0">
                <a:solidFill>
                  <a:srgbClr val="231F20"/>
                </a:solidFill>
                <a:cs typeface="Calibri"/>
              </a:rPr>
              <a:t>S</a:t>
            </a:r>
            <a:r>
              <a:rPr sz="600" dirty="0">
                <a:solidFill>
                  <a:srgbClr val="231F20"/>
                </a:solidFill>
                <a:cs typeface="Calibri"/>
              </a:rPr>
              <a:t>t</a:t>
            </a:r>
            <a:r>
              <a:rPr sz="600" spc="-6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ategic</a:t>
            </a:r>
            <a:r>
              <a:rPr sz="600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Office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6" dirty="0">
                <a:solidFill>
                  <a:srgbClr val="231F20"/>
                </a:solidFill>
                <a:cs typeface="Calibri"/>
              </a:rPr>
              <a:t>SSM-Supervision/</a:t>
            </a:r>
            <a:r>
              <a:rPr sz="600" spc="3" dirty="0">
                <a:solidFill>
                  <a:srgbClr val="231F20"/>
                </a:solidFill>
                <a:cs typeface="Calibri"/>
              </a:rPr>
              <a:t> 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JS</a:t>
            </a:r>
            <a:r>
              <a:rPr sz="600" spc="-10" dirty="0">
                <a:solidFill>
                  <a:srgbClr val="231F20"/>
                </a:solidFill>
                <a:cs typeface="Calibri"/>
              </a:rPr>
              <a:t>T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-Coo</a:t>
            </a:r>
            <a:r>
              <a:rPr sz="600" dirty="0">
                <a:solidFill>
                  <a:srgbClr val="231F20"/>
                </a:solidFill>
                <a:cs typeface="Calibri"/>
              </a:rPr>
              <a:t>r</a:t>
            </a:r>
            <a:r>
              <a:rPr sz="600" spc="10" dirty="0">
                <a:solidFill>
                  <a:srgbClr val="231F20"/>
                </a:solidFill>
                <a:cs typeface="Calibri"/>
              </a:rPr>
              <a:t>dinaton</a:t>
            </a:r>
            <a:endParaRPr sz="600">
              <a:solidFill>
                <a:prstClr val="black"/>
              </a:solidFill>
              <a:cs typeface="Calibri"/>
            </a:endParaRPr>
          </a:p>
        </p:txBody>
      </p:sp>
      <p:sp>
        <p:nvSpPr>
          <p:cNvPr id="705" name="object 705"/>
          <p:cNvSpPr/>
          <p:nvPr/>
        </p:nvSpPr>
        <p:spPr>
          <a:xfrm>
            <a:off x="5185915" y="3123467"/>
            <a:ext cx="45205" cy="0"/>
          </a:xfrm>
          <a:custGeom>
            <a:avLst/>
            <a:gdLst/>
            <a:ahLst/>
            <a:cxnLst/>
            <a:rect l="l" t="t" r="r" b="b"/>
            <a:pathLst>
              <a:path w="72390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88" name="object 288"/>
          <p:cNvSpPr/>
          <p:nvPr/>
        </p:nvSpPr>
        <p:spPr>
          <a:xfrm>
            <a:off x="5185906" y="1452240"/>
            <a:ext cx="472268" cy="0"/>
          </a:xfrm>
          <a:custGeom>
            <a:avLst/>
            <a:gdLst/>
            <a:ahLst/>
            <a:cxnLst/>
            <a:rect l="l" t="t" r="r" b="b"/>
            <a:pathLst>
              <a:path w="756284">
                <a:moveTo>
                  <a:pt x="0" y="0"/>
                </a:moveTo>
                <a:lnTo>
                  <a:pt x="756005" y="0"/>
                </a:lnTo>
              </a:path>
            </a:pathLst>
          </a:custGeom>
          <a:ln w="12700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900" b="1">
              <a:solidFill>
                <a:prstClr val="black"/>
              </a:solidFill>
            </a:endParaRPr>
          </a:p>
        </p:txBody>
      </p:sp>
      <p:grpSp>
        <p:nvGrpSpPr>
          <p:cNvPr id="653" name="Gruppieren 652"/>
          <p:cNvGrpSpPr/>
          <p:nvPr/>
        </p:nvGrpSpPr>
        <p:grpSpPr>
          <a:xfrm>
            <a:off x="162703" y="1756718"/>
            <a:ext cx="8213629" cy="4708412"/>
            <a:chOff x="154605" y="1613507"/>
            <a:chExt cx="8213629" cy="4708412"/>
          </a:xfrm>
        </p:grpSpPr>
        <p:sp>
          <p:nvSpPr>
            <p:cNvPr id="654" name="Ellipse 653"/>
            <p:cNvSpPr/>
            <p:nvPr/>
          </p:nvSpPr>
          <p:spPr>
            <a:xfrm>
              <a:off x="3103967" y="2586201"/>
              <a:ext cx="429721" cy="434996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de-DE" sz="1200" b="1" i="1" dirty="0"/>
            </a:p>
          </p:txBody>
        </p:sp>
        <p:sp>
          <p:nvSpPr>
            <p:cNvPr id="655" name="Textfeld 654"/>
            <p:cNvSpPr txBox="1"/>
            <p:nvPr/>
          </p:nvSpPr>
          <p:spPr>
            <a:xfrm>
              <a:off x="3092999" y="2616016"/>
              <a:ext cx="591905" cy="40011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sz="1000" b="1" dirty="0" smtClean="0">
                  <a:solidFill>
                    <a:schemeClr val="bg1"/>
                  </a:solidFill>
                </a:rPr>
                <a:t>DIREK </a:t>
              </a:r>
              <a:r>
                <a:rPr lang="de-DE" sz="1000" b="1" dirty="0" err="1" smtClean="0">
                  <a:solidFill>
                    <a:schemeClr val="bg1"/>
                  </a:solidFill>
                </a:rPr>
                <a:t>MiDi</a:t>
              </a:r>
              <a:endParaRPr lang="de-DE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656" name="Ellipse 655"/>
            <p:cNvSpPr/>
            <p:nvPr/>
          </p:nvSpPr>
          <p:spPr>
            <a:xfrm>
              <a:off x="3119432" y="3045968"/>
              <a:ext cx="429721" cy="42155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de-DE" sz="1200" b="1" i="1" dirty="0"/>
            </a:p>
          </p:txBody>
        </p:sp>
        <p:sp>
          <p:nvSpPr>
            <p:cNvPr id="691" name="Textfeld 690"/>
            <p:cNvSpPr txBox="1"/>
            <p:nvPr/>
          </p:nvSpPr>
          <p:spPr>
            <a:xfrm>
              <a:off x="3149229" y="3123555"/>
              <a:ext cx="510924" cy="246221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sz="1000" b="1" dirty="0" smtClean="0">
                  <a:solidFill>
                    <a:schemeClr val="bg1"/>
                  </a:solidFill>
                </a:rPr>
                <a:t>SITS</a:t>
              </a:r>
              <a:endParaRPr lang="de-DE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692" name="Ellipse 691"/>
            <p:cNvSpPr/>
            <p:nvPr/>
          </p:nvSpPr>
          <p:spPr>
            <a:xfrm>
              <a:off x="3038546" y="1989651"/>
              <a:ext cx="429721" cy="434996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de-DE" sz="1200" b="1" i="1" dirty="0"/>
            </a:p>
          </p:txBody>
        </p:sp>
        <p:sp>
          <p:nvSpPr>
            <p:cNvPr id="693" name="Ellipse 692"/>
            <p:cNvSpPr/>
            <p:nvPr/>
          </p:nvSpPr>
          <p:spPr>
            <a:xfrm>
              <a:off x="2995970" y="3697594"/>
              <a:ext cx="429721" cy="434996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de-DE" sz="1200" b="1" i="1" dirty="0"/>
            </a:p>
          </p:txBody>
        </p:sp>
        <p:sp>
          <p:nvSpPr>
            <p:cNvPr id="694" name="Textfeld 693"/>
            <p:cNvSpPr txBox="1"/>
            <p:nvPr/>
          </p:nvSpPr>
          <p:spPr>
            <a:xfrm>
              <a:off x="2937863" y="3786888"/>
              <a:ext cx="588982" cy="246221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sz="1000" b="1" dirty="0" smtClean="0">
                  <a:solidFill>
                    <a:schemeClr val="bg1"/>
                  </a:solidFill>
                </a:rPr>
                <a:t>USTAN</a:t>
              </a:r>
              <a:endParaRPr lang="de-DE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713" name="Ellipse 712"/>
            <p:cNvSpPr/>
            <p:nvPr/>
          </p:nvSpPr>
          <p:spPr>
            <a:xfrm>
              <a:off x="5046040" y="5886923"/>
              <a:ext cx="429721" cy="434996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de-DE" sz="1200" b="1" i="1" dirty="0"/>
            </a:p>
          </p:txBody>
        </p:sp>
        <p:sp>
          <p:nvSpPr>
            <p:cNvPr id="714" name="Textfeld 713"/>
            <p:cNvSpPr txBox="1"/>
            <p:nvPr/>
          </p:nvSpPr>
          <p:spPr>
            <a:xfrm>
              <a:off x="4954348" y="5895494"/>
              <a:ext cx="642779" cy="384721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sz="1000" b="1" dirty="0" err="1" smtClean="0">
                  <a:solidFill>
                    <a:schemeClr val="bg1"/>
                  </a:solidFill>
                </a:rPr>
                <a:t>MiMiK</a:t>
              </a:r>
              <a:endParaRPr lang="de-DE" sz="1000" b="1" dirty="0" smtClean="0">
                <a:solidFill>
                  <a:schemeClr val="bg1"/>
                </a:solidFill>
              </a:endParaRPr>
            </a:p>
            <a:p>
              <a:r>
                <a:rPr lang="de-DE" sz="900" b="1" dirty="0" err="1" smtClean="0">
                  <a:solidFill>
                    <a:schemeClr val="bg1"/>
                  </a:solidFill>
                </a:rPr>
                <a:t>Creditors</a:t>
              </a:r>
              <a:endParaRPr lang="de-DE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719" name="Ellipse 718"/>
            <p:cNvSpPr/>
            <p:nvPr/>
          </p:nvSpPr>
          <p:spPr>
            <a:xfrm>
              <a:off x="5586195" y="5865514"/>
              <a:ext cx="429721" cy="434996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de-DE" sz="1200" b="1" i="1" dirty="0"/>
            </a:p>
          </p:txBody>
        </p:sp>
        <p:sp>
          <p:nvSpPr>
            <p:cNvPr id="725" name="Textfeld 724"/>
            <p:cNvSpPr txBox="1"/>
            <p:nvPr/>
          </p:nvSpPr>
          <p:spPr>
            <a:xfrm>
              <a:off x="5507882" y="5894639"/>
              <a:ext cx="609188" cy="384721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sz="1000" b="1" dirty="0" err="1" smtClean="0">
                  <a:solidFill>
                    <a:schemeClr val="bg1"/>
                  </a:solidFill>
                </a:rPr>
                <a:t>MiMik</a:t>
              </a:r>
              <a:endParaRPr lang="de-DE" sz="1000" b="1" dirty="0" smtClean="0">
                <a:solidFill>
                  <a:schemeClr val="bg1"/>
                </a:solidFill>
              </a:endParaRPr>
            </a:p>
            <a:p>
              <a:r>
                <a:rPr lang="de-DE" sz="900" b="1" dirty="0" err="1" smtClean="0">
                  <a:solidFill>
                    <a:schemeClr val="bg1"/>
                  </a:solidFill>
                </a:rPr>
                <a:t>Debtors</a:t>
              </a:r>
              <a:endParaRPr lang="de-DE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726" name="Ellipse 725"/>
            <p:cNvSpPr/>
            <p:nvPr/>
          </p:nvSpPr>
          <p:spPr>
            <a:xfrm>
              <a:off x="2617214" y="2281931"/>
              <a:ext cx="429721" cy="434996"/>
            </a:xfrm>
            <a:prstGeom prst="ellipse">
              <a:avLst/>
            </a:prstGeom>
            <a:solidFill>
              <a:schemeClr val="accent6">
                <a:lumMod val="75000"/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de-DE" sz="1200" b="1" i="1" dirty="0"/>
            </a:p>
          </p:txBody>
        </p:sp>
        <p:sp>
          <p:nvSpPr>
            <p:cNvPr id="727" name="Textfeld 726"/>
            <p:cNvSpPr txBox="1"/>
            <p:nvPr/>
          </p:nvSpPr>
          <p:spPr>
            <a:xfrm>
              <a:off x="2517036" y="2353910"/>
              <a:ext cx="715318" cy="40011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sz="1000" b="1" dirty="0" smtClean="0">
                  <a:solidFill>
                    <a:schemeClr val="bg1"/>
                  </a:solidFill>
                </a:rPr>
                <a:t>WP-INV</a:t>
              </a:r>
            </a:p>
            <a:p>
              <a:r>
                <a:rPr lang="de-DE" sz="1000" b="1" dirty="0" smtClean="0">
                  <a:solidFill>
                    <a:schemeClr val="bg1"/>
                  </a:solidFill>
                </a:rPr>
                <a:t>   CSDB</a:t>
              </a:r>
              <a:endParaRPr lang="de-DE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728" name="Ellipse 727"/>
            <p:cNvSpPr/>
            <p:nvPr/>
          </p:nvSpPr>
          <p:spPr>
            <a:xfrm>
              <a:off x="154605" y="5655700"/>
              <a:ext cx="429721" cy="434996"/>
            </a:xfrm>
            <a:prstGeom prst="ellipse">
              <a:avLst/>
            </a:prstGeom>
            <a:solidFill>
              <a:schemeClr val="accent3">
                <a:lumMod val="75000"/>
                <a:alpha val="5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de-DE" sz="1200" b="1" i="1" dirty="0"/>
            </a:p>
          </p:txBody>
        </p:sp>
        <p:sp>
          <p:nvSpPr>
            <p:cNvPr id="729" name="Textfeld 728"/>
            <p:cNvSpPr txBox="1"/>
            <p:nvPr/>
          </p:nvSpPr>
          <p:spPr>
            <a:xfrm>
              <a:off x="156491" y="5744148"/>
              <a:ext cx="588982" cy="246221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sz="1000" b="1" dirty="0" smtClean="0">
                  <a:solidFill>
                    <a:schemeClr val="bg1"/>
                  </a:solidFill>
                </a:rPr>
                <a:t>PHF</a:t>
              </a:r>
              <a:endParaRPr lang="de-DE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730" name="Ellipse 729"/>
            <p:cNvSpPr/>
            <p:nvPr/>
          </p:nvSpPr>
          <p:spPr>
            <a:xfrm>
              <a:off x="2631248" y="1760474"/>
              <a:ext cx="429721" cy="434996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de-DE" sz="1200" b="1" i="1" dirty="0"/>
            </a:p>
          </p:txBody>
        </p:sp>
        <p:sp>
          <p:nvSpPr>
            <p:cNvPr id="744" name="Textfeld 743"/>
            <p:cNvSpPr txBox="1"/>
            <p:nvPr/>
          </p:nvSpPr>
          <p:spPr>
            <a:xfrm>
              <a:off x="2649773" y="1845759"/>
              <a:ext cx="510924" cy="246221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sz="1000" b="1" dirty="0" smtClean="0">
                  <a:solidFill>
                    <a:schemeClr val="bg1"/>
                  </a:solidFill>
                </a:rPr>
                <a:t>MIR</a:t>
              </a:r>
              <a:endParaRPr lang="de-DE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745" name="Textfeld 744"/>
            <p:cNvSpPr txBox="1"/>
            <p:nvPr/>
          </p:nvSpPr>
          <p:spPr>
            <a:xfrm>
              <a:off x="3011431" y="2082702"/>
              <a:ext cx="510924" cy="246221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sz="1000" b="1" dirty="0" smtClean="0">
                  <a:solidFill>
                    <a:schemeClr val="bg1"/>
                  </a:solidFill>
                </a:rPr>
                <a:t>BISTA</a:t>
              </a:r>
              <a:endParaRPr lang="de-DE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748" name="Flussdiagramm: Magnetplattenspeicher 747"/>
            <p:cNvSpPr/>
            <p:nvPr/>
          </p:nvSpPr>
          <p:spPr>
            <a:xfrm>
              <a:off x="3125052" y="1613507"/>
              <a:ext cx="377877" cy="344660"/>
            </a:xfrm>
            <a:prstGeom prst="flowChartMagneticDisk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9" name="Textfeld 748"/>
            <p:cNvSpPr txBox="1"/>
            <p:nvPr/>
          </p:nvSpPr>
          <p:spPr>
            <a:xfrm>
              <a:off x="3065957" y="1707894"/>
              <a:ext cx="588982" cy="246221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sz="1000" b="1" dirty="0" smtClean="0">
                  <a:solidFill>
                    <a:schemeClr val="bg1"/>
                  </a:solidFill>
                </a:rPr>
                <a:t>ZENTK</a:t>
              </a:r>
              <a:endParaRPr lang="de-DE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750" name="Flussdiagramm: Magnetplattenspeicher 749"/>
            <p:cNvSpPr/>
            <p:nvPr/>
          </p:nvSpPr>
          <p:spPr>
            <a:xfrm>
              <a:off x="2616098" y="3176736"/>
              <a:ext cx="443419" cy="344660"/>
            </a:xfrm>
            <a:prstGeom prst="flowChartMagneticDisk">
              <a:avLst/>
            </a:prstGeom>
            <a:solidFill>
              <a:schemeClr val="accent2">
                <a:lumMod val="75000"/>
                <a:alpha val="5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1" name="Textfeld 750"/>
            <p:cNvSpPr txBox="1"/>
            <p:nvPr/>
          </p:nvSpPr>
          <p:spPr>
            <a:xfrm>
              <a:off x="2506095" y="3254403"/>
              <a:ext cx="749121" cy="246221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sz="1000" b="1" dirty="0" smtClean="0">
                  <a:solidFill>
                    <a:schemeClr val="bg1"/>
                  </a:solidFill>
                </a:rPr>
                <a:t>AWMUS</a:t>
              </a:r>
              <a:endParaRPr lang="de-DE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753" name="Flussdiagramm: Magnetplattenspeicher 752"/>
            <p:cNvSpPr/>
            <p:nvPr/>
          </p:nvSpPr>
          <p:spPr>
            <a:xfrm>
              <a:off x="5643207" y="5454320"/>
              <a:ext cx="443419" cy="344660"/>
            </a:xfrm>
            <a:prstGeom prst="flowChartMagneticDisk">
              <a:avLst/>
            </a:prstGeom>
            <a:pattFill prst="wdUpDiag">
              <a:fgClr>
                <a:schemeClr val="accent1"/>
              </a:fgClr>
              <a:bgClr>
                <a:schemeClr val="accent2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4" name="Textfeld 753"/>
            <p:cNvSpPr txBox="1"/>
            <p:nvPr/>
          </p:nvSpPr>
          <p:spPr>
            <a:xfrm>
              <a:off x="5609571" y="5526612"/>
              <a:ext cx="749121" cy="246221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sz="1000" b="1" dirty="0" smtClean="0">
                  <a:solidFill>
                    <a:schemeClr val="bg1"/>
                  </a:solidFill>
                </a:rPr>
                <a:t>BAKIS</a:t>
              </a:r>
              <a:endParaRPr lang="de-DE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761" name="Textfeld 760"/>
            <p:cNvSpPr txBox="1"/>
            <p:nvPr/>
          </p:nvSpPr>
          <p:spPr>
            <a:xfrm>
              <a:off x="1249083" y="3171112"/>
              <a:ext cx="510924" cy="246221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sz="1000" b="1" dirty="0" smtClean="0">
                  <a:solidFill>
                    <a:schemeClr val="bg1"/>
                  </a:solidFill>
                </a:rPr>
                <a:t>BLS</a:t>
              </a:r>
              <a:endParaRPr lang="de-DE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762" name="Ellipse 761"/>
            <p:cNvSpPr/>
            <p:nvPr/>
          </p:nvSpPr>
          <p:spPr>
            <a:xfrm>
              <a:off x="5158692" y="5200278"/>
              <a:ext cx="429721" cy="434996"/>
            </a:xfrm>
            <a:prstGeom prst="ellipse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de-DE" sz="1200" b="1" i="1" dirty="0"/>
            </a:p>
          </p:txBody>
        </p:sp>
        <p:sp>
          <p:nvSpPr>
            <p:cNvPr id="763" name="Textfeld 762"/>
            <p:cNvSpPr txBox="1"/>
            <p:nvPr/>
          </p:nvSpPr>
          <p:spPr>
            <a:xfrm>
              <a:off x="5133202" y="5268438"/>
              <a:ext cx="642779" cy="246221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sz="1000" b="1" dirty="0" err="1" smtClean="0">
                  <a:solidFill>
                    <a:schemeClr val="bg1"/>
                  </a:solidFill>
                </a:rPr>
                <a:t>Corep</a:t>
              </a:r>
              <a:endParaRPr lang="de-DE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767" name="Ellipse 766"/>
            <p:cNvSpPr/>
            <p:nvPr/>
          </p:nvSpPr>
          <p:spPr>
            <a:xfrm>
              <a:off x="7697088" y="2034709"/>
              <a:ext cx="429721" cy="434996"/>
            </a:xfrm>
            <a:prstGeom prst="ellipse">
              <a:avLst/>
            </a:prstGeom>
            <a:solidFill>
              <a:schemeClr val="accent6">
                <a:lumMod val="75000"/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de-DE" sz="1200" b="1" i="1" dirty="0"/>
            </a:p>
          </p:txBody>
        </p:sp>
        <p:sp>
          <p:nvSpPr>
            <p:cNvPr id="768" name="Textfeld 767"/>
            <p:cNvSpPr txBox="1"/>
            <p:nvPr/>
          </p:nvSpPr>
          <p:spPr>
            <a:xfrm>
              <a:off x="7652916" y="2121602"/>
              <a:ext cx="715318" cy="246221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sz="1000" b="1" dirty="0" smtClean="0">
                  <a:solidFill>
                    <a:schemeClr val="bg1"/>
                  </a:solidFill>
                </a:rPr>
                <a:t>EADB</a:t>
              </a:r>
              <a:endParaRPr lang="de-DE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770" name="Ellipse 769"/>
          <p:cNvSpPr/>
          <p:nvPr/>
        </p:nvSpPr>
        <p:spPr>
          <a:xfrm>
            <a:off x="7581819" y="3130564"/>
            <a:ext cx="429721" cy="434996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de-DE" sz="1200" b="1" i="1" dirty="0"/>
          </a:p>
        </p:txBody>
      </p:sp>
      <p:sp>
        <p:nvSpPr>
          <p:cNvPr id="771" name="Textfeld 770"/>
          <p:cNvSpPr txBox="1"/>
          <p:nvPr/>
        </p:nvSpPr>
        <p:spPr>
          <a:xfrm>
            <a:off x="7540965" y="3219858"/>
            <a:ext cx="588982" cy="246221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r>
              <a:rPr lang="de-DE" sz="1000" b="1" dirty="0" smtClean="0">
                <a:solidFill>
                  <a:schemeClr val="bg1"/>
                </a:solidFill>
              </a:rPr>
              <a:t>JALYS</a:t>
            </a:r>
            <a:endParaRPr lang="de-DE" sz="1000" b="1" dirty="0">
              <a:solidFill>
                <a:schemeClr val="bg1"/>
              </a:solidFill>
            </a:endParaRPr>
          </a:p>
        </p:txBody>
      </p:sp>
      <p:sp>
        <p:nvSpPr>
          <p:cNvPr id="775" name="Ellipse 774"/>
          <p:cNvSpPr/>
          <p:nvPr/>
        </p:nvSpPr>
        <p:spPr>
          <a:xfrm>
            <a:off x="4777678" y="3354937"/>
            <a:ext cx="429721" cy="434996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de-DE" sz="1200" b="1" i="1" dirty="0"/>
          </a:p>
        </p:txBody>
      </p:sp>
      <p:sp>
        <p:nvSpPr>
          <p:cNvPr id="776" name="Textfeld 775"/>
          <p:cNvSpPr txBox="1"/>
          <p:nvPr/>
        </p:nvSpPr>
        <p:spPr>
          <a:xfrm>
            <a:off x="4641013" y="3439362"/>
            <a:ext cx="707366" cy="246221"/>
          </a:xfrm>
          <a:prstGeom prst="rect">
            <a:avLst/>
          </a:prstGeom>
          <a:noFill/>
          <a:ln w="0">
            <a:noFill/>
          </a:ln>
        </p:spPr>
        <p:txBody>
          <a:bodyPr wrap="square" rtlCol="0">
            <a:spAutoFit/>
          </a:bodyPr>
          <a:lstStyle/>
          <a:p>
            <a:r>
              <a:rPr lang="de-DE" sz="1000" b="1" dirty="0" smtClean="0">
                <a:solidFill>
                  <a:schemeClr val="bg1"/>
                </a:solidFill>
              </a:rPr>
              <a:t>TARGET 2</a:t>
            </a:r>
            <a:endParaRPr lang="de-DE" sz="1000" b="1" dirty="0">
              <a:solidFill>
                <a:schemeClr val="bg1"/>
              </a:solidFill>
            </a:endParaRPr>
          </a:p>
        </p:txBody>
      </p:sp>
      <p:cxnSp>
        <p:nvCxnSpPr>
          <p:cNvPr id="781" name="Gerade Verbindung mit Pfeil 780"/>
          <p:cNvCxnSpPr>
            <a:stCxn id="751" idx="3"/>
          </p:cNvCxnSpPr>
          <p:nvPr/>
        </p:nvCxnSpPr>
        <p:spPr>
          <a:xfrm flipH="1">
            <a:off x="3027872" y="3520725"/>
            <a:ext cx="235442" cy="33358"/>
          </a:xfrm>
          <a:prstGeom prst="straightConnector1">
            <a:avLst/>
          </a:prstGeom>
          <a:ln w="25400">
            <a:solidFill>
              <a:schemeClr val="accent2">
                <a:lumMod val="50000"/>
                <a:alpha val="50000"/>
              </a:schemeClr>
            </a:solidFill>
            <a:headEnd type="oval" w="med" len="me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7" name="object 373"/>
          <p:cNvSpPr/>
          <p:nvPr/>
        </p:nvSpPr>
        <p:spPr>
          <a:xfrm>
            <a:off x="3269936" y="2024733"/>
            <a:ext cx="133664" cy="45719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08" name="object 328"/>
          <p:cNvSpPr/>
          <p:nvPr/>
        </p:nvSpPr>
        <p:spPr>
          <a:xfrm>
            <a:off x="2937863" y="4859167"/>
            <a:ext cx="419530" cy="56699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09" name="object 350"/>
          <p:cNvSpPr txBox="1"/>
          <p:nvPr/>
        </p:nvSpPr>
        <p:spPr>
          <a:xfrm>
            <a:off x="2944581" y="4952616"/>
            <a:ext cx="406048" cy="2810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lang="de-DE" sz="800" b="1" spc="10" dirty="0" smtClean="0">
                <a:solidFill>
                  <a:srgbClr val="231F20"/>
                </a:solidFill>
                <a:cs typeface="Calibri"/>
              </a:rPr>
              <a:t>Research Data </a:t>
            </a:r>
            <a:r>
              <a:rPr lang="de-DE" sz="800" b="1" spc="10" dirty="0" err="1" smtClean="0">
                <a:solidFill>
                  <a:srgbClr val="231F20"/>
                </a:solidFill>
                <a:cs typeface="Calibri"/>
              </a:rPr>
              <a:t>Centre</a:t>
            </a:r>
            <a:endParaRPr sz="8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710" name="object 349"/>
          <p:cNvSpPr txBox="1"/>
          <p:nvPr/>
        </p:nvSpPr>
        <p:spPr>
          <a:xfrm>
            <a:off x="3023522" y="4882180"/>
            <a:ext cx="248228" cy="692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600" spc="19" dirty="0">
                <a:solidFill>
                  <a:srgbClr val="231F20"/>
                </a:solidFill>
                <a:cs typeface="Calibri"/>
              </a:rPr>
              <a:t> S</a:t>
            </a:r>
            <a:r>
              <a:rPr sz="600" spc="-42" dirty="0">
                <a:solidFill>
                  <a:srgbClr val="231F20"/>
                </a:solidFill>
                <a:cs typeface="Calibri"/>
              </a:rPr>
              <a:t> </a:t>
            </a:r>
            <a:r>
              <a:rPr lang="de-DE" sz="600" spc="-42" dirty="0" smtClean="0">
                <a:solidFill>
                  <a:srgbClr val="231F20"/>
                </a:solidFill>
                <a:cs typeface="Calibri"/>
              </a:rPr>
              <a:t>0</a:t>
            </a:r>
            <a:endParaRPr sz="6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711" name="object 382"/>
          <p:cNvSpPr/>
          <p:nvPr/>
        </p:nvSpPr>
        <p:spPr>
          <a:xfrm>
            <a:off x="3403600" y="2025649"/>
            <a:ext cx="181449" cy="3111501"/>
          </a:xfrm>
          <a:custGeom>
            <a:avLst/>
            <a:gdLst/>
            <a:ahLst/>
            <a:cxnLst/>
            <a:rect l="l" t="t" r="r" b="b"/>
            <a:pathLst>
              <a:path h="3534409">
                <a:moveTo>
                  <a:pt x="0" y="0"/>
                </a:moveTo>
                <a:lnTo>
                  <a:pt x="0" y="3534346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715" name="object 376"/>
          <p:cNvSpPr/>
          <p:nvPr/>
        </p:nvSpPr>
        <p:spPr>
          <a:xfrm>
            <a:off x="3351530" y="5130446"/>
            <a:ext cx="45719" cy="45719"/>
          </a:xfrm>
          <a:custGeom>
            <a:avLst/>
            <a:gdLst/>
            <a:ahLst/>
            <a:cxnLst/>
            <a:rect l="l" t="t" r="r" b="b"/>
            <a:pathLst>
              <a:path w="72389">
                <a:moveTo>
                  <a:pt x="0" y="0"/>
                </a:moveTo>
                <a:lnTo>
                  <a:pt x="71996" y="0"/>
                </a:lnTo>
              </a:path>
            </a:pathLst>
          </a:custGeom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695" name="Ellipse 694"/>
          <p:cNvSpPr/>
          <p:nvPr/>
        </p:nvSpPr>
        <p:spPr>
          <a:xfrm>
            <a:off x="1687306" y="2828980"/>
            <a:ext cx="667910" cy="636105"/>
          </a:xfrm>
          <a:prstGeom prst="ellipse">
            <a:avLst/>
          </a:prstGeom>
          <a:solidFill>
            <a:schemeClr val="bg1">
              <a:lumMod val="75000"/>
              <a:alpha val="25000"/>
            </a:schemeClr>
          </a:solidFill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04" name="Ellipse 703"/>
          <p:cNvSpPr/>
          <p:nvPr/>
        </p:nvSpPr>
        <p:spPr>
          <a:xfrm>
            <a:off x="1668256" y="3476680"/>
            <a:ext cx="667910" cy="636105"/>
          </a:xfrm>
          <a:prstGeom prst="ellipse">
            <a:avLst/>
          </a:prstGeom>
          <a:solidFill>
            <a:schemeClr val="bg1">
              <a:lumMod val="75000"/>
              <a:alpha val="25000"/>
            </a:schemeClr>
          </a:solidFill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06" name="Ellipse 705"/>
          <p:cNvSpPr/>
          <p:nvPr/>
        </p:nvSpPr>
        <p:spPr>
          <a:xfrm>
            <a:off x="2788719" y="4819059"/>
            <a:ext cx="667910" cy="636105"/>
          </a:xfrm>
          <a:prstGeom prst="ellipse">
            <a:avLst/>
          </a:prstGeom>
          <a:solidFill>
            <a:schemeClr val="bg1">
              <a:lumMod val="75000"/>
              <a:alpha val="25000"/>
            </a:schemeClr>
          </a:solidFill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6" name="Ellipse 715"/>
          <p:cNvSpPr/>
          <p:nvPr/>
        </p:nvSpPr>
        <p:spPr>
          <a:xfrm>
            <a:off x="0" y="5432480"/>
            <a:ext cx="667910" cy="636105"/>
          </a:xfrm>
          <a:prstGeom prst="ellipse">
            <a:avLst/>
          </a:prstGeom>
          <a:solidFill>
            <a:schemeClr val="bg1">
              <a:lumMod val="75000"/>
              <a:alpha val="25000"/>
            </a:schemeClr>
          </a:solidFill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7" name="Ellipse 716"/>
          <p:cNvSpPr/>
          <p:nvPr/>
        </p:nvSpPr>
        <p:spPr>
          <a:xfrm>
            <a:off x="5129006" y="4137080"/>
            <a:ext cx="667910" cy="636105"/>
          </a:xfrm>
          <a:prstGeom prst="ellipse">
            <a:avLst/>
          </a:prstGeom>
          <a:solidFill>
            <a:schemeClr val="bg1">
              <a:lumMod val="75000"/>
              <a:alpha val="25000"/>
            </a:schemeClr>
          </a:solidFill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8" name="Ellipse 717"/>
          <p:cNvSpPr/>
          <p:nvPr/>
        </p:nvSpPr>
        <p:spPr>
          <a:xfrm>
            <a:off x="7364206" y="2809930"/>
            <a:ext cx="667910" cy="636105"/>
          </a:xfrm>
          <a:prstGeom prst="ellipse">
            <a:avLst/>
          </a:prstGeom>
          <a:solidFill>
            <a:schemeClr val="bg1">
              <a:lumMod val="75000"/>
              <a:alpha val="25000"/>
            </a:schemeClr>
          </a:solidFill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0" name="Ellipse 719"/>
          <p:cNvSpPr/>
          <p:nvPr/>
        </p:nvSpPr>
        <p:spPr>
          <a:xfrm>
            <a:off x="1104663" y="4836778"/>
            <a:ext cx="667910" cy="636105"/>
          </a:xfrm>
          <a:prstGeom prst="ellipse">
            <a:avLst/>
          </a:prstGeom>
          <a:solidFill>
            <a:schemeClr val="bg1">
              <a:lumMod val="75000"/>
              <a:alpha val="25000"/>
            </a:schemeClr>
          </a:solidFill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1" name="Ellipse 720"/>
          <p:cNvSpPr/>
          <p:nvPr/>
        </p:nvSpPr>
        <p:spPr>
          <a:xfrm>
            <a:off x="1096038" y="2818197"/>
            <a:ext cx="667910" cy="636105"/>
          </a:xfrm>
          <a:prstGeom prst="ellipse">
            <a:avLst/>
          </a:prstGeom>
          <a:solidFill>
            <a:schemeClr val="bg1">
              <a:lumMod val="75000"/>
              <a:alpha val="25000"/>
            </a:schemeClr>
          </a:solidFill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2" name="object 458"/>
          <p:cNvSpPr txBox="1"/>
          <p:nvPr/>
        </p:nvSpPr>
        <p:spPr>
          <a:xfrm>
            <a:off x="95250" y="5566431"/>
            <a:ext cx="419100" cy="18466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800" b="1" spc="6" dirty="0" smtClean="0">
                <a:solidFill>
                  <a:srgbClr val="231F20"/>
                </a:solidFill>
                <a:cs typeface="Calibri"/>
              </a:rPr>
              <a:t>Resea</a:t>
            </a:r>
            <a:r>
              <a:rPr sz="800" b="1" spc="-3" dirty="0" smtClean="0">
                <a:solidFill>
                  <a:srgbClr val="231F20"/>
                </a:solidFill>
                <a:cs typeface="Calibri"/>
              </a:rPr>
              <a:t>r</a:t>
            </a:r>
            <a:r>
              <a:rPr sz="800" b="1" spc="13" dirty="0" smtClean="0">
                <a:solidFill>
                  <a:srgbClr val="231F20"/>
                </a:solidFill>
                <a:cs typeface="Calibri"/>
              </a:rPr>
              <a:t>ch</a:t>
            </a:r>
            <a:r>
              <a:rPr sz="800" b="1" spc="19" dirty="0" smtClean="0">
                <a:solidFill>
                  <a:srgbClr val="231F20"/>
                </a:solidFill>
                <a:cs typeface="Calibri"/>
              </a:rPr>
              <a:t> </a:t>
            </a:r>
            <a:r>
              <a:rPr sz="800" b="1" spc="6" dirty="0" smtClean="0">
                <a:solidFill>
                  <a:srgbClr val="231F20"/>
                </a:solidFill>
                <a:cs typeface="Calibri"/>
              </a:rPr>
              <a:t>Cent</a:t>
            </a:r>
            <a:r>
              <a:rPr sz="800" b="1" dirty="0" smtClean="0">
                <a:solidFill>
                  <a:srgbClr val="231F20"/>
                </a:solidFill>
                <a:cs typeface="Calibri"/>
              </a:rPr>
              <a:t>r</a:t>
            </a:r>
            <a:r>
              <a:rPr sz="800" b="1" spc="3" dirty="0" smtClean="0">
                <a:solidFill>
                  <a:srgbClr val="231F20"/>
                </a:solidFill>
                <a:cs typeface="Calibri"/>
              </a:rPr>
              <a:t>e</a:t>
            </a:r>
            <a:endParaRPr sz="8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723" name="object 681"/>
          <p:cNvSpPr txBox="1"/>
          <p:nvPr/>
        </p:nvSpPr>
        <p:spPr>
          <a:xfrm>
            <a:off x="5240348" y="4284308"/>
            <a:ext cx="408427" cy="1846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defTabSz="586533">
              <a:lnSpc>
                <a:spcPct val="75000"/>
              </a:lnSpc>
            </a:pPr>
            <a:r>
              <a:rPr sz="800" b="1" spc="10" dirty="0">
                <a:solidFill>
                  <a:srgbClr val="231F20"/>
                </a:solidFill>
                <a:cs typeface="Calibri"/>
              </a:rPr>
              <a:t>Risk</a:t>
            </a:r>
            <a:r>
              <a:rPr sz="800" b="1" spc="19" dirty="0">
                <a:solidFill>
                  <a:srgbClr val="231F20"/>
                </a:solidFill>
                <a:cs typeface="Calibri"/>
              </a:rPr>
              <a:t> </a:t>
            </a:r>
            <a:r>
              <a:rPr sz="800" b="1" spc="10" dirty="0">
                <a:solidFill>
                  <a:srgbClr val="231F20"/>
                </a:solidFill>
                <a:cs typeface="Calibri"/>
              </a:rPr>
              <a:t>Analysis</a:t>
            </a:r>
            <a:endParaRPr sz="8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r>
              <a:rPr lang="de-DE" dirty="0" smtClean="0">
                <a:solidFill>
                  <a:prstClr val="black">
                    <a:tint val="75000"/>
                  </a:prstClr>
                </a:solidFill>
              </a:rPr>
              <a:t>EDDI 2015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377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hoek 24"/>
          <p:cNvSpPr/>
          <p:nvPr/>
        </p:nvSpPr>
        <p:spPr>
          <a:xfrm>
            <a:off x="1580898" y="1052735"/>
            <a:ext cx="4259185" cy="2708381"/>
          </a:xfrm>
          <a:prstGeom prst="rect">
            <a:avLst/>
          </a:prstGeom>
          <a:noFill/>
          <a:ln w="2540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5" name="Rechte verbindingslijn 26"/>
          <p:cNvCxnSpPr/>
          <p:nvPr/>
        </p:nvCxnSpPr>
        <p:spPr>
          <a:xfrm>
            <a:off x="1580898" y="3861048"/>
            <a:ext cx="7200000" cy="0"/>
          </a:xfrm>
          <a:prstGeom prst="line">
            <a:avLst/>
          </a:prstGeom>
          <a:ln w="254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echte verbindingslijn 25"/>
          <p:cNvCxnSpPr/>
          <p:nvPr/>
        </p:nvCxnSpPr>
        <p:spPr>
          <a:xfrm>
            <a:off x="1562620" y="2412683"/>
            <a:ext cx="7200000" cy="0"/>
          </a:xfrm>
          <a:prstGeom prst="line">
            <a:avLst/>
          </a:prstGeom>
          <a:ln w="254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Rechte verbindingslijn 25"/>
          <p:cNvCxnSpPr/>
          <p:nvPr/>
        </p:nvCxnSpPr>
        <p:spPr>
          <a:xfrm>
            <a:off x="1533022" y="1005685"/>
            <a:ext cx="7200000" cy="0"/>
          </a:xfrm>
          <a:prstGeom prst="line">
            <a:avLst/>
          </a:prstGeom>
          <a:ln w="254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8" name="Gruppieren 207"/>
          <p:cNvGrpSpPr/>
          <p:nvPr/>
        </p:nvGrpSpPr>
        <p:grpSpPr>
          <a:xfrm>
            <a:off x="2355012" y="643675"/>
            <a:ext cx="793629" cy="946785"/>
            <a:chOff x="5478617" y="-13005665"/>
            <a:chExt cx="1522436" cy="3713721"/>
          </a:xfrm>
        </p:grpSpPr>
        <p:pic>
          <p:nvPicPr>
            <p:cNvPr id="209" name="Grafik 208" descr="Figur.png"/>
            <p:cNvPicPr>
              <a:picLocks noChangeAspect="1"/>
            </p:cNvPicPr>
            <p:nvPr/>
          </p:nvPicPr>
          <p:blipFill>
            <a:blip r:embed="rId2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6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57288" y="-13005665"/>
              <a:ext cx="1152129" cy="3037148"/>
            </a:xfrm>
            <a:prstGeom prst="rect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210" name="Textfeld 209"/>
            <p:cNvSpPr txBox="1"/>
            <p:nvPr/>
          </p:nvSpPr>
          <p:spPr>
            <a:xfrm>
              <a:off x="5478617" y="-12275786"/>
              <a:ext cx="1522436" cy="29838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800" b="1" dirty="0" smtClean="0"/>
                <a:t>Internal Analyst / Researcher</a:t>
              </a:r>
              <a:endParaRPr lang="de-DE" sz="800" b="1" dirty="0"/>
            </a:p>
          </p:txBody>
        </p:sp>
      </p:grpSp>
      <p:cxnSp>
        <p:nvCxnSpPr>
          <p:cNvPr id="185" name="Gerade Verbindung mit Pfeil 184"/>
          <p:cNvCxnSpPr/>
          <p:nvPr/>
        </p:nvCxnSpPr>
        <p:spPr>
          <a:xfrm flipV="1">
            <a:off x="2121731" y="2816951"/>
            <a:ext cx="903443" cy="1634659"/>
          </a:xfrm>
          <a:prstGeom prst="straightConnector1">
            <a:avLst/>
          </a:prstGeom>
          <a:ln w="50800">
            <a:solidFill>
              <a:schemeClr val="accent1">
                <a:shade val="95000"/>
                <a:satMod val="10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echte verbindingslijn 28"/>
          <p:cNvCxnSpPr/>
          <p:nvPr/>
        </p:nvCxnSpPr>
        <p:spPr>
          <a:xfrm>
            <a:off x="1476453" y="5075996"/>
            <a:ext cx="7200000" cy="0"/>
          </a:xfrm>
          <a:prstGeom prst="line">
            <a:avLst/>
          </a:prstGeom>
          <a:ln w="254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Status quo: </a:t>
            </a:r>
            <a:r>
              <a:rPr lang="de-DE" dirty="0" err="1" smtClean="0"/>
              <a:t>Metadata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>
                <a:solidFill>
                  <a:schemeClr val="accent6">
                    <a:lumMod val="75000"/>
                  </a:schemeClr>
                </a:solidFill>
              </a:rPr>
              <a:t>Macro</a:t>
            </a:r>
            <a:r>
              <a:rPr lang="de-DE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de-DE" dirty="0" smtClean="0">
                <a:solidFill>
                  <a:schemeClr val="tx1"/>
                </a:solidFill>
              </a:rPr>
              <a:t>Data</a:t>
            </a:r>
            <a:br>
              <a:rPr lang="de-DE" dirty="0" smtClean="0">
                <a:solidFill>
                  <a:schemeClr val="tx1"/>
                </a:solidFill>
              </a:rPr>
            </a:br>
            <a:endParaRPr lang="de-DE" i="1" dirty="0">
              <a:solidFill>
                <a:schemeClr val="tx1"/>
              </a:solidFill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de-DE" smtClean="0"/>
              <a:t>Seite </a:t>
            </a:r>
            <a:fld id="{795659D1-D435-4DC4-B545-657E7139435F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7" name="Rechthoek 3"/>
          <p:cNvSpPr/>
          <p:nvPr/>
        </p:nvSpPr>
        <p:spPr>
          <a:xfrm>
            <a:off x="293298" y="1105170"/>
            <a:ext cx="992037" cy="5472000"/>
          </a:xfrm>
          <a:prstGeom prst="rect">
            <a:avLst/>
          </a:prstGeom>
          <a:solidFill>
            <a:schemeClr val="accent1"/>
          </a:solidFill>
          <a:ln w="19050" cap="flat" cmpd="sng" algn="ctr">
            <a:solidFill>
              <a:srgbClr val="1668B1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</a:rPr>
              <a:t>Metadata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</a:rPr>
              <a:t>System</a:t>
            </a:r>
          </a:p>
        </p:txBody>
      </p:sp>
      <p:sp>
        <p:nvSpPr>
          <p:cNvPr id="8" name="Tekstvak 12"/>
          <p:cNvSpPr txBox="1"/>
          <p:nvPr/>
        </p:nvSpPr>
        <p:spPr>
          <a:xfrm>
            <a:off x="7323794" y="1147109"/>
            <a:ext cx="16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 smtClean="0">
                <a:solidFill>
                  <a:srgbClr val="000000"/>
                </a:solidFill>
              </a:rPr>
              <a:t>Data Access Layer</a:t>
            </a:r>
          </a:p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1" dirty="0" smtClean="0">
                <a:solidFill>
                  <a:srgbClr val="1668B1">
                    <a:lumMod val="75000"/>
                  </a:srgbClr>
                </a:solidFill>
              </a:rPr>
              <a:t>GSBPM Phase 7 Disseminate</a:t>
            </a:r>
            <a:endParaRPr lang="en-US" sz="1000" b="1" dirty="0">
              <a:solidFill>
                <a:srgbClr val="1668B1">
                  <a:lumMod val="75000"/>
                </a:srgbClr>
              </a:solidFill>
            </a:endParaRPr>
          </a:p>
        </p:txBody>
      </p:sp>
      <p:sp>
        <p:nvSpPr>
          <p:cNvPr id="9" name="Tekstvak 21"/>
          <p:cNvSpPr txBox="1"/>
          <p:nvPr/>
        </p:nvSpPr>
        <p:spPr>
          <a:xfrm>
            <a:off x="6237783" y="2483295"/>
            <a:ext cx="277801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 smtClean="0">
                <a:solidFill>
                  <a:srgbClr val="000000"/>
                </a:solidFill>
              </a:rPr>
              <a:t>Interpretation and </a:t>
            </a:r>
          </a:p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 smtClean="0">
                <a:solidFill>
                  <a:srgbClr val="000000"/>
                </a:solidFill>
              </a:rPr>
              <a:t>analysis Layer</a:t>
            </a:r>
          </a:p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1" dirty="0" smtClean="0">
                <a:solidFill>
                  <a:srgbClr val="1668B1">
                    <a:lumMod val="75000"/>
                  </a:srgbClr>
                </a:solidFill>
              </a:rPr>
              <a:t>GSBPM Phase 6 Analysis</a:t>
            </a:r>
            <a:endParaRPr lang="en-US" sz="1000" b="1" dirty="0">
              <a:solidFill>
                <a:srgbClr val="1668B1">
                  <a:lumMod val="75000"/>
                </a:srgbClr>
              </a:solidFill>
            </a:endParaRPr>
          </a:p>
        </p:txBody>
      </p:sp>
      <p:sp>
        <p:nvSpPr>
          <p:cNvPr id="10" name="Tekstvak 22"/>
          <p:cNvSpPr txBox="1"/>
          <p:nvPr/>
        </p:nvSpPr>
        <p:spPr>
          <a:xfrm>
            <a:off x="5217157" y="3877172"/>
            <a:ext cx="37986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 smtClean="0">
                <a:solidFill>
                  <a:srgbClr val="000000"/>
                </a:solidFill>
              </a:rPr>
              <a:t>Integration Layer</a:t>
            </a:r>
          </a:p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1" dirty="0" smtClean="0">
                <a:solidFill>
                  <a:srgbClr val="1668B1">
                    <a:lumMod val="75000"/>
                  </a:srgbClr>
                </a:solidFill>
              </a:rPr>
              <a:t>GSBPM Phase 5 Process</a:t>
            </a:r>
          </a:p>
        </p:txBody>
      </p:sp>
      <p:sp>
        <p:nvSpPr>
          <p:cNvPr id="11" name="Tekstvak 23"/>
          <p:cNvSpPr txBox="1"/>
          <p:nvPr/>
        </p:nvSpPr>
        <p:spPr>
          <a:xfrm>
            <a:off x="7323794" y="5245174"/>
            <a:ext cx="1692000" cy="4302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 smtClean="0">
                <a:solidFill>
                  <a:srgbClr val="000000"/>
                </a:solidFill>
              </a:rPr>
              <a:t>Sources Layer</a:t>
            </a:r>
          </a:p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1" dirty="0" smtClean="0">
                <a:solidFill>
                  <a:srgbClr val="1668B1">
                    <a:lumMod val="75000"/>
                  </a:srgbClr>
                </a:solidFill>
              </a:rPr>
              <a:t>GSBPM Phase 4 Collect</a:t>
            </a:r>
            <a:endParaRPr lang="en-US" sz="1000" b="1" dirty="0">
              <a:solidFill>
                <a:srgbClr val="1668B1">
                  <a:lumMod val="75000"/>
                </a:srgbClr>
              </a:solidFill>
            </a:endParaRPr>
          </a:p>
        </p:txBody>
      </p:sp>
      <p:sp>
        <p:nvSpPr>
          <p:cNvPr id="13" name="Tekstvak 26"/>
          <p:cNvSpPr txBox="1">
            <a:spLocks noChangeArrowheads="1"/>
          </p:cNvSpPr>
          <p:nvPr/>
        </p:nvSpPr>
        <p:spPr bwMode="auto">
          <a:xfrm>
            <a:off x="1699891" y="1061362"/>
            <a:ext cx="919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solidFill>
                  <a:schemeClr val="accent6">
                    <a:lumMod val="75000"/>
                  </a:schemeClr>
                </a:solidFill>
                <a:latin typeface="+mn-lt"/>
              </a:rPr>
              <a:t>Macro Data</a:t>
            </a:r>
            <a:endParaRPr lang="en-US" sz="12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8" name="Tekstvak 26"/>
          <p:cNvSpPr txBox="1">
            <a:spLocks noChangeArrowheads="1"/>
          </p:cNvSpPr>
          <p:nvPr/>
        </p:nvSpPr>
        <p:spPr bwMode="auto">
          <a:xfrm>
            <a:off x="6046031" y="1079604"/>
            <a:ext cx="87780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Micro Data</a:t>
            </a:r>
            <a:endParaRPr lang="en-US" sz="1200" b="1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19" name="Vuokaaviosymboli: Magneettilevy 19"/>
          <p:cNvSpPr/>
          <p:nvPr/>
        </p:nvSpPr>
        <p:spPr>
          <a:xfrm>
            <a:off x="1589980" y="5986732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0" name="Vuokaaviosymboli: Magneettilevy 20"/>
          <p:cNvSpPr/>
          <p:nvPr/>
        </p:nvSpPr>
        <p:spPr>
          <a:xfrm>
            <a:off x="1789386" y="6058740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1" name="Vuokaaviosymboli: Magneettilevy 27"/>
          <p:cNvSpPr/>
          <p:nvPr/>
        </p:nvSpPr>
        <p:spPr>
          <a:xfrm>
            <a:off x="1988794" y="6130748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Vuokaaviosymboli: Magneettilevy 31"/>
          <p:cNvSpPr/>
          <p:nvPr/>
        </p:nvSpPr>
        <p:spPr>
          <a:xfrm>
            <a:off x="1855855" y="6274764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Vuokaaviosymboli: Magneettilevy 32"/>
          <p:cNvSpPr/>
          <p:nvPr/>
        </p:nvSpPr>
        <p:spPr>
          <a:xfrm>
            <a:off x="2254670" y="6202756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4" name="Vuokaaviosymboli: Magneettilevy 33"/>
          <p:cNvSpPr/>
          <p:nvPr/>
        </p:nvSpPr>
        <p:spPr>
          <a:xfrm>
            <a:off x="1523512" y="6274764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5" name="Vuokaaviosymboli: Magneettilevy 34"/>
          <p:cNvSpPr/>
          <p:nvPr/>
        </p:nvSpPr>
        <p:spPr>
          <a:xfrm>
            <a:off x="2266381" y="6246252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Vuokaaviosymboli: Magneettilevy 35"/>
          <p:cNvSpPr/>
          <p:nvPr/>
        </p:nvSpPr>
        <p:spPr>
          <a:xfrm>
            <a:off x="2598727" y="6246252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Vuokaaviosymboli: Magneettilevy 46"/>
          <p:cNvSpPr/>
          <p:nvPr/>
        </p:nvSpPr>
        <p:spPr>
          <a:xfrm>
            <a:off x="3995486" y="6015609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Vuokaaviosymboli: Magneettilevy 47"/>
          <p:cNvSpPr/>
          <p:nvPr/>
        </p:nvSpPr>
        <p:spPr>
          <a:xfrm>
            <a:off x="4194893" y="6087617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Vuokaaviosymboli: Magneettilevy 48"/>
          <p:cNvSpPr/>
          <p:nvPr/>
        </p:nvSpPr>
        <p:spPr>
          <a:xfrm>
            <a:off x="4394298" y="6159625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Vuokaaviosymboli: Magneettilevy 49"/>
          <p:cNvSpPr/>
          <p:nvPr/>
        </p:nvSpPr>
        <p:spPr>
          <a:xfrm>
            <a:off x="4218229" y="6182871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Vuokaaviosymboli: Magneettilevy 50"/>
          <p:cNvSpPr/>
          <p:nvPr/>
        </p:nvSpPr>
        <p:spPr>
          <a:xfrm>
            <a:off x="4660174" y="6231633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3" name="Vuokaaviosymboli: Magneettilevy 51"/>
          <p:cNvSpPr/>
          <p:nvPr/>
        </p:nvSpPr>
        <p:spPr>
          <a:xfrm>
            <a:off x="3885885" y="6182871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4" name="Vuokaaviosymboli: Magneettilevy 52"/>
          <p:cNvSpPr/>
          <p:nvPr/>
        </p:nvSpPr>
        <p:spPr>
          <a:xfrm>
            <a:off x="4085292" y="6326887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5" name="Vuokaaviosymboli: Magneettilevy 53"/>
          <p:cNvSpPr/>
          <p:nvPr/>
        </p:nvSpPr>
        <p:spPr>
          <a:xfrm>
            <a:off x="4417635" y="6326887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8" name="Vuokaaviosymboli: Magneettilevy 56"/>
          <p:cNvSpPr/>
          <p:nvPr/>
        </p:nvSpPr>
        <p:spPr>
          <a:xfrm>
            <a:off x="1588955" y="4461947"/>
            <a:ext cx="732158" cy="52181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prstClr val="white"/>
                </a:solidFill>
              </a:rPr>
              <a:t>…</a:t>
            </a:r>
            <a:endParaRPr lang="en-US" sz="1200" dirty="0">
              <a:solidFill>
                <a:prstClr val="white"/>
              </a:solidFill>
            </a:endParaRPr>
          </a:p>
        </p:txBody>
      </p:sp>
      <p:sp>
        <p:nvSpPr>
          <p:cNvPr id="64" name="Vuokaaviosymboli: Useita dokumentteja 67"/>
          <p:cNvSpPr/>
          <p:nvPr/>
        </p:nvSpPr>
        <p:spPr>
          <a:xfrm>
            <a:off x="1523512" y="3284984"/>
            <a:ext cx="731157" cy="556186"/>
          </a:xfrm>
          <a:prstGeom prst="flowChartMultidocumen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i-FI" sz="900" dirty="0" smtClean="0">
                <a:solidFill>
                  <a:prstClr val="white"/>
                </a:solidFill>
              </a:rPr>
              <a:t>FDI-Statistics</a:t>
            </a:r>
            <a:endParaRPr lang="fi-FI" sz="900" dirty="0">
              <a:solidFill>
                <a:prstClr val="white"/>
              </a:solidFill>
            </a:endParaRPr>
          </a:p>
        </p:txBody>
      </p:sp>
      <p:sp>
        <p:nvSpPr>
          <p:cNvPr id="66" name="Tekstikehys 83"/>
          <p:cNvSpPr txBox="1"/>
          <p:nvPr/>
        </p:nvSpPr>
        <p:spPr>
          <a:xfrm>
            <a:off x="1360147" y="3068960"/>
            <a:ext cx="7216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prstClr val="black"/>
                </a:solidFill>
              </a:rPr>
              <a:t>Reports</a:t>
            </a:r>
          </a:p>
        </p:txBody>
      </p:sp>
      <p:sp>
        <p:nvSpPr>
          <p:cNvPr id="68" name="Vuokaaviosymboli: Magneettilevy 19"/>
          <p:cNvSpPr/>
          <p:nvPr/>
        </p:nvSpPr>
        <p:spPr>
          <a:xfrm>
            <a:off x="2259965" y="5966604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9" name="Vuokaaviosymboli: Magneettilevy 20"/>
          <p:cNvSpPr/>
          <p:nvPr/>
        </p:nvSpPr>
        <p:spPr>
          <a:xfrm>
            <a:off x="2459371" y="6038612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0" name="Vuokaaviosymboli: Magneettilevy 27"/>
          <p:cNvSpPr/>
          <p:nvPr/>
        </p:nvSpPr>
        <p:spPr>
          <a:xfrm>
            <a:off x="2658779" y="6110620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1" name="Vuokaaviosymboli: Magneettilevy 31"/>
          <p:cNvSpPr/>
          <p:nvPr/>
        </p:nvSpPr>
        <p:spPr>
          <a:xfrm>
            <a:off x="2525840" y="6254636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2" name="Vuokaaviosymboli: Magneettilevy 32"/>
          <p:cNvSpPr/>
          <p:nvPr/>
        </p:nvSpPr>
        <p:spPr>
          <a:xfrm>
            <a:off x="2924655" y="6182628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3" name="Vuokaaviosymboli: Magneettilevy 33"/>
          <p:cNvSpPr/>
          <p:nvPr/>
        </p:nvSpPr>
        <p:spPr>
          <a:xfrm>
            <a:off x="2193497" y="6254636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4" name="Vuokaaviosymboli: Magneettilevy 19"/>
          <p:cNvSpPr/>
          <p:nvPr/>
        </p:nvSpPr>
        <p:spPr>
          <a:xfrm>
            <a:off x="2052931" y="6242649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5" name="Vuokaaviosymboli: Magneettilevy 20"/>
          <p:cNvSpPr/>
          <p:nvPr/>
        </p:nvSpPr>
        <p:spPr>
          <a:xfrm>
            <a:off x="2278216" y="6159382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6" name="Vuokaaviosymboli: Magneettilevy 27"/>
          <p:cNvSpPr/>
          <p:nvPr/>
        </p:nvSpPr>
        <p:spPr>
          <a:xfrm>
            <a:off x="2477624" y="6231390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7" name="Vuokaaviosymboli: Magneettilevy 31"/>
          <p:cNvSpPr/>
          <p:nvPr/>
        </p:nvSpPr>
        <p:spPr>
          <a:xfrm>
            <a:off x="2370565" y="6246010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8" name="Vuokaaviosymboli: Magneettilevy 32"/>
          <p:cNvSpPr/>
          <p:nvPr/>
        </p:nvSpPr>
        <p:spPr>
          <a:xfrm>
            <a:off x="2743500" y="6303398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9" name="Vuokaaviosymboli: Magneettilevy 33"/>
          <p:cNvSpPr/>
          <p:nvPr/>
        </p:nvSpPr>
        <p:spPr>
          <a:xfrm>
            <a:off x="2038222" y="6246010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0" name="Vuokaaviosymboli: Magneettilevy 19"/>
          <p:cNvSpPr/>
          <p:nvPr/>
        </p:nvSpPr>
        <p:spPr>
          <a:xfrm>
            <a:off x="2958705" y="5983856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1" name="Vuokaaviosymboli: Magneettilevy 20"/>
          <p:cNvSpPr/>
          <p:nvPr/>
        </p:nvSpPr>
        <p:spPr>
          <a:xfrm>
            <a:off x="3158111" y="6055864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2" name="Vuokaaviosymboli: Magneettilevy 27"/>
          <p:cNvSpPr/>
          <p:nvPr/>
        </p:nvSpPr>
        <p:spPr>
          <a:xfrm>
            <a:off x="3357519" y="6127872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3" name="Vuokaaviosymboli: Magneettilevy 31"/>
          <p:cNvSpPr/>
          <p:nvPr/>
        </p:nvSpPr>
        <p:spPr>
          <a:xfrm>
            <a:off x="3224580" y="6271888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4" name="Vuokaaviosymboli: Magneettilevy 32"/>
          <p:cNvSpPr/>
          <p:nvPr/>
        </p:nvSpPr>
        <p:spPr>
          <a:xfrm>
            <a:off x="3571637" y="6165375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5" name="Vuokaaviosymboli: Magneettilevy 33"/>
          <p:cNvSpPr/>
          <p:nvPr/>
        </p:nvSpPr>
        <p:spPr>
          <a:xfrm>
            <a:off x="2892237" y="6271888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6" name="Vuokaaviosymboli: Magneettilevy 19"/>
          <p:cNvSpPr/>
          <p:nvPr/>
        </p:nvSpPr>
        <p:spPr>
          <a:xfrm>
            <a:off x="3096727" y="6225397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7" name="Vuokaaviosymboli: Magneettilevy 20"/>
          <p:cNvSpPr/>
          <p:nvPr/>
        </p:nvSpPr>
        <p:spPr>
          <a:xfrm>
            <a:off x="3296133" y="6297405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8" name="Vuokaaviosymboli: Magneettilevy 27"/>
          <p:cNvSpPr/>
          <p:nvPr/>
        </p:nvSpPr>
        <p:spPr>
          <a:xfrm>
            <a:off x="3521421" y="6240017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9" name="Vuokaaviosymboli: Magneettilevy 31"/>
          <p:cNvSpPr/>
          <p:nvPr/>
        </p:nvSpPr>
        <p:spPr>
          <a:xfrm>
            <a:off x="3388482" y="6384033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0" name="Vuokaaviosymboli: Magneettilevy 32"/>
          <p:cNvSpPr/>
          <p:nvPr/>
        </p:nvSpPr>
        <p:spPr>
          <a:xfrm>
            <a:off x="3744165" y="6191255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1" name="Vuokaaviosymboli: Magneettilevy 33"/>
          <p:cNvSpPr/>
          <p:nvPr/>
        </p:nvSpPr>
        <p:spPr>
          <a:xfrm>
            <a:off x="3056139" y="6384033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2" name="Vuokaaviosymboli: Magneettilevy 19"/>
          <p:cNvSpPr/>
          <p:nvPr/>
        </p:nvSpPr>
        <p:spPr>
          <a:xfrm>
            <a:off x="3795467" y="6173638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3" name="Vuokaaviosymboli: Magneettilevy 20"/>
          <p:cNvSpPr/>
          <p:nvPr/>
        </p:nvSpPr>
        <p:spPr>
          <a:xfrm>
            <a:off x="3994873" y="6245646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4" name="Vuokaaviosymboli: Magneettilevy 27"/>
          <p:cNvSpPr/>
          <p:nvPr/>
        </p:nvSpPr>
        <p:spPr>
          <a:xfrm>
            <a:off x="4151149" y="6196884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5" name="Vuokaaviosymboli: Magneettilevy 31"/>
          <p:cNvSpPr/>
          <p:nvPr/>
        </p:nvSpPr>
        <p:spPr>
          <a:xfrm>
            <a:off x="4018210" y="6340900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6" name="Vuokaaviosymboli: Magneettilevy 32"/>
          <p:cNvSpPr/>
          <p:nvPr/>
        </p:nvSpPr>
        <p:spPr>
          <a:xfrm>
            <a:off x="4417025" y="6268892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7" name="Vuokaaviosymboli: Magneettilevy 33"/>
          <p:cNvSpPr/>
          <p:nvPr/>
        </p:nvSpPr>
        <p:spPr>
          <a:xfrm>
            <a:off x="3685867" y="6340900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8" name="Vuokaaviosymboli: Magneettilevy 46"/>
          <p:cNvSpPr/>
          <p:nvPr/>
        </p:nvSpPr>
        <p:spPr>
          <a:xfrm>
            <a:off x="4544701" y="5995480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9" name="Vuokaaviosymboli: Magneettilevy 47"/>
          <p:cNvSpPr/>
          <p:nvPr/>
        </p:nvSpPr>
        <p:spPr>
          <a:xfrm>
            <a:off x="4744108" y="6067488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0" name="Vuokaaviosymboli: Magneettilevy 48"/>
          <p:cNvSpPr/>
          <p:nvPr/>
        </p:nvSpPr>
        <p:spPr>
          <a:xfrm>
            <a:off x="4943513" y="6139496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1" name="Vuokaaviosymboli: Magneettilevy 49"/>
          <p:cNvSpPr/>
          <p:nvPr/>
        </p:nvSpPr>
        <p:spPr>
          <a:xfrm>
            <a:off x="4767444" y="6162742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2" name="Vuokaaviosymboli: Magneettilevy 50"/>
          <p:cNvSpPr/>
          <p:nvPr/>
        </p:nvSpPr>
        <p:spPr>
          <a:xfrm>
            <a:off x="5209389" y="6211504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3" name="Vuokaaviosymboli: Magneettilevy 51"/>
          <p:cNvSpPr/>
          <p:nvPr/>
        </p:nvSpPr>
        <p:spPr>
          <a:xfrm>
            <a:off x="4435100" y="6162742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4" name="Vuokaaviosymboli: Magneettilevy 52"/>
          <p:cNvSpPr/>
          <p:nvPr/>
        </p:nvSpPr>
        <p:spPr>
          <a:xfrm>
            <a:off x="4634507" y="6306758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5" name="Vuokaaviosymboli: Magneettilevy 53"/>
          <p:cNvSpPr/>
          <p:nvPr/>
        </p:nvSpPr>
        <p:spPr>
          <a:xfrm>
            <a:off x="4966850" y="6306758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6" name="Vuokaaviosymboli: Magneettilevy 46"/>
          <p:cNvSpPr/>
          <p:nvPr/>
        </p:nvSpPr>
        <p:spPr>
          <a:xfrm>
            <a:off x="5122671" y="6038612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7" name="Vuokaaviosymboli: Magneettilevy 47"/>
          <p:cNvSpPr/>
          <p:nvPr/>
        </p:nvSpPr>
        <p:spPr>
          <a:xfrm>
            <a:off x="5322078" y="6110620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8" name="Vuokaaviosymboli: Magneettilevy 48"/>
          <p:cNvSpPr/>
          <p:nvPr/>
        </p:nvSpPr>
        <p:spPr>
          <a:xfrm>
            <a:off x="5521483" y="6182628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9" name="Vuokaaviosymboli: Magneettilevy 49"/>
          <p:cNvSpPr/>
          <p:nvPr/>
        </p:nvSpPr>
        <p:spPr>
          <a:xfrm>
            <a:off x="5345414" y="6205874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0" name="Vuokaaviosymboli: Magneettilevy 50"/>
          <p:cNvSpPr/>
          <p:nvPr/>
        </p:nvSpPr>
        <p:spPr>
          <a:xfrm>
            <a:off x="5787359" y="6254636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1" name="Vuokaaviosymboli: Magneettilevy 51"/>
          <p:cNvSpPr/>
          <p:nvPr/>
        </p:nvSpPr>
        <p:spPr>
          <a:xfrm>
            <a:off x="5013070" y="6205874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2" name="Vuokaaviosymboli: Magneettilevy 52"/>
          <p:cNvSpPr/>
          <p:nvPr/>
        </p:nvSpPr>
        <p:spPr>
          <a:xfrm>
            <a:off x="5212477" y="6349890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3" name="Vuokaaviosymboli: Magneettilevy 53"/>
          <p:cNvSpPr/>
          <p:nvPr/>
        </p:nvSpPr>
        <p:spPr>
          <a:xfrm>
            <a:off x="5544820" y="6349890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4" name="Vuokaaviosymboli: Magneettilevy 46"/>
          <p:cNvSpPr/>
          <p:nvPr/>
        </p:nvSpPr>
        <p:spPr>
          <a:xfrm>
            <a:off x="5640256" y="6090371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5" name="Vuokaaviosymboli: Magneettilevy 47"/>
          <p:cNvSpPr/>
          <p:nvPr/>
        </p:nvSpPr>
        <p:spPr>
          <a:xfrm>
            <a:off x="5839663" y="6162379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6" name="Vuokaaviosymboli: Magneettilevy 48"/>
          <p:cNvSpPr/>
          <p:nvPr/>
        </p:nvSpPr>
        <p:spPr>
          <a:xfrm>
            <a:off x="6039068" y="6234387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7" name="Vuokaaviosymboli: Magneettilevy 49"/>
          <p:cNvSpPr/>
          <p:nvPr/>
        </p:nvSpPr>
        <p:spPr>
          <a:xfrm>
            <a:off x="5862999" y="6257633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8" name="Vuokaaviosymboli: Magneettilevy 50"/>
          <p:cNvSpPr/>
          <p:nvPr/>
        </p:nvSpPr>
        <p:spPr>
          <a:xfrm>
            <a:off x="6261812" y="6185625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9" name="Vuokaaviosymboli: Magneettilevy 51"/>
          <p:cNvSpPr/>
          <p:nvPr/>
        </p:nvSpPr>
        <p:spPr>
          <a:xfrm>
            <a:off x="5530655" y="6257633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0" name="Vuokaaviosymboli: Magneettilevy 52"/>
          <p:cNvSpPr/>
          <p:nvPr/>
        </p:nvSpPr>
        <p:spPr>
          <a:xfrm>
            <a:off x="5730062" y="6401649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1" name="Vuokaaviosymboli: Magneettilevy 53"/>
          <p:cNvSpPr/>
          <p:nvPr/>
        </p:nvSpPr>
        <p:spPr>
          <a:xfrm>
            <a:off x="6062405" y="6401649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2" name="Vuokaaviosymboli: Magneettilevy 50"/>
          <p:cNvSpPr/>
          <p:nvPr/>
        </p:nvSpPr>
        <p:spPr>
          <a:xfrm>
            <a:off x="6051903" y="6174123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3" name="Vuokaaviosymboli: Magneettilevy 47"/>
          <p:cNvSpPr/>
          <p:nvPr/>
        </p:nvSpPr>
        <p:spPr>
          <a:xfrm>
            <a:off x="6164592" y="6073239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4" name="Vuokaaviosymboli: Magneettilevy 48"/>
          <p:cNvSpPr/>
          <p:nvPr/>
        </p:nvSpPr>
        <p:spPr>
          <a:xfrm>
            <a:off x="6363997" y="6145247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5" name="Vuokaaviosymboli: Magneettilevy 49"/>
          <p:cNvSpPr/>
          <p:nvPr/>
        </p:nvSpPr>
        <p:spPr>
          <a:xfrm>
            <a:off x="6187928" y="6168493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6" name="Vuokaaviosymboli: Magneettilevy 50"/>
          <p:cNvSpPr/>
          <p:nvPr/>
        </p:nvSpPr>
        <p:spPr>
          <a:xfrm>
            <a:off x="6629873" y="6217255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7" name="Vuokaaviosymboli: Magneettilevy 46"/>
          <p:cNvSpPr/>
          <p:nvPr/>
        </p:nvSpPr>
        <p:spPr>
          <a:xfrm>
            <a:off x="6482770" y="6052990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8" name="Vuokaaviosymboli: Magneettilevy 47"/>
          <p:cNvSpPr/>
          <p:nvPr/>
        </p:nvSpPr>
        <p:spPr>
          <a:xfrm>
            <a:off x="6682177" y="6124998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9" name="Vuokaaviosymboli: Magneettilevy 48"/>
          <p:cNvSpPr/>
          <p:nvPr/>
        </p:nvSpPr>
        <p:spPr>
          <a:xfrm>
            <a:off x="6881582" y="6197006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0" name="Vuokaaviosymboli: Magneettilevy 49"/>
          <p:cNvSpPr/>
          <p:nvPr/>
        </p:nvSpPr>
        <p:spPr>
          <a:xfrm>
            <a:off x="6748645" y="6341022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1" name="Vuokaaviosymboli: Magneettilevy 50"/>
          <p:cNvSpPr/>
          <p:nvPr/>
        </p:nvSpPr>
        <p:spPr>
          <a:xfrm>
            <a:off x="7147458" y="6269014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2" name="Vuokaaviosymboli: Magneettilevy 51"/>
          <p:cNvSpPr/>
          <p:nvPr/>
        </p:nvSpPr>
        <p:spPr>
          <a:xfrm>
            <a:off x="6416301" y="6341022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3" name="Vuokaaviosymboli: Magneettilevy 50"/>
          <p:cNvSpPr/>
          <p:nvPr/>
        </p:nvSpPr>
        <p:spPr>
          <a:xfrm>
            <a:off x="6854159" y="6130991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4" name="Vuokaaviosymboli: Magneettilevy 47"/>
          <p:cNvSpPr/>
          <p:nvPr/>
        </p:nvSpPr>
        <p:spPr>
          <a:xfrm>
            <a:off x="6966848" y="6030107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5" name="Vuokaaviosymboli: Magneettilevy 48"/>
          <p:cNvSpPr/>
          <p:nvPr/>
        </p:nvSpPr>
        <p:spPr>
          <a:xfrm>
            <a:off x="7166253" y="6102115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6" name="Vuokaaviosymboli: Magneettilevy 49"/>
          <p:cNvSpPr/>
          <p:nvPr/>
        </p:nvSpPr>
        <p:spPr>
          <a:xfrm>
            <a:off x="7033316" y="6246131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7" name="Vuokaaviosymboli: Magneettilevy 50"/>
          <p:cNvSpPr/>
          <p:nvPr/>
        </p:nvSpPr>
        <p:spPr>
          <a:xfrm>
            <a:off x="7432129" y="6174123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8" name="Vuokaaviosymboli: Magneettilevy 46"/>
          <p:cNvSpPr/>
          <p:nvPr/>
        </p:nvSpPr>
        <p:spPr>
          <a:xfrm>
            <a:off x="7285026" y="6009858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9" name="Vuokaaviosymboli: Magneettilevy 47"/>
          <p:cNvSpPr/>
          <p:nvPr/>
        </p:nvSpPr>
        <p:spPr>
          <a:xfrm>
            <a:off x="7484433" y="6081866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0" name="Vuokaaviosymboli: Magneettilevy 48"/>
          <p:cNvSpPr/>
          <p:nvPr/>
        </p:nvSpPr>
        <p:spPr>
          <a:xfrm>
            <a:off x="7683838" y="6153874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1" name="Vuokaaviosymboli: Magneettilevy 49"/>
          <p:cNvSpPr/>
          <p:nvPr/>
        </p:nvSpPr>
        <p:spPr>
          <a:xfrm>
            <a:off x="7550901" y="6297890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2" name="Vuokaaviosymboli: Magneettilevy 50"/>
          <p:cNvSpPr/>
          <p:nvPr/>
        </p:nvSpPr>
        <p:spPr>
          <a:xfrm>
            <a:off x="7949714" y="6225882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3" name="Vuokaaviosymboli: Magneettilevy 51"/>
          <p:cNvSpPr/>
          <p:nvPr/>
        </p:nvSpPr>
        <p:spPr>
          <a:xfrm>
            <a:off x="7218557" y="6297890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4" name="Vuokaaviosymboli: Magneettilevy 50"/>
          <p:cNvSpPr/>
          <p:nvPr/>
        </p:nvSpPr>
        <p:spPr>
          <a:xfrm>
            <a:off x="7328612" y="6105112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5" name="Vuokaaviosymboli: Magneettilevy 47"/>
          <p:cNvSpPr/>
          <p:nvPr/>
        </p:nvSpPr>
        <p:spPr>
          <a:xfrm>
            <a:off x="7441301" y="6004228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6" name="Vuokaaviosymboli: Magneettilevy 48"/>
          <p:cNvSpPr/>
          <p:nvPr/>
        </p:nvSpPr>
        <p:spPr>
          <a:xfrm>
            <a:off x="7640706" y="6076236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7" name="Vuokaaviosymboli: Magneettilevy 49"/>
          <p:cNvSpPr/>
          <p:nvPr/>
        </p:nvSpPr>
        <p:spPr>
          <a:xfrm>
            <a:off x="7507769" y="6220252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8" name="Vuokaaviosymboli: Magneettilevy 50"/>
          <p:cNvSpPr/>
          <p:nvPr/>
        </p:nvSpPr>
        <p:spPr>
          <a:xfrm>
            <a:off x="7906582" y="6148244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9" name="Vuokaaviosymboli: Magneettilevy 46"/>
          <p:cNvSpPr/>
          <p:nvPr/>
        </p:nvSpPr>
        <p:spPr>
          <a:xfrm>
            <a:off x="7759479" y="5983979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0" name="Vuokaaviosymboli: Magneettilevy 47"/>
          <p:cNvSpPr/>
          <p:nvPr/>
        </p:nvSpPr>
        <p:spPr>
          <a:xfrm>
            <a:off x="7958886" y="6055987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1" name="Vuokaaviosymboli: Magneettilevy 48"/>
          <p:cNvSpPr/>
          <p:nvPr/>
        </p:nvSpPr>
        <p:spPr>
          <a:xfrm>
            <a:off x="8158291" y="6127995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2" name="Vuokaaviosymboli: Magneettilevy 49"/>
          <p:cNvSpPr/>
          <p:nvPr/>
        </p:nvSpPr>
        <p:spPr>
          <a:xfrm>
            <a:off x="8025354" y="6272011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3" name="Vuokaaviosymboli: Magneettilevy 50"/>
          <p:cNvSpPr/>
          <p:nvPr/>
        </p:nvSpPr>
        <p:spPr>
          <a:xfrm>
            <a:off x="8424167" y="6200003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4" name="Vuokaaviosymboli: Magneettilevy 51"/>
          <p:cNvSpPr/>
          <p:nvPr/>
        </p:nvSpPr>
        <p:spPr>
          <a:xfrm>
            <a:off x="7693010" y="6272011"/>
            <a:ext cx="332345" cy="27268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5" name="Vuokaaviosymboli: Magneettilevy 56"/>
          <p:cNvSpPr/>
          <p:nvPr/>
        </p:nvSpPr>
        <p:spPr>
          <a:xfrm>
            <a:off x="2422841" y="4467698"/>
            <a:ext cx="717781" cy="52181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prstClr val="white"/>
                </a:solidFill>
              </a:rPr>
              <a:t>…</a:t>
            </a:r>
            <a:endParaRPr lang="en-US" sz="1200" dirty="0">
              <a:solidFill>
                <a:prstClr val="white"/>
              </a:solidFill>
            </a:endParaRPr>
          </a:p>
        </p:txBody>
      </p:sp>
      <p:sp>
        <p:nvSpPr>
          <p:cNvPr id="156" name="Vuokaaviosymboli: Magneettilevy 56"/>
          <p:cNvSpPr/>
          <p:nvPr/>
        </p:nvSpPr>
        <p:spPr>
          <a:xfrm>
            <a:off x="3308487" y="4464823"/>
            <a:ext cx="703403" cy="52181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prstClr val="white"/>
                </a:solidFill>
              </a:rPr>
              <a:t>…</a:t>
            </a:r>
            <a:endParaRPr lang="en-US" sz="1200" dirty="0">
              <a:solidFill>
                <a:prstClr val="white"/>
              </a:solidFill>
            </a:endParaRPr>
          </a:p>
        </p:txBody>
      </p:sp>
      <p:sp>
        <p:nvSpPr>
          <p:cNvPr id="157" name="Vuokaaviosymboli: Magneettilevy 56"/>
          <p:cNvSpPr/>
          <p:nvPr/>
        </p:nvSpPr>
        <p:spPr>
          <a:xfrm>
            <a:off x="4179755" y="4464822"/>
            <a:ext cx="720655" cy="52181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prstClr val="white"/>
                </a:solidFill>
              </a:rPr>
              <a:t>...</a:t>
            </a:r>
            <a:endParaRPr lang="en-US" sz="1200" dirty="0">
              <a:solidFill>
                <a:prstClr val="white"/>
              </a:solidFill>
            </a:endParaRPr>
          </a:p>
        </p:txBody>
      </p:sp>
      <p:sp>
        <p:nvSpPr>
          <p:cNvPr id="163" name="Vuokaaviosymboli: Magneettilevy 56"/>
          <p:cNvSpPr/>
          <p:nvPr/>
        </p:nvSpPr>
        <p:spPr>
          <a:xfrm>
            <a:off x="5104545" y="4467698"/>
            <a:ext cx="709154" cy="521810"/>
          </a:xfrm>
          <a:prstGeom prst="flowChartMagneticDisk">
            <a:avLst/>
          </a:prstGeom>
          <a:solidFill>
            <a:schemeClr val="accent1"/>
          </a:solidFill>
          <a:ln>
            <a:solidFill>
              <a:schemeClr val="accent1">
                <a:shade val="50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prstClr val="white"/>
                </a:solidFill>
              </a:rPr>
              <a:t>…</a:t>
            </a:r>
            <a:endParaRPr lang="en-US" sz="1200" dirty="0">
              <a:solidFill>
                <a:prstClr val="white"/>
              </a:solidFill>
            </a:endParaRPr>
          </a:p>
        </p:txBody>
      </p:sp>
      <p:sp>
        <p:nvSpPr>
          <p:cNvPr id="27" name="Tekstikehys 45"/>
          <p:cNvSpPr txBox="1"/>
          <p:nvPr/>
        </p:nvSpPr>
        <p:spPr>
          <a:xfrm>
            <a:off x="3124877" y="6149717"/>
            <a:ext cx="3648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chemeClr val="bg1"/>
                </a:solidFill>
              </a:rPr>
              <a:t>&gt;100 </a:t>
            </a:r>
            <a:r>
              <a:rPr lang="en-US" sz="1200" dirty="0" err="1" smtClean="0">
                <a:solidFill>
                  <a:schemeClr val="bg1"/>
                </a:solidFill>
              </a:rPr>
              <a:t>Microdata</a:t>
            </a:r>
            <a:r>
              <a:rPr lang="en-US" sz="1200" dirty="0" smtClean="0">
                <a:solidFill>
                  <a:schemeClr val="bg1"/>
                </a:solidFill>
              </a:rPr>
              <a:t> sources: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chemeClr val="bg1"/>
                </a:solidFill>
              </a:rPr>
              <a:t>Administrative data, Survey data, External data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0" name="Vuokaaviosymboli: Magneettilevy 59"/>
          <p:cNvSpPr/>
          <p:nvPr/>
        </p:nvSpPr>
        <p:spPr>
          <a:xfrm>
            <a:off x="2914608" y="1717438"/>
            <a:ext cx="1686664" cy="1235306"/>
          </a:xfrm>
          <a:prstGeom prst="flowChartMagneticDisk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 dirty="0" smtClean="0">
              <a:solidFill>
                <a:prstClr val="white"/>
              </a:solidFill>
            </a:endParaRP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solidFill>
                  <a:prstClr val="white"/>
                </a:solidFill>
              </a:rPr>
              <a:t>ZIS</a:t>
            </a:r>
            <a:r>
              <a:rPr lang="en-US" sz="1200" dirty="0" smtClean="0">
                <a:solidFill>
                  <a:prstClr val="white"/>
                </a:solidFill>
              </a:rPr>
              <a:t>-DWH 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prstClr val="white"/>
                </a:solidFill>
              </a:rPr>
              <a:t>Validated </a:t>
            </a:r>
            <a:r>
              <a:rPr lang="en-US" sz="1200" b="1" u="sng" dirty="0" smtClean="0">
                <a:solidFill>
                  <a:schemeClr val="accent6">
                    <a:lumMod val="75000"/>
                  </a:schemeClr>
                </a:solidFill>
              </a:rPr>
              <a:t>macro</a:t>
            </a:r>
            <a:r>
              <a:rPr lang="en-US" sz="1200" dirty="0" smtClean="0">
                <a:solidFill>
                  <a:prstClr val="white"/>
                </a:solidFill>
              </a:rPr>
              <a:t> data with </a:t>
            </a:r>
            <a:r>
              <a:rPr lang="en-US" sz="1200" b="1" u="sng" dirty="0" smtClean="0">
                <a:solidFill>
                  <a:schemeClr val="bg1"/>
                </a:solidFill>
              </a:rPr>
              <a:t>SDMX</a:t>
            </a:r>
            <a:r>
              <a:rPr lang="en-US" sz="1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200" dirty="0" smtClean="0">
                <a:solidFill>
                  <a:schemeClr val="bg1"/>
                </a:solidFill>
              </a:rPr>
              <a:t>Metadata </a:t>
            </a:r>
          </a:p>
        </p:txBody>
      </p:sp>
      <p:sp>
        <p:nvSpPr>
          <p:cNvPr id="171" name="Vuokaaviosymboli: Useita dokumentteja 67"/>
          <p:cNvSpPr/>
          <p:nvPr/>
        </p:nvSpPr>
        <p:spPr>
          <a:xfrm>
            <a:off x="2266382" y="3284984"/>
            <a:ext cx="664690" cy="556186"/>
          </a:xfrm>
          <a:prstGeom prst="flowChartMultidocumen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i-FI" sz="900" dirty="0" smtClean="0">
                <a:solidFill>
                  <a:prstClr val="white"/>
                </a:solidFill>
              </a:rPr>
              <a:t>..</a:t>
            </a:r>
            <a:endParaRPr lang="fi-FI" sz="900" dirty="0">
              <a:solidFill>
                <a:prstClr val="white"/>
              </a:solidFill>
            </a:endParaRPr>
          </a:p>
        </p:txBody>
      </p:sp>
      <p:sp>
        <p:nvSpPr>
          <p:cNvPr id="172" name="Vuokaaviosymboli: Useita dokumentteja 67"/>
          <p:cNvSpPr/>
          <p:nvPr/>
        </p:nvSpPr>
        <p:spPr>
          <a:xfrm>
            <a:off x="3025174" y="3284985"/>
            <a:ext cx="664690" cy="556186"/>
          </a:xfrm>
          <a:prstGeom prst="flowChartMultidocumen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i-FI" sz="900" dirty="0" smtClean="0">
                <a:solidFill>
                  <a:prstClr val="white"/>
                </a:solidFill>
              </a:rPr>
              <a:t>Bank Super-vision</a:t>
            </a:r>
            <a:endParaRPr lang="fi-FI" sz="900" dirty="0">
              <a:solidFill>
                <a:prstClr val="white"/>
              </a:solidFill>
            </a:endParaRPr>
          </a:p>
        </p:txBody>
      </p:sp>
      <p:sp>
        <p:nvSpPr>
          <p:cNvPr id="173" name="Vuokaaviosymboli: Useita dokumentteja 67"/>
          <p:cNvSpPr/>
          <p:nvPr/>
        </p:nvSpPr>
        <p:spPr>
          <a:xfrm>
            <a:off x="3795467" y="3290552"/>
            <a:ext cx="664690" cy="556186"/>
          </a:xfrm>
          <a:prstGeom prst="flowChartMultidocumen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i-FI" sz="900" dirty="0" smtClean="0">
                <a:solidFill>
                  <a:prstClr val="white"/>
                </a:solidFill>
              </a:rPr>
              <a:t>Bank Statistics</a:t>
            </a:r>
            <a:endParaRPr lang="fi-FI" sz="900" dirty="0">
              <a:solidFill>
                <a:prstClr val="white"/>
              </a:solidFill>
            </a:endParaRPr>
          </a:p>
        </p:txBody>
      </p:sp>
      <p:sp>
        <p:nvSpPr>
          <p:cNvPr id="174" name="Vuokaaviosymboli: Useita dokumentteja 67"/>
          <p:cNvSpPr/>
          <p:nvPr/>
        </p:nvSpPr>
        <p:spPr>
          <a:xfrm>
            <a:off x="4550574" y="3290552"/>
            <a:ext cx="664690" cy="556186"/>
          </a:xfrm>
          <a:prstGeom prst="flowChartMultidocumen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i-FI" sz="900" b="1" dirty="0" smtClean="0">
                <a:solidFill>
                  <a:prstClr val="white"/>
                </a:solidFill>
              </a:rPr>
              <a:t>...</a:t>
            </a:r>
            <a:endParaRPr lang="fi-FI" sz="900" b="1" dirty="0">
              <a:solidFill>
                <a:prstClr val="white"/>
              </a:solidFill>
            </a:endParaRPr>
          </a:p>
        </p:txBody>
      </p:sp>
      <p:sp>
        <p:nvSpPr>
          <p:cNvPr id="176" name="Ylänuoli 82"/>
          <p:cNvSpPr/>
          <p:nvPr/>
        </p:nvSpPr>
        <p:spPr>
          <a:xfrm>
            <a:off x="1720983" y="3861048"/>
            <a:ext cx="288032" cy="548411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5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77" name="Ylänuoli 82"/>
          <p:cNvSpPr/>
          <p:nvPr/>
        </p:nvSpPr>
        <p:spPr>
          <a:xfrm>
            <a:off x="2499780" y="3877172"/>
            <a:ext cx="288032" cy="548411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5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78" name="Ylänuoli 82"/>
          <p:cNvSpPr/>
          <p:nvPr/>
        </p:nvSpPr>
        <p:spPr>
          <a:xfrm rot="21304677">
            <a:off x="3331472" y="3883700"/>
            <a:ext cx="288032" cy="548411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5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79" name="Ylänuoli 82"/>
          <p:cNvSpPr/>
          <p:nvPr/>
        </p:nvSpPr>
        <p:spPr>
          <a:xfrm rot="20730624">
            <a:off x="4140537" y="3874049"/>
            <a:ext cx="288032" cy="548411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5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80" name="Ylänuoli 82"/>
          <p:cNvSpPr/>
          <p:nvPr/>
        </p:nvSpPr>
        <p:spPr>
          <a:xfrm rot="20039847">
            <a:off x="4978655" y="3867817"/>
            <a:ext cx="288032" cy="548411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5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cxnSp>
        <p:nvCxnSpPr>
          <p:cNvPr id="192" name="Gerade Verbindung mit Pfeil 191"/>
          <p:cNvCxnSpPr>
            <a:stCxn id="157" idx="1"/>
          </p:cNvCxnSpPr>
          <p:nvPr/>
        </p:nvCxnSpPr>
        <p:spPr>
          <a:xfrm flipH="1" flipV="1">
            <a:off x="4052057" y="2952743"/>
            <a:ext cx="488026" cy="1512079"/>
          </a:xfrm>
          <a:prstGeom prst="straightConnector1">
            <a:avLst/>
          </a:prstGeom>
          <a:ln w="50800">
            <a:solidFill>
              <a:schemeClr val="accent1">
                <a:shade val="95000"/>
                <a:satMod val="10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Gerade Verbindung mit Pfeil 194"/>
          <p:cNvCxnSpPr/>
          <p:nvPr/>
        </p:nvCxnSpPr>
        <p:spPr>
          <a:xfrm flipH="1" flipV="1">
            <a:off x="4296070" y="2881223"/>
            <a:ext cx="1052488" cy="1597654"/>
          </a:xfrm>
          <a:prstGeom prst="straightConnector1">
            <a:avLst/>
          </a:prstGeom>
          <a:ln w="50800">
            <a:solidFill>
              <a:schemeClr val="accent1">
                <a:shade val="95000"/>
                <a:satMod val="105000"/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kstikehys 83"/>
          <p:cNvSpPr txBox="1"/>
          <p:nvPr/>
        </p:nvSpPr>
        <p:spPr>
          <a:xfrm>
            <a:off x="3172823" y="2950222"/>
            <a:ext cx="10102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prstClr val="black"/>
                </a:solidFill>
              </a:rPr>
              <a:t>Aggregation</a:t>
            </a:r>
          </a:p>
        </p:txBody>
      </p:sp>
      <p:sp>
        <p:nvSpPr>
          <p:cNvPr id="201" name="Vuokaaviosymboli: Magneettilevy 76"/>
          <p:cNvSpPr/>
          <p:nvPr/>
        </p:nvSpPr>
        <p:spPr>
          <a:xfrm>
            <a:off x="2047845" y="1311198"/>
            <a:ext cx="332345" cy="432048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02" name="Vuokaaviosymboli: Magneettilevy 80"/>
          <p:cNvSpPr/>
          <p:nvPr/>
        </p:nvSpPr>
        <p:spPr>
          <a:xfrm>
            <a:off x="1914908" y="1455214"/>
            <a:ext cx="332345" cy="432048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03" name="Vuokaaviosymboli: Magneettilevy 81"/>
          <p:cNvSpPr/>
          <p:nvPr/>
        </p:nvSpPr>
        <p:spPr>
          <a:xfrm>
            <a:off x="2313722" y="1383206"/>
            <a:ext cx="332345" cy="432048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04" name="Vuokaaviosymboli: Magneettilevy 84"/>
          <p:cNvSpPr/>
          <p:nvPr/>
        </p:nvSpPr>
        <p:spPr>
          <a:xfrm>
            <a:off x="2114314" y="1599230"/>
            <a:ext cx="332345" cy="432048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06" name="Ylänuoli 82"/>
          <p:cNvSpPr/>
          <p:nvPr/>
        </p:nvSpPr>
        <p:spPr>
          <a:xfrm rot="18435091">
            <a:off x="2662809" y="1576527"/>
            <a:ext cx="288032" cy="326634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5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207" name="Ylänuoli 82"/>
          <p:cNvSpPr/>
          <p:nvPr/>
        </p:nvSpPr>
        <p:spPr>
          <a:xfrm rot="18435091">
            <a:off x="2536048" y="1851527"/>
            <a:ext cx="288032" cy="492204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5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7" name="Rechthoek 29"/>
          <p:cNvSpPr/>
          <p:nvPr/>
        </p:nvSpPr>
        <p:spPr>
          <a:xfrm>
            <a:off x="6003985" y="1052735"/>
            <a:ext cx="1370483" cy="314914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0" name="Ylänuoli 82"/>
          <p:cNvSpPr/>
          <p:nvPr/>
        </p:nvSpPr>
        <p:spPr>
          <a:xfrm>
            <a:off x="3498019" y="5062212"/>
            <a:ext cx="288032" cy="890013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5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58" name="Ylänuoli 82"/>
          <p:cNvSpPr/>
          <p:nvPr/>
        </p:nvSpPr>
        <p:spPr>
          <a:xfrm>
            <a:off x="1787114" y="5058077"/>
            <a:ext cx="288032" cy="876303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5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59" name="Ylänuoli 82"/>
          <p:cNvSpPr/>
          <p:nvPr/>
        </p:nvSpPr>
        <p:spPr>
          <a:xfrm>
            <a:off x="2629627" y="5055201"/>
            <a:ext cx="288032" cy="876303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5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61" name="Ylänuoli 82"/>
          <p:cNvSpPr/>
          <p:nvPr/>
        </p:nvSpPr>
        <p:spPr>
          <a:xfrm>
            <a:off x="4409544" y="5059337"/>
            <a:ext cx="288032" cy="890013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5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66" name="Ylänuoli 82"/>
          <p:cNvSpPr/>
          <p:nvPr/>
        </p:nvSpPr>
        <p:spPr>
          <a:xfrm>
            <a:off x="5322078" y="5048976"/>
            <a:ext cx="288032" cy="890013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5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319" name="Tekstikehys 85"/>
          <p:cNvSpPr txBox="1"/>
          <p:nvPr/>
        </p:nvSpPr>
        <p:spPr>
          <a:xfrm>
            <a:off x="1773404" y="1419833"/>
            <a:ext cx="1039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/>
              <a:t>Macro </a:t>
            </a:r>
            <a:r>
              <a:rPr lang="en-US" sz="1200" b="1" dirty="0"/>
              <a:t>d</a:t>
            </a:r>
            <a:r>
              <a:rPr lang="en-US" sz="1200" b="1" dirty="0" smtClean="0"/>
              <a:t>ata 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/>
              <a:t>cubes</a:t>
            </a:r>
          </a:p>
        </p:txBody>
      </p:sp>
      <p:sp>
        <p:nvSpPr>
          <p:cNvPr id="175" name="Rechthoek 29"/>
          <p:cNvSpPr/>
          <p:nvPr/>
        </p:nvSpPr>
        <p:spPr>
          <a:xfrm rot="16200000">
            <a:off x="3540259" y="2142262"/>
            <a:ext cx="1776273" cy="591266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Rechteck 2"/>
          <p:cNvSpPr/>
          <p:nvPr/>
        </p:nvSpPr>
        <p:spPr>
          <a:xfrm>
            <a:off x="6020981" y="4044206"/>
            <a:ext cx="1336490" cy="399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1" name="Tekstvak 26"/>
          <p:cNvSpPr txBox="1">
            <a:spLocks noChangeArrowheads="1"/>
          </p:cNvSpPr>
          <p:nvPr/>
        </p:nvSpPr>
        <p:spPr bwMode="auto">
          <a:xfrm>
            <a:off x="1523513" y="4201877"/>
            <a:ext cx="87780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Micro Data</a:t>
            </a:r>
            <a:endParaRPr lang="en-US" sz="1200" b="1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186" name="Vuokaaviosymboli: Useita dokumentteja 67"/>
          <p:cNvSpPr/>
          <p:nvPr/>
        </p:nvSpPr>
        <p:spPr>
          <a:xfrm>
            <a:off x="4417637" y="643675"/>
            <a:ext cx="664688" cy="556186"/>
          </a:xfrm>
          <a:prstGeom prst="flowChartMultidocumen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i-FI" sz="900" dirty="0" smtClean="0">
                <a:solidFill>
                  <a:prstClr val="white"/>
                </a:solidFill>
              </a:rPr>
              <a:t>more reports</a:t>
            </a:r>
            <a:endParaRPr lang="fi-FI" sz="900" dirty="0">
              <a:solidFill>
                <a:prstClr val="white"/>
              </a:solidFill>
            </a:endParaRPr>
          </a:p>
        </p:txBody>
      </p:sp>
      <p:sp>
        <p:nvSpPr>
          <p:cNvPr id="188" name="Ylänuoli 82"/>
          <p:cNvSpPr/>
          <p:nvPr/>
        </p:nvSpPr>
        <p:spPr>
          <a:xfrm rot="4792327">
            <a:off x="3230657" y="883673"/>
            <a:ext cx="288032" cy="492204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5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89" name="Tekstikehys 83"/>
          <p:cNvSpPr txBox="1"/>
          <p:nvPr/>
        </p:nvSpPr>
        <p:spPr>
          <a:xfrm>
            <a:off x="5038051" y="2719389"/>
            <a:ext cx="14804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/>
              <a:t>Primary statistics,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/>
              <a:t>Bundesbank-Tasks</a:t>
            </a:r>
          </a:p>
        </p:txBody>
      </p:sp>
      <p:cxnSp>
        <p:nvCxnSpPr>
          <p:cNvPr id="191" name="Gerade Verbindung mit Pfeil 190"/>
          <p:cNvCxnSpPr>
            <a:endCxn id="174" idx="0"/>
          </p:cNvCxnSpPr>
          <p:nvPr/>
        </p:nvCxnSpPr>
        <p:spPr>
          <a:xfrm flipH="1">
            <a:off x="4928647" y="3112055"/>
            <a:ext cx="252252" cy="178497"/>
          </a:xfrm>
          <a:prstGeom prst="straightConnector1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Gerade Verbindung mit Pfeil 192"/>
          <p:cNvCxnSpPr/>
          <p:nvPr/>
        </p:nvCxnSpPr>
        <p:spPr>
          <a:xfrm flipH="1">
            <a:off x="4317321" y="2952744"/>
            <a:ext cx="817422" cy="332240"/>
          </a:xfrm>
          <a:prstGeom prst="straightConnector1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Tekstvak 12"/>
          <p:cNvSpPr txBox="1"/>
          <p:nvPr/>
        </p:nvSpPr>
        <p:spPr>
          <a:xfrm>
            <a:off x="7323794" y="290604"/>
            <a:ext cx="16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 smtClean="0">
                <a:solidFill>
                  <a:srgbClr val="000000"/>
                </a:solidFill>
              </a:rPr>
              <a:t>Publishing Layer</a:t>
            </a:r>
          </a:p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1" dirty="0" smtClean="0">
                <a:solidFill>
                  <a:srgbClr val="1668B1">
                    <a:lumMod val="75000"/>
                  </a:srgbClr>
                </a:solidFill>
              </a:rPr>
              <a:t>GSBPM Phase 8 Research</a:t>
            </a:r>
            <a:endParaRPr lang="en-US" sz="1000" b="1" dirty="0">
              <a:solidFill>
                <a:srgbClr val="1668B1">
                  <a:lumMod val="75000"/>
                </a:srgbClr>
              </a:solidFill>
            </a:endParaRPr>
          </a:p>
        </p:txBody>
      </p:sp>
      <p:sp>
        <p:nvSpPr>
          <p:cNvPr id="211" name="Vuokaaviosymboli: Useita dokumentteja 67"/>
          <p:cNvSpPr/>
          <p:nvPr/>
        </p:nvSpPr>
        <p:spPr>
          <a:xfrm>
            <a:off x="3676418" y="643675"/>
            <a:ext cx="664688" cy="556186"/>
          </a:xfrm>
          <a:prstGeom prst="flowChartMultidocumen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i-FI" sz="900" dirty="0" smtClean="0">
                <a:solidFill>
                  <a:prstClr val="white"/>
                </a:solidFill>
              </a:rPr>
              <a:t>JournalArticles</a:t>
            </a:r>
            <a:endParaRPr lang="fi-FI" sz="9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216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Freihandform 248"/>
          <p:cNvSpPr/>
          <p:nvPr/>
        </p:nvSpPr>
        <p:spPr>
          <a:xfrm>
            <a:off x="7099540" y="569343"/>
            <a:ext cx="589849" cy="5046453"/>
          </a:xfrm>
          <a:custGeom>
            <a:avLst/>
            <a:gdLst>
              <a:gd name="connsiteX0" fmla="*/ 34505 w 589849"/>
              <a:gd name="connsiteY0" fmla="*/ 5046453 h 5046453"/>
              <a:gd name="connsiteX1" fmla="*/ 526211 w 589849"/>
              <a:gd name="connsiteY1" fmla="*/ 4002657 h 5046453"/>
              <a:gd name="connsiteX2" fmla="*/ 526211 w 589849"/>
              <a:gd name="connsiteY2" fmla="*/ 2656936 h 5046453"/>
              <a:gd name="connsiteX3" fmla="*/ 0 w 589849"/>
              <a:gd name="connsiteY3" fmla="*/ 0 h 5046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849" h="5046453">
                <a:moveTo>
                  <a:pt x="34505" y="5046453"/>
                </a:moveTo>
                <a:cubicBezTo>
                  <a:pt x="239382" y="4723681"/>
                  <a:pt x="444260" y="4400910"/>
                  <a:pt x="526211" y="4002657"/>
                </a:cubicBezTo>
                <a:cubicBezTo>
                  <a:pt x="608162" y="3604404"/>
                  <a:pt x="613913" y="3324045"/>
                  <a:pt x="526211" y="2656936"/>
                </a:cubicBezTo>
                <a:cubicBezTo>
                  <a:pt x="438509" y="1989827"/>
                  <a:pt x="89140" y="439947"/>
                  <a:pt x="0" y="0"/>
                </a:cubicBezTo>
              </a:path>
            </a:pathLst>
          </a:custGeom>
          <a:noFill/>
          <a:ln w="127000">
            <a:solidFill>
              <a:schemeClr val="accent1">
                <a:lumMod val="60000"/>
                <a:lumOff val="40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5" name="Rechte verbindingslijn 26"/>
          <p:cNvCxnSpPr/>
          <p:nvPr/>
        </p:nvCxnSpPr>
        <p:spPr>
          <a:xfrm>
            <a:off x="1580898" y="3861048"/>
            <a:ext cx="7200000" cy="0"/>
          </a:xfrm>
          <a:prstGeom prst="line">
            <a:avLst/>
          </a:prstGeom>
          <a:ln w="254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echte verbindingslijn 28"/>
          <p:cNvCxnSpPr/>
          <p:nvPr/>
        </p:nvCxnSpPr>
        <p:spPr>
          <a:xfrm>
            <a:off x="1476453" y="5075996"/>
            <a:ext cx="7200000" cy="0"/>
          </a:xfrm>
          <a:prstGeom prst="line">
            <a:avLst/>
          </a:prstGeom>
          <a:ln w="254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hoek 24"/>
          <p:cNvSpPr/>
          <p:nvPr/>
        </p:nvSpPr>
        <p:spPr>
          <a:xfrm>
            <a:off x="1580898" y="1052735"/>
            <a:ext cx="4259185" cy="2708381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4" name="Rechte verbindingslijn 25"/>
          <p:cNvCxnSpPr/>
          <p:nvPr/>
        </p:nvCxnSpPr>
        <p:spPr>
          <a:xfrm>
            <a:off x="1562620" y="2412683"/>
            <a:ext cx="7200000" cy="0"/>
          </a:xfrm>
          <a:prstGeom prst="line">
            <a:avLst/>
          </a:prstGeom>
          <a:ln w="254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Rechte verbindingslijn 25"/>
          <p:cNvCxnSpPr/>
          <p:nvPr/>
        </p:nvCxnSpPr>
        <p:spPr>
          <a:xfrm>
            <a:off x="1533022" y="1005685"/>
            <a:ext cx="7200000" cy="0"/>
          </a:xfrm>
          <a:prstGeom prst="line">
            <a:avLst/>
          </a:prstGeom>
          <a:ln w="254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Gerade Verbindung mit Pfeil 184"/>
          <p:cNvCxnSpPr/>
          <p:nvPr/>
        </p:nvCxnSpPr>
        <p:spPr>
          <a:xfrm flipV="1">
            <a:off x="2121731" y="2816951"/>
            <a:ext cx="903443" cy="1634659"/>
          </a:xfrm>
          <a:prstGeom prst="straightConnector1">
            <a:avLst/>
          </a:prstGeom>
          <a:ln w="50800">
            <a:solidFill>
              <a:schemeClr val="bg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solidFill>
                  <a:schemeClr val="tx1"/>
                </a:solidFill>
              </a:rPr>
              <a:t>Metadata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for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Microdata</a:t>
            </a:r>
            <a:r>
              <a:rPr lang="de-D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de-DE" dirty="0" smtClean="0"/>
              <a:t>- </a:t>
            </a:r>
            <a:r>
              <a:rPr lang="de-DE" u="sng" dirty="0" err="1" smtClean="0">
                <a:solidFill>
                  <a:schemeClr val="tx1"/>
                </a:solidFill>
              </a:rPr>
              <a:t>before</a:t>
            </a:r>
            <a:endParaRPr lang="de-DE" i="1" u="sng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de-DE" smtClean="0"/>
              <a:t>Seite </a:t>
            </a:r>
            <a:fld id="{795659D1-D435-4DC4-B545-657E7139435F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7" name="Rechthoek 3"/>
          <p:cNvSpPr/>
          <p:nvPr/>
        </p:nvSpPr>
        <p:spPr>
          <a:xfrm>
            <a:off x="293298" y="1105170"/>
            <a:ext cx="992037" cy="5472000"/>
          </a:xfrm>
          <a:prstGeom prst="rect">
            <a:avLst/>
          </a:prstGeom>
          <a:solidFill>
            <a:schemeClr val="accent1"/>
          </a:solidFill>
          <a:ln w="19050" cap="flat" cmpd="sng" algn="ctr">
            <a:solidFill>
              <a:srgbClr val="1668B1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</a:rPr>
              <a:t>Metadata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</a:rPr>
              <a:t>System</a:t>
            </a:r>
          </a:p>
        </p:txBody>
      </p:sp>
      <p:sp>
        <p:nvSpPr>
          <p:cNvPr id="8" name="Tekstvak 12"/>
          <p:cNvSpPr txBox="1"/>
          <p:nvPr/>
        </p:nvSpPr>
        <p:spPr>
          <a:xfrm>
            <a:off x="7323794" y="1147109"/>
            <a:ext cx="16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 smtClean="0">
                <a:solidFill>
                  <a:srgbClr val="000000"/>
                </a:solidFill>
              </a:rPr>
              <a:t>Data Access Layer</a:t>
            </a:r>
          </a:p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1" dirty="0" smtClean="0">
                <a:solidFill>
                  <a:srgbClr val="1668B1">
                    <a:lumMod val="75000"/>
                  </a:srgbClr>
                </a:solidFill>
              </a:rPr>
              <a:t>GSBPM Phase 7 Disseminate</a:t>
            </a:r>
            <a:endParaRPr lang="en-US" sz="1000" b="1" dirty="0">
              <a:solidFill>
                <a:srgbClr val="1668B1">
                  <a:lumMod val="75000"/>
                </a:srgbClr>
              </a:solidFill>
            </a:endParaRPr>
          </a:p>
        </p:txBody>
      </p:sp>
      <p:sp>
        <p:nvSpPr>
          <p:cNvPr id="9" name="Tekstvak 21"/>
          <p:cNvSpPr txBox="1"/>
          <p:nvPr/>
        </p:nvSpPr>
        <p:spPr>
          <a:xfrm>
            <a:off x="6237783" y="2483295"/>
            <a:ext cx="277801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 smtClean="0">
                <a:solidFill>
                  <a:srgbClr val="000000"/>
                </a:solidFill>
              </a:rPr>
              <a:t>Interpretation and </a:t>
            </a:r>
          </a:p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 smtClean="0">
                <a:solidFill>
                  <a:srgbClr val="000000"/>
                </a:solidFill>
              </a:rPr>
              <a:t>analysis Layer</a:t>
            </a:r>
          </a:p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1" dirty="0" smtClean="0">
                <a:solidFill>
                  <a:srgbClr val="1668B1">
                    <a:lumMod val="75000"/>
                  </a:srgbClr>
                </a:solidFill>
              </a:rPr>
              <a:t>GSBPM Phase 6 Analysis</a:t>
            </a:r>
            <a:endParaRPr lang="en-US" sz="1000" b="1" dirty="0">
              <a:solidFill>
                <a:srgbClr val="1668B1">
                  <a:lumMod val="75000"/>
                </a:srgbClr>
              </a:solidFill>
            </a:endParaRPr>
          </a:p>
        </p:txBody>
      </p:sp>
      <p:sp>
        <p:nvSpPr>
          <p:cNvPr id="10" name="Tekstvak 22"/>
          <p:cNvSpPr txBox="1"/>
          <p:nvPr/>
        </p:nvSpPr>
        <p:spPr>
          <a:xfrm>
            <a:off x="5217157" y="3877172"/>
            <a:ext cx="37986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 smtClean="0">
                <a:solidFill>
                  <a:srgbClr val="000000"/>
                </a:solidFill>
              </a:rPr>
              <a:t>Integration Layer</a:t>
            </a:r>
          </a:p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1" dirty="0" smtClean="0">
                <a:solidFill>
                  <a:srgbClr val="1668B1">
                    <a:lumMod val="75000"/>
                  </a:srgbClr>
                </a:solidFill>
              </a:rPr>
              <a:t>GSBPM Phase 5 Process</a:t>
            </a:r>
          </a:p>
        </p:txBody>
      </p:sp>
      <p:sp>
        <p:nvSpPr>
          <p:cNvPr id="11" name="Tekstvak 23"/>
          <p:cNvSpPr txBox="1"/>
          <p:nvPr/>
        </p:nvSpPr>
        <p:spPr>
          <a:xfrm>
            <a:off x="7323794" y="5245174"/>
            <a:ext cx="1692000" cy="4302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 smtClean="0">
                <a:solidFill>
                  <a:srgbClr val="000000"/>
                </a:solidFill>
              </a:rPr>
              <a:t>Sources Layer</a:t>
            </a:r>
          </a:p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1" dirty="0" smtClean="0">
                <a:solidFill>
                  <a:srgbClr val="1668B1">
                    <a:lumMod val="75000"/>
                  </a:srgbClr>
                </a:solidFill>
              </a:rPr>
              <a:t>GSBPM Phase 4 Collect</a:t>
            </a:r>
            <a:endParaRPr lang="en-US" sz="1000" b="1" dirty="0">
              <a:solidFill>
                <a:srgbClr val="1668B1">
                  <a:lumMod val="75000"/>
                </a:srgbClr>
              </a:solidFill>
            </a:endParaRPr>
          </a:p>
        </p:txBody>
      </p:sp>
      <p:sp>
        <p:nvSpPr>
          <p:cNvPr id="13" name="Tekstvak 26"/>
          <p:cNvSpPr txBox="1">
            <a:spLocks noChangeArrowheads="1"/>
          </p:cNvSpPr>
          <p:nvPr/>
        </p:nvSpPr>
        <p:spPr bwMode="auto">
          <a:xfrm>
            <a:off x="1699891" y="1061362"/>
            <a:ext cx="919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Macro Data</a:t>
            </a:r>
            <a:endParaRPr lang="en-US" sz="1200" b="1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18" name="Tekstvak 26"/>
          <p:cNvSpPr txBox="1">
            <a:spLocks noChangeArrowheads="1"/>
          </p:cNvSpPr>
          <p:nvPr/>
        </p:nvSpPr>
        <p:spPr bwMode="auto">
          <a:xfrm>
            <a:off x="6046031" y="1079604"/>
            <a:ext cx="87780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Micro Data</a:t>
            </a:r>
            <a:endParaRPr lang="en-US" sz="1200" b="1" dirty="0">
              <a:solidFill>
                <a:schemeClr val="accent1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19" name="Vuokaaviosymboli: Magneettilevy 19"/>
          <p:cNvSpPr/>
          <p:nvPr/>
        </p:nvSpPr>
        <p:spPr>
          <a:xfrm>
            <a:off x="1589980" y="5986732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0" name="Vuokaaviosymboli: Magneettilevy 20"/>
          <p:cNvSpPr/>
          <p:nvPr/>
        </p:nvSpPr>
        <p:spPr>
          <a:xfrm>
            <a:off x="1789386" y="6058740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1" name="Vuokaaviosymboli: Magneettilevy 27"/>
          <p:cNvSpPr/>
          <p:nvPr/>
        </p:nvSpPr>
        <p:spPr>
          <a:xfrm>
            <a:off x="1988794" y="6130748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Vuokaaviosymboli: Magneettilevy 31"/>
          <p:cNvSpPr/>
          <p:nvPr/>
        </p:nvSpPr>
        <p:spPr>
          <a:xfrm>
            <a:off x="1855855" y="6274764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Vuokaaviosymboli: Magneettilevy 32"/>
          <p:cNvSpPr/>
          <p:nvPr/>
        </p:nvSpPr>
        <p:spPr>
          <a:xfrm>
            <a:off x="2254670" y="6202756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4" name="Vuokaaviosymboli: Magneettilevy 33"/>
          <p:cNvSpPr/>
          <p:nvPr/>
        </p:nvSpPr>
        <p:spPr>
          <a:xfrm>
            <a:off x="1523512" y="6274764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5" name="Vuokaaviosymboli: Magneettilevy 34"/>
          <p:cNvSpPr/>
          <p:nvPr/>
        </p:nvSpPr>
        <p:spPr>
          <a:xfrm>
            <a:off x="2266381" y="6246252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Vuokaaviosymboli: Magneettilevy 35"/>
          <p:cNvSpPr/>
          <p:nvPr/>
        </p:nvSpPr>
        <p:spPr>
          <a:xfrm>
            <a:off x="2598727" y="6246252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Vuokaaviosymboli: Magneettilevy 46"/>
          <p:cNvSpPr/>
          <p:nvPr/>
        </p:nvSpPr>
        <p:spPr>
          <a:xfrm>
            <a:off x="3995486" y="6015609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Vuokaaviosymboli: Magneettilevy 47"/>
          <p:cNvSpPr/>
          <p:nvPr/>
        </p:nvSpPr>
        <p:spPr>
          <a:xfrm>
            <a:off x="4194893" y="6087617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Vuokaaviosymboli: Magneettilevy 48"/>
          <p:cNvSpPr/>
          <p:nvPr/>
        </p:nvSpPr>
        <p:spPr>
          <a:xfrm>
            <a:off x="4394298" y="6159625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Vuokaaviosymboli: Magneettilevy 49"/>
          <p:cNvSpPr/>
          <p:nvPr/>
        </p:nvSpPr>
        <p:spPr>
          <a:xfrm>
            <a:off x="4218229" y="6182871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Vuokaaviosymboli: Magneettilevy 50"/>
          <p:cNvSpPr/>
          <p:nvPr/>
        </p:nvSpPr>
        <p:spPr>
          <a:xfrm>
            <a:off x="4660174" y="6231633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3" name="Vuokaaviosymboli: Magneettilevy 51"/>
          <p:cNvSpPr/>
          <p:nvPr/>
        </p:nvSpPr>
        <p:spPr>
          <a:xfrm>
            <a:off x="3885885" y="6182871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4" name="Vuokaaviosymboli: Magneettilevy 52"/>
          <p:cNvSpPr/>
          <p:nvPr/>
        </p:nvSpPr>
        <p:spPr>
          <a:xfrm>
            <a:off x="4085292" y="6326887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5" name="Vuokaaviosymboli: Magneettilevy 53"/>
          <p:cNvSpPr/>
          <p:nvPr/>
        </p:nvSpPr>
        <p:spPr>
          <a:xfrm>
            <a:off x="4417635" y="6326887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8" name="Vuokaaviosymboli: Magneettilevy 56"/>
          <p:cNvSpPr/>
          <p:nvPr/>
        </p:nvSpPr>
        <p:spPr>
          <a:xfrm>
            <a:off x="1588955" y="4461947"/>
            <a:ext cx="732158" cy="521810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prstClr val="white"/>
                </a:solidFill>
              </a:rPr>
              <a:t>…</a:t>
            </a:r>
            <a:endParaRPr lang="en-US" sz="1200" dirty="0">
              <a:solidFill>
                <a:prstClr val="white"/>
              </a:solidFill>
            </a:endParaRPr>
          </a:p>
        </p:txBody>
      </p:sp>
      <p:sp>
        <p:nvSpPr>
          <p:cNvPr id="64" name="Vuokaaviosymboli: Useita dokumentteja 67"/>
          <p:cNvSpPr/>
          <p:nvPr/>
        </p:nvSpPr>
        <p:spPr>
          <a:xfrm>
            <a:off x="1523513" y="3284984"/>
            <a:ext cx="664688" cy="556186"/>
          </a:xfrm>
          <a:prstGeom prst="flowChartMultidocumen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i-FI" sz="1000" dirty="0" smtClean="0">
                <a:solidFill>
                  <a:prstClr val="white"/>
                </a:solidFill>
              </a:rPr>
              <a:t>FDI-Statistics</a:t>
            </a:r>
            <a:endParaRPr lang="fi-FI" sz="1000" dirty="0">
              <a:solidFill>
                <a:prstClr val="white"/>
              </a:solidFill>
            </a:endParaRPr>
          </a:p>
        </p:txBody>
      </p:sp>
      <p:sp>
        <p:nvSpPr>
          <p:cNvPr id="66" name="Tekstikehys 83"/>
          <p:cNvSpPr txBox="1"/>
          <p:nvPr/>
        </p:nvSpPr>
        <p:spPr>
          <a:xfrm>
            <a:off x="1360147" y="3068960"/>
            <a:ext cx="7216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prstClr val="black"/>
                </a:solidFill>
              </a:rPr>
              <a:t>Reports</a:t>
            </a:r>
          </a:p>
        </p:txBody>
      </p:sp>
      <p:sp>
        <p:nvSpPr>
          <p:cNvPr id="68" name="Vuokaaviosymboli: Magneettilevy 19"/>
          <p:cNvSpPr/>
          <p:nvPr/>
        </p:nvSpPr>
        <p:spPr>
          <a:xfrm>
            <a:off x="2259965" y="5966604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9" name="Vuokaaviosymboli: Magneettilevy 20"/>
          <p:cNvSpPr/>
          <p:nvPr/>
        </p:nvSpPr>
        <p:spPr>
          <a:xfrm>
            <a:off x="2459371" y="6038612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0" name="Vuokaaviosymboli: Magneettilevy 27"/>
          <p:cNvSpPr/>
          <p:nvPr/>
        </p:nvSpPr>
        <p:spPr>
          <a:xfrm>
            <a:off x="2658779" y="6110620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1" name="Vuokaaviosymboli: Magneettilevy 31"/>
          <p:cNvSpPr/>
          <p:nvPr/>
        </p:nvSpPr>
        <p:spPr>
          <a:xfrm>
            <a:off x="2525840" y="6254636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2" name="Vuokaaviosymboli: Magneettilevy 32"/>
          <p:cNvSpPr/>
          <p:nvPr/>
        </p:nvSpPr>
        <p:spPr>
          <a:xfrm>
            <a:off x="2924655" y="6182628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3" name="Vuokaaviosymboli: Magneettilevy 33"/>
          <p:cNvSpPr/>
          <p:nvPr/>
        </p:nvSpPr>
        <p:spPr>
          <a:xfrm>
            <a:off x="2193497" y="6254636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4" name="Vuokaaviosymboli: Magneettilevy 19"/>
          <p:cNvSpPr/>
          <p:nvPr/>
        </p:nvSpPr>
        <p:spPr>
          <a:xfrm>
            <a:off x="2052931" y="6242649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5" name="Vuokaaviosymboli: Magneettilevy 20"/>
          <p:cNvSpPr/>
          <p:nvPr/>
        </p:nvSpPr>
        <p:spPr>
          <a:xfrm>
            <a:off x="2278216" y="6159382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6" name="Vuokaaviosymboli: Magneettilevy 27"/>
          <p:cNvSpPr/>
          <p:nvPr/>
        </p:nvSpPr>
        <p:spPr>
          <a:xfrm>
            <a:off x="2477624" y="6231390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7" name="Vuokaaviosymboli: Magneettilevy 31"/>
          <p:cNvSpPr/>
          <p:nvPr/>
        </p:nvSpPr>
        <p:spPr>
          <a:xfrm>
            <a:off x="2370565" y="6246010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8" name="Vuokaaviosymboli: Magneettilevy 32"/>
          <p:cNvSpPr/>
          <p:nvPr/>
        </p:nvSpPr>
        <p:spPr>
          <a:xfrm>
            <a:off x="2743500" y="6303398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9" name="Vuokaaviosymboli: Magneettilevy 33"/>
          <p:cNvSpPr/>
          <p:nvPr/>
        </p:nvSpPr>
        <p:spPr>
          <a:xfrm>
            <a:off x="2038222" y="6246010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0" name="Vuokaaviosymboli: Magneettilevy 19"/>
          <p:cNvSpPr/>
          <p:nvPr/>
        </p:nvSpPr>
        <p:spPr>
          <a:xfrm>
            <a:off x="2958705" y="5983856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1" name="Vuokaaviosymboli: Magneettilevy 20"/>
          <p:cNvSpPr/>
          <p:nvPr/>
        </p:nvSpPr>
        <p:spPr>
          <a:xfrm>
            <a:off x="3158111" y="6055864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2" name="Vuokaaviosymboli: Magneettilevy 27"/>
          <p:cNvSpPr/>
          <p:nvPr/>
        </p:nvSpPr>
        <p:spPr>
          <a:xfrm>
            <a:off x="3357519" y="6127872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3" name="Vuokaaviosymboli: Magneettilevy 31"/>
          <p:cNvSpPr/>
          <p:nvPr/>
        </p:nvSpPr>
        <p:spPr>
          <a:xfrm>
            <a:off x="3224580" y="6271888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4" name="Vuokaaviosymboli: Magneettilevy 32"/>
          <p:cNvSpPr/>
          <p:nvPr/>
        </p:nvSpPr>
        <p:spPr>
          <a:xfrm>
            <a:off x="3571637" y="6165375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5" name="Vuokaaviosymboli: Magneettilevy 33"/>
          <p:cNvSpPr/>
          <p:nvPr/>
        </p:nvSpPr>
        <p:spPr>
          <a:xfrm>
            <a:off x="2892237" y="6271888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6" name="Vuokaaviosymboli: Magneettilevy 19"/>
          <p:cNvSpPr/>
          <p:nvPr/>
        </p:nvSpPr>
        <p:spPr>
          <a:xfrm>
            <a:off x="3096727" y="6225397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7" name="Vuokaaviosymboli: Magneettilevy 20"/>
          <p:cNvSpPr/>
          <p:nvPr/>
        </p:nvSpPr>
        <p:spPr>
          <a:xfrm>
            <a:off x="3296133" y="6297405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8" name="Vuokaaviosymboli: Magneettilevy 27"/>
          <p:cNvSpPr/>
          <p:nvPr/>
        </p:nvSpPr>
        <p:spPr>
          <a:xfrm>
            <a:off x="3521421" y="6240017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9" name="Vuokaaviosymboli: Magneettilevy 31"/>
          <p:cNvSpPr/>
          <p:nvPr/>
        </p:nvSpPr>
        <p:spPr>
          <a:xfrm>
            <a:off x="3388482" y="6384033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0" name="Vuokaaviosymboli: Magneettilevy 32"/>
          <p:cNvSpPr/>
          <p:nvPr/>
        </p:nvSpPr>
        <p:spPr>
          <a:xfrm>
            <a:off x="3744165" y="6191255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1" name="Vuokaaviosymboli: Magneettilevy 33"/>
          <p:cNvSpPr/>
          <p:nvPr/>
        </p:nvSpPr>
        <p:spPr>
          <a:xfrm>
            <a:off x="3056139" y="6384033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2" name="Vuokaaviosymboli: Magneettilevy 19"/>
          <p:cNvSpPr/>
          <p:nvPr/>
        </p:nvSpPr>
        <p:spPr>
          <a:xfrm>
            <a:off x="3795467" y="6173638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3" name="Vuokaaviosymboli: Magneettilevy 20"/>
          <p:cNvSpPr/>
          <p:nvPr/>
        </p:nvSpPr>
        <p:spPr>
          <a:xfrm>
            <a:off x="3994873" y="6245646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4" name="Vuokaaviosymboli: Magneettilevy 27"/>
          <p:cNvSpPr/>
          <p:nvPr/>
        </p:nvSpPr>
        <p:spPr>
          <a:xfrm>
            <a:off x="4151149" y="6196884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5" name="Vuokaaviosymboli: Magneettilevy 31"/>
          <p:cNvSpPr/>
          <p:nvPr/>
        </p:nvSpPr>
        <p:spPr>
          <a:xfrm>
            <a:off x="4018210" y="6340900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6" name="Vuokaaviosymboli: Magneettilevy 32"/>
          <p:cNvSpPr/>
          <p:nvPr/>
        </p:nvSpPr>
        <p:spPr>
          <a:xfrm>
            <a:off x="4417025" y="6268892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7" name="Vuokaaviosymboli: Magneettilevy 33"/>
          <p:cNvSpPr/>
          <p:nvPr/>
        </p:nvSpPr>
        <p:spPr>
          <a:xfrm>
            <a:off x="3685867" y="6340900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8" name="Vuokaaviosymboli: Magneettilevy 46"/>
          <p:cNvSpPr/>
          <p:nvPr/>
        </p:nvSpPr>
        <p:spPr>
          <a:xfrm>
            <a:off x="4544701" y="5995480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9" name="Vuokaaviosymboli: Magneettilevy 47"/>
          <p:cNvSpPr/>
          <p:nvPr/>
        </p:nvSpPr>
        <p:spPr>
          <a:xfrm>
            <a:off x="4744108" y="6067488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0" name="Vuokaaviosymboli: Magneettilevy 48"/>
          <p:cNvSpPr/>
          <p:nvPr/>
        </p:nvSpPr>
        <p:spPr>
          <a:xfrm>
            <a:off x="4943513" y="6139496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1" name="Vuokaaviosymboli: Magneettilevy 49"/>
          <p:cNvSpPr/>
          <p:nvPr/>
        </p:nvSpPr>
        <p:spPr>
          <a:xfrm>
            <a:off x="4767444" y="6162742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2" name="Vuokaaviosymboli: Magneettilevy 50"/>
          <p:cNvSpPr/>
          <p:nvPr/>
        </p:nvSpPr>
        <p:spPr>
          <a:xfrm>
            <a:off x="5209389" y="6211504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3" name="Vuokaaviosymboli: Magneettilevy 51"/>
          <p:cNvSpPr/>
          <p:nvPr/>
        </p:nvSpPr>
        <p:spPr>
          <a:xfrm>
            <a:off x="4435100" y="6162742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4" name="Vuokaaviosymboli: Magneettilevy 52"/>
          <p:cNvSpPr/>
          <p:nvPr/>
        </p:nvSpPr>
        <p:spPr>
          <a:xfrm>
            <a:off x="4634507" y="6306758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5" name="Vuokaaviosymboli: Magneettilevy 53"/>
          <p:cNvSpPr/>
          <p:nvPr/>
        </p:nvSpPr>
        <p:spPr>
          <a:xfrm>
            <a:off x="4966850" y="6306758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6" name="Vuokaaviosymboli: Magneettilevy 46"/>
          <p:cNvSpPr/>
          <p:nvPr/>
        </p:nvSpPr>
        <p:spPr>
          <a:xfrm>
            <a:off x="5122671" y="6038612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7" name="Vuokaaviosymboli: Magneettilevy 47"/>
          <p:cNvSpPr/>
          <p:nvPr/>
        </p:nvSpPr>
        <p:spPr>
          <a:xfrm>
            <a:off x="5322078" y="6110620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8" name="Vuokaaviosymboli: Magneettilevy 48"/>
          <p:cNvSpPr/>
          <p:nvPr/>
        </p:nvSpPr>
        <p:spPr>
          <a:xfrm>
            <a:off x="5521483" y="6182628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9" name="Vuokaaviosymboli: Magneettilevy 49"/>
          <p:cNvSpPr/>
          <p:nvPr/>
        </p:nvSpPr>
        <p:spPr>
          <a:xfrm>
            <a:off x="5345414" y="6205874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0" name="Vuokaaviosymboli: Magneettilevy 50"/>
          <p:cNvSpPr/>
          <p:nvPr/>
        </p:nvSpPr>
        <p:spPr>
          <a:xfrm>
            <a:off x="5787359" y="6254636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1" name="Vuokaaviosymboli: Magneettilevy 51"/>
          <p:cNvSpPr/>
          <p:nvPr/>
        </p:nvSpPr>
        <p:spPr>
          <a:xfrm>
            <a:off x="5013070" y="6205874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2" name="Vuokaaviosymboli: Magneettilevy 52"/>
          <p:cNvSpPr/>
          <p:nvPr/>
        </p:nvSpPr>
        <p:spPr>
          <a:xfrm>
            <a:off x="5212477" y="6349890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3" name="Vuokaaviosymboli: Magneettilevy 53"/>
          <p:cNvSpPr/>
          <p:nvPr/>
        </p:nvSpPr>
        <p:spPr>
          <a:xfrm>
            <a:off x="5544820" y="6349890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4" name="Vuokaaviosymboli: Magneettilevy 46"/>
          <p:cNvSpPr/>
          <p:nvPr/>
        </p:nvSpPr>
        <p:spPr>
          <a:xfrm>
            <a:off x="5640256" y="6090371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5" name="Vuokaaviosymboli: Magneettilevy 47"/>
          <p:cNvSpPr/>
          <p:nvPr/>
        </p:nvSpPr>
        <p:spPr>
          <a:xfrm>
            <a:off x="5839663" y="6162379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6" name="Vuokaaviosymboli: Magneettilevy 48"/>
          <p:cNvSpPr/>
          <p:nvPr/>
        </p:nvSpPr>
        <p:spPr>
          <a:xfrm>
            <a:off x="6039068" y="6234387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7" name="Vuokaaviosymboli: Magneettilevy 49"/>
          <p:cNvSpPr/>
          <p:nvPr/>
        </p:nvSpPr>
        <p:spPr>
          <a:xfrm>
            <a:off x="5862999" y="6257633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8" name="Vuokaaviosymboli: Magneettilevy 50"/>
          <p:cNvSpPr/>
          <p:nvPr/>
        </p:nvSpPr>
        <p:spPr>
          <a:xfrm>
            <a:off x="6261812" y="6185625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9" name="Vuokaaviosymboli: Magneettilevy 51"/>
          <p:cNvSpPr/>
          <p:nvPr/>
        </p:nvSpPr>
        <p:spPr>
          <a:xfrm>
            <a:off x="5530655" y="6257633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0" name="Vuokaaviosymboli: Magneettilevy 52"/>
          <p:cNvSpPr/>
          <p:nvPr/>
        </p:nvSpPr>
        <p:spPr>
          <a:xfrm>
            <a:off x="5730062" y="6401649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1" name="Vuokaaviosymboli: Magneettilevy 53"/>
          <p:cNvSpPr/>
          <p:nvPr/>
        </p:nvSpPr>
        <p:spPr>
          <a:xfrm>
            <a:off x="6062405" y="6401649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2" name="Vuokaaviosymboli: Magneettilevy 50"/>
          <p:cNvSpPr/>
          <p:nvPr/>
        </p:nvSpPr>
        <p:spPr>
          <a:xfrm>
            <a:off x="6051903" y="6174123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3" name="Vuokaaviosymboli: Magneettilevy 47"/>
          <p:cNvSpPr/>
          <p:nvPr/>
        </p:nvSpPr>
        <p:spPr>
          <a:xfrm>
            <a:off x="6164592" y="6073239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4" name="Vuokaaviosymboli: Magneettilevy 48"/>
          <p:cNvSpPr/>
          <p:nvPr/>
        </p:nvSpPr>
        <p:spPr>
          <a:xfrm>
            <a:off x="6363997" y="6145247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5" name="Vuokaaviosymboli: Magneettilevy 49"/>
          <p:cNvSpPr/>
          <p:nvPr/>
        </p:nvSpPr>
        <p:spPr>
          <a:xfrm>
            <a:off x="6187928" y="6168493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6" name="Vuokaaviosymboli: Magneettilevy 50"/>
          <p:cNvSpPr/>
          <p:nvPr/>
        </p:nvSpPr>
        <p:spPr>
          <a:xfrm>
            <a:off x="6629873" y="6217255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7" name="Vuokaaviosymboli: Magneettilevy 46"/>
          <p:cNvSpPr/>
          <p:nvPr/>
        </p:nvSpPr>
        <p:spPr>
          <a:xfrm>
            <a:off x="6482770" y="6052990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8" name="Vuokaaviosymboli: Magneettilevy 47"/>
          <p:cNvSpPr/>
          <p:nvPr/>
        </p:nvSpPr>
        <p:spPr>
          <a:xfrm>
            <a:off x="6682177" y="6124998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9" name="Vuokaaviosymboli: Magneettilevy 48"/>
          <p:cNvSpPr/>
          <p:nvPr/>
        </p:nvSpPr>
        <p:spPr>
          <a:xfrm>
            <a:off x="6881582" y="6197006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0" name="Vuokaaviosymboli: Magneettilevy 49"/>
          <p:cNvSpPr/>
          <p:nvPr/>
        </p:nvSpPr>
        <p:spPr>
          <a:xfrm>
            <a:off x="6748645" y="6341022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1" name="Vuokaaviosymboli: Magneettilevy 50"/>
          <p:cNvSpPr/>
          <p:nvPr/>
        </p:nvSpPr>
        <p:spPr>
          <a:xfrm>
            <a:off x="7147458" y="6269014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2" name="Vuokaaviosymboli: Magneettilevy 51"/>
          <p:cNvSpPr/>
          <p:nvPr/>
        </p:nvSpPr>
        <p:spPr>
          <a:xfrm>
            <a:off x="6416301" y="6341022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3" name="Vuokaaviosymboli: Magneettilevy 50"/>
          <p:cNvSpPr/>
          <p:nvPr/>
        </p:nvSpPr>
        <p:spPr>
          <a:xfrm>
            <a:off x="6854159" y="6130991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4" name="Vuokaaviosymboli: Magneettilevy 47"/>
          <p:cNvSpPr/>
          <p:nvPr/>
        </p:nvSpPr>
        <p:spPr>
          <a:xfrm>
            <a:off x="6966848" y="6030107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5" name="Vuokaaviosymboli: Magneettilevy 48"/>
          <p:cNvSpPr/>
          <p:nvPr/>
        </p:nvSpPr>
        <p:spPr>
          <a:xfrm>
            <a:off x="7166253" y="6102115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6" name="Vuokaaviosymboli: Magneettilevy 49"/>
          <p:cNvSpPr/>
          <p:nvPr/>
        </p:nvSpPr>
        <p:spPr>
          <a:xfrm>
            <a:off x="7033316" y="6246131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7" name="Vuokaaviosymboli: Magneettilevy 50"/>
          <p:cNvSpPr/>
          <p:nvPr/>
        </p:nvSpPr>
        <p:spPr>
          <a:xfrm>
            <a:off x="7432129" y="6174123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8" name="Vuokaaviosymboli: Magneettilevy 46"/>
          <p:cNvSpPr/>
          <p:nvPr/>
        </p:nvSpPr>
        <p:spPr>
          <a:xfrm>
            <a:off x="7285026" y="6009858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9" name="Vuokaaviosymboli: Magneettilevy 47"/>
          <p:cNvSpPr/>
          <p:nvPr/>
        </p:nvSpPr>
        <p:spPr>
          <a:xfrm>
            <a:off x="7484433" y="6081866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0" name="Vuokaaviosymboli: Magneettilevy 48"/>
          <p:cNvSpPr/>
          <p:nvPr/>
        </p:nvSpPr>
        <p:spPr>
          <a:xfrm>
            <a:off x="7683838" y="6153874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1" name="Vuokaaviosymboli: Magneettilevy 49"/>
          <p:cNvSpPr/>
          <p:nvPr/>
        </p:nvSpPr>
        <p:spPr>
          <a:xfrm>
            <a:off x="7550901" y="6297890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2" name="Vuokaaviosymboli: Magneettilevy 50"/>
          <p:cNvSpPr/>
          <p:nvPr/>
        </p:nvSpPr>
        <p:spPr>
          <a:xfrm>
            <a:off x="7949714" y="6225882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3" name="Vuokaaviosymboli: Magneettilevy 51"/>
          <p:cNvSpPr/>
          <p:nvPr/>
        </p:nvSpPr>
        <p:spPr>
          <a:xfrm>
            <a:off x="7218557" y="6297890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4" name="Vuokaaviosymboli: Magneettilevy 50"/>
          <p:cNvSpPr/>
          <p:nvPr/>
        </p:nvSpPr>
        <p:spPr>
          <a:xfrm>
            <a:off x="7328612" y="6105112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5" name="Vuokaaviosymboli: Magneettilevy 47"/>
          <p:cNvSpPr/>
          <p:nvPr/>
        </p:nvSpPr>
        <p:spPr>
          <a:xfrm>
            <a:off x="7441301" y="6004228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6" name="Vuokaaviosymboli: Magneettilevy 48"/>
          <p:cNvSpPr/>
          <p:nvPr/>
        </p:nvSpPr>
        <p:spPr>
          <a:xfrm>
            <a:off x="7640706" y="6076236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7" name="Vuokaaviosymboli: Magneettilevy 49"/>
          <p:cNvSpPr/>
          <p:nvPr/>
        </p:nvSpPr>
        <p:spPr>
          <a:xfrm>
            <a:off x="7507769" y="6220252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8" name="Vuokaaviosymboli: Magneettilevy 50"/>
          <p:cNvSpPr/>
          <p:nvPr/>
        </p:nvSpPr>
        <p:spPr>
          <a:xfrm>
            <a:off x="7906582" y="6148244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9" name="Vuokaaviosymboli: Magneettilevy 46"/>
          <p:cNvSpPr/>
          <p:nvPr/>
        </p:nvSpPr>
        <p:spPr>
          <a:xfrm>
            <a:off x="7759479" y="5983979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0" name="Vuokaaviosymboli: Magneettilevy 47"/>
          <p:cNvSpPr/>
          <p:nvPr/>
        </p:nvSpPr>
        <p:spPr>
          <a:xfrm>
            <a:off x="7958886" y="6055987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1" name="Vuokaaviosymboli: Magneettilevy 48"/>
          <p:cNvSpPr/>
          <p:nvPr/>
        </p:nvSpPr>
        <p:spPr>
          <a:xfrm>
            <a:off x="8158291" y="6127995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2" name="Vuokaaviosymboli: Magneettilevy 49"/>
          <p:cNvSpPr/>
          <p:nvPr/>
        </p:nvSpPr>
        <p:spPr>
          <a:xfrm>
            <a:off x="8025354" y="6272011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3" name="Vuokaaviosymboli: Magneettilevy 50"/>
          <p:cNvSpPr/>
          <p:nvPr/>
        </p:nvSpPr>
        <p:spPr>
          <a:xfrm>
            <a:off x="8424167" y="6200003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4" name="Vuokaaviosymboli: Magneettilevy 51"/>
          <p:cNvSpPr/>
          <p:nvPr/>
        </p:nvSpPr>
        <p:spPr>
          <a:xfrm>
            <a:off x="7693010" y="6272011"/>
            <a:ext cx="332345" cy="272686"/>
          </a:xfrm>
          <a:prstGeom prst="flowChartMagneticDisk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5" name="Vuokaaviosymboli: Magneettilevy 56"/>
          <p:cNvSpPr/>
          <p:nvPr/>
        </p:nvSpPr>
        <p:spPr>
          <a:xfrm>
            <a:off x="2422841" y="4467698"/>
            <a:ext cx="717781" cy="521810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prstClr val="white"/>
                </a:solidFill>
              </a:rPr>
              <a:t>…</a:t>
            </a:r>
            <a:endParaRPr lang="en-US" sz="1200" dirty="0">
              <a:solidFill>
                <a:prstClr val="white"/>
              </a:solidFill>
            </a:endParaRPr>
          </a:p>
        </p:txBody>
      </p:sp>
      <p:sp>
        <p:nvSpPr>
          <p:cNvPr id="156" name="Vuokaaviosymboli: Magneettilevy 56"/>
          <p:cNvSpPr/>
          <p:nvPr/>
        </p:nvSpPr>
        <p:spPr>
          <a:xfrm>
            <a:off x="3308487" y="4464823"/>
            <a:ext cx="703403" cy="521810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prstClr val="white"/>
                </a:solidFill>
              </a:rPr>
              <a:t>…</a:t>
            </a:r>
            <a:endParaRPr lang="en-US" sz="1200" dirty="0">
              <a:solidFill>
                <a:prstClr val="white"/>
              </a:solidFill>
            </a:endParaRPr>
          </a:p>
        </p:txBody>
      </p:sp>
      <p:sp>
        <p:nvSpPr>
          <p:cNvPr id="157" name="Vuokaaviosymboli: Magneettilevy 56"/>
          <p:cNvSpPr/>
          <p:nvPr/>
        </p:nvSpPr>
        <p:spPr>
          <a:xfrm>
            <a:off x="4179755" y="4464822"/>
            <a:ext cx="720655" cy="521810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prstClr val="white"/>
                </a:solidFill>
              </a:rPr>
              <a:t>…</a:t>
            </a:r>
            <a:endParaRPr lang="en-US" sz="1200" dirty="0">
              <a:solidFill>
                <a:prstClr val="white"/>
              </a:solidFill>
            </a:endParaRPr>
          </a:p>
        </p:txBody>
      </p:sp>
      <p:sp>
        <p:nvSpPr>
          <p:cNvPr id="163" name="Vuokaaviosymboli: Magneettilevy 56"/>
          <p:cNvSpPr/>
          <p:nvPr/>
        </p:nvSpPr>
        <p:spPr>
          <a:xfrm>
            <a:off x="5104545" y="4467698"/>
            <a:ext cx="709154" cy="521810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prstClr val="white"/>
                </a:solidFill>
              </a:rPr>
              <a:t>…</a:t>
            </a:r>
            <a:endParaRPr lang="en-US" sz="1200" dirty="0">
              <a:solidFill>
                <a:prstClr val="white"/>
              </a:solidFill>
            </a:endParaRPr>
          </a:p>
        </p:txBody>
      </p:sp>
      <p:sp>
        <p:nvSpPr>
          <p:cNvPr id="165" name="Vuokaaviosymboli: Magneettilevy 56"/>
          <p:cNvSpPr/>
          <p:nvPr/>
        </p:nvSpPr>
        <p:spPr>
          <a:xfrm>
            <a:off x="6109161" y="4477109"/>
            <a:ext cx="1007314" cy="544030"/>
          </a:xfrm>
          <a:prstGeom prst="flowChartMagneticDisk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00" b="1" dirty="0" smtClean="0">
                <a:solidFill>
                  <a:prstClr val="white"/>
                </a:solidFill>
              </a:rPr>
              <a:t>exclusive raw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00" b="1" dirty="0" err="1" smtClean="0">
                <a:solidFill>
                  <a:prstClr val="white"/>
                </a:solidFill>
              </a:rPr>
              <a:t>microdata</a:t>
            </a:r>
            <a:r>
              <a:rPr lang="en-US" sz="1000" b="1" dirty="0" smtClean="0">
                <a:solidFill>
                  <a:prstClr val="white"/>
                </a:solidFill>
              </a:rPr>
              <a:t> and metadata</a:t>
            </a:r>
            <a:endParaRPr lang="en-US" sz="1000" b="1" dirty="0">
              <a:solidFill>
                <a:prstClr val="white"/>
              </a:solidFill>
            </a:endParaRPr>
          </a:p>
        </p:txBody>
      </p:sp>
      <p:sp>
        <p:nvSpPr>
          <p:cNvPr id="170" name="Vuokaaviosymboli: Magneettilevy 59"/>
          <p:cNvSpPr/>
          <p:nvPr/>
        </p:nvSpPr>
        <p:spPr>
          <a:xfrm>
            <a:off x="2914608" y="1717438"/>
            <a:ext cx="1686664" cy="123530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 dirty="0" smtClean="0">
              <a:solidFill>
                <a:prstClr val="white"/>
              </a:solidFill>
            </a:endParaRP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solidFill>
                  <a:prstClr val="white"/>
                </a:solidFill>
              </a:rPr>
              <a:t>ZIS</a:t>
            </a:r>
            <a:r>
              <a:rPr lang="en-US" sz="1200" dirty="0" smtClean="0">
                <a:solidFill>
                  <a:prstClr val="white"/>
                </a:solidFill>
              </a:rPr>
              <a:t>-DWH 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prstClr val="white"/>
                </a:solidFill>
              </a:rPr>
              <a:t>Validated </a:t>
            </a:r>
            <a:r>
              <a:rPr lang="en-US" sz="1200" b="1" u="sng" dirty="0" smtClean="0">
                <a:solidFill>
                  <a:prstClr val="white"/>
                </a:solidFill>
              </a:rPr>
              <a:t>macro</a:t>
            </a:r>
            <a:r>
              <a:rPr lang="en-US" sz="1200" dirty="0" smtClean="0">
                <a:solidFill>
                  <a:prstClr val="white"/>
                </a:solidFill>
              </a:rPr>
              <a:t> data with </a:t>
            </a:r>
            <a:r>
              <a:rPr lang="en-US" sz="1200" b="1" u="sng" dirty="0" smtClean="0">
                <a:solidFill>
                  <a:schemeClr val="bg1"/>
                </a:solidFill>
              </a:rPr>
              <a:t>SDMX</a:t>
            </a:r>
            <a:r>
              <a:rPr lang="en-US" sz="1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200" dirty="0" smtClean="0">
                <a:solidFill>
                  <a:schemeClr val="bg1"/>
                </a:solidFill>
              </a:rPr>
              <a:t>Metadata </a:t>
            </a:r>
          </a:p>
        </p:txBody>
      </p:sp>
      <p:sp>
        <p:nvSpPr>
          <p:cNvPr id="171" name="Vuokaaviosymboli: Useita dokumentteja 67"/>
          <p:cNvSpPr/>
          <p:nvPr/>
        </p:nvSpPr>
        <p:spPr>
          <a:xfrm>
            <a:off x="2266382" y="3284984"/>
            <a:ext cx="664690" cy="556186"/>
          </a:xfrm>
          <a:prstGeom prst="flowChartMultidocumen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i-FI" sz="900" dirty="0" smtClean="0">
                <a:solidFill>
                  <a:prstClr val="white"/>
                </a:solidFill>
              </a:rPr>
              <a:t>...</a:t>
            </a:r>
            <a:endParaRPr lang="fi-FI" sz="900" dirty="0">
              <a:solidFill>
                <a:prstClr val="white"/>
              </a:solidFill>
            </a:endParaRPr>
          </a:p>
        </p:txBody>
      </p:sp>
      <p:sp>
        <p:nvSpPr>
          <p:cNvPr id="172" name="Vuokaaviosymboli: Useita dokumentteja 67"/>
          <p:cNvSpPr/>
          <p:nvPr/>
        </p:nvSpPr>
        <p:spPr>
          <a:xfrm>
            <a:off x="3025174" y="3284985"/>
            <a:ext cx="664690" cy="556186"/>
          </a:xfrm>
          <a:prstGeom prst="flowChartMultidocumen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i-FI" sz="900" dirty="0" smtClean="0">
                <a:solidFill>
                  <a:prstClr val="white"/>
                </a:solidFill>
              </a:rPr>
              <a:t>Bank Supervision</a:t>
            </a:r>
            <a:endParaRPr lang="fi-FI" sz="900" dirty="0">
              <a:solidFill>
                <a:prstClr val="white"/>
              </a:solidFill>
            </a:endParaRPr>
          </a:p>
        </p:txBody>
      </p:sp>
      <p:sp>
        <p:nvSpPr>
          <p:cNvPr id="173" name="Vuokaaviosymboli: Useita dokumentteja 67"/>
          <p:cNvSpPr/>
          <p:nvPr/>
        </p:nvSpPr>
        <p:spPr>
          <a:xfrm>
            <a:off x="3795467" y="3290552"/>
            <a:ext cx="664690" cy="556186"/>
          </a:xfrm>
          <a:prstGeom prst="flowChartMultidocumen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i-FI" sz="900" dirty="0" smtClean="0">
                <a:solidFill>
                  <a:prstClr val="white"/>
                </a:solidFill>
              </a:rPr>
              <a:t>Bank Statistics</a:t>
            </a:r>
            <a:endParaRPr lang="fi-FI" sz="900" dirty="0">
              <a:solidFill>
                <a:prstClr val="white"/>
              </a:solidFill>
            </a:endParaRPr>
          </a:p>
        </p:txBody>
      </p:sp>
      <p:sp>
        <p:nvSpPr>
          <p:cNvPr id="174" name="Vuokaaviosymboli: Useita dokumentteja 67"/>
          <p:cNvSpPr/>
          <p:nvPr/>
        </p:nvSpPr>
        <p:spPr>
          <a:xfrm>
            <a:off x="4550574" y="3290552"/>
            <a:ext cx="664690" cy="556186"/>
          </a:xfrm>
          <a:prstGeom prst="flowChartMultidocument">
            <a:avLst/>
          </a:prstGeom>
          <a:solidFill>
            <a:schemeClr val="bg1">
              <a:lumMod val="75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i-FI" sz="900" b="1" dirty="0" smtClean="0">
                <a:solidFill>
                  <a:prstClr val="white"/>
                </a:solidFill>
              </a:rPr>
              <a:t>...</a:t>
            </a:r>
            <a:endParaRPr lang="fi-FI" sz="900" b="1" dirty="0">
              <a:solidFill>
                <a:prstClr val="white"/>
              </a:solidFill>
            </a:endParaRPr>
          </a:p>
        </p:txBody>
      </p:sp>
      <p:sp>
        <p:nvSpPr>
          <p:cNvPr id="176" name="Ylänuoli 82"/>
          <p:cNvSpPr/>
          <p:nvPr/>
        </p:nvSpPr>
        <p:spPr>
          <a:xfrm>
            <a:off x="1689684" y="3877172"/>
            <a:ext cx="288032" cy="548411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77" name="Ylänuoli 82"/>
          <p:cNvSpPr/>
          <p:nvPr/>
        </p:nvSpPr>
        <p:spPr>
          <a:xfrm>
            <a:off x="2499780" y="3877172"/>
            <a:ext cx="288032" cy="548411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78" name="Ylänuoli 82"/>
          <p:cNvSpPr/>
          <p:nvPr/>
        </p:nvSpPr>
        <p:spPr>
          <a:xfrm rot="21304677">
            <a:off x="3331472" y="3883700"/>
            <a:ext cx="288032" cy="548411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79" name="Ylänuoli 82"/>
          <p:cNvSpPr/>
          <p:nvPr/>
        </p:nvSpPr>
        <p:spPr>
          <a:xfrm rot="20730624">
            <a:off x="4140537" y="3874049"/>
            <a:ext cx="288032" cy="548411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80" name="Ylänuoli 82"/>
          <p:cNvSpPr/>
          <p:nvPr/>
        </p:nvSpPr>
        <p:spPr>
          <a:xfrm rot="20039847">
            <a:off x="4978655" y="3867817"/>
            <a:ext cx="288032" cy="548411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cxnSp>
        <p:nvCxnSpPr>
          <p:cNvPr id="192" name="Gerade Verbindung mit Pfeil 191"/>
          <p:cNvCxnSpPr>
            <a:stCxn id="157" idx="1"/>
          </p:cNvCxnSpPr>
          <p:nvPr/>
        </p:nvCxnSpPr>
        <p:spPr>
          <a:xfrm flipH="1" flipV="1">
            <a:off x="4052057" y="2952743"/>
            <a:ext cx="488026" cy="1512079"/>
          </a:xfrm>
          <a:prstGeom prst="straightConnector1">
            <a:avLst/>
          </a:prstGeom>
          <a:ln w="50800">
            <a:solidFill>
              <a:schemeClr val="bg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Gerade Verbindung mit Pfeil 194"/>
          <p:cNvCxnSpPr/>
          <p:nvPr/>
        </p:nvCxnSpPr>
        <p:spPr>
          <a:xfrm flipH="1" flipV="1">
            <a:off x="4296070" y="2881223"/>
            <a:ext cx="1052488" cy="1597654"/>
          </a:xfrm>
          <a:prstGeom prst="straightConnector1">
            <a:avLst/>
          </a:prstGeom>
          <a:ln w="50800">
            <a:solidFill>
              <a:schemeClr val="bg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kstikehys 83"/>
          <p:cNvSpPr txBox="1"/>
          <p:nvPr/>
        </p:nvSpPr>
        <p:spPr>
          <a:xfrm>
            <a:off x="3172823" y="2950222"/>
            <a:ext cx="10102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prstClr val="black"/>
                </a:solidFill>
              </a:rPr>
              <a:t>Aggregation</a:t>
            </a:r>
          </a:p>
        </p:txBody>
      </p:sp>
      <p:sp>
        <p:nvSpPr>
          <p:cNvPr id="201" name="Vuokaaviosymboli: Magneettilevy 76"/>
          <p:cNvSpPr/>
          <p:nvPr/>
        </p:nvSpPr>
        <p:spPr>
          <a:xfrm>
            <a:off x="2047845" y="1311198"/>
            <a:ext cx="332345" cy="432048"/>
          </a:xfrm>
          <a:prstGeom prst="flowChartMagneticDisk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02" name="Vuokaaviosymboli: Magneettilevy 80"/>
          <p:cNvSpPr/>
          <p:nvPr/>
        </p:nvSpPr>
        <p:spPr>
          <a:xfrm>
            <a:off x="1914908" y="1455214"/>
            <a:ext cx="332345" cy="432048"/>
          </a:xfrm>
          <a:prstGeom prst="flowChartMagneticDisk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03" name="Vuokaaviosymboli: Magneettilevy 81"/>
          <p:cNvSpPr/>
          <p:nvPr/>
        </p:nvSpPr>
        <p:spPr>
          <a:xfrm>
            <a:off x="2313722" y="1383206"/>
            <a:ext cx="332345" cy="432048"/>
          </a:xfrm>
          <a:prstGeom prst="flowChartMagneticDisk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04" name="Vuokaaviosymboli: Magneettilevy 84"/>
          <p:cNvSpPr/>
          <p:nvPr/>
        </p:nvSpPr>
        <p:spPr>
          <a:xfrm>
            <a:off x="2114314" y="1599230"/>
            <a:ext cx="332345" cy="432048"/>
          </a:xfrm>
          <a:prstGeom prst="flowChartMagneticDisk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05" name="Tekstikehys 85"/>
          <p:cNvSpPr txBox="1"/>
          <p:nvPr/>
        </p:nvSpPr>
        <p:spPr>
          <a:xfrm>
            <a:off x="1795045" y="1419833"/>
            <a:ext cx="9957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chemeClr val="bg1"/>
                </a:solidFill>
              </a:rPr>
              <a:t>Macro </a:t>
            </a:r>
            <a:r>
              <a:rPr lang="en-US" sz="1200" dirty="0">
                <a:solidFill>
                  <a:schemeClr val="bg1"/>
                </a:solidFill>
              </a:rPr>
              <a:t>d</a:t>
            </a:r>
            <a:r>
              <a:rPr lang="en-US" sz="1200" dirty="0" smtClean="0">
                <a:solidFill>
                  <a:schemeClr val="bg1"/>
                </a:solidFill>
              </a:rPr>
              <a:t>ata 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chemeClr val="bg1"/>
                </a:solidFill>
              </a:rPr>
              <a:t>cubes</a:t>
            </a:r>
          </a:p>
        </p:txBody>
      </p:sp>
      <p:sp>
        <p:nvSpPr>
          <p:cNvPr id="206" name="Ylänuoli 82"/>
          <p:cNvSpPr/>
          <p:nvPr/>
        </p:nvSpPr>
        <p:spPr>
          <a:xfrm rot="18435091">
            <a:off x="2662809" y="1576527"/>
            <a:ext cx="288032" cy="326634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207" name="Ylänuoli 82"/>
          <p:cNvSpPr/>
          <p:nvPr/>
        </p:nvSpPr>
        <p:spPr>
          <a:xfrm rot="18435091">
            <a:off x="2536048" y="1851527"/>
            <a:ext cx="288032" cy="492204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pic>
        <p:nvPicPr>
          <p:cNvPr id="221" name="Grafik 220" descr="Figur.png"/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06165" y="4425584"/>
            <a:ext cx="358309" cy="355105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23" name="Grafik 222" descr="Figur.png"/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37320" y="5442571"/>
            <a:ext cx="358309" cy="355105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6" name="Vuokaaviosymboli: Useita dokumentteja 67"/>
          <p:cNvSpPr/>
          <p:nvPr/>
        </p:nvSpPr>
        <p:spPr>
          <a:xfrm>
            <a:off x="6109161" y="217993"/>
            <a:ext cx="664690" cy="556186"/>
          </a:xfrm>
          <a:prstGeom prst="flowChartMultidocumen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i-FI" sz="900" dirty="0" smtClean="0">
                <a:solidFill>
                  <a:prstClr val="white"/>
                </a:solidFill>
              </a:rPr>
              <a:t>Journal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i-FI" sz="900" dirty="0" smtClean="0">
                <a:solidFill>
                  <a:prstClr val="white"/>
                </a:solidFill>
              </a:rPr>
              <a:t>Articles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 sz="900" dirty="0">
              <a:solidFill>
                <a:prstClr val="white"/>
              </a:solidFill>
            </a:endParaRPr>
          </a:p>
        </p:txBody>
      </p:sp>
      <p:sp>
        <p:nvSpPr>
          <p:cNvPr id="17" name="Rechthoek 29"/>
          <p:cNvSpPr/>
          <p:nvPr/>
        </p:nvSpPr>
        <p:spPr>
          <a:xfrm>
            <a:off x="6003985" y="1052734"/>
            <a:ext cx="1370483" cy="4913869"/>
          </a:xfrm>
          <a:prstGeom prst="rect">
            <a:avLst/>
          </a:prstGeom>
          <a:noFill/>
          <a:ln w="254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chemeClr val="accent1"/>
              </a:solidFill>
            </a:endParaRPr>
          </a:p>
        </p:txBody>
      </p:sp>
      <p:sp>
        <p:nvSpPr>
          <p:cNvPr id="250" name="Tekstvak 12"/>
          <p:cNvSpPr txBox="1"/>
          <p:nvPr/>
        </p:nvSpPr>
        <p:spPr>
          <a:xfrm>
            <a:off x="7323794" y="290604"/>
            <a:ext cx="16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 smtClean="0">
                <a:solidFill>
                  <a:srgbClr val="000000"/>
                </a:solidFill>
              </a:rPr>
              <a:t>Publishing Layer</a:t>
            </a:r>
          </a:p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1" dirty="0" smtClean="0">
                <a:solidFill>
                  <a:srgbClr val="1668B1">
                    <a:lumMod val="75000"/>
                  </a:srgbClr>
                </a:solidFill>
              </a:rPr>
              <a:t>GSBPM Phase 8 Research</a:t>
            </a:r>
            <a:endParaRPr lang="en-US" sz="1000" b="1" dirty="0">
              <a:solidFill>
                <a:srgbClr val="1668B1">
                  <a:lumMod val="75000"/>
                </a:srgbClr>
              </a:solidFill>
            </a:endParaRPr>
          </a:p>
        </p:txBody>
      </p:sp>
      <p:pic>
        <p:nvPicPr>
          <p:cNvPr id="252" name="Grafik 251" descr="Figur.png"/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47633" y="3448851"/>
            <a:ext cx="358309" cy="355105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0" name="Ylänuoli 82"/>
          <p:cNvSpPr/>
          <p:nvPr/>
        </p:nvSpPr>
        <p:spPr>
          <a:xfrm>
            <a:off x="3498019" y="5062212"/>
            <a:ext cx="288032" cy="890013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58" name="Ylänuoli 82"/>
          <p:cNvSpPr/>
          <p:nvPr/>
        </p:nvSpPr>
        <p:spPr>
          <a:xfrm>
            <a:off x="1787114" y="5058077"/>
            <a:ext cx="288032" cy="876303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59" name="Ylänuoli 82"/>
          <p:cNvSpPr/>
          <p:nvPr/>
        </p:nvSpPr>
        <p:spPr>
          <a:xfrm>
            <a:off x="2629627" y="5055201"/>
            <a:ext cx="288032" cy="876303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61" name="Ylänuoli 82"/>
          <p:cNvSpPr/>
          <p:nvPr/>
        </p:nvSpPr>
        <p:spPr>
          <a:xfrm>
            <a:off x="4409544" y="5059337"/>
            <a:ext cx="288032" cy="890013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66" name="Ylänuoli 82"/>
          <p:cNvSpPr/>
          <p:nvPr/>
        </p:nvSpPr>
        <p:spPr>
          <a:xfrm>
            <a:off x="5322078" y="5048976"/>
            <a:ext cx="288032" cy="890013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cxnSp>
        <p:nvCxnSpPr>
          <p:cNvPr id="258" name="Gewinkelte Verbindung 257"/>
          <p:cNvCxnSpPr>
            <a:endCxn id="246" idx="1"/>
          </p:cNvCxnSpPr>
          <p:nvPr/>
        </p:nvCxnSpPr>
        <p:spPr>
          <a:xfrm rot="16200000" flipV="1">
            <a:off x="5187730" y="1417518"/>
            <a:ext cx="2294985" cy="452121"/>
          </a:xfrm>
          <a:prstGeom prst="bentConnector4">
            <a:avLst>
              <a:gd name="adj1" fmla="val 11991"/>
              <a:gd name="adj2" fmla="val 139114"/>
            </a:avLst>
          </a:prstGeom>
          <a:ln w="508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4" name="Grafik 293" descr="Figur.png"/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86789" y="290604"/>
            <a:ext cx="358309" cy="355105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8" name="Ylänuoli 82"/>
          <p:cNvSpPr/>
          <p:nvPr/>
        </p:nvSpPr>
        <p:spPr>
          <a:xfrm>
            <a:off x="6415004" y="5088782"/>
            <a:ext cx="267173" cy="890013"/>
          </a:xfrm>
          <a:prstGeom prst="up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243" name="Ylänuoli 82"/>
          <p:cNvSpPr/>
          <p:nvPr/>
        </p:nvSpPr>
        <p:spPr>
          <a:xfrm rot="4647693">
            <a:off x="5481790" y="3175499"/>
            <a:ext cx="264695" cy="694732"/>
          </a:xfrm>
          <a:prstGeom prst="up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251" name="Vuokaaviosymboli: Magneettilevy 56"/>
          <p:cNvSpPr/>
          <p:nvPr/>
        </p:nvSpPr>
        <p:spPr>
          <a:xfrm>
            <a:off x="6057625" y="2806280"/>
            <a:ext cx="1007314" cy="714417"/>
          </a:xfrm>
          <a:prstGeom prst="flowChartMagneticDisk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00" b="1" dirty="0" smtClean="0">
                <a:solidFill>
                  <a:prstClr val="white"/>
                </a:solidFill>
              </a:rPr>
              <a:t>Exclusively interpreted </a:t>
            </a:r>
            <a:r>
              <a:rPr lang="en-US" sz="1000" b="1" dirty="0" err="1" smtClean="0">
                <a:solidFill>
                  <a:prstClr val="white"/>
                </a:solidFill>
              </a:rPr>
              <a:t>microdata</a:t>
            </a:r>
            <a:endParaRPr lang="en-US" sz="1000" b="1" dirty="0">
              <a:solidFill>
                <a:prstClr val="white"/>
              </a:solidFill>
            </a:endParaRPr>
          </a:p>
        </p:txBody>
      </p:sp>
      <p:sp>
        <p:nvSpPr>
          <p:cNvPr id="215" name="Tekstikehys 83"/>
          <p:cNvSpPr txBox="1"/>
          <p:nvPr/>
        </p:nvSpPr>
        <p:spPr>
          <a:xfrm>
            <a:off x="8101490" y="3179888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solidFill>
                  <a:srgbClr val="00B0F0"/>
                </a:solidFill>
              </a:rPr>
              <a:t>small 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solidFill>
                  <a:srgbClr val="00B0F0"/>
                </a:solidFill>
              </a:rPr>
              <a:t>Research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solidFill>
                  <a:srgbClr val="00B0F0"/>
                </a:solidFill>
              </a:rPr>
              <a:t>teams</a:t>
            </a:r>
          </a:p>
        </p:txBody>
      </p:sp>
      <p:cxnSp>
        <p:nvCxnSpPr>
          <p:cNvPr id="216" name="Gerade Verbindung mit Pfeil 215"/>
          <p:cNvCxnSpPr/>
          <p:nvPr/>
        </p:nvCxnSpPr>
        <p:spPr>
          <a:xfrm flipH="1">
            <a:off x="7806878" y="3448851"/>
            <a:ext cx="284946" cy="60817"/>
          </a:xfrm>
          <a:prstGeom prst="straightConnector1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Tekstikehys 83"/>
          <p:cNvSpPr txBox="1"/>
          <p:nvPr/>
        </p:nvSpPr>
        <p:spPr>
          <a:xfrm>
            <a:off x="6255380" y="1717437"/>
            <a:ext cx="1511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solidFill>
                  <a:srgbClr val="00B0F0"/>
                </a:solidFill>
              </a:rPr>
              <a:t>Little data sharing</a:t>
            </a:r>
          </a:p>
        </p:txBody>
      </p:sp>
      <p:cxnSp>
        <p:nvCxnSpPr>
          <p:cNvPr id="193" name="Gerade Verbindung mit Pfeil 192"/>
          <p:cNvCxnSpPr/>
          <p:nvPr/>
        </p:nvCxnSpPr>
        <p:spPr>
          <a:xfrm flipH="1">
            <a:off x="5972601" y="1948237"/>
            <a:ext cx="358164" cy="149392"/>
          </a:xfrm>
          <a:prstGeom prst="straightConnector1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Ylänuoli 82"/>
          <p:cNvSpPr/>
          <p:nvPr/>
        </p:nvSpPr>
        <p:spPr>
          <a:xfrm>
            <a:off x="6429834" y="3568645"/>
            <a:ext cx="264695" cy="871930"/>
          </a:xfrm>
          <a:prstGeom prst="up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209" name="Ylänuoli 82"/>
          <p:cNvSpPr/>
          <p:nvPr/>
        </p:nvSpPr>
        <p:spPr>
          <a:xfrm rot="2025181">
            <a:off x="5796954" y="3506594"/>
            <a:ext cx="264695" cy="987891"/>
          </a:xfrm>
          <a:prstGeom prst="up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210" name="Ylänuoli 82"/>
          <p:cNvSpPr/>
          <p:nvPr/>
        </p:nvSpPr>
        <p:spPr>
          <a:xfrm rot="5400000">
            <a:off x="5839108" y="4663060"/>
            <a:ext cx="264695" cy="235257"/>
          </a:xfrm>
          <a:prstGeom prst="up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832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>
                <a:solidFill>
                  <a:schemeClr val="tx1"/>
                </a:solidFill>
              </a:rPr>
              <a:t>Metadata</a:t>
            </a:r>
            <a:r>
              <a:rPr lang="de-DE" dirty="0" smtClean="0">
                <a:solidFill>
                  <a:schemeClr val="tx1"/>
                </a:solidFill>
              </a:rPr>
              <a:t> </a:t>
            </a:r>
            <a:r>
              <a:rPr lang="de-DE" dirty="0" err="1" smtClean="0">
                <a:solidFill>
                  <a:schemeClr val="tx1"/>
                </a:solidFill>
              </a:rPr>
              <a:t>for</a:t>
            </a:r>
            <a:r>
              <a:rPr lang="de-DE" dirty="0" smtClean="0">
                <a:solidFill>
                  <a:schemeClr val="tx1"/>
                </a:solidFill>
              </a:rPr>
              <a:t> </a:t>
            </a:r>
            <a:r>
              <a:rPr lang="de-DE" dirty="0" err="1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Microdata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>
          <a:xfrm>
            <a:off x="484080" y="1235756"/>
            <a:ext cx="8314863" cy="4602675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b="1" dirty="0" err="1" smtClean="0"/>
              <a:t>metadata</a:t>
            </a:r>
            <a:r>
              <a:rPr lang="de-DE" sz="2400" b="1" dirty="0" smtClean="0"/>
              <a:t> </a:t>
            </a:r>
            <a:r>
              <a:rPr lang="de-DE" sz="2400" b="1" dirty="0" err="1" smtClean="0"/>
              <a:t>for</a:t>
            </a:r>
            <a:r>
              <a:rPr lang="de-DE" sz="2400" b="1" dirty="0" smtClean="0"/>
              <a:t> </a:t>
            </a:r>
            <a:r>
              <a:rPr lang="de-DE" sz="2400" b="1" dirty="0" err="1" smtClean="0"/>
              <a:t>microdata</a:t>
            </a:r>
            <a:r>
              <a:rPr lang="de-DE" sz="2400" b="1" dirty="0" smtClean="0"/>
              <a:t>…</a:t>
            </a:r>
            <a:endParaRPr lang="de-DE" sz="2400" b="1" dirty="0"/>
          </a:p>
          <a:p>
            <a:pPr marL="605010" lvl="1" indent="-285750">
              <a:buFont typeface="Arial" panose="020B0604020202020204" pitchFamily="34" charset="0"/>
              <a:buChar char="•"/>
            </a:pPr>
            <a:r>
              <a:rPr lang="de-DE" sz="2400" dirty="0" err="1" smtClean="0"/>
              <a:t>dispersed</a:t>
            </a:r>
            <a:endParaRPr lang="de-DE" sz="2400" dirty="0" smtClean="0"/>
          </a:p>
          <a:p>
            <a:pPr marL="605010" lvl="1" indent="-285750">
              <a:buFont typeface="Arial" panose="020B0604020202020204" pitchFamily="34" charset="0"/>
              <a:buChar char="•"/>
            </a:pPr>
            <a:r>
              <a:rPr lang="de-DE" sz="2400" dirty="0" err="1" smtClean="0"/>
              <a:t>hard</a:t>
            </a:r>
            <a:r>
              <a:rPr lang="de-DE" sz="2400" dirty="0" smtClean="0"/>
              <a:t> </a:t>
            </a:r>
            <a:r>
              <a:rPr lang="de-DE" sz="2400" dirty="0" err="1" smtClean="0"/>
              <a:t>to</a:t>
            </a:r>
            <a:r>
              <a:rPr lang="de-DE" sz="2400" dirty="0" smtClean="0"/>
              <a:t> find</a:t>
            </a:r>
          </a:p>
          <a:p>
            <a:pPr marL="605010" lvl="1" indent="-285750">
              <a:buFont typeface="Arial" panose="020B0604020202020204" pitchFamily="34" charset="0"/>
              <a:buChar char="•"/>
            </a:pPr>
            <a:r>
              <a:rPr lang="de-DE" sz="2400" dirty="0" err="1" smtClean="0"/>
              <a:t>unstructured</a:t>
            </a:r>
            <a:endParaRPr lang="de-DE" sz="2400" dirty="0" smtClean="0"/>
          </a:p>
          <a:p>
            <a:pPr marL="605010" lvl="1" indent="-285750">
              <a:buFont typeface="Arial" panose="020B0604020202020204" pitchFamily="34" charset="0"/>
              <a:buChar char="•"/>
            </a:pPr>
            <a:r>
              <a:rPr lang="de-DE" sz="2400" dirty="0" smtClean="0"/>
              <a:t>not </a:t>
            </a:r>
            <a:r>
              <a:rPr lang="de-DE" sz="2400" dirty="0" err="1" smtClean="0"/>
              <a:t>harmonized</a:t>
            </a:r>
            <a:endParaRPr lang="de-DE" sz="2400" dirty="0" smtClean="0"/>
          </a:p>
          <a:p>
            <a:pPr marL="605010" lvl="1" indent="-285750">
              <a:buFont typeface="Arial" panose="020B0604020202020204" pitchFamily="34" charset="0"/>
              <a:buChar char="•"/>
            </a:pPr>
            <a:r>
              <a:rPr lang="de-DE" sz="2400" dirty="0"/>
              <a:t>not </a:t>
            </a:r>
            <a:r>
              <a:rPr lang="de-DE" sz="2400" dirty="0" err="1" smtClean="0"/>
              <a:t>digitized</a:t>
            </a:r>
            <a:endParaRPr lang="de-DE" sz="2400" dirty="0" smtClean="0"/>
          </a:p>
          <a:p>
            <a:pPr marL="605010" lvl="1" indent="-285750">
              <a:buFont typeface="Arial" panose="020B0604020202020204" pitchFamily="34" charset="0"/>
              <a:buChar char="•"/>
            </a:pPr>
            <a:r>
              <a:rPr lang="de-DE" sz="2400" dirty="0"/>
              <a:t>not </a:t>
            </a:r>
            <a:r>
              <a:rPr lang="de-DE" sz="2400" dirty="0" err="1"/>
              <a:t>written</a:t>
            </a:r>
            <a:r>
              <a:rPr lang="de-DE" sz="2400" dirty="0"/>
              <a:t> </a:t>
            </a:r>
            <a:r>
              <a:rPr lang="de-DE" sz="2400" dirty="0" smtClean="0"/>
              <a:t>down</a:t>
            </a:r>
          </a:p>
          <a:p>
            <a:pPr marL="605010" lvl="1" indent="-285750">
              <a:buFont typeface="Arial" panose="020B0604020202020204" pitchFamily="34" charset="0"/>
              <a:buChar char="•"/>
            </a:pPr>
            <a:r>
              <a:rPr lang="de-DE" sz="2400" dirty="0"/>
              <a:t>„</a:t>
            </a:r>
            <a:r>
              <a:rPr lang="de-DE" sz="2400" dirty="0" err="1"/>
              <a:t>confidential</a:t>
            </a:r>
            <a:r>
              <a:rPr lang="de-DE" sz="2400" dirty="0" smtClean="0"/>
              <a:t>“</a:t>
            </a:r>
          </a:p>
          <a:p>
            <a:pPr marL="605010" lvl="1" indent="-285750">
              <a:buFont typeface="Arial" panose="020B0604020202020204" pitchFamily="34" charset="0"/>
              <a:buChar char="•"/>
            </a:pPr>
            <a:r>
              <a:rPr lang="de-DE" sz="2400" dirty="0" smtClean="0"/>
              <a:t>„not </a:t>
            </a:r>
            <a:r>
              <a:rPr lang="de-DE" sz="2400" dirty="0" err="1" smtClean="0"/>
              <a:t>available</a:t>
            </a:r>
            <a:r>
              <a:rPr lang="de-DE" sz="2400" dirty="0" smtClean="0"/>
              <a:t>“</a:t>
            </a:r>
          </a:p>
          <a:p>
            <a:pPr lvl="1"/>
            <a:endParaRPr lang="de-DE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sz="2400" dirty="0" err="1" smtClean="0"/>
              <a:t>rarely</a:t>
            </a:r>
            <a:r>
              <a:rPr lang="de-DE" sz="2400" dirty="0" smtClean="0"/>
              <a:t> </a:t>
            </a:r>
            <a:r>
              <a:rPr lang="de-DE" sz="2400" dirty="0" err="1" smtClean="0"/>
              <a:t>shared</a:t>
            </a:r>
            <a:endParaRPr lang="de-DE" sz="2400" dirty="0" smtClean="0"/>
          </a:p>
          <a:p>
            <a:pPr lvl="1"/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EDDI 2015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de-DE" smtClean="0"/>
              <a:t>Seite </a:t>
            </a:r>
            <a:fld id="{795659D1-D435-4DC4-B545-657E7139435F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smtClean="0"/>
              <a:t>Towards Metadata Management with SDMX and DDI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9046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8" name="Gerade Verbindung mit Pfeil 547"/>
          <p:cNvCxnSpPr/>
          <p:nvPr/>
        </p:nvCxnSpPr>
        <p:spPr>
          <a:xfrm flipH="1" flipV="1">
            <a:off x="1601941" y="3010251"/>
            <a:ext cx="101817" cy="1648386"/>
          </a:xfrm>
          <a:prstGeom prst="straightConnector1">
            <a:avLst/>
          </a:prstGeom>
          <a:ln w="50800"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Gerade Verbindung mit Pfeil 548"/>
          <p:cNvCxnSpPr/>
          <p:nvPr/>
        </p:nvCxnSpPr>
        <p:spPr>
          <a:xfrm flipV="1">
            <a:off x="939976" y="2938731"/>
            <a:ext cx="347328" cy="1586475"/>
          </a:xfrm>
          <a:prstGeom prst="straightConnector1">
            <a:avLst/>
          </a:prstGeom>
          <a:ln w="50800"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0" name="Gerade Verbindung mit Pfeil 549"/>
          <p:cNvCxnSpPr/>
          <p:nvPr/>
        </p:nvCxnSpPr>
        <p:spPr>
          <a:xfrm flipV="1">
            <a:off x="152035" y="2874459"/>
            <a:ext cx="903443" cy="1634659"/>
          </a:xfrm>
          <a:prstGeom prst="straightConnector1">
            <a:avLst/>
          </a:prstGeom>
          <a:ln w="50800"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Vuokaaviosymboli: Magneettilevy 56"/>
          <p:cNvSpPr/>
          <p:nvPr/>
        </p:nvSpPr>
        <p:spPr>
          <a:xfrm>
            <a:off x="453145" y="4525206"/>
            <a:ext cx="717781" cy="521810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prstClr val="white"/>
                </a:solidFill>
              </a:rPr>
              <a:t>JALYS</a:t>
            </a:r>
            <a:endParaRPr lang="en-US" sz="1200" dirty="0">
              <a:solidFill>
                <a:prstClr val="white"/>
              </a:solidFill>
            </a:endParaRPr>
          </a:p>
        </p:txBody>
      </p:sp>
      <p:sp>
        <p:nvSpPr>
          <p:cNvPr id="556" name="Vuokaaviosymboli: Magneettilevy 56"/>
          <p:cNvSpPr/>
          <p:nvPr/>
        </p:nvSpPr>
        <p:spPr>
          <a:xfrm>
            <a:off x="3134849" y="4809877"/>
            <a:ext cx="709154" cy="521810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prstClr val="white"/>
                </a:solidFill>
              </a:rPr>
              <a:t>…</a:t>
            </a:r>
            <a:endParaRPr lang="en-US" sz="1200" dirty="0">
              <a:solidFill>
                <a:prstClr val="white"/>
              </a:solidFill>
            </a:endParaRPr>
          </a:p>
        </p:txBody>
      </p:sp>
      <p:sp>
        <p:nvSpPr>
          <p:cNvPr id="558" name="Vuokaaviosymboli: Useita dokumentteja 67"/>
          <p:cNvSpPr/>
          <p:nvPr/>
        </p:nvSpPr>
        <p:spPr>
          <a:xfrm>
            <a:off x="296686" y="3342492"/>
            <a:ext cx="664690" cy="556186"/>
          </a:xfrm>
          <a:prstGeom prst="flowChartMultidocumen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i-FI" sz="900" dirty="0" smtClean="0">
                <a:solidFill>
                  <a:prstClr val="white"/>
                </a:solidFill>
              </a:rPr>
              <a:t>Company Ratings</a:t>
            </a:r>
            <a:endParaRPr lang="fi-FI" sz="900" dirty="0">
              <a:solidFill>
                <a:prstClr val="white"/>
              </a:solidFill>
            </a:endParaRPr>
          </a:p>
        </p:txBody>
      </p:sp>
      <p:sp>
        <p:nvSpPr>
          <p:cNvPr id="563" name="Ylänuoli 82"/>
          <p:cNvSpPr/>
          <p:nvPr/>
        </p:nvSpPr>
        <p:spPr>
          <a:xfrm>
            <a:off x="530084" y="3934680"/>
            <a:ext cx="288032" cy="548411"/>
          </a:xfrm>
          <a:prstGeom prst="upArrow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570" name="Vuokaaviosymboli: Magneettilevy 81"/>
          <p:cNvSpPr/>
          <p:nvPr/>
        </p:nvSpPr>
        <p:spPr>
          <a:xfrm>
            <a:off x="344026" y="1440714"/>
            <a:ext cx="332345" cy="432048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73" name="Ylänuoli 82"/>
          <p:cNvSpPr/>
          <p:nvPr/>
        </p:nvSpPr>
        <p:spPr>
          <a:xfrm rot="18435091">
            <a:off x="693113" y="1634035"/>
            <a:ext cx="288032" cy="326634"/>
          </a:xfrm>
          <a:prstGeom prst="upArrow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574" name="Ylänuoli 82"/>
          <p:cNvSpPr/>
          <p:nvPr/>
        </p:nvSpPr>
        <p:spPr>
          <a:xfrm rot="18435091">
            <a:off x="566352" y="1909035"/>
            <a:ext cx="288032" cy="492204"/>
          </a:xfrm>
          <a:prstGeom prst="upArrow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577" name="Ylänuoli 82"/>
          <p:cNvSpPr/>
          <p:nvPr/>
        </p:nvSpPr>
        <p:spPr>
          <a:xfrm>
            <a:off x="659931" y="5112709"/>
            <a:ext cx="288032" cy="876303"/>
          </a:xfrm>
          <a:prstGeom prst="upArrow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579" name="Ylänuoli 82"/>
          <p:cNvSpPr/>
          <p:nvPr/>
        </p:nvSpPr>
        <p:spPr>
          <a:xfrm>
            <a:off x="3352382" y="5375041"/>
            <a:ext cx="288032" cy="621456"/>
          </a:xfrm>
          <a:prstGeom prst="upArrow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97" name="Rechteck 196"/>
          <p:cNvSpPr/>
          <p:nvPr/>
        </p:nvSpPr>
        <p:spPr>
          <a:xfrm>
            <a:off x="3826055" y="3528123"/>
            <a:ext cx="2939060" cy="480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/>
          </a:p>
        </p:txBody>
      </p:sp>
      <p:pic>
        <p:nvPicPr>
          <p:cNvPr id="196" name="Grafik 195" descr="Schranke.png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873964" y="3552273"/>
            <a:ext cx="2862761" cy="368286"/>
          </a:xfrm>
          <a:prstGeom prst="rect">
            <a:avLst/>
          </a:prstGeom>
        </p:spPr>
      </p:pic>
      <p:cxnSp>
        <p:nvCxnSpPr>
          <p:cNvPr id="15" name="Rechte verbindingslijn 26"/>
          <p:cNvCxnSpPr/>
          <p:nvPr/>
        </p:nvCxnSpPr>
        <p:spPr>
          <a:xfrm>
            <a:off x="1580898" y="3861048"/>
            <a:ext cx="7200000" cy="0"/>
          </a:xfrm>
          <a:prstGeom prst="line">
            <a:avLst/>
          </a:prstGeom>
          <a:ln w="254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hoek 24"/>
          <p:cNvSpPr/>
          <p:nvPr/>
        </p:nvSpPr>
        <p:spPr>
          <a:xfrm>
            <a:off x="2809969" y="1105170"/>
            <a:ext cx="4551039" cy="2659177"/>
          </a:xfrm>
          <a:prstGeom prst="rect">
            <a:avLst/>
          </a:prstGeom>
          <a:noFill/>
          <a:ln w="2540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296" name="Grafik 295" descr="Figur.png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3621719" y="4167073"/>
            <a:ext cx="188604" cy="404156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297" name="Grafik 296" descr="Figur.png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4369392" y="4178575"/>
            <a:ext cx="188604" cy="404156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298" name="Grafik 297" descr="Figur.png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5126824" y="4167073"/>
            <a:ext cx="188604" cy="404156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299" name="Grafik 298" descr="Figur.png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5886140" y="4178575"/>
            <a:ext cx="188604" cy="404156"/>
          </a:xfrm>
          <a:prstGeom prst="rect">
            <a:avLst/>
          </a:prstGeom>
          <a:solidFill>
            <a:schemeClr val="accent1"/>
          </a:solidFill>
        </p:spPr>
      </p:pic>
      <p:cxnSp>
        <p:nvCxnSpPr>
          <p:cNvPr id="14" name="Rechte verbindingslijn 25"/>
          <p:cNvCxnSpPr/>
          <p:nvPr/>
        </p:nvCxnSpPr>
        <p:spPr>
          <a:xfrm>
            <a:off x="1562620" y="2412683"/>
            <a:ext cx="7200000" cy="0"/>
          </a:xfrm>
          <a:prstGeom prst="line">
            <a:avLst/>
          </a:prstGeom>
          <a:ln w="254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Rechte verbindingslijn 25"/>
          <p:cNvCxnSpPr/>
          <p:nvPr/>
        </p:nvCxnSpPr>
        <p:spPr>
          <a:xfrm>
            <a:off x="1533022" y="1005685"/>
            <a:ext cx="7200000" cy="0"/>
          </a:xfrm>
          <a:prstGeom prst="line">
            <a:avLst/>
          </a:prstGeom>
          <a:ln w="254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Gerade Verbindung mit Pfeil 189"/>
          <p:cNvCxnSpPr>
            <a:stCxn id="156" idx="1"/>
          </p:cNvCxnSpPr>
          <p:nvPr/>
        </p:nvCxnSpPr>
        <p:spPr>
          <a:xfrm flipH="1" flipV="1">
            <a:off x="5098211" y="3243532"/>
            <a:ext cx="82903" cy="1509193"/>
          </a:xfrm>
          <a:prstGeom prst="straightConnector1">
            <a:avLst/>
          </a:prstGeom>
          <a:ln w="50800">
            <a:solidFill>
              <a:schemeClr val="accent1">
                <a:shade val="95000"/>
                <a:satMod val="10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Gerade Verbindung mit Pfeil 186"/>
          <p:cNvCxnSpPr>
            <a:stCxn id="155" idx="1"/>
          </p:cNvCxnSpPr>
          <p:nvPr/>
        </p:nvCxnSpPr>
        <p:spPr>
          <a:xfrm flipV="1">
            <a:off x="4302657" y="3209026"/>
            <a:ext cx="407366" cy="1546574"/>
          </a:xfrm>
          <a:prstGeom prst="straightConnector1">
            <a:avLst/>
          </a:prstGeom>
          <a:ln w="50800">
            <a:solidFill>
              <a:schemeClr val="accent1">
                <a:shade val="95000"/>
                <a:satMod val="10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Gerade Verbindung mit Pfeil 184"/>
          <p:cNvCxnSpPr>
            <a:stCxn id="38" idx="1"/>
          </p:cNvCxnSpPr>
          <p:nvPr/>
        </p:nvCxnSpPr>
        <p:spPr>
          <a:xfrm flipV="1">
            <a:off x="3475959" y="3105509"/>
            <a:ext cx="932139" cy="1644340"/>
          </a:xfrm>
          <a:prstGeom prst="straightConnector1">
            <a:avLst/>
          </a:prstGeom>
          <a:ln w="50800">
            <a:solidFill>
              <a:schemeClr val="accent1">
                <a:shade val="95000"/>
                <a:satMod val="10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echte verbindingslijn 28"/>
          <p:cNvCxnSpPr/>
          <p:nvPr/>
        </p:nvCxnSpPr>
        <p:spPr>
          <a:xfrm>
            <a:off x="1476453" y="5075996"/>
            <a:ext cx="7200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House </a:t>
            </a:r>
            <a:r>
              <a:rPr lang="de-DE" dirty="0" err="1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of</a:t>
            </a:r>
            <a:r>
              <a:rPr lang="de-DE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de-DE" dirty="0" err="1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Microdata</a:t>
            </a:r>
            <a:r>
              <a:rPr lang="de-DE" dirty="0" smtClean="0"/>
              <a:t> - Solution</a:t>
            </a:r>
            <a:br>
              <a:rPr lang="de-DE" dirty="0" smtClean="0"/>
            </a:br>
            <a:endParaRPr lang="de-DE" i="1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de-DE" smtClean="0"/>
              <a:t>Seite </a:t>
            </a:r>
            <a:fld id="{795659D1-D435-4DC4-B545-657E7139435F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7" name="Rechthoek 3"/>
          <p:cNvSpPr/>
          <p:nvPr/>
        </p:nvSpPr>
        <p:spPr>
          <a:xfrm>
            <a:off x="293298" y="1105170"/>
            <a:ext cx="992037" cy="5472000"/>
          </a:xfrm>
          <a:prstGeom prst="rect">
            <a:avLst/>
          </a:prstGeom>
          <a:solidFill>
            <a:schemeClr val="accent1"/>
          </a:solidFill>
          <a:ln w="19050" cap="flat" cmpd="sng" algn="ctr">
            <a:solidFill>
              <a:srgbClr val="1668B1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</a:rPr>
              <a:t>Metadata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</a:rPr>
              <a:t>System</a:t>
            </a:r>
          </a:p>
        </p:txBody>
      </p:sp>
      <p:sp>
        <p:nvSpPr>
          <p:cNvPr id="8" name="Tekstvak 12"/>
          <p:cNvSpPr txBox="1"/>
          <p:nvPr/>
        </p:nvSpPr>
        <p:spPr>
          <a:xfrm>
            <a:off x="7323794" y="1147109"/>
            <a:ext cx="16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 smtClean="0">
                <a:solidFill>
                  <a:srgbClr val="000000"/>
                </a:solidFill>
              </a:rPr>
              <a:t>Data Access Layer</a:t>
            </a:r>
          </a:p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1" dirty="0" smtClean="0">
                <a:solidFill>
                  <a:srgbClr val="1668B1">
                    <a:lumMod val="75000"/>
                  </a:srgbClr>
                </a:solidFill>
              </a:rPr>
              <a:t>GSBPM Phase 7 Disseminate</a:t>
            </a:r>
            <a:endParaRPr lang="en-US" sz="1000" b="1" dirty="0">
              <a:solidFill>
                <a:srgbClr val="1668B1">
                  <a:lumMod val="75000"/>
                </a:srgbClr>
              </a:solidFill>
            </a:endParaRPr>
          </a:p>
        </p:txBody>
      </p:sp>
      <p:sp>
        <p:nvSpPr>
          <p:cNvPr id="9" name="Tekstvak 21"/>
          <p:cNvSpPr txBox="1"/>
          <p:nvPr/>
        </p:nvSpPr>
        <p:spPr>
          <a:xfrm>
            <a:off x="6237783" y="2483295"/>
            <a:ext cx="277801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 smtClean="0">
                <a:solidFill>
                  <a:srgbClr val="000000"/>
                </a:solidFill>
              </a:rPr>
              <a:t>Interpretation and </a:t>
            </a:r>
          </a:p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 smtClean="0">
                <a:solidFill>
                  <a:srgbClr val="000000"/>
                </a:solidFill>
              </a:rPr>
              <a:t>analysis Layer</a:t>
            </a:r>
          </a:p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1" dirty="0" smtClean="0">
                <a:solidFill>
                  <a:srgbClr val="1668B1">
                    <a:lumMod val="75000"/>
                  </a:srgbClr>
                </a:solidFill>
              </a:rPr>
              <a:t>GSBPM Phase 6 Analysis</a:t>
            </a:r>
            <a:endParaRPr lang="en-US" sz="1000" b="1" dirty="0">
              <a:solidFill>
                <a:srgbClr val="1668B1">
                  <a:lumMod val="75000"/>
                </a:srgbClr>
              </a:solidFill>
            </a:endParaRPr>
          </a:p>
        </p:txBody>
      </p:sp>
      <p:sp>
        <p:nvSpPr>
          <p:cNvPr id="10" name="Tekstvak 22"/>
          <p:cNvSpPr txBox="1"/>
          <p:nvPr/>
        </p:nvSpPr>
        <p:spPr>
          <a:xfrm>
            <a:off x="7213927" y="3877172"/>
            <a:ext cx="18018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 smtClean="0">
                <a:solidFill>
                  <a:srgbClr val="000000"/>
                </a:solidFill>
              </a:rPr>
              <a:t>Integration Layer</a:t>
            </a:r>
          </a:p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1" dirty="0" smtClean="0">
                <a:solidFill>
                  <a:srgbClr val="1668B1">
                    <a:lumMod val="75000"/>
                  </a:srgbClr>
                </a:solidFill>
              </a:rPr>
              <a:t>GSBPM Phase 5 Process</a:t>
            </a:r>
          </a:p>
        </p:txBody>
      </p:sp>
      <p:sp>
        <p:nvSpPr>
          <p:cNvPr id="11" name="Tekstvak 23"/>
          <p:cNvSpPr txBox="1"/>
          <p:nvPr/>
        </p:nvSpPr>
        <p:spPr>
          <a:xfrm>
            <a:off x="7323794" y="5245174"/>
            <a:ext cx="1692000" cy="4302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 smtClean="0">
                <a:solidFill>
                  <a:srgbClr val="000000"/>
                </a:solidFill>
              </a:rPr>
              <a:t>Sources Layer</a:t>
            </a:r>
          </a:p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1" dirty="0" smtClean="0">
                <a:solidFill>
                  <a:srgbClr val="1668B1">
                    <a:lumMod val="75000"/>
                  </a:srgbClr>
                </a:solidFill>
              </a:rPr>
              <a:t>GSBPM Phase 4 Collect</a:t>
            </a:r>
            <a:endParaRPr lang="en-US" sz="1000" b="1" dirty="0">
              <a:solidFill>
                <a:srgbClr val="1668B1">
                  <a:lumMod val="75000"/>
                </a:srgbClr>
              </a:solidFill>
            </a:endParaRPr>
          </a:p>
        </p:txBody>
      </p:sp>
      <p:sp>
        <p:nvSpPr>
          <p:cNvPr id="13" name="Tekstvak 26"/>
          <p:cNvSpPr txBox="1">
            <a:spLocks noChangeArrowheads="1"/>
          </p:cNvSpPr>
          <p:nvPr/>
        </p:nvSpPr>
        <p:spPr bwMode="auto">
          <a:xfrm>
            <a:off x="2920204" y="1064593"/>
            <a:ext cx="87780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solidFill>
                  <a:srgbClr val="00B0F0"/>
                </a:solidFill>
                <a:latin typeface="+mn-lt"/>
              </a:rPr>
              <a:t>Micro Data</a:t>
            </a:r>
            <a:endParaRPr lang="en-US" sz="1200" b="1" dirty="0">
              <a:solidFill>
                <a:srgbClr val="00B0F0"/>
              </a:solidFill>
              <a:latin typeface="+mn-lt"/>
            </a:endParaRPr>
          </a:p>
        </p:txBody>
      </p:sp>
      <p:sp>
        <p:nvSpPr>
          <p:cNvPr id="19" name="Vuokaaviosymboli: Magneettilevy 19"/>
          <p:cNvSpPr/>
          <p:nvPr/>
        </p:nvSpPr>
        <p:spPr>
          <a:xfrm>
            <a:off x="1589980" y="5986732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0" name="Vuokaaviosymboli: Magneettilevy 20"/>
          <p:cNvSpPr/>
          <p:nvPr/>
        </p:nvSpPr>
        <p:spPr>
          <a:xfrm>
            <a:off x="1789386" y="6058740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1" name="Vuokaaviosymboli: Magneettilevy 27"/>
          <p:cNvSpPr/>
          <p:nvPr/>
        </p:nvSpPr>
        <p:spPr>
          <a:xfrm>
            <a:off x="1988794" y="6130748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Vuokaaviosymboli: Magneettilevy 31"/>
          <p:cNvSpPr/>
          <p:nvPr/>
        </p:nvSpPr>
        <p:spPr>
          <a:xfrm>
            <a:off x="1855855" y="6274764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Vuokaaviosymboli: Magneettilevy 32"/>
          <p:cNvSpPr/>
          <p:nvPr/>
        </p:nvSpPr>
        <p:spPr>
          <a:xfrm>
            <a:off x="2254670" y="6202756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4" name="Vuokaaviosymboli: Magneettilevy 33"/>
          <p:cNvSpPr/>
          <p:nvPr/>
        </p:nvSpPr>
        <p:spPr>
          <a:xfrm>
            <a:off x="1523512" y="6274764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5" name="Vuokaaviosymboli: Magneettilevy 34"/>
          <p:cNvSpPr/>
          <p:nvPr/>
        </p:nvSpPr>
        <p:spPr>
          <a:xfrm>
            <a:off x="2266381" y="6246252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Vuokaaviosymboli: Magneettilevy 35"/>
          <p:cNvSpPr/>
          <p:nvPr/>
        </p:nvSpPr>
        <p:spPr>
          <a:xfrm>
            <a:off x="2598727" y="6246252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Vuokaaviosymboli: Magneettilevy 46"/>
          <p:cNvSpPr/>
          <p:nvPr/>
        </p:nvSpPr>
        <p:spPr>
          <a:xfrm>
            <a:off x="3995486" y="6015609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Vuokaaviosymboli: Magneettilevy 47"/>
          <p:cNvSpPr/>
          <p:nvPr/>
        </p:nvSpPr>
        <p:spPr>
          <a:xfrm>
            <a:off x="4194893" y="6087617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Vuokaaviosymboli: Magneettilevy 48"/>
          <p:cNvSpPr/>
          <p:nvPr/>
        </p:nvSpPr>
        <p:spPr>
          <a:xfrm>
            <a:off x="4394298" y="6159625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Vuokaaviosymboli: Magneettilevy 49"/>
          <p:cNvSpPr/>
          <p:nvPr/>
        </p:nvSpPr>
        <p:spPr>
          <a:xfrm>
            <a:off x="4218229" y="6182871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Vuokaaviosymboli: Magneettilevy 50"/>
          <p:cNvSpPr/>
          <p:nvPr/>
        </p:nvSpPr>
        <p:spPr>
          <a:xfrm>
            <a:off x="4660174" y="6231633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3" name="Vuokaaviosymboli: Magneettilevy 51"/>
          <p:cNvSpPr/>
          <p:nvPr/>
        </p:nvSpPr>
        <p:spPr>
          <a:xfrm>
            <a:off x="3885885" y="6182871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4" name="Vuokaaviosymboli: Magneettilevy 52"/>
          <p:cNvSpPr/>
          <p:nvPr/>
        </p:nvSpPr>
        <p:spPr>
          <a:xfrm>
            <a:off x="4085292" y="6326887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5" name="Vuokaaviosymboli: Magneettilevy 53"/>
          <p:cNvSpPr/>
          <p:nvPr/>
        </p:nvSpPr>
        <p:spPr>
          <a:xfrm>
            <a:off x="4417635" y="6326887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8" name="Vuokaaviosymboli: Magneettilevy 56"/>
          <p:cNvSpPr/>
          <p:nvPr/>
        </p:nvSpPr>
        <p:spPr>
          <a:xfrm>
            <a:off x="3109880" y="4749849"/>
            <a:ext cx="732158" cy="521810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prstClr val="white"/>
                </a:solidFill>
              </a:rPr>
              <a:t>DIREK</a:t>
            </a:r>
            <a:endParaRPr lang="en-US" sz="1200" dirty="0">
              <a:solidFill>
                <a:prstClr val="white"/>
              </a:solidFill>
            </a:endParaRPr>
          </a:p>
        </p:txBody>
      </p:sp>
      <p:sp>
        <p:nvSpPr>
          <p:cNvPr id="66" name="Tekstikehys 83"/>
          <p:cNvSpPr txBox="1"/>
          <p:nvPr/>
        </p:nvSpPr>
        <p:spPr>
          <a:xfrm>
            <a:off x="4555718" y="3621284"/>
            <a:ext cx="1330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“Clean copies”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8" name="Vuokaaviosymboli: Magneettilevy 19"/>
          <p:cNvSpPr/>
          <p:nvPr/>
        </p:nvSpPr>
        <p:spPr>
          <a:xfrm>
            <a:off x="2259965" y="5966604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9" name="Vuokaaviosymboli: Magneettilevy 20"/>
          <p:cNvSpPr/>
          <p:nvPr/>
        </p:nvSpPr>
        <p:spPr>
          <a:xfrm>
            <a:off x="2459371" y="6038612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0" name="Vuokaaviosymboli: Magneettilevy 27"/>
          <p:cNvSpPr/>
          <p:nvPr/>
        </p:nvSpPr>
        <p:spPr>
          <a:xfrm>
            <a:off x="2658779" y="6110620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1" name="Vuokaaviosymboli: Magneettilevy 31"/>
          <p:cNvSpPr/>
          <p:nvPr/>
        </p:nvSpPr>
        <p:spPr>
          <a:xfrm>
            <a:off x="2525840" y="6254636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2" name="Vuokaaviosymboli: Magneettilevy 32"/>
          <p:cNvSpPr/>
          <p:nvPr/>
        </p:nvSpPr>
        <p:spPr>
          <a:xfrm>
            <a:off x="2924655" y="6182628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3" name="Vuokaaviosymboli: Magneettilevy 33"/>
          <p:cNvSpPr/>
          <p:nvPr/>
        </p:nvSpPr>
        <p:spPr>
          <a:xfrm>
            <a:off x="2193497" y="6254636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4" name="Vuokaaviosymboli: Magneettilevy 19"/>
          <p:cNvSpPr/>
          <p:nvPr/>
        </p:nvSpPr>
        <p:spPr>
          <a:xfrm>
            <a:off x="2052931" y="6242649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5" name="Vuokaaviosymboli: Magneettilevy 20"/>
          <p:cNvSpPr/>
          <p:nvPr/>
        </p:nvSpPr>
        <p:spPr>
          <a:xfrm>
            <a:off x="2278216" y="6159382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6" name="Vuokaaviosymboli: Magneettilevy 27"/>
          <p:cNvSpPr/>
          <p:nvPr/>
        </p:nvSpPr>
        <p:spPr>
          <a:xfrm>
            <a:off x="2477624" y="6231390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7" name="Vuokaaviosymboli: Magneettilevy 31"/>
          <p:cNvSpPr/>
          <p:nvPr/>
        </p:nvSpPr>
        <p:spPr>
          <a:xfrm>
            <a:off x="2370565" y="6246010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8" name="Vuokaaviosymboli: Magneettilevy 32"/>
          <p:cNvSpPr/>
          <p:nvPr/>
        </p:nvSpPr>
        <p:spPr>
          <a:xfrm>
            <a:off x="2743500" y="6303398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9" name="Vuokaaviosymboli: Magneettilevy 33"/>
          <p:cNvSpPr/>
          <p:nvPr/>
        </p:nvSpPr>
        <p:spPr>
          <a:xfrm>
            <a:off x="2038222" y="6246010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0" name="Vuokaaviosymboli: Magneettilevy 19"/>
          <p:cNvSpPr/>
          <p:nvPr/>
        </p:nvSpPr>
        <p:spPr>
          <a:xfrm>
            <a:off x="2958705" y="5983856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1" name="Vuokaaviosymboli: Magneettilevy 20"/>
          <p:cNvSpPr/>
          <p:nvPr/>
        </p:nvSpPr>
        <p:spPr>
          <a:xfrm>
            <a:off x="3158111" y="6055864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2" name="Vuokaaviosymboli: Magneettilevy 27"/>
          <p:cNvSpPr/>
          <p:nvPr/>
        </p:nvSpPr>
        <p:spPr>
          <a:xfrm>
            <a:off x="3357519" y="6127872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3" name="Vuokaaviosymboli: Magneettilevy 31"/>
          <p:cNvSpPr/>
          <p:nvPr/>
        </p:nvSpPr>
        <p:spPr>
          <a:xfrm>
            <a:off x="3224580" y="6271888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4" name="Vuokaaviosymboli: Magneettilevy 32"/>
          <p:cNvSpPr/>
          <p:nvPr/>
        </p:nvSpPr>
        <p:spPr>
          <a:xfrm>
            <a:off x="3571637" y="6165375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5" name="Vuokaaviosymboli: Magneettilevy 33"/>
          <p:cNvSpPr/>
          <p:nvPr/>
        </p:nvSpPr>
        <p:spPr>
          <a:xfrm>
            <a:off x="2892237" y="6271888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6" name="Vuokaaviosymboli: Magneettilevy 19"/>
          <p:cNvSpPr/>
          <p:nvPr/>
        </p:nvSpPr>
        <p:spPr>
          <a:xfrm>
            <a:off x="3096727" y="6225397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7" name="Vuokaaviosymboli: Magneettilevy 20"/>
          <p:cNvSpPr/>
          <p:nvPr/>
        </p:nvSpPr>
        <p:spPr>
          <a:xfrm>
            <a:off x="3296133" y="6297405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8" name="Vuokaaviosymboli: Magneettilevy 27"/>
          <p:cNvSpPr/>
          <p:nvPr/>
        </p:nvSpPr>
        <p:spPr>
          <a:xfrm>
            <a:off x="3521421" y="6240017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9" name="Vuokaaviosymboli: Magneettilevy 31"/>
          <p:cNvSpPr/>
          <p:nvPr/>
        </p:nvSpPr>
        <p:spPr>
          <a:xfrm>
            <a:off x="3388482" y="6384033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0" name="Vuokaaviosymboli: Magneettilevy 32"/>
          <p:cNvSpPr/>
          <p:nvPr/>
        </p:nvSpPr>
        <p:spPr>
          <a:xfrm>
            <a:off x="3744165" y="6191255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1" name="Vuokaaviosymboli: Magneettilevy 33"/>
          <p:cNvSpPr/>
          <p:nvPr/>
        </p:nvSpPr>
        <p:spPr>
          <a:xfrm>
            <a:off x="3056139" y="6384033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2" name="Vuokaaviosymboli: Magneettilevy 19"/>
          <p:cNvSpPr/>
          <p:nvPr/>
        </p:nvSpPr>
        <p:spPr>
          <a:xfrm>
            <a:off x="3795467" y="6173638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3" name="Vuokaaviosymboli: Magneettilevy 20"/>
          <p:cNvSpPr/>
          <p:nvPr/>
        </p:nvSpPr>
        <p:spPr>
          <a:xfrm>
            <a:off x="3994873" y="6245646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4" name="Vuokaaviosymboli: Magneettilevy 27"/>
          <p:cNvSpPr/>
          <p:nvPr/>
        </p:nvSpPr>
        <p:spPr>
          <a:xfrm>
            <a:off x="4151149" y="6196884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5" name="Vuokaaviosymboli: Magneettilevy 31"/>
          <p:cNvSpPr/>
          <p:nvPr/>
        </p:nvSpPr>
        <p:spPr>
          <a:xfrm>
            <a:off x="4018210" y="6340900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6" name="Vuokaaviosymboli: Magneettilevy 32"/>
          <p:cNvSpPr/>
          <p:nvPr/>
        </p:nvSpPr>
        <p:spPr>
          <a:xfrm>
            <a:off x="4417025" y="6268892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7" name="Vuokaaviosymboli: Magneettilevy 33"/>
          <p:cNvSpPr/>
          <p:nvPr/>
        </p:nvSpPr>
        <p:spPr>
          <a:xfrm>
            <a:off x="3685867" y="6340900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8" name="Vuokaaviosymboli: Magneettilevy 46"/>
          <p:cNvSpPr/>
          <p:nvPr/>
        </p:nvSpPr>
        <p:spPr>
          <a:xfrm>
            <a:off x="4544701" y="5995480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9" name="Vuokaaviosymboli: Magneettilevy 47"/>
          <p:cNvSpPr/>
          <p:nvPr/>
        </p:nvSpPr>
        <p:spPr>
          <a:xfrm>
            <a:off x="4744108" y="6067488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0" name="Vuokaaviosymboli: Magneettilevy 48"/>
          <p:cNvSpPr/>
          <p:nvPr/>
        </p:nvSpPr>
        <p:spPr>
          <a:xfrm>
            <a:off x="4943513" y="6139496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1" name="Vuokaaviosymboli: Magneettilevy 49"/>
          <p:cNvSpPr/>
          <p:nvPr/>
        </p:nvSpPr>
        <p:spPr>
          <a:xfrm>
            <a:off x="4767444" y="6162742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2" name="Vuokaaviosymboli: Magneettilevy 50"/>
          <p:cNvSpPr/>
          <p:nvPr/>
        </p:nvSpPr>
        <p:spPr>
          <a:xfrm>
            <a:off x="5209389" y="6211504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3" name="Vuokaaviosymboli: Magneettilevy 51"/>
          <p:cNvSpPr/>
          <p:nvPr/>
        </p:nvSpPr>
        <p:spPr>
          <a:xfrm>
            <a:off x="4435100" y="6162742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4" name="Vuokaaviosymboli: Magneettilevy 52"/>
          <p:cNvSpPr/>
          <p:nvPr/>
        </p:nvSpPr>
        <p:spPr>
          <a:xfrm>
            <a:off x="4634507" y="6306758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5" name="Vuokaaviosymboli: Magneettilevy 53"/>
          <p:cNvSpPr/>
          <p:nvPr/>
        </p:nvSpPr>
        <p:spPr>
          <a:xfrm>
            <a:off x="4966850" y="6306758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6" name="Vuokaaviosymboli: Magneettilevy 46"/>
          <p:cNvSpPr/>
          <p:nvPr/>
        </p:nvSpPr>
        <p:spPr>
          <a:xfrm>
            <a:off x="5122671" y="6038612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7" name="Vuokaaviosymboli: Magneettilevy 47"/>
          <p:cNvSpPr/>
          <p:nvPr/>
        </p:nvSpPr>
        <p:spPr>
          <a:xfrm>
            <a:off x="5322078" y="6110620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8" name="Vuokaaviosymboli: Magneettilevy 48"/>
          <p:cNvSpPr/>
          <p:nvPr/>
        </p:nvSpPr>
        <p:spPr>
          <a:xfrm>
            <a:off x="5521483" y="6182628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9" name="Vuokaaviosymboli: Magneettilevy 49"/>
          <p:cNvSpPr/>
          <p:nvPr/>
        </p:nvSpPr>
        <p:spPr>
          <a:xfrm>
            <a:off x="5345414" y="6205874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0" name="Vuokaaviosymboli: Magneettilevy 50"/>
          <p:cNvSpPr/>
          <p:nvPr/>
        </p:nvSpPr>
        <p:spPr>
          <a:xfrm>
            <a:off x="5787359" y="6254636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1" name="Vuokaaviosymboli: Magneettilevy 51"/>
          <p:cNvSpPr/>
          <p:nvPr/>
        </p:nvSpPr>
        <p:spPr>
          <a:xfrm>
            <a:off x="5013070" y="6205874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2" name="Vuokaaviosymboli: Magneettilevy 52"/>
          <p:cNvSpPr/>
          <p:nvPr/>
        </p:nvSpPr>
        <p:spPr>
          <a:xfrm>
            <a:off x="5212477" y="6349890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3" name="Vuokaaviosymboli: Magneettilevy 53"/>
          <p:cNvSpPr/>
          <p:nvPr/>
        </p:nvSpPr>
        <p:spPr>
          <a:xfrm>
            <a:off x="5544820" y="6349890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4" name="Vuokaaviosymboli: Magneettilevy 46"/>
          <p:cNvSpPr/>
          <p:nvPr/>
        </p:nvSpPr>
        <p:spPr>
          <a:xfrm>
            <a:off x="5640256" y="6090371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5" name="Vuokaaviosymboli: Magneettilevy 47"/>
          <p:cNvSpPr/>
          <p:nvPr/>
        </p:nvSpPr>
        <p:spPr>
          <a:xfrm>
            <a:off x="5839663" y="6162379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6" name="Vuokaaviosymboli: Magneettilevy 48"/>
          <p:cNvSpPr/>
          <p:nvPr/>
        </p:nvSpPr>
        <p:spPr>
          <a:xfrm>
            <a:off x="6039068" y="6234387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7" name="Vuokaaviosymboli: Magneettilevy 49"/>
          <p:cNvSpPr/>
          <p:nvPr/>
        </p:nvSpPr>
        <p:spPr>
          <a:xfrm>
            <a:off x="5862999" y="6257633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8" name="Vuokaaviosymboli: Magneettilevy 50"/>
          <p:cNvSpPr/>
          <p:nvPr/>
        </p:nvSpPr>
        <p:spPr>
          <a:xfrm>
            <a:off x="6261812" y="6185625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19" name="Vuokaaviosymboli: Magneettilevy 51"/>
          <p:cNvSpPr/>
          <p:nvPr/>
        </p:nvSpPr>
        <p:spPr>
          <a:xfrm>
            <a:off x="5530655" y="6257633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0" name="Vuokaaviosymboli: Magneettilevy 52"/>
          <p:cNvSpPr/>
          <p:nvPr/>
        </p:nvSpPr>
        <p:spPr>
          <a:xfrm>
            <a:off x="5730062" y="6401649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1" name="Vuokaaviosymboli: Magneettilevy 53"/>
          <p:cNvSpPr/>
          <p:nvPr/>
        </p:nvSpPr>
        <p:spPr>
          <a:xfrm>
            <a:off x="6062405" y="6401649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2" name="Vuokaaviosymboli: Magneettilevy 50"/>
          <p:cNvSpPr/>
          <p:nvPr/>
        </p:nvSpPr>
        <p:spPr>
          <a:xfrm>
            <a:off x="6051903" y="6174123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3" name="Vuokaaviosymboli: Magneettilevy 47"/>
          <p:cNvSpPr/>
          <p:nvPr/>
        </p:nvSpPr>
        <p:spPr>
          <a:xfrm>
            <a:off x="6164592" y="6073239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4" name="Vuokaaviosymboli: Magneettilevy 48"/>
          <p:cNvSpPr/>
          <p:nvPr/>
        </p:nvSpPr>
        <p:spPr>
          <a:xfrm>
            <a:off x="6363997" y="6145247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5" name="Vuokaaviosymboli: Magneettilevy 49"/>
          <p:cNvSpPr/>
          <p:nvPr/>
        </p:nvSpPr>
        <p:spPr>
          <a:xfrm>
            <a:off x="6187928" y="6168493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6" name="Vuokaaviosymboli: Magneettilevy 50"/>
          <p:cNvSpPr/>
          <p:nvPr/>
        </p:nvSpPr>
        <p:spPr>
          <a:xfrm>
            <a:off x="6629873" y="6217255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7" name="Vuokaaviosymboli: Magneettilevy 46"/>
          <p:cNvSpPr/>
          <p:nvPr/>
        </p:nvSpPr>
        <p:spPr>
          <a:xfrm>
            <a:off x="6482770" y="6052990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8" name="Vuokaaviosymboli: Magneettilevy 47"/>
          <p:cNvSpPr/>
          <p:nvPr/>
        </p:nvSpPr>
        <p:spPr>
          <a:xfrm>
            <a:off x="6682177" y="6124998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29" name="Vuokaaviosymboli: Magneettilevy 48"/>
          <p:cNvSpPr/>
          <p:nvPr/>
        </p:nvSpPr>
        <p:spPr>
          <a:xfrm>
            <a:off x="6881582" y="6197006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0" name="Vuokaaviosymboli: Magneettilevy 49"/>
          <p:cNvSpPr/>
          <p:nvPr/>
        </p:nvSpPr>
        <p:spPr>
          <a:xfrm>
            <a:off x="6748645" y="6341022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1" name="Vuokaaviosymboli: Magneettilevy 50"/>
          <p:cNvSpPr/>
          <p:nvPr/>
        </p:nvSpPr>
        <p:spPr>
          <a:xfrm>
            <a:off x="7147458" y="6269014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2" name="Vuokaaviosymboli: Magneettilevy 51"/>
          <p:cNvSpPr/>
          <p:nvPr/>
        </p:nvSpPr>
        <p:spPr>
          <a:xfrm>
            <a:off x="6416301" y="6341022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3" name="Vuokaaviosymboli: Magneettilevy 50"/>
          <p:cNvSpPr/>
          <p:nvPr/>
        </p:nvSpPr>
        <p:spPr>
          <a:xfrm>
            <a:off x="6854159" y="6130991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4" name="Vuokaaviosymboli: Magneettilevy 47"/>
          <p:cNvSpPr/>
          <p:nvPr/>
        </p:nvSpPr>
        <p:spPr>
          <a:xfrm>
            <a:off x="6966848" y="6030107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5" name="Vuokaaviosymboli: Magneettilevy 48"/>
          <p:cNvSpPr/>
          <p:nvPr/>
        </p:nvSpPr>
        <p:spPr>
          <a:xfrm>
            <a:off x="7166253" y="6102115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6" name="Vuokaaviosymboli: Magneettilevy 49"/>
          <p:cNvSpPr/>
          <p:nvPr/>
        </p:nvSpPr>
        <p:spPr>
          <a:xfrm>
            <a:off x="7033316" y="6246131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7" name="Vuokaaviosymboli: Magneettilevy 50"/>
          <p:cNvSpPr/>
          <p:nvPr/>
        </p:nvSpPr>
        <p:spPr>
          <a:xfrm>
            <a:off x="7432129" y="6174123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8" name="Vuokaaviosymboli: Magneettilevy 46"/>
          <p:cNvSpPr/>
          <p:nvPr/>
        </p:nvSpPr>
        <p:spPr>
          <a:xfrm>
            <a:off x="7285026" y="6009858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9" name="Vuokaaviosymboli: Magneettilevy 47"/>
          <p:cNvSpPr/>
          <p:nvPr/>
        </p:nvSpPr>
        <p:spPr>
          <a:xfrm>
            <a:off x="7484433" y="6081866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0" name="Vuokaaviosymboli: Magneettilevy 48"/>
          <p:cNvSpPr/>
          <p:nvPr/>
        </p:nvSpPr>
        <p:spPr>
          <a:xfrm>
            <a:off x="7683838" y="6153874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1" name="Vuokaaviosymboli: Magneettilevy 49"/>
          <p:cNvSpPr/>
          <p:nvPr/>
        </p:nvSpPr>
        <p:spPr>
          <a:xfrm>
            <a:off x="7550901" y="6297890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2" name="Vuokaaviosymboli: Magneettilevy 50"/>
          <p:cNvSpPr/>
          <p:nvPr/>
        </p:nvSpPr>
        <p:spPr>
          <a:xfrm>
            <a:off x="7949714" y="6225882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3" name="Vuokaaviosymboli: Magneettilevy 51"/>
          <p:cNvSpPr/>
          <p:nvPr/>
        </p:nvSpPr>
        <p:spPr>
          <a:xfrm>
            <a:off x="7218557" y="6297890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4" name="Vuokaaviosymboli: Magneettilevy 50"/>
          <p:cNvSpPr/>
          <p:nvPr/>
        </p:nvSpPr>
        <p:spPr>
          <a:xfrm>
            <a:off x="7328612" y="6105112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5" name="Vuokaaviosymboli: Magneettilevy 47"/>
          <p:cNvSpPr/>
          <p:nvPr/>
        </p:nvSpPr>
        <p:spPr>
          <a:xfrm>
            <a:off x="7441301" y="6004228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6" name="Vuokaaviosymboli: Magneettilevy 48"/>
          <p:cNvSpPr/>
          <p:nvPr/>
        </p:nvSpPr>
        <p:spPr>
          <a:xfrm>
            <a:off x="7640706" y="6076236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7" name="Vuokaaviosymboli: Magneettilevy 49"/>
          <p:cNvSpPr/>
          <p:nvPr/>
        </p:nvSpPr>
        <p:spPr>
          <a:xfrm>
            <a:off x="7507769" y="6220252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8" name="Vuokaaviosymboli: Magneettilevy 50"/>
          <p:cNvSpPr/>
          <p:nvPr/>
        </p:nvSpPr>
        <p:spPr>
          <a:xfrm>
            <a:off x="7906582" y="6148244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9" name="Vuokaaviosymboli: Magneettilevy 46"/>
          <p:cNvSpPr/>
          <p:nvPr/>
        </p:nvSpPr>
        <p:spPr>
          <a:xfrm>
            <a:off x="7759479" y="5983979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0" name="Vuokaaviosymboli: Magneettilevy 47"/>
          <p:cNvSpPr/>
          <p:nvPr/>
        </p:nvSpPr>
        <p:spPr>
          <a:xfrm>
            <a:off x="7958886" y="6055987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1" name="Vuokaaviosymboli: Magneettilevy 48"/>
          <p:cNvSpPr/>
          <p:nvPr/>
        </p:nvSpPr>
        <p:spPr>
          <a:xfrm>
            <a:off x="8158291" y="6127995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2" name="Vuokaaviosymboli: Magneettilevy 49"/>
          <p:cNvSpPr/>
          <p:nvPr/>
        </p:nvSpPr>
        <p:spPr>
          <a:xfrm>
            <a:off x="8025354" y="6272011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3" name="Vuokaaviosymboli: Magneettilevy 50"/>
          <p:cNvSpPr/>
          <p:nvPr/>
        </p:nvSpPr>
        <p:spPr>
          <a:xfrm>
            <a:off x="8424167" y="6200003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4" name="Vuokaaviosymboli: Magneettilevy 51"/>
          <p:cNvSpPr/>
          <p:nvPr/>
        </p:nvSpPr>
        <p:spPr>
          <a:xfrm>
            <a:off x="7693010" y="6272011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5" name="Vuokaaviosymboli: Magneettilevy 56"/>
          <p:cNvSpPr/>
          <p:nvPr/>
        </p:nvSpPr>
        <p:spPr>
          <a:xfrm>
            <a:off x="3943766" y="4755600"/>
            <a:ext cx="717781" cy="521810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prstClr val="white"/>
                </a:solidFill>
              </a:rPr>
              <a:t>…</a:t>
            </a:r>
            <a:endParaRPr lang="en-US" sz="1200" dirty="0">
              <a:solidFill>
                <a:prstClr val="white"/>
              </a:solidFill>
            </a:endParaRPr>
          </a:p>
        </p:txBody>
      </p:sp>
      <p:sp>
        <p:nvSpPr>
          <p:cNvPr id="156" name="Vuokaaviosymboli: Magneettilevy 56"/>
          <p:cNvSpPr/>
          <p:nvPr/>
        </p:nvSpPr>
        <p:spPr>
          <a:xfrm>
            <a:off x="4829412" y="4752725"/>
            <a:ext cx="703403" cy="521810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prstClr val="white"/>
                </a:solidFill>
              </a:rPr>
              <a:t>…</a:t>
            </a:r>
            <a:endParaRPr lang="en-US" sz="1200" dirty="0">
              <a:solidFill>
                <a:prstClr val="white"/>
              </a:solidFill>
            </a:endParaRPr>
          </a:p>
        </p:txBody>
      </p:sp>
      <p:sp>
        <p:nvSpPr>
          <p:cNvPr id="157" name="Vuokaaviosymboli: Magneettilevy 56"/>
          <p:cNvSpPr/>
          <p:nvPr/>
        </p:nvSpPr>
        <p:spPr>
          <a:xfrm>
            <a:off x="5700680" y="4752724"/>
            <a:ext cx="720655" cy="521810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prstClr val="white"/>
                </a:solidFill>
              </a:rPr>
              <a:t>…</a:t>
            </a:r>
            <a:endParaRPr lang="en-US" sz="1200" dirty="0">
              <a:solidFill>
                <a:prstClr val="white"/>
              </a:solidFill>
            </a:endParaRPr>
          </a:p>
        </p:txBody>
      </p:sp>
      <p:sp>
        <p:nvSpPr>
          <p:cNvPr id="163" name="Vuokaaviosymboli: Magneettilevy 56"/>
          <p:cNvSpPr/>
          <p:nvPr/>
        </p:nvSpPr>
        <p:spPr>
          <a:xfrm>
            <a:off x="6625470" y="4755600"/>
            <a:ext cx="709154" cy="521810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prstClr val="white"/>
                </a:solidFill>
              </a:rPr>
              <a:t>…</a:t>
            </a:r>
            <a:endParaRPr lang="en-US" sz="1200" dirty="0">
              <a:solidFill>
                <a:prstClr val="white"/>
              </a:solidFill>
            </a:endParaRPr>
          </a:p>
        </p:txBody>
      </p:sp>
      <p:sp>
        <p:nvSpPr>
          <p:cNvPr id="170" name="Vuokaaviosymboli: Magneettilevy 59"/>
          <p:cNvSpPr/>
          <p:nvPr/>
        </p:nvSpPr>
        <p:spPr>
          <a:xfrm>
            <a:off x="4392401" y="2124969"/>
            <a:ext cx="1686664" cy="1124304"/>
          </a:xfrm>
          <a:prstGeom prst="flowChartMagneticDisk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 dirty="0" smtClean="0">
              <a:solidFill>
                <a:prstClr val="white"/>
              </a:solidFill>
            </a:endParaRP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prstClr val="white"/>
                </a:solidFill>
              </a:rPr>
              <a:t>“House of </a:t>
            </a:r>
            <a:r>
              <a:rPr lang="en-US" sz="1200" dirty="0" err="1" smtClean="0">
                <a:solidFill>
                  <a:prstClr val="white"/>
                </a:solidFill>
              </a:rPr>
              <a:t>Microdata</a:t>
            </a:r>
            <a:r>
              <a:rPr lang="en-US" sz="1200" dirty="0" smtClean="0">
                <a:solidFill>
                  <a:prstClr val="white"/>
                </a:solidFill>
              </a:rPr>
              <a:t>”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prstClr val="white"/>
                </a:solidFill>
              </a:rPr>
              <a:t>ZIS</a:t>
            </a:r>
            <a:r>
              <a:rPr lang="en-US" sz="1000" dirty="0">
                <a:solidFill>
                  <a:prstClr val="white"/>
                </a:solidFill>
              </a:rPr>
              <a:t>-DWH</a:t>
            </a:r>
            <a:endParaRPr lang="en-US" sz="1000" dirty="0" smtClean="0">
              <a:solidFill>
                <a:prstClr val="white"/>
              </a:solidFill>
            </a:endParaRP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00" dirty="0" smtClean="0">
                <a:solidFill>
                  <a:prstClr val="white"/>
                </a:solidFill>
              </a:rPr>
              <a:t>Validated </a:t>
            </a:r>
            <a:r>
              <a:rPr lang="en-US" sz="1000" b="1" dirty="0" err="1" smtClean="0">
                <a:solidFill>
                  <a:srgbClr val="FF0000"/>
                </a:solidFill>
              </a:rPr>
              <a:t>microdata</a:t>
            </a:r>
            <a:endParaRPr lang="en-US" sz="1000" dirty="0" smtClean="0">
              <a:solidFill>
                <a:prstClr val="white"/>
              </a:solidFill>
            </a:endParaRP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00" dirty="0" smtClean="0">
                <a:solidFill>
                  <a:prstClr val="white"/>
                </a:solidFill>
              </a:rPr>
              <a:t>+ SDMX m</a:t>
            </a:r>
            <a:r>
              <a:rPr lang="en-US" sz="1000" dirty="0" smtClean="0">
                <a:solidFill>
                  <a:schemeClr val="bg1"/>
                </a:solidFill>
              </a:rPr>
              <a:t>etadata</a:t>
            </a:r>
          </a:p>
        </p:txBody>
      </p:sp>
      <p:cxnSp>
        <p:nvCxnSpPr>
          <p:cNvPr id="192" name="Gerade Verbindung mit Pfeil 191"/>
          <p:cNvCxnSpPr>
            <a:stCxn id="157" idx="1"/>
          </p:cNvCxnSpPr>
          <p:nvPr/>
        </p:nvCxnSpPr>
        <p:spPr>
          <a:xfrm flipH="1" flipV="1">
            <a:off x="5572664" y="3278038"/>
            <a:ext cx="488344" cy="1474686"/>
          </a:xfrm>
          <a:prstGeom prst="straightConnector1">
            <a:avLst/>
          </a:prstGeom>
          <a:ln w="50800">
            <a:solidFill>
              <a:schemeClr val="accent1">
                <a:shade val="95000"/>
                <a:satMod val="10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Ylänuoli 82"/>
          <p:cNvSpPr/>
          <p:nvPr/>
        </p:nvSpPr>
        <p:spPr>
          <a:xfrm rot="17931992">
            <a:off x="3939322" y="1926951"/>
            <a:ext cx="288032" cy="516142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5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60" name="Ylänuoli 82"/>
          <p:cNvSpPr/>
          <p:nvPr/>
        </p:nvSpPr>
        <p:spPr>
          <a:xfrm>
            <a:off x="5018944" y="5334000"/>
            <a:ext cx="288032" cy="621456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58" name="Ylänuoli 82"/>
          <p:cNvSpPr/>
          <p:nvPr/>
        </p:nvSpPr>
        <p:spPr>
          <a:xfrm>
            <a:off x="3308039" y="5325728"/>
            <a:ext cx="288032" cy="611883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59" name="Ylänuoli 82"/>
          <p:cNvSpPr/>
          <p:nvPr/>
        </p:nvSpPr>
        <p:spPr>
          <a:xfrm>
            <a:off x="4150552" y="5322852"/>
            <a:ext cx="288032" cy="611883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61" name="Ylänuoli 82"/>
          <p:cNvSpPr/>
          <p:nvPr/>
        </p:nvSpPr>
        <p:spPr>
          <a:xfrm>
            <a:off x="5930469" y="5331125"/>
            <a:ext cx="288032" cy="621456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66" name="Ylänuoli 82"/>
          <p:cNvSpPr/>
          <p:nvPr/>
        </p:nvSpPr>
        <p:spPr>
          <a:xfrm>
            <a:off x="6843003" y="5320764"/>
            <a:ext cx="288032" cy="621456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75" name="Rechthoek 24"/>
          <p:cNvSpPr/>
          <p:nvPr/>
        </p:nvSpPr>
        <p:spPr>
          <a:xfrm>
            <a:off x="1580898" y="1105170"/>
            <a:ext cx="1162601" cy="2655946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81" name="Tekstvak 26"/>
          <p:cNvSpPr txBox="1">
            <a:spLocks noChangeArrowheads="1"/>
          </p:cNvSpPr>
          <p:nvPr/>
        </p:nvSpPr>
        <p:spPr bwMode="auto">
          <a:xfrm>
            <a:off x="1699891" y="1061362"/>
            <a:ext cx="919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Macro Data</a:t>
            </a:r>
            <a:endParaRPr lang="en-US" sz="1200" b="1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3" name="Flussdiagramm: Daten 2"/>
          <p:cNvSpPr/>
          <p:nvPr/>
        </p:nvSpPr>
        <p:spPr>
          <a:xfrm>
            <a:off x="3102695" y="1640453"/>
            <a:ext cx="728889" cy="382435"/>
          </a:xfrm>
          <a:prstGeom prst="flowChartInputOutpu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2" name="Flussdiagramm: Daten 181"/>
          <p:cNvSpPr/>
          <p:nvPr/>
        </p:nvSpPr>
        <p:spPr>
          <a:xfrm>
            <a:off x="3192864" y="1717244"/>
            <a:ext cx="728889" cy="382435"/>
          </a:xfrm>
          <a:prstGeom prst="flowChartInputOutpu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3" name="Flussdiagramm: Daten 182"/>
          <p:cNvSpPr/>
          <p:nvPr/>
        </p:nvSpPr>
        <p:spPr>
          <a:xfrm>
            <a:off x="3066578" y="1581803"/>
            <a:ext cx="728889" cy="382435"/>
          </a:xfrm>
          <a:prstGeom prst="flowChartInputOutpu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4" name="Flussdiagramm: Daten 183"/>
          <p:cNvSpPr/>
          <p:nvPr/>
        </p:nvSpPr>
        <p:spPr>
          <a:xfrm>
            <a:off x="2960975" y="1949994"/>
            <a:ext cx="728889" cy="382435"/>
          </a:xfrm>
          <a:prstGeom prst="flowChartInputOutpu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9" name="Tekstikehys 85"/>
          <p:cNvSpPr txBox="1"/>
          <p:nvPr/>
        </p:nvSpPr>
        <p:spPr>
          <a:xfrm>
            <a:off x="2985891" y="1815588"/>
            <a:ext cx="954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 err="1" smtClean="0"/>
              <a:t>Microdata</a:t>
            </a:r>
            <a:r>
              <a:rPr lang="en-US" sz="1200" b="1" dirty="0" smtClean="0"/>
              <a:t> 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 err="1" smtClean="0"/>
              <a:t>flatfiles</a:t>
            </a:r>
            <a:endParaRPr lang="en-US" sz="1200" b="1" dirty="0" smtClean="0"/>
          </a:p>
        </p:txBody>
      </p:sp>
      <p:sp>
        <p:nvSpPr>
          <p:cNvPr id="186" name="Flussdiagramm: Daten 185"/>
          <p:cNvSpPr/>
          <p:nvPr/>
        </p:nvSpPr>
        <p:spPr>
          <a:xfrm>
            <a:off x="5690677" y="1140731"/>
            <a:ext cx="728889" cy="358801"/>
          </a:xfrm>
          <a:prstGeom prst="flowChartInputOutpu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8" name="Flussdiagramm: Daten 187"/>
          <p:cNvSpPr/>
          <p:nvPr/>
        </p:nvSpPr>
        <p:spPr>
          <a:xfrm>
            <a:off x="5780846" y="1217522"/>
            <a:ext cx="728889" cy="358801"/>
          </a:xfrm>
          <a:prstGeom prst="flowChartInputOutpu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9" name="Flussdiagramm: Daten 188"/>
          <p:cNvSpPr/>
          <p:nvPr/>
        </p:nvSpPr>
        <p:spPr>
          <a:xfrm>
            <a:off x="5933854" y="1352193"/>
            <a:ext cx="728889" cy="382435"/>
          </a:xfrm>
          <a:prstGeom prst="flowChartInputOutpu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3" name="Tekstikehys 85"/>
          <p:cNvSpPr txBox="1"/>
          <p:nvPr/>
        </p:nvSpPr>
        <p:spPr>
          <a:xfrm>
            <a:off x="5712318" y="1239115"/>
            <a:ext cx="954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 err="1" smtClean="0"/>
              <a:t>Microdata</a:t>
            </a:r>
            <a:r>
              <a:rPr lang="en-US" sz="1200" b="1" dirty="0" smtClean="0"/>
              <a:t> 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 err="1" smtClean="0"/>
              <a:t>flatfiles</a:t>
            </a:r>
            <a:endParaRPr lang="en-US" sz="1200" b="1" dirty="0" smtClean="0"/>
          </a:p>
        </p:txBody>
      </p:sp>
      <p:pic>
        <p:nvPicPr>
          <p:cNvPr id="194" name="Grafik 193" descr="Figur.png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6536698" y="4167073"/>
            <a:ext cx="188604" cy="404156"/>
          </a:xfrm>
          <a:prstGeom prst="rect">
            <a:avLst/>
          </a:prstGeom>
          <a:solidFill>
            <a:schemeClr val="accent1"/>
          </a:solidFill>
        </p:spPr>
      </p:pic>
      <p:cxnSp>
        <p:nvCxnSpPr>
          <p:cNvPr id="195" name="Gerade Verbindung mit Pfeil 194"/>
          <p:cNvCxnSpPr>
            <a:stCxn id="163" idx="1"/>
          </p:cNvCxnSpPr>
          <p:nvPr/>
        </p:nvCxnSpPr>
        <p:spPr>
          <a:xfrm flipH="1" flipV="1">
            <a:off x="5978106" y="3191774"/>
            <a:ext cx="1001941" cy="1563826"/>
          </a:xfrm>
          <a:prstGeom prst="straightConnector1">
            <a:avLst/>
          </a:prstGeom>
          <a:ln w="50800">
            <a:solidFill>
              <a:schemeClr val="accent1">
                <a:shade val="95000"/>
                <a:satMod val="105000"/>
                <a:alpha val="3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Vuokaaviosymboli: Useita dokumentteja 67"/>
          <p:cNvSpPr/>
          <p:nvPr/>
        </p:nvSpPr>
        <p:spPr>
          <a:xfrm>
            <a:off x="5057066" y="80804"/>
            <a:ext cx="909040" cy="556186"/>
          </a:xfrm>
          <a:prstGeom prst="flowChartMultidocumen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i-FI" sz="900" dirty="0" smtClean="0">
                <a:solidFill>
                  <a:prstClr val="white"/>
                </a:solidFill>
              </a:rPr>
              <a:t>Data Reports (PDF)</a:t>
            </a:r>
            <a:endParaRPr lang="fi-FI" sz="900" dirty="0">
              <a:solidFill>
                <a:prstClr val="white"/>
              </a:solidFill>
            </a:endParaRPr>
          </a:p>
        </p:txBody>
      </p:sp>
      <p:sp>
        <p:nvSpPr>
          <p:cNvPr id="200" name="Ylänuoli 82"/>
          <p:cNvSpPr/>
          <p:nvPr/>
        </p:nvSpPr>
        <p:spPr>
          <a:xfrm rot="5400000">
            <a:off x="5268937" y="1095214"/>
            <a:ext cx="288032" cy="461434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5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205" name="object 328"/>
          <p:cNvSpPr/>
          <p:nvPr/>
        </p:nvSpPr>
        <p:spPr>
          <a:xfrm>
            <a:off x="4559304" y="940279"/>
            <a:ext cx="593133" cy="595918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211" name="object 350"/>
          <p:cNvSpPr txBox="1"/>
          <p:nvPr/>
        </p:nvSpPr>
        <p:spPr>
          <a:xfrm>
            <a:off x="4573963" y="1032867"/>
            <a:ext cx="536067" cy="41575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lang="de-DE" sz="900" b="1" spc="10" dirty="0" smtClean="0">
                <a:solidFill>
                  <a:srgbClr val="231F20"/>
                </a:solidFill>
                <a:cs typeface="Calibri"/>
              </a:rPr>
              <a:t>Research Data </a:t>
            </a:r>
            <a:r>
              <a:rPr lang="de-DE" sz="900" b="1" spc="10" dirty="0" err="1" smtClean="0">
                <a:solidFill>
                  <a:srgbClr val="231F20"/>
                </a:solidFill>
                <a:cs typeface="Calibri"/>
              </a:rPr>
              <a:t>and</a:t>
            </a:r>
            <a:r>
              <a:rPr lang="de-DE" sz="900" b="1" spc="10" dirty="0" smtClean="0">
                <a:solidFill>
                  <a:srgbClr val="231F20"/>
                </a:solidFill>
                <a:cs typeface="Calibri"/>
              </a:rPr>
              <a:t> </a:t>
            </a:r>
          </a:p>
          <a:p>
            <a:pPr marR="3259" defTabSz="586533">
              <a:lnSpc>
                <a:spcPct val="75000"/>
              </a:lnSpc>
            </a:pPr>
            <a:r>
              <a:rPr lang="de-DE" sz="900" b="1" spc="10" dirty="0" smtClean="0">
                <a:solidFill>
                  <a:srgbClr val="231F20"/>
                </a:solidFill>
                <a:cs typeface="Calibri"/>
              </a:rPr>
              <a:t>Service Center</a:t>
            </a:r>
            <a:endParaRPr sz="900" b="1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213" name="Ylänuoli 82"/>
          <p:cNvSpPr/>
          <p:nvPr/>
        </p:nvSpPr>
        <p:spPr>
          <a:xfrm rot="21314154">
            <a:off x="4863219" y="1564909"/>
            <a:ext cx="288032" cy="501359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5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214" name="Ylänuoli 82"/>
          <p:cNvSpPr/>
          <p:nvPr/>
        </p:nvSpPr>
        <p:spPr>
          <a:xfrm rot="1618903">
            <a:off x="5004251" y="678681"/>
            <a:ext cx="288032" cy="222600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5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grpSp>
        <p:nvGrpSpPr>
          <p:cNvPr id="219" name="Gruppieren 218"/>
          <p:cNvGrpSpPr/>
          <p:nvPr/>
        </p:nvGrpSpPr>
        <p:grpSpPr>
          <a:xfrm>
            <a:off x="6235975" y="0"/>
            <a:ext cx="885646" cy="971948"/>
            <a:chOff x="5417531" y="-13005665"/>
            <a:chExt cx="1698954" cy="3037148"/>
          </a:xfrm>
        </p:grpSpPr>
        <p:pic>
          <p:nvPicPr>
            <p:cNvPr id="220" name="Grafik 219" descr="Figur.png"/>
            <p:cNvPicPr>
              <a:picLocks noChangeAspect="1"/>
            </p:cNvPicPr>
            <p:nvPr/>
          </p:nvPicPr>
          <p:blipFill>
            <a:blip r:embed="rId4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6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57288" y="-13005665"/>
              <a:ext cx="1152129" cy="3037148"/>
            </a:xfrm>
            <a:prstGeom prst="rect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221" name="Textfeld 220"/>
            <p:cNvSpPr txBox="1"/>
            <p:nvPr/>
          </p:nvSpPr>
          <p:spPr>
            <a:xfrm>
              <a:off x="5417531" y="-12507881"/>
              <a:ext cx="1698954" cy="2041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00" b="1" dirty="0" err="1" smtClean="0"/>
                <a:t>External</a:t>
              </a:r>
              <a:r>
                <a:rPr lang="de-DE" sz="1000" b="1" dirty="0" smtClean="0"/>
                <a:t> Researcher</a:t>
              </a:r>
              <a:endParaRPr lang="de-DE" sz="1000" b="1" dirty="0"/>
            </a:p>
          </p:txBody>
        </p:sp>
      </p:grpSp>
      <p:sp>
        <p:nvSpPr>
          <p:cNvPr id="222" name="Ylänuoli 82"/>
          <p:cNvSpPr/>
          <p:nvPr/>
        </p:nvSpPr>
        <p:spPr>
          <a:xfrm rot="1518291">
            <a:off x="6322240" y="853342"/>
            <a:ext cx="288032" cy="237213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5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223" name="Ylänuoli 82"/>
          <p:cNvSpPr/>
          <p:nvPr/>
        </p:nvSpPr>
        <p:spPr>
          <a:xfrm rot="5400000">
            <a:off x="6034982" y="225022"/>
            <a:ext cx="288032" cy="328481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5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224" name="Ylänuoli 82"/>
          <p:cNvSpPr/>
          <p:nvPr/>
        </p:nvSpPr>
        <p:spPr>
          <a:xfrm rot="15017485">
            <a:off x="4066328" y="1165511"/>
            <a:ext cx="288032" cy="586117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50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225" name="Tekstvak 12"/>
          <p:cNvSpPr txBox="1"/>
          <p:nvPr/>
        </p:nvSpPr>
        <p:spPr>
          <a:xfrm>
            <a:off x="7323794" y="290604"/>
            <a:ext cx="16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 smtClean="0">
                <a:solidFill>
                  <a:srgbClr val="000000"/>
                </a:solidFill>
              </a:rPr>
              <a:t>Publishing Layer</a:t>
            </a:r>
          </a:p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1" dirty="0" smtClean="0">
                <a:solidFill>
                  <a:srgbClr val="1668B1">
                    <a:lumMod val="75000"/>
                  </a:srgbClr>
                </a:solidFill>
              </a:rPr>
              <a:t>GSBPM Phase 8 Research</a:t>
            </a:r>
            <a:endParaRPr lang="en-US" sz="1000" b="1" dirty="0">
              <a:solidFill>
                <a:srgbClr val="1668B1">
                  <a:lumMod val="75000"/>
                </a:srgbClr>
              </a:solidFill>
            </a:endParaRPr>
          </a:p>
        </p:txBody>
      </p:sp>
      <p:sp>
        <p:nvSpPr>
          <p:cNvPr id="232" name="Rechteck 231"/>
          <p:cNvSpPr/>
          <p:nvPr/>
        </p:nvSpPr>
        <p:spPr>
          <a:xfrm>
            <a:off x="3776917" y="3780657"/>
            <a:ext cx="296747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metadata model – metadata entering interface</a:t>
            </a:r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07" name="Grafik 206" descr="Figur.png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4369342" y="860280"/>
            <a:ext cx="188604" cy="404156"/>
          </a:xfrm>
          <a:prstGeom prst="rect">
            <a:avLst/>
          </a:prstGeom>
          <a:solidFill>
            <a:schemeClr val="accent1"/>
          </a:solidFill>
        </p:spPr>
      </p:pic>
      <p:cxnSp>
        <p:nvCxnSpPr>
          <p:cNvPr id="405" name="Gerade Verbindung mit Pfeil 404"/>
          <p:cNvCxnSpPr/>
          <p:nvPr/>
        </p:nvCxnSpPr>
        <p:spPr>
          <a:xfrm flipH="1" flipV="1">
            <a:off x="3724037" y="3105143"/>
            <a:ext cx="101817" cy="1648386"/>
          </a:xfrm>
          <a:prstGeom prst="straightConnector1">
            <a:avLst/>
          </a:prstGeom>
          <a:ln w="50800"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Gerade Verbindung mit Pfeil 406"/>
          <p:cNvCxnSpPr/>
          <p:nvPr/>
        </p:nvCxnSpPr>
        <p:spPr>
          <a:xfrm flipV="1">
            <a:off x="2274131" y="2969351"/>
            <a:ext cx="903443" cy="1634659"/>
          </a:xfrm>
          <a:prstGeom prst="straightConnector1">
            <a:avLst/>
          </a:prstGeom>
          <a:ln w="50800"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4" name="Gerade Verbindung mit Pfeil 423"/>
          <p:cNvCxnSpPr/>
          <p:nvPr/>
        </p:nvCxnSpPr>
        <p:spPr>
          <a:xfrm flipH="1" flipV="1">
            <a:off x="4204457" y="3105143"/>
            <a:ext cx="488026" cy="1512079"/>
          </a:xfrm>
          <a:prstGeom prst="straightConnector1">
            <a:avLst/>
          </a:prstGeom>
          <a:ln w="50800"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6" name="Gruppieren 215"/>
          <p:cNvGrpSpPr/>
          <p:nvPr/>
        </p:nvGrpSpPr>
        <p:grpSpPr>
          <a:xfrm>
            <a:off x="2294472" y="1291744"/>
            <a:ext cx="898053" cy="1079852"/>
            <a:chOff x="5195968" y="-12644527"/>
            <a:chExt cx="1722755" cy="3037148"/>
          </a:xfrm>
        </p:grpSpPr>
        <p:pic>
          <p:nvPicPr>
            <p:cNvPr id="217" name="Grafik 216" descr="Figur.png"/>
            <p:cNvPicPr>
              <a:picLocks noChangeAspect="1"/>
            </p:cNvPicPr>
            <p:nvPr/>
          </p:nvPicPr>
          <p:blipFill>
            <a:blip r:embed="rId4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6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458237" y="-12644527"/>
              <a:ext cx="1152129" cy="3037148"/>
            </a:xfrm>
            <a:prstGeom prst="rect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218" name="Textfeld 217"/>
            <p:cNvSpPr txBox="1"/>
            <p:nvPr/>
          </p:nvSpPr>
          <p:spPr>
            <a:xfrm>
              <a:off x="5195968" y="-12609355"/>
              <a:ext cx="1722755" cy="2826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00" b="1" dirty="0" smtClean="0"/>
                <a:t>Internal Analyst / Researcher</a:t>
              </a:r>
              <a:endParaRPr lang="de-DE" sz="1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855689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IMIDIAS: </a:t>
            </a:r>
            <a:r>
              <a:rPr lang="de-DE" dirty="0" smtClean="0">
                <a:solidFill>
                  <a:srgbClr val="0062A1"/>
                </a:solidFill>
              </a:rPr>
              <a:t>I</a:t>
            </a:r>
            <a:r>
              <a:rPr lang="de-DE" dirty="0" smtClean="0"/>
              <a:t>ntegrated </a:t>
            </a:r>
            <a:r>
              <a:rPr lang="de-DE" dirty="0" err="1" smtClean="0">
                <a:solidFill>
                  <a:srgbClr val="0062A1"/>
                </a:solidFill>
              </a:rPr>
              <a:t>MI</a:t>
            </a:r>
            <a:r>
              <a:rPr lang="de-DE" dirty="0" err="1" smtClean="0"/>
              <a:t>croData</a:t>
            </a:r>
            <a:r>
              <a:rPr lang="de-DE" dirty="0" smtClean="0"/>
              <a:t> </a:t>
            </a:r>
            <a:r>
              <a:rPr lang="de-DE" dirty="0" smtClean="0">
                <a:solidFill>
                  <a:srgbClr val="0062A1"/>
                </a:solidFill>
              </a:rPr>
              <a:t>I</a:t>
            </a:r>
            <a:r>
              <a:rPr lang="de-DE" dirty="0" smtClean="0"/>
              <a:t>nformation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smtClean="0">
                <a:solidFill>
                  <a:srgbClr val="0062A1"/>
                </a:solidFill>
              </a:rPr>
              <a:t>A</a:t>
            </a:r>
            <a:r>
              <a:rPr lang="de-DE" dirty="0" smtClean="0"/>
              <a:t>nalysis </a:t>
            </a:r>
            <a:r>
              <a:rPr lang="de-DE" dirty="0" smtClean="0">
                <a:solidFill>
                  <a:srgbClr val="0062A1"/>
                </a:solidFill>
              </a:rPr>
              <a:t>S</a:t>
            </a:r>
            <a:r>
              <a:rPr lang="de-DE" dirty="0" smtClean="0"/>
              <a:t>ystem 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>
          <a:xfrm>
            <a:off x="466472" y="6328150"/>
            <a:ext cx="2114649" cy="142436"/>
          </a:xfrm>
        </p:spPr>
        <p:txBody>
          <a:bodyPr/>
          <a:lstStyle/>
          <a:p>
            <a:r>
              <a:rPr lang="de-DE" smtClean="0"/>
              <a:t>EDDI 2015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>
          <a:xfrm>
            <a:off x="466472" y="6457945"/>
            <a:ext cx="2114649" cy="142436"/>
          </a:xfrm>
        </p:spPr>
        <p:txBody>
          <a:bodyPr/>
          <a:lstStyle/>
          <a:p>
            <a:r>
              <a:rPr lang="de-DE" smtClean="0"/>
              <a:t>Seite </a:t>
            </a:r>
            <a:fld id="{795659D1-D435-4DC4-B545-657E7139435F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7"/>
          </p:nvPr>
        </p:nvSpPr>
        <p:spPr>
          <a:xfrm>
            <a:off x="466480" y="6078364"/>
            <a:ext cx="8119629" cy="274934"/>
          </a:xfrm>
        </p:spPr>
        <p:txBody>
          <a:bodyPr/>
          <a:lstStyle/>
          <a:p>
            <a:r>
              <a:rPr lang="en-US" smtClean="0"/>
              <a:t>Towards Metadata Management with SDMX and DDI</a:t>
            </a:r>
            <a:endParaRPr lang="de-DE" dirty="0"/>
          </a:p>
        </p:txBody>
      </p:sp>
      <p:sp>
        <p:nvSpPr>
          <p:cNvPr id="7" name="Textplatzhalter 2"/>
          <p:cNvSpPr>
            <a:spLocks noGrp="1"/>
          </p:cNvSpPr>
          <p:nvPr>
            <p:ph type="body" sz="quarter" idx="15"/>
          </p:nvPr>
        </p:nvSpPr>
        <p:spPr>
          <a:xfrm>
            <a:off x="446841" y="1418614"/>
            <a:ext cx="8379170" cy="431464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Arial" pitchFamily="34" charset="0"/>
              <a:buChar char="•"/>
            </a:pPr>
            <a:r>
              <a:rPr lang="de-DE" sz="1600" b="1" dirty="0" smtClean="0">
                <a:solidFill>
                  <a:srgbClr val="0070C0"/>
                </a:solidFill>
              </a:rPr>
              <a:t>House </a:t>
            </a:r>
            <a:r>
              <a:rPr lang="de-DE" sz="1600" b="1" dirty="0" err="1" smtClean="0">
                <a:solidFill>
                  <a:srgbClr val="0070C0"/>
                </a:solidFill>
              </a:rPr>
              <a:t>of</a:t>
            </a:r>
            <a:r>
              <a:rPr lang="de-DE" sz="1600" b="1" dirty="0" smtClean="0">
                <a:solidFill>
                  <a:srgbClr val="0070C0"/>
                </a:solidFill>
              </a:rPr>
              <a:t> </a:t>
            </a:r>
            <a:r>
              <a:rPr lang="de-DE" sz="1600" b="1" dirty="0" err="1" smtClean="0">
                <a:solidFill>
                  <a:srgbClr val="0070C0"/>
                </a:solidFill>
              </a:rPr>
              <a:t>Microdata</a:t>
            </a:r>
            <a:r>
              <a:rPr lang="de-DE" sz="1600" b="1" dirty="0" smtClean="0">
                <a:solidFill>
                  <a:srgbClr val="0070C0"/>
                </a:solidFill>
              </a:rPr>
              <a:t> (</a:t>
            </a:r>
            <a:r>
              <a:rPr lang="de-DE" sz="1600" b="1" dirty="0" err="1" smtClean="0">
                <a:solidFill>
                  <a:srgbClr val="0070C0"/>
                </a:solidFill>
              </a:rPr>
              <a:t>HoM</a:t>
            </a:r>
            <a:r>
              <a:rPr lang="de-DE" sz="1600" b="1" dirty="0" smtClean="0">
                <a:solidFill>
                  <a:srgbClr val="0070C0"/>
                </a:solidFill>
              </a:rPr>
              <a:t>)</a:t>
            </a:r>
            <a:r>
              <a:rPr lang="de-DE" sz="1600" dirty="0" smtClean="0"/>
              <a:t> </a:t>
            </a:r>
            <a:br>
              <a:rPr lang="de-DE" sz="1600" dirty="0" smtClean="0"/>
            </a:br>
            <a:r>
              <a:rPr lang="de-DE" sz="1600" dirty="0" smtClean="0"/>
              <a:t>Joint </a:t>
            </a:r>
            <a:r>
              <a:rPr lang="de-DE" sz="1600" dirty="0" err="1" smtClean="0"/>
              <a:t>Platform</a:t>
            </a:r>
            <a:r>
              <a:rPr lang="de-DE" sz="1600" dirty="0" smtClean="0"/>
              <a:t> </a:t>
            </a:r>
            <a:r>
              <a:rPr lang="de-DE" sz="1600" dirty="0" err="1" smtClean="0"/>
              <a:t>for</a:t>
            </a:r>
            <a:r>
              <a:rPr lang="de-DE" sz="1600" dirty="0" smtClean="0"/>
              <a:t> Data Sharing</a:t>
            </a:r>
          </a:p>
          <a:p>
            <a:pPr marL="166688" indent="11113">
              <a:spcBef>
                <a:spcPts val="0"/>
              </a:spcBef>
              <a:buNone/>
            </a:pPr>
            <a:endParaRPr lang="de-DE" sz="1600" dirty="0" smtClean="0"/>
          </a:p>
          <a:p>
            <a:pPr marL="166688" indent="-166688">
              <a:spcBef>
                <a:spcPts val="0"/>
              </a:spcBef>
              <a:buFont typeface="Arial" pitchFamily="34" charset="0"/>
              <a:buChar char="•"/>
            </a:pPr>
            <a:r>
              <a:rPr lang="de-DE" sz="1600" b="1" dirty="0" smtClean="0">
                <a:solidFill>
                  <a:srgbClr val="0070C0"/>
                </a:solidFill>
              </a:rPr>
              <a:t>Integrated Data Storage</a:t>
            </a:r>
            <a:r>
              <a:rPr lang="de-DE" sz="1600" dirty="0" smtClean="0"/>
              <a:t/>
            </a:r>
            <a:br>
              <a:rPr lang="de-DE" sz="1600" dirty="0" smtClean="0"/>
            </a:br>
            <a:r>
              <a:rPr lang="de-DE" sz="1600" dirty="0" smtClean="0"/>
              <a:t>SDMX </a:t>
            </a:r>
            <a:r>
              <a:rPr lang="de-DE" sz="1600" dirty="0" err="1" smtClean="0"/>
              <a:t>as</a:t>
            </a:r>
            <a:r>
              <a:rPr lang="de-DE" sz="1600" dirty="0" smtClean="0"/>
              <a:t> Data </a:t>
            </a:r>
            <a:r>
              <a:rPr lang="de-DE" sz="1600" dirty="0" err="1" smtClean="0"/>
              <a:t>model</a:t>
            </a:r>
            <a:r>
              <a:rPr lang="de-DE" sz="1600" dirty="0" smtClean="0"/>
              <a:t>, </a:t>
            </a:r>
            <a:r>
              <a:rPr lang="de-DE" sz="1600" dirty="0" err="1" smtClean="0"/>
              <a:t>common</a:t>
            </a:r>
            <a:r>
              <a:rPr lang="de-DE" sz="1600" dirty="0" smtClean="0"/>
              <a:t> Reference Data</a:t>
            </a:r>
          </a:p>
          <a:p>
            <a:pPr marL="166688" indent="11113">
              <a:spcBef>
                <a:spcPts val="0"/>
              </a:spcBef>
              <a:buNone/>
            </a:pPr>
            <a:endParaRPr lang="de-DE" sz="1600" dirty="0" smtClean="0"/>
          </a:p>
          <a:p>
            <a:pPr>
              <a:spcBef>
                <a:spcPts val="0"/>
              </a:spcBef>
              <a:buFont typeface="Arial" pitchFamily="34" charset="0"/>
              <a:buChar char="•"/>
            </a:pPr>
            <a:r>
              <a:rPr lang="de-DE" sz="1600" b="1" dirty="0" smtClean="0">
                <a:solidFill>
                  <a:srgbClr val="0070C0"/>
                </a:solidFill>
              </a:rPr>
              <a:t>Research Data </a:t>
            </a:r>
            <a:r>
              <a:rPr lang="de-DE" sz="1600" b="1" dirty="0" err="1" smtClean="0">
                <a:solidFill>
                  <a:srgbClr val="0070C0"/>
                </a:solidFill>
              </a:rPr>
              <a:t>and</a:t>
            </a:r>
            <a:r>
              <a:rPr lang="de-DE" sz="1600" b="1" dirty="0" smtClean="0">
                <a:solidFill>
                  <a:srgbClr val="0070C0"/>
                </a:solidFill>
              </a:rPr>
              <a:t> Service Center (RDSC)</a:t>
            </a:r>
            <a:r>
              <a:rPr lang="de-DE" sz="1600" dirty="0" smtClean="0"/>
              <a:t/>
            </a:r>
            <a:br>
              <a:rPr lang="de-DE" sz="1600" dirty="0" smtClean="0"/>
            </a:br>
            <a:r>
              <a:rPr lang="de-DE" sz="1600" dirty="0" smtClean="0"/>
              <a:t>Data Processing </a:t>
            </a:r>
            <a:r>
              <a:rPr lang="de-DE" sz="1600" dirty="0" err="1"/>
              <a:t>a</a:t>
            </a:r>
            <a:r>
              <a:rPr lang="de-DE" sz="1600" dirty="0" err="1" smtClean="0"/>
              <a:t>nd</a:t>
            </a:r>
            <a:r>
              <a:rPr lang="de-DE" sz="1600" dirty="0" smtClean="0"/>
              <a:t> Analysis Support</a:t>
            </a:r>
          </a:p>
          <a:p>
            <a:pPr>
              <a:spcBef>
                <a:spcPts val="0"/>
              </a:spcBef>
              <a:buFont typeface="Arial" pitchFamily="34" charset="0"/>
              <a:buChar char="•"/>
            </a:pPr>
            <a:endParaRPr lang="de-DE" sz="1600" dirty="0" smtClean="0"/>
          </a:p>
          <a:p>
            <a:pPr>
              <a:spcBef>
                <a:spcPts val="0"/>
              </a:spcBef>
              <a:buFont typeface="Arial" pitchFamily="34" charset="0"/>
              <a:buChar char="•"/>
            </a:pPr>
            <a:r>
              <a:rPr lang="de-DE" sz="1600" b="1" dirty="0" err="1" smtClean="0">
                <a:solidFill>
                  <a:srgbClr val="0070C0"/>
                </a:solidFill>
              </a:rPr>
              <a:t>Governance</a:t>
            </a:r>
            <a:r>
              <a:rPr lang="de-DE" sz="1600" dirty="0" smtClean="0"/>
              <a:t/>
            </a:r>
            <a:br>
              <a:rPr lang="de-DE" sz="1600" dirty="0" smtClean="0"/>
            </a:br>
            <a:r>
              <a:rPr lang="de-DE" sz="1600" dirty="0" err="1" smtClean="0"/>
              <a:t>Decentralised</a:t>
            </a:r>
            <a:r>
              <a:rPr lang="de-DE" sz="1600" dirty="0" smtClean="0"/>
              <a:t> Data </a:t>
            </a:r>
            <a:r>
              <a:rPr lang="de-DE" sz="1600" dirty="0" err="1" smtClean="0"/>
              <a:t>Responsibility</a:t>
            </a:r>
            <a:r>
              <a:rPr lang="de-DE" sz="1600" dirty="0" smtClean="0"/>
              <a:t>, </a:t>
            </a:r>
            <a:r>
              <a:rPr lang="de-DE" sz="1600" dirty="0" err="1" smtClean="0"/>
              <a:t>Participation</a:t>
            </a:r>
            <a:endParaRPr lang="de-DE" sz="1600" dirty="0" smtClean="0"/>
          </a:p>
          <a:p>
            <a:pPr>
              <a:spcBef>
                <a:spcPts val="0"/>
              </a:spcBef>
              <a:buFont typeface="Arial" pitchFamily="34" charset="0"/>
              <a:buChar char="•"/>
            </a:pPr>
            <a:endParaRPr lang="de-DE" sz="1600" dirty="0"/>
          </a:p>
          <a:p>
            <a:pPr>
              <a:spcBef>
                <a:spcPts val="0"/>
              </a:spcBef>
              <a:buFont typeface="Arial" pitchFamily="34" charset="0"/>
              <a:buChar char="•"/>
            </a:pPr>
            <a:endParaRPr lang="de-DE" sz="1600" dirty="0"/>
          </a:p>
          <a:p>
            <a:pPr marL="0" indent="0" algn="ctr">
              <a:spcBef>
                <a:spcPts val="0"/>
              </a:spcBef>
              <a:buNone/>
            </a:pPr>
            <a:r>
              <a:rPr lang="de-DE" sz="1600" b="1" dirty="0" err="1" smtClean="0">
                <a:solidFill>
                  <a:srgbClr val="FF0000"/>
                </a:solidFill>
              </a:rPr>
              <a:t>Active</a:t>
            </a:r>
            <a:r>
              <a:rPr lang="de-DE" sz="1600" b="1" dirty="0" smtClean="0">
                <a:solidFill>
                  <a:srgbClr val="FF0000"/>
                </a:solidFill>
              </a:rPr>
              <a:t> </a:t>
            </a:r>
            <a:r>
              <a:rPr lang="de-DE" sz="1600" b="1" dirty="0" err="1">
                <a:solidFill>
                  <a:srgbClr val="FF0000"/>
                </a:solidFill>
              </a:rPr>
              <a:t>p</a:t>
            </a:r>
            <a:r>
              <a:rPr lang="de-DE" sz="1600" b="1" dirty="0" err="1" smtClean="0">
                <a:solidFill>
                  <a:srgbClr val="FF0000"/>
                </a:solidFill>
              </a:rPr>
              <a:t>articipation</a:t>
            </a:r>
            <a:r>
              <a:rPr lang="de-DE" sz="1600" b="1" dirty="0" smtClean="0">
                <a:solidFill>
                  <a:srgbClr val="FF0000"/>
                </a:solidFill>
              </a:rPr>
              <a:t> </a:t>
            </a:r>
            <a:r>
              <a:rPr lang="de-DE" sz="1600" b="1" dirty="0" err="1">
                <a:solidFill>
                  <a:srgbClr val="FF0000"/>
                </a:solidFill>
              </a:rPr>
              <a:t>a</a:t>
            </a:r>
            <a:r>
              <a:rPr lang="de-DE" sz="1600" b="1" dirty="0" err="1" smtClean="0">
                <a:solidFill>
                  <a:srgbClr val="FF0000"/>
                </a:solidFill>
              </a:rPr>
              <a:t>nd</a:t>
            </a:r>
            <a:r>
              <a:rPr lang="de-DE" sz="1600" b="1" dirty="0" smtClean="0">
                <a:solidFill>
                  <a:srgbClr val="FF0000"/>
                </a:solidFill>
              </a:rPr>
              <a:t> </a:t>
            </a:r>
            <a:r>
              <a:rPr lang="de-DE" sz="1600" b="1" dirty="0" err="1" smtClean="0">
                <a:solidFill>
                  <a:srgbClr val="FF0000"/>
                </a:solidFill>
              </a:rPr>
              <a:t>enduring</a:t>
            </a:r>
            <a:r>
              <a:rPr lang="de-DE" sz="1600" b="1" dirty="0" smtClean="0">
                <a:solidFill>
                  <a:srgbClr val="FF0000"/>
                </a:solidFill>
              </a:rPr>
              <a:t> </a:t>
            </a:r>
            <a:r>
              <a:rPr lang="de-DE" sz="1600" b="1" dirty="0" err="1" smtClean="0">
                <a:solidFill>
                  <a:srgbClr val="FF0000"/>
                </a:solidFill>
              </a:rPr>
              <a:t>support</a:t>
            </a:r>
            <a:r>
              <a:rPr lang="de-DE" sz="1600" b="1" dirty="0" smtClean="0">
                <a:solidFill>
                  <a:srgbClr val="FF0000"/>
                </a:solidFill>
              </a:rPr>
              <a:t> </a:t>
            </a:r>
            <a:r>
              <a:rPr lang="de-DE" sz="1600" b="1" dirty="0" err="1" smtClean="0">
                <a:solidFill>
                  <a:srgbClr val="FF0000"/>
                </a:solidFill>
              </a:rPr>
              <a:t>of</a:t>
            </a:r>
            <a:r>
              <a:rPr lang="de-DE" sz="1600" b="1" dirty="0" smtClean="0">
                <a:solidFill>
                  <a:srgbClr val="FF0000"/>
                </a:solidFill>
              </a:rPr>
              <a:t> </a:t>
            </a:r>
            <a:r>
              <a:rPr lang="de-DE" sz="1600" b="1" dirty="0" err="1" smtClean="0">
                <a:solidFill>
                  <a:srgbClr val="FF0000"/>
                </a:solidFill>
              </a:rPr>
              <a:t>departments</a:t>
            </a:r>
            <a:r>
              <a:rPr lang="de-DE" sz="1600" b="1" dirty="0" smtClean="0">
                <a:solidFill>
                  <a:srgbClr val="FF0000"/>
                </a:solidFill>
              </a:rPr>
              <a:t> </a:t>
            </a:r>
            <a:r>
              <a:rPr lang="de-DE" sz="1600" b="1" dirty="0" err="1" smtClean="0">
                <a:solidFill>
                  <a:srgbClr val="FF0000"/>
                </a:solidFill>
              </a:rPr>
              <a:t>is</a:t>
            </a:r>
            <a:r>
              <a:rPr lang="de-DE" sz="1600" b="1" dirty="0" smtClean="0">
                <a:solidFill>
                  <a:srgbClr val="FF0000"/>
                </a:solidFill>
              </a:rPr>
              <a:t> </a:t>
            </a:r>
            <a:r>
              <a:rPr lang="de-DE" sz="1600" b="1" dirty="0" err="1" smtClean="0">
                <a:solidFill>
                  <a:srgbClr val="FF0000"/>
                </a:solidFill>
              </a:rPr>
              <a:t>crucial</a:t>
            </a:r>
            <a:r>
              <a:rPr lang="de-DE" sz="1600" b="1" dirty="0" smtClean="0">
                <a:solidFill>
                  <a:srgbClr val="FF0000"/>
                </a:solidFill>
              </a:rPr>
              <a:t>!</a:t>
            </a:r>
            <a:endParaRPr lang="de-DE" sz="1600" b="1" dirty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de-DE" sz="1600" dirty="0" smtClean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665540" y="1462658"/>
            <a:ext cx="1961065" cy="1894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51854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hteck 46"/>
          <p:cNvSpPr/>
          <p:nvPr/>
        </p:nvSpPr>
        <p:spPr>
          <a:xfrm>
            <a:off x="384457" y="3719322"/>
            <a:ext cx="8442640" cy="21602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t"/>
          <a:lstStyle/>
          <a:p>
            <a:pPr defTabSz="914242"/>
            <a:endParaRPr lang="de-DE" sz="1400" dirty="0" smtClean="0">
              <a:solidFill>
                <a:prstClr val="black"/>
              </a:solidFill>
            </a:endParaRPr>
          </a:p>
        </p:txBody>
      </p:sp>
      <p:sp>
        <p:nvSpPr>
          <p:cNvPr id="42" name="Rechteck 41"/>
          <p:cNvSpPr/>
          <p:nvPr/>
        </p:nvSpPr>
        <p:spPr>
          <a:xfrm>
            <a:off x="384457" y="1192173"/>
            <a:ext cx="8442640" cy="23762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t"/>
          <a:lstStyle/>
          <a:p>
            <a:pPr defTabSz="914242"/>
            <a:endParaRPr lang="de-DE" sz="1400" dirty="0" smtClean="0">
              <a:solidFill>
                <a:prstClr val="black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House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Microdata</a:t>
            </a:r>
            <a:r>
              <a:rPr lang="de-DE" dirty="0" smtClean="0"/>
              <a:t/>
            </a:r>
            <a:br>
              <a:rPr lang="de-DE" dirty="0" smtClean="0"/>
            </a:b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>
          <a:xfrm>
            <a:off x="351140" y="1196752"/>
            <a:ext cx="8076057" cy="5040560"/>
          </a:xfrm>
        </p:spPr>
        <p:txBody>
          <a:bodyPr>
            <a:normAutofit/>
          </a:bodyPr>
          <a:lstStyle/>
          <a:p>
            <a:pPr>
              <a:buClr>
                <a:srgbClr val="0063A1"/>
              </a:buClr>
              <a:buFont typeface="Arial Unicode MS" pitchFamily="34" charset="-128"/>
              <a:buChar char="❙"/>
            </a:pPr>
            <a:r>
              <a:rPr lang="de-DE" dirty="0" smtClean="0"/>
              <a:t>The </a:t>
            </a:r>
            <a:r>
              <a:rPr lang="de-DE" b="1" dirty="0" smtClean="0"/>
              <a:t>House </a:t>
            </a:r>
            <a:r>
              <a:rPr lang="de-DE" b="1" dirty="0" err="1" smtClean="0"/>
              <a:t>of</a:t>
            </a:r>
            <a:r>
              <a:rPr lang="de-DE" b="1" dirty="0" smtClean="0"/>
              <a:t> </a:t>
            </a:r>
            <a:r>
              <a:rPr lang="de-DE" b="1" dirty="0" err="1" smtClean="0"/>
              <a:t>Microdata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providing</a:t>
            </a:r>
            <a:r>
              <a:rPr lang="de-DE" dirty="0" smtClean="0"/>
              <a:t> a </a:t>
            </a:r>
            <a:r>
              <a:rPr lang="de-DE" b="1" dirty="0" err="1" smtClean="0"/>
              <a:t>Classification</a:t>
            </a:r>
            <a:r>
              <a:rPr lang="de-DE" b="1" dirty="0" smtClean="0"/>
              <a:t> System</a:t>
            </a:r>
            <a:r>
              <a:rPr lang="de-DE" dirty="0" smtClean="0"/>
              <a:t> </a:t>
            </a:r>
            <a:r>
              <a:rPr lang="de-DE" dirty="0" err="1" smtClean="0"/>
              <a:t>through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Implementation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b="1" dirty="0" smtClean="0"/>
              <a:t>SDMX</a:t>
            </a:r>
          </a:p>
          <a:p>
            <a:pPr lvl="1">
              <a:buClr>
                <a:srgbClr val="0063A1"/>
              </a:buClr>
              <a:buFont typeface="Arial Unicode MS" pitchFamily="34" charset="-128"/>
              <a:buChar char="❙"/>
            </a:pPr>
            <a:r>
              <a:rPr lang="de-DE" dirty="0" smtClean="0"/>
              <a:t>Setup </a:t>
            </a:r>
            <a:r>
              <a:rPr lang="de-DE" dirty="0" err="1" smtClean="0"/>
              <a:t>of</a:t>
            </a:r>
            <a:r>
              <a:rPr lang="de-DE" dirty="0" smtClean="0"/>
              <a:t> a </a:t>
            </a:r>
            <a:r>
              <a:rPr lang="de-DE" b="1" dirty="0" err="1" smtClean="0"/>
              <a:t>consolidated</a:t>
            </a:r>
            <a:r>
              <a:rPr lang="de-DE" b="1" dirty="0" smtClean="0"/>
              <a:t> Data Collection</a:t>
            </a:r>
          </a:p>
          <a:p>
            <a:pPr lvl="1">
              <a:buClr>
                <a:srgbClr val="0063A1"/>
              </a:buClr>
              <a:buFont typeface="Arial Unicode MS" pitchFamily="34" charset="-128"/>
              <a:buChar char="❙"/>
            </a:pPr>
            <a:r>
              <a:rPr lang="de-DE" b="1" dirty="0" smtClean="0"/>
              <a:t>Data Sharing</a:t>
            </a:r>
          </a:p>
          <a:p>
            <a:pPr lvl="1">
              <a:buClr>
                <a:srgbClr val="0063A1"/>
              </a:buClr>
              <a:buFont typeface="Arial Unicode MS" pitchFamily="34" charset="-128"/>
              <a:buChar char="❙"/>
            </a:pPr>
            <a:r>
              <a:rPr lang="de-DE" dirty="0" smtClean="0"/>
              <a:t>Support </a:t>
            </a:r>
            <a:r>
              <a:rPr lang="de-DE" dirty="0" err="1" smtClean="0"/>
              <a:t>of</a:t>
            </a:r>
            <a:r>
              <a:rPr lang="de-DE" dirty="0" smtClean="0"/>
              <a:t>  </a:t>
            </a:r>
            <a:r>
              <a:rPr lang="de-DE" b="1" dirty="0" smtClean="0"/>
              <a:t>Bank-</a:t>
            </a:r>
            <a:r>
              <a:rPr lang="de-DE" b="1" dirty="0" err="1" smtClean="0"/>
              <a:t>wide</a:t>
            </a:r>
            <a:r>
              <a:rPr lang="de-DE" b="1" dirty="0" smtClean="0"/>
              <a:t> Analysis </a:t>
            </a:r>
            <a:r>
              <a:rPr lang="de-DE" dirty="0" err="1" smtClean="0"/>
              <a:t>as</a:t>
            </a:r>
            <a:r>
              <a:rPr lang="de-DE" dirty="0" smtClean="0"/>
              <a:t> </a:t>
            </a:r>
            <a:r>
              <a:rPr lang="de-DE" dirty="0" err="1" smtClean="0"/>
              <a:t>well</a:t>
            </a:r>
            <a:r>
              <a:rPr lang="de-DE" dirty="0" smtClean="0"/>
              <a:t> </a:t>
            </a:r>
            <a:r>
              <a:rPr lang="de-DE" dirty="0" err="1" smtClean="0"/>
              <a:t>as</a:t>
            </a:r>
            <a:r>
              <a:rPr lang="de-DE" b="1" dirty="0" smtClean="0"/>
              <a:t>    </a:t>
            </a:r>
          </a:p>
          <a:p>
            <a:pPr marL="159660" lvl="1" indent="0">
              <a:buClr>
                <a:srgbClr val="0063A1"/>
              </a:buClr>
              <a:buNone/>
            </a:pPr>
            <a:r>
              <a:rPr lang="de-DE" b="1" dirty="0" smtClean="0"/>
              <a:t>   </a:t>
            </a:r>
            <a:r>
              <a:rPr lang="de-DE" b="1" dirty="0" err="1" smtClean="0"/>
              <a:t>internal</a:t>
            </a:r>
            <a:r>
              <a:rPr lang="de-DE" b="1" dirty="0" smtClean="0"/>
              <a:t> </a:t>
            </a:r>
            <a:r>
              <a:rPr lang="de-DE" b="1" dirty="0" err="1" smtClean="0"/>
              <a:t>and</a:t>
            </a:r>
            <a:r>
              <a:rPr lang="de-DE" b="1" dirty="0" smtClean="0"/>
              <a:t> </a:t>
            </a:r>
            <a:r>
              <a:rPr lang="de-DE" b="1" dirty="0" err="1" smtClean="0"/>
              <a:t>external</a:t>
            </a:r>
            <a:r>
              <a:rPr lang="de-DE" b="1" dirty="0" smtClean="0"/>
              <a:t> Research</a:t>
            </a:r>
            <a:r>
              <a:rPr lang="de-DE" sz="1100" b="1" dirty="0" smtClean="0"/>
              <a:t> </a:t>
            </a:r>
          </a:p>
          <a:p>
            <a:pPr lvl="1">
              <a:buClr>
                <a:srgbClr val="0063A1"/>
              </a:buClr>
              <a:buFont typeface="Arial Unicode MS" pitchFamily="34" charset="-128"/>
              <a:buChar char="❙"/>
            </a:pPr>
            <a:endParaRPr lang="de-DE" sz="1100" b="1" dirty="0"/>
          </a:p>
          <a:p>
            <a:pPr lvl="1">
              <a:buClr>
                <a:srgbClr val="0063A1"/>
              </a:buClr>
              <a:buFont typeface="Arial Unicode MS" pitchFamily="34" charset="-128"/>
              <a:buChar char="❙"/>
            </a:pPr>
            <a:endParaRPr lang="de-DE" sz="1100" b="1" dirty="0" smtClean="0"/>
          </a:p>
          <a:p>
            <a:pPr marL="159660" lvl="1" indent="0">
              <a:buClr>
                <a:srgbClr val="0063A1"/>
              </a:buClr>
              <a:buNone/>
            </a:pPr>
            <a:endParaRPr lang="de-DE" sz="1100" b="1" dirty="0" smtClean="0"/>
          </a:p>
          <a:p>
            <a:pPr lvl="1">
              <a:buClr>
                <a:srgbClr val="0063A1"/>
              </a:buClr>
              <a:buFont typeface="Arial Unicode MS" pitchFamily="34" charset="-128"/>
              <a:buChar char="❙"/>
            </a:pPr>
            <a:r>
              <a:rPr lang="de-DE" b="1" dirty="0" smtClean="0"/>
              <a:t>The Research Data </a:t>
            </a:r>
            <a:r>
              <a:rPr lang="de-DE" b="1" dirty="0" err="1" smtClean="0"/>
              <a:t>and</a:t>
            </a:r>
            <a:r>
              <a:rPr lang="de-DE" b="1" dirty="0" smtClean="0"/>
              <a:t> Service </a:t>
            </a:r>
            <a:r>
              <a:rPr lang="de-DE" b="1" dirty="0" err="1" smtClean="0"/>
              <a:t>Centre</a:t>
            </a:r>
            <a:r>
              <a:rPr lang="de-DE" b="1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providing</a:t>
            </a:r>
            <a:r>
              <a:rPr lang="de-DE" b="1" dirty="0" smtClean="0"/>
              <a:t> 		  Data – </a:t>
            </a:r>
            <a:r>
              <a:rPr lang="de-DE" b="1" dirty="0" err="1" smtClean="0"/>
              <a:t>and</a:t>
            </a:r>
            <a:r>
              <a:rPr lang="de-DE" b="1" dirty="0" smtClean="0"/>
              <a:t> Analysis Services</a:t>
            </a:r>
          </a:p>
          <a:p>
            <a:pPr lvl="2">
              <a:buClr>
                <a:srgbClr val="0063A1"/>
              </a:buClr>
              <a:buFont typeface="Arial Unicode MS" pitchFamily="34" charset="-128"/>
              <a:buChar char="❙"/>
            </a:pPr>
            <a:r>
              <a:rPr lang="de-DE" dirty="0" smtClean="0"/>
              <a:t>Providing</a:t>
            </a:r>
            <a:r>
              <a:rPr lang="de-DE" b="1" dirty="0" smtClean="0"/>
              <a:t> Research </a:t>
            </a:r>
            <a:r>
              <a:rPr lang="de-DE" b="1" dirty="0" err="1" smtClean="0"/>
              <a:t>and</a:t>
            </a:r>
            <a:r>
              <a:rPr lang="de-DE" b="1" dirty="0" smtClean="0"/>
              <a:t> Analysis Data</a:t>
            </a:r>
          </a:p>
          <a:p>
            <a:pPr lvl="2">
              <a:buClr>
                <a:srgbClr val="0063A1"/>
              </a:buClr>
              <a:buFont typeface="Arial Unicode MS" pitchFamily="34" charset="-128"/>
              <a:buChar char="❙"/>
            </a:pPr>
            <a:r>
              <a:rPr lang="de-DE" b="1" dirty="0" err="1" smtClean="0"/>
              <a:t>Documentation</a:t>
            </a:r>
            <a:r>
              <a:rPr lang="de-DE" b="1" dirty="0" smtClean="0"/>
              <a:t> </a:t>
            </a:r>
            <a:r>
              <a:rPr lang="de-DE" dirty="0" err="1" smtClean="0"/>
              <a:t>and</a:t>
            </a:r>
            <a:r>
              <a:rPr lang="de-DE" b="1" dirty="0" smtClean="0"/>
              <a:t> Consulting</a:t>
            </a:r>
          </a:p>
          <a:p>
            <a:pPr lvl="2">
              <a:buClr>
                <a:srgbClr val="0063A1"/>
              </a:buClr>
              <a:buFont typeface="Arial Unicode MS" pitchFamily="34" charset="-128"/>
              <a:buChar char="❙"/>
            </a:pPr>
            <a:r>
              <a:rPr lang="de-DE" b="1" dirty="0" err="1" smtClean="0"/>
              <a:t>Matching</a:t>
            </a:r>
            <a:r>
              <a:rPr lang="de-DE" b="1" dirty="0" smtClean="0"/>
              <a:t> </a:t>
            </a:r>
            <a:r>
              <a:rPr lang="de-DE" dirty="0" err="1" smtClean="0"/>
              <a:t>and</a:t>
            </a:r>
            <a:r>
              <a:rPr lang="de-DE" b="1" dirty="0" smtClean="0"/>
              <a:t> </a:t>
            </a:r>
            <a:r>
              <a:rPr lang="de-DE" b="1" dirty="0" err="1" smtClean="0"/>
              <a:t>Merging</a:t>
            </a:r>
            <a:endParaRPr lang="de-DE" b="1" dirty="0" smtClean="0"/>
          </a:p>
          <a:p>
            <a:pPr lvl="2">
              <a:buClr>
                <a:srgbClr val="0063A1"/>
              </a:buClr>
              <a:buFont typeface="Arial Unicode MS" pitchFamily="34" charset="-128"/>
              <a:buChar char="❙"/>
            </a:pPr>
            <a:r>
              <a:rPr lang="de-DE" b="1" dirty="0" err="1" smtClean="0"/>
              <a:t>Guidance</a:t>
            </a:r>
            <a:r>
              <a:rPr lang="de-DE" b="1" dirty="0" smtClean="0"/>
              <a:t> </a:t>
            </a:r>
            <a:r>
              <a:rPr lang="de-DE" dirty="0" err="1" smtClean="0"/>
              <a:t>through</a:t>
            </a:r>
            <a:r>
              <a:rPr lang="de-DE" dirty="0" smtClean="0"/>
              <a:t> IMIDIAS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internal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external</a:t>
            </a:r>
            <a:r>
              <a:rPr lang="de-DE" dirty="0" smtClean="0"/>
              <a:t> Users</a:t>
            </a:r>
            <a:r>
              <a:rPr lang="de-DE" sz="1100" b="1" dirty="0" smtClean="0"/>
              <a:t/>
            </a:r>
            <a:br>
              <a:rPr lang="de-DE" sz="1100" b="1" dirty="0" smtClean="0"/>
            </a:br>
            <a:endParaRPr lang="de-DE" sz="1100" dirty="0" smtClean="0"/>
          </a:p>
          <a:p>
            <a:pPr marL="167187" lvl="1" indent="0">
              <a:buClr>
                <a:srgbClr val="0063A1"/>
              </a:buClr>
              <a:buNone/>
            </a:pPr>
            <a:endParaRPr lang="de-DE" sz="1400" dirty="0" smtClean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>
                <a:solidFill>
                  <a:prstClr val="black"/>
                </a:solidFill>
              </a:rPr>
              <a:t>EDDI 2015</a:t>
            </a:r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de-DE" smtClean="0">
                <a:solidFill>
                  <a:prstClr val="black"/>
                </a:solidFill>
              </a:rPr>
              <a:t>Seite </a:t>
            </a:r>
            <a:fld id="{795659D1-D435-4DC4-B545-657E7139435F}" type="slidenum">
              <a:rPr lang="de-DE" smtClean="0">
                <a:solidFill>
                  <a:prstClr val="black"/>
                </a:solidFill>
              </a:rPr>
              <a:pPr/>
              <a:t>10</a:t>
            </a:fld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smtClean="0">
                <a:solidFill>
                  <a:prstClr val="black"/>
                </a:solidFill>
              </a:rPr>
              <a:t>Towards Metadata Management with SDMX and DDI</a:t>
            </a:r>
            <a:endParaRPr lang="de-DE" dirty="0">
              <a:solidFill>
                <a:prstClr val="black"/>
              </a:solidFill>
            </a:endParaRPr>
          </a:p>
        </p:txBody>
      </p:sp>
      <p:grpSp>
        <p:nvGrpSpPr>
          <p:cNvPr id="11" name="Gruppieren 61"/>
          <p:cNvGrpSpPr/>
          <p:nvPr/>
        </p:nvGrpSpPr>
        <p:grpSpPr>
          <a:xfrm>
            <a:off x="6753913" y="1644506"/>
            <a:ext cx="1931213" cy="860086"/>
            <a:chOff x="5529064" y="3068960"/>
            <a:chExt cx="1800200" cy="1224136"/>
          </a:xfrm>
        </p:grpSpPr>
        <p:sp>
          <p:nvSpPr>
            <p:cNvPr id="21" name="Rechteck 20"/>
            <p:cNvSpPr/>
            <p:nvPr/>
          </p:nvSpPr>
          <p:spPr>
            <a:xfrm>
              <a:off x="5529064" y="3068960"/>
              <a:ext cx="1800200" cy="12241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42"/>
              <a:endParaRPr lang="de-DE">
                <a:solidFill>
                  <a:srgbClr val="FFFFFF"/>
                </a:solidFill>
              </a:endParaRPr>
            </a:p>
          </p:txBody>
        </p:sp>
        <p:pic>
          <p:nvPicPr>
            <p:cNvPr id="22" name="Grafik 21" descr="Hochlager_v2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01072" y="3140968"/>
              <a:ext cx="1656184" cy="10801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grpSp>
        <p:nvGrpSpPr>
          <p:cNvPr id="45" name="Gruppieren 44"/>
          <p:cNvGrpSpPr/>
          <p:nvPr/>
        </p:nvGrpSpPr>
        <p:grpSpPr>
          <a:xfrm>
            <a:off x="6713679" y="2626071"/>
            <a:ext cx="2011681" cy="473858"/>
            <a:chOff x="7113240" y="4005064"/>
            <a:chExt cx="2377441" cy="473858"/>
          </a:xfrm>
        </p:grpSpPr>
        <p:sp>
          <p:nvSpPr>
            <p:cNvPr id="27" name="Rechteck 26"/>
            <p:cNvSpPr/>
            <p:nvPr/>
          </p:nvSpPr>
          <p:spPr>
            <a:xfrm>
              <a:off x="7113240" y="4005064"/>
              <a:ext cx="2377441" cy="4738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42"/>
              <a:endParaRPr lang="de-DE" sz="1100">
                <a:solidFill>
                  <a:srgbClr val="FFFFFF"/>
                </a:solidFill>
              </a:endParaRPr>
            </a:p>
          </p:txBody>
        </p:sp>
        <p:pic>
          <p:nvPicPr>
            <p:cNvPr id="29" name="Grafik 28" descr="Schranke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71227" y="4077070"/>
              <a:ext cx="2261467" cy="368286"/>
            </a:xfrm>
            <a:prstGeom prst="rect">
              <a:avLst/>
            </a:prstGeom>
          </p:spPr>
        </p:pic>
      </p:grpSp>
      <p:grpSp>
        <p:nvGrpSpPr>
          <p:cNvPr id="44" name="Gruppieren 43"/>
          <p:cNvGrpSpPr/>
          <p:nvPr/>
        </p:nvGrpSpPr>
        <p:grpSpPr>
          <a:xfrm>
            <a:off x="6699883" y="2801611"/>
            <a:ext cx="2011680" cy="1224138"/>
            <a:chOff x="7113240" y="4293094"/>
            <a:chExt cx="2377440" cy="1224138"/>
          </a:xfrm>
        </p:grpSpPr>
        <p:grpSp>
          <p:nvGrpSpPr>
            <p:cNvPr id="8" name="Gruppieren 64"/>
            <p:cNvGrpSpPr/>
            <p:nvPr/>
          </p:nvGrpSpPr>
          <p:grpSpPr>
            <a:xfrm>
              <a:off x="7113240" y="4869160"/>
              <a:ext cx="2377440" cy="648072"/>
              <a:chOff x="5025008" y="5337212"/>
              <a:chExt cx="2592288" cy="972108"/>
            </a:xfrm>
          </p:grpSpPr>
          <p:sp>
            <p:nvSpPr>
              <p:cNvPr id="34" name="Rechteck 33"/>
              <p:cNvSpPr/>
              <p:nvPr/>
            </p:nvSpPr>
            <p:spPr>
              <a:xfrm>
                <a:off x="5025008" y="5337212"/>
                <a:ext cx="2592288" cy="9721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42"/>
                <a:endParaRPr lang="de-DE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35" name="Gruppieren 108"/>
              <p:cNvGrpSpPr/>
              <p:nvPr/>
            </p:nvGrpSpPr>
            <p:grpSpPr>
              <a:xfrm>
                <a:off x="5241032" y="5589240"/>
                <a:ext cx="2167001" cy="606233"/>
                <a:chOff x="5241032" y="5589240"/>
                <a:chExt cx="2167001" cy="606233"/>
              </a:xfrm>
            </p:grpSpPr>
            <p:pic>
              <p:nvPicPr>
                <p:cNvPr id="36" name="Grafik 35" descr="Figur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 flipH="1">
                  <a:off x="5241032" y="5589240"/>
                  <a:ext cx="222785" cy="606233"/>
                </a:xfrm>
                <a:prstGeom prst="rect">
                  <a:avLst/>
                </a:prstGeom>
              </p:spPr>
            </p:pic>
            <p:pic>
              <p:nvPicPr>
                <p:cNvPr id="37" name="Grafik 18" descr="Figur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 flipH="1">
                  <a:off x="5727086" y="5589240"/>
                  <a:ext cx="222785" cy="606233"/>
                </a:xfrm>
                <a:prstGeom prst="rect">
                  <a:avLst/>
                </a:prstGeom>
              </p:spPr>
            </p:pic>
            <p:pic>
              <p:nvPicPr>
                <p:cNvPr id="38" name="Grafik 37" descr="Figur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 flipH="1">
                  <a:off x="6213140" y="5589240"/>
                  <a:ext cx="222785" cy="606233"/>
                </a:xfrm>
                <a:prstGeom prst="rect">
                  <a:avLst/>
                </a:prstGeom>
              </p:spPr>
            </p:pic>
            <p:pic>
              <p:nvPicPr>
                <p:cNvPr id="39" name="Grafik 38" descr="Figur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 flipH="1">
                  <a:off x="6699194" y="5589240"/>
                  <a:ext cx="222785" cy="606233"/>
                </a:xfrm>
                <a:prstGeom prst="rect">
                  <a:avLst/>
                </a:prstGeom>
              </p:spPr>
            </p:pic>
            <p:pic>
              <p:nvPicPr>
                <p:cNvPr id="40" name="Grafik 39" descr="Figur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 flipH="1">
                  <a:off x="7185248" y="5589240"/>
                  <a:ext cx="222785" cy="606233"/>
                </a:xfrm>
                <a:prstGeom prst="rect">
                  <a:avLst/>
                </a:prstGeom>
              </p:spPr>
            </p:pic>
          </p:grpSp>
        </p:grpSp>
        <p:pic>
          <p:nvPicPr>
            <p:cNvPr id="30" name="Grafik 29" descr="Datenbank_v3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66076" y="4725148"/>
              <a:ext cx="319204" cy="292603"/>
            </a:xfrm>
            <a:prstGeom prst="rect">
              <a:avLst/>
            </a:prstGeom>
          </p:spPr>
        </p:pic>
        <p:pic>
          <p:nvPicPr>
            <p:cNvPr id="31" name="Grafik 30" descr="Datenbank_v3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63528" y="4725148"/>
              <a:ext cx="319204" cy="292603"/>
            </a:xfrm>
            <a:prstGeom prst="rect">
              <a:avLst/>
            </a:prstGeom>
          </p:spPr>
        </p:pic>
        <p:pic>
          <p:nvPicPr>
            <p:cNvPr id="32" name="Grafik 31" descr="Datenbank_v3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31316" y="4725148"/>
              <a:ext cx="319204" cy="292603"/>
            </a:xfrm>
            <a:prstGeom prst="rect">
              <a:avLst/>
            </a:prstGeom>
          </p:spPr>
        </p:pic>
        <p:pic>
          <p:nvPicPr>
            <p:cNvPr id="33" name="Grafik 32" descr="Datenbank_v3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58432" y="4725148"/>
              <a:ext cx="319204" cy="292604"/>
            </a:xfrm>
            <a:prstGeom prst="rect">
              <a:avLst/>
            </a:prstGeom>
          </p:spPr>
        </p:pic>
        <p:cxnSp>
          <p:nvCxnSpPr>
            <p:cNvPr id="17" name="Gerade Verbindung mit Pfeil 16"/>
            <p:cNvCxnSpPr>
              <a:stCxn id="30" idx="0"/>
            </p:cNvCxnSpPr>
            <p:nvPr/>
          </p:nvCxnSpPr>
          <p:spPr>
            <a:xfrm flipH="1" flipV="1">
              <a:off x="8914616" y="4293094"/>
              <a:ext cx="11062" cy="432048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arrow"/>
            </a:ln>
            <a:effectLst>
              <a:outerShdw blurRad="50800" dist="12700" dir="2700000" algn="tl" rotWithShape="0">
                <a:prstClr val="black">
                  <a:alpha val="73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mit Pfeil 17"/>
            <p:cNvCxnSpPr>
              <a:stCxn id="31" idx="0"/>
            </p:cNvCxnSpPr>
            <p:nvPr/>
          </p:nvCxnSpPr>
          <p:spPr>
            <a:xfrm flipH="1" flipV="1">
              <a:off x="8410560" y="4293094"/>
              <a:ext cx="12570" cy="432048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arrow"/>
            </a:ln>
            <a:effectLst>
              <a:outerShdw blurRad="50800" dist="12700" dir="2700000" algn="tl" rotWithShape="0">
                <a:prstClr val="black">
                  <a:alpha val="73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mit Pfeil 18"/>
            <p:cNvCxnSpPr>
              <a:stCxn id="32" idx="0"/>
            </p:cNvCxnSpPr>
            <p:nvPr/>
          </p:nvCxnSpPr>
          <p:spPr>
            <a:xfrm flipV="1">
              <a:off x="7890918" y="4293094"/>
              <a:ext cx="15586" cy="432048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arrow"/>
            </a:ln>
            <a:effectLst>
              <a:outerShdw blurRad="50800" dist="12700" dir="2700000" algn="tl" rotWithShape="0">
                <a:prstClr val="black">
                  <a:alpha val="73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 Verbindung mit Pfeil 19"/>
            <p:cNvCxnSpPr>
              <a:stCxn id="33" idx="0"/>
            </p:cNvCxnSpPr>
            <p:nvPr/>
          </p:nvCxnSpPr>
          <p:spPr>
            <a:xfrm flipH="1" flipV="1">
              <a:off x="7402448" y="4293094"/>
              <a:ext cx="15586" cy="432048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arrow"/>
            </a:ln>
            <a:effectLst>
              <a:outerShdw blurRad="50800" dist="12700" dir="2700000" algn="tl" rotWithShape="0">
                <a:prstClr val="black">
                  <a:alpha val="73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uppieren 19"/>
          <p:cNvGrpSpPr/>
          <p:nvPr/>
        </p:nvGrpSpPr>
        <p:grpSpPr>
          <a:xfrm>
            <a:off x="6740903" y="4197717"/>
            <a:ext cx="1935391" cy="1066742"/>
            <a:chOff x="6177136" y="3645024"/>
            <a:chExt cx="2736304" cy="1584176"/>
          </a:xfrm>
        </p:grpSpPr>
        <p:sp>
          <p:nvSpPr>
            <p:cNvPr id="43" name="Rechteck 42"/>
            <p:cNvSpPr/>
            <p:nvPr/>
          </p:nvSpPr>
          <p:spPr>
            <a:xfrm>
              <a:off x="6177136" y="3645024"/>
              <a:ext cx="2736304" cy="15841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42"/>
              <a:endParaRPr lang="de-DE">
                <a:solidFill>
                  <a:srgbClr val="FFFFFF"/>
                </a:solidFill>
              </a:endParaRPr>
            </a:p>
          </p:txBody>
        </p:sp>
        <p:pic>
          <p:nvPicPr>
            <p:cNvPr id="46" name="Grafik 45" descr="Beratung am Tisch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49144" y="3717032"/>
              <a:ext cx="2573968" cy="1471057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36665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Eingekerbter Richtungspfeil 44"/>
          <p:cNvSpPr/>
          <p:nvPr/>
        </p:nvSpPr>
        <p:spPr>
          <a:xfrm>
            <a:off x="118582" y="1185126"/>
            <a:ext cx="8707429" cy="360040"/>
          </a:xfrm>
          <a:prstGeom prst="chevron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sz="1400" dirty="0" smtClean="0">
                <a:solidFill>
                  <a:sysClr val="windowText" lastClr="000000"/>
                </a:solidFill>
              </a:rPr>
              <a:t>IMIDIAS </a:t>
            </a:r>
            <a:r>
              <a:rPr lang="de-DE" sz="1400" dirty="0" err="1" smtClean="0">
                <a:solidFill>
                  <a:sysClr val="windowText" lastClr="000000"/>
                </a:solidFill>
              </a:rPr>
              <a:t>content</a:t>
            </a:r>
            <a:r>
              <a:rPr lang="de-DE" sz="1400" dirty="0" smtClean="0">
                <a:solidFill>
                  <a:sysClr val="windowText" lastClr="000000"/>
                </a:solidFill>
              </a:rPr>
              <a:t> </a:t>
            </a:r>
            <a:r>
              <a:rPr lang="de-DE" sz="1400" dirty="0" err="1" smtClean="0">
                <a:solidFill>
                  <a:sysClr val="windowText" lastClr="000000"/>
                </a:solidFill>
              </a:rPr>
              <a:t>project</a:t>
            </a:r>
            <a:r>
              <a:rPr lang="de-DE" sz="1400" dirty="0" smtClean="0">
                <a:solidFill>
                  <a:sysClr val="windowText" lastClr="000000"/>
                </a:solidFill>
              </a:rPr>
              <a:t> </a:t>
            </a:r>
            <a:endParaRPr lang="de-DE" sz="1400" dirty="0">
              <a:solidFill>
                <a:sysClr val="windowText" lastClr="000000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House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Microdata</a:t>
            </a:r>
            <a:r>
              <a:rPr lang="de-DE" dirty="0" smtClean="0"/>
              <a:t> – Data Integration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EDDI 2015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de-DE" dirty="0" smtClean="0"/>
              <a:t>Seite </a:t>
            </a:r>
            <a:fld id="{795659D1-D435-4DC4-B545-657E7139435F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smtClean="0"/>
              <a:t>Towards Metadata Management with SDMX and DDI</a:t>
            </a:r>
            <a:endParaRPr lang="de-DE" dirty="0"/>
          </a:p>
        </p:txBody>
      </p:sp>
      <p:grpSp>
        <p:nvGrpSpPr>
          <p:cNvPr id="51" name="Gruppieren 50"/>
          <p:cNvGrpSpPr/>
          <p:nvPr/>
        </p:nvGrpSpPr>
        <p:grpSpPr>
          <a:xfrm>
            <a:off x="317989" y="1484785"/>
            <a:ext cx="8693001" cy="1081813"/>
            <a:chOff x="488582" y="1916832"/>
            <a:chExt cx="8928914" cy="1081813"/>
          </a:xfrm>
        </p:grpSpPr>
        <p:sp>
          <p:nvSpPr>
            <p:cNvPr id="39" name="Eingekerbter Richtungspfeil 38"/>
            <p:cNvSpPr/>
            <p:nvPr/>
          </p:nvSpPr>
          <p:spPr>
            <a:xfrm>
              <a:off x="2570876" y="1916832"/>
              <a:ext cx="2682032" cy="1080120"/>
            </a:xfrm>
            <a:prstGeom prst="chevron">
              <a:avLst/>
            </a:prstGeom>
            <a:solidFill>
              <a:schemeClr val="bg2"/>
            </a:solidFill>
            <a:ln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08000" rIns="0" rtlCol="0" anchor="t" anchorCtr="0"/>
            <a:lstStyle/>
            <a:p>
              <a:pPr algn="ctr"/>
              <a:r>
                <a:rPr lang="de-DE" sz="1200" dirty="0" smtClean="0"/>
                <a:t>Phase II: </a:t>
              </a:r>
              <a:br>
                <a:rPr lang="de-DE" sz="1200" dirty="0" smtClean="0"/>
              </a:br>
              <a:r>
                <a:rPr lang="de-DE" sz="1200" dirty="0" smtClean="0"/>
                <a:t>Evaluation </a:t>
              </a:r>
              <a:r>
                <a:rPr lang="de-DE" sz="1200" dirty="0" err="1" smtClean="0"/>
                <a:t>of</a:t>
              </a:r>
              <a:r>
                <a:rPr lang="de-DE" sz="1200" dirty="0" smtClean="0"/>
                <a:t> </a:t>
              </a:r>
              <a:r>
                <a:rPr lang="de-DE" sz="1200" dirty="0" err="1" smtClean="0"/>
                <a:t>Feasibility</a:t>
              </a:r>
              <a:endParaRPr lang="de-DE" sz="1200" dirty="0" smtClean="0"/>
            </a:p>
            <a:p>
              <a:r>
                <a:rPr lang="de-DE" sz="1200" dirty="0" smtClean="0">
                  <a:solidFill>
                    <a:schemeClr val="tx1"/>
                  </a:solidFill>
                </a:rPr>
                <a:t> legal  </a:t>
              </a:r>
              <a:r>
                <a:rPr lang="de-DE" sz="1200" dirty="0" err="1" smtClean="0">
                  <a:solidFill>
                    <a:schemeClr val="tx1"/>
                  </a:solidFill>
                </a:rPr>
                <a:t>and</a:t>
              </a:r>
              <a:r>
                <a:rPr lang="de-DE" sz="1200" dirty="0" smtClean="0">
                  <a:solidFill>
                    <a:schemeClr val="tx1"/>
                  </a:solidFill>
                </a:rPr>
                <a:t>   </a:t>
              </a:r>
              <a:r>
                <a:rPr lang="de-DE" sz="1200" dirty="0" err="1" smtClean="0">
                  <a:solidFill>
                    <a:schemeClr val="tx1"/>
                  </a:solidFill>
                </a:rPr>
                <a:t>technical</a:t>
              </a:r>
              <a:r>
                <a:rPr lang="de-DE" sz="1200" dirty="0" smtClean="0">
                  <a:solidFill>
                    <a:schemeClr val="tx1"/>
                  </a:solidFill>
                </a:rPr>
                <a:t>  </a:t>
              </a:r>
              <a:endParaRPr lang="de-DE" sz="1200" dirty="0">
                <a:solidFill>
                  <a:schemeClr val="tx1"/>
                </a:solidFill>
              </a:endParaRPr>
            </a:p>
          </p:txBody>
        </p:sp>
        <p:sp>
          <p:nvSpPr>
            <p:cNvPr id="40" name="Eingekerbter Richtungspfeil 39"/>
            <p:cNvSpPr/>
            <p:nvPr/>
          </p:nvSpPr>
          <p:spPr>
            <a:xfrm>
              <a:off x="4653170" y="1918525"/>
              <a:ext cx="2682032" cy="1076946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08000" rIns="0" rtlCol="0" anchor="t" anchorCtr="0"/>
            <a:lstStyle/>
            <a:p>
              <a:pPr algn="ctr"/>
              <a:r>
                <a:rPr lang="de-DE" sz="1200" dirty="0" smtClean="0"/>
                <a:t>Phase III: </a:t>
              </a:r>
            </a:p>
            <a:p>
              <a:pPr algn="ctr"/>
              <a:r>
                <a:rPr lang="de-DE" sz="1200" dirty="0" smtClean="0"/>
                <a:t>Target </a:t>
              </a:r>
              <a:r>
                <a:rPr lang="de-DE" sz="1200" dirty="0" err="1" smtClean="0"/>
                <a:t>structure</a:t>
              </a:r>
              <a:r>
                <a:rPr lang="de-DE" sz="1200" dirty="0" smtClean="0"/>
                <a:t/>
              </a:r>
              <a:br>
                <a:rPr lang="de-DE" sz="1200" dirty="0" smtClean="0"/>
              </a:br>
              <a:r>
                <a:rPr lang="de-DE" sz="1200" dirty="0" smtClean="0">
                  <a:solidFill>
                    <a:schemeClr val="tx1"/>
                  </a:solidFill>
                </a:rPr>
                <a:t>SDMX-</a:t>
              </a:r>
              <a:r>
                <a:rPr lang="de-DE" sz="1200" dirty="0" err="1" smtClean="0">
                  <a:solidFill>
                    <a:schemeClr val="tx1"/>
                  </a:solidFill>
                </a:rPr>
                <a:t>Classification</a:t>
              </a:r>
              <a:r>
                <a:rPr lang="de-DE" sz="1200" dirty="0" smtClean="0">
                  <a:solidFill>
                    <a:schemeClr val="tx1"/>
                  </a:solidFill>
                </a:rPr>
                <a:t/>
              </a:r>
              <a:br>
                <a:rPr lang="de-DE" sz="1200" dirty="0" smtClean="0">
                  <a:solidFill>
                    <a:schemeClr val="tx1"/>
                  </a:solidFill>
                </a:rPr>
              </a:br>
              <a:r>
                <a:rPr lang="de-DE" sz="1200" dirty="0" err="1" smtClean="0">
                  <a:solidFill>
                    <a:schemeClr val="tx1"/>
                  </a:solidFill>
                </a:rPr>
                <a:t>Documentation</a:t>
              </a:r>
              <a:r>
                <a:rPr lang="de-DE" sz="1200" dirty="0" smtClean="0">
                  <a:solidFill>
                    <a:schemeClr val="tx1"/>
                  </a:solidFill>
                </a:rPr>
                <a:t>, </a:t>
              </a:r>
              <a:r>
                <a:rPr lang="de-DE" sz="1200" dirty="0" err="1" smtClean="0">
                  <a:solidFill>
                    <a:schemeClr val="tx1"/>
                  </a:solidFill>
                </a:rPr>
                <a:t>cost</a:t>
              </a:r>
              <a:r>
                <a:rPr lang="de-DE" sz="1200" dirty="0" smtClean="0">
                  <a:solidFill>
                    <a:schemeClr val="tx1"/>
                  </a:solidFill>
                </a:rPr>
                <a:t> </a:t>
              </a:r>
              <a:r>
                <a:rPr lang="de-DE" sz="1200" dirty="0" err="1" smtClean="0">
                  <a:solidFill>
                    <a:schemeClr val="tx1"/>
                  </a:solidFill>
                </a:rPr>
                <a:t>estimation</a:t>
              </a:r>
              <a:r>
                <a:rPr lang="de-DE" sz="1200" dirty="0" smtClean="0">
                  <a:solidFill>
                    <a:schemeClr val="tx1"/>
                  </a:solidFill>
                </a:rPr>
                <a:t> </a:t>
              </a:r>
              <a:endParaRPr lang="de-DE" sz="1200" dirty="0">
                <a:solidFill>
                  <a:schemeClr val="tx1"/>
                </a:solidFill>
              </a:endParaRPr>
            </a:p>
          </p:txBody>
        </p:sp>
        <p:sp>
          <p:nvSpPr>
            <p:cNvPr id="41" name="Eingekerbter Richtungspfeil 40"/>
            <p:cNvSpPr/>
            <p:nvPr/>
          </p:nvSpPr>
          <p:spPr>
            <a:xfrm>
              <a:off x="488582" y="1918525"/>
              <a:ext cx="2682032" cy="1080120"/>
            </a:xfrm>
            <a:prstGeom prst="chevron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08000" rIns="0" rtlCol="0" anchor="t" anchorCtr="0"/>
            <a:lstStyle/>
            <a:p>
              <a:pPr algn="ctr"/>
              <a:r>
                <a:rPr lang="de-DE" sz="1200" dirty="0" smtClean="0"/>
                <a:t>Phase I: </a:t>
              </a:r>
            </a:p>
            <a:p>
              <a:pPr algn="ctr"/>
              <a:r>
                <a:rPr lang="de-DE" sz="1200" dirty="0" smtClean="0"/>
                <a:t>Content Outline</a:t>
              </a:r>
            </a:p>
            <a:p>
              <a:pPr algn="ctr"/>
              <a:r>
                <a:rPr lang="de-DE" sz="1200" dirty="0" err="1" smtClean="0">
                  <a:solidFill>
                    <a:schemeClr val="tx1"/>
                  </a:solidFill>
                </a:rPr>
                <a:t>Overview</a:t>
              </a:r>
              <a:r>
                <a:rPr lang="de-DE" sz="1200" dirty="0" smtClean="0">
                  <a:solidFill>
                    <a:schemeClr val="tx1"/>
                  </a:solidFill>
                </a:rPr>
                <a:t>, Variables</a:t>
              </a:r>
              <a:endParaRPr lang="de-DE" sz="1200" dirty="0">
                <a:solidFill>
                  <a:schemeClr val="tx1"/>
                </a:solidFill>
              </a:endParaRPr>
            </a:p>
          </p:txBody>
        </p:sp>
        <p:sp>
          <p:nvSpPr>
            <p:cNvPr id="42" name="Eingekerbter Richtungspfeil 41"/>
            <p:cNvSpPr/>
            <p:nvPr/>
          </p:nvSpPr>
          <p:spPr>
            <a:xfrm>
              <a:off x="6735464" y="1916832"/>
              <a:ext cx="2682032" cy="108012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08000" rIns="0" rtlCol="0" anchor="t" anchorCtr="0"/>
            <a:lstStyle/>
            <a:p>
              <a:pPr algn="ctr"/>
              <a:r>
                <a:rPr lang="de-DE" sz="1200" dirty="0" smtClean="0"/>
                <a:t>Phase IV: </a:t>
              </a:r>
            </a:p>
            <a:p>
              <a:pPr algn="ctr"/>
              <a:r>
                <a:rPr lang="de-DE" sz="1200" dirty="0" smtClean="0"/>
                <a:t>Implementation</a:t>
              </a:r>
              <a:br>
                <a:rPr lang="de-DE" sz="1200" dirty="0" smtClean="0"/>
              </a:br>
              <a:r>
                <a:rPr lang="de-DE" sz="1200" dirty="0" smtClean="0">
                  <a:solidFill>
                    <a:schemeClr val="tx1"/>
                  </a:solidFill>
                </a:rPr>
                <a:t>IT-Project</a:t>
              </a:r>
              <a:endParaRPr lang="de-DE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1" name="Gruppieren 60"/>
          <p:cNvGrpSpPr/>
          <p:nvPr/>
        </p:nvGrpSpPr>
        <p:grpSpPr>
          <a:xfrm>
            <a:off x="199292" y="2566602"/>
            <a:ext cx="2245702" cy="879592"/>
            <a:chOff x="215900" y="2780928"/>
            <a:chExt cx="2432844" cy="1008112"/>
          </a:xfrm>
        </p:grpSpPr>
        <p:cxnSp>
          <p:nvCxnSpPr>
            <p:cNvPr id="59" name="Gerade Verbindung 58"/>
            <p:cNvCxnSpPr/>
            <p:nvPr/>
          </p:nvCxnSpPr>
          <p:spPr>
            <a:xfrm>
              <a:off x="2648744" y="2780928"/>
              <a:ext cx="0" cy="1008112"/>
            </a:xfrm>
            <a:prstGeom prst="line">
              <a:avLst/>
            </a:prstGeom>
            <a:ln w="28575">
              <a:solidFill>
                <a:srgbClr val="0070C0"/>
              </a:solidFill>
              <a:prstDash val="sysDash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feld 59"/>
            <p:cNvSpPr txBox="1"/>
            <p:nvPr/>
          </p:nvSpPr>
          <p:spPr>
            <a:xfrm>
              <a:off x="215900" y="3004742"/>
              <a:ext cx="2360836" cy="5291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e-DE" sz="1200" dirty="0" smtClean="0">
                  <a:solidFill>
                    <a:srgbClr val="0070C0"/>
                  </a:solidFill>
                </a:rPr>
                <a:t>Content </a:t>
              </a:r>
              <a:r>
                <a:rPr lang="de-DE" sz="1200" dirty="0" err="1">
                  <a:solidFill>
                    <a:srgbClr val="0070C0"/>
                  </a:solidFill>
                </a:rPr>
                <a:t>a</a:t>
              </a:r>
              <a:r>
                <a:rPr lang="de-DE" sz="1200" dirty="0" err="1" smtClean="0">
                  <a:solidFill>
                    <a:srgbClr val="0070C0"/>
                  </a:solidFill>
                </a:rPr>
                <a:t>nd</a:t>
              </a:r>
              <a:r>
                <a:rPr lang="de-DE" sz="1200" dirty="0" smtClean="0">
                  <a:solidFill>
                    <a:srgbClr val="0070C0"/>
                  </a:solidFill>
                </a:rPr>
                <a:t> </a:t>
              </a:r>
              <a:r>
                <a:rPr lang="de-DE" sz="1200" dirty="0" err="1" smtClean="0">
                  <a:solidFill>
                    <a:srgbClr val="0070C0"/>
                  </a:solidFill>
                </a:rPr>
                <a:t>Scope</a:t>
              </a:r>
              <a:r>
                <a:rPr lang="de-DE" sz="1200" dirty="0" smtClean="0">
                  <a:solidFill>
                    <a:srgbClr val="0070C0"/>
                  </a:solidFill>
                </a:rPr>
                <a:t>  </a:t>
              </a:r>
              <a:br>
                <a:rPr lang="de-DE" sz="1200" dirty="0" smtClean="0">
                  <a:solidFill>
                    <a:srgbClr val="0070C0"/>
                  </a:solidFill>
                </a:rPr>
              </a:br>
              <a:r>
                <a:rPr lang="de-DE" sz="1200" dirty="0" smtClean="0">
                  <a:solidFill>
                    <a:srgbClr val="0070C0"/>
                  </a:solidFill>
                </a:rPr>
                <a:t> („</a:t>
              </a:r>
              <a:r>
                <a:rPr lang="de-DE" sz="1200" dirty="0" err="1" smtClean="0">
                  <a:solidFill>
                    <a:srgbClr val="0070C0"/>
                  </a:solidFill>
                </a:rPr>
                <a:t>What</a:t>
              </a:r>
              <a:r>
                <a:rPr lang="de-DE" sz="1200" dirty="0" smtClean="0">
                  <a:solidFill>
                    <a:srgbClr val="0070C0"/>
                  </a:solidFill>
                </a:rPr>
                <a:t> do </a:t>
              </a:r>
              <a:r>
                <a:rPr lang="de-DE" sz="1200" dirty="0" err="1" smtClean="0">
                  <a:solidFill>
                    <a:srgbClr val="0070C0"/>
                  </a:solidFill>
                </a:rPr>
                <a:t>we</a:t>
              </a:r>
              <a:r>
                <a:rPr lang="de-DE" sz="1200" dirty="0" smtClean="0">
                  <a:solidFill>
                    <a:srgbClr val="0070C0"/>
                  </a:solidFill>
                </a:rPr>
                <a:t> </a:t>
              </a:r>
              <a:r>
                <a:rPr lang="de-DE" sz="1200" dirty="0" err="1" smtClean="0">
                  <a:solidFill>
                    <a:srgbClr val="0070C0"/>
                  </a:solidFill>
                </a:rPr>
                <a:t>want</a:t>
              </a:r>
              <a:r>
                <a:rPr lang="de-DE" sz="1200" dirty="0" smtClean="0">
                  <a:solidFill>
                    <a:srgbClr val="0070C0"/>
                  </a:solidFill>
                </a:rPr>
                <a:t> </a:t>
              </a:r>
              <a:r>
                <a:rPr lang="de-DE" sz="1200" dirty="0" err="1" smtClean="0">
                  <a:solidFill>
                    <a:srgbClr val="0070C0"/>
                  </a:solidFill>
                </a:rPr>
                <a:t>to</a:t>
              </a:r>
              <a:r>
                <a:rPr lang="de-DE" sz="1200" dirty="0" smtClean="0">
                  <a:solidFill>
                    <a:srgbClr val="0070C0"/>
                  </a:solidFill>
                </a:rPr>
                <a:t> do?).</a:t>
              </a:r>
              <a:endParaRPr lang="de-DE" sz="1200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62" name="Gruppieren 61"/>
          <p:cNvGrpSpPr/>
          <p:nvPr/>
        </p:nvGrpSpPr>
        <p:grpSpPr>
          <a:xfrm>
            <a:off x="2710870" y="2566592"/>
            <a:ext cx="1661723" cy="879589"/>
            <a:chOff x="848544" y="2780928"/>
            <a:chExt cx="1800200" cy="1008112"/>
          </a:xfrm>
        </p:grpSpPr>
        <p:cxnSp>
          <p:nvCxnSpPr>
            <p:cNvPr id="63" name="Gerade Verbindung 62"/>
            <p:cNvCxnSpPr/>
            <p:nvPr/>
          </p:nvCxnSpPr>
          <p:spPr>
            <a:xfrm>
              <a:off x="2648744" y="2780928"/>
              <a:ext cx="0" cy="1008112"/>
            </a:xfrm>
            <a:prstGeom prst="line">
              <a:avLst/>
            </a:prstGeom>
            <a:ln w="28575">
              <a:solidFill>
                <a:srgbClr val="0070C0"/>
              </a:solidFill>
              <a:prstDash val="sysDash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feld 63"/>
            <p:cNvSpPr txBox="1"/>
            <p:nvPr/>
          </p:nvSpPr>
          <p:spPr>
            <a:xfrm>
              <a:off x="848544" y="3009549"/>
              <a:ext cx="1728192" cy="5291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e-DE" sz="1200" dirty="0" err="1" smtClean="0">
                  <a:solidFill>
                    <a:srgbClr val="0070C0"/>
                  </a:solidFill>
                </a:rPr>
                <a:t>Decision</a:t>
              </a:r>
              <a:r>
                <a:rPr lang="de-DE" sz="1200" dirty="0" smtClean="0">
                  <a:solidFill>
                    <a:srgbClr val="0070C0"/>
                  </a:solidFill>
                </a:rPr>
                <a:t> </a:t>
              </a:r>
              <a:r>
                <a:rPr lang="de-DE" sz="1200" dirty="0" err="1" smtClean="0">
                  <a:solidFill>
                    <a:srgbClr val="0070C0"/>
                  </a:solidFill>
                </a:rPr>
                <a:t>about</a:t>
              </a:r>
              <a:r>
                <a:rPr lang="de-DE" sz="1200" dirty="0" smtClean="0">
                  <a:solidFill>
                    <a:srgbClr val="0070C0"/>
                  </a:solidFill>
                </a:rPr>
                <a:t> </a:t>
              </a:r>
              <a:r>
                <a:rPr lang="de-DE" sz="1200" dirty="0" err="1" smtClean="0">
                  <a:solidFill>
                    <a:srgbClr val="0070C0"/>
                  </a:solidFill>
                </a:rPr>
                <a:t>implementation</a:t>
              </a:r>
              <a:r>
                <a:rPr lang="de-DE" sz="1200" dirty="0" smtClean="0">
                  <a:solidFill>
                    <a:srgbClr val="0070C0"/>
                  </a:solidFill>
                </a:rPr>
                <a:t> </a:t>
              </a:r>
              <a:endParaRPr lang="de-DE" sz="1200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65" name="Gruppieren 64"/>
          <p:cNvGrpSpPr/>
          <p:nvPr/>
        </p:nvGrpSpPr>
        <p:grpSpPr>
          <a:xfrm>
            <a:off x="4771407" y="2566596"/>
            <a:ext cx="1661723" cy="879590"/>
            <a:chOff x="848544" y="2780928"/>
            <a:chExt cx="1800200" cy="1008112"/>
          </a:xfrm>
        </p:grpSpPr>
        <p:cxnSp>
          <p:nvCxnSpPr>
            <p:cNvPr id="66" name="Gerade Verbindung 65"/>
            <p:cNvCxnSpPr/>
            <p:nvPr/>
          </p:nvCxnSpPr>
          <p:spPr>
            <a:xfrm>
              <a:off x="2648744" y="2780928"/>
              <a:ext cx="0" cy="1008112"/>
            </a:xfrm>
            <a:prstGeom prst="line">
              <a:avLst/>
            </a:prstGeom>
            <a:ln w="28575">
              <a:solidFill>
                <a:srgbClr val="0070C0"/>
              </a:solidFill>
              <a:prstDash val="sysDash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/>
            <p:cNvSpPr txBox="1"/>
            <p:nvPr/>
          </p:nvSpPr>
          <p:spPr>
            <a:xfrm>
              <a:off x="848544" y="3010503"/>
              <a:ext cx="1728192" cy="7407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e-DE" sz="1200" dirty="0" smtClean="0">
                  <a:solidFill>
                    <a:srgbClr val="0070C0"/>
                  </a:solidFill>
                </a:rPr>
                <a:t>Project </a:t>
              </a:r>
              <a:r>
                <a:rPr lang="de-DE" sz="1200" dirty="0" err="1" smtClean="0">
                  <a:solidFill>
                    <a:srgbClr val="0070C0"/>
                  </a:solidFill>
                </a:rPr>
                <a:t>requirements</a:t>
              </a:r>
              <a:r>
                <a:rPr lang="de-DE" sz="1200" dirty="0" smtClean="0">
                  <a:solidFill>
                    <a:srgbClr val="0070C0"/>
                  </a:solidFill>
                </a:rPr>
                <a:t> </a:t>
              </a:r>
              <a:r>
                <a:rPr lang="de-DE" sz="1200" dirty="0" err="1" smtClean="0">
                  <a:solidFill>
                    <a:srgbClr val="0070C0"/>
                  </a:solidFill>
                </a:rPr>
                <a:t>are</a:t>
              </a:r>
              <a:r>
                <a:rPr lang="de-DE" sz="1200" dirty="0" smtClean="0">
                  <a:solidFill>
                    <a:srgbClr val="0070C0"/>
                  </a:solidFill>
                </a:rPr>
                <a:t> </a:t>
              </a:r>
              <a:r>
                <a:rPr lang="de-DE" sz="1200" dirty="0" err="1" smtClean="0">
                  <a:solidFill>
                    <a:srgbClr val="0070C0"/>
                  </a:solidFill>
                </a:rPr>
                <a:t>clear</a:t>
              </a:r>
              <a:r>
                <a:rPr lang="de-DE" sz="1200" dirty="0" smtClean="0">
                  <a:solidFill>
                    <a:srgbClr val="0070C0"/>
                  </a:solidFill>
                </a:rPr>
                <a:t> </a:t>
              </a:r>
              <a:r>
                <a:rPr lang="de-DE" sz="1200" dirty="0" err="1" smtClean="0">
                  <a:solidFill>
                    <a:srgbClr val="0070C0"/>
                  </a:solidFill>
                </a:rPr>
                <a:t>enough</a:t>
              </a:r>
              <a:r>
                <a:rPr lang="de-DE" sz="1200" dirty="0" smtClean="0">
                  <a:solidFill>
                    <a:srgbClr val="0070C0"/>
                  </a:solidFill>
                </a:rPr>
                <a:t> </a:t>
              </a:r>
              <a:r>
                <a:rPr lang="de-DE" sz="1200" dirty="0" err="1" smtClean="0">
                  <a:solidFill>
                    <a:srgbClr val="0070C0"/>
                  </a:solidFill>
                </a:rPr>
                <a:t>for</a:t>
              </a:r>
              <a:r>
                <a:rPr lang="de-DE" sz="1200" dirty="0" smtClean="0">
                  <a:solidFill>
                    <a:srgbClr val="0070C0"/>
                  </a:solidFill>
                </a:rPr>
                <a:t> </a:t>
              </a:r>
              <a:r>
                <a:rPr lang="de-DE" sz="1200" dirty="0" err="1" smtClean="0">
                  <a:solidFill>
                    <a:srgbClr val="0070C0"/>
                  </a:solidFill>
                </a:rPr>
                <a:t>implementation</a:t>
              </a:r>
              <a:endParaRPr lang="de-DE" sz="1200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68" name="Gruppieren 67"/>
          <p:cNvGrpSpPr/>
          <p:nvPr/>
        </p:nvGrpSpPr>
        <p:grpSpPr>
          <a:xfrm>
            <a:off x="6831943" y="2566597"/>
            <a:ext cx="1661723" cy="879591"/>
            <a:chOff x="848544" y="2780928"/>
            <a:chExt cx="1800200" cy="1008112"/>
          </a:xfrm>
        </p:grpSpPr>
        <p:cxnSp>
          <p:nvCxnSpPr>
            <p:cNvPr id="69" name="Gerade Verbindung 68"/>
            <p:cNvCxnSpPr/>
            <p:nvPr/>
          </p:nvCxnSpPr>
          <p:spPr>
            <a:xfrm>
              <a:off x="2648744" y="2780928"/>
              <a:ext cx="0" cy="1008112"/>
            </a:xfrm>
            <a:prstGeom prst="line">
              <a:avLst/>
            </a:prstGeom>
            <a:ln w="28575">
              <a:solidFill>
                <a:srgbClr val="0070C0"/>
              </a:solidFill>
              <a:prstDash val="sysDash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/>
            <p:cNvSpPr txBox="1"/>
            <p:nvPr/>
          </p:nvSpPr>
          <p:spPr>
            <a:xfrm>
              <a:off x="848544" y="2998624"/>
              <a:ext cx="1728192" cy="740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e-DE" sz="1200" dirty="0" err="1" smtClean="0">
                  <a:solidFill>
                    <a:srgbClr val="0070C0"/>
                  </a:solidFill>
                </a:rPr>
                <a:t>Process</a:t>
              </a:r>
              <a:r>
                <a:rPr lang="de-DE" sz="1200" dirty="0" smtClean="0">
                  <a:solidFill>
                    <a:srgbClr val="0070C0"/>
                  </a:solidFill>
                </a:rPr>
                <a:t> </a:t>
              </a:r>
              <a:r>
                <a:rPr lang="de-DE" sz="1200" dirty="0" err="1" smtClean="0">
                  <a:solidFill>
                    <a:srgbClr val="0070C0"/>
                  </a:solidFill>
                </a:rPr>
                <a:t>to</a:t>
              </a:r>
              <a:r>
                <a:rPr lang="de-DE" sz="1200" dirty="0" smtClean="0">
                  <a:solidFill>
                    <a:srgbClr val="0070C0"/>
                  </a:solidFill>
                </a:rPr>
                <a:t> initial </a:t>
              </a:r>
              <a:r>
                <a:rPr lang="de-DE" sz="1200" dirty="0" err="1">
                  <a:solidFill>
                    <a:srgbClr val="0070C0"/>
                  </a:solidFill>
                </a:rPr>
                <a:t>a</a:t>
              </a:r>
              <a:r>
                <a:rPr lang="de-DE" sz="1200" dirty="0" err="1" smtClean="0">
                  <a:solidFill>
                    <a:srgbClr val="0070C0"/>
                  </a:solidFill>
                </a:rPr>
                <a:t>nd</a:t>
              </a:r>
              <a:r>
                <a:rPr lang="de-DE" sz="1200" dirty="0" smtClean="0">
                  <a:solidFill>
                    <a:srgbClr val="0070C0"/>
                  </a:solidFill>
                </a:rPr>
                <a:t> </a:t>
              </a:r>
              <a:r>
                <a:rPr lang="de-DE" sz="1200" dirty="0" err="1" smtClean="0">
                  <a:solidFill>
                    <a:srgbClr val="0070C0"/>
                  </a:solidFill>
                </a:rPr>
                <a:t>regular</a:t>
              </a:r>
              <a:r>
                <a:rPr lang="de-DE" sz="1200" dirty="0" smtClean="0">
                  <a:solidFill>
                    <a:srgbClr val="0070C0"/>
                  </a:solidFill>
                </a:rPr>
                <a:t>  Data </a:t>
              </a:r>
              <a:r>
                <a:rPr lang="de-DE" sz="1200" dirty="0" err="1" smtClean="0">
                  <a:solidFill>
                    <a:srgbClr val="0070C0"/>
                  </a:solidFill>
                </a:rPr>
                <a:t>transfer</a:t>
              </a:r>
              <a:r>
                <a:rPr lang="de-DE" sz="1200" dirty="0" smtClean="0">
                  <a:solidFill>
                    <a:srgbClr val="0070C0"/>
                  </a:solidFill>
                </a:rPr>
                <a:t> </a:t>
              </a:r>
              <a:r>
                <a:rPr lang="de-DE" sz="1200" dirty="0" err="1" smtClean="0">
                  <a:solidFill>
                    <a:srgbClr val="0070C0"/>
                  </a:solidFill>
                </a:rPr>
                <a:t>established</a:t>
              </a:r>
              <a:r>
                <a:rPr lang="de-DE" sz="1200" dirty="0" smtClean="0">
                  <a:solidFill>
                    <a:srgbClr val="0070C0"/>
                  </a:solidFill>
                </a:rPr>
                <a:t>.</a:t>
              </a:r>
              <a:endParaRPr lang="de-DE" sz="1200" dirty="0">
                <a:solidFill>
                  <a:srgbClr val="0070C0"/>
                </a:solidFill>
              </a:endParaRPr>
            </a:p>
          </p:txBody>
        </p:sp>
      </p:grpSp>
      <p:sp>
        <p:nvSpPr>
          <p:cNvPr id="7" name="AutoShape 2" descr="Bildergebnis für exceldokument"/>
          <p:cNvSpPr>
            <a:spLocks noChangeAspect="1" noChangeArrowheads="1"/>
          </p:cNvSpPr>
          <p:nvPr/>
        </p:nvSpPr>
        <p:spPr bwMode="auto">
          <a:xfrm>
            <a:off x="58615" y="-144463"/>
            <a:ext cx="281354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8" name="AutoShape 4" descr="Bildergebnis für exceldokument"/>
          <p:cNvSpPr>
            <a:spLocks noChangeAspect="1" noChangeArrowheads="1"/>
          </p:cNvSpPr>
          <p:nvPr/>
        </p:nvSpPr>
        <p:spPr bwMode="auto">
          <a:xfrm>
            <a:off x="199292" y="7938"/>
            <a:ext cx="281354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9" name="Textfeld 8"/>
          <p:cNvSpPr txBox="1"/>
          <p:nvPr/>
        </p:nvSpPr>
        <p:spPr>
          <a:xfrm>
            <a:off x="480646" y="3997541"/>
            <a:ext cx="81347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 smtClean="0"/>
              <a:t>House </a:t>
            </a:r>
            <a:r>
              <a:rPr lang="de-DE" sz="1600" dirty="0" err="1" smtClean="0"/>
              <a:t>of</a:t>
            </a:r>
            <a:r>
              <a:rPr lang="de-DE" sz="1600" dirty="0" smtClean="0"/>
              <a:t> </a:t>
            </a:r>
            <a:r>
              <a:rPr lang="de-DE" sz="1600" dirty="0" err="1" smtClean="0"/>
              <a:t>Microdata</a:t>
            </a:r>
            <a:r>
              <a:rPr lang="de-DE" sz="1600" dirty="0" smtClean="0"/>
              <a:t> </a:t>
            </a:r>
            <a:r>
              <a:rPr lang="de-DE" sz="1600" dirty="0" err="1" smtClean="0"/>
              <a:t>is</a:t>
            </a:r>
            <a:r>
              <a:rPr lang="de-DE" sz="1600" dirty="0" smtClean="0"/>
              <a:t> </a:t>
            </a:r>
            <a:r>
              <a:rPr lang="de-DE" sz="1600" dirty="0" err="1" smtClean="0"/>
              <a:t>filled</a:t>
            </a:r>
            <a:r>
              <a:rPr lang="de-DE" sz="1600" dirty="0" smtClean="0"/>
              <a:t> via </a:t>
            </a:r>
            <a:r>
              <a:rPr lang="de-DE" sz="1600" dirty="0" err="1"/>
              <a:t>c</a:t>
            </a:r>
            <a:r>
              <a:rPr lang="de-DE" sz="1600" dirty="0" err="1" smtClean="0"/>
              <a:t>ontent</a:t>
            </a:r>
            <a:r>
              <a:rPr lang="de-DE" sz="1600" dirty="0" smtClean="0"/>
              <a:t> </a:t>
            </a:r>
            <a:r>
              <a:rPr lang="de-DE" sz="1600" dirty="0" err="1" smtClean="0"/>
              <a:t>project</a:t>
            </a:r>
            <a:r>
              <a:rPr lang="de-DE" sz="1600" dirty="0" smtClean="0"/>
              <a:t> </a:t>
            </a:r>
            <a:r>
              <a:rPr lang="de-DE" sz="1600" dirty="0" err="1" smtClean="0"/>
              <a:t>of</a:t>
            </a:r>
            <a:r>
              <a:rPr lang="de-DE" sz="1600" dirty="0" smtClean="0"/>
              <a:t> </a:t>
            </a:r>
            <a:r>
              <a:rPr lang="de-DE" sz="1600" dirty="0" err="1" smtClean="0"/>
              <a:t>data</a:t>
            </a:r>
            <a:r>
              <a:rPr lang="de-DE" sz="1600" dirty="0" smtClean="0"/>
              <a:t> </a:t>
            </a:r>
            <a:r>
              <a:rPr lang="de-DE" sz="1600" dirty="0" err="1" smtClean="0"/>
              <a:t>providing</a:t>
            </a:r>
            <a:r>
              <a:rPr lang="de-DE" sz="1600" dirty="0" smtClean="0"/>
              <a:t> </a:t>
            </a:r>
            <a:r>
              <a:rPr lang="de-DE" sz="1600" dirty="0" err="1" smtClean="0"/>
              <a:t>department</a:t>
            </a:r>
            <a:endParaRPr lang="de-DE" sz="16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 smtClean="0"/>
              <a:t>Setup </a:t>
            </a:r>
            <a:r>
              <a:rPr lang="de-DE" sz="1600" dirty="0" err="1" smtClean="0"/>
              <a:t>of</a:t>
            </a:r>
            <a:r>
              <a:rPr lang="de-DE" sz="1600" dirty="0" smtClean="0"/>
              <a:t> an SDMX-</a:t>
            </a:r>
            <a:r>
              <a:rPr lang="de-DE" sz="1600" dirty="0" err="1" smtClean="0"/>
              <a:t>Datastructure</a:t>
            </a:r>
            <a:r>
              <a:rPr lang="de-DE" sz="1600" dirty="0" smtClean="0"/>
              <a:t> </a:t>
            </a:r>
            <a:r>
              <a:rPr lang="de-DE" sz="1600" dirty="0" err="1" smtClean="0"/>
              <a:t>for</a:t>
            </a:r>
            <a:r>
              <a:rPr lang="de-DE" sz="1600" dirty="0" smtClean="0"/>
              <a:t> </a:t>
            </a:r>
            <a:r>
              <a:rPr lang="de-DE" sz="1600" dirty="0" err="1" smtClean="0"/>
              <a:t>HoM</a:t>
            </a:r>
            <a:endParaRPr lang="de-DE" sz="16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 err="1" smtClean="0"/>
              <a:t>Establishing</a:t>
            </a:r>
            <a:r>
              <a:rPr lang="de-DE" sz="1600" dirty="0" smtClean="0"/>
              <a:t> a </a:t>
            </a:r>
            <a:r>
              <a:rPr lang="de-DE" sz="1600" dirty="0" err="1"/>
              <a:t>t</a:t>
            </a:r>
            <a:r>
              <a:rPr lang="de-DE" sz="1600" dirty="0" err="1" smtClean="0"/>
              <a:t>ransfer</a:t>
            </a:r>
            <a:r>
              <a:rPr lang="de-DE" sz="1600" dirty="0" smtClean="0"/>
              <a:t> </a:t>
            </a:r>
            <a:r>
              <a:rPr lang="de-DE" sz="1600" dirty="0" err="1"/>
              <a:t>p</a:t>
            </a:r>
            <a:r>
              <a:rPr lang="de-DE" sz="1600" dirty="0" err="1" smtClean="0"/>
              <a:t>rocess</a:t>
            </a:r>
            <a:r>
              <a:rPr lang="de-DE" sz="1600" dirty="0" smtClean="0"/>
              <a:t> </a:t>
            </a:r>
            <a:r>
              <a:rPr lang="de-DE" sz="1600" dirty="0" err="1" smtClean="0"/>
              <a:t>from</a:t>
            </a:r>
            <a:r>
              <a:rPr lang="de-DE" sz="1600" dirty="0" smtClean="0"/>
              <a:t> </a:t>
            </a:r>
            <a:r>
              <a:rPr lang="de-DE" sz="1600" dirty="0" err="1" smtClean="0"/>
              <a:t>process</a:t>
            </a:r>
            <a:r>
              <a:rPr lang="de-DE" sz="1600" dirty="0" smtClean="0"/>
              <a:t> </a:t>
            </a:r>
            <a:r>
              <a:rPr lang="de-DE" sz="1600" dirty="0" err="1" smtClean="0"/>
              <a:t>data</a:t>
            </a:r>
            <a:r>
              <a:rPr lang="de-DE" sz="1600" dirty="0" smtClean="0"/>
              <a:t> </a:t>
            </a:r>
            <a:r>
              <a:rPr lang="de-DE" sz="1600" dirty="0" err="1" smtClean="0"/>
              <a:t>to</a:t>
            </a:r>
            <a:r>
              <a:rPr lang="de-DE" sz="1600" dirty="0" smtClean="0"/>
              <a:t> a clean </a:t>
            </a:r>
            <a:r>
              <a:rPr lang="de-DE" sz="1600" dirty="0" err="1" smtClean="0"/>
              <a:t>copy</a:t>
            </a:r>
            <a:r>
              <a:rPr lang="de-DE" sz="1600" dirty="0" smtClean="0"/>
              <a:t> </a:t>
            </a:r>
            <a:r>
              <a:rPr lang="de-DE" sz="1600" dirty="0" err="1" smtClean="0"/>
              <a:t>into</a:t>
            </a:r>
            <a:r>
              <a:rPr lang="de-DE" sz="1600" dirty="0" smtClean="0"/>
              <a:t> </a:t>
            </a:r>
            <a:r>
              <a:rPr lang="de-DE" sz="1600" dirty="0" err="1" smtClean="0"/>
              <a:t>HoM</a:t>
            </a:r>
            <a:endParaRPr lang="de-DE" sz="16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600" dirty="0" smtClean="0"/>
              <a:t>Regular </a:t>
            </a:r>
            <a:r>
              <a:rPr lang="de-DE" sz="1600" dirty="0" err="1"/>
              <a:t>e</a:t>
            </a:r>
            <a:r>
              <a:rPr lang="de-DE" sz="1600" dirty="0" err="1" smtClean="0"/>
              <a:t>ffort</a:t>
            </a:r>
            <a:r>
              <a:rPr lang="de-DE" sz="1600" dirty="0" smtClean="0"/>
              <a:t> </a:t>
            </a: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807680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uppieren 54"/>
          <p:cNvGrpSpPr/>
          <p:nvPr/>
        </p:nvGrpSpPr>
        <p:grpSpPr>
          <a:xfrm>
            <a:off x="317989" y="1196752"/>
            <a:ext cx="8508022" cy="4680520"/>
            <a:chOff x="272480" y="959012"/>
            <a:chExt cx="9433048" cy="6092105"/>
          </a:xfrm>
        </p:grpSpPr>
        <p:sp>
          <p:nvSpPr>
            <p:cNvPr id="114" name="Rechteck 113"/>
            <p:cNvSpPr/>
            <p:nvPr/>
          </p:nvSpPr>
          <p:spPr>
            <a:xfrm>
              <a:off x="272480" y="4801724"/>
              <a:ext cx="9433048" cy="93724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de-DE" sz="1400" b="1" dirty="0" err="1" smtClean="0">
                  <a:solidFill>
                    <a:schemeClr val="tx1"/>
                  </a:solidFill>
                </a:rPr>
                <a:t>Steering</a:t>
              </a:r>
              <a:r>
                <a:rPr lang="de-DE" sz="1400" b="1" dirty="0" smtClean="0">
                  <a:solidFill>
                    <a:schemeClr val="tx1"/>
                  </a:solidFill>
                </a:rPr>
                <a:t>-</a:t>
              </a:r>
              <a:br>
                <a:rPr lang="de-DE" sz="1400" b="1" dirty="0" smtClean="0">
                  <a:solidFill>
                    <a:schemeClr val="tx1"/>
                  </a:solidFill>
                </a:rPr>
              </a:br>
              <a:r>
                <a:rPr lang="de-DE" sz="1400" b="1" dirty="0" err="1" smtClean="0">
                  <a:solidFill>
                    <a:schemeClr val="tx1"/>
                  </a:solidFill>
                </a:rPr>
                <a:t>board</a:t>
              </a:r>
              <a:endParaRPr lang="de-DE" sz="14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112" name="Rechteck 111"/>
            <p:cNvSpPr/>
            <p:nvPr/>
          </p:nvSpPr>
          <p:spPr>
            <a:xfrm>
              <a:off x="272480" y="3020955"/>
              <a:ext cx="9433048" cy="160589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de-DE" sz="1400" b="1" dirty="0" smtClean="0">
                  <a:solidFill>
                    <a:schemeClr val="tx1"/>
                  </a:solidFill>
                </a:rPr>
                <a:t>House </a:t>
              </a:r>
              <a:r>
                <a:rPr lang="de-DE" sz="1400" b="1" dirty="0" err="1" smtClean="0">
                  <a:solidFill>
                    <a:schemeClr val="tx1"/>
                  </a:solidFill>
                </a:rPr>
                <a:t>of</a:t>
              </a:r>
              <a:r>
                <a:rPr lang="de-DE" sz="1400" b="1" dirty="0" smtClean="0">
                  <a:solidFill>
                    <a:schemeClr val="tx1"/>
                  </a:solidFill>
                </a:rPr>
                <a:t> </a:t>
              </a:r>
              <a:br>
                <a:rPr lang="de-DE" sz="1400" b="1" dirty="0" smtClean="0">
                  <a:solidFill>
                    <a:schemeClr val="tx1"/>
                  </a:solidFill>
                </a:rPr>
              </a:br>
              <a:r>
                <a:rPr lang="de-DE" sz="1400" b="1" dirty="0" err="1" smtClean="0">
                  <a:solidFill>
                    <a:schemeClr val="tx1"/>
                  </a:solidFill>
                </a:rPr>
                <a:t>Microdata</a:t>
              </a:r>
              <a:endParaRPr lang="de-DE" sz="14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111" name="Rechteck 110"/>
            <p:cNvSpPr/>
            <p:nvPr/>
          </p:nvSpPr>
          <p:spPr>
            <a:xfrm>
              <a:off x="272480" y="959012"/>
              <a:ext cx="9433048" cy="18744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de-DE" sz="1400" b="1" dirty="0" smtClean="0">
                  <a:solidFill>
                    <a:schemeClr val="tx1"/>
                  </a:solidFill>
                </a:rPr>
                <a:t>Research Data </a:t>
              </a:r>
              <a:r>
                <a:rPr lang="de-DE" sz="1400" b="1" dirty="0" err="1" smtClean="0">
                  <a:solidFill>
                    <a:schemeClr val="tx1"/>
                  </a:solidFill>
                </a:rPr>
                <a:t>and</a:t>
              </a:r>
              <a:r>
                <a:rPr lang="de-DE" sz="1400" b="1" dirty="0" smtClean="0">
                  <a:solidFill>
                    <a:schemeClr val="tx1"/>
                  </a:solidFill>
                </a:rPr>
                <a:t> </a:t>
              </a:r>
            </a:p>
            <a:p>
              <a:pPr algn="r"/>
              <a:r>
                <a:rPr lang="de-DE" sz="1400" b="1" dirty="0" smtClean="0">
                  <a:solidFill>
                    <a:schemeClr val="tx1"/>
                  </a:solidFill>
                </a:rPr>
                <a:t>Service Center</a:t>
              </a:r>
            </a:p>
          </p:txBody>
        </p:sp>
        <p:sp>
          <p:nvSpPr>
            <p:cNvPr id="54" name="Rechteck 53"/>
            <p:cNvSpPr/>
            <p:nvPr/>
          </p:nvSpPr>
          <p:spPr>
            <a:xfrm>
              <a:off x="272480" y="5926421"/>
              <a:ext cx="9433048" cy="11246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de-DE" sz="1400" b="1" dirty="0" smtClean="0">
                  <a:solidFill>
                    <a:schemeClr val="tx1"/>
                  </a:solidFill>
                </a:rPr>
                <a:t>Data </a:t>
              </a:r>
              <a:r>
                <a:rPr lang="de-DE" sz="1400" b="1" dirty="0" err="1">
                  <a:solidFill>
                    <a:schemeClr val="tx1"/>
                  </a:solidFill>
                </a:rPr>
                <a:t>e</a:t>
              </a:r>
              <a:r>
                <a:rPr lang="de-DE" sz="1400" b="1" dirty="0" err="1" smtClean="0">
                  <a:solidFill>
                    <a:schemeClr val="tx1"/>
                  </a:solidFill>
                </a:rPr>
                <a:t>xperts</a:t>
              </a:r>
              <a:endParaRPr lang="de-DE" sz="1400" b="1" dirty="0" smtClean="0">
                <a:solidFill>
                  <a:schemeClr val="tx1"/>
                </a:solidFill>
              </a:endParaRPr>
            </a:p>
            <a:p>
              <a:pPr algn="r"/>
              <a:r>
                <a:rPr lang="de-DE" sz="1400" b="1" dirty="0" smtClean="0">
                  <a:solidFill>
                    <a:schemeClr val="tx1"/>
                  </a:solidFill>
                </a:rPr>
                <a:t> in Departments</a:t>
              </a: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5283" y="260648"/>
            <a:ext cx="8111595" cy="652582"/>
          </a:xfrm>
        </p:spPr>
        <p:txBody>
          <a:bodyPr anchor="ctr"/>
          <a:lstStyle/>
          <a:p>
            <a:r>
              <a:rPr lang="de-DE" sz="2000" dirty="0" smtClean="0"/>
              <a:t>IMIDIAS: </a:t>
            </a:r>
            <a:r>
              <a:rPr lang="de-DE" sz="2000" dirty="0" err="1" smtClean="0"/>
              <a:t>Role</a:t>
            </a:r>
            <a:r>
              <a:rPr lang="de-DE" sz="2000" dirty="0" smtClean="0"/>
              <a:t> </a:t>
            </a:r>
            <a:r>
              <a:rPr lang="de-DE" sz="2000" dirty="0" err="1" smtClean="0"/>
              <a:t>of</a:t>
            </a:r>
            <a:r>
              <a:rPr lang="de-DE" sz="2000" dirty="0" smtClean="0"/>
              <a:t> </a:t>
            </a:r>
            <a:r>
              <a:rPr lang="de-DE" sz="2000" dirty="0" err="1" smtClean="0">
                <a:solidFill>
                  <a:schemeClr val="accent2">
                    <a:lumMod val="75000"/>
                  </a:schemeClr>
                </a:solidFill>
              </a:rPr>
              <a:t>Metadata</a:t>
            </a:r>
            <a:endParaRPr lang="de-DE" sz="2000" dirty="0" smtClean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de-DE" smtClean="0"/>
              <a:t>Seite </a:t>
            </a:r>
            <a:fld id="{795659D1-D435-4DC4-B545-657E7139435F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46" name="Textfeld 45"/>
          <p:cNvSpPr txBox="1"/>
          <p:nvPr/>
        </p:nvSpPr>
        <p:spPr>
          <a:xfrm>
            <a:off x="1237984" y="1430059"/>
            <a:ext cx="17281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smtClean="0">
                <a:solidFill>
                  <a:srgbClr val="0070C0"/>
                </a:solidFill>
              </a:rPr>
              <a:t>Data Services</a:t>
            </a:r>
            <a:endParaRPr lang="de-DE" sz="1400" b="1" dirty="0">
              <a:solidFill>
                <a:srgbClr val="0070C0"/>
              </a:solidFill>
            </a:endParaRPr>
          </a:p>
        </p:txBody>
      </p:sp>
      <p:sp>
        <p:nvSpPr>
          <p:cNvPr id="48" name="Textfeld 47"/>
          <p:cNvSpPr txBox="1"/>
          <p:nvPr/>
        </p:nvSpPr>
        <p:spPr>
          <a:xfrm>
            <a:off x="1415828" y="2329135"/>
            <a:ext cx="187775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smtClean="0"/>
              <a:t>Analysis </a:t>
            </a:r>
            <a:r>
              <a:rPr lang="de-DE" sz="1400" b="1" dirty="0"/>
              <a:t>S</a:t>
            </a:r>
            <a:r>
              <a:rPr lang="de-DE" sz="1400" b="1" dirty="0" smtClean="0"/>
              <a:t>ervices</a:t>
            </a:r>
            <a:endParaRPr lang="de-DE" sz="1400" b="1" dirty="0"/>
          </a:p>
        </p:txBody>
      </p:sp>
      <p:sp>
        <p:nvSpPr>
          <p:cNvPr id="49" name="Textfeld 48"/>
          <p:cNvSpPr txBox="1"/>
          <p:nvPr/>
        </p:nvSpPr>
        <p:spPr>
          <a:xfrm>
            <a:off x="1645112" y="3014753"/>
            <a:ext cx="152878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 smtClean="0">
                <a:solidFill>
                  <a:srgbClr val="0070C0"/>
                </a:solidFill>
              </a:rPr>
              <a:t>Direct</a:t>
            </a:r>
            <a:r>
              <a:rPr lang="de-DE" sz="1400" b="1" dirty="0" smtClean="0">
                <a:solidFill>
                  <a:srgbClr val="0070C0"/>
                </a:solidFill>
              </a:rPr>
              <a:t> </a:t>
            </a:r>
            <a:r>
              <a:rPr lang="de-DE" sz="1400" b="1" dirty="0" err="1" smtClean="0">
                <a:solidFill>
                  <a:srgbClr val="0070C0"/>
                </a:solidFill>
              </a:rPr>
              <a:t>access</a:t>
            </a:r>
            <a:endParaRPr lang="de-DE" sz="1400" b="1" dirty="0">
              <a:solidFill>
                <a:srgbClr val="0070C0"/>
              </a:solidFill>
            </a:endParaRPr>
          </a:p>
        </p:txBody>
      </p:sp>
      <p:sp>
        <p:nvSpPr>
          <p:cNvPr id="50" name="Textfeld 49"/>
          <p:cNvSpPr txBox="1"/>
          <p:nvPr/>
        </p:nvSpPr>
        <p:spPr>
          <a:xfrm>
            <a:off x="1337687" y="5229209"/>
            <a:ext cx="152878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 smtClean="0">
                <a:solidFill>
                  <a:schemeClr val="accent2">
                    <a:lumMod val="75000"/>
                  </a:schemeClr>
                </a:solidFill>
              </a:rPr>
              <a:t>Consultation</a:t>
            </a:r>
            <a:endParaRPr lang="de-DE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70" name="Gerade Verbindung mit Pfeil 69"/>
          <p:cNvCxnSpPr/>
          <p:nvPr/>
        </p:nvCxnSpPr>
        <p:spPr>
          <a:xfrm flipH="1">
            <a:off x="1514937" y="3272731"/>
            <a:ext cx="1622950" cy="0"/>
          </a:xfrm>
          <a:prstGeom prst="straightConnector1">
            <a:avLst/>
          </a:prstGeom>
          <a:ln w="317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/>
          <p:cNvCxnSpPr/>
          <p:nvPr/>
        </p:nvCxnSpPr>
        <p:spPr>
          <a:xfrm flipH="1" flipV="1">
            <a:off x="1528785" y="2366884"/>
            <a:ext cx="1620847" cy="1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Gerade Verbindung mit Pfeil 80"/>
          <p:cNvCxnSpPr/>
          <p:nvPr/>
        </p:nvCxnSpPr>
        <p:spPr>
          <a:xfrm>
            <a:off x="982678" y="5229200"/>
            <a:ext cx="2155209" cy="0"/>
          </a:xfrm>
          <a:prstGeom prst="straightConnector1">
            <a:avLst/>
          </a:prstGeom>
          <a:ln w="31750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0" name="Gruppieren 129"/>
          <p:cNvGrpSpPr/>
          <p:nvPr/>
        </p:nvGrpSpPr>
        <p:grpSpPr>
          <a:xfrm>
            <a:off x="2493391" y="1252510"/>
            <a:ext cx="4404800" cy="4536504"/>
            <a:chOff x="4107774" y="1268760"/>
            <a:chExt cx="4771867" cy="4536504"/>
          </a:xfrm>
        </p:grpSpPr>
        <p:grpSp>
          <p:nvGrpSpPr>
            <p:cNvPr id="65" name="Gruppieren 64"/>
            <p:cNvGrpSpPr/>
            <p:nvPr/>
          </p:nvGrpSpPr>
          <p:grpSpPr>
            <a:xfrm>
              <a:off x="4807806" y="5157192"/>
              <a:ext cx="4071834" cy="648072"/>
              <a:chOff x="5025007" y="5337212"/>
              <a:chExt cx="4439804" cy="972108"/>
            </a:xfrm>
          </p:grpSpPr>
          <p:sp>
            <p:nvSpPr>
              <p:cNvPr id="64" name="Rechteck 63"/>
              <p:cNvSpPr/>
              <p:nvPr/>
            </p:nvSpPr>
            <p:spPr>
              <a:xfrm>
                <a:off x="5025007" y="5337212"/>
                <a:ext cx="4439804" cy="9721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09" name="Gruppieren 108"/>
              <p:cNvGrpSpPr/>
              <p:nvPr/>
            </p:nvGrpSpPr>
            <p:grpSpPr>
              <a:xfrm>
                <a:off x="5525101" y="5576248"/>
                <a:ext cx="2167000" cy="612557"/>
                <a:chOff x="5525101" y="5576248"/>
                <a:chExt cx="2167000" cy="612557"/>
              </a:xfrm>
            </p:grpSpPr>
            <p:pic>
              <p:nvPicPr>
                <p:cNvPr id="18" name="Grafik 17" descr="Figur.png"/>
                <p:cNvPicPr>
                  <a:picLocks noChangeAspect="1"/>
                </p:cNvPicPr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 flipH="1">
                  <a:off x="5525101" y="5582571"/>
                  <a:ext cx="222785" cy="606234"/>
                </a:xfrm>
                <a:prstGeom prst="rect">
                  <a:avLst/>
                </a:prstGeom>
              </p:spPr>
            </p:pic>
            <p:pic>
              <p:nvPicPr>
                <p:cNvPr id="19" name="Grafik 18" descr="Figur.png"/>
                <p:cNvPicPr>
                  <a:picLocks noChangeAspect="1"/>
                </p:cNvPicPr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 flipH="1">
                  <a:off x="6011155" y="5576248"/>
                  <a:ext cx="222785" cy="606234"/>
                </a:xfrm>
                <a:prstGeom prst="rect">
                  <a:avLst/>
                </a:prstGeom>
              </p:spPr>
            </p:pic>
            <p:pic>
              <p:nvPicPr>
                <p:cNvPr id="20" name="Grafik 19" descr="Figur.png"/>
                <p:cNvPicPr>
                  <a:picLocks noChangeAspect="1"/>
                </p:cNvPicPr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 flipH="1">
                  <a:off x="6497209" y="5576248"/>
                  <a:ext cx="222785" cy="606234"/>
                </a:xfrm>
                <a:prstGeom prst="rect">
                  <a:avLst/>
                </a:prstGeom>
              </p:spPr>
            </p:pic>
            <p:pic>
              <p:nvPicPr>
                <p:cNvPr id="21" name="Grafik 20" descr="Figur.png"/>
                <p:cNvPicPr>
                  <a:picLocks noChangeAspect="1"/>
                </p:cNvPicPr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 flipH="1">
                  <a:off x="6983263" y="5576248"/>
                  <a:ext cx="222785" cy="606234"/>
                </a:xfrm>
                <a:prstGeom prst="rect">
                  <a:avLst/>
                </a:prstGeom>
              </p:spPr>
            </p:pic>
            <p:pic>
              <p:nvPicPr>
                <p:cNvPr id="22" name="Grafik 21" descr="Figur.png"/>
                <p:cNvPicPr>
                  <a:picLocks noChangeAspect="1"/>
                </p:cNvPicPr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 flipH="1">
                  <a:off x="7469316" y="5576249"/>
                  <a:ext cx="222785" cy="606234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68" name="Gruppieren 67"/>
            <p:cNvGrpSpPr/>
            <p:nvPr/>
          </p:nvGrpSpPr>
          <p:grpSpPr>
            <a:xfrm>
              <a:off x="4807807" y="4293098"/>
              <a:ext cx="2343883" cy="1012688"/>
              <a:chOff x="4880991" y="4548176"/>
              <a:chExt cx="2910658" cy="1104749"/>
            </a:xfrm>
          </p:grpSpPr>
          <p:sp>
            <p:nvSpPr>
              <p:cNvPr id="66" name="Rechteck 65"/>
              <p:cNvSpPr/>
              <p:nvPr/>
            </p:nvSpPr>
            <p:spPr>
              <a:xfrm>
                <a:off x="4880991" y="4548176"/>
                <a:ext cx="2910658" cy="51693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100"/>
              </a:p>
            </p:txBody>
          </p:sp>
          <p:grpSp>
            <p:nvGrpSpPr>
              <p:cNvPr id="110" name="Gruppieren 109"/>
              <p:cNvGrpSpPr/>
              <p:nvPr/>
            </p:nvGrpSpPr>
            <p:grpSpPr>
              <a:xfrm>
                <a:off x="4953000" y="4626728"/>
                <a:ext cx="2808312" cy="1026197"/>
                <a:chOff x="4953000" y="4626728"/>
                <a:chExt cx="2808312" cy="1026197"/>
              </a:xfrm>
            </p:grpSpPr>
            <p:pic>
              <p:nvPicPr>
                <p:cNvPr id="13" name="Grafik 12" descr="Schranke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4953000" y="4626728"/>
                  <a:ext cx="2808312" cy="401766"/>
                </a:xfrm>
                <a:prstGeom prst="rect">
                  <a:avLst/>
                </a:prstGeom>
              </p:spPr>
            </p:pic>
            <p:pic>
              <p:nvPicPr>
                <p:cNvPr id="12" name="Grafik 11" descr="Datenbank_v3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6933499" y="5333721"/>
                  <a:ext cx="396391" cy="319203"/>
                </a:xfrm>
                <a:prstGeom prst="rect">
                  <a:avLst/>
                </a:prstGeom>
              </p:spPr>
            </p:pic>
            <p:pic>
              <p:nvPicPr>
                <p:cNvPr id="11" name="Grafik 10" descr="Datenbank_v3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6309430" y="5333721"/>
                  <a:ext cx="396391" cy="319203"/>
                </a:xfrm>
                <a:prstGeom prst="rect">
                  <a:avLst/>
                </a:prstGeom>
              </p:spPr>
            </p:pic>
            <p:pic>
              <p:nvPicPr>
                <p:cNvPr id="9" name="Grafik 8" descr="Datenbank_v3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5648524" y="5333721"/>
                  <a:ext cx="396391" cy="319203"/>
                </a:xfrm>
                <a:prstGeom prst="rect">
                  <a:avLst/>
                </a:prstGeom>
              </p:spPr>
            </p:pic>
            <p:pic>
              <p:nvPicPr>
                <p:cNvPr id="8" name="Grafik 7" descr="Datenbank_v3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5061292" y="5333721"/>
                  <a:ext cx="396391" cy="319204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60" name="Gruppieren 59"/>
            <p:cNvGrpSpPr/>
            <p:nvPr/>
          </p:nvGrpSpPr>
          <p:grpSpPr>
            <a:xfrm>
              <a:off x="4808985" y="1268760"/>
              <a:ext cx="4070656" cy="1296144"/>
              <a:chOff x="5386615" y="836712"/>
              <a:chExt cx="2712428" cy="1656184"/>
            </a:xfrm>
          </p:grpSpPr>
          <p:sp>
            <p:nvSpPr>
              <p:cNvPr id="58" name="Rechteck 57"/>
              <p:cNvSpPr/>
              <p:nvPr/>
            </p:nvSpPr>
            <p:spPr>
              <a:xfrm>
                <a:off x="5386615" y="836712"/>
                <a:ext cx="2712428" cy="16561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57" name="Gruppieren 56"/>
              <p:cNvGrpSpPr/>
              <p:nvPr/>
            </p:nvGrpSpPr>
            <p:grpSpPr>
              <a:xfrm>
                <a:off x="5434597" y="928722"/>
                <a:ext cx="1487429" cy="1524160"/>
                <a:chOff x="7139909" y="926033"/>
                <a:chExt cx="1487429" cy="1808773"/>
              </a:xfrm>
              <a:solidFill>
                <a:schemeClr val="accent2"/>
              </a:solidFill>
            </p:grpSpPr>
            <p:pic>
              <p:nvPicPr>
                <p:cNvPr id="53" name="Grafik 52" descr="Am Computer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7139909" y="926033"/>
                  <a:ext cx="1055595" cy="904434"/>
                </a:xfrm>
                <a:prstGeom prst="rect">
                  <a:avLst/>
                </a:prstGeom>
                <a:grpFill/>
                <a:ln>
                  <a:noFill/>
                </a:ln>
              </p:spPr>
            </p:pic>
            <p:pic>
              <p:nvPicPr>
                <p:cNvPr id="52" name="Grafik 51" descr="Beratung am Tisch.png"/>
                <p:cNvPicPr>
                  <a:picLocks noChangeAspect="1"/>
                </p:cNvPicPr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7703829" y="1799566"/>
                  <a:ext cx="923509" cy="9352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62" name="Gruppieren 61"/>
            <p:cNvGrpSpPr/>
            <p:nvPr/>
          </p:nvGrpSpPr>
          <p:grpSpPr>
            <a:xfrm>
              <a:off x="4806632" y="2924944"/>
              <a:ext cx="4073008" cy="1008112"/>
              <a:chOff x="5529064" y="3068960"/>
              <a:chExt cx="3084086" cy="1224136"/>
            </a:xfrm>
          </p:grpSpPr>
          <p:sp>
            <p:nvSpPr>
              <p:cNvPr id="61" name="Rechteck 60"/>
              <p:cNvSpPr/>
              <p:nvPr/>
            </p:nvSpPr>
            <p:spPr>
              <a:xfrm>
                <a:off x="5529064" y="3068960"/>
                <a:ext cx="3084086" cy="122413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7" name="Grafik 6" descr="Hochlager_v2.pn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5601072" y="3140968"/>
                <a:ext cx="1656184" cy="1080120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</p:pic>
        </p:grpSp>
        <p:sp>
          <p:nvSpPr>
            <p:cNvPr id="120" name="Textfeld 119"/>
            <p:cNvSpPr txBox="1"/>
            <p:nvPr/>
          </p:nvSpPr>
          <p:spPr>
            <a:xfrm>
              <a:off x="5729415" y="2553358"/>
              <a:ext cx="29523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b="1" dirty="0" smtClean="0">
                  <a:solidFill>
                    <a:srgbClr val="0070C0"/>
                  </a:solidFill>
                </a:rPr>
                <a:t>Research   Data Sets</a:t>
              </a:r>
              <a:endParaRPr lang="de-DE" sz="1100" b="1" dirty="0">
                <a:solidFill>
                  <a:srgbClr val="0070C0"/>
                </a:solidFill>
              </a:endParaRPr>
            </a:p>
          </p:txBody>
        </p:sp>
        <p:cxnSp>
          <p:nvCxnSpPr>
            <p:cNvPr id="87" name="Gerade Verbindung mit Pfeil 86"/>
            <p:cNvCxnSpPr/>
            <p:nvPr/>
          </p:nvCxnSpPr>
          <p:spPr>
            <a:xfrm flipV="1">
              <a:off x="5425885" y="2564904"/>
              <a:ext cx="0" cy="360040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arrow"/>
            </a:ln>
            <a:effectLst>
              <a:outerShdw blurRad="50800" dist="12700" dir="2700000" algn="tl" rotWithShape="0">
                <a:prstClr val="black">
                  <a:alpha val="73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Gerade Verbindung mit Pfeil 88"/>
            <p:cNvCxnSpPr/>
            <p:nvPr/>
          </p:nvCxnSpPr>
          <p:spPr>
            <a:xfrm>
              <a:off x="6547559" y="2564904"/>
              <a:ext cx="8384" cy="360040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arrow"/>
            </a:ln>
            <a:effectLst>
              <a:outerShdw blurRad="50800" dist="12700" dir="2700000" algn="tl" rotWithShape="0">
                <a:prstClr val="black">
                  <a:alpha val="73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feld 97"/>
            <p:cNvSpPr txBox="1"/>
            <p:nvPr/>
          </p:nvSpPr>
          <p:spPr>
            <a:xfrm>
              <a:off x="4107774" y="2653162"/>
              <a:ext cx="244827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 b="1" dirty="0" err="1" smtClean="0">
                  <a:solidFill>
                    <a:srgbClr val="0070C0"/>
                  </a:solidFill>
                </a:rPr>
                <a:t>HoM</a:t>
              </a:r>
              <a:r>
                <a:rPr lang="de-DE" sz="1100" b="1" dirty="0" smtClean="0">
                  <a:solidFill>
                    <a:srgbClr val="0070C0"/>
                  </a:solidFill>
                </a:rPr>
                <a:t>-Data Sets</a:t>
              </a:r>
              <a:endParaRPr lang="de-DE" sz="1100" b="1" dirty="0">
                <a:solidFill>
                  <a:srgbClr val="0070C0"/>
                </a:solidFill>
              </a:endParaRPr>
            </a:p>
          </p:txBody>
        </p:sp>
        <p:sp>
          <p:nvSpPr>
            <p:cNvPr id="121" name="Textfeld 120"/>
            <p:cNvSpPr txBox="1"/>
            <p:nvPr/>
          </p:nvSpPr>
          <p:spPr>
            <a:xfrm>
              <a:off x="6527211" y="4771275"/>
              <a:ext cx="1584175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de-DE" sz="1100" b="1" dirty="0" err="1" smtClean="0">
                  <a:solidFill>
                    <a:srgbClr val="0070C0"/>
                  </a:solidFill>
                </a:rPr>
                <a:t>Process</a:t>
              </a:r>
              <a:r>
                <a:rPr lang="de-DE" sz="1100" b="1" dirty="0" smtClean="0">
                  <a:solidFill>
                    <a:srgbClr val="0070C0"/>
                  </a:solidFill>
                </a:rPr>
                <a:t> </a:t>
              </a:r>
              <a:r>
                <a:rPr lang="de-DE" sz="1100" b="1" dirty="0" err="1" smtClean="0">
                  <a:solidFill>
                    <a:srgbClr val="0070C0"/>
                  </a:solidFill>
                </a:rPr>
                <a:t>data</a:t>
              </a:r>
              <a:endParaRPr lang="de-DE" sz="1100" b="1" dirty="0">
                <a:solidFill>
                  <a:srgbClr val="0070C0"/>
                </a:solidFill>
              </a:endParaRPr>
            </a:p>
          </p:txBody>
        </p:sp>
        <p:cxnSp>
          <p:nvCxnSpPr>
            <p:cNvPr id="123" name="Gerade Verbindung mit Pfeil 122"/>
            <p:cNvCxnSpPr>
              <a:stCxn id="12" idx="0"/>
            </p:cNvCxnSpPr>
            <p:nvPr/>
          </p:nvCxnSpPr>
          <p:spPr>
            <a:xfrm flipH="1" flipV="1">
              <a:off x="6609184" y="3933056"/>
              <a:ext cx="11062" cy="1080120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arrow"/>
            </a:ln>
            <a:effectLst>
              <a:outerShdw blurRad="50800" dist="12700" dir="2700000" algn="tl" rotWithShape="0">
                <a:prstClr val="black">
                  <a:alpha val="73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Gerade Verbindung mit Pfeil 123"/>
            <p:cNvCxnSpPr>
              <a:stCxn id="11" idx="0"/>
            </p:cNvCxnSpPr>
            <p:nvPr/>
          </p:nvCxnSpPr>
          <p:spPr>
            <a:xfrm flipH="1" flipV="1">
              <a:off x="6105128" y="3933056"/>
              <a:ext cx="12570" cy="1080120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arrow"/>
            </a:ln>
            <a:effectLst>
              <a:outerShdw blurRad="50800" dist="12700" dir="2700000" algn="tl" rotWithShape="0">
                <a:prstClr val="black">
                  <a:alpha val="73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Gerade Verbindung mit Pfeil 124"/>
            <p:cNvCxnSpPr>
              <a:stCxn id="9" idx="0"/>
            </p:cNvCxnSpPr>
            <p:nvPr/>
          </p:nvCxnSpPr>
          <p:spPr>
            <a:xfrm flipV="1">
              <a:off x="5585486" y="3933056"/>
              <a:ext cx="15586" cy="1080120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arrow"/>
            </a:ln>
            <a:effectLst>
              <a:outerShdw blurRad="50800" dist="12700" dir="2700000" algn="tl" rotWithShape="0">
                <a:prstClr val="black">
                  <a:alpha val="73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Gerade Verbindung mit Pfeil 125"/>
            <p:cNvCxnSpPr>
              <a:stCxn id="8" idx="0"/>
            </p:cNvCxnSpPr>
            <p:nvPr/>
          </p:nvCxnSpPr>
          <p:spPr>
            <a:xfrm flipH="1" flipV="1">
              <a:off x="5097016" y="3933056"/>
              <a:ext cx="15586" cy="1080120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arrow"/>
            </a:ln>
            <a:effectLst>
              <a:outerShdw blurRad="50800" dist="12700" dir="2700000" algn="tl" rotWithShape="0">
                <a:prstClr val="black">
                  <a:alpha val="73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Textfeld 68"/>
          <p:cNvSpPr txBox="1"/>
          <p:nvPr/>
        </p:nvSpPr>
        <p:spPr>
          <a:xfrm>
            <a:off x="4319743" y="4014724"/>
            <a:ext cx="146231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1100" b="1" dirty="0" smtClean="0">
                <a:solidFill>
                  <a:srgbClr val="0070C0"/>
                </a:solidFill>
              </a:rPr>
              <a:t>Clean </a:t>
            </a:r>
            <a:r>
              <a:rPr lang="de-DE" sz="1100" b="1" dirty="0" err="1" smtClean="0">
                <a:solidFill>
                  <a:srgbClr val="0070C0"/>
                </a:solidFill>
              </a:rPr>
              <a:t>Copies</a:t>
            </a:r>
            <a:endParaRPr lang="de-DE" sz="1100" b="1" dirty="0">
              <a:solidFill>
                <a:srgbClr val="0070C0"/>
              </a:solidFill>
            </a:endParaRP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smtClean="0"/>
              <a:t>Towards Metadata Management with SDMX and DDI</a:t>
            </a:r>
            <a:endParaRPr lang="de-DE" dirty="0"/>
          </a:p>
        </p:txBody>
      </p:sp>
      <p:sp>
        <p:nvSpPr>
          <p:cNvPr id="72" name="Textfeld 71"/>
          <p:cNvSpPr txBox="1"/>
          <p:nvPr/>
        </p:nvSpPr>
        <p:spPr>
          <a:xfrm>
            <a:off x="5754334" y="1659350"/>
            <a:ext cx="905898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b="1" dirty="0" err="1" smtClean="0">
                <a:solidFill>
                  <a:schemeClr val="accent2">
                    <a:lumMod val="75000"/>
                  </a:schemeClr>
                </a:solidFill>
              </a:rPr>
              <a:t>Metadata</a:t>
            </a:r>
            <a:r>
              <a:rPr lang="de-DE" sz="1100" b="1" dirty="0" smtClean="0">
                <a:solidFill>
                  <a:schemeClr val="accent2">
                    <a:lumMod val="75000"/>
                  </a:schemeClr>
                </a:solidFill>
              </a:rPr>
              <a:t> RDSC</a:t>
            </a:r>
          </a:p>
        </p:txBody>
      </p:sp>
      <p:pic>
        <p:nvPicPr>
          <p:cNvPr id="91" name="Grafik 90" descr="Datenbank_v3.png"/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557339" y="5005675"/>
            <a:ext cx="227751" cy="226169"/>
          </a:xfrm>
          <a:prstGeom prst="rect">
            <a:avLst/>
          </a:prstGeom>
        </p:spPr>
      </p:pic>
      <p:pic>
        <p:nvPicPr>
          <p:cNvPr id="92" name="Grafik 91" descr="Datenbank_v3.png"/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225060" y="5011780"/>
            <a:ext cx="227751" cy="226169"/>
          </a:xfrm>
          <a:prstGeom prst="rect">
            <a:avLst/>
          </a:prstGeom>
        </p:spPr>
      </p:pic>
      <p:pic>
        <p:nvPicPr>
          <p:cNvPr id="93" name="Grafik 92" descr="Datenbank_v3.png"/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15312" y="5011780"/>
            <a:ext cx="227751" cy="226169"/>
          </a:xfrm>
          <a:prstGeom prst="rect">
            <a:avLst/>
          </a:prstGeom>
        </p:spPr>
      </p:pic>
      <p:pic>
        <p:nvPicPr>
          <p:cNvPr id="94" name="Grafik 93" descr="Datenbank_v3.png"/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592680" y="5011780"/>
            <a:ext cx="227751" cy="226170"/>
          </a:xfrm>
          <a:prstGeom prst="rect">
            <a:avLst/>
          </a:prstGeom>
        </p:spPr>
      </p:pic>
      <p:sp>
        <p:nvSpPr>
          <p:cNvPr id="73" name="Textfeld 72"/>
          <p:cNvSpPr txBox="1"/>
          <p:nvPr/>
        </p:nvSpPr>
        <p:spPr>
          <a:xfrm>
            <a:off x="5754334" y="3135723"/>
            <a:ext cx="905898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b="1" dirty="0" err="1" smtClean="0">
                <a:solidFill>
                  <a:schemeClr val="accent2">
                    <a:lumMod val="75000"/>
                  </a:schemeClr>
                </a:solidFill>
              </a:rPr>
              <a:t>Metadata</a:t>
            </a:r>
            <a:r>
              <a:rPr lang="de-DE" sz="11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de-DE" sz="1100" b="1" dirty="0" err="1" smtClean="0">
                <a:solidFill>
                  <a:schemeClr val="accent2">
                    <a:lumMod val="75000"/>
                  </a:schemeClr>
                </a:solidFill>
              </a:rPr>
              <a:t>HoM</a:t>
            </a:r>
            <a:endParaRPr lang="de-DE" sz="1100" b="1" dirty="0" smtClean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03" name="Gerade Verbindung mit Pfeil 102"/>
          <p:cNvCxnSpPr/>
          <p:nvPr/>
        </p:nvCxnSpPr>
        <p:spPr>
          <a:xfrm flipV="1">
            <a:off x="5840834" y="2548654"/>
            <a:ext cx="7800" cy="360922"/>
          </a:xfrm>
          <a:prstGeom prst="straightConnector1">
            <a:avLst/>
          </a:prstGeom>
          <a:ln w="31750">
            <a:solidFill>
              <a:schemeClr val="accent2">
                <a:lumMod val="75000"/>
              </a:schemeClr>
            </a:solidFill>
            <a:tailEnd type="arrow"/>
          </a:ln>
          <a:effectLst>
            <a:outerShdw blurRad="50800" dist="12700" dir="2700000" algn="tl" rotWithShape="0">
              <a:prstClr val="black">
                <a:alpha val="7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Gerade Verbindung mit Pfeil 103"/>
          <p:cNvCxnSpPr/>
          <p:nvPr/>
        </p:nvCxnSpPr>
        <p:spPr>
          <a:xfrm>
            <a:off x="6526171" y="2548654"/>
            <a:ext cx="7739" cy="360040"/>
          </a:xfrm>
          <a:prstGeom prst="straightConnector1">
            <a:avLst/>
          </a:prstGeom>
          <a:ln w="31750">
            <a:solidFill>
              <a:schemeClr val="accent2">
                <a:lumMod val="75000"/>
              </a:schemeClr>
            </a:solidFill>
            <a:tailEnd type="arrow"/>
          </a:ln>
          <a:effectLst>
            <a:outerShdw blurRad="50800" dist="12700" dir="2700000" algn="tl" rotWithShape="0">
              <a:prstClr val="black">
                <a:alpha val="7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Gerade Verbindung mit Pfeil 104"/>
          <p:cNvCxnSpPr/>
          <p:nvPr/>
        </p:nvCxnSpPr>
        <p:spPr>
          <a:xfrm flipH="1" flipV="1">
            <a:off x="1531777" y="2093135"/>
            <a:ext cx="1609706" cy="14825"/>
          </a:xfrm>
          <a:prstGeom prst="straightConnector1">
            <a:avLst/>
          </a:prstGeom>
          <a:ln w="31750">
            <a:solidFill>
              <a:schemeClr val="accent2">
                <a:lumMod val="75000"/>
              </a:schemeClr>
            </a:solidFill>
            <a:tailEnd type="arrow"/>
          </a:ln>
          <a:effectLst>
            <a:outerShdw blurRad="50800" dist="12700" dir="2700000" algn="tl" rotWithShape="0">
              <a:prstClr val="black">
                <a:alpha val="7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feld 107"/>
          <p:cNvSpPr txBox="1"/>
          <p:nvPr/>
        </p:nvSpPr>
        <p:spPr>
          <a:xfrm>
            <a:off x="438564" y="3322530"/>
            <a:ext cx="1182085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 smtClean="0"/>
              <a:t>Analytiker/Forscher</a:t>
            </a:r>
            <a:endParaRPr lang="de-DE" sz="1600" b="1" dirty="0"/>
          </a:p>
        </p:txBody>
      </p:sp>
      <p:cxnSp>
        <p:nvCxnSpPr>
          <p:cNvPr id="116" name="Gerade Verbindung mit Pfeil 115"/>
          <p:cNvCxnSpPr/>
          <p:nvPr/>
        </p:nvCxnSpPr>
        <p:spPr>
          <a:xfrm flipH="1" flipV="1">
            <a:off x="1016052" y="1462886"/>
            <a:ext cx="2096382" cy="4937"/>
          </a:xfrm>
          <a:prstGeom prst="straightConnector1">
            <a:avLst/>
          </a:prstGeom>
          <a:ln w="317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feld 116"/>
          <p:cNvSpPr txBox="1"/>
          <p:nvPr/>
        </p:nvSpPr>
        <p:spPr>
          <a:xfrm>
            <a:off x="1462316" y="1811993"/>
            <a:ext cx="17281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smtClean="0">
                <a:solidFill>
                  <a:schemeClr val="accent2">
                    <a:lumMod val="75000"/>
                  </a:schemeClr>
                </a:solidFill>
              </a:rPr>
              <a:t>Data Information</a:t>
            </a:r>
            <a:endParaRPr lang="de-DE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18" name="Gerade Verbindung mit Pfeil 117"/>
          <p:cNvCxnSpPr/>
          <p:nvPr/>
        </p:nvCxnSpPr>
        <p:spPr>
          <a:xfrm>
            <a:off x="2359646" y="3717032"/>
            <a:ext cx="814251" cy="0"/>
          </a:xfrm>
          <a:prstGeom prst="straightConnector1">
            <a:avLst/>
          </a:prstGeom>
          <a:ln w="317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Gerade Verbindung mit Pfeil 121"/>
          <p:cNvCxnSpPr/>
          <p:nvPr/>
        </p:nvCxnSpPr>
        <p:spPr>
          <a:xfrm flipH="1" flipV="1">
            <a:off x="2359644" y="3717032"/>
            <a:ext cx="2" cy="796746"/>
          </a:xfrm>
          <a:prstGeom prst="straightConnector1">
            <a:avLst/>
          </a:prstGeom>
          <a:ln w="317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Gerade Verbindung mit Pfeil 127"/>
          <p:cNvCxnSpPr/>
          <p:nvPr/>
        </p:nvCxnSpPr>
        <p:spPr>
          <a:xfrm>
            <a:off x="1588076" y="4504633"/>
            <a:ext cx="771569" cy="0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feld 130"/>
          <p:cNvSpPr txBox="1"/>
          <p:nvPr/>
        </p:nvSpPr>
        <p:spPr>
          <a:xfrm>
            <a:off x="1505513" y="3383802"/>
            <a:ext cx="172819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smtClean="0">
                <a:solidFill>
                  <a:schemeClr val="accent2">
                    <a:lumMod val="75000"/>
                  </a:schemeClr>
                </a:solidFill>
              </a:rPr>
              <a:t>Data Search</a:t>
            </a:r>
            <a:endParaRPr lang="de-DE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33" name="Gerade Verbindung mit Pfeil 132"/>
          <p:cNvCxnSpPr>
            <a:endCxn id="63" idx="0"/>
          </p:cNvCxnSpPr>
          <p:nvPr/>
        </p:nvCxnSpPr>
        <p:spPr>
          <a:xfrm>
            <a:off x="1016051" y="1457949"/>
            <a:ext cx="1" cy="559775"/>
          </a:xfrm>
          <a:prstGeom prst="straightConnector1">
            <a:avLst/>
          </a:prstGeom>
          <a:ln w="317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Gerade Verbindung mit Pfeil 134"/>
          <p:cNvCxnSpPr/>
          <p:nvPr/>
        </p:nvCxnSpPr>
        <p:spPr>
          <a:xfrm flipH="1">
            <a:off x="1555093" y="3412750"/>
            <a:ext cx="1609103" cy="8676"/>
          </a:xfrm>
          <a:prstGeom prst="straightConnector1">
            <a:avLst/>
          </a:prstGeom>
          <a:ln w="31750">
            <a:solidFill>
              <a:schemeClr val="accent2">
                <a:lumMod val="75000"/>
              </a:schemeClr>
            </a:solidFill>
            <a:tailEnd type="arrow"/>
          </a:ln>
          <a:effectLst>
            <a:outerShdw blurRad="50800" dist="12700" dir="2700000" algn="tl" rotWithShape="0">
              <a:prstClr val="black">
                <a:alpha val="7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Gerade Verbindung mit Pfeil 136"/>
          <p:cNvCxnSpPr/>
          <p:nvPr/>
        </p:nvCxnSpPr>
        <p:spPr>
          <a:xfrm flipV="1">
            <a:off x="2577932" y="3873775"/>
            <a:ext cx="595963" cy="2723"/>
          </a:xfrm>
          <a:prstGeom prst="straightConnector1">
            <a:avLst/>
          </a:prstGeom>
          <a:ln w="31750">
            <a:solidFill>
              <a:schemeClr val="accent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 Verbindung mit Pfeil 141"/>
          <p:cNvCxnSpPr/>
          <p:nvPr/>
        </p:nvCxnSpPr>
        <p:spPr>
          <a:xfrm flipV="1">
            <a:off x="982678" y="2548655"/>
            <a:ext cx="14355" cy="2680545"/>
          </a:xfrm>
          <a:prstGeom prst="straightConnector1">
            <a:avLst/>
          </a:prstGeom>
          <a:ln w="31750">
            <a:solidFill>
              <a:schemeClr val="accent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 Verbindung mit Pfeil 137"/>
          <p:cNvCxnSpPr/>
          <p:nvPr/>
        </p:nvCxnSpPr>
        <p:spPr>
          <a:xfrm flipV="1">
            <a:off x="2577932" y="3857506"/>
            <a:ext cx="0" cy="813015"/>
          </a:xfrm>
          <a:prstGeom prst="straightConnector1">
            <a:avLst/>
          </a:prstGeom>
          <a:ln w="31750">
            <a:solidFill>
              <a:schemeClr val="accent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Gerade Verbindung mit Pfeil 138"/>
          <p:cNvCxnSpPr/>
          <p:nvPr/>
        </p:nvCxnSpPr>
        <p:spPr>
          <a:xfrm>
            <a:off x="1588074" y="4661376"/>
            <a:ext cx="989858" cy="9144"/>
          </a:xfrm>
          <a:prstGeom prst="straightConnector1">
            <a:avLst/>
          </a:prstGeom>
          <a:ln w="31750">
            <a:solidFill>
              <a:schemeClr val="accent2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feld 149"/>
          <p:cNvSpPr txBox="1"/>
          <p:nvPr/>
        </p:nvSpPr>
        <p:spPr>
          <a:xfrm>
            <a:off x="5706556" y="5263014"/>
            <a:ext cx="1078534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b="1" dirty="0" err="1" smtClean="0">
                <a:solidFill>
                  <a:schemeClr val="accent2">
                    <a:lumMod val="75000"/>
                  </a:schemeClr>
                </a:solidFill>
              </a:rPr>
              <a:t>Metadata</a:t>
            </a:r>
            <a:r>
              <a:rPr lang="de-DE" sz="11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  <a:p>
            <a:r>
              <a:rPr lang="de-DE" sz="1100" b="1" dirty="0" smtClean="0">
                <a:solidFill>
                  <a:schemeClr val="accent2">
                    <a:lumMod val="75000"/>
                  </a:schemeClr>
                </a:solidFill>
              </a:rPr>
              <a:t>Department</a:t>
            </a:r>
          </a:p>
        </p:txBody>
      </p:sp>
      <p:sp>
        <p:nvSpPr>
          <p:cNvPr id="152" name="Rechteck 151"/>
          <p:cNvSpPr/>
          <p:nvPr/>
        </p:nvSpPr>
        <p:spPr>
          <a:xfrm>
            <a:off x="5397463" y="4267704"/>
            <a:ext cx="1500728" cy="4738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/>
          </a:p>
        </p:txBody>
      </p:sp>
      <p:cxnSp>
        <p:nvCxnSpPr>
          <p:cNvPr id="95" name="Gerade Verbindung mit Pfeil 94"/>
          <p:cNvCxnSpPr/>
          <p:nvPr/>
        </p:nvCxnSpPr>
        <p:spPr>
          <a:xfrm flipH="1" flipV="1">
            <a:off x="5706555" y="3891803"/>
            <a:ext cx="1" cy="1121373"/>
          </a:xfrm>
          <a:prstGeom prst="straightConnector1">
            <a:avLst/>
          </a:prstGeom>
          <a:ln w="31750">
            <a:solidFill>
              <a:schemeClr val="accent2">
                <a:lumMod val="75000"/>
              </a:schemeClr>
            </a:solidFill>
            <a:tailEnd type="arrow"/>
          </a:ln>
          <a:effectLst>
            <a:outerShdw blurRad="50800" dist="12700" dir="2700000" algn="tl" rotWithShape="0">
              <a:prstClr val="black">
                <a:alpha val="7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Gerade Verbindung mit Pfeil 95"/>
          <p:cNvCxnSpPr/>
          <p:nvPr/>
        </p:nvCxnSpPr>
        <p:spPr>
          <a:xfrm flipH="1" flipV="1">
            <a:off x="6029187" y="3891803"/>
            <a:ext cx="2" cy="1184871"/>
          </a:xfrm>
          <a:prstGeom prst="straightConnector1">
            <a:avLst/>
          </a:prstGeom>
          <a:ln w="31750">
            <a:solidFill>
              <a:schemeClr val="accent2">
                <a:lumMod val="75000"/>
              </a:schemeClr>
            </a:solidFill>
            <a:tailEnd type="arrow"/>
          </a:ln>
          <a:effectLst>
            <a:outerShdw blurRad="50800" dist="12700" dir="2700000" algn="tl" rotWithShape="0">
              <a:prstClr val="black">
                <a:alpha val="7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Gerade Verbindung mit Pfeil 96"/>
          <p:cNvCxnSpPr/>
          <p:nvPr/>
        </p:nvCxnSpPr>
        <p:spPr>
          <a:xfrm flipH="1" flipV="1">
            <a:off x="6338935" y="3891803"/>
            <a:ext cx="1" cy="1148698"/>
          </a:xfrm>
          <a:prstGeom prst="straightConnector1">
            <a:avLst/>
          </a:prstGeom>
          <a:ln w="31750">
            <a:solidFill>
              <a:schemeClr val="accent2">
                <a:lumMod val="75000"/>
              </a:schemeClr>
            </a:solidFill>
            <a:tailEnd type="arrow"/>
          </a:ln>
          <a:effectLst>
            <a:outerShdw blurRad="50800" dist="12700" dir="2700000" algn="tl" rotWithShape="0">
              <a:prstClr val="black">
                <a:alpha val="7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Gerade Verbindung mit Pfeil 98"/>
          <p:cNvCxnSpPr/>
          <p:nvPr/>
        </p:nvCxnSpPr>
        <p:spPr>
          <a:xfrm flipH="1" flipV="1">
            <a:off x="6671214" y="3876498"/>
            <a:ext cx="3" cy="1166015"/>
          </a:xfrm>
          <a:prstGeom prst="straightConnector1">
            <a:avLst/>
          </a:prstGeom>
          <a:ln w="31750">
            <a:solidFill>
              <a:schemeClr val="accent2">
                <a:lumMod val="75000"/>
              </a:schemeClr>
            </a:solidFill>
            <a:tailEnd type="arrow"/>
          </a:ln>
          <a:effectLst>
            <a:outerShdw blurRad="50800" dist="12700" dir="2700000" algn="tl" rotWithShape="0">
              <a:prstClr val="black">
                <a:alpha val="7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feld 150"/>
          <p:cNvSpPr txBox="1"/>
          <p:nvPr/>
        </p:nvSpPr>
        <p:spPr>
          <a:xfrm>
            <a:off x="5449249" y="4373828"/>
            <a:ext cx="1387627" cy="26161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b="1" dirty="0" err="1" smtClean="0"/>
              <a:t>Metadata</a:t>
            </a:r>
            <a:r>
              <a:rPr lang="de-DE" sz="1100" b="1" dirty="0" smtClean="0"/>
              <a:t> </a:t>
            </a:r>
            <a:r>
              <a:rPr lang="de-DE" sz="1100" b="1" dirty="0" err="1" smtClean="0"/>
              <a:t>model</a:t>
            </a:r>
            <a:endParaRPr lang="de-DE" sz="1100" b="1" dirty="0" smtClean="0"/>
          </a:p>
        </p:txBody>
      </p:sp>
      <p:sp>
        <p:nvSpPr>
          <p:cNvPr id="107" name="Textfeld 106"/>
          <p:cNvSpPr txBox="1"/>
          <p:nvPr/>
        </p:nvSpPr>
        <p:spPr>
          <a:xfrm>
            <a:off x="438564" y="4431106"/>
            <a:ext cx="1182085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 smtClean="0"/>
              <a:t>Analytiker</a:t>
            </a:r>
          </a:p>
        </p:txBody>
      </p:sp>
      <p:pic>
        <p:nvPicPr>
          <p:cNvPr id="113" name="Grafik 112" descr="Figur.png"/>
          <p:cNvPicPr>
            <a:picLocks noChangeAspect="1"/>
          </p:cNvPicPr>
          <p:nvPr/>
        </p:nvPicPr>
        <p:blipFill>
          <a:blip r:embed="rId9" cstate="print">
            <a:lum bright="58000"/>
          </a:blip>
          <a:stretch>
            <a:fillRect/>
          </a:stretch>
        </p:blipFill>
        <p:spPr>
          <a:xfrm>
            <a:off x="402866" y="2107960"/>
            <a:ext cx="1148458" cy="2801735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5" name="Textfeld 114"/>
          <p:cNvSpPr txBox="1"/>
          <p:nvPr/>
        </p:nvSpPr>
        <p:spPr>
          <a:xfrm>
            <a:off x="345827" y="2658668"/>
            <a:ext cx="1242247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 err="1" smtClean="0"/>
              <a:t>External</a:t>
            </a:r>
            <a:r>
              <a:rPr lang="de-DE" sz="1400" b="1" dirty="0"/>
              <a:t> </a:t>
            </a:r>
            <a:r>
              <a:rPr lang="de-DE" sz="1400" b="1" dirty="0" smtClean="0"/>
              <a:t>Researcher</a:t>
            </a:r>
          </a:p>
          <a:p>
            <a:pPr algn="ctr"/>
            <a:endParaRPr lang="de-DE" sz="1400" b="1" dirty="0" smtClean="0"/>
          </a:p>
          <a:p>
            <a:pPr algn="ctr"/>
            <a:r>
              <a:rPr lang="de-DE" sz="1400" b="1" dirty="0" smtClean="0"/>
              <a:t>Internal Researcher/Analyst</a:t>
            </a:r>
          </a:p>
        </p:txBody>
      </p:sp>
      <p:sp>
        <p:nvSpPr>
          <p:cNvPr id="4" name="Rechteck 3"/>
          <p:cNvSpPr/>
          <p:nvPr/>
        </p:nvSpPr>
        <p:spPr>
          <a:xfrm>
            <a:off x="3149632" y="2908694"/>
            <a:ext cx="2215016" cy="998611"/>
          </a:xfrm>
          <a:prstGeom prst="rect">
            <a:avLst/>
          </a:prstGeom>
          <a:solidFill>
            <a:srgbClr val="0062A1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SDMX</a:t>
            </a:r>
            <a:endParaRPr lang="de-DE" dirty="0"/>
          </a:p>
        </p:txBody>
      </p:sp>
      <p:sp>
        <p:nvSpPr>
          <p:cNvPr id="5" name="Rechteck 4"/>
          <p:cNvSpPr/>
          <p:nvPr/>
        </p:nvSpPr>
        <p:spPr>
          <a:xfrm>
            <a:off x="5364648" y="2909576"/>
            <a:ext cx="1533543" cy="997729"/>
          </a:xfrm>
          <a:prstGeom prst="rect">
            <a:avLst/>
          </a:prstGeom>
          <a:solidFill>
            <a:srgbClr val="96BF0D">
              <a:alpha val="50196"/>
            </a:srgb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 smtClean="0">
                <a:solidFill>
                  <a:schemeClr val="tx1"/>
                </a:solidFill>
              </a:rPr>
              <a:t>DDI</a:t>
            </a:r>
            <a:endParaRPr lang="de-DE" sz="2000" b="1" dirty="0">
              <a:solidFill>
                <a:schemeClr val="tx1"/>
              </a:solidFill>
            </a:endParaRP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EDDI 2015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0087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Abgerundetes Rechteck 34"/>
          <p:cNvSpPr/>
          <p:nvPr/>
        </p:nvSpPr>
        <p:spPr>
          <a:xfrm>
            <a:off x="3036497" y="2171071"/>
            <a:ext cx="2803586" cy="2122097"/>
          </a:xfrm>
          <a:prstGeom prst="roundRect">
            <a:avLst/>
          </a:prstGeom>
          <a:gradFill>
            <a:gsLst>
              <a:gs pos="54000">
                <a:srgbClr val="17BEE2"/>
              </a:gs>
              <a:gs pos="0">
                <a:srgbClr val="03D4A8"/>
              </a:gs>
              <a:gs pos="44000">
                <a:srgbClr val="21D6E0"/>
              </a:gs>
              <a:gs pos="65000">
                <a:srgbClr val="15B9E2"/>
              </a:gs>
              <a:gs pos="100000">
                <a:srgbClr val="00B050"/>
              </a:gs>
              <a:gs pos="0">
                <a:srgbClr val="005CBF"/>
              </a:gs>
            </a:gsLst>
            <a:lin ang="5400000" scaled="0"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>
                <a:solidFill>
                  <a:schemeClr val="tx1"/>
                </a:solidFill>
              </a:rPr>
              <a:t>Metadata</a:t>
            </a:r>
            <a:endParaRPr lang="de-DE" dirty="0" smtClean="0">
              <a:solidFill>
                <a:schemeClr val="tx1"/>
              </a:solidFill>
            </a:endParaRPr>
          </a:p>
          <a:p>
            <a:pPr algn="ctr"/>
            <a:r>
              <a:rPr lang="de-DE" dirty="0" smtClean="0">
                <a:solidFill>
                  <a:schemeClr val="tx1"/>
                </a:solidFill>
              </a:rPr>
              <a:t> Tool</a:t>
            </a:r>
            <a:endParaRPr lang="de-DE" dirty="0">
              <a:solidFill>
                <a:schemeClr val="tx1"/>
              </a:solidFill>
            </a:endParaRPr>
          </a:p>
        </p:txBody>
      </p:sp>
      <p:graphicFrame>
        <p:nvGraphicFramePr>
          <p:cNvPr id="57" name="Diagramm 56"/>
          <p:cNvGraphicFramePr/>
          <p:nvPr>
            <p:extLst>
              <p:ext uri="{D42A27DB-BD31-4B8C-83A1-F6EECF244321}">
                <p14:modId xmlns:p14="http://schemas.microsoft.com/office/powerpoint/2010/main" val="3859123454"/>
              </p:ext>
            </p:extLst>
          </p:nvPr>
        </p:nvGraphicFramePr>
        <p:xfrm>
          <a:off x="2769078" y="2194439"/>
          <a:ext cx="3200399" cy="21220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What</a:t>
            </a:r>
            <a:r>
              <a:rPr lang="de-DE" dirty="0" smtClean="0"/>
              <a:t> </a:t>
            </a:r>
            <a:r>
              <a:rPr lang="de-DE" dirty="0" err="1" smtClean="0"/>
              <a:t>we</a:t>
            </a:r>
            <a:r>
              <a:rPr lang="de-DE" dirty="0" smtClean="0"/>
              <a:t> </a:t>
            </a:r>
            <a:r>
              <a:rPr lang="de-DE" dirty="0" err="1" smtClean="0"/>
              <a:t>need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EDDI 2015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de-DE" smtClean="0"/>
              <a:t>Seite </a:t>
            </a:r>
            <a:fld id="{795659D1-D435-4DC4-B545-657E7139435F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smtClean="0"/>
              <a:t>Towards Metadata Management with SDMX and DDI</a:t>
            </a:r>
            <a:endParaRPr lang="de-DE" dirty="0"/>
          </a:p>
        </p:txBody>
      </p:sp>
      <p:grpSp>
        <p:nvGrpSpPr>
          <p:cNvPr id="7" name="Gruppieren 61"/>
          <p:cNvGrpSpPr/>
          <p:nvPr/>
        </p:nvGrpSpPr>
        <p:grpSpPr>
          <a:xfrm>
            <a:off x="499748" y="3023902"/>
            <a:ext cx="1931213" cy="860086"/>
            <a:chOff x="5529064" y="3068960"/>
            <a:chExt cx="1800200" cy="1224136"/>
          </a:xfrm>
        </p:grpSpPr>
        <p:sp>
          <p:nvSpPr>
            <p:cNvPr id="8" name="Rechteck 7"/>
            <p:cNvSpPr/>
            <p:nvPr/>
          </p:nvSpPr>
          <p:spPr>
            <a:xfrm>
              <a:off x="5529064" y="3068960"/>
              <a:ext cx="1800200" cy="12241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42"/>
              <a:endParaRPr lang="de-DE">
                <a:solidFill>
                  <a:srgbClr val="FFFFFF"/>
                </a:solidFill>
              </a:endParaRPr>
            </a:p>
          </p:txBody>
        </p:sp>
        <p:pic>
          <p:nvPicPr>
            <p:cNvPr id="9" name="Grafik 8" descr="Hochlager_v2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01072" y="3140968"/>
              <a:ext cx="1656184" cy="10801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sp>
        <p:nvSpPr>
          <p:cNvPr id="10" name="Rechteck 9"/>
          <p:cNvSpPr/>
          <p:nvPr/>
        </p:nvSpPr>
        <p:spPr>
          <a:xfrm>
            <a:off x="357785" y="2954640"/>
            <a:ext cx="2215016" cy="998611"/>
          </a:xfrm>
          <a:prstGeom prst="rect">
            <a:avLst/>
          </a:prstGeom>
          <a:solidFill>
            <a:srgbClr val="0062A1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SDMX</a:t>
            </a:r>
            <a:endParaRPr lang="de-DE" dirty="0"/>
          </a:p>
        </p:txBody>
      </p:sp>
      <p:grpSp>
        <p:nvGrpSpPr>
          <p:cNvPr id="11" name="Gruppieren 10"/>
          <p:cNvGrpSpPr/>
          <p:nvPr/>
        </p:nvGrpSpPr>
        <p:grpSpPr>
          <a:xfrm>
            <a:off x="439916" y="4293168"/>
            <a:ext cx="2011680" cy="1224138"/>
            <a:chOff x="7113240" y="4293094"/>
            <a:chExt cx="2377440" cy="1224138"/>
          </a:xfrm>
        </p:grpSpPr>
        <p:grpSp>
          <p:nvGrpSpPr>
            <p:cNvPr id="12" name="Gruppieren 64"/>
            <p:cNvGrpSpPr/>
            <p:nvPr/>
          </p:nvGrpSpPr>
          <p:grpSpPr>
            <a:xfrm>
              <a:off x="7113240" y="4869160"/>
              <a:ext cx="2377440" cy="648072"/>
              <a:chOff x="5025008" y="5337212"/>
              <a:chExt cx="2592288" cy="972108"/>
            </a:xfrm>
          </p:grpSpPr>
          <p:sp>
            <p:nvSpPr>
              <p:cNvPr id="21" name="Rechteck 20"/>
              <p:cNvSpPr/>
              <p:nvPr/>
            </p:nvSpPr>
            <p:spPr>
              <a:xfrm>
                <a:off x="5025008" y="5337212"/>
                <a:ext cx="2592288" cy="9721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42"/>
                <a:endParaRPr lang="de-DE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22" name="Gruppieren 108"/>
              <p:cNvGrpSpPr/>
              <p:nvPr/>
            </p:nvGrpSpPr>
            <p:grpSpPr>
              <a:xfrm>
                <a:off x="5241032" y="5589240"/>
                <a:ext cx="2167001" cy="606233"/>
                <a:chOff x="5241032" y="5589240"/>
                <a:chExt cx="2167001" cy="606233"/>
              </a:xfrm>
            </p:grpSpPr>
            <p:pic>
              <p:nvPicPr>
                <p:cNvPr id="23" name="Grafik 22" descr="Figur.png"/>
                <p:cNvPicPr>
                  <a:picLocks noChangeAspect="1"/>
                </p:cNvPicPr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 flipH="1">
                  <a:off x="5241032" y="5589240"/>
                  <a:ext cx="222785" cy="606233"/>
                </a:xfrm>
                <a:prstGeom prst="rect">
                  <a:avLst/>
                </a:prstGeom>
              </p:spPr>
            </p:pic>
            <p:pic>
              <p:nvPicPr>
                <p:cNvPr id="24" name="Grafik 18" descr="Figur.png"/>
                <p:cNvPicPr>
                  <a:picLocks noChangeAspect="1"/>
                </p:cNvPicPr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 flipH="1">
                  <a:off x="5727086" y="5589240"/>
                  <a:ext cx="222785" cy="606233"/>
                </a:xfrm>
                <a:prstGeom prst="rect">
                  <a:avLst/>
                </a:prstGeom>
              </p:spPr>
            </p:pic>
            <p:pic>
              <p:nvPicPr>
                <p:cNvPr id="25" name="Grafik 24" descr="Figur.png"/>
                <p:cNvPicPr>
                  <a:picLocks noChangeAspect="1"/>
                </p:cNvPicPr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 flipH="1">
                  <a:off x="6213140" y="5589240"/>
                  <a:ext cx="222785" cy="606233"/>
                </a:xfrm>
                <a:prstGeom prst="rect">
                  <a:avLst/>
                </a:prstGeom>
              </p:spPr>
            </p:pic>
            <p:pic>
              <p:nvPicPr>
                <p:cNvPr id="26" name="Grafik 25" descr="Figur.png"/>
                <p:cNvPicPr>
                  <a:picLocks noChangeAspect="1"/>
                </p:cNvPicPr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 flipH="1">
                  <a:off x="6699194" y="5589240"/>
                  <a:ext cx="222785" cy="606233"/>
                </a:xfrm>
                <a:prstGeom prst="rect">
                  <a:avLst/>
                </a:prstGeom>
              </p:spPr>
            </p:pic>
            <p:pic>
              <p:nvPicPr>
                <p:cNvPr id="27" name="Grafik 26" descr="Figur.png"/>
                <p:cNvPicPr>
                  <a:picLocks noChangeAspect="1"/>
                </p:cNvPicPr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 flipH="1">
                  <a:off x="7185248" y="5589240"/>
                  <a:ext cx="222785" cy="606233"/>
                </a:xfrm>
                <a:prstGeom prst="rect">
                  <a:avLst/>
                </a:prstGeom>
              </p:spPr>
            </p:pic>
          </p:grpSp>
        </p:grpSp>
        <p:pic>
          <p:nvPicPr>
            <p:cNvPr id="13" name="Grafik 12" descr="Datenbank_v3.png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66076" y="4725148"/>
              <a:ext cx="319204" cy="292603"/>
            </a:xfrm>
            <a:prstGeom prst="rect">
              <a:avLst/>
            </a:prstGeom>
          </p:spPr>
        </p:pic>
        <p:pic>
          <p:nvPicPr>
            <p:cNvPr id="14" name="Grafik 13" descr="Datenbank_v3.png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63528" y="4725148"/>
              <a:ext cx="319204" cy="292603"/>
            </a:xfrm>
            <a:prstGeom prst="rect">
              <a:avLst/>
            </a:prstGeom>
          </p:spPr>
        </p:pic>
        <p:pic>
          <p:nvPicPr>
            <p:cNvPr id="15" name="Grafik 14" descr="Datenbank_v3.png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31316" y="4725148"/>
              <a:ext cx="319204" cy="292603"/>
            </a:xfrm>
            <a:prstGeom prst="rect">
              <a:avLst/>
            </a:prstGeom>
          </p:spPr>
        </p:pic>
        <p:pic>
          <p:nvPicPr>
            <p:cNvPr id="16" name="Grafik 15" descr="Datenbank_v3.png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58432" y="4725148"/>
              <a:ext cx="319204" cy="292604"/>
            </a:xfrm>
            <a:prstGeom prst="rect">
              <a:avLst/>
            </a:prstGeom>
          </p:spPr>
        </p:pic>
        <p:cxnSp>
          <p:nvCxnSpPr>
            <p:cNvPr id="17" name="Gerade Verbindung mit Pfeil 16"/>
            <p:cNvCxnSpPr>
              <a:stCxn id="13" idx="0"/>
            </p:cNvCxnSpPr>
            <p:nvPr/>
          </p:nvCxnSpPr>
          <p:spPr>
            <a:xfrm flipH="1" flipV="1">
              <a:off x="8914616" y="4293094"/>
              <a:ext cx="11062" cy="432048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arrow"/>
            </a:ln>
            <a:effectLst>
              <a:outerShdw blurRad="50800" dist="12700" dir="2700000" algn="tl" rotWithShape="0">
                <a:prstClr val="black">
                  <a:alpha val="73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mit Pfeil 17"/>
            <p:cNvCxnSpPr>
              <a:stCxn id="14" idx="0"/>
            </p:cNvCxnSpPr>
            <p:nvPr/>
          </p:nvCxnSpPr>
          <p:spPr>
            <a:xfrm flipH="1" flipV="1">
              <a:off x="8410560" y="4293094"/>
              <a:ext cx="12570" cy="432048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arrow"/>
            </a:ln>
            <a:effectLst>
              <a:outerShdw blurRad="50800" dist="12700" dir="2700000" algn="tl" rotWithShape="0">
                <a:prstClr val="black">
                  <a:alpha val="73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 Verbindung mit Pfeil 18"/>
            <p:cNvCxnSpPr>
              <a:stCxn id="15" idx="0"/>
            </p:cNvCxnSpPr>
            <p:nvPr/>
          </p:nvCxnSpPr>
          <p:spPr>
            <a:xfrm flipV="1">
              <a:off x="7890918" y="4293094"/>
              <a:ext cx="15586" cy="432048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arrow"/>
            </a:ln>
            <a:effectLst>
              <a:outerShdw blurRad="50800" dist="12700" dir="2700000" algn="tl" rotWithShape="0">
                <a:prstClr val="black">
                  <a:alpha val="73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 Verbindung mit Pfeil 19"/>
            <p:cNvCxnSpPr>
              <a:stCxn id="16" idx="0"/>
            </p:cNvCxnSpPr>
            <p:nvPr/>
          </p:nvCxnSpPr>
          <p:spPr>
            <a:xfrm flipH="1" flipV="1">
              <a:off x="7402448" y="4293094"/>
              <a:ext cx="15586" cy="432048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arrow"/>
            </a:ln>
            <a:effectLst>
              <a:outerShdw blurRad="50800" dist="12700" dir="2700000" algn="tl" rotWithShape="0">
                <a:prstClr val="black">
                  <a:alpha val="73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uppieren 19"/>
          <p:cNvGrpSpPr/>
          <p:nvPr/>
        </p:nvGrpSpPr>
        <p:grpSpPr>
          <a:xfrm>
            <a:off x="6892675" y="4688833"/>
            <a:ext cx="1935391" cy="1066742"/>
            <a:chOff x="6177136" y="3645024"/>
            <a:chExt cx="2736304" cy="1584176"/>
          </a:xfrm>
        </p:grpSpPr>
        <p:sp>
          <p:nvSpPr>
            <p:cNvPr id="29" name="Rechteck 28"/>
            <p:cNvSpPr/>
            <p:nvPr/>
          </p:nvSpPr>
          <p:spPr>
            <a:xfrm>
              <a:off x="6177136" y="3645024"/>
              <a:ext cx="2736304" cy="15841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42"/>
              <a:endParaRPr lang="de-DE">
                <a:solidFill>
                  <a:srgbClr val="FFFFFF"/>
                </a:solidFill>
              </a:endParaRPr>
            </a:p>
          </p:txBody>
        </p:sp>
        <p:pic>
          <p:nvPicPr>
            <p:cNvPr id="30" name="Grafik 29" descr="Beratung am Tisch.png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49144" y="3717032"/>
              <a:ext cx="2573968" cy="147105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7" name="Gewinkelte Verbindung 36"/>
          <p:cNvCxnSpPr/>
          <p:nvPr/>
        </p:nvCxnSpPr>
        <p:spPr>
          <a:xfrm flipV="1">
            <a:off x="2425338" y="4293168"/>
            <a:ext cx="2012952" cy="929038"/>
          </a:xfrm>
          <a:prstGeom prst="bentConnector3">
            <a:avLst>
              <a:gd name="adj1" fmla="val 100140"/>
            </a:avLst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Gewinkelte Verbindung 38"/>
          <p:cNvCxnSpPr>
            <a:stCxn id="29" idx="1"/>
            <a:endCxn id="35" idx="2"/>
          </p:cNvCxnSpPr>
          <p:nvPr/>
        </p:nvCxnSpPr>
        <p:spPr>
          <a:xfrm rot="10800000">
            <a:off x="4438291" y="4293168"/>
            <a:ext cx="2454385" cy="929036"/>
          </a:xfrm>
          <a:prstGeom prst="bentConnector2">
            <a:avLst/>
          </a:prstGeom>
          <a:ln>
            <a:headEnd type="arrow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Gewinkelte Verbindung 40"/>
          <p:cNvCxnSpPr>
            <a:stCxn id="10" idx="0"/>
            <a:endCxn id="35" idx="0"/>
          </p:cNvCxnSpPr>
          <p:nvPr/>
        </p:nvCxnSpPr>
        <p:spPr>
          <a:xfrm rot="5400000" flipH="1" flipV="1">
            <a:off x="2560007" y="1076358"/>
            <a:ext cx="783569" cy="2972997"/>
          </a:xfrm>
          <a:prstGeom prst="bentConnector3">
            <a:avLst>
              <a:gd name="adj1" fmla="val 129174"/>
            </a:avLst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2" name="Grafik 41" descr="Figur.png"/>
          <p:cNvPicPr>
            <a:picLocks noChangeAspect="1"/>
          </p:cNvPicPr>
          <p:nvPr/>
        </p:nvPicPr>
        <p:blipFill>
          <a:blip r:embed="rId11" cstate="print">
            <a:lum bright="58000"/>
          </a:blip>
          <a:stretch>
            <a:fillRect/>
          </a:stretch>
        </p:blipFill>
        <p:spPr>
          <a:xfrm>
            <a:off x="7965645" y="799366"/>
            <a:ext cx="862421" cy="2103929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44" name="Gewinkelte Verbindung 43"/>
          <p:cNvCxnSpPr>
            <a:stCxn id="35" idx="3"/>
            <a:endCxn id="29" idx="0"/>
          </p:cNvCxnSpPr>
          <p:nvPr/>
        </p:nvCxnSpPr>
        <p:spPr>
          <a:xfrm>
            <a:off x="5840083" y="3232120"/>
            <a:ext cx="2020288" cy="1456713"/>
          </a:xfrm>
          <a:prstGeom prst="bentConnector2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6" name="Gewinkelte Verbindung 45"/>
          <p:cNvCxnSpPr>
            <a:stCxn id="35" idx="3"/>
            <a:endCxn id="42" idx="1"/>
          </p:cNvCxnSpPr>
          <p:nvPr/>
        </p:nvCxnSpPr>
        <p:spPr>
          <a:xfrm flipV="1">
            <a:off x="5840083" y="1851331"/>
            <a:ext cx="2125562" cy="1380789"/>
          </a:xfrm>
          <a:prstGeom prst="bentConnector3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8" name="Abgerundetes Rechteck 57"/>
          <p:cNvSpPr/>
          <p:nvPr/>
        </p:nvSpPr>
        <p:spPr>
          <a:xfrm>
            <a:off x="3364301" y="4966069"/>
            <a:ext cx="2147978" cy="540312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DDI Editor</a:t>
            </a:r>
            <a:endParaRPr lang="de-DE" dirty="0"/>
          </a:p>
        </p:txBody>
      </p:sp>
      <p:sp>
        <p:nvSpPr>
          <p:cNvPr id="59" name="Abgerundetes Rechteck 58"/>
          <p:cNvSpPr/>
          <p:nvPr/>
        </p:nvSpPr>
        <p:spPr>
          <a:xfrm>
            <a:off x="6336271" y="2446510"/>
            <a:ext cx="1112808" cy="1386884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smtClean="0"/>
              <a:t>Internal </a:t>
            </a:r>
            <a:r>
              <a:rPr lang="de-DE" sz="1400" dirty="0" err="1" smtClean="0"/>
              <a:t>and</a:t>
            </a:r>
            <a:r>
              <a:rPr lang="de-DE" sz="1400" dirty="0" smtClean="0"/>
              <a:t> </a:t>
            </a:r>
            <a:r>
              <a:rPr lang="de-DE" sz="1400" dirty="0" err="1" smtClean="0"/>
              <a:t>External</a:t>
            </a:r>
            <a:r>
              <a:rPr lang="de-DE" sz="1400" dirty="0" smtClean="0"/>
              <a:t> </a:t>
            </a:r>
            <a:r>
              <a:rPr lang="de-DE" sz="1400" dirty="0" err="1" smtClean="0"/>
              <a:t>Metadata</a:t>
            </a:r>
            <a:r>
              <a:rPr lang="de-DE" sz="1400" dirty="0" smtClean="0"/>
              <a:t> Search </a:t>
            </a:r>
            <a:r>
              <a:rPr lang="de-DE" sz="1400" dirty="0" err="1" smtClean="0"/>
              <a:t>Platform</a:t>
            </a:r>
            <a:endParaRPr lang="de-DE" sz="1400" dirty="0"/>
          </a:p>
        </p:txBody>
      </p:sp>
      <p:sp>
        <p:nvSpPr>
          <p:cNvPr id="70" name="Textfeld 69"/>
          <p:cNvSpPr txBox="1"/>
          <p:nvPr/>
        </p:nvSpPr>
        <p:spPr>
          <a:xfrm>
            <a:off x="1534822" y="1656685"/>
            <a:ext cx="2903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 smtClean="0"/>
              <a:t>Extraction</a:t>
            </a:r>
            <a:r>
              <a:rPr lang="de-DE" sz="1400" dirty="0" smtClean="0"/>
              <a:t> </a:t>
            </a:r>
            <a:r>
              <a:rPr lang="de-DE" sz="1400" dirty="0" err="1" smtClean="0"/>
              <a:t>of</a:t>
            </a:r>
            <a:r>
              <a:rPr lang="de-DE" sz="1400" dirty="0" smtClean="0"/>
              <a:t> SDMX </a:t>
            </a:r>
            <a:r>
              <a:rPr lang="de-DE" sz="1400" dirty="0" err="1" smtClean="0"/>
              <a:t>Metadata</a:t>
            </a:r>
            <a:r>
              <a:rPr lang="de-DE" sz="1400" dirty="0" smtClean="0"/>
              <a:t> (e.g. </a:t>
            </a:r>
            <a:r>
              <a:rPr lang="de-DE" sz="1400" dirty="0" err="1" smtClean="0"/>
              <a:t>Codelists</a:t>
            </a:r>
            <a:r>
              <a:rPr lang="de-DE" sz="1400" dirty="0" smtClean="0"/>
              <a:t>)</a:t>
            </a:r>
            <a:endParaRPr lang="de-DE" sz="1400" dirty="0"/>
          </a:p>
        </p:txBody>
      </p:sp>
      <p:cxnSp>
        <p:nvCxnSpPr>
          <p:cNvPr id="31" name="Gerade Verbindung mit Pfeil 30"/>
          <p:cNvCxnSpPr/>
          <p:nvPr/>
        </p:nvCxnSpPr>
        <p:spPr>
          <a:xfrm>
            <a:off x="2451595" y="5227774"/>
            <a:ext cx="9360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/>
          <p:cNvCxnSpPr/>
          <p:nvPr/>
        </p:nvCxnSpPr>
        <p:spPr>
          <a:xfrm flipH="1">
            <a:off x="5512279" y="5230830"/>
            <a:ext cx="138039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2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Next </a:t>
            </a:r>
            <a:r>
              <a:rPr lang="de-DE" dirty="0" err="1" smtClean="0"/>
              <a:t>Steps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 smtClean="0"/>
              <a:t>A </a:t>
            </a:r>
            <a:r>
              <a:rPr lang="de-DE" dirty="0" err="1" smtClean="0"/>
              <a:t>lot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/>
              <a:t>d</a:t>
            </a:r>
            <a:r>
              <a:rPr lang="de-DE" dirty="0" err="1" smtClean="0"/>
              <a:t>iscussions</a:t>
            </a:r>
            <a:r>
              <a:rPr lang="de-DE" dirty="0" smtClean="0"/>
              <a:t> </a:t>
            </a:r>
          </a:p>
          <a:p>
            <a:r>
              <a:rPr lang="de-DE" dirty="0" smtClean="0"/>
              <a:t>Consulting </a:t>
            </a:r>
            <a:r>
              <a:rPr lang="de-DE" dirty="0" err="1" smtClean="0"/>
              <a:t>from</a:t>
            </a:r>
            <a:r>
              <a:rPr lang="de-DE" dirty="0" smtClean="0"/>
              <a:t> </a:t>
            </a:r>
            <a:r>
              <a:rPr lang="de-DE" dirty="0" err="1" smtClean="0"/>
              <a:t>experts</a:t>
            </a:r>
            <a:endParaRPr lang="de-DE" dirty="0" smtClean="0"/>
          </a:p>
          <a:p>
            <a:r>
              <a:rPr lang="de-DE" dirty="0" err="1" smtClean="0"/>
              <a:t>Requirements</a:t>
            </a:r>
            <a:r>
              <a:rPr lang="de-DE" dirty="0" smtClean="0"/>
              <a:t> </a:t>
            </a:r>
            <a:r>
              <a:rPr lang="de-DE" dirty="0" err="1" smtClean="0"/>
              <a:t>definition</a:t>
            </a:r>
            <a:endParaRPr lang="de-DE" dirty="0" smtClean="0"/>
          </a:p>
          <a:p>
            <a:r>
              <a:rPr lang="de-DE" dirty="0" smtClean="0"/>
              <a:t>Call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/>
              <a:t>p</a:t>
            </a:r>
            <a:r>
              <a:rPr lang="de-DE" dirty="0" err="1" smtClean="0"/>
              <a:t>roposals</a:t>
            </a:r>
            <a:endParaRPr lang="de-DE" dirty="0" smtClean="0"/>
          </a:p>
          <a:p>
            <a:r>
              <a:rPr lang="de-DE" dirty="0" smtClean="0"/>
              <a:t>Persuasion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data</a:t>
            </a:r>
            <a:r>
              <a:rPr lang="de-DE" dirty="0" smtClean="0"/>
              <a:t> </a:t>
            </a:r>
            <a:r>
              <a:rPr lang="de-DE" dirty="0" err="1"/>
              <a:t>e</a:t>
            </a:r>
            <a:r>
              <a:rPr lang="de-DE" smtClean="0"/>
              <a:t>xperts</a:t>
            </a:r>
            <a:endParaRPr lang="de-DE" dirty="0" smtClean="0"/>
          </a:p>
          <a:p>
            <a:r>
              <a:rPr lang="de-DE" dirty="0" smtClean="0"/>
              <a:t>Implementation </a:t>
            </a:r>
            <a:r>
              <a:rPr lang="de-DE" dirty="0" err="1" smtClean="0"/>
              <a:t>of</a:t>
            </a:r>
            <a:r>
              <a:rPr lang="de-DE" dirty="0" smtClean="0"/>
              <a:t> an Integrated </a:t>
            </a:r>
            <a:r>
              <a:rPr lang="de-DE" dirty="0" err="1" smtClean="0"/>
              <a:t>Metadata</a:t>
            </a:r>
            <a:r>
              <a:rPr lang="de-DE" dirty="0" smtClean="0"/>
              <a:t> Information System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EDDI 2015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de-DE" smtClean="0"/>
              <a:t>Seite </a:t>
            </a:r>
            <a:fld id="{795659D1-D435-4DC4-B545-657E7139435F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smtClean="0"/>
              <a:t>Towards Metadata Management with SDMX and DDI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93346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Thank</a:t>
            </a:r>
            <a:r>
              <a:rPr lang="de-DE" dirty="0" smtClean="0"/>
              <a:t> </a:t>
            </a:r>
            <a:r>
              <a:rPr lang="de-DE" dirty="0" err="1" smtClean="0"/>
              <a:t>you</a:t>
            </a:r>
            <a:r>
              <a:rPr lang="de-DE" dirty="0" smtClean="0"/>
              <a:t>!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EDDI 2015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 smtClean="0"/>
              <a:t>Seite </a:t>
            </a:r>
            <a:fld id="{795659D1-D435-4DC4-B545-657E7139435F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Towards Metadata Management with SDMX and DDI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43072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Backup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EDDI 2015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de-DE" smtClean="0"/>
              <a:t>Seite </a:t>
            </a:r>
            <a:fld id="{795659D1-D435-4DC4-B545-657E7139435F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Towards Metadata Management with SDMX and DDI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43572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0" y="828942"/>
            <a:ext cx="9144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88476" y="240297"/>
            <a:ext cx="8470473" cy="652582"/>
          </a:xfrm>
        </p:spPr>
        <p:txBody>
          <a:bodyPr/>
          <a:lstStyle/>
          <a:p>
            <a:r>
              <a:rPr lang="de-DE" dirty="0" err="1" smtClean="0"/>
              <a:t>Perspective</a:t>
            </a:r>
            <a:r>
              <a:rPr lang="de-DE" dirty="0" smtClean="0"/>
              <a:t/>
            </a:r>
            <a:br>
              <a:rPr lang="de-DE" dirty="0" smtClean="0"/>
            </a:b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>
          <a:xfrm>
            <a:off x="466472" y="6328150"/>
            <a:ext cx="2114649" cy="142436"/>
          </a:xfrm>
        </p:spPr>
        <p:txBody>
          <a:bodyPr/>
          <a:lstStyle/>
          <a:p>
            <a:r>
              <a:rPr lang="de-DE" smtClean="0"/>
              <a:t>EDDI 2015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>
          <a:xfrm>
            <a:off x="466472" y="6457945"/>
            <a:ext cx="2114649" cy="142436"/>
          </a:xfrm>
        </p:spPr>
        <p:txBody>
          <a:bodyPr/>
          <a:lstStyle/>
          <a:p>
            <a:r>
              <a:rPr lang="de-DE" smtClean="0"/>
              <a:t>Seite </a:t>
            </a:r>
            <a:fld id="{795659D1-D435-4DC4-B545-657E7139435F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158" name="Rechteck 157"/>
          <p:cNvSpPr/>
          <p:nvPr/>
        </p:nvSpPr>
        <p:spPr>
          <a:xfrm>
            <a:off x="1248554" y="573847"/>
            <a:ext cx="6115141" cy="5760640"/>
          </a:xfrm>
          <a:prstGeom prst="rect">
            <a:avLst/>
          </a:prstGeom>
          <a:effectLst>
            <a:outerShdw blurRad="254000" dist="215900" dir="2700000" sx="102000" sy="102000" algn="tl" rotWithShape="0">
              <a:prstClr val="black">
                <a:alpha val="40000"/>
              </a:prstClr>
            </a:outerShdw>
          </a:effectLst>
          <a:scene3d>
            <a:camera prst="perspectiveRelaxed">
              <a:rot lat="18814546" lon="1784836" rev="20250564"/>
            </a:camera>
            <a:lightRig rig="threePt" dir="t"/>
          </a:scene3d>
          <a:sp3d z="57150" extrusionH="1016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SDMX-</a:t>
            </a:r>
            <a:r>
              <a:rPr lang="de-DE" dirty="0" err="1" smtClean="0">
                <a:solidFill>
                  <a:schemeClr val="tx1"/>
                </a:solidFill>
              </a:rPr>
              <a:t>Landscape</a:t>
            </a:r>
            <a:endParaRPr lang="de-DE" dirty="0" smtClean="0">
              <a:solidFill>
                <a:schemeClr val="tx1"/>
              </a:solidFill>
            </a:endParaRP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7"/>
          </p:nvPr>
        </p:nvSpPr>
        <p:spPr>
          <a:xfrm>
            <a:off x="466480" y="6078364"/>
            <a:ext cx="8119629" cy="274934"/>
          </a:xfrm>
        </p:spPr>
        <p:txBody>
          <a:bodyPr/>
          <a:lstStyle/>
          <a:p>
            <a:r>
              <a:rPr lang="en-US" smtClean="0"/>
              <a:t>Towards Metadata Management with SDMX and DDI</a:t>
            </a:r>
            <a:endParaRPr lang="de-DE" dirty="0"/>
          </a:p>
        </p:txBody>
      </p:sp>
      <p:grpSp>
        <p:nvGrpSpPr>
          <p:cNvPr id="36" name="Gruppieren 35"/>
          <p:cNvGrpSpPr/>
          <p:nvPr/>
        </p:nvGrpSpPr>
        <p:grpSpPr>
          <a:xfrm>
            <a:off x="8048055" y="1700808"/>
            <a:ext cx="1063504" cy="576064"/>
            <a:chOff x="4376935" y="2924944"/>
            <a:chExt cx="1152129" cy="576064"/>
          </a:xfrm>
        </p:grpSpPr>
        <p:sp>
          <p:nvSpPr>
            <p:cNvPr id="37" name="Würfel 36"/>
            <p:cNvSpPr/>
            <p:nvPr/>
          </p:nvSpPr>
          <p:spPr>
            <a:xfrm>
              <a:off x="4736976" y="2924944"/>
              <a:ext cx="432048" cy="360040"/>
            </a:xfrm>
            <a:prstGeom prst="cub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000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38" name="Rechteck 37"/>
            <p:cNvSpPr/>
            <p:nvPr/>
          </p:nvSpPr>
          <p:spPr>
            <a:xfrm>
              <a:off x="4376935" y="3254787"/>
              <a:ext cx="115212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de-DE" sz="1000" b="1" dirty="0" smtClean="0">
                  <a:solidFill>
                    <a:schemeClr val="accent1">
                      <a:lumMod val="50000"/>
                    </a:schemeClr>
                  </a:solidFill>
                </a:rPr>
                <a:t>Data</a:t>
              </a:r>
              <a:endParaRPr lang="de-DE" sz="1000" b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grpSp>
        <p:nvGrpSpPr>
          <p:cNvPr id="39" name="Gruppieren 38"/>
          <p:cNvGrpSpPr/>
          <p:nvPr/>
        </p:nvGrpSpPr>
        <p:grpSpPr>
          <a:xfrm>
            <a:off x="8048054" y="2276872"/>
            <a:ext cx="1063504" cy="729953"/>
            <a:chOff x="4376935" y="2924944"/>
            <a:chExt cx="1152129" cy="729953"/>
          </a:xfrm>
        </p:grpSpPr>
        <p:sp>
          <p:nvSpPr>
            <p:cNvPr id="40" name="Würfel 39"/>
            <p:cNvSpPr/>
            <p:nvPr/>
          </p:nvSpPr>
          <p:spPr>
            <a:xfrm>
              <a:off x="4736976" y="2924944"/>
              <a:ext cx="432048" cy="360040"/>
            </a:xfrm>
            <a:prstGeom prst="cube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000" dirty="0"/>
            </a:p>
          </p:txBody>
        </p:sp>
        <p:sp>
          <p:nvSpPr>
            <p:cNvPr id="41" name="Rechteck 40"/>
            <p:cNvSpPr/>
            <p:nvPr/>
          </p:nvSpPr>
          <p:spPr>
            <a:xfrm>
              <a:off x="4376935" y="3254787"/>
              <a:ext cx="115212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de-DE" sz="1000" b="1" dirty="0" smtClean="0">
                  <a:solidFill>
                    <a:schemeClr val="accent4">
                      <a:lumMod val="50000"/>
                    </a:schemeClr>
                  </a:solidFill>
                </a:rPr>
                <a:t>Reference Data</a:t>
              </a:r>
              <a:endParaRPr lang="de-DE" sz="1000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</p:grpSp>
      <p:grpSp>
        <p:nvGrpSpPr>
          <p:cNvPr id="166" name="Gruppieren 165"/>
          <p:cNvGrpSpPr/>
          <p:nvPr/>
        </p:nvGrpSpPr>
        <p:grpSpPr>
          <a:xfrm>
            <a:off x="4040250" y="1988840"/>
            <a:ext cx="3323445" cy="1656184"/>
            <a:chOff x="4376937" y="1988840"/>
            <a:chExt cx="3600399" cy="1656184"/>
          </a:xfrm>
        </p:grpSpPr>
        <p:grpSp>
          <p:nvGrpSpPr>
            <p:cNvPr id="45" name="Gruppieren 44"/>
            <p:cNvGrpSpPr/>
            <p:nvPr/>
          </p:nvGrpSpPr>
          <p:grpSpPr>
            <a:xfrm>
              <a:off x="5529063" y="1988840"/>
              <a:ext cx="1152129" cy="729953"/>
              <a:chOff x="4376935" y="2924944"/>
              <a:chExt cx="1152129" cy="729953"/>
            </a:xfrm>
          </p:grpSpPr>
          <p:sp>
            <p:nvSpPr>
              <p:cNvPr id="46" name="Würfel 45"/>
              <p:cNvSpPr/>
              <p:nvPr/>
            </p:nvSpPr>
            <p:spPr>
              <a:xfrm>
                <a:off x="4736976" y="2924944"/>
                <a:ext cx="432048" cy="360040"/>
              </a:xfrm>
              <a:prstGeom prst="cub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000" i="1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7" name="Rechteck 46"/>
              <p:cNvSpPr/>
              <p:nvPr/>
            </p:nvSpPr>
            <p:spPr>
              <a:xfrm>
                <a:off x="4376935" y="3254787"/>
                <a:ext cx="1152129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de-DE" sz="1000" b="1" i="1" dirty="0" err="1" smtClean="0">
                    <a:solidFill>
                      <a:schemeClr val="accent1">
                        <a:lumMod val="50000"/>
                      </a:schemeClr>
                    </a:solidFill>
                  </a:rPr>
                  <a:t>securities</a:t>
                </a:r>
                <a:r>
                  <a:rPr lang="de-DE" sz="1000" b="1" i="1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-investments</a:t>
                </a:r>
                <a:endParaRPr lang="de-DE" sz="1000" b="1" i="1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8" name="Gruppieren 47"/>
            <p:cNvGrpSpPr/>
            <p:nvPr/>
          </p:nvGrpSpPr>
          <p:grpSpPr>
            <a:xfrm>
              <a:off x="5529063" y="3068960"/>
              <a:ext cx="1152129" cy="576064"/>
              <a:chOff x="4376935" y="2924944"/>
              <a:chExt cx="1152129" cy="576064"/>
            </a:xfrm>
          </p:grpSpPr>
          <p:sp>
            <p:nvSpPr>
              <p:cNvPr id="49" name="Würfel 48"/>
              <p:cNvSpPr/>
              <p:nvPr/>
            </p:nvSpPr>
            <p:spPr>
              <a:xfrm>
                <a:off x="4736976" y="2924944"/>
                <a:ext cx="432048" cy="360040"/>
              </a:xfrm>
              <a:prstGeom prst="cube">
                <a:avLst/>
              </a:prstGeom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000" i="1" dirty="0"/>
              </a:p>
            </p:txBody>
          </p:sp>
          <p:sp>
            <p:nvSpPr>
              <p:cNvPr id="50" name="Rechteck 49"/>
              <p:cNvSpPr/>
              <p:nvPr/>
            </p:nvSpPr>
            <p:spPr>
              <a:xfrm>
                <a:off x="4376935" y="3254787"/>
                <a:ext cx="1152129" cy="2462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de-DE" sz="1000" b="1" i="1" dirty="0" err="1" smtClean="0">
                    <a:solidFill>
                      <a:schemeClr val="accent4">
                        <a:lumMod val="50000"/>
                      </a:schemeClr>
                    </a:solidFill>
                  </a:rPr>
                  <a:t>Securites</a:t>
                </a:r>
                <a:endParaRPr lang="de-DE" sz="1000" b="1" i="1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75" name="Gerade Verbindung 74"/>
            <p:cNvCxnSpPr>
              <a:stCxn id="22" idx="5"/>
              <a:endCxn id="46" idx="3"/>
            </p:cNvCxnSpPr>
            <p:nvPr/>
          </p:nvCxnSpPr>
          <p:spPr>
            <a:xfrm flipV="1">
              <a:off x="4376937" y="2348880"/>
              <a:ext cx="1683186" cy="6390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Gerade Verbindung 77"/>
            <p:cNvCxnSpPr>
              <a:stCxn id="49" idx="0"/>
              <a:endCxn id="46" idx="3"/>
            </p:cNvCxnSpPr>
            <p:nvPr/>
          </p:nvCxnSpPr>
          <p:spPr>
            <a:xfrm flipH="1" flipV="1">
              <a:off x="6060123" y="2348880"/>
              <a:ext cx="90010" cy="72008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Gruppieren 81"/>
            <p:cNvGrpSpPr/>
            <p:nvPr/>
          </p:nvGrpSpPr>
          <p:grpSpPr>
            <a:xfrm>
              <a:off x="6825207" y="2348880"/>
              <a:ext cx="1152129" cy="729953"/>
              <a:chOff x="4376935" y="2924944"/>
              <a:chExt cx="1152129" cy="729953"/>
            </a:xfrm>
          </p:grpSpPr>
          <p:sp>
            <p:nvSpPr>
              <p:cNvPr id="83" name="Würfel 82"/>
              <p:cNvSpPr/>
              <p:nvPr/>
            </p:nvSpPr>
            <p:spPr>
              <a:xfrm>
                <a:off x="4736976" y="2924944"/>
                <a:ext cx="432048" cy="360040"/>
              </a:xfrm>
              <a:prstGeom prst="cub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000" i="1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4" name="Rechteck 83"/>
              <p:cNvSpPr/>
              <p:nvPr/>
            </p:nvSpPr>
            <p:spPr>
              <a:xfrm>
                <a:off x="4376935" y="3254787"/>
                <a:ext cx="1152129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de-DE" sz="1000" b="1" i="1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Securities </a:t>
                </a:r>
                <a:r>
                  <a:rPr lang="de-DE" sz="1000" b="1" i="1" dirty="0" err="1" smtClean="0">
                    <a:solidFill>
                      <a:schemeClr val="accent1">
                        <a:lumMod val="50000"/>
                      </a:schemeClr>
                    </a:solidFill>
                  </a:rPr>
                  <a:t>issue</a:t>
                </a:r>
                <a:endParaRPr lang="de-DE" sz="1000" b="1" i="1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85" name="Gerade Verbindung 84"/>
            <p:cNvCxnSpPr>
              <a:stCxn id="49" idx="5"/>
              <a:endCxn id="83" idx="3"/>
            </p:cNvCxnSpPr>
            <p:nvPr/>
          </p:nvCxnSpPr>
          <p:spPr>
            <a:xfrm flipV="1">
              <a:off x="6321152" y="2708920"/>
              <a:ext cx="1035115" cy="49505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2" name="Gruppieren 161"/>
          <p:cNvGrpSpPr/>
          <p:nvPr/>
        </p:nvGrpSpPr>
        <p:grpSpPr>
          <a:xfrm>
            <a:off x="2112651" y="1988840"/>
            <a:ext cx="2580067" cy="2530153"/>
            <a:chOff x="2288704" y="1988840"/>
            <a:chExt cx="2795073" cy="2530153"/>
          </a:xfrm>
        </p:grpSpPr>
        <p:grpSp>
          <p:nvGrpSpPr>
            <p:cNvPr id="51" name="Gruppieren 50"/>
            <p:cNvGrpSpPr/>
            <p:nvPr/>
          </p:nvGrpSpPr>
          <p:grpSpPr>
            <a:xfrm>
              <a:off x="3931648" y="1988840"/>
              <a:ext cx="1152129" cy="576064"/>
              <a:chOff x="4376935" y="2924944"/>
              <a:chExt cx="1152129" cy="576064"/>
            </a:xfrm>
          </p:grpSpPr>
          <p:sp>
            <p:nvSpPr>
              <p:cNvPr id="52" name="Würfel 51"/>
              <p:cNvSpPr/>
              <p:nvPr/>
            </p:nvSpPr>
            <p:spPr>
              <a:xfrm>
                <a:off x="4736976" y="2924944"/>
                <a:ext cx="432048" cy="360040"/>
              </a:xfrm>
              <a:prstGeom prst="cub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000" i="1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3" name="Rechteck 52"/>
              <p:cNvSpPr/>
              <p:nvPr/>
            </p:nvSpPr>
            <p:spPr>
              <a:xfrm>
                <a:off x="4376935" y="3254787"/>
                <a:ext cx="1152129" cy="2462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de-DE" sz="1000" b="1" i="1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BLS</a:t>
                </a:r>
                <a:endParaRPr lang="de-DE" sz="1000" b="1" i="1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5" name="Gruppieren 34"/>
            <p:cNvGrpSpPr/>
            <p:nvPr/>
          </p:nvGrpSpPr>
          <p:grpSpPr>
            <a:xfrm>
              <a:off x="3584848" y="2852936"/>
              <a:ext cx="1152129" cy="576064"/>
              <a:chOff x="4376935" y="2924944"/>
              <a:chExt cx="1152129" cy="576064"/>
            </a:xfrm>
          </p:grpSpPr>
          <p:sp>
            <p:nvSpPr>
              <p:cNvPr id="22" name="Würfel 21"/>
              <p:cNvSpPr/>
              <p:nvPr/>
            </p:nvSpPr>
            <p:spPr>
              <a:xfrm>
                <a:off x="4736976" y="2924944"/>
                <a:ext cx="432048" cy="360040"/>
              </a:xfrm>
              <a:prstGeom prst="cube">
                <a:avLst/>
              </a:prstGeom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000" i="1" dirty="0"/>
              </a:p>
            </p:txBody>
          </p:sp>
          <p:sp>
            <p:nvSpPr>
              <p:cNvPr id="11" name="Rechteck 10"/>
              <p:cNvSpPr/>
              <p:nvPr/>
            </p:nvSpPr>
            <p:spPr>
              <a:xfrm>
                <a:off x="4376935" y="3254787"/>
                <a:ext cx="1152129" cy="2462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de-DE" sz="1000" b="1" i="1" dirty="0" smtClean="0">
                    <a:solidFill>
                      <a:schemeClr val="accent4">
                        <a:lumMod val="50000"/>
                      </a:schemeClr>
                    </a:solidFill>
                  </a:rPr>
                  <a:t>Banks</a:t>
                </a:r>
                <a:endParaRPr lang="de-DE" sz="1000" b="1" i="1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2" name="Gruppieren 41"/>
            <p:cNvGrpSpPr/>
            <p:nvPr/>
          </p:nvGrpSpPr>
          <p:grpSpPr>
            <a:xfrm>
              <a:off x="2589976" y="2132856"/>
              <a:ext cx="1152129" cy="729953"/>
              <a:chOff x="4376935" y="2924944"/>
              <a:chExt cx="1152129" cy="729953"/>
            </a:xfrm>
          </p:grpSpPr>
          <p:sp>
            <p:nvSpPr>
              <p:cNvPr id="43" name="Würfel 42"/>
              <p:cNvSpPr/>
              <p:nvPr/>
            </p:nvSpPr>
            <p:spPr>
              <a:xfrm>
                <a:off x="4736976" y="2924944"/>
                <a:ext cx="432048" cy="360040"/>
              </a:xfrm>
              <a:prstGeom prst="cub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000" i="1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4" name="Rechteck 43"/>
              <p:cNvSpPr/>
              <p:nvPr/>
            </p:nvSpPr>
            <p:spPr>
              <a:xfrm>
                <a:off x="4376935" y="3254787"/>
                <a:ext cx="1152129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de-DE" sz="1000" b="1" i="1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Interest-</a:t>
                </a:r>
                <a:r>
                  <a:rPr lang="de-DE" sz="1000" b="1" i="1" dirty="0" err="1" smtClean="0">
                    <a:solidFill>
                      <a:schemeClr val="accent1">
                        <a:lumMod val="50000"/>
                      </a:schemeClr>
                    </a:solidFill>
                  </a:rPr>
                  <a:t>statistics</a:t>
                </a:r>
                <a:endParaRPr lang="de-DE" sz="1000" b="1" i="1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54" name="Gruppieren 53"/>
            <p:cNvGrpSpPr/>
            <p:nvPr/>
          </p:nvGrpSpPr>
          <p:grpSpPr>
            <a:xfrm>
              <a:off x="2288704" y="2876927"/>
              <a:ext cx="1152129" cy="883841"/>
              <a:chOff x="4376935" y="2924944"/>
              <a:chExt cx="1152129" cy="883841"/>
            </a:xfrm>
          </p:grpSpPr>
          <p:sp>
            <p:nvSpPr>
              <p:cNvPr id="55" name="Würfel 54"/>
              <p:cNvSpPr/>
              <p:nvPr/>
            </p:nvSpPr>
            <p:spPr>
              <a:xfrm>
                <a:off x="4736976" y="2924944"/>
                <a:ext cx="432048" cy="360040"/>
              </a:xfrm>
              <a:prstGeom prst="cub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000" i="1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6" name="Rechteck 55"/>
              <p:cNvSpPr/>
              <p:nvPr/>
            </p:nvSpPr>
            <p:spPr>
              <a:xfrm>
                <a:off x="4376935" y="3254787"/>
                <a:ext cx="1152129" cy="553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de-DE" sz="1000" b="1" i="1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Profit </a:t>
                </a:r>
                <a:r>
                  <a:rPr lang="de-DE" sz="1000" b="1" i="1" dirty="0" err="1" smtClean="0">
                    <a:solidFill>
                      <a:schemeClr val="accent1">
                        <a:lumMod val="50000"/>
                      </a:schemeClr>
                    </a:solidFill>
                  </a:rPr>
                  <a:t>and</a:t>
                </a:r>
                <a:r>
                  <a:rPr lang="de-DE" sz="1000" b="1" i="1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 Loss </a:t>
                </a:r>
                <a:r>
                  <a:rPr lang="de-DE" sz="1000" b="1" i="1" dirty="0" err="1" smtClean="0">
                    <a:solidFill>
                      <a:schemeClr val="accent1">
                        <a:lumMod val="50000"/>
                      </a:schemeClr>
                    </a:solidFill>
                  </a:rPr>
                  <a:t>Statistics</a:t>
                </a:r>
                <a:endParaRPr lang="de-DE" sz="1000" b="1" i="1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57" name="Gruppieren 56"/>
            <p:cNvGrpSpPr/>
            <p:nvPr/>
          </p:nvGrpSpPr>
          <p:grpSpPr>
            <a:xfrm>
              <a:off x="3139559" y="3789040"/>
              <a:ext cx="1152129" cy="729953"/>
              <a:chOff x="4376935" y="2924944"/>
              <a:chExt cx="1152129" cy="729953"/>
            </a:xfrm>
          </p:grpSpPr>
          <p:sp>
            <p:nvSpPr>
              <p:cNvPr id="58" name="Würfel 57"/>
              <p:cNvSpPr/>
              <p:nvPr/>
            </p:nvSpPr>
            <p:spPr>
              <a:xfrm>
                <a:off x="4736976" y="2924944"/>
                <a:ext cx="432048" cy="360040"/>
              </a:xfrm>
              <a:prstGeom prst="cub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000" i="1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9" name="Rechteck 58"/>
              <p:cNvSpPr/>
              <p:nvPr/>
            </p:nvSpPr>
            <p:spPr>
              <a:xfrm>
                <a:off x="4376935" y="3254787"/>
                <a:ext cx="1152129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de-DE" sz="1000" b="1" i="1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Balance </a:t>
                </a:r>
                <a:r>
                  <a:rPr lang="de-DE" sz="1000" b="1" i="1" dirty="0" err="1" smtClean="0">
                    <a:solidFill>
                      <a:schemeClr val="accent1">
                        <a:lumMod val="50000"/>
                      </a:schemeClr>
                    </a:solidFill>
                  </a:rPr>
                  <a:t>Statistics</a:t>
                </a:r>
                <a:endParaRPr lang="de-DE" sz="1000" b="1" i="1" dirty="0" smtClean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64" name="Gerade Verbindung 63"/>
            <p:cNvCxnSpPr>
              <a:stCxn id="22" idx="0"/>
              <a:endCxn id="53" idx="0"/>
            </p:cNvCxnSpPr>
            <p:nvPr/>
          </p:nvCxnSpPr>
          <p:spPr>
            <a:xfrm flipV="1">
              <a:off x="4205918" y="2318683"/>
              <a:ext cx="301795" cy="5342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 Verbindung 65"/>
            <p:cNvCxnSpPr>
              <a:stCxn id="22" idx="2"/>
              <a:endCxn id="43" idx="3"/>
            </p:cNvCxnSpPr>
            <p:nvPr/>
          </p:nvCxnSpPr>
          <p:spPr>
            <a:xfrm flipH="1" flipV="1">
              <a:off x="3121036" y="2492896"/>
              <a:ext cx="823853" cy="5850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 Verbindung 68"/>
            <p:cNvCxnSpPr>
              <a:stCxn id="22" idx="2"/>
              <a:endCxn id="55" idx="5"/>
            </p:cNvCxnSpPr>
            <p:nvPr/>
          </p:nvCxnSpPr>
          <p:spPr>
            <a:xfrm flipH="1" flipV="1">
              <a:off x="3080793" y="3011942"/>
              <a:ext cx="864096" cy="660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Gerade Verbindung 112"/>
            <p:cNvCxnSpPr>
              <a:stCxn id="22" idx="3"/>
              <a:endCxn id="58" idx="0"/>
            </p:cNvCxnSpPr>
            <p:nvPr/>
          </p:nvCxnSpPr>
          <p:spPr>
            <a:xfrm flipH="1">
              <a:off x="3760629" y="3212976"/>
              <a:ext cx="355279" cy="5760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3" name="Gruppieren 162"/>
          <p:cNvGrpSpPr/>
          <p:nvPr/>
        </p:nvGrpSpPr>
        <p:grpSpPr>
          <a:xfrm>
            <a:off x="1115616" y="3645024"/>
            <a:ext cx="2127006" cy="1494020"/>
            <a:chOff x="1208584" y="3645024"/>
            <a:chExt cx="2304256" cy="1494020"/>
          </a:xfrm>
        </p:grpSpPr>
        <p:cxnSp>
          <p:nvCxnSpPr>
            <p:cNvPr id="72" name="Gerade Verbindung 71"/>
            <p:cNvCxnSpPr>
              <a:stCxn id="58" idx="2"/>
              <a:endCxn id="109" idx="5"/>
            </p:cNvCxnSpPr>
            <p:nvPr/>
          </p:nvCxnSpPr>
          <p:spPr>
            <a:xfrm flipH="1">
              <a:off x="2792760" y="4014065"/>
              <a:ext cx="706840" cy="2700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Würfel 122"/>
            <p:cNvSpPr/>
            <p:nvPr/>
          </p:nvSpPr>
          <p:spPr>
            <a:xfrm>
              <a:off x="3080792" y="4694946"/>
              <a:ext cx="432048" cy="360040"/>
            </a:xfrm>
            <a:prstGeom prst="cub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124" name="Gerade Verbindung 123"/>
            <p:cNvCxnSpPr>
              <a:stCxn id="123" idx="0"/>
              <a:endCxn id="109" idx="5"/>
            </p:cNvCxnSpPr>
            <p:nvPr/>
          </p:nvCxnSpPr>
          <p:spPr>
            <a:xfrm flipH="1" flipV="1">
              <a:off x="2792760" y="4284095"/>
              <a:ext cx="549061" cy="4108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Würfel 128"/>
            <p:cNvSpPr/>
            <p:nvPr/>
          </p:nvSpPr>
          <p:spPr>
            <a:xfrm>
              <a:off x="1928664" y="3645024"/>
              <a:ext cx="432048" cy="360040"/>
            </a:xfrm>
            <a:prstGeom prst="cub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134" name="Gerade Verbindung 133"/>
            <p:cNvCxnSpPr>
              <a:stCxn id="109" idx="1"/>
              <a:endCxn id="129" idx="3"/>
            </p:cNvCxnSpPr>
            <p:nvPr/>
          </p:nvCxnSpPr>
          <p:spPr>
            <a:xfrm flipH="1" flipV="1">
              <a:off x="2099683" y="4005064"/>
              <a:ext cx="432048" cy="2340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Würfel 139"/>
            <p:cNvSpPr/>
            <p:nvPr/>
          </p:nvSpPr>
          <p:spPr>
            <a:xfrm>
              <a:off x="1208584" y="4509120"/>
              <a:ext cx="432048" cy="360040"/>
            </a:xfrm>
            <a:prstGeom prst="cub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141" name="Gerade Verbindung 140"/>
            <p:cNvCxnSpPr>
              <a:stCxn id="109" idx="2"/>
              <a:endCxn id="140" idx="5"/>
            </p:cNvCxnSpPr>
            <p:nvPr/>
          </p:nvCxnSpPr>
          <p:spPr>
            <a:xfrm flipH="1">
              <a:off x="1640632" y="4374105"/>
              <a:ext cx="720080" cy="2700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Würfel 108"/>
            <p:cNvSpPr/>
            <p:nvPr/>
          </p:nvSpPr>
          <p:spPr>
            <a:xfrm>
              <a:off x="2360712" y="4149080"/>
              <a:ext cx="432048" cy="360040"/>
            </a:xfrm>
            <a:prstGeom prst="cube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000" i="1" dirty="0"/>
            </a:p>
          </p:txBody>
        </p:sp>
        <p:sp>
          <p:nvSpPr>
            <p:cNvPr id="146" name="Würfel 145"/>
            <p:cNvSpPr/>
            <p:nvPr/>
          </p:nvSpPr>
          <p:spPr>
            <a:xfrm>
              <a:off x="2000672" y="4779004"/>
              <a:ext cx="432048" cy="360040"/>
            </a:xfrm>
            <a:prstGeom prst="cub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147" name="Gerade Verbindung 146"/>
            <p:cNvCxnSpPr>
              <a:stCxn id="109" idx="3"/>
              <a:endCxn id="146" idx="5"/>
            </p:cNvCxnSpPr>
            <p:nvPr/>
          </p:nvCxnSpPr>
          <p:spPr>
            <a:xfrm flipH="1">
              <a:off x="2432720" y="4509120"/>
              <a:ext cx="99011" cy="40489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7" name="Gruppieren 166"/>
          <p:cNvGrpSpPr/>
          <p:nvPr/>
        </p:nvGrpSpPr>
        <p:grpSpPr>
          <a:xfrm>
            <a:off x="3840842" y="3203976"/>
            <a:ext cx="3337616" cy="2169241"/>
            <a:chOff x="4160912" y="3203975"/>
            <a:chExt cx="3615751" cy="2169241"/>
          </a:xfrm>
        </p:grpSpPr>
        <p:cxnSp>
          <p:nvCxnSpPr>
            <p:cNvPr id="91" name="Gerade Verbindung 90"/>
            <p:cNvCxnSpPr>
              <a:stCxn id="49" idx="5"/>
              <a:endCxn id="89" idx="2"/>
            </p:cNvCxnSpPr>
            <p:nvPr/>
          </p:nvCxnSpPr>
          <p:spPr>
            <a:xfrm>
              <a:off x="6321152" y="3203975"/>
              <a:ext cx="618417" cy="5729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0" name="Gruppieren 59"/>
            <p:cNvGrpSpPr/>
            <p:nvPr/>
          </p:nvGrpSpPr>
          <p:grpSpPr>
            <a:xfrm>
              <a:off x="5025007" y="4293096"/>
              <a:ext cx="1152129" cy="576064"/>
              <a:chOff x="4376935" y="2924944"/>
              <a:chExt cx="1152129" cy="576064"/>
            </a:xfrm>
          </p:grpSpPr>
          <p:sp>
            <p:nvSpPr>
              <p:cNvPr id="61" name="Würfel 60"/>
              <p:cNvSpPr/>
              <p:nvPr/>
            </p:nvSpPr>
            <p:spPr>
              <a:xfrm>
                <a:off x="4736976" y="2924944"/>
                <a:ext cx="432048" cy="360040"/>
              </a:xfrm>
              <a:prstGeom prst="cube">
                <a:avLst/>
              </a:prstGeom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000" i="1" dirty="0"/>
              </a:p>
            </p:txBody>
          </p:sp>
          <p:sp>
            <p:nvSpPr>
              <p:cNvPr id="62" name="Rechteck 61"/>
              <p:cNvSpPr/>
              <p:nvPr/>
            </p:nvSpPr>
            <p:spPr>
              <a:xfrm>
                <a:off x="4376935" y="3254787"/>
                <a:ext cx="1152129" cy="2462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de-DE" sz="1000" b="1" i="1" dirty="0" smtClean="0">
                    <a:solidFill>
                      <a:schemeClr val="accent4">
                        <a:lumMod val="50000"/>
                      </a:schemeClr>
                    </a:solidFill>
                  </a:rPr>
                  <a:t>Enterprises</a:t>
                </a:r>
                <a:endParaRPr lang="de-DE" sz="1000" b="1" i="1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88" name="Gruppieren 87"/>
            <p:cNvGrpSpPr/>
            <p:nvPr/>
          </p:nvGrpSpPr>
          <p:grpSpPr>
            <a:xfrm>
              <a:off x="6534523" y="3551916"/>
              <a:ext cx="1242140" cy="1037729"/>
              <a:chOff x="4331930" y="2924944"/>
              <a:chExt cx="1242140" cy="1037729"/>
            </a:xfrm>
          </p:grpSpPr>
          <p:sp>
            <p:nvSpPr>
              <p:cNvPr id="89" name="Würfel 88"/>
              <p:cNvSpPr/>
              <p:nvPr/>
            </p:nvSpPr>
            <p:spPr>
              <a:xfrm>
                <a:off x="4736976" y="2924944"/>
                <a:ext cx="432048" cy="360040"/>
              </a:xfrm>
              <a:prstGeom prst="cub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000" i="1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90" name="Rechteck 89"/>
              <p:cNvSpPr/>
              <p:nvPr/>
            </p:nvSpPr>
            <p:spPr>
              <a:xfrm>
                <a:off x="4331930" y="3254787"/>
                <a:ext cx="124214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de-DE" sz="1000" b="1" i="1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International </a:t>
                </a:r>
                <a:r>
                  <a:rPr lang="de-DE" sz="1000" b="1" i="1" dirty="0" err="1" smtClean="0">
                    <a:solidFill>
                      <a:schemeClr val="accent1">
                        <a:lumMod val="50000"/>
                      </a:schemeClr>
                    </a:solidFill>
                  </a:rPr>
                  <a:t>investment</a:t>
                </a:r>
                <a:r>
                  <a:rPr lang="de-DE" sz="1000" b="1" i="1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 </a:t>
                </a:r>
                <a:r>
                  <a:rPr lang="de-DE" sz="1000" b="1" i="1" dirty="0" err="1" smtClean="0">
                    <a:solidFill>
                      <a:schemeClr val="accent1">
                        <a:lumMod val="50000"/>
                      </a:schemeClr>
                    </a:solidFill>
                  </a:rPr>
                  <a:t>position</a:t>
                </a:r>
                <a:r>
                  <a:rPr lang="de-DE" sz="1000" b="1" i="1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 (</a:t>
                </a:r>
                <a:r>
                  <a:rPr lang="de-DE" sz="1000" b="1" i="1" dirty="0" err="1" smtClean="0">
                    <a:solidFill>
                      <a:schemeClr val="accent1">
                        <a:lumMod val="50000"/>
                      </a:schemeClr>
                    </a:solidFill>
                  </a:rPr>
                  <a:t>securities</a:t>
                </a:r>
                <a:r>
                  <a:rPr lang="de-DE" sz="1000" b="1" i="1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)</a:t>
                </a:r>
                <a:endParaRPr lang="de-DE" sz="1000" b="1" i="1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94" name="Gerade Verbindung 93"/>
            <p:cNvCxnSpPr>
              <a:stCxn id="61" idx="5"/>
              <a:endCxn id="89" idx="2"/>
            </p:cNvCxnSpPr>
            <p:nvPr/>
          </p:nvCxnSpPr>
          <p:spPr>
            <a:xfrm flipV="1">
              <a:off x="5817096" y="3776941"/>
              <a:ext cx="1122473" cy="65117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Würfel 97"/>
            <p:cNvSpPr/>
            <p:nvPr/>
          </p:nvSpPr>
          <p:spPr>
            <a:xfrm>
              <a:off x="6537176" y="4797152"/>
              <a:ext cx="432048" cy="360040"/>
            </a:xfrm>
            <a:prstGeom prst="cub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100" name="Gerade Verbindung 99"/>
            <p:cNvCxnSpPr>
              <a:stCxn id="61" idx="5"/>
              <a:endCxn id="98" idx="2"/>
            </p:cNvCxnSpPr>
            <p:nvPr/>
          </p:nvCxnSpPr>
          <p:spPr>
            <a:xfrm>
              <a:off x="5817096" y="4428111"/>
              <a:ext cx="720080" cy="5940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Würfel 103"/>
            <p:cNvSpPr/>
            <p:nvPr/>
          </p:nvSpPr>
          <p:spPr>
            <a:xfrm>
              <a:off x="5313040" y="5013176"/>
              <a:ext cx="432048" cy="360040"/>
            </a:xfrm>
            <a:prstGeom prst="cub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105" name="Gerade Verbindung 104"/>
            <p:cNvCxnSpPr>
              <a:stCxn id="61" idx="3"/>
              <a:endCxn id="104" idx="0"/>
            </p:cNvCxnSpPr>
            <p:nvPr/>
          </p:nvCxnSpPr>
          <p:spPr>
            <a:xfrm>
              <a:off x="5556067" y="4653136"/>
              <a:ext cx="18002" cy="360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Würfel 151"/>
            <p:cNvSpPr/>
            <p:nvPr/>
          </p:nvSpPr>
          <p:spPr>
            <a:xfrm>
              <a:off x="4160912" y="4623654"/>
              <a:ext cx="432048" cy="360040"/>
            </a:xfrm>
            <a:prstGeom prst="cub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153" name="Gerade Verbindung 152"/>
            <p:cNvCxnSpPr>
              <a:stCxn id="152" idx="5"/>
              <a:endCxn id="61" idx="2"/>
            </p:cNvCxnSpPr>
            <p:nvPr/>
          </p:nvCxnSpPr>
          <p:spPr>
            <a:xfrm flipV="1">
              <a:off x="4592960" y="4518121"/>
              <a:ext cx="792088" cy="2405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uppieren 91"/>
          <p:cNvGrpSpPr/>
          <p:nvPr/>
        </p:nvGrpSpPr>
        <p:grpSpPr>
          <a:xfrm>
            <a:off x="2898054" y="1988840"/>
            <a:ext cx="1794663" cy="2530153"/>
            <a:chOff x="3139559" y="1988840"/>
            <a:chExt cx="1944218" cy="2530153"/>
          </a:xfrm>
        </p:grpSpPr>
        <p:sp>
          <p:nvSpPr>
            <p:cNvPr id="93" name="Würfel 92"/>
            <p:cNvSpPr/>
            <p:nvPr/>
          </p:nvSpPr>
          <p:spPr>
            <a:xfrm>
              <a:off x="4291689" y="1988840"/>
              <a:ext cx="432048" cy="360040"/>
            </a:xfrm>
            <a:prstGeom prst="cube">
              <a:avLst/>
            </a:prstGeom>
            <a:solidFill>
              <a:srgbClr val="FF0000"/>
            </a:solidFill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95" name="Rechteck 94"/>
            <p:cNvSpPr/>
            <p:nvPr/>
          </p:nvSpPr>
          <p:spPr>
            <a:xfrm>
              <a:off x="3931648" y="2318683"/>
              <a:ext cx="115212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de-DE" sz="1000" b="1" i="1" dirty="0" smtClean="0">
                  <a:solidFill>
                    <a:srgbClr val="FF0000"/>
                  </a:solidFill>
                </a:rPr>
                <a:t>BLS</a:t>
              </a:r>
              <a:endParaRPr lang="de-DE" sz="1000" b="1" i="1" dirty="0">
                <a:solidFill>
                  <a:srgbClr val="FF0000"/>
                </a:solidFill>
              </a:endParaRPr>
            </a:p>
          </p:txBody>
        </p:sp>
        <p:sp>
          <p:nvSpPr>
            <p:cNvPr id="96" name="Würfel 95"/>
            <p:cNvSpPr/>
            <p:nvPr/>
          </p:nvSpPr>
          <p:spPr>
            <a:xfrm>
              <a:off x="3944889" y="2852936"/>
              <a:ext cx="432048" cy="360040"/>
            </a:xfrm>
            <a:prstGeom prst="cube">
              <a:avLst/>
            </a:prstGeom>
            <a:solidFill>
              <a:srgbClr val="FF0000"/>
            </a:solidFill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000" i="1" dirty="0"/>
            </a:p>
          </p:txBody>
        </p:sp>
        <p:sp>
          <p:nvSpPr>
            <p:cNvPr id="97" name="Rechteck 96"/>
            <p:cNvSpPr/>
            <p:nvPr/>
          </p:nvSpPr>
          <p:spPr>
            <a:xfrm>
              <a:off x="3584848" y="3182779"/>
              <a:ext cx="115212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de-DE" sz="1000" b="1" i="1" dirty="0" smtClean="0">
                  <a:solidFill>
                    <a:srgbClr val="FF0000"/>
                  </a:solidFill>
                </a:rPr>
                <a:t>Banks</a:t>
              </a:r>
              <a:endParaRPr lang="de-DE" sz="1000" b="1" i="1" dirty="0">
                <a:solidFill>
                  <a:srgbClr val="FF0000"/>
                </a:solidFill>
              </a:endParaRPr>
            </a:p>
          </p:txBody>
        </p:sp>
        <p:sp>
          <p:nvSpPr>
            <p:cNvPr id="99" name="Würfel 98"/>
            <p:cNvSpPr/>
            <p:nvPr/>
          </p:nvSpPr>
          <p:spPr>
            <a:xfrm>
              <a:off x="3499600" y="3789040"/>
              <a:ext cx="432048" cy="360040"/>
            </a:xfrm>
            <a:prstGeom prst="cube">
              <a:avLst/>
            </a:prstGeom>
            <a:solidFill>
              <a:srgbClr val="FF0000"/>
            </a:solidFill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000" i="1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01" name="Rechteck 100"/>
            <p:cNvSpPr/>
            <p:nvPr/>
          </p:nvSpPr>
          <p:spPr>
            <a:xfrm>
              <a:off x="3139559" y="4118883"/>
              <a:ext cx="115212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de-DE" sz="1000" b="1" i="1" dirty="0" smtClean="0">
                  <a:solidFill>
                    <a:srgbClr val="FF0000"/>
                  </a:solidFill>
                </a:rPr>
                <a:t>Balance </a:t>
              </a:r>
              <a:r>
                <a:rPr lang="de-DE" sz="1000" b="1" i="1" dirty="0" err="1" smtClean="0">
                  <a:solidFill>
                    <a:srgbClr val="FF0000"/>
                  </a:solidFill>
                </a:rPr>
                <a:t>Statistics</a:t>
              </a:r>
              <a:endParaRPr lang="de-DE" sz="1000" b="1" i="1" dirty="0" smtClean="0">
                <a:solidFill>
                  <a:srgbClr val="FF0000"/>
                </a:solidFill>
              </a:endParaRPr>
            </a:p>
          </p:txBody>
        </p:sp>
        <p:cxnSp>
          <p:nvCxnSpPr>
            <p:cNvPr id="102" name="Gerade Verbindung 101"/>
            <p:cNvCxnSpPr>
              <a:stCxn id="96" idx="0"/>
              <a:endCxn id="95" idx="0"/>
            </p:cNvCxnSpPr>
            <p:nvPr/>
          </p:nvCxnSpPr>
          <p:spPr>
            <a:xfrm flipV="1">
              <a:off x="4205918" y="2318683"/>
              <a:ext cx="301795" cy="534253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Gerade Verbindung 102"/>
            <p:cNvCxnSpPr>
              <a:stCxn id="96" idx="3"/>
              <a:endCxn id="99" idx="0"/>
            </p:cNvCxnSpPr>
            <p:nvPr/>
          </p:nvCxnSpPr>
          <p:spPr>
            <a:xfrm flipH="1">
              <a:off x="3760629" y="3212976"/>
              <a:ext cx="355279" cy="576064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uppieren 11"/>
          <p:cNvGrpSpPr/>
          <p:nvPr/>
        </p:nvGrpSpPr>
        <p:grpSpPr>
          <a:xfrm>
            <a:off x="3242622" y="2357911"/>
            <a:ext cx="4651430" cy="4140402"/>
            <a:chOff x="3415015" y="2411239"/>
            <a:chExt cx="5039049" cy="4140402"/>
          </a:xfrm>
        </p:grpSpPr>
        <p:grpSp>
          <p:nvGrpSpPr>
            <p:cNvPr id="3" name="Gruppieren 2"/>
            <p:cNvGrpSpPr/>
            <p:nvPr/>
          </p:nvGrpSpPr>
          <p:grpSpPr>
            <a:xfrm>
              <a:off x="3415015" y="2411239"/>
              <a:ext cx="5039049" cy="4140402"/>
              <a:chOff x="3415015" y="2411239"/>
              <a:chExt cx="5039049" cy="4140402"/>
            </a:xfrm>
          </p:grpSpPr>
          <p:sp>
            <p:nvSpPr>
              <p:cNvPr id="87" name="Rechteck 86"/>
              <p:cNvSpPr/>
              <p:nvPr/>
            </p:nvSpPr>
            <p:spPr>
              <a:xfrm>
                <a:off x="3415015" y="2411239"/>
                <a:ext cx="5039049" cy="4140402"/>
              </a:xfrm>
              <a:prstGeom prst="rect">
                <a:avLst/>
              </a:prstGeom>
              <a:effectLst>
                <a:outerShdw blurRad="254000" dist="215900" dir="2700000" sx="102000" sy="102000" algn="tl" rotWithShape="0">
                  <a:prstClr val="black">
                    <a:alpha val="40000"/>
                  </a:prstClr>
                </a:outerShdw>
              </a:effectLst>
              <a:scene3d>
                <a:camera prst="perspectiveRelaxed">
                  <a:rot lat="18814546" lon="1784836" rev="20250564"/>
                </a:camera>
                <a:lightRig rig="threePt" dir="t"/>
              </a:scene3d>
              <a:sp3d z="57150" extrusionH="1016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lvl="7"/>
                <a:endParaRPr lang="de-DE" sz="1400" dirty="0">
                  <a:solidFill>
                    <a:schemeClr val="tx1"/>
                  </a:solidFill>
                </a:endParaRPr>
              </a:p>
              <a:p>
                <a:pPr lvl="7"/>
                <a:endParaRPr lang="de-DE" sz="1400" dirty="0">
                  <a:solidFill>
                    <a:schemeClr val="tx1"/>
                  </a:solidFill>
                </a:endParaRPr>
              </a:p>
              <a:p>
                <a:pPr lvl="7"/>
                <a:endParaRPr lang="de-DE" sz="1400" dirty="0">
                  <a:solidFill>
                    <a:schemeClr val="tx1"/>
                  </a:solidFill>
                </a:endParaRPr>
              </a:p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  <a:p>
                <a:pPr algn="ctr"/>
                <a:endParaRPr lang="de-DE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de-DE" dirty="0" err="1" smtClean="0">
                    <a:solidFill>
                      <a:schemeClr val="tx1"/>
                    </a:solidFill>
                  </a:rPr>
                  <a:t>Matching</a:t>
                </a:r>
                <a:r>
                  <a:rPr lang="de-DE" dirty="0" smtClean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 smtClean="0">
                    <a:solidFill>
                      <a:schemeClr val="tx1"/>
                    </a:solidFill>
                  </a:rPr>
                  <a:t>and</a:t>
                </a:r>
                <a:r>
                  <a:rPr lang="de-DE" dirty="0" smtClean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 smtClean="0">
                    <a:solidFill>
                      <a:schemeClr val="tx1"/>
                    </a:solidFill>
                  </a:rPr>
                  <a:t>Merging</a:t>
                </a:r>
                <a:endParaRPr lang="de-DE" dirty="0" smtClean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6" name="Gruppieren 105"/>
              <p:cNvGrpSpPr/>
              <p:nvPr/>
            </p:nvGrpSpPr>
            <p:grpSpPr>
              <a:xfrm>
                <a:off x="4497731" y="3811257"/>
                <a:ext cx="1463382" cy="1420235"/>
                <a:chOff x="4585264" y="3613942"/>
                <a:chExt cx="853611" cy="711586"/>
              </a:xfrm>
            </p:grpSpPr>
            <p:sp>
              <p:nvSpPr>
                <p:cNvPr id="107" name="Würfel 106"/>
                <p:cNvSpPr/>
                <p:nvPr/>
              </p:nvSpPr>
              <p:spPr>
                <a:xfrm>
                  <a:off x="5006827" y="3884984"/>
                  <a:ext cx="432048" cy="360040"/>
                </a:xfrm>
                <a:prstGeom prst="cube">
                  <a:avLst/>
                </a:prstGeom>
                <a:solidFill>
                  <a:srgbClr val="FF7C80"/>
                </a:solidFill>
                <a:effectLst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000" i="1" dirty="0"/>
                </a:p>
              </p:txBody>
            </p:sp>
            <p:sp>
              <p:nvSpPr>
                <p:cNvPr id="108" name="Würfel 107"/>
                <p:cNvSpPr/>
                <p:nvPr/>
              </p:nvSpPr>
              <p:spPr>
                <a:xfrm>
                  <a:off x="4679709" y="3614180"/>
                  <a:ext cx="432048" cy="360040"/>
                </a:xfrm>
                <a:prstGeom prst="cube">
                  <a:avLst/>
                </a:prstGeom>
                <a:solidFill>
                  <a:srgbClr val="FF7C80"/>
                </a:solidFill>
                <a:effectLst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000" i="1" dirty="0"/>
                </a:p>
              </p:txBody>
            </p:sp>
            <p:sp>
              <p:nvSpPr>
                <p:cNvPr id="110" name="Würfel 109"/>
                <p:cNvSpPr/>
                <p:nvPr/>
              </p:nvSpPr>
              <p:spPr>
                <a:xfrm>
                  <a:off x="5006124" y="3613942"/>
                  <a:ext cx="432048" cy="360040"/>
                </a:xfrm>
                <a:prstGeom prst="cube">
                  <a:avLst/>
                </a:prstGeom>
                <a:solidFill>
                  <a:srgbClr val="FF7C80"/>
                </a:solidFill>
                <a:effectLst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000" i="1" dirty="0"/>
                </a:p>
              </p:txBody>
            </p:sp>
            <p:sp>
              <p:nvSpPr>
                <p:cNvPr id="111" name="Würfel 110"/>
                <p:cNvSpPr/>
                <p:nvPr/>
              </p:nvSpPr>
              <p:spPr>
                <a:xfrm>
                  <a:off x="4651729" y="3876589"/>
                  <a:ext cx="432048" cy="360040"/>
                </a:xfrm>
                <a:prstGeom prst="cube">
                  <a:avLst/>
                </a:prstGeom>
                <a:solidFill>
                  <a:srgbClr val="FF0000"/>
                </a:solidFill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000" i="1" dirty="0"/>
                </a:p>
              </p:txBody>
            </p:sp>
            <p:sp>
              <p:nvSpPr>
                <p:cNvPr id="112" name="Würfel 111"/>
                <p:cNvSpPr/>
                <p:nvPr/>
              </p:nvSpPr>
              <p:spPr>
                <a:xfrm>
                  <a:off x="4585969" y="3965488"/>
                  <a:ext cx="432048" cy="360040"/>
                </a:xfrm>
                <a:prstGeom prst="cube">
                  <a:avLst/>
                </a:prstGeom>
                <a:solidFill>
                  <a:srgbClr val="FF7C80"/>
                </a:solidFill>
                <a:effectLst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000" i="1" dirty="0"/>
                </a:p>
              </p:txBody>
            </p:sp>
            <p:sp>
              <p:nvSpPr>
                <p:cNvPr id="114" name="Würfel 113"/>
                <p:cNvSpPr/>
                <p:nvPr/>
              </p:nvSpPr>
              <p:spPr>
                <a:xfrm>
                  <a:off x="4914501" y="3964339"/>
                  <a:ext cx="432048" cy="360040"/>
                </a:xfrm>
                <a:prstGeom prst="cube">
                  <a:avLst/>
                </a:prstGeom>
                <a:solidFill>
                  <a:srgbClr val="FF7C80"/>
                </a:solidFill>
                <a:effectLst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000" i="1" dirty="0"/>
                </a:p>
              </p:txBody>
            </p:sp>
            <p:sp>
              <p:nvSpPr>
                <p:cNvPr id="115" name="Würfel 114"/>
                <p:cNvSpPr/>
                <p:nvPr/>
              </p:nvSpPr>
              <p:spPr>
                <a:xfrm>
                  <a:off x="4585264" y="3694121"/>
                  <a:ext cx="432048" cy="360040"/>
                </a:xfrm>
                <a:prstGeom prst="cube">
                  <a:avLst/>
                </a:prstGeom>
                <a:solidFill>
                  <a:srgbClr val="FF7C80"/>
                </a:solidFill>
                <a:effectLst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000" i="1" dirty="0"/>
                </a:p>
              </p:txBody>
            </p:sp>
            <p:sp>
              <p:nvSpPr>
                <p:cNvPr id="116" name="Würfel 115"/>
                <p:cNvSpPr/>
                <p:nvPr/>
              </p:nvSpPr>
              <p:spPr>
                <a:xfrm>
                  <a:off x="4914516" y="3693541"/>
                  <a:ext cx="432048" cy="360040"/>
                </a:xfrm>
                <a:prstGeom prst="cube">
                  <a:avLst/>
                </a:prstGeom>
                <a:solidFill>
                  <a:srgbClr val="FF7C80"/>
                </a:solidFill>
                <a:effectLst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000" i="1" dirty="0"/>
                </a:p>
              </p:txBody>
            </p:sp>
          </p:grpSp>
        </p:grpSp>
        <p:sp>
          <p:nvSpPr>
            <p:cNvPr id="10" name="Gestreifter Pfeil nach rechts 9"/>
            <p:cNvSpPr/>
            <p:nvPr/>
          </p:nvSpPr>
          <p:spPr>
            <a:xfrm rot="4104723">
              <a:off x="4044982" y="3509359"/>
              <a:ext cx="698888" cy="460241"/>
            </a:xfrm>
            <a:prstGeom prst="stripedRightArrow">
              <a:avLst/>
            </a:prstGeom>
            <a:solidFill>
              <a:srgbClr val="FF0000">
                <a:alpha val="25098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3" name="Gruppieren 12"/>
          <p:cNvGrpSpPr/>
          <p:nvPr/>
        </p:nvGrpSpPr>
        <p:grpSpPr>
          <a:xfrm>
            <a:off x="4764601" y="735964"/>
            <a:ext cx="3061504" cy="3040978"/>
            <a:chOff x="5091721" y="791607"/>
            <a:chExt cx="3316629" cy="3040978"/>
          </a:xfrm>
        </p:grpSpPr>
        <p:grpSp>
          <p:nvGrpSpPr>
            <p:cNvPr id="8" name="Gruppieren 7"/>
            <p:cNvGrpSpPr/>
            <p:nvPr/>
          </p:nvGrpSpPr>
          <p:grpSpPr>
            <a:xfrm>
              <a:off x="5091721" y="791607"/>
              <a:ext cx="3316629" cy="3040978"/>
              <a:chOff x="5091721" y="791607"/>
              <a:chExt cx="3316629" cy="3040978"/>
            </a:xfrm>
          </p:grpSpPr>
          <p:sp>
            <p:nvSpPr>
              <p:cNvPr id="118" name="Rechteck 117"/>
              <p:cNvSpPr/>
              <p:nvPr/>
            </p:nvSpPr>
            <p:spPr>
              <a:xfrm>
                <a:off x="5091721" y="791607"/>
                <a:ext cx="3316629" cy="3040978"/>
              </a:xfrm>
              <a:prstGeom prst="rect">
                <a:avLst/>
              </a:prstGeom>
              <a:effectLst>
                <a:outerShdw blurRad="254000" dist="215900" dir="2700000" sx="102000" sy="102000" algn="tl" rotWithShape="0">
                  <a:prstClr val="black">
                    <a:alpha val="40000"/>
                  </a:prstClr>
                </a:outerShdw>
              </a:effectLst>
              <a:scene3d>
                <a:camera prst="perspectiveRelaxed">
                  <a:rot lat="18814546" lon="1784836" rev="20250564"/>
                </a:camera>
                <a:lightRig rig="threePt" dir="t"/>
              </a:scene3d>
              <a:sp3d z="57150" extrusionH="1016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de-DE" dirty="0" smtClean="0">
                    <a:solidFill>
                      <a:schemeClr val="tx1"/>
                    </a:solidFill>
                  </a:rPr>
                  <a:t>Analysis-Level</a:t>
                </a:r>
              </a:p>
            </p:txBody>
          </p:sp>
          <p:pic>
            <p:nvPicPr>
              <p:cNvPr id="119" name="Picture 8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clrChange>
                  <a:clrFrom>
                    <a:srgbClr val="7C93C3"/>
                  </a:clrFrom>
                  <a:clrTo>
                    <a:srgbClr val="7C93C3">
                      <a:alpha val="0"/>
                    </a:srgbClr>
                  </a:clrTo>
                </a:clrChange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harpenSoften amount="-5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5482007" y="1589263"/>
                <a:ext cx="2520280" cy="1375218"/>
              </a:xfrm>
              <a:prstGeom prst="ellipse">
                <a:avLst/>
              </a:prstGeom>
              <a:ln>
                <a:noFill/>
              </a:ln>
              <a:effectLst>
                <a:softEdge rad="190500"/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20" name="Gestreifter Pfeil nach rechts 119"/>
            <p:cNvSpPr/>
            <p:nvPr/>
          </p:nvSpPr>
          <p:spPr>
            <a:xfrm rot="18156849">
              <a:off x="5482145" y="3013465"/>
              <a:ext cx="1096758" cy="501205"/>
            </a:xfrm>
            <a:prstGeom prst="stripedRightArrow">
              <a:avLst/>
            </a:prstGeom>
            <a:solidFill>
              <a:srgbClr val="FF0000">
                <a:alpha val="25098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643471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>
                <a:solidFill>
                  <a:schemeClr val="tx1"/>
                </a:solidFill>
              </a:rPr>
              <a:t>Data Value Chain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z="900" smtClean="0">
                <a:solidFill>
                  <a:srgbClr val="000000"/>
                </a:solidFill>
              </a:rPr>
              <a:t>EDDI 2015</a:t>
            </a:r>
            <a:endParaRPr lang="de-DE" sz="900" dirty="0">
              <a:solidFill>
                <a:srgbClr val="000000"/>
              </a:solidFill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de-DE" sz="900" dirty="0">
                <a:solidFill>
                  <a:srgbClr val="000000"/>
                </a:solidFill>
              </a:rPr>
              <a:t>Seite </a:t>
            </a:r>
            <a:fld id="{795659D1-D435-4DC4-B545-657E7139435F}" type="slidenum">
              <a:rPr lang="de-DE" sz="900">
                <a:solidFill>
                  <a:srgbClr val="000000"/>
                </a:solidFill>
              </a:rPr>
              <a:pPr/>
              <a:t>18</a:t>
            </a:fld>
            <a:endParaRPr lang="de-DE" sz="900" dirty="0">
              <a:solidFill>
                <a:srgbClr val="000000"/>
              </a:solidFill>
            </a:endParaRP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sz="900" smtClean="0">
                <a:solidFill>
                  <a:srgbClr val="000000"/>
                </a:solidFill>
              </a:rPr>
              <a:t>Towards Metadata Management with SDMX and DDI</a:t>
            </a:r>
            <a:endParaRPr lang="de-DE" sz="900" dirty="0">
              <a:solidFill>
                <a:srgbClr val="000000"/>
              </a:solidFill>
            </a:endParaRPr>
          </a:p>
        </p:txBody>
      </p:sp>
      <p:grpSp>
        <p:nvGrpSpPr>
          <p:cNvPr id="2" name="Gruppieren 444"/>
          <p:cNvGrpSpPr/>
          <p:nvPr/>
        </p:nvGrpSpPr>
        <p:grpSpPr>
          <a:xfrm>
            <a:off x="386312" y="1284290"/>
            <a:ext cx="8424862" cy="4459980"/>
            <a:chOff x="447210" y="1395771"/>
            <a:chExt cx="9752948" cy="4847131"/>
          </a:xfrm>
        </p:grpSpPr>
        <p:sp>
          <p:nvSpPr>
            <p:cNvPr id="8" name="AutoShape 2"/>
            <p:cNvSpPr>
              <a:spLocks noChangeArrowheads="1"/>
            </p:cNvSpPr>
            <p:nvPr/>
          </p:nvSpPr>
          <p:spPr bwMode="auto">
            <a:xfrm>
              <a:off x="5449570" y="1398219"/>
              <a:ext cx="2503018" cy="4831855"/>
            </a:xfrm>
            <a:prstGeom prst="rightArrowCallout">
              <a:avLst>
                <a:gd name="adj1" fmla="val 14892"/>
                <a:gd name="adj2" fmla="val 15446"/>
                <a:gd name="adj3" fmla="val 7218"/>
                <a:gd name="adj4" fmla="val 87593"/>
              </a:avLst>
            </a:prstGeom>
            <a:solidFill>
              <a:srgbClr val="BCC8E0"/>
            </a:solidFill>
            <a:ln w="38100" algn="ctr">
              <a:noFill/>
              <a:miter lim="800000"/>
              <a:headEnd/>
              <a:tailEnd/>
            </a:ln>
          </p:spPr>
          <p:txBody>
            <a:bodyPr lIns="81158" tIns="81158" rIns="81158" bIns="81158"/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b="1" dirty="0" smtClean="0">
                  <a:solidFill>
                    <a:srgbClr val="0070C0"/>
                  </a:solidFill>
                </a:rPr>
                <a:t>Primary </a:t>
              </a:r>
              <a:r>
                <a:rPr lang="de-DE" sz="1000" b="1" dirty="0" err="1" smtClean="0">
                  <a:solidFill>
                    <a:srgbClr val="0070C0"/>
                  </a:solidFill>
                </a:rPr>
                <a:t>Statistics</a:t>
              </a:r>
              <a:r>
                <a:rPr lang="de-DE" sz="1000" b="1" dirty="0" smtClean="0">
                  <a:solidFill>
                    <a:srgbClr val="0070C0"/>
                  </a:solidFill>
                </a:rPr>
                <a:t> </a:t>
              </a:r>
              <a:r>
                <a:rPr lang="de-DE" sz="1000" b="1" dirty="0" err="1" smtClean="0">
                  <a:solidFill>
                    <a:srgbClr val="0070C0"/>
                  </a:solidFill>
                </a:rPr>
                <a:t>results</a:t>
              </a:r>
              <a:r>
                <a:rPr lang="de-DE" sz="1000" b="1" dirty="0" smtClean="0">
                  <a:solidFill>
                    <a:srgbClr val="0070C0"/>
                  </a:solidFill>
                </a:rPr>
                <a:t> , </a:t>
              </a:r>
              <a:r>
                <a:rPr lang="de-DE" sz="1000" b="1" dirty="0">
                  <a:solidFill>
                    <a:srgbClr val="0070C0"/>
                  </a:solidFill>
                </a:rPr>
                <a:t/>
              </a:r>
              <a:br>
                <a:rPr lang="de-DE" sz="1000" b="1" dirty="0">
                  <a:solidFill>
                    <a:srgbClr val="0070C0"/>
                  </a:solidFill>
                </a:rPr>
              </a:br>
              <a:r>
                <a:rPr lang="de-DE" sz="1000" b="1" dirty="0" err="1" smtClean="0">
                  <a:solidFill>
                    <a:srgbClr val="0070C0"/>
                  </a:solidFill>
                </a:rPr>
                <a:t>macroeconomic</a:t>
              </a:r>
              <a:r>
                <a:rPr lang="de-DE" sz="1000" b="1" dirty="0" smtClean="0">
                  <a:solidFill>
                    <a:srgbClr val="0070C0"/>
                  </a:solidFill>
                </a:rPr>
                <a:t> </a:t>
              </a:r>
              <a:r>
                <a:rPr lang="de-DE" sz="1000" b="1" dirty="0">
                  <a:solidFill>
                    <a:srgbClr val="0070C0"/>
                  </a:solidFill>
                </a:rPr>
                <a:t/>
              </a:r>
              <a:br>
                <a:rPr lang="de-DE" sz="1000" b="1" dirty="0">
                  <a:solidFill>
                    <a:srgbClr val="0070C0"/>
                  </a:solidFill>
                </a:rPr>
              </a:br>
              <a:r>
                <a:rPr lang="de-DE" sz="1000" b="1" dirty="0" err="1" smtClean="0">
                  <a:solidFill>
                    <a:srgbClr val="0070C0"/>
                  </a:solidFill>
                </a:rPr>
                <a:t>Indicators</a:t>
              </a:r>
              <a:endParaRPr lang="de-DE" sz="1000" b="1" dirty="0">
                <a:solidFill>
                  <a:srgbClr val="0070C0"/>
                </a:solidFill>
              </a:endParaRPr>
            </a:p>
          </p:txBody>
        </p:sp>
        <p:sp>
          <p:nvSpPr>
            <p:cNvPr id="9" name="AutoShape 66"/>
            <p:cNvSpPr>
              <a:spLocks noChangeArrowheads="1"/>
            </p:cNvSpPr>
            <p:nvPr/>
          </p:nvSpPr>
          <p:spPr bwMode="auto">
            <a:xfrm>
              <a:off x="447210" y="5291508"/>
              <a:ext cx="5000522" cy="938565"/>
            </a:xfrm>
            <a:prstGeom prst="rightArrowCallout">
              <a:avLst>
                <a:gd name="adj1" fmla="val 29898"/>
                <a:gd name="adj2" fmla="val 26718"/>
                <a:gd name="adj3" fmla="val 16488"/>
                <a:gd name="adj4" fmla="val 92792"/>
              </a:avLst>
            </a:prstGeom>
            <a:solidFill>
              <a:srgbClr val="D6DDEC"/>
            </a:solidFill>
            <a:ln w="38100" algn="ctr">
              <a:noFill/>
              <a:miter lim="800000"/>
              <a:headEnd/>
              <a:tailEnd/>
            </a:ln>
          </p:spPr>
          <p:txBody>
            <a:bodyPr lIns="81158" tIns="81158" rIns="81158" bIns="81158"/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dirty="0">
                  <a:solidFill>
                    <a:srgbClr val="000000"/>
                  </a:solidFill>
                </a:rPr>
                <a:t>                       </a:t>
              </a:r>
              <a:r>
                <a:rPr lang="de-DE" sz="1000" b="1" dirty="0">
                  <a:solidFill>
                    <a:srgbClr val="000000"/>
                  </a:solidFill>
                </a:rPr>
                <a:t>    </a:t>
              </a:r>
              <a:r>
                <a:rPr lang="de-DE" sz="1000" b="1" dirty="0">
                  <a:solidFill>
                    <a:srgbClr val="0070C0"/>
                  </a:solidFill>
                </a:rPr>
                <a:t>    </a:t>
              </a:r>
              <a:r>
                <a:rPr lang="de-DE" sz="1000" b="1" dirty="0" err="1" smtClean="0">
                  <a:solidFill>
                    <a:srgbClr val="0070C0"/>
                  </a:solidFill>
                </a:rPr>
                <a:t>External</a:t>
              </a:r>
              <a:r>
                <a:rPr lang="de-DE" sz="1000" b="1" dirty="0" smtClean="0">
                  <a:solidFill>
                    <a:srgbClr val="0070C0"/>
                  </a:solidFill>
                </a:rPr>
                <a:t> </a:t>
              </a:r>
              <a:r>
                <a:rPr lang="de-DE" sz="1000" b="1" dirty="0" err="1" smtClean="0">
                  <a:solidFill>
                    <a:srgbClr val="0070C0"/>
                  </a:solidFill>
                </a:rPr>
                <a:t>Organisations</a:t>
              </a:r>
              <a:r>
                <a:rPr lang="de-DE" sz="1000" b="1" dirty="0" smtClean="0">
                  <a:solidFill>
                    <a:srgbClr val="0070C0"/>
                  </a:solidFill>
                </a:rPr>
                <a:t> Data  </a:t>
              </a:r>
              <a:r>
                <a:rPr lang="de-DE" sz="1000" dirty="0">
                  <a:solidFill>
                    <a:srgbClr val="000000"/>
                  </a:solidFill>
                </a:rPr>
                <a:t/>
              </a:r>
              <a:br>
                <a:rPr lang="de-DE" sz="1000" dirty="0">
                  <a:solidFill>
                    <a:srgbClr val="000000"/>
                  </a:solidFill>
                </a:rPr>
              </a:br>
              <a:r>
                <a:rPr lang="de-DE" sz="1000" dirty="0">
                  <a:solidFill>
                    <a:srgbClr val="000000"/>
                  </a:solidFill>
                </a:rPr>
                <a:t>                               EZB, BIZ, OECD, IWF, Eurostat, destatis,…</a:t>
              </a:r>
              <a:br>
                <a:rPr lang="de-DE" sz="1000" dirty="0">
                  <a:solidFill>
                    <a:srgbClr val="000000"/>
                  </a:solidFill>
                </a:rPr>
              </a:br>
              <a:r>
                <a:rPr lang="de-DE" sz="1000" b="1" dirty="0">
                  <a:solidFill>
                    <a:srgbClr val="000000"/>
                  </a:solidFill>
                </a:rPr>
                <a:t/>
              </a:r>
              <a:br>
                <a:rPr lang="de-DE" sz="1000" b="1" dirty="0">
                  <a:solidFill>
                    <a:srgbClr val="000000"/>
                  </a:solidFill>
                </a:rPr>
              </a:br>
              <a:r>
                <a:rPr lang="de-DE" sz="1000" b="1" dirty="0">
                  <a:solidFill>
                    <a:srgbClr val="000000"/>
                  </a:solidFill>
                </a:rPr>
                <a:t>                         </a:t>
              </a:r>
              <a:r>
                <a:rPr lang="de-DE" sz="1000" b="1" dirty="0">
                  <a:solidFill>
                    <a:srgbClr val="0070C0"/>
                  </a:solidFill>
                </a:rPr>
                <a:t>      </a:t>
              </a:r>
              <a:r>
                <a:rPr lang="de-DE" sz="1000" b="1" dirty="0" smtClean="0">
                  <a:solidFill>
                    <a:srgbClr val="0070C0"/>
                  </a:solidFill>
                </a:rPr>
                <a:t>Commercial Data Providers</a:t>
              </a:r>
              <a:r>
                <a:rPr lang="de-DE" sz="1000" b="1" dirty="0">
                  <a:solidFill>
                    <a:srgbClr val="000000"/>
                  </a:solidFill>
                </a:rPr>
                <a:t/>
              </a:r>
              <a:br>
                <a:rPr lang="de-DE" sz="1000" b="1" dirty="0">
                  <a:solidFill>
                    <a:srgbClr val="000000"/>
                  </a:solidFill>
                </a:rPr>
              </a:br>
              <a:r>
                <a:rPr lang="de-DE" sz="1000" dirty="0">
                  <a:solidFill>
                    <a:srgbClr val="000000"/>
                  </a:solidFill>
                </a:rPr>
                <a:t>                               MarkIT, Thomson-Reuters,…</a:t>
              </a:r>
            </a:p>
            <a:p>
              <a:pPr algn="ctr" defTabSz="913925">
                <a:spcBef>
                  <a:spcPct val="50000"/>
                </a:spcBef>
              </a:pPr>
              <a:r>
                <a:rPr lang="de-DE" sz="1000" b="1" dirty="0">
                  <a:solidFill>
                    <a:srgbClr val="0070C0"/>
                  </a:solidFill>
                </a:rPr>
                <a:t/>
              </a:r>
              <a:br>
                <a:rPr lang="de-DE" sz="1000" b="1" dirty="0">
                  <a:solidFill>
                    <a:srgbClr val="0070C0"/>
                  </a:solidFill>
                </a:rPr>
              </a:br>
              <a:endParaRPr lang="de-DE" sz="1000" b="1" dirty="0">
                <a:solidFill>
                  <a:srgbClr val="0070C0"/>
                </a:solidFill>
              </a:endParaRPr>
            </a:p>
          </p:txBody>
        </p:sp>
        <p:sp>
          <p:nvSpPr>
            <p:cNvPr id="10" name="AutoShape 3"/>
            <p:cNvSpPr>
              <a:spLocks noChangeArrowheads="1"/>
            </p:cNvSpPr>
            <p:nvPr/>
          </p:nvSpPr>
          <p:spPr bwMode="auto">
            <a:xfrm>
              <a:off x="2948389" y="1395771"/>
              <a:ext cx="2501181" cy="3800844"/>
            </a:xfrm>
            <a:prstGeom prst="rightArrowCallout">
              <a:avLst>
                <a:gd name="adj1" fmla="val 28761"/>
                <a:gd name="adj2" fmla="val 24070"/>
                <a:gd name="adj3" fmla="val 7606"/>
                <a:gd name="adj4" fmla="val 85338"/>
              </a:avLst>
            </a:prstGeom>
            <a:solidFill>
              <a:srgbClr val="CBD4E7"/>
            </a:solidFill>
            <a:ln w="38100" algn="ctr">
              <a:noFill/>
              <a:miter lim="800000"/>
              <a:headEnd/>
              <a:tailEnd/>
            </a:ln>
          </p:spPr>
          <p:txBody>
            <a:bodyPr lIns="81158" tIns="81158" rIns="81158" bIns="81158"/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b="1" dirty="0" smtClean="0">
                  <a:solidFill>
                    <a:srgbClr val="0070C0"/>
                  </a:solidFill>
                </a:rPr>
                <a:t>Primary </a:t>
              </a:r>
              <a:r>
                <a:rPr lang="de-DE" sz="1000" b="1" dirty="0" err="1" smtClean="0">
                  <a:solidFill>
                    <a:srgbClr val="0070C0"/>
                  </a:solidFill>
                </a:rPr>
                <a:t>Statistics</a:t>
              </a:r>
              <a:r>
                <a:rPr lang="de-DE" sz="1000" b="1" dirty="0" smtClean="0">
                  <a:solidFill>
                    <a:srgbClr val="0070C0"/>
                  </a:solidFill>
                </a:rPr>
                <a:t>: </a:t>
              </a:r>
              <a:r>
                <a:rPr lang="de-DE" sz="1000" b="1" dirty="0">
                  <a:solidFill>
                    <a:srgbClr val="0070C0"/>
                  </a:solidFill>
                </a:rPr>
                <a:t/>
              </a:r>
              <a:br>
                <a:rPr lang="de-DE" sz="1000" b="1" dirty="0">
                  <a:solidFill>
                    <a:srgbClr val="0070C0"/>
                  </a:solidFill>
                </a:rPr>
              </a:br>
              <a:r>
                <a:rPr lang="de-DE" sz="1000" b="1" dirty="0" smtClean="0">
                  <a:solidFill>
                    <a:srgbClr val="0070C0"/>
                  </a:solidFill>
                </a:rPr>
                <a:t>Review, Validation, </a:t>
              </a:r>
              <a:r>
                <a:rPr lang="de-DE" sz="1000" b="1" dirty="0">
                  <a:solidFill>
                    <a:srgbClr val="0070C0"/>
                  </a:solidFill>
                </a:rPr>
                <a:t/>
              </a:r>
              <a:br>
                <a:rPr lang="de-DE" sz="1000" b="1" dirty="0">
                  <a:solidFill>
                    <a:srgbClr val="0070C0"/>
                  </a:solidFill>
                </a:rPr>
              </a:br>
              <a:r>
                <a:rPr lang="de-DE" sz="1000" b="1" dirty="0" err="1" smtClean="0">
                  <a:solidFill>
                    <a:srgbClr val="0070C0"/>
                  </a:solidFill>
                </a:rPr>
                <a:t>Preparation</a:t>
              </a:r>
              <a:endParaRPr lang="de-DE" sz="1000" b="1" dirty="0">
                <a:solidFill>
                  <a:srgbClr val="0070C0"/>
                </a:solidFill>
              </a:endParaRPr>
            </a:p>
          </p:txBody>
        </p:sp>
        <p:sp>
          <p:nvSpPr>
            <p:cNvPr id="11" name="AutoShape 4"/>
            <p:cNvSpPr>
              <a:spLocks noChangeArrowheads="1"/>
            </p:cNvSpPr>
            <p:nvPr/>
          </p:nvSpPr>
          <p:spPr bwMode="auto">
            <a:xfrm>
              <a:off x="447210" y="1395772"/>
              <a:ext cx="2501180" cy="3818097"/>
            </a:xfrm>
            <a:prstGeom prst="rightArrowCallout">
              <a:avLst>
                <a:gd name="adj1" fmla="val 48931"/>
                <a:gd name="adj2" fmla="val 34613"/>
                <a:gd name="adj3" fmla="val 6079"/>
                <a:gd name="adj4" fmla="val 83333"/>
              </a:avLst>
            </a:prstGeom>
            <a:solidFill>
              <a:srgbClr val="D6DDEC"/>
            </a:solidFill>
            <a:ln w="38100" algn="ctr">
              <a:noFill/>
              <a:miter lim="800000"/>
              <a:headEnd/>
              <a:tailEnd/>
            </a:ln>
          </p:spPr>
          <p:txBody>
            <a:bodyPr lIns="81158" tIns="81158" rIns="81158" bIns="81158"/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b="1" dirty="0">
                  <a:solidFill>
                    <a:srgbClr val="0070C0"/>
                  </a:solidFill>
                </a:rPr>
                <a:t>Primary </a:t>
              </a:r>
              <a:r>
                <a:rPr lang="de-DE" sz="1000" b="1" dirty="0" err="1">
                  <a:solidFill>
                    <a:srgbClr val="0070C0"/>
                  </a:solidFill>
                </a:rPr>
                <a:t>Statistics</a:t>
              </a:r>
              <a:r>
                <a:rPr lang="de-DE" sz="1000" b="1" dirty="0">
                  <a:solidFill>
                    <a:srgbClr val="0070C0"/>
                  </a:solidFill>
                </a:rPr>
                <a:t> </a:t>
              </a:r>
              <a:br>
                <a:rPr lang="de-DE" sz="1000" b="1" dirty="0">
                  <a:solidFill>
                    <a:srgbClr val="0070C0"/>
                  </a:solidFill>
                </a:rPr>
              </a:br>
              <a:r>
                <a:rPr lang="de-DE" sz="1000" b="1" dirty="0" smtClean="0">
                  <a:solidFill>
                    <a:srgbClr val="0070C0"/>
                  </a:solidFill>
                </a:rPr>
                <a:t>Data Input</a:t>
              </a:r>
              <a:r>
                <a:rPr lang="de-DE" sz="1000" b="1" dirty="0">
                  <a:solidFill>
                    <a:srgbClr val="0070C0"/>
                  </a:solidFill>
                </a:rPr>
                <a:t/>
              </a:r>
              <a:br>
                <a:rPr lang="de-DE" sz="1000" b="1" dirty="0">
                  <a:solidFill>
                    <a:srgbClr val="0070C0"/>
                  </a:solidFill>
                </a:rPr>
              </a:br>
              <a:endParaRPr lang="de-DE" sz="1000" b="1" dirty="0">
                <a:solidFill>
                  <a:srgbClr val="0070C0"/>
                </a:solidFill>
              </a:endParaRPr>
            </a:p>
          </p:txBody>
        </p:sp>
        <p:sp>
          <p:nvSpPr>
            <p:cNvPr id="12" name="Text Box 6"/>
            <p:cNvSpPr txBox="1">
              <a:spLocks noChangeArrowheads="1"/>
            </p:cNvSpPr>
            <p:nvPr/>
          </p:nvSpPr>
          <p:spPr bwMode="auto">
            <a:xfrm>
              <a:off x="7952588" y="1398219"/>
              <a:ext cx="2247570" cy="4831855"/>
            </a:xfrm>
            <a:prstGeom prst="rect">
              <a:avLst/>
            </a:prstGeom>
            <a:solidFill>
              <a:srgbClr val="A9B8D7"/>
            </a:solidFill>
            <a:ln w="38100">
              <a:noFill/>
              <a:miter lim="800000"/>
              <a:headEnd/>
              <a:tailEnd/>
            </a:ln>
          </p:spPr>
          <p:txBody>
            <a:bodyPr lIns="81158" tIns="81158" rIns="81158" bIns="81158"/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b="1" dirty="0" smtClean="0">
                  <a:solidFill>
                    <a:srgbClr val="0070C0"/>
                  </a:solidFill>
                </a:rPr>
                <a:t>Data </a:t>
              </a:r>
              <a:r>
                <a:rPr lang="de-DE" sz="1000" b="1" dirty="0" err="1" smtClean="0">
                  <a:solidFill>
                    <a:srgbClr val="0070C0"/>
                  </a:solidFill>
                </a:rPr>
                <a:t>usage</a:t>
              </a:r>
              <a:r>
                <a:rPr lang="de-DE" sz="1000" b="1" dirty="0" smtClean="0">
                  <a:solidFill>
                    <a:srgbClr val="0070C0"/>
                  </a:solidFill>
                </a:rPr>
                <a:t>,</a:t>
              </a:r>
              <a:r>
                <a:rPr lang="de-DE" sz="1000" b="1" dirty="0">
                  <a:solidFill>
                    <a:srgbClr val="0070C0"/>
                  </a:solidFill>
                </a:rPr>
                <a:t/>
              </a:r>
              <a:br>
                <a:rPr lang="de-DE" sz="1000" b="1" dirty="0">
                  <a:solidFill>
                    <a:srgbClr val="0070C0"/>
                  </a:solidFill>
                </a:rPr>
              </a:br>
              <a:r>
                <a:rPr lang="de-DE" sz="1000" b="1" dirty="0" smtClean="0">
                  <a:solidFill>
                    <a:srgbClr val="0070C0"/>
                  </a:solidFill>
                </a:rPr>
                <a:t>Data Exchange,</a:t>
              </a:r>
              <a:r>
                <a:rPr lang="de-DE" sz="1000" b="1" dirty="0">
                  <a:solidFill>
                    <a:srgbClr val="0070C0"/>
                  </a:solidFill>
                </a:rPr>
                <a:t/>
              </a:r>
              <a:br>
                <a:rPr lang="de-DE" sz="1000" b="1" dirty="0">
                  <a:solidFill>
                    <a:srgbClr val="0070C0"/>
                  </a:solidFill>
                </a:rPr>
              </a:br>
              <a:r>
                <a:rPr lang="de-DE" sz="1000" b="1" dirty="0" err="1" smtClean="0">
                  <a:solidFill>
                    <a:srgbClr val="0070C0"/>
                  </a:solidFill>
                </a:rPr>
                <a:t>Publication</a:t>
              </a:r>
              <a:endParaRPr lang="de-DE" sz="1000" b="1" u="sng" dirty="0">
                <a:solidFill>
                  <a:srgbClr val="0070C0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r>
                <a:rPr lang="de-DE" sz="1000" b="1" u="sng" dirty="0">
                  <a:solidFill>
                    <a:srgbClr val="5A78BE"/>
                  </a:solidFill>
                </a:rPr>
                <a:t/>
              </a:r>
              <a:br>
                <a:rPr lang="de-DE" sz="1000" b="1" u="sng" dirty="0">
                  <a:solidFill>
                    <a:srgbClr val="5A78BE"/>
                  </a:solidFill>
                </a:rPr>
              </a:br>
              <a:r>
                <a:rPr lang="de-DE" sz="1000" b="1" u="sng" dirty="0">
                  <a:solidFill>
                    <a:srgbClr val="5A78BE"/>
                  </a:solidFill>
                </a:rPr>
                <a:t/>
              </a:r>
              <a:br>
                <a:rPr lang="de-DE" sz="1000" b="1" u="sng" dirty="0">
                  <a:solidFill>
                    <a:srgbClr val="5A78BE"/>
                  </a:solidFill>
                </a:rPr>
              </a:b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dirty="0">
                <a:solidFill>
                  <a:srgbClr val="5A78BE"/>
                </a:solidFill>
              </a:endParaRPr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8796116" y="4592759"/>
              <a:ext cx="1321344" cy="50174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913925">
                <a:spcBef>
                  <a:spcPct val="50000"/>
                </a:spcBef>
              </a:pPr>
              <a:r>
                <a:rPr lang="de-DE" sz="1000" b="1" dirty="0" smtClean="0">
                  <a:solidFill>
                    <a:srgbClr val="000000"/>
                  </a:solidFill>
                </a:rPr>
                <a:t>Data Storage Device</a:t>
              </a:r>
              <a:r>
                <a:rPr lang="de-DE" sz="1000" b="1" dirty="0">
                  <a:solidFill>
                    <a:srgbClr val="000000"/>
                  </a:solidFill>
                </a:rPr>
                <a:t/>
              </a:r>
              <a:br>
                <a:rPr lang="de-DE" sz="1000" b="1" dirty="0">
                  <a:solidFill>
                    <a:srgbClr val="000000"/>
                  </a:solidFill>
                </a:rPr>
              </a:br>
              <a:r>
                <a:rPr lang="de-DE" sz="1000" dirty="0" smtClean="0">
                  <a:solidFill>
                    <a:srgbClr val="000000"/>
                  </a:solidFill>
                </a:rPr>
                <a:t>Registered </a:t>
              </a:r>
              <a:r>
                <a:rPr lang="de-DE" sz="1000" dirty="0" err="1" smtClean="0">
                  <a:solidFill>
                    <a:srgbClr val="000000"/>
                  </a:solidFill>
                </a:rPr>
                <a:t>clients</a:t>
              </a:r>
              <a:endParaRPr lang="de-DE" sz="1000" dirty="0">
                <a:solidFill>
                  <a:srgbClr val="000000"/>
                </a:solidFill>
              </a:endParaRP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8739146" y="3027908"/>
              <a:ext cx="1321343" cy="50174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913925">
                <a:spcBef>
                  <a:spcPct val="50000"/>
                </a:spcBef>
              </a:pPr>
              <a:r>
                <a:rPr lang="de-DE" sz="1000" b="1" dirty="0">
                  <a:solidFill>
                    <a:srgbClr val="000000"/>
                  </a:solidFill>
                </a:rPr>
                <a:t>Intranet </a:t>
              </a:r>
              <a:r>
                <a:rPr lang="de-DE" sz="1000" dirty="0">
                  <a:solidFill>
                    <a:srgbClr val="000000"/>
                  </a:solidFill>
                </a:rPr>
                <a:t>Bundesbank, </a:t>
              </a:r>
              <a:r>
                <a:rPr lang="de-DE" sz="1000" dirty="0" err="1" smtClean="0">
                  <a:solidFill>
                    <a:srgbClr val="000000"/>
                  </a:solidFill>
                </a:rPr>
                <a:t>Ministries</a:t>
              </a:r>
              <a:endParaRPr lang="de-DE" sz="1000" dirty="0">
                <a:solidFill>
                  <a:srgbClr val="000000"/>
                </a:solidFill>
              </a:endParaRPr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8783252" y="2161806"/>
              <a:ext cx="1319506" cy="68571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913925">
                <a:spcBef>
                  <a:spcPct val="50000"/>
                </a:spcBef>
              </a:pPr>
              <a:r>
                <a:rPr lang="de-DE" sz="1000" b="1" dirty="0" smtClean="0">
                  <a:solidFill>
                    <a:srgbClr val="000000"/>
                  </a:solidFill>
                </a:rPr>
                <a:t>Dataexchange</a:t>
              </a:r>
              <a:r>
                <a:rPr lang="de-DE" sz="1000" b="1" dirty="0">
                  <a:solidFill>
                    <a:srgbClr val="000000"/>
                  </a:solidFill>
                </a:rPr>
                <a:t/>
              </a:r>
              <a:br>
                <a:rPr lang="de-DE" sz="1000" b="1" dirty="0">
                  <a:solidFill>
                    <a:srgbClr val="000000"/>
                  </a:solidFill>
                </a:rPr>
              </a:br>
              <a:r>
                <a:rPr lang="de-DE" sz="1000" dirty="0">
                  <a:solidFill>
                    <a:srgbClr val="000000"/>
                  </a:solidFill>
                </a:rPr>
                <a:t>EZB, BIZ, OECD, IWF, Eurostat, destatis,…</a:t>
              </a:r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8796116" y="5524422"/>
              <a:ext cx="1321344" cy="41811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913925">
                <a:spcBef>
                  <a:spcPct val="50000"/>
                </a:spcBef>
              </a:pPr>
              <a:r>
                <a:rPr lang="de-DE" sz="1000" b="1" dirty="0" smtClean="0">
                  <a:solidFill>
                    <a:srgbClr val="000000"/>
                  </a:solidFill>
                </a:rPr>
                <a:t>Print-Publications</a:t>
              </a:r>
            </a:p>
            <a:p>
              <a:pPr defTabSz="913925">
                <a:spcBef>
                  <a:spcPct val="50000"/>
                </a:spcBef>
              </a:pPr>
              <a:endParaRPr lang="de-DE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7" name="Text Box 36"/>
            <p:cNvSpPr txBox="1">
              <a:spLocks noChangeArrowheads="1"/>
            </p:cNvSpPr>
            <p:nvPr/>
          </p:nvSpPr>
          <p:spPr bwMode="auto">
            <a:xfrm>
              <a:off x="1151070" y="2382645"/>
              <a:ext cx="1319506" cy="16724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b="1" dirty="0" smtClean="0">
                  <a:solidFill>
                    <a:srgbClr val="000000"/>
                  </a:solidFill>
                </a:rPr>
                <a:t>Data Collection</a:t>
              </a:r>
              <a:endParaRPr lang="de-DE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8" name="Text Box 37"/>
            <p:cNvSpPr txBox="1">
              <a:spLocks noChangeArrowheads="1"/>
            </p:cNvSpPr>
            <p:nvPr/>
          </p:nvSpPr>
          <p:spPr bwMode="auto">
            <a:xfrm>
              <a:off x="904208" y="3304820"/>
              <a:ext cx="1564684" cy="16724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b="1" dirty="0" smtClean="0">
                  <a:solidFill>
                    <a:srgbClr val="000000"/>
                  </a:solidFill>
                </a:rPr>
                <a:t>Data Storage Device</a:t>
              </a:r>
              <a:endParaRPr lang="de-DE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9" name="Text Box 38"/>
            <p:cNvSpPr txBox="1">
              <a:spLocks noChangeArrowheads="1"/>
            </p:cNvSpPr>
            <p:nvPr/>
          </p:nvSpPr>
          <p:spPr bwMode="auto">
            <a:xfrm>
              <a:off x="1106962" y="3942320"/>
              <a:ext cx="1317669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b="1" dirty="0">
                  <a:solidFill>
                    <a:srgbClr val="000000"/>
                  </a:solidFill>
                </a:rPr>
                <a:t>Datei-</a:t>
              </a:r>
              <a:br>
                <a:rPr lang="de-DE" sz="1000" b="1" dirty="0">
                  <a:solidFill>
                    <a:srgbClr val="000000"/>
                  </a:solidFill>
                </a:rPr>
              </a:br>
              <a:r>
                <a:rPr lang="de-DE" sz="1000" b="1" dirty="0">
                  <a:solidFill>
                    <a:srgbClr val="000000"/>
                  </a:solidFill>
                </a:rPr>
                <a:t>einreichung</a:t>
              </a:r>
            </a:p>
          </p:txBody>
        </p:sp>
        <p:sp>
          <p:nvSpPr>
            <p:cNvPr id="20" name="Text Box 39"/>
            <p:cNvSpPr txBox="1">
              <a:spLocks noChangeArrowheads="1"/>
            </p:cNvSpPr>
            <p:nvPr/>
          </p:nvSpPr>
          <p:spPr bwMode="auto">
            <a:xfrm>
              <a:off x="1064695" y="4782543"/>
              <a:ext cx="1317667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b="1" dirty="0">
                  <a:solidFill>
                    <a:srgbClr val="000000"/>
                  </a:solidFill>
                </a:rPr>
                <a:t> AMS</a:t>
              </a:r>
              <a:br>
                <a:rPr lang="de-DE" sz="1000" b="1" dirty="0">
                  <a:solidFill>
                    <a:srgbClr val="000000"/>
                  </a:solidFill>
                </a:rPr>
              </a:br>
              <a:r>
                <a:rPr lang="de-DE" sz="1000" b="1" dirty="0">
                  <a:solidFill>
                    <a:srgbClr val="000000"/>
                  </a:solidFill>
                </a:rPr>
                <a:t> R</a:t>
              </a:r>
              <a:r>
                <a:rPr lang="de-DE" sz="1000" b="1" dirty="0" smtClean="0">
                  <a:solidFill>
                    <a:srgbClr val="000000"/>
                  </a:solidFill>
                </a:rPr>
                <a:t>eporting Portal</a:t>
              </a:r>
              <a:endParaRPr lang="de-DE" sz="1000" b="1" dirty="0">
                <a:solidFill>
                  <a:srgbClr val="000000"/>
                </a:solidFill>
              </a:endParaRPr>
            </a:p>
          </p:txBody>
        </p:sp>
        <p:graphicFrame>
          <p:nvGraphicFramePr>
            <p:cNvPr id="21" name="Object 11"/>
            <p:cNvGraphicFramePr>
              <a:graphicFrameLocks noChangeAspect="1"/>
            </p:cNvGraphicFramePr>
            <p:nvPr/>
          </p:nvGraphicFramePr>
          <p:xfrm>
            <a:off x="1180473" y="4430581"/>
            <a:ext cx="371226" cy="269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2" name="Bitmap Image" r:id="rId3" imgW="609524" imgH="200159" progId="PBrush">
                    <p:embed/>
                  </p:oleObj>
                </mc:Choice>
                <mc:Fallback>
                  <p:oleObj name="Bitmap Image" r:id="rId3" imgW="609524" imgH="200159" progId="PBrush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0473" y="4430581"/>
                          <a:ext cx="371226" cy="269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Line 45"/>
            <p:cNvSpPr>
              <a:spLocks noChangeShapeType="1"/>
            </p:cNvSpPr>
            <p:nvPr/>
          </p:nvSpPr>
          <p:spPr bwMode="auto">
            <a:xfrm flipV="1">
              <a:off x="1064695" y="2201488"/>
              <a:ext cx="413494" cy="0"/>
            </a:xfrm>
            <a:prstGeom prst="line">
              <a:avLst/>
            </a:prstGeom>
            <a:noFill/>
            <a:ln w="19050">
              <a:solidFill>
                <a:srgbClr val="5A78BE"/>
              </a:solidFill>
              <a:round/>
              <a:headEnd/>
              <a:tailEnd type="triangle" w="med" len="med"/>
            </a:ln>
          </p:spPr>
          <p:txBody>
            <a:bodyPr lIns="103071" tIns="51536" rIns="103071" bIns="51536"/>
            <a:lstStyle/>
            <a:p>
              <a:pPr defTabSz="913925"/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23" name="Text Box 56"/>
            <p:cNvSpPr txBox="1">
              <a:spLocks noChangeArrowheads="1"/>
            </p:cNvSpPr>
            <p:nvPr/>
          </p:nvSpPr>
          <p:spPr bwMode="auto">
            <a:xfrm rot="16200000">
              <a:off x="189897" y="4034203"/>
              <a:ext cx="1437179" cy="546033"/>
            </a:xfrm>
            <a:prstGeom prst="rect">
              <a:avLst/>
            </a:prstGeom>
            <a:solidFill>
              <a:srgbClr val="5A78BE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81158" tIns="81158" rIns="81158" bIns="81158">
              <a:spAutoFit/>
            </a:bodyPr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dirty="0">
                  <a:solidFill>
                    <a:srgbClr val="FFFFFF"/>
                  </a:solidFill>
                </a:rPr>
                <a:t>Webportal ExtraNet</a:t>
              </a:r>
              <a:br>
                <a:rPr lang="de-DE" sz="1000" dirty="0">
                  <a:solidFill>
                    <a:srgbClr val="FFFFFF"/>
                  </a:solidFill>
                </a:rPr>
              </a:br>
              <a:r>
                <a:rPr lang="de-DE" sz="1000" dirty="0" smtClean="0">
                  <a:solidFill>
                    <a:srgbClr val="FFFFFF"/>
                  </a:solidFill>
                </a:rPr>
                <a:t> </a:t>
              </a:r>
              <a:r>
                <a:rPr lang="de-DE" sz="1000" dirty="0" err="1" smtClean="0">
                  <a:solidFill>
                    <a:srgbClr val="FFFFFF"/>
                  </a:solidFill>
                </a:rPr>
                <a:t>of</a:t>
              </a:r>
              <a:r>
                <a:rPr lang="de-DE" sz="1000" dirty="0" smtClean="0">
                  <a:solidFill>
                    <a:srgbClr val="FFFFFF"/>
                  </a:solidFill>
                </a:rPr>
                <a:t> Bundesbank</a:t>
              </a:r>
              <a:endParaRPr lang="de-DE" sz="1000" dirty="0">
                <a:solidFill>
                  <a:srgbClr val="FFFFFF"/>
                </a:solidFill>
              </a:endParaRPr>
            </a:p>
          </p:txBody>
        </p:sp>
        <p:sp>
          <p:nvSpPr>
            <p:cNvPr id="24" name="Text Box 15"/>
            <p:cNvSpPr txBox="1">
              <a:spLocks noChangeArrowheads="1"/>
            </p:cNvSpPr>
            <p:nvPr/>
          </p:nvSpPr>
          <p:spPr bwMode="auto">
            <a:xfrm>
              <a:off x="2865691" y="4430581"/>
              <a:ext cx="2231031" cy="61485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103071" tIns="51536" rIns="103071" bIns="51536">
              <a:spAutoFit/>
            </a:bodyPr>
            <a:lstStyle/>
            <a:p>
              <a:pPr algn="ctr" defTabSz="913925"/>
              <a:r>
                <a:rPr lang="de-DE" sz="1000" b="1" dirty="0" smtClean="0">
                  <a:solidFill>
                    <a:srgbClr val="000000"/>
                  </a:solidFill>
                </a:rPr>
                <a:t>Primary </a:t>
              </a:r>
              <a:r>
                <a:rPr lang="de-DE" sz="1000" b="1" dirty="0" err="1" smtClean="0">
                  <a:solidFill>
                    <a:srgbClr val="000000"/>
                  </a:solidFill>
                </a:rPr>
                <a:t>Statistics</a:t>
              </a:r>
              <a:r>
                <a:rPr lang="de-DE" sz="1000" b="1" dirty="0" smtClean="0">
                  <a:solidFill>
                    <a:srgbClr val="000000"/>
                  </a:solidFill>
                </a:rPr>
                <a:t> Databases,</a:t>
              </a:r>
              <a:r>
                <a:rPr lang="de-DE" sz="1000" b="1" dirty="0">
                  <a:solidFill>
                    <a:srgbClr val="000000"/>
                  </a:solidFill>
                </a:rPr>
                <a:t/>
              </a:r>
              <a:br>
                <a:rPr lang="de-DE" sz="1000" b="1" dirty="0">
                  <a:solidFill>
                    <a:srgbClr val="000000"/>
                  </a:solidFill>
                </a:rPr>
              </a:br>
              <a:r>
                <a:rPr lang="de-DE" sz="1000" b="1" dirty="0" err="1" smtClean="0">
                  <a:solidFill>
                    <a:srgbClr val="000000"/>
                  </a:solidFill>
                </a:rPr>
                <a:t>related</a:t>
              </a:r>
              <a:r>
                <a:rPr lang="de-DE" sz="1000" b="1" dirty="0" smtClean="0">
                  <a:solidFill>
                    <a:srgbClr val="000000"/>
                  </a:solidFill>
                </a:rPr>
                <a:t> Systems</a:t>
              </a:r>
              <a:endParaRPr lang="de-DE" sz="1000" dirty="0">
                <a:solidFill>
                  <a:srgbClr val="000000"/>
                </a:solidFill>
              </a:endParaRPr>
            </a:p>
          </p:txBody>
        </p:sp>
        <p:sp>
          <p:nvSpPr>
            <p:cNvPr id="25" name="Text Box 13"/>
            <p:cNvSpPr txBox="1">
              <a:spLocks noChangeArrowheads="1"/>
            </p:cNvSpPr>
            <p:nvPr/>
          </p:nvSpPr>
          <p:spPr bwMode="auto">
            <a:xfrm>
              <a:off x="8781414" y="3888835"/>
              <a:ext cx="1319506" cy="5078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913925">
                <a:spcBef>
                  <a:spcPct val="50000"/>
                </a:spcBef>
              </a:pPr>
              <a:r>
                <a:rPr lang="de-DE" sz="1000" b="1" dirty="0">
                  <a:solidFill>
                    <a:srgbClr val="000000"/>
                  </a:solidFill>
                </a:rPr>
                <a:t>Internet</a:t>
              </a:r>
              <a:br>
                <a:rPr lang="de-DE" sz="1000" b="1" dirty="0">
                  <a:solidFill>
                    <a:srgbClr val="000000"/>
                  </a:solidFill>
                </a:rPr>
              </a:br>
              <a:r>
                <a:rPr lang="de-DE" sz="1000" dirty="0">
                  <a:solidFill>
                    <a:srgbClr val="000000"/>
                  </a:solidFill>
                </a:rPr>
                <a:t>Website </a:t>
              </a:r>
              <a:r>
                <a:rPr lang="de-DE" sz="1000" dirty="0" err="1" smtClean="0">
                  <a:solidFill>
                    <a:srgbClr val="000000"/>
                  </a:solidFill>
                </a:rPr>
                <a:t>of</a:t>
              </a:r>
              <a:r>
                <a:rPr lang="de-DE" sz="1000" dirty="0" smtClean="0">
                  <a:solidFill>
                    <a:srgbClr val="000000"/>
                  </a:solidFill>
                </a:rPr>
                <a:t> </a:t>
              </a:r>
              <a:r>
                <a:rPr lang="de-DE" sz="1000" dirty="0">
                  <a:solidFill>
                    <a:srgbClr val="000000"/>
                  </a:solidFill>
                </a:rPr>
                <a:t>Bundesbank</a:t>
              </a:r>
            </a:p>
          </p:txBody>
        </p:sp>
        <p:pic>
          <p:nvPicPr>
            <p:cNvPr id="26" name="Picture 65" descr="test"/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8094011" y="3888138"/>
              <a:ext cx="524371" cy="491694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27" name="Rectangle 69"/>
            <p:cNvSpPr>
              <a:spLocks noChangeArrowheads="1"/>
            </p:cNvSpPr>
            <p:nvPr/>
          </p:nvSpPr>
          <p:spPr bwMode="auto">
            <a:xfrm>
              <a:off x="6124025" y="3961300"/>
              <a:ext cx="1499605" cy="21200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03071" tIns="51536" rIns="103071" bIns="51536">
              <a:spAutoFit/>
            </a:bodyPr>
            <a:lstStyle/>
            <a:p>
              <a:pPr defTabSz="913925"/>
              <a:endParaRPr lang="de-DE" sz="1000" b="1" dirty="0">
                <a:solidFill>
                  <a:srgbClr val="000000"/>
                </a:solidFill>
              </a:endParaRPr>
            </a:p>
            <a:p>
              <a:pPr defTabSz="913925"/>
              <a:r>
                <a:rPr lang="de-DE" sz="1000" b="1" dirty="0" err="1" smtClean="0">
                  <a:solidFill>
                    <a:srgbClr val="000000"/>
                  </a:solidFill>
                </a:rPr>
                <a:t>Curation</a:t>
              </a:r>
              <a:r>
                <a:rPr lang="de-DE" sz="1000" dirty="0" smtClean="0">
                  <a:solidFill>
                    <a:srgbClr val="000000"/>
                  </a:solidFill>
                </a:rPr>
                <a:t> </a:t>
              </a:r>
              <a:r>
                <a:rPr lang="de-DE" sz="1000" dirty="0">
                  <a:solidFill>
                    <a:srgbClr val="000000"/>
                  </a:solidFill>
                </a:rPr>
                <a:t/>
              </a:r>
              <a:br>
                <a:rPr lang="de-DE" sz="1000" dirty="0">
                  <a:solidFill>
                    <a:srgbClr val="000000"/>
                  </a:solidFill>
                </a:rPr>
              </a:br>
              <a:r>
                <a:rPr lang="de-DE" sz="1000" dirty="0">
                  <a:solidFill>
                    <a:srgbClr val="000000"/>
                  </a:solidFill>
                </a:rPr>
                <a:t>ZEUS, </a:t>
              </a:r>
            </a:p>
            <a:p>
              <a:pPr defTabSz="913925"/>
              <a:r>
                <a:rPr lang="de-DE" sz="1000" dirty="0">
                  <a:solidFill>
                    <a:srgbClr val="000000"/>
                  </a:solidFill>
                </a:rPr>
                <a:t>Jobsystem</a:t>
              </a:r>
              <a:br>
                <a:rPr lang="de-DE" sz="1000" dirty="0">
                  <a:solidFill>
                    <a:srgbClr val="000000"/>
                  </a:solidFill>
                </a:rPr>
              </a:br>
              <a:endParaRPr lang="de-DE" sz="1000" dirty="0">
                <a:solidFill>
                  <a:srgbClr val="000000"/>
                </a:solidFill>
              </a:endParaRPr>
            </a:p>
            <a:p>
              <a:pPr defTabSz="913925"/>
              <a:r>
                <a:rPr lang="de-DE" sz="1000" b="1" dirty="0" smtClean="0">
                  <a:solidFill>
                    <a:srgbClr val="000000"/>
                  </a:solidFill>
                </a:rPr>
                <a:t>Viewer </a:t>
              </a:r>
            </a:p>
            <a:p>
              <a:pPr defTabSz="913925"/>
              <a:r>
                <a:rPr lang="de-DE" sz="1000" dirty="0" err="1" smtClean="0">
                  <a:solidFill>
                    <a:srgbClr val="000000"/>
                  </a:solidFill>
                </a:rPr>
                <a:t>Timeseries</a:t>
              </a:r>
              <a:r>
                <a:rPr lang="de-DE" sz="1000" dirty="0" smtClean="0">
                  <a:solidFill>
                    <a:srgbClr val="000000"/>
                  </a:solidFill>
                </a:rPr>
                <a:t>, </a:t>
              </a:r>
              <a:r>
                <a:rPr lang="de-DE" sz="1000" dirty="0" err="1" smtClean="0">
                  <a:solidFill>
                    <a:srgbClr val="000000"/>
                  </a:solidFill>
                </a:rPr>
                <a:t>Tables</a:t>
              </a:r>
              <a:r>
                <a:rPr lang="de-DE" sz="1000" dirty="0" smtClean="0">
                  <a:solidFill>
                    <a:srgbClr val="000000"/>
                  </a:solidFill>
                </a:rPr>
                <a:t>, Graphics</a:t>
              </a:r>
              <a:r>
                <a:rPr lang="de-DE" sz="1000" dirty="0">
                  <a:solidFill>
                    <a:srgbClr val="000000"/>
                  </a:solidFill>
                </a:rPr>
                <a:t/>
              </a:r>
              <a:br>
                <a:rPr lang="de-DE" sz="1000" dirty="0">
                  <a:solidFill>
                    <a:srgbClr val="000000"/>
                  </a:solidFill>
                </a:rPr>
              </a:br>
              <a:endParaRPr lang="de-DE" sz="1000" dirty="0">
                <a:solidFill>
                  <a:srgbClr val="000000"/>
                </a:solidFill>
              </a:endParaRPr>
            </a:p>
            <a:p>
              <a:pPr defTabSz="913925"/>
              <a:r>
                <a:rPr lang="de-DE" sz="1000" b="1" dirty="0" err="1" smtClean="0">
                  <a:solidFill>
                    <a:srgbClr val="000000"/>
                  </a:solidFill>
                </a:rPr>
                <a:t>Analyses</a:t>
              </a:r>
              <a:r>
                <a:rPr lang="de-DE" sz="1000" dirty="0" smtClean="0">
                  <a:solidFill>
                    <a:srgbClr val="000000"/>
                  </a:solidFill>
                </a:rPr>
                <a:t> </a:t>
              </a:r>
              <a:r>
                <a:rPr lang="de-DE" sz="1000" dirty="0">
                  <a:solidFill>
                    <a:srgbClr val="000000"/>
                  </a:solidFill>
                </a:rPr>
                <a:t>TAWOTR, </a:t>
              </a:r>
              <a:br>
                <a:rPr lang="de-DE" sz="1000" dirty="0">
                  <a:solidFill>
                    <a:srgbClr val="000000"/>
                  </a:solidFill>
                </a:rPr>
              </a:br>
              <a:r>
                <a:rPr lang="de-DE" sz="1000" dirty="0" smtClean="0">
                  <a:solidFill>
                    <a:srgbClr val="000000"/>
                  </a:solidFill>
                </a:rPr>
                <a:t>Excel-Addin</a:t>
              </a:r>
              <a:endParaRPr lang="de-DE" sz="1000" b="1" dirty="0">
                <a:solidFill>
                  <a:srgbClr val="000000"/>
                </a:solidFill>
              </a:endParaRPr>
            </a:p>
          </p:txBody>
        </p:sp>
        <p:pic>
          <p:nvPicPr>
            <p:cNvPr id="28" name="Picture 10" descr="ZEUS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613293" y="4171927"/>
              <a:ext cx="427443" cy="46755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</p:pic>
        <p:grpSp>
          <p:nvGrpSpPr>
            <p:cNvPr id="3" name="Gruppieren 49"/>
            <p:cNvGrpSpPr>
              <a:grpSpLocks/>
            </p:cNvGrpSpPr>
            <p:nvPr/>
          </p:nvGrpSpPr>
          <p:grpSpPr bwMode="auto">
            <a:xfrm>
              <a:off x="8117986" y="2180784"/>
              <a:ext cx="555001" cy="531394"/>
              <a:chOff x="6950076" y="1928802"/>
              <a:chExt cx="550882" cy="488960"/>
            </a:xfrm>
          </p:grpSpPr>
          <p:pic>
            <p:nvPicPr>
              <p:cNvPr id="30" name="Picture 61" descr="test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6950076" y="1928802"/>
                <a:ext cx="488960" cy="488960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sp>
            <p:nvSpPr>
              <p:cNvPr id="31" name="Pfeil nach links und rechts 30"/>
              <p:cNvSpPr/>
              <p:nvPr/>
            </p:nvSpPr>
            <p:spPr bwMode="auto">
              <a:xfrm>
                <a:off x="7072291" y="2071680"/>
                <a:ext cx="428667" cy="285756"/>
              </a:xfrm>
              <a:prstGeom prst="leftRightArrow">
                <a:avLst>
                  <a:gd name="adj1" fmla="val 24902"/>
                  <a:gd name="adj2" fmla="val 50000"/>
                </a:avLst>
              </a:prstGeom>
              <a:gradFill flip="none" rotWithShape="1">
                <a:gsLst>
                  <a:gs pos="0">
                    <a:srgbClr val="03D4A8"/>
                  </a:gs>
                  <a:gs pos="25000">
                    <a:srgbClr val="21D6E0"/>
                  </a:gs>
                  <a:gs pos="75000">
                    <a:srgbClr val="0087E6"/>
                  </a:gs>
                  <a:gs pos="100000">
                    <a:srgbClr val="005CBF"/>
                  </a:gs>
                </a:gsLst>
                <a:lin ang="8100000" scaled="0"/>
                <a:tileRect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32" name="Grafik 31" descr="zis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93958" y="2960674"/>
              <a:ext cx="564254" cy="60946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grpSp>
          <p:nvGrpSpPr>
            <p:cNvPr id="29" name="Gruppieren 156"/>
            <p:cNvGrpSpPr>
              <a:grpSpLocks/>
            </p:cNvGrpSpPr>
            <p:nvPr/>
          </p:nvGrpSpPr>
          <p:grpSpPr bwMode="auto">
            <a:xfrm>
              <a:off x="1470837" y="1944419"/>
              <a:ext cx="744290" cy="479634"/>
              <a:chOff x="1214438" y="1500188"/>
              <a:chExt cx="642937" cy="561975"/>
            </a:xfrm>
          </p:grpSpPr>
          <p:sp>
            <p:nvSpPr>
              <p:cNvPr id="34" name="AutoShape 19"/>
              <p:cNvSpPr>
                <a:spLocks noChangeAspect="1" noChangeArrowheads="1" noTextEdit="1"/>
              </p:cNvSpPr>
              <p:nvPr/>
            </p:nvSpPr>
            <p:spPr bwMode="auto">
              <a:xfrm>
                <a:off x="1214438" y="1500188"/>
                <a:ext cx="642937" cy="5619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" name="Freeform 22"/>
              <p:cNvSpPr>
                <a:spLocks/>
              </p:cNvSpPr>
              <p:nvPr/>
            </p:nvSpPr>
            <p:spPr bwMode="auto">
              <a:xfrm>
                <a:off x="1214438" y="1728788"/>
                <a:ext cx="500062" cy="266700"/>
              </a:xfrm>
              <a:custGeom>
                <a:avLst/>
                <a:gdLst>
                  <a:gd name="T0" fmla="*/ 2147483647 w 1573"/>
                  <a:gd name="T1" fmla="*/ 2147483647 h 840"/>
                  <a:gd name="T2" fmla="*/ 2147483647 w 1573"/>
                  <a:gd name="T3" fmla="*/ 2147483647 h 840"/>
                  <a:gd name="T4" fmla="*/ 2147483647 w 1573"/>
                  <a:gd name="T5" fmla="*/ 2147483647 h 840"/>
                  <a:gd name="T6" fmla="*/ 2147483647 w 1573"/>
                  <a:gd name="T7" fmla="*/ 2147483647 h 840"/>
                  <a:gd name="T8" fmla="*/ 2147483647 w 1573"/>
                  <a:gd name="T9" fmla="*/ 2147483647 h 840"/>
                  <a:gd name="T10" fmla="*/ 2147483647 w 1573"/>
                  <a:gd name="T11" fmla="*/ 2147483647 h 840"/>
                  <a:gd name="T12" fmla="*/ 0 w 1573"/>
                  <a:gd name="T13" fmla="*/ 2147483647 h 840"/>
                  <a:gd name="T14" fmla="*/ 2147483647 w 1573"/>
                  <a:gd name="T15" fmla="*/ 0 h 840"/>
                  <a:gd name="T16" fmla="*/ 2147483647 w 1573"/>
                  <a:gd name="T17" fmla="*/ 2147483647 h 840"/>
                  <a:gd name="T18" fmla="*/ 2147483647 w 1573"/>
                  <a:gd name="T19" fmla="*/ 2147483647 h 840"/>
                  <a:gd name="T20" fmla="*/ 2147483647 w 1573"/>
                  <a:gd name="T21" fmla="*/ 2147483647 h 840"/>
                  <a:gd name="T22" fmla="*/ 2147483647 w 1573"/>
                  <a:gd name="T23" fmla="*/ 2147483647 h 840"/>
                  <a:gd name="T24" fmla="*/ 2147483647 w 1573"/>
                  <a:gd name="T25" fmla="*/ 2147483647 h 840"/>
                  <a:gd name="T26" fmla="*/ 2147483647 w 1573"/>
                  <a:gd name="T27" fmla="*/ 2147483647 h 840"/>
                  <a:gd name="T28" fmla="*/ 2147483647 w 1573"/>
                  <a:gd name="T29" fmla="*/ 2147483647 h 84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573"/>
                  <a:gd name="T46" fmla="*/ 0 h 840"/>
                  <a:gd name="T47" fmla="*/ 1573 w 1573"/>
                  <a:gd name="T48" fmla="*/ 840 h 84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573" h="840">
                    <a:moveTo>
                      <a:pt x="831" y="840"/>
                    </a:moveTo>
                    <a:lnTo>
                      <a:pt x="531" y="795"/>
                    </a:lnTo>
                    <a:lnTo>
                      <a:pt x="363" y="697"/>
                    </a:lnTo>
                    <a:lnTo>
                      <a:pt x="292" y="608"/>
                    </a:lnTo>
                    <a:lnTo>
                      <a:pt x="186" y="635"/>
                    </a:lnTo>
                    <a:lnTo>
                      <a:pt x="9" y="572"/>
                    </a:lnTo>
                    <a:lnTo>
                      <a:pt x="0" y="108"/>
                    </a:lnTo>
                    <a:lnTo>
                      <a:pt x="222" y="0"/>
                    </a:lnTo>
                    <a:lnTo>
                      <a:pt x="486" y="108"/>
                    </a:lnTo>
                    <a:lnTo>
                      <a:pt x="1521" y="135"/>
                    </a:lnTo>
                    <a:lnTo>
                      <a:pt x="1573" y="269"/>
                    </a:lnTo>
                    <a:lnTo>
                      <a:pt x="1502" y="545"/>
                    </a:lnTo>
                    <a:lnTo>
                      <a:pt x="1141" y="590"/>
                    </a:lnTo>
                    <a:lnTo>
                      <a:pt x="823" y="635"/>
                    </a:lnTo>
                    <a:lnTo>
                      <a:pt x="831" y="840"/>
                    </a:lnTo>
                    <a:close/>
                  </a:path>
                </a:pathLst>
              </a:custGeom>
              <a:solidFill>
                <a:srgbClr val="4484A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" name="Freeform 23"/>
              <p:cNvSpPr>
                <a:spLocks/>
              </p:cNvSpPr>
              <p:nvPr/>
            </p:nvSpPr>
            <p:spPr bwMode="auto">
              <a:xfrm>
                <a:off x="1460500" y="1554163"/>
                <a:ext cx="312737" cy="346075"/>
              </a:xfrm>
              <a:custGeom>
                <a:avLst/>
                <a:gdLst>
                  <a:gd name="T0" fmla="*/ 2147483647 w 986"/>
                  <a:gd name="T1" fmla="*/ 2147483647 h 1092"/>
                  <a:gd name="T2" fmla="*/ 2147483647 w 986"/>
                  <a:gd name="T3" fmla="*/ 0 h 1092"/>
                  <a:gd name="T4" fmla="*/ 2147483647 w 986"/>
                  <a:gd name="T5" fmla="*/ 2147483647 h 1092"/>
                  <a:gd name="T6" fmla="*/ 2147483647 w 986"/>
                  <a:gd name="T7" fmla="*/ 2147483647 h 1092"/>
                  <a:gd name="T8" fmla="*/ 2147483647 w 986"/>
                  <a:gd name="T9" fmla="*/ 2147483647 h 1092"/>
                  <a:gd name="T10" fmla="*/ 2147483647 w 986"/>
                  <a:gd name="T11" fmla="*/ 2147483647 h 1092"/>
                  <a:gd name="T12" fmla="*/ 2147483647 w 986"/>
                  <a:gd name="T13" fmla="*/ 2147483647 h 1092"/>
                  <a:gd name="T14" fmla="*/ 2147483647 w 986"/>
                  <a:gd name="T15" fmla="*/ 2147483647 h 1092"/>
                  <a:gd name="T16" fmla="*/ 2147483647 w 986"/>
                  <a:gd name="T17" fmla="*/ 2147483647 h 1092"/>
                  <a:gd name="T18" fmla="*/ 2147483647 w 986"/>
                  <a:gd name="T19" fmla="*/ 2147483647 h 1092"/>
                  <a:gd name="T20" fmla="*/ 2147483647 w 986"/>
                  <a:gd name="T21" fmla="*/ 2147483647 h 1092"/>
                  <a:gd name="T22" fmla="*/ 2147483647 w 986"/>
                  <a:gd name="T23" fmla="*/ 2147483647 h 1092"/>
                  <a:gd name="T24" fmla="*/ 2147483647 w 986"/>
                  <a:gd name="T25" fmla="*/ 2147483647 h 1092"/>
                  <a:gd name="T26" fmla="*/ 2147483647 w 986"/>
                  <a:gd name="T27" fmla="*/ 2147483647 h 1092"/>
                  <a:gd name="T28" fmla="*/ 2147483647 w 986"/>
                  <a:gd name="T29" fmla="*/ 2147483647 h 1092"/>
                  <a:gd name="T30" fmla="*/ 2147483647 w 986"/>
                  <a:gd name="T31" fmla="*/ 2147483647 h 1092"/>
                  <a:gd name="T32" fmla="*/ 2147483647 w 986"/>
                  <a:gd name="T33" fmla="*/ 2147483647 h 1092"/>
                  <a:gd name="T34" fmla="*/ 2147483647 w 986"/>
                  <a:gd name="T35" fmla="*/ 2147483647 h 1092"/>
                  <a:gd name="T36" fmla="*/ 0 w 986"/>
                  <a:gd name="T37" fmla="*/ 2147483647 h 1092"/>
                  <a:gd name="T38" fmla="*/ 2147483647 w 986"/>
                  <a:gd name="T39" fmla="*/ 2147483647 h 1092"/>
                  <a:gd name="T40" fmla="*/ 2147483647 w 986"/>
                  <a:gd name="T41" fmla="*/ 2147483647 h 1092"/>
                  <a:gd name="T42" fmla="*/ 2147483647 w 986"/>
                  <a:gd name="T43" fmla="*/ 2147483647 h 1092"/>
                  <a:gd name="T44" fmla="*/ 2147483647 w 986"/>
                  <a:gd name="T45" fmla="*/ 2147483647 h 1092"/>
                  <a:gd name="T46" fmla="*/ 2147483647 w 986"/>
                  <a:gd name="T47" fmla="*/ 2147483647 h 1092"/>
                  <a:gd name="T48" fmla="*/ 2147483647 w 986"/>
                  <a:gd name="T49" fmla="*/ 2147483647 h 1092"/>
                  <a:gd name="T50" fmla="*/ 2147483647 w 986"/>
                  <a:gd name="T51" fmla="*/ 2147483647 h 1092"/>
                  <a:gd name="T52" fmla="*/ 2147483647 w 986"/>
                  <a:gd name="T53" fmla="*/ 2147483647 h 1092"/>
                  <a:gd name="T54" fmla="*/ 2147483647 w 986"/>
                  <a:gd name="T55" fmla="*/ 2147483647 h 1092"/>
                  <a:gd name="T56" fmla="*/ 2147483647 w 986"/>
                  <a:gd name="T57" fmla="*/ 2147483647 h 1092"/>
                  <a:gd name="T58" fmla="*/ 2147483647 w 986"/>
                  <a:gd name="T59" fmla="*/ 2147483647 h 1092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986"/>
                  <a:gd name="T91" fmla="*/ 0 h 1092"/>
                  <a:gd name="T92" fmla="*/ 986 w 986"/>
                  <a:gd name="T93" fmla="*/ 1092 h 1092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986" h="1092">
                    <a:moveTo>
                      <a:pt x="780" y="33"/>
                    </a:moveTo>
                    <a:lnTo>
                      <a:pt x="264" y="0"/>
                    </a:lnTo>
                    <a:lnTo>
                      <a:pt x="243" y="1"/>
                    </a:lnTo>
                    <a:lnTo>
                      <a:pt x="224" y="1"/>
                    </a:lnTo>
                    <a:lnTo>
                      <a:pt x="207" y="1"/>
                    </a:lnTo>
                    <a:lnTo>
                      <a:pt x="189" y="1"/>
                    </a:lnTo>
                    <a:lnTo>
                      <a:pt x="174" y="1"/>
                    </a:lnTo>
                    <a:lnTo>
                      <a:pt x="159" y="1"/>
                    </a:lnTo>
                    <a:lnTo>
                      <a:pt x="145" y="1"/>
                    </a:lnTo>
                    <a:lnTo>
                      <a:pt x="131" y="2"/>
                    </a:lnTo>
                    <a:lnTo>
                      <a:pt x="117" y="3"/>
                    </a:lnTo>
                    <a:lnTo>
                      <a:pt x="103" y="6"/>
                    </a:lnTo>
                    <a:lnTo>
                      <a:pt x="89" y="10"/>
                    </a:lnTo>
                    <a:lnTo>
                      <a:pt x="75" y="14"/>
                    </a:lnTo>
                    <a:lnTo>
                      <a:pt x="61" y="20"/>
                    </a:lnTo>
                    <a:lnTo>
                      <a:pt x="45" y="27"/>
                    </a:lnTo>
                    <a:lnTo>
                      <a:pt x="28" y="36"/>
                    </a:lnTo>
                    <a:lnTo>
                      <a:pt x="10" y="46"/>
                    </a:lnTo>
                    <a:lnTo>
                      <a:pt x="0" y="899"/>
                    </a:lnTo>
                    <a:lnTo>
                      <a:pt x="705" y="1092"/>
                    </a:lnTo>
                    <a:lnTo>
                      <a:pt x="972" y="1024"/>
                    </a:lnTo>
                    <a:lnTo>
                      <a:pt x="981" y="897"/>
                    </a:lnTo>
                    <a:lnTo>
                      <a:pt x="985" y="775"/>
                    </a:lnTo>
                    <a:lnTo>
                      <a:pt x="986" y="656"/>
                    </a:lnTo>
                    <a:lnTo>
                      <a:pt x="983" y="538"/>
                    </a:lnTo>
                    <a:lnTo>
                      <a:pt x="974" y="420"/>
                    </a:lnTo>
                    <a:lnTo>
                      <a:pt x="961" y="302"/>
                    </a:lnTo>
                    <a:lnTo>
                      <a:pt x="943" y="181"/>
                    </a:lnTo>
                    <a:lnTo>
                      <a:pt x="919" y="57"/>
                    </a:lnTo>
                    <a:lnTo>
                      <a:pt x="780" y="33"/>
                    </a:lnTo>
                    <a:close/>
                  </a:path>
                </a:pathLst>
              </a:custGeom>
              <a:solidFill>
                <a:srgbClr val="51442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" name="Freeform 24"/>
              <p:cNvSpPr>
                <a:spLocks/>
              </p:cNvSpPr>
              <p:nvPr/>
            </p:nvSpPr>
            <p:spPr bwMode="auto">
              <a:xfrm>
                <a:off x="1276350" y="1589088"/>
                <a:ext cx="392112" cy="407988"/>
              </a:xfrm>
              <a:custGeom>
                <a:avLst/>
                <a:gdLst>
                  <a:gd name="T0" fmla="*/ 2147483647 w 1231"/>
                  <a:gd name="T1" fmla="*/ 2147483647 h 1285"/>
                  <a:gd name="T2" fmla="*/ 2147483647 w 1231"/>
                  <a:gd name="T3" fmla="*/ 0 h 1285"/>
                  <a:gd name="T4" fmla="*/ 2147483647 w 1231"/>
                  <a:gd name="T5" fmla="*/ 2147483647 h 1285"/>
                  <a:gd name="T6" fmla="*/ 2147483647 w 1231"/>
                  <a:gd name="T7" fmla="*/ 2147483647 h 1285"/>
                  <a:gd name="T8" fmla="*/ 2147483647 w 1231"/>
                  <a:gd name="T9" fmla="*/ 2147483647 h 1285"/>
                  <a:gd name="T10" fmla="*/ 2147483647 w 1231"/>
                  <a:gd name="T11" fmla="*/ 2147483647 h 1285"/>
                  <a:gd name="T12" fmla="*/ 2147483647 w 1231"/>
                  <a:gd name="T13" fmla="*/ 2147483647 h 1285"/>
                  <a:gd name="T14" fmla="*/ 2147483647 w 1231"/>
                  <a:gd name="T15" fmla="*/ 2147483647 h 1285"/>
                  <a:gd name="T16" fmla="*/ 0 w 1231"/>
                  <a:gd name="T17" fmla="*/ 2147483647 h 1285"/>
                  <a:gd name="T18" fmla="*/ 2147483647 w 1231"/>
                  <a:gd name="T19" fmla="*/ 2147483647 h 1285"/>
                  <a:gd name="T20" fmla="*/ 2147483647 w 1231"/>
                  <a:gd name="T21" fmla="*/ 2147483647 h 1285"/>
                  <a:gd name="T22" fmla="*/ 2147483647 w 1231"/>
                  <a:gd name="T23" fmla="*/ 2147483647 h 1285"/>
                  <a:gd name="T24" fmla="*/ 2147483647 w 1231"/>
                  <a:gd name="T25" fmla="*/ 2147483647 h 1285"/>
                  <a:gd name="T26" fmla="*/ 2147483647 w 1231"/>
                  <a:gd name="T27" fmla="*/ 2147483647 h 1285"/>
                  <a:gd name="T28" fmla="*/ 2147483647 w 1231"/>
                  <a:gd name="T29" fmla="*/ 2147483647 h 1285"/>
                  <a:gd name="T30" fmla="*/ 2147483647 w 1231"/>
                  <a:gd name="T31" fmla="*/ 2147483647 h 1285"/>
                  <a:gd name="T32" fmla="*/ 2147483647 w 1231"/>
                  <a:gd name="T33" fmla="*/ 2147483647 h 1285"/>
                  <a:gd name="T34" fmla="*/ 2147483647 w 1231"/>
                  <a:gd name="T35" fmla="*/ 2147483647 h 1285"/>
                  <a:gd name="T36" fmla="*/ 2147483647 w 1231"/>
                  <a:gd name="T37" fmla="*/ 2147483647 h 1285"/>
                  <a:gd name="T38" fmla="*/ 2147483647 w 1231"/>
                  <a:gd name="T39" fmla="*/ 2147483647 h 1285"/>
                  <a:gd name="T40" fmla="*/ 2147483647 w 1231"/>
                  <a:gd name="T41" fmla="*/ 2147483647 h 1285"/>
                  <a:gd name="T42" fmla="*/ 2147483647 w 1231"/>
                  <a:gd name="T43" fmla="*/ 2147483647 h 1285"/>
                  <a:gd name="T44" fmla="*/ 2147483647 w 1231"/>
                  <a:gd name="T45" fmla="*/ 2147483647 h 1285"/>
                  <a:gd name="T46" fmla="*/ 2147483647 w 1231"/>
                  <a:gd name="T47" fmla="*/ 2147483647 h 1285"/>
                  <a:gd name="T48" fmla="*/ 2147483647 w 1231"/>
                  <a:gd name="T49" fmla="*/ 2147483647 h 1285"/>
                  <a:gd name="T50" fmla="*/ 2147483647 w 1231"/>
                  <a:gd name="T51" fmla="*/ 2147483647 h 1285"/>
                  <a:gd name="T52" fmla="*/ 2147483647 w 1231"/>
                  <a:gd name="T53" fmla="*/ 2147483647 h 1285"/>
                  <a:gd name="T54" fmla="*/ 2147483647 w 1231"/>
                  <a:gd name="T55" fmla="*/ 2147483647 h 1285"/>
                  <a:gd name="T56" fmla="*/ 2147483647 w 1231"/>
                  <a:gd name="T57" fmla="*/ 2147483647 h 1285"/>
                  <a:gd name="T58" fmla="*/ 2147483647 w 1231"/>
                  <a:gd name="T59" fmla="*/ 2147483647 h 1285"/>
                  <a:gd name="T60" fmla="*/ 2147483647 w 1231"/>
                  <a:gd name="T61" fmla="*/ 2147483647 h 1285"/>
                  <a:gd name="T62" fmla="*/ 2147483647 w 1231"/>
                  <a:gd name="T63" fmla="*/ 2147483647 h 1285"/>
                  <a:gd name="T64" fmla="*/ 2147483647 w 1231"/>
                  <a:gd name="T65" fmla="*/ 2147483647 h 1285"/>
                  <a:gd name="T66" fmla="*/ 2147483647 w 1231"/>
                  <a:gd name="T67" fmla="*/ 2147483647 h 1285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231"/>
                  <a:gd name="T103" fmla="*/ 0 h 1285"/>
                  <a:gd name="T104" fmla="*/ 1231 w 1231"/>
                  <a:gd name="T105" fmla="*/ 1285 h 1285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231" h="1285">
                    <a:moveTo>
                      <a:pt x="1157" y="3"/>
                    </a:moveTo>
                    <a:lnTo>
                      <a:pt x="1018" y="0"/>
                    </a:lnTo>
                    <a:lnTo>
                      <a:pt x="844" y="43"/>
                    </a:lnTo>
                    <a:lnTo>
                      <a:pt x="516" y="105"/>
                    </a:lnTo>
                    <a:lnTo>
                      <a:pt x="429" y="142"/>
                    </a:lnTo>
                    <a:lnTo>
                      <a:pt x="354" y="167"/>
                    </a:lnTo>
                    <a:lnTo>
                      <a:pt x="333" y="204"/>
                    </a:lnTo>
                    <a:lnTo>
                      <a:pt x="185" y="224"/>
                    </a:lnTo>
                    <a:lnTo>
                      <a:pt x="0" y="284"/>
                    </a:lnTo>
                    <a:lnTo>
                      <a:pt x="14" y="754"/>
                    </a:lnTo>
                    <a:lnTo>
                      <a:pt x="117" y="921"/>
                    </a:lnTo>
                    <a:lnTo>
                      <a:pt x="379" y="1025"/>
                    </a:lnTo>
                    <a:lnTo>
                      <a:pt x="318" y="1021"/>
                    </a:lnTo>
                    <a:lnTo>
                      <a:pt x="271" y="1073"/>
                    </a:lnTo>
                    <a:lnTo>
                      <a:pt x="402" y="1147"/>
                    </a:lnTo>
                    <a:lnTo>
                      <a:pt x="817" y="1285"/>
                    </a:lnTo>
                    <a:lnTo>
                      <a:pt x="852" y="1281"/>
                    </a:lnTo>
                    <a:lnTo>
                      <a:pt x="882" y="1277"/>
                    </a:lnTo>
                    <a:lnTo>
                      <a:pt x="906" y="1271"/>
                    </a:lnTo>
                    <a:lnTo>
                      <a:pt x="926" y="1264"/>
                    </a:lnTo>
                    <a:lnTo>
                      <a:pt x="942" y="1252"/>
                    </a:lnTo>
                    <a:lnTo>
                      <a:pt x="955" y="1233"/>
                    </a:lnTo>
                    <a:lnTo>
                      <a:pt x="967" y="1208"/>
                    </a:lnTo>
                    <a:lnTo>
                      <a:pt x="977" y="1174"/>
                    </a:lnTo>
                    <a:lnTo>
                      <a:pt x="1072" y="1112"/>
                    </a:lnTo>
                    <a:lnTo>
                      <a:pt x="1052" y="1055"/>
                    </a:lnTo>
                    <a:lnTo>
                      <a:pt x="957" y="1030"/>
                    </a:lnTo>
                    <a:lnTo>
                      <a:pt x="1090" y="966"/>
                    </a:lnTo>
                    <a:lnTo>
                      <a:pt x="1207" y="857"/>
                    </a:lnTo>
                    <a:lnTo>
                      <a:pt x="1225" y="680"/>
                    </a:lnTo>
                    <a:lnTo>
                      <a:pt x="1231" y="507"/>
                    </a:lnTo>
                    <a:lnTo>
                      <a:pt x="1212" y="266"/>
                    </a:lnTo>
                    <a:lnTo>
                      <a:pt x="1183" y="73"/>
                    </a:lnTo>
                    <a:lnTo>
                      <a:pt x="1157" y="3"/>
                    </a:lnTo>
                    <a:close/>
                  </a:path>
                </a:pathLst>
              </a:custGeom>
              <a:solidFill>
                <a:srgbClr val="63563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" name="Freeform 25"/>
              <p:cNvSpPr>
                <a:spLocks/>
              </p:cNvSpPr>
              <p:nvPr/>
            </p:nvSpPr>
            <p:spPr bwMode="auto">
              <a:xfrm>
                <a:off x="1363663" y="1911351"/>
                <a:ext cx="176212" cy="85725"/>
              </a:xfrm>
              <a:custGeom>
                <a:avLst/>
                <a:gdLst>
                  <a:gd name="T0" fmla="*/ 2147483647 w 557"/>
                  <a:gd name="T1" fmla="*/ 2147483647 h 269"/>
                  <a:gd name="T2" fmla="*/ 2147483647 w 557"/>
                  <a:gd name="T3" fmla="*/ 2147483647 h 269"/>
                  <a:gd name="T4" fmla="*/ 2147483647 w 557"/>
                  <a:gd name="T5" fmla="*/ 2147483647 h 269"/>
                  <a:gd name="T6" fmla="*/ 2147483647 w 557"/>
                  <a:gd name="T7" fmla="*/ 2147483647 h 269"/>
                  <a:gd name="T8" fmla="*/ 2147483647 w 557"/>
                  <a:gd name="T9" fmla="*/ 2147483647 h 269"/>
                  <a:gd name="T10" fmla="*/ 2147483647 w 557"/>
                  <a:gd name="T11" fmla="*/ 0 h 269"/>
                  <a:gd name="T12" fmla="*/ 0 w 557"/>
                  <a:gd name="T13" fmla="*/ 2147483647 h 269"/>
                  <a:gd name="T14" fmla="*/ 2147483647 w 557"/>
                  <a:gd name="T15" fmla="*/ 2147483647 h 269"/>
                  <a:gd name="T16" fmla="*/ 2147483647 w 557"/>
                  <a:gd name="T17" fmla="*/ 2147483647 h 269"/>
                  <a:gd name="T18" fmla="*/ 2147483647 w 557"/>
                  <a:gd name="T19" fmla="*/ 2147483647 h 269"/>
                  <a:gd name="T20" fmla="*/ 2147483647 w 557"/>
                  <a:gd name="T21" fmla="*/ 2147483647 h 269"/>
                  <a:gd name="T22" fmla="*/ 2147483647 w 557"/>
                  <a:gd name="T23" fmla="*/ 2147483647 h 269"/>
                  <a:gd name="T24" fmla="*/ 2147483647 w 557"/>
                  <a:gd name="T25" fmla="*/ 2147483647 h 269"/>
                  <a:gd name="T26" fmla="*/ 2147483647 w 557"/>
                  <a:gd name="T27" fmla="*/ 2147483647 h 269"/>
                  <a:gd name="T28" fmla="*/ 2147483647 w 557"/>
                  <a:gd name="T29" fmla="*/ 2147483647 h 269"/>
                  <a:gd name="T30" fmla="*/ 2147483647 w 557"/>
                  <a:gd name="T31" fmla="*/ 2147483647 h 269"/>
                  <a:gd name="T32" fmla="*/ 2147483647 w 557"/>
                  <a:gd name="T33" fmla="*/ 2147483647 h 269"/>
                  <a:gd name="T34" fmla="*/ 2147483647 w 557"/>
                  <a:gd name="T35" fmla="*/ 2147483647 h 269"/>
                  <a:gd name="T36" fmla="*/ 2147483647 w 557"/>
                  <a:gd name="T37" fmla="*/ 2147483647 h 269"/>
                  <a:gd name="T38" fmla="*/ 2147483647 w 557"/>
                  <a:gd name="T39" fmla="*/ 2147483647 h 269"/>
                  <a:gd name="T40" fmla="*/ 2147483647 w 557"/>
                  <a:gd name="T41" fmla="*/ 2147483647 h 269"/>
                  <a:gd name="T42" fmla="*/ 2147483647 w 557"/>
                  <a:gd name="T43" fmla="*/ 2147483647 h 269"/>
                  <a:gd name="T44" fmla="*/ 2147483647 w 557"/>
                  <a:gd name="T45" fmla="*/ 2147483647 h 269"/>
                  <a:gd name="T46" fmla="*/ 2147483647 w 557"/>
                  <a:gd name="T47" fmla="*/ 2147483647 h 269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557"/>
                  <a:gd name="T73" fmla="*/ 0 h 269"/>
                  <a:gd name="T74" fmla="*/ 557 w 557"/>
                  <a:gd name="T75" fmla="*/ 269 h 269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557" h="269">
                    <a:moveTo>
                      <a:pt x="557" y="259"/>
                    </a:moveTo>
                    <a:lnTo>
                      <a:pt x="544" y="208"/>
                    </a:lnTo>
                    <a:lnTo>
                      <a:pt x="554" y="142"/>
                    </a:lnTo>
                    <a:lnTo>
                      <a:pt x="166" y="34"/>
                    </a:lnTo>
                    <a:lnTo>
                      <a:pt x="95" y="3"/>
                    </a:lnTo>
                    <a:lnTo>
                      <a:pt x="47" y="0"/>
                    </a:lnTo>
                    <a:lnTo>
                      <a:pt x="0" y="64"/>
                    </a:lnTo>
                    <a:lnTo>
                      <a:pt x="50" y="133"/>
                    </a:lnTo>
                    <a:lnTo>
                      <a:pt x="76" y="148"/>
                    </a:lnTo>
                    <a:lnTo>
                      <a:pt x="101" y="164"/>
                    </a:lnTo>
                    <a:lnTo>
                      <a:pt x="127" y="179"/>
                    </a:lnTo>
                    <a:lnTo>
                      <a:pt x="152" y="193"/>
                    </a:lnTo>
                    <a:lnTo>
                      <a:pt x="178" y="206"/>
                    </a:lnTo>
                    <a:lnTo>
                      <a:pt x="206" y="219"/>
                    </a:lnTo>
                    <a:lnTo>
                      <a:pt x="233" y="231"/>
                    </a:lnTo>
                    <a:lnTo>
                      <a:pt x="261" y="242"/>
                    </a:lnTo>
                    <a:lnTo>
                      <a:pt x="291" y="251"/>
                    </a:lnTo>
                    <a:lnTo>
                      <a:pt x="322" y="258"/>
                    </a:lnTo>
                    <a:lnTo>
                      <a:pt x="356" y="263"/>
                    </a:lnTo>
                    <a:lnTo>
                      <a:pt x="391" y="267"/>
                    </a:lnTo>
                    <a:lnTo>
                      <a:pt x="429" y="269"/>
                    </a:lnTo>
                    <a:lnTo>
                      <a:pt x="469" y="268"/>
                    </a:lnTo>
                    <a:lnTo>
                      <a:pt x="512" y="265"/>
                    </a:lnTo>
                    <a:lnTo>
                      <a:pt x="557" y="259"/>
                    </a:lnTo>
                    <a:close/>
                  </a:path>
                </a:pathLst>
              </a:custGeom>
              <a:solidFill>
                <a:srgbClr val="42352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" name="Freeform 26"/>
              <p:cNvSpPr>
                <a:spLocks/>
              </p:cNvSpPr>
              <p:nvPr/>
            </p:nvSpPr>
            <p:spPr bwMode="auto">
              <a:xfrm>
                <a:off x="1385888" y="1909763"/>
                <a:ext cx="207962" cy="46038"/>
              </a:xfrm>
              <a:custGeom>
                <a:avLst/>
                <a:gdLst>
                  <a:gd name="T0" fmla="*/ 2147483647 w 657"/>
                  <a:gd name="T1" fmla="*/ 2147483647 h 147"/>
                  <a:gd name="T2" fmla="*/ 2147483647 w 657"/>
                  <a:gd name="T3" fmla="*/ 2147483647 h 147"/>
                  <a:gd name="T4" fmla="*/ 2147483647 w 657"/>
                  <a:gd name="T5" fmla="*/ 0 h 147"/>
                  <a:gd name="T6" fmla="*/ 0 w 657"/>
                  <a:gd name="T7" fmla="*/ 2147483647 h 147"/>
                  <a:gd name="T8" fmla="*/ 2147483647 w 657"/>
                  <a:gd name="T9" fmla="*/ 2147483647 h 147"/>
                  <a:gd name="T10" fmla="*/ 2147483647 w 657"/>
                  <a:gd name="T11" fmla="*/ 2147483647 h 147"/>
                  <a:gd name="T12" fmla="*/ 2147483647 w 657"/>
                  <a:gd name="T13" fmla="*/ 2147483647 h 147"/>
                  <a:gd name="T14" fmla="*/ 2147483647 w 657"/>
                  <a:gd name="T15" fmla="*/ 2147483647 h 147"/>
                  <a:gd name="T16" fmla="*/ 2147483647 w 657"/>
                  <a:gd name="T17" fmla="*/ 2147483647 h 147"/>
                  <a:gd name="T18" fmla="*/ 2147483647 w 657"/>
                  <a:gd name="T19" fmla="*/ 2147483647 h 14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657"/>
                  <a:gd name="T31" fmla="*/ 0 h 147"/>
                  <a:gd name="T32" fmla="*/ 657 w 657"/>
                  <a:gd name="T33" fmla="*/ 147 h 14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657" h="147">
                    <a:moveTo>
                      <a:pt x="603" y="42"/>
                    </a:moveTo>
                    <a:lnTo>
                      <a:pt x="427" y="97"/>
                    </a:lnTo>
                    <a:lnTo>
                      <a:pt x="20" y="0"/>
                    </a:lnTo>
                    <a:lnTo>
                      <a:pt x="0" y="24"/>
                    </a:lnTo>
                    <a:lnTo>
                      <a:pt x="112" y="74"/>
                    </a:lnTo>
                    <a:lnTo>
                      <a:pt x="351" y="134"/>
                    </a:lnTo>
                    <a:lnTo>
                      <a:pt x="449" y="147"/>
                    </a:lnTo>
                    <a:lnTo>
                      <a:pt x="517" y="134"/>
                    </a:lnTo>
                    <a:lnTo>
                      <a:pt x="657" y="33"/>
                    </a:lnTo>
                    <a:lnTo>
                      <a:pt x="603" y="42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" name="Freeform 27"/>
              <p:cNvSpPr>
                <a:spLocks/>
              </p:cNvSpPr>
              <p:nvPr/>
            </p:nvSpPr>
            <p:spPr bwMode="auto">
              <a:xfrm>
                <a:off x="1470025" y="1550988"/>
                <a:ext cx="261937" cy="26988"/>
              </a:xfrm>
              <a:custGeom>
                <a:avLst/>
                <a:gdLst>
                  <a:gd name="T0" fmla="*/ 2147483647 w 827"/>
                  <a:gd name="T1" fmla="*/ 2147483647 h 85"/>
                  <a:gd name="T2" fmla="*/ 2147483647 w 827"/>
                  <a:gd name="T3" fmla="*/ 2147483647 h 85"/>
                  <a:gd name="T4" fmla="*/ 2147483647 w 827"/>
                  <a:gd name="T5" fmla="*/ 0 h 85"/>
                  <a:gd name="T6" fmla="*/ 2147483647 w 827"/>
                  <a:gd name="T7" fmla="*/ 2147483647 h 85"/>
                  <a:gd name="T8" fmla="*/ 2147483647 w 827"/>
                  <a:gd name="T9" fmla="*/ 2147483647 h 85"/>
                  <a:gd name="T10" fmla="*/ 2147483647 w 827"/>
                  <a:gd name="T11" fmla="*/ 2147483647 h 85"/>
                  <a:gd name="T12" fmla="*/ 2147483647 w 827"/>
                  <a:gd name="T13" fmla="*/ 2147483647 h 85"/>
                  <a:gd name="T14" fmla="*/ 2147483647 w 827"/>
                  <a:gd name="T15" fmla="*/ 2147483647 h 85"/>
                  <a:gd name="T16" fmla="*/ 2147483647 w 827"/>
                  <a:gd name="T17" fmla="*/ 2147483647 h 85"/>
                  <a:gd name="T18" fmla="*/ 2147483647 w 827"/>
                  <a:gd name="T19" fmla="*/ 2147483647 h 85"/>
                  <a:gd name="T20" fmla="*/ 0 w 827"/>
                  <a:gd name="T21" fmla="*/ 2147483647 h 85"/>
                  <a:gd name="T22" fmla="*/ 2147483647 w 827"/>
                  <a:gd name="T23" fmla="*/ 2147483647 h 85"/>
                  <a:gd name="T24" fmla="*/ 2147483647 w 827"/>
                  <a:gd name="T25" fmla="*/ 2147483647 h 85"/>
                  <a:gd name="T26" fmla="*/ 2147483647 w 827"/>
                  <a:gd name="T27" fmla="*/ 2147483647 h 8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827"/>
                  <a:gd name="T43" fmla="*/ 0 h 85"/>
                  <a:gd name="T44" fmla="*/ 827 w 827"/>
                  <a:gd name="T45" fmla="*/ 85 h 8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827" h="85">
                    <a:moveTo>
                      <a:pt x="827" y="52"/>
                    </a:moveTo>
                    <a:lnTo>
                      <a:pt x="705" y="34"/>
                    </a:lnTo>
                    <a:lnTo>
                      <a:pt x="120" y="0"/>
                    </a:lnTo>
                    <a:lnTo>
                      <a:pt x="101" y="1"/>
                    </a:lnTo>
                    <a:lnTo>
                      <a:pt x="83" y="3"/>
                    </a:lnTo>
                    <a:lnTo>
                      <a:pt x="67" y="6"/>
                    </a:lnTo>
                    <a:lnTo>
                      <a:pt x="52" y="11"/>
                    </a:lnTo>
                    <a:lnTo>
                      <a:pt x="38" y="17"/>
                    </a:lnTo>
                    <a:lnTo>
                      <a:pt x="25" y="24"/>
                    </a:lnTo>
                    <a:lnTo>
                      <a:pt x="12" y="32"/>
                    </a:lnTo>
                    <a:lnTo>
                      <a:pt x="0" y="41"/>
                    </a:lnTo>
                    <a:lnTo>
                      <a:pt x="625" y="85"/>
                    </a:lnTo>
                    <a:lnTo>
                      <a:pt x="725" y="56"/>
                    </a:lnTo>
                    <a:lnTo>
                      <a:pt x="827" y="52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" name="Freeform 28"/>
              <p:cNvSpPr>
                <a:spLocks/>
              </p:cNvSpPr>
              <p:nvPr/>
            </p:nvSpPr>
            <p:spPr bwMode="auto">
              <a:xfrm>
                <a:off x="1665288" y="1566863"/>
                <a:ext cx="109537" cy="331788"/>
              </a:xfrm>
              <a:custGeom>
                <a:avLst/>
                <a:gdLst>
                  <a:gd name="T0" fmla="*/ 2147483647 w 342"/>
                  <a:gd name="T1" fmla="*/ 2147483647 h 1044"/>
                  <a:gd name="T2" fmla="*/ 2147483647 w 342"/>
                  <a:gd name="T3" fmla="*/ 2147483647 h 1044"/>
                  <a:gd name="T4" fmla="*/ 2147483647 w 342"/>
                  <a:gd name="T5" fmla="*/ 2147483647 h 1044"/>
                  <a:gd name="T6" fmla="*/ 2147483647 w 342"/>
                  <a:gd name="T7" fmla="*/ 2147483647 h 1044"/>
                  <a:gd name="T8" fmla="*/ 2147483647 w 342"/>
                  <a:gd name="T9" fmla="*/ 2147483647 h 1044"/>
                  <a:gd name="T10" fmla="*/ 2147483647 w 342"/>
                  <a:gd name="T11" fmla="*/ 0 h 1044"/>
                  <a:gd name="T12" fmla="*/ 2147483647 w 342"/>
                  <a:gd name="T13" fmla="*/ 0 h 1044"/>
                  <a:gd name="T14" fmla="*/ 2147483647 w 342"/>
                  <a:gd name="T15" fmla="*/ 0 h 1044"/>
                  <a:gd name="T16" fmla="*/ 2147483647 w 342"/>
                  <a:gd name="T17" fmla="*/ 0 h 1044"/>
                  <a:gd name="T18" fmla="*/ 2147483647 w 342"/>
                  <a:gd name="T19" fmla="*/ 2147483647 h 1044"/>
                  <a:gd name="T20" fmla="*/ 2147483647 w 342"/>
                  <a:gd name="T21" fmla="*/ 2147483647 h 1044"/>
                  <a:gd name="T22" fmla="*/ 2147483647 w 342"/>
                  <a:gd name="T23" fmla="*/ 2147483647 h 1044"/>
                  <a:gd name="T24" fmla="*/ 2147483647 w 342"/>
                  <a:gd name="T25" fmla="*/ 2147483647 h 1044"/>
                  <a:gd name="T26" fmla="*/ 2147483647 w 342"/>
                  <a:gd name="T27" fmla="*/ 2147483647 h 1044"/>
                  <a:gd name="T28" fmla="*/ 2147483647 w 342"/>
                  <a:gd name="T29" fmla="*/ 2147483647 h 1044"/>
                  <a:gd name="T30" fmla="*/ 2147483647 w 342"/>
                  <a:gd name="T31" fmla="*/ 2147483647 h 1044"/>
                  <a:gd name="T32" fmla="*/ 0 w 342"/>
                  <a:gd name="T33" fmla="*/ 2147483647 h 1044"/>
                  <a:gd name="T34" fmla="*/ 2147483647 w 342"/>
                  <a:gd name="T35" fmla="*/ 2147483647 h 1044"/>
                  <a:gd name="T36" fmla="*/ 2147483647 w 342"/>
                  <a:gd name="T37" fmla="*/ 2147483647 h 1044"/>
                  <a:gd name="T38" fmla="*/ 2147483647 w 342"/>
                  <a:gd name="T39" fmla="*/ 2147483647 h 1044"/>
                  <a:gd name="T40" fmla="*/ 2147483647 w 342"/>
                  <a:gd name="T41" fmla="*/ 2147483647 h 1044"/>
                  <a:gd name="T42" fmla="*/ 2147483647 w 342"/>
                  <a:gd name="T43" fmla="*/ 2147483647 h 1044"/>
                  <a:gd name="T44" fmla="*/ 2147483647 w 342"/>
                  <a:gd name="T45" fmla="*/ 2147483647 h 1044"/>
                  <a:gd name="T46" fmla="*/ 2147483647 w 342"/>
                  <a:gd name="T47" fmla="*/ 2147483647 h 1044"/>
                  <a:gd name="T48" fmla="*/ 2147483647 w 342"/>
                  <a:gd name="T49" fmla="*/ 2147483647 h 1044"/>
                  <a:gd name="T50" fmla="*/ 2147483647 w 342"/>
                  <a:gd name="T51" fmla="*/ 2147483647 h 1044"/>
                  <a:gd name="T52" fmla="*/ 2147483647 w 342"/>
                  <a:gd name="T53" fmla="*/ 2147483647 h 1044"/>
                  <a:gd name="T54" fmla="*/ 2147483647 w 342"/>
                  <a:gd name="T55" fmla="*/ 2147483647 h 1044"/>
                  <a:gd name="T56" fmla="*/ 2147483647 w 342"/>
                  <a:gd name="T57" fmla="*/ 2147483647 h 1044"/>
                  <a:gd name="T58" fmla="*/ 2147483647 w 342"/>
                  <a:gd name="T59" fmla="*/ 2147483647 h 1044"/>
                  <a:gd name="T60" fmla="*/ 2147483647 w 342"/>
                  <a:gd name="T61" fmla="*/ 2147483647 h 1044"/>
                  <a:gd name="T62" fmla="*/ 2147483647 w 342"/>
                  <a:gd name="T63" fmla="*/ 2147483647 h 1044"/>
                  <a:gd name="T64" fmla="*/ 2147483647 w 342"/>
                  <a:gd name="T65" fmla="*/ 2147483647 h 1044"/>
                  <a:gd name="T66" fmla="*/ 2147483647 w 342"/>
                  <a:gd name="T67" fmla="*/ 2147483647 h 1044"/>
                  <a:gd name="T68" fmla="*/ 2147483647 w 342"/>
                  <a:gd name="T69" fmla="*/ 2147483647 h 1044"/>
                  <a:gd name="T70" fmla="*/ 2147483647 w 342"/>
                  <a:gd name="T71" fmla="*/ 2147483647 h 104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42"/>
                  <a:gd name="T109" fmla="*/ 0 h 1044"/>
                  <a:gd name="T110" fmla="*/ 342 w 342"/>
                  <a:gd name="T111" fmla="*/ 1044 h 104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42" h="1044">
                    <a:moveTo>
                      <a:pt x="280" y="16"/>
                    </a:moveTo>
                    <a:lnTo>
                      <a:pt x="261" y="11"/>
                    </a:lnTo>
                    <a:lnTo>
                      <a:pt x="241" y="8"/>
                    </a:lnTo>
                    <a:lnTo>
                      <a:pt x="223" y="4"/>
                    </a:lnTo>
                    <a:lnTo>
                      <a:pt x="205" y="2"/>
                    </a:lnTo>
                    <a:lnTo>
                      <a:pt x="188" y="0"/>
                    </a:lnTo>
                    <a:lnTo>
                      <a:pt x="170" y="0"/>
                    </a:lnTo>
                    <a:lnTo>
                      <a:pt x="153" y="0"/>
                    </a:lnTo>
                    <a:lnTo>
                      <a:pt x="137" y="0"/>
                    </a:lnTo>
                    <a:lnTo>
                      <a:pt x="120" y="2"/>
                    </a:lnTo>
                    <a:lnTo>
                      <a:pt x="104" y="5"/>
                    </a:lnTo>
                    <a:lnTo>
                      <a:pt x="86" y="9"/>
                    </a:lnTo>
                    <a:lnTo>
                      <a:pt x="70" y="13"/>
                    </a:lnTo>
                    <a:lnTo>
                      <a:pt x="53" y="19"/>
                    </a:lnTo>
                    <a:lnTo>
                      <a:pt x="36" y="25"/>
                    </a:lnTo>
                    <a:lnTo>
                      <a:pt x="18" y="33"/>
                    </a:lnTo>
                    <a:lnTo>
                      <a:pt x="0" y="43"/>
                    </a:lnTo>
                    <a:lnTo>
                      <a:pt x="16" y="171"/>
                    </a:lnTo>
                    <a:lnTo>
                      <a:pt x="32" y="297"/>
                    </a:lnTo>
                    <a:lnTo>
                      <a:pt x="45" y="420"/>
                    </a:lnTo>
                    <a:lnTo>
                      <a:pt x="55" y="542"/>
                    </a:lnTo>
                    <a:lnTo>
                      <a:pt x="62" y="664"/>
                    </a:lnTo>
                    <a:lnTo>
                      <a:pt x="67" y="788"/>
                    </a:lnTo>
                    <a:lnTo>
                      <a:pt x="67" y="914"/>
                    </a:lnTo>
                    <a:lnTo>
                      <a:pt x="64" y="1044"/>
                    </a:lnTo>
                    <a:lnTo>
                      <a:pt x="129" y="1024"/>
                    </a:lnTo>
                    <a:lnTo>
                      <a:pt x="261" y="994"/>
                    </a:lnTo>
                    <a:lnTo>
                      <a:pt x="335" y="972"/>
                    </a:lnTo>
                    <a:lnTo>
                      <a:pt x="340" y="807"/>
                    </a:lnTo>
                    <a:lnTo>
                      <a:pt x="342" y="667"/>
                    </a:lnTo>
                    <a:lnTo>
                      <a:pt x="341" y="546"/>
                    </a:lnTo>
                    <a:lnTo>
                      <a:pt x="337" y="437"/>
                    </a:lnTo>
                    <a:lnTo>
                      <a:pt x="328" y="337"/>
                    </a:lnTo>
                    <a:lnTo>
                      <a:pt x="317" y="236"/>
                    </a:lnTo>
                    <a:lnTo>
                      <a:pt x="301" y="132"/>
                    </a:lnTo>
                    <a:lnTo>
                      <a:pt x="280" y="16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" name="Freeform 29"/>
              <p:cNvSpPr>
                <a:spLocks/>
              </p:cNvSpPr>
              <p:nvPr/>
            </p:nvSpPr>
            <p:spPr bwMode="auto">
              <a:xfrm>
                <a:off x="1670050" y="1566863"/>
                <a:ext cx="104775" cy="317500"/>
              </a:xfrm>
              <a:custGeom>
                <a:avLst/>
                <a:gdLst>
                  <a:gd name="T0" fmla="*/ 2147483647 w 330"/>
                  <a:gd name="T1" fmla="*/ 2147483647 h 998"/>
                  <a:gd name="T2" fmla="*/ 2147483647 w 330"/>
                  <a:gd name="T3" fmla="*/ 2147483647 h 998"/>
                  <a:gd name="T4" fmla="*/ 2147483647 w 330"/>
                  <a:gd name="T5" fmla="*/ 2147483647 h 998"/>
                  <a:gd name="T6" fmla="*/ 2147483647 w 330"/>
                  <a:gd name="T7" fmla="*/ 2147483647 h 998"/>
                  <a:gd name="T8" fmla="*/ 2147483647 w 330"/>
                  <a:gd name="T9" fmla="*/ 2147483647 h 998"/>
                  <a:gd name="T10" fmla="*/ 2147483647 w 330"/>
                  <a:gd name="T11" fmla="*/ 2147483647 h 998"/>
                  <a:gd name="T12" fmla="*/ 2147483647 w 330"/>
                  <a:gd name="T13" fmla="*/ 2147483647 h 998"/>
                  <a:gd name="T14" fmla="*/ 2147483647 w 330"/>
                  <a:gd name="T15" fmla="*/ 0 h 998"/>
                  <a:gd name="T16" fmla="*/ 2147483647 w 330"/>
                  <a:gd name="T17" fmla="*/ 2147483647 h 998"/>
                  <a:gd name="T18" fmla="*/ 2147483647 w 330"/>
                  <a:gd name="T19" fmla="*/ 2147483647 h 998"/>
                  <a:gd name="T20" fmla="*/ 2147483647 w 330"/>
                  <a:gd name="T21" fmla="*/ 2147483647 h 998"/>
                  <a:gd name="T22" fmla="*/ 2147483647 w 330"/>
                  <a:gd name="T23" fmla="*/ 2147483647 h 998"/>
                  <a:gd name="T24" fmla="*/ 2147483647 w 330"/>
                  <a:gd name="T25" fmla="*/ 2147483647 h 998"/>
                  <a:gd name="T26" fmla="*/ 2147483647 w 330"/>
                  <a:gd name="T27" fmla="*/ 2147483647 h 998"/>
                  <a:gd name="T28" fmla="*/ 2147483647 w 330"/>
                  <a:gd name="T29" fmla="*/ 2147483647 h 998"/>
                  <a:gd name="T30" fmla="*/ 2147483647 w 330"/>
                  <a:gd name="T31" fmla="*/ 2147483647 h 998"/>
                  <a:gd name="T32" fmla="*/ 0 w 330"/>
                  <a:gd name="T33" fmla="*/ 2147483647 h 998"/>
                  <a:gd name="T34" fmla="*/ 2147483647 w 330"/>
                  <a:gd name="T35" fmla="*/ 2147483647 h 998"/>
                  <a:gd name="T36" fmla="*/ 2147483647 w 330"/>
                  <a:gd name="T37" fmla="*/ 2147483647 h 998"/>
                  <a:gd name="T38" fmla="*/ 2147483647 w 330"/>
                  <a:gd name="T39" fmla="*/ 2147483647 h 998"/>
                  <a:gd name="T40" fmla="*/ 2147483647 w 330"/>
                  <a:gd name="T41" fmla="*/ 2147483647 h 998"/>
                  <a:gd name="T42" fmla="*/ 2147483647 w 330"/>
                  <a:gd name="T43" fmla="*/ 2147483647 h 998"/>
                  <a:gd name="T44" fmla="*/ 2147483647 w 330"/>
                  <a:gd name="T45" fmla="*/ 2147483647 h 998"/>
                  <a:gd name="T46" fmla="*/ 2147483647 w 330"/>
                  <a:gd name="T47" fmla="*/ 2147483647 h 998"/>
                  <a:gd name="T48" fmla="*/ 2147483647 w 330"/>
                  <a:gd name="T49" fmla="*/ 2147483647 h 998"/>
                  <a:gd name="T50" fmla="*/ 2147483647 w 330"/>
                  <a:gd name="T51" fmla="*/ 2147483647 h 998"/>
                  <a:gd name="T52" fmla="*/ 2147483647 w 330"/>
                  <a:gd name="T53" fmla="*/ 2147483647 h 998"/>
                  <a:gd name="T54" fmla="*/ 2147483647 w 330"/>
                  <a:gd name="T55" fmla="*/ 2147483647 h 998"/>
                  <a:gd name="T56" fmla="*/ 2147483647 w 330"/>
                  <a:gd name="T57" fmla="*/ 2147483647 h 998"/>
                  <a:gd name="T58" fmla="*/ 2147483647 w 330"/>
                  <a:gd name="T59" fmla="*/ 2147483647 h 998"/>
                  <a:gd name="T60" fmla="*/ 2147483647 w 330"/>
                  <a:gd name="T61" fmla="*/ 2147483647 h 998"/>
                  <a:gd name="T62" fmla="*/ 2147483647 w 330"/>
                  <a:gd name="T63" fmla="*/ 2147483647 h 998"/>
                  <a:gd name="T64" fmla="*/ 2147483647 w 330"/>
                  <a:gd name="T65" fmla="*/ 2147483647 h 998"/>
                  <a:gd name="T66" fmla="*/ 2147483647 w 330"/>
                  <a:gd name="T67" fmla="*/ 2147483647 h 998"/>
                  <a:gd name="T68" fmla="*/ 2147483647 w 330"/>
                  <a:gd name="T69" fmla="*/ 2147483647 h 998"/>
                  <a:gd name="T70" fmla="*/ 2147483647 w 330"/>
                  <a:gd name="T71" fmla="*/ 2147483647 h 998"/>
                  <a:gd name="T72" fmla="*/ 2147483647 w 330"/>
                  <a:gd name="T73" fmla="*/ 2147483647 h 998"/>
                  <a:gd name="T74" fmla="*/ 2147483647 w 330"/>
                  <a:gd name="T75" fmla="*/ 2147483647 h 998"/>
                  <a:gd name="T76" fmla="*/ 2147483647 w 330"/>
                  <a:gd name="T77" fmla="*/ 2147483647 h 998"/>
                  <a:gd name="T78" fmla="*/ 2147483647 w 330"/>
                  <a:gd name="T79" fmla="*/ 2147483647 h 998"/>
                  <a:gd name="T80" fmla="*/ 2147483647 w 330"/>
                  <a:gd name="T81" fmla="*/ 2147483647 h 998"/>
                  <a:gd name="T82" fmla="*/ 2147483647 w 330"/>
                  <a:gd name="T83" fmla="*/ 2147483647 h 998"/>
                  <a:gd name="T84" fmla="*/ 2147483647 w 330"/>
                  <a:gd name="T85" fmla="*/ 2147483647 h 998"/>
                  <a:gd name="T86" fmla="*/ 2147483647 w 330"/>
                  <a:gd name="T87" fmla="*/ 2147483647 h 998"/>
                  <a:gd name="T88" fmla="*/ 2147483647 w 330"/>
                  <a:gd name="T89" fmla="*/ 2147483647 h 998"/>
                  <a:gd name="T90" fmla="*/ 2147483647 w 330"/>
                  <a:gd name="T91" fmla="*/ 2147483647 h 998"/>
                  <a:gd name="T92" fmla="*/ 2147483647 w 330"/>
                  <a:gd name="T93" fmla="*/ 2147483647 h 998"/>
                  <a:gd name="T94" fmla="*/ 2147483647 w 330"/>
                  <a:gd name="T95" fmla="*/ 2147483647 h 998"/>
                  <a:gd name="T96" fmla="*/ 2147483647 w 330"/>
                  <a:gd name="T97" fmla="*/ 2147483647 h 998"/>
                  <a:gd name="T98" fmla="*/ 2147483647 w 330"/>
                  <a:gd name="T99" fmla="*/ 2147483647 h 998"/>
                  <a:gd name="T100" fmla="*/ 2147483647 w 330"/>
                  <a:gd name="T101" fmla="*/ 2147483647 h 998"/>
                  <a:gd name="T102" fmla="*/ 2147483647 w 330"/>
                  <a:gd name="T103" fmla="*/ 2147483647 h 998"/>
                  <a:gd name="T104" fmla="*/ 2147483647 w 330"/>
                  <a:gd name="T105" fmla="*/ 2147483647 h 998"/>
                  <a:gd name="T106" fmla="*/ 2147483647 w 330"/>
                  <a:gd name="T107" fmla="*/ 2147483647 h 998"/>
                  <a:gd name="T108" fmla="*/ 2147483647 w 330"/>
                  <a:gd name="T109" fmla="*/ 2147483647 h 998"/>
                  <a:gd name="T110" fmla="*/ 2147483647 w 330"/>
                  <a:gd name="T111" fmla="*/ 2147483647 h 998"/>
                  <a:gd name="T112" fmla="*/ 2147483647 w 330"/>
                  <a:gd name="T113" fmla="*/ 2147483647 h 99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330"/>
                  <a:gd name="T172" fmla="*/ 0 h 998"/>
                  <a:gd name="T173" fmla="*/ 330 w 330"/>
                  <a:gd name="T174" fmla="*/ 998 h 99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330" h="998">
                    <a:moveTo>
                      <a:pt x="269" y="17"/>
                    </a:moveTo>
                    <a:lnTo>
                      <a:pt x="251" y="13"/>
                    </a:lnTo>
                    <a:lnTo>
                      <a:pt x="232" y="9"/>
                    </a:lnTo>
                    <a:lnTo>
                      <a:pt x="214" y="6"/>
                    </a:lnTo>
                    <a:lnTo>
                      <a:pt x="197" y="3"/>
                    </a:lnTo>
                    <a:lnTo>
                      <a:pt x="181" y="2"/>
                    </a:lnTo>
                    <a:lnTo>
                      <a:pt x="163" y="1"/>
                    </a:lnTo>
                    <a:lnTo>
                      <a:pt x="147" y="0"/>
                    </a:lnTo>
                    <a:lnTo>
                      <a:pt x="131" y="1"/>
                    </a:lnTo>
                    <a:lnTo>
                      <a:pt x="115" y="3"/>
                    </a:lnTo>
                    <a:lnTo>
                      <a:pt x="99" y="5"/>
                    </a:lnTo>
                    <a:lnTo>
                      <a:pt x="83" y="8"/>
                    </a:lnTo>
                    <a:lnTo>
                      <a:pt x="67" y="13"/>
                    </a:lnTo>
                    <a:lnTo>
                      <a:pt x="51" y="18"/>
                    </a:lnTo>
                    <a:lnTo>
                      <a:pt x="34" y="24"/>
                    </a:lnTo>
                    <a:lnTo>
                      <a:pt x="18" y="32"/>
                    </a:lnTo>
                    <a:lnTo>
                      <a:pt x="0" y="41"/>
                    </a:lnTo>
                    <a:lnTo>
                      <a:pt x="17" y="163"/>
                    </a:lnTo>
                    <a:lnTo>
                      <a:pt x="31" y="284"/>
                    </a:lnTo>
                    <a:lnTo>
                      <a:pt x="42" y="402"/>
                    </a:lnTo>
                    <a:lnTo>
                      <a:pt x="52" y="518"/>
                    </a:lnTo>
                    <a:lnTo>
                      <a:pt x="58" y="636"/>
                    </a:lnTo>
                    <a:lnTo>
                      <a:pt x="62" y="754"/>
                    </a:lnTo>
                    <a:lnTo>
                      <a:pt x="62" y="874"/>
                    </a:lnTo>
                    <a:lnTo>
                      <a:pt x="59" y="998"/>
                    </a:lnTo>
                    <a:lnTo>
                      <a:pt x="67" y="996"/>
                    </a:lnTo>
                    <a:lnTo>
                      <a:pt x="75" y="994"/>
                    </a:lnTo>
                    <a:lnTo>
                      <a:pt x="83" y="992"/>
                    </a:lnTo>
                    <a:lnTo>
                      <a:pt x="92" y="990"/>
                    </a:lnTo>
                    <a:lnTo>
                      <a:pt x="100" y="988"/>
                    </a:lnTo>
                    <a:lnTo>
                      <a:pt x="108" y="985"/>
                    </a:lnTo>
                    <a:lnTo>
                      <a:pt x="116" y="983"/>
                    </a:lnTo>
                    <a:lnTo>
                      <a:pt x="124" y="981"/>
                    </a:lnTo>
                    <a:lnTo>
                      <a:pt x="139" y="978"/>
                    </a:lnTo>
                    <a:lnTo>
                      <a:pt x="155" y="974"/>
                    </a:lnTo>
                    <a:lnTo>
                      <a:pt x="171" y="971"/>
                    </a:lnTo>
                    <a:lnTo>
                      <a:pt x="187" y="967"/>
                    </a:lnTo>
                    <a:lnTo>
                      <a:pt x="202" y="963"/>
                    </a:lnTo>
                    <a:lnTo>
                      <a:pt x="218" y="960"/>
                    </a:lnTo>
                    <a:lnTo>
                      <a:pt x="233" y="955"/>
                    </a:lnTo>
                    <a:lnTo>
                      <a:pt x="250" y="952"/>
                    </a:lnTo>
                    <a:lnTo>
                      <a:pt x="259" y="949"/>
                    </a:lnTo>
                    <a:lnTo>
                      <a:pt x="268" y="947"/>
                    </a:lnTo>
                    <a:lnTo>
                      <a:pt x="277" y="944"/>
                    </a:lnTo>
                    <a:lnTo>
                      <a:pt x="286" y="941"/>
                    </a:lnTo>
                    <a:lnTo>
                      <a:pt x="295" y="938"/>
                    </a:lnTo>
                    <a:lnTo>
                      <a:pt x="304" y="935"/>
                    </a:lnTo>
                    <a:lnTo>
                      <a:pt x="314" y="933"/>
                    </a:lnTo>
                    <a:lnTo>
                      <a:pt x="324" y="930"/>
                    </a:lnTo>
                    <a:lnTo>
                      <a:pt x="328" y="772"/>
                    </a:lnTo>
                    <a:lnTo>
                      <a:pt x="330" y="638"/>
                    </a:lnTo>
                    <a:lnTo>
                      <a:pt x="329" y="522"/>
                    </a:lnTo>
                    <a:lnTo>
                      <a:pt x="324" y="419"/>
                    </a:lnTo>
                    <a:lnTo>
                      <a:pt x="316" y="322"/>
                    </a:lnTo>
                    <a:lnTo>
                      <a:pt x="304" y="227"/>
                    </a:lnTo>
                    <a:lnTo>
                      <a:pt x="289" y="127"/>
                    </a:lnTo>
                    <a:lnTo>
                      <a:pt x="269" y="17"/>
                    </a:lnTo>
                    <a:close/>
                  </a:path>
                </a:pathLst>
              </a:custGeom>
              <a:solidFill>
                <a:srgbClr val="9175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" name="Freeform 30"/>
              <p:cNvSpPr>
                <a:spLocks/>
              </p:cNvSpPr>
              <p:nvPr/>
            </p:nvSpPr>
            <p:spPr bwMode="auto">
              <a:xfrm>
                <a:off x="1673225" y="1566863"/>
                <a:ext cx="100012" cy="303213"/>
              </a:xfrm>
              <a:custGeom>
                <a:avLst/>
                <a:gdLst>
                  <a:gd name="T0" fmla="*/ 2147483647 w 317"/>
                  <a:gd name="T1" fmla="*/ 2147483647 h 951"/>
                  <a:gd name="T2" fmla="*/ 2147483647 w 317"/>
                  <a:gd name="T3" fmla="*/ 2147483647 h 951"/>
                  <a:gd name="T4" fmla="*/ 2147483647 w 317"/>
                  <a:gd name="T5" fmla="*/ 2147483647 h 951"/>
                  <a:gd name="T6" fmla="*/ 2147483647 w 317"/>
                  <a:gd name="T7" fmla="*/ 2147483647 h 951"/>
                  <a:gd name="T8" fmla="*/ 2147483647 w 317"/>
                  <a:gd name="T9" fmla="*/ 2147483647 h 951"/>
                  <a:gd name="T10" fmla="*/ 2147483647 w 317"/>
                  <a:gd name="T11" fmla="*/ 2147483647 h 951"/>
                  <a:gd name="T12" fmla="*/ 2147483647 w 317"/>
                  <a:gd name="T13" fmla="*/ 0 h 951"/>
                  <a:gd name="T14" fmla="*/ 2147483647 w 317"/>
                  <a:gd name="T15" fmla="*/ 0 h 951"/>
                  <a:gd name="T16" fmla="*/ 2147483647 w 317"/>
                  <a:gd name="T17" fmla="*/ 0 h 951"/>
                  <a:gd name="T18" fmla="*/ 2147483647 w 317"/>
                  <a:gd name="T19" fmla="*/ 2147483647 h 951"/>
                  <a:gd name="T20" fmla="*/ 2147483647 w 317"/>
                  <a:gd name="T21" fmla="*/ 2147483647 h 951"/>
                  <a:gd name="T22" fmla="*/ 2147483647 w 317"/>
                  <a:gd name="T23" fmla="*/ 2147483647 h 951"/>
                  <a:gd name="T24" fmla="*/ 2147483647 w 317"/>
                  <a:gd name="T25" fmla="*/ 2147483647 h 951"/>
                  <a:gd name="T26" fmla="*/ 2147483647 w 317"/>
                  <a:gd name="T27" fmla="*/ 2147483647 h 951"/>
                  <a:gd name="T28" fmla="*/ 2147483647 w 317"/>
                  <a:gd name="T29" fmla="*/ 2147483647 h 951"/>
                  <a:gd name="T30" fmla="*/ 2147483647 w 317"/>
                  <a:gd name="T31" fmla="*/ 2147483647 h 951"/>
                  <a:gd name="T32" fmla="*/ 0 w 317"/>
                  <a:gd name="T33" fmla="*/ 2147483647 h 951"/>
                  <a:gd name="T34" fmla="*/ 2147483647 w 317"/>
                  <a:gd name="T35" fmla="*/ 2147483647 h 951"/>
                  <a:gd name="T36" fmla="*/ 2147483647 w 317"/>
                  <a:gd name="T37" fmla="*/ 2147483647 h 951"/>
                  <a:gd name="T38" fmla="*/ 2147483647 w 317"/>
                  <a:gd name="T39" fmla="*/ 2147483647 h 951"/>
                  <a:gd name="T40" fmla="*/ 2147483647 w 317"/>
                  <a:gd name="T41" fmla="*/ 2147483647 h 951"/>
                  <a:gd name="T42" fmla="*/ 2147483647 w 317"/>
                  <a:gd name="T43" fmla="*/ 2147483647 h 951"/>
                  <a:gd name="T44" fmla="*/ 2147483647 w 317"/>
                  <a:gd name="T45" fmla="*/ 2147483647 h 951"/>
                  <a:gd name="T46" fmla="*/ 2147483647 w 317"/>
                  <a:gd name="T47" fmla="*/ 2147483647 h 951"/>
                  <a:gd name="T48" fmla="*/ 2147483647 w 317"/>
                  <a:gd name="T49" fmla="*/ 2147483647 h 951"/>
                  <a:gd name="T50" fmla="*/ 2147483647 w 317"/>
                  <a:gd name="T51" fmla="*/ 2147483647 h 951"/>
                  <a:gd name="T52" fmla="*/ 2147483647 w 317"/>
                  <a:gd name="T53" fmla="*/ 2147483647 h 951"/>
                  <a:gd name="T54" fmla="*/ 2147483647 w 317"/>
                  <a:gd name="T55" fmla="*/ 2147483647 h 951"/>
                  <a:gd name="T56" fmla="*/ 2147483647 w 317"/>
                  <a:gd name="T57" fmla="*/ 2147483647 h 951"/>
                  <a:gd name="T58" fmla="*/ 2147483647 w 317"/>
                  <a:gd name="T59" fmla="*/ 2147483647 h 951"/>
                  <a:gd name="T60" fmla="*/ 2147483647 w 317"/>
                  <a:gd name="T61" fmla="*/ 2147483647 h 951"/>
                  <a:gd name="T62" fmla="*/ 2147483647 w 317"/>
                  <a:gd name="T63" fmla="*/ 2147483647 h 951"/>
                  <a:gd name="T64" fmla="*/ 2147483647 w 317"/>
                  <a:gd name="T65" fmla="*/ 2147483647 h 951"/>
                  <a:gd name="T66" fmla="*/ 2147483647 w 317"/>
                  <a:gd name="T67" fmla="*/ 2147483647 h 951"/>
                  <a:gd name="T68" fmla="*/ 2147483647 w 317"/>
                  <a:gd name="T69" fmla="*/ 2147483647 h 951"/>
                  <a:gd name="T70" fmla="*/ 2147483647 w 317"/>
                  <a:gd name="T71" fmla="*/ 2147483647 h 951"/>
                  <a:gd name="T72" fmla="*/ 2147483647 w 317"/>
                  <a:gd name="T73" fmla="*/ 2147483647 h 951"/>
                  <a:gd name="T74" fmla="*/ 2147483647 w 317"/>
                  <a:gd name="T75" fmla="*/ 2147483647 h 951"/>
                  <a:gd name="T76" fmla="*/ 2147483647 w 317"/>
                  <a:gd name="T77" fmla="*/ 2147483647 h 951"/>
                  <a:gd name="T78" fmla="*/ 2147483647 w 317"/>
                  <a:gd name="T79" fmla="*/ 2147483647 h 951"/>
                  <a:gd name="T80" fmla="*/ 2147483647 w 317"/>
                  <a:gd name="T81" fmla="*/ 2147483647 h 951"/>
                  <a:gd name="T82" fmla="*/ 2147483647 w 317"/>
                  <a:gd name="T83" fmla="*/ 2147483647 h 951"/>
                  <a:gd name="T84" fmla="*/ 2147483647 w 317"/>
                  <a:gd name="T85" fmla="*/ 2147483647 h 951"/>
                  <a:gd name="T86" fmla="*/ 2147483647 w 317"/>
                  <a:gd name="T87" fmla="*/ 2147483647 h 951"/>
                  <a:gd name="T88" fmla="*/ 2147483647 w 317"/>
                  <a:gd name="T89" fmla="*/ 2147483647 h 951"/>
                  <a:gd name="T90" fmla="*/ 2147483647 w 317"/>
                  <a:gd name="T91" fmla="*/ 2147483647 h 951"/>
                  <a:gd name="T92" fmla="*/ 2147483647 w 317"/>
                  <a:gd name="T93" fmla="*/ 2147483647 h 951"/>
                  <a:gd name="T94" fmla="*/ 2147483647 w 317"/>
                  <a:gd name="T95" fmla="*/ 2147483647 h 951"/>
                  <a:gd name="T96" fmla="*/ 2147483647 w 317"/>
                  <a:gd name="T97" fmla="*/ 2147483647 h 951"/>
                  <a:gd name="T98" fmla="*/ 2147483647 w 317"/>
                  <a:gd name="T99" fmla="*/ 2147483647 h 951"/>
                  <a:gd name="T100" fmla="*/ 2147483647 w 317"/>
                  <a:gd name="T101" fmla="*/ 2147483647 h 951"/>
                  <a:gd name="T102" fmla="*/ 2147483647 w 317"/>
                  <a:gd name="T103" fmla="*/ 2147483647 h 951"/>
                  <a:gd name="T104" fmla="*/ 2147483647 w 317"/>
                  <a:gd name="T105" fmla="*/ 2147483647 h 951"/>
                  <a:gd name="T106" fmla="*/ 2147483647 w 317"/>
                  <a:gd name="T107" fmla="*/ 2147483647 h 951"/>
                  <a:gd name="T108" fmla="*/ 2147483647 w 317"/>
                  <a:gd name="T109" fmla="*/ 2147483647 h 951"/>
                  <a:gd name="T110" fmla="*/ 2147483647 w 317"/>
                  <a:gd name="T111" fmla="*/ 2147483647 h 951"/>
                  <a:gd name="T112" fmla="*/ 2147483647 w 317"/>
                  <a:gd name="T113" fmla="*/ 2147483647 h 951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317"/>
                  <a:gd name="T172" fmla="*/ 0 h 951"/>
                  <a:gd name="T173" fmla="*/ 317 w 317"/>
                  <a:gd name="T174" fmla="*/ 951 h 951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317" h="951">
                    <a:moveTo>
                      <a:pt x="257" y="16"/>
                    </a:moveTo>
                    <a:lnTo>
                      <a:pt x="239" y="12"/>
                    </a:lnTo>
                    <a:lnTo>
                      <a:pt x="221" y="8"/>
                    </a:lnTo>
                    <a:lnTo>
                      <a:pt x="205" y="5"/>
                    </a:lnTo>
                    <a:lnTo>
                      <a:pt x="189" y="3"/>
                    </a:lnTo>
                    <a:lnTo>
                      <a:pt x="173" y="1"/>
                    </a:lnTo>
                    <a:lnTo>
                      <a:pt x="157" y="0"/>
                    </a:lnTo>
                    <a:lnTo>
                      <a:pt x="141" y="0"/>
                    </a:lnTo>
                    <a:lnTo>
                      <a:pt x="125" y="0"/>
                    </a:lnTo>
                    <a:lnTo>
                      <a:pt x="110" y="1"/>
                    </a:lnTo>
                    <a:lnTo>
                      <a:pt x="95" y="4"/>
                    </a:lnTo>
                    <a:lnTo>
                      <a:pt x="80" y="7"/>
                    </a:lnTo>
                    <a:lnTo>
                      <a:pt x="63" y="11"/>
                    </a:lnTo>
                    <a:lnTo>
                      <a:pt x="48" y="15"/>
                    </a:lnTo>
                    <a:lnTo>
                      <a:pt x="32" y="21"/>
                    </a:lnTo>
                    <a:lnTo>
                      <a:pt x="16" y="28"/>
                    </a:lnTo>
                    <a:lnTo>
                      <a:pt x="0" y="37"/>
                    </a:lnTo>
                    <a:lnTo>
                      <a:pt x="15" y="154"/>
                    </a:lnTo>
                    <a:lnTo>
                      <a:pt x="29" y="269"/>
                    </a:lnTo>
                    <a:lnTo>
                      <a:pt x="40" y="381"/>
                    </a:lnTo>
                    <a:lnTo>
                      <a:pt x="49" y="493"/>
                    </a:lnTo>
                    <a:lnTo>
                      <a:pt x="55" y="606"/>
                    </a:lnTo>
                    <a:lnTo>
                      <a:pt x="58" y="718"/>
                    </a:lnTo>
                    <a:lnTo>
                      <a:pt x="58" y="833"/>
                    </a:lnTo>
                    <a:lnTo>
                      <a:pt x="55" y="951"/>
                    </a:lnTo>
                    <a:lnTo>
                      <a:pt x="63" y="949"/>
                    </a:lnTo>
                    <a:lnTo>
                      <a:pt x="71" y="947"/>
                    </a:lnTo>
                    <a:lnTo>
                      <a:pt x="80" y="945"/>
                    </a:lnTo>
                    <a:lnTo>
                      <a:pt x="87" y="943"/>
                    </a:lnTo>
                    <a:lnTo>
                      <a:pt x="95" y="941"/>
                    </a:lnTo>
                    <a:lnTo>
                      <a:pt x="103" y="939"/>
                    </a:lnTo>
                    <a:lnTo>
                      <a:pt x="110" y="937"/>
                    </a:lnTo>
                    <a:lnTo>
                      <a:pt x="118" y="935"/>
                    </a:lnTo>
                    <a:lnTo>
                      <a:pt x="133" y="932"/>
                    </a:lnTo>
                    <a:lnTo>
                      <a:pt x="148" y="928"/>
                    </a:lnTo>
                    <a:lnTo>
                      <a:pt x="164" y="925"/>
                    </a:lnTo>
                    <a:lnTo>
                      <a:pt x="178" y="921"/>
                    </a:lnTo>
                    <a:lnTo>
                      <a:pt x="193" y="918"/>
                    </a:lnTo>
                    <a:lnTo>
                      <a:pt x="208" y="915"/>
                    </a:lnTo>
                    <a:lnTo>
                      <a:pt x="222" y="911"/>
                    </a:lnTo>
                    <a:lnTo>
                      <a:pt x="238" y="908"/>
                    </a:lnTo>
                    <a:lnTo>
                      <a:pt x="247" y="905"/>
                    </a:lnTo>
                    <a:lnTo>
                      <a:pt x="257" y="903"/>
                    </a:lnTo>
                    <a:lnTo>
                      <a:pt x="266" y="900"/>
                    </a:lnTo>
                    <a:lnTo>
                      <a:pt x="275" y="898"/>
                    </a:lnTo>
                    <a:lnTo>
                      <a:pt x="284" y="895"/>
                    </a:lnTo>
                    <a:lnTo>
                      <a:pt x="293" y="893"/>
                    </a:lnTo>
                    <a:lnTo>
                      <a:pt x="302" y="890"/>
                    </a:lnTo>
                    <a:lnTo>
                      <a:pt x="312" y="888"/>
                    </a:lnTo>
                    <a:lnTo>
                      <a:pt x="316" y="736"/>
                    </a:lnTo>
                    <a:lnTo>
                      <a:pt x="317" y="608"/>
                    </a:lnTo>
                    <a:lnTo>
                      <a:pt x="316" y="497"/>
                    </a:lnTo>
                    <a:lnTo>
                      <a:pt x="311" y="399"/>
                    </a:lnTo>
                    <a:lnTo>
                      <a:pt x="303" y="306"/>
                    </a:lnTo>
                    <a:lnTo>
                      <a:pt x="291" y="216"/>
                    </a:lnTo>
                    <a:lnTo>
                      <a:pt x="276" y="121"/>
                    </a:lnTo>
                    <a:lnTo>
                      <a:pt x="257" y="16"/>
                    </a:lnTo>
                    <a:close/>
                  </a:path>
                </a:pathLst>
              </a:custGeom>
              <a:solidFill>
                <a:srgbClr val="997C6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" name="Freeform 31"/>
              <p:cNvSpPr>
                <a:spLocks/>
              </p:cNvSpPr>
              <p:nvPr/>
            </p:nvSpPr>
            <p:spPr bwMode="auto">
              <a:xfrm>
                <a:off x="1676400" y="1566863"/>
                <a:ext cx="96837" cy="288925"/>
              </a:xfrm>
              <a:custGeom>
                <a:avLst/>
                <a:gdLst>
                  <a:gd name="T0" fmla="*/ 2147483647 w 304"/>
                  <a:gd name="T1" fmla="*/ 2147483647 h 906"/>
                  <a:gd name="T2" fmla="*/ 2147483647 w 304"/>
                  <a:gd name="T3" fmla="*/ 2147483647 h 906"/>
                  <a:gd name="T4" fmla="*/ 2147483647 w 304"/>
                  <a:gd name="T5" fmla="*/ 2147483647 h 906"/>
                  <a:gd name="T6" fmla="*/ 2147483647 w 304"/>
                  <a:gd name="T7" fmla="*/ 2147483647 h 906"/>
                  <a:gd name="T8" fmla="*/ 2147483647 w 304"/>
                  <a:gd name="T9" fmla="*/ 2147483647 h 906"/>
                  <a:gd name="T10" fmla="*/ 2147483647 w 304"/>
                  <a:gd name="T11" fmla="*/ 2147483647 h 906"/>
                  <a:gd name="T12" fmla="*/ 2147483647 w 304"/>
                  <a:gd name="T13" fmla="*/ 2147483647 h 906"/>
                  <a:gd name="T14" fmla="*/ 2147483647 w 304"/>
                  <a:gd name="T15" fmla="*/ 0 h 906"/>
                  <a:gd name="T16" fmla="*/ 2147483647 w 304"/>
                  <a:gd name="T17" fmla="*/ 0 h 906"/>
                  <a:gd name="T18" fmla="*/ 2147483647 w 304"/>
                  <a:gd name="T19" fmla="*/ 2147483647 h 906"/>
                  <a:gd name="T20" fmla="*/ 2147483647 w 304"/>
                  <a:gd name="T21" fmla="*/ 2147483647 h 906"/>
                  <a:gd name="T22" fmla="*/ 2147483647 w 304"/>
                  <a:gd name="T23" fmla="*/ 2147483647 h 906"/>
                  <a:gd name="T24" fmla="*/ 2147483647 w 304"/>
                  <a:gd name="T25" fmla="*/ 2147483647 h 906"/>
                  <a:gd name="T26" fmla="*/ 2147483647 w 304"/>
                  <a:gd name="T27" fmla="*/ 2147483647 h 906"/>
                  <a:gd name="T28" fmla="*/ 2147483647 w 304"/>
                  <a:gd name="T29" fmla="*/ 2147483647 h 906"/>
                  <a:gd name="T30" fmla="*/ 2147483647 w 304"/>
                  <a:gd name="T31" fmla="*/ 2147483647 h 906"/>
                  <a:gd name="T32" fmla="*/ 0 w 304"/>
                  <a:gd name="T33" fmla="*/ 2147483647 h 906"/>
                  <a:gd name="T34" fmla="*/ 2147483647 w 304"/>
                  <a:gd name="T35" fmla="*/ 2147483647 h 906"/>
                  <a:gd name="T36" fmla="*/ 2147483647 w 304"/>
                  <a:gd name="T37" fmla="*/ 2147483647 h 906"/>
                  <a:gd name="T38" fmla="*/ 2147483647 w 304"/>
                  <a:gd name="T39" fmla="*/ 2147483647 h 906"/>
                  <a:gd name="T40" fmla="*/ 2147483647 w 304"/>
                  <a:gd name="T41" fmla="*/ 2147483647 h 906"/>
                  <a:gd name="T42" fmla="*/ 2147483647 w 304"/>
                  <a:gd name="T43" fmla="*/ 2147483647 h 906"/>
                  <a:gd name="T44" fmla="*/ 2147483647 w 304"/>
                  <a:gd name="T45" fmla="*/ 2147483647 h 906"/>
                  <a:gd name="T46" fmla="*/ 2147483647 w 304"/>
                  <a:gd name="T47" fmla="*/ 2147483647 h 906"/>
                  <a:gd name="T48" fmla="*/ 2147483647 w 304"/>
                  <a:gd name="T49" fmla="*/ 2147483647 h 906"/>
                  <a:gd name="T50" fmla="*/ 2147483647 w 304"/>
                  <a:gd name="T51" fmla="*/ 2147483647 h 906"/>
                  <a:gd name="T52" fmla="*/ 2147483647 w 304"/>
                  <a:gd name="T53" fmla="*/ 2147483647 h 906"/>
                  <a:gd name="T54" fmla="*/ 2147483647 w 304"/>
                  <a:gd name="T55" fmla="*/ 2147483647 h 906"/>
                  <a:gd name="T56" fmla="*/ 2147483647 w 304"/>
                  <a:gd name="T57" fmla="*/ 2147483647 h 906"/>
                  <a:gd name="T58" fmla="*/ 2147483647 w 304"/>
                  <a:gd name="T59" fmla="*/ 2147483647 h 906"/>
                  <a:gd name="T60" fmla="*/ 2147483647 w 304"/>
                  <a:gd name="T61" fmla="*/ 2147483647 h 906"/>
                  <a:gd name="T62" fmla="*/ 2147483647 w 304"/>
                  <a:gd name="T63" fmla="*/ 2147483647 h 906"/>
                  <a:gd name="T64" fmla="*/ 2147483647 w 304"/>
                  <a:gd name="T65" fmla="*/ 2147483647 h 906"/>
                  <a:gd name="T66" fmla="*/ 2147483647 w 304"/>
                  <a:gd name="T67" fmla="*/ 2147483647 h 906"/>
                  <a:gd name="T68" fmla="*/ 2147483647 w 304"/>
                  <a:gd name="T69" fmla="*/ 2147483647 h 906"/>
                  <a:gd name="T70" fmla="*/ 2147483647 w 304"/>
                  <a:gd name="T71" fmla="*/ 2147483647 h 906"/>
                  <a:gd name="T72" fmla="*/ 2147483647 w 304"/>
                  <a:gd name="T73" fmla="*/ 2147483647 h 906"/>
                  <a:gd name="T74" fmla="*/ 2147483647 w 304"/>
                  <a:gd name="T75" fmla="*/ 2147483647 h 906"/>
                  <a:gd name="T76" fmla="*/ 2147483647 w 304"/>
                  <a:gd name="T77" fmla="*/ 2147483647 h 906"/>
                  <a:gd name="T78" fmla="*/ 2147483647 w 304"/>
                  <a:gd name="T79" fmla="*/ 2147483647 h 906"/>
                  <a:gd name="T80" fmla="*/ 2147483647 w 304"/>
                  <a:gd name="T81" fmla="*/ 2147483647 h 906"/>
                  <a:gd name="T82" fmla="*/ 2147483647 w 304"/>
                  <a:gd name="T83" fmla="*/ 2147483647 h 906"/>
                  <a:gd name="T84" fmla="*/ 2147483647 w 304"/>
                  <a:gd name="T85" fmla="*/ 2147483647 h 906"/>
                  <a:gd name="T86" fmla="*/ 2147483647 w 304"/>
                  <a:gd name="T87" fmla="*/ 2147483647 h 906"/>
                  <a:gd name="T88" fmla="*/ 2147483647 w 304"/>
                  <a:gd name="T89" fmla="*/ 2147483647 h 906"/>
                  <a:gd name="T90" fmla="*/ 2147483647 w 304"/>
                  <a:gd name="T91" fmla="*/ 2147483647 h 906"/>
                  <a:gd name="T92" fmla="*/ 2147483647 w 304"/>
                  <a:gd name="T93" fmla="*/ 2147483647 h 906"/>
                  <a:gd name="T94" fmla="*/ 2147483647 w 304"/>
                  <a:gd name="T95" fmla="*/ 2147483647 h 906"/>
                  <a:gd name="T96" fmla="*/ 2147483647 w 304"/>
                  <a:gd name="T97" fmla="*/ 2147483647 h 906"/>
                  <a:gd name="T98" fmla="*/ 2147483647 w 304"/>
                  <a:gd name="T99" fmla="*/ 2147483647 h 906"/>
                  <a:gd name="T100" fmla="*/ 2147483647 w 304"/>
                  <a:gd name="T101" fmla="*/ 2147483647 h 906"/>
                  <a:gd name="T102" fmla="*/ 2147483647 w 304"/>
                  <a:gd name="T103" fmla="*/ 2147483647 h 906"/>
                  <a:gd name="T104" fmla="*/ 2147483647 w 304"/>
                  <a:gd name="T105" fmla="*/ 2147483647 h 906"/>
                  <a:gd name="T106" fmla="*/ 2147483647 w 304"/>
                  <a:gd name="T107" fmla="*/ 2147483647 h 906"/>
                  <a:gd name="T108" fmla="*/ 2147483647 w 304"/>
                  <a:gd name="T109" fmla="*/ 2147483647 h 906"/>
                  <a:gd name="T110" fmla="*/ 2147483647 w 304"/>
                  <a:gd name="T111" fmla="*/ 2147483647 h 906"/>
                  <a:gd name="T112" fmla="*/ 2147483647 w 304"/>
                  <a:gd name="T113" fmla="*/ 2147483647 h 90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304"/>
                  <a:gd name="T172" fmla="*/ 0 h 906"/>
                  <a:gd name="T173" fmla="*/ 304 w 304"/>
                  <a:gd name="T174" fmla="*/ 906 h 90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304" h="906">
                    <a:moveTo>
                      <a:pt x="246" y="17"/>
                    </a:moveTo>
                    <a:lnTo>
                      <a:pt x="229" y="13"/>
                    </a:lnTo>
                    <a:lnTo>
                      <a:pt x="212" y="9"/>
                    </a:lnTo>
                    <a:lnTo>
                      <a:pt x="196" y="6"/>
                    </a:lnTo>
                    <a:lnTo>
                      <a:pt x="180" y="4"/>
                    </a:lnTo>
                    <a:lnTo>
                      <a:pt x="165" y="2"/>
                    </a:lnTo>
                    <a:lnTo>
                      <a:pt x="150" y="1"/>
                    </a:lnTo>
                    <a:lnTo>
                      <a:pt x="134" y="0"/>
                    </a:lnTo>
                    <a:lnTo>
                      <a:pt x="120" y="0"/>
                    </a:lnTo>
                    <a:lnTo>
                      <a:pt x="105" y="1"/>
                    </a:lnTo>
                    <a:lnTo>
                      <a:pt x="90" y="3"/>
                    </a:lnTo>
                    <a:lnTo>
                      <a:pt x="76" y="6"/>
                    </a:lnTo>
                    <a:lnTo>
                      <a:pt x="60" y="10"/>
                    </a:lnTo>
                    <a:lnTo>
                      <a:pt x="45" y="14"/>
                    </a:lnTo>
                    <a:lnTo>
                      <a:pt x="31" y="20"/>
                    </a:lnTo>
                    <a:lnTo>
                      <a:pt x="15" y="26"/>
                    </a:lnTo>
                    <a:lnTo>
                      <a:pt x="0" y="34"/>
                    </a:lnTo>
                    <a:lnTo>
                      <a:pt x="14" y="146"/>
                    </a:lnTo>
                    <a:lnTo>
                      <a:pt x="27" y="256"/>
                    </a:lnTo>
                    <a:lnTo>
                      <a:pt x="37" y="363"/>
                    </a:lnTo>
                    <a:lnTo>
                      <a:pt x="45" y="470"/>
                    </a:lnTo>
                    <a:lnTo>
                      <a:pt x="51" y="576"/>
                    </a:lnTo>
                    <a:lnTo>
                      <a:pt x="54" y="684"/>
                    </a:lnTo>
                    <a:lnTo>
                      <a:pt x="54" y="793"/>
                    </a:lnTo>
                    <a:lnTo>
                      <a:pt x="51" y="906"/>
                    </a:lnTo>
                    <a:lnTo>
                      <a:pt x="59" y="904"/>
                    </a:lnTo>
                    <a:lnTo>
                      <a:pt x="67" y="902"/>
                    </a:lnTo>
                    <a:lnTo>
                      <a:pt x="75" y="900"/>
                    </a:lnTo>
                    <a:lnTo>
                      <a:pt x="82" y="898"/>
                    </a:lnTo>
                    <a:lnTo>
                      <a:pt x="90" y="897"/>
                    </a:lnTo>
                    <a:lnTo>
                      <a:pt x="97" y="895"/>
                    </a:lnTo>
                    <a:lnTo>
                      <a:pt x="105" y="893"/>
                    </a:lnTo>
                    <a:lnTo>
                      <a:pt x="113" y="891"/>
                    </a:lnTo>
                    <a:lnTo>
                      <a:pt x="127" y="888"/>
                    </a:lnTo>
                    <a:lnTo>
                      <a:pt x="141" y="884"/>
                    </a:lnTo>
                    <a:lnTo>
                      <a:pt x="156" y="881"/>
                    </a:lnTo>
                    <a:lnTo>
                      <a:pt x="170" y="877"/>
                    </a:lnTo>
                    <a:lnTo>
                      <a:pt x="184" y="874"/>
                    </a:lnTo>
                    <a:lnTo>
                      <a:pt x="198" y="871"/>
                    </a:lnTo>
                    <a:lnTo>
                      <a:pt x="212" y="867"/>
                    </a:lnTo>
                    <a:lnTo>
                      <a:pt x="227" y="864"/>
                    </a:lnTo>
                    <a:lnTo>
                      <a:pt x="236" y="862"/>
                    </a:lnTo>
                    <a:lnTo>
                      <a:pt x="245" y="859"/>
                    </a:lnTo>
                    <a:lnTo>
                      <a:pt x="254" y="857"/>
                    </a:lnTo>
                    <a:lnTo>
                      <a:pt x="263" y="855"/>
                    </a:lnTo>
                    <a:lnTo>
                      <a:pt x="272" y="853"/>
                    </a:lnTo>
                    <a:lnTo>
                      <a:pt x="281" y="850"/>
                    </a:lnTo>
                    <a:lnTo>
                      <a:pt x="291" y="848"/>
                    </a:lnTo>
                    <a:lnTo>
                      <a:pt x="301" y="845"/>
                    </a:lnTo>
                    <a:lnTo>
                      <a:pt x="304" y="700"/>
                    </a:lnTo>
                    <a:lnTo>
                      <a:pt x="304" y="578"/>
                    </a:lnTo>
                    <a:lnTo>
                      <a:pt x="303" y="473"/>
                    </a:lnTo>
                    <a:lnTo>
                      <a:pt x="298" y="379"/>
                    </a:lnTo>
                    <a:lnTo>
                      <a:pt x="289" y="292"/>
                    </a:lnTo>
                    <a:lnTo>
                      <a:pt x="279" y="206"/>
                    </a:lnTo>
                    <a:lnTo>
                      <a:pt x="264" y="117"/>
                    </a:lnTo>
                    <a:lnTo>
                      <a:pt x="246" y="17"/>
                    </a:lnTo>
                    <a:close/>
                  </a:path>
                </a:pathLst>
              </a:custGeom>
              <a:solidFill>
                <a:srgbClr val="A3876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" name="Freeform 32"/>
              <p:cNvSpPr>
                <a:spLocks/>
              </p:cNvSpPr>
              <p:nvPr/>
            </p:nvSpPr>
            <p:spPr bwMode="auto">
              <a:xfrm>
                <a:off x="1679575" y="1566863"/>
                <a:ext cx="93662" cy="273050"/>
              </a:xfrm>
              <a:custGeom>
                <a:avLst/>
                <a:gdLst>
                  <a:gd name="T0" fmla="*/ 2147483647 w 292"/>
                  <a:gd name="T1" fmla="*/ 2147483647 h 859"/>
                  <a:gd name="T2" fmla="*/ 2147483647 w 292"/>
                  <a:gd name="T3" fmla="*/ 2147483647 h 859"/>
                  <a:gd name="T4" fmla="*/ 2147483647 w 292"/>
                  <a:gd name="T5" fmla="*/ 2147483647 h 859"/>
                  <a:gd name="T6" fmla="*/ 2147483647 w 292"/>
                  <a:gd name="T7" fmla="*/ 2147483647 h 859"/>
                  <a:gd name="T8" fmla="*/ 2147483647 w 292"/>
                  <a:gd name="T9" fmla="*/ 2147483647 h 859"/>
                  <a:gd name="T10" fmla="*/ 2147483647 w 292"/>
                  <a:gd name="T11" fmla="*/ 2147483647 h 859"/>
                  <a:gd name="T12" fmla="*/ 2147483647 w 292"/>
                  <a:gd name="T13" fmla="*/ 2147483647 h 859"/>
                  <a:gd name="T14" fmla="*/ 2147483647 w 292"/>
                  <a:gd name="T15" fmla="*/ 0 h 859"/>
                  <a:gd name="T16" fmla="*/ 2147483647 w 292"/>
                  <a:gd name="T17" fmla="*/ 0 h 859"/>
                  <a:gd name="T18" fmla="*/ 2147483647 w 292"/>
                  <a:gd name="T19" fmla="*/ 2147483647 h 859"/>
                  <a:gd name="T20" fmla="*/ 2147483647 w 292"/>
                  <a:gd name="T21" fmla="*/ 2147483647 h 859"/>
                  <a:gd name="T22" fmla="*/ 2147483647 w 292"/>
                  <a:gd name="T23" fmla="*/ 2147483647 h 859"/>
                  <a:gd name="T24" fmla="*/ 2147483647 w 292"/>
                  <a:gd name="T25" fmla="*/ 2147483647 h 859"/>
                  <a:gd name="T26" fmla="*/ 2147483647 w 292"/>
                  <a:gd name="T27" fmla="*/ 2147483647 h 859"/>
                  <a:gd name="T28" fmla="*/ 2147483647 w 292"/>
                  <a:gd name="T29" fmla="*/ 2147483647 h 859"/>
                  <a:gd name="T30" fmla="*/ 2147483647 w 292"/>
                  <a:gd name="T31" fmla="*/ 2147483647 h 859"/>
                  <a:gd name="T32" fmla="*/ 0 w 292"/>
                  <a:gd name="T33" fmla="*/ 2147483647 h 859"/>
                  <a:gd name="T34" fmla="*/ 2147483647 w 292"/>
                  <a:gd name="T35" fmla="*/ 2147483647 h 859"/>
                  <a:gd name="T36" fmla="*/ 2147483647 w 292"/>
                  <a:gd name="T37" fmla="*/ 2147483647 h 859"/>
                  <a:gd name="T38" fmla="*/ 2147483647 w 292"/>
                  <a:gd name="T39" fmla="*/ 2147483647 h 859"/>
                  <a:gd name="T40" fmla="*/ 2147483647 w 292"/>
                  <a:gd name="T41" fmla="*/ 2147483647 h 859"/>
                  <a:gd name="T42" fmla="*/ 2147483647 w 292"/>
                  <a:gd name="T43" fmla="*/ 2147483647 h 859"/>
                  <a:gd name="T44" fmla="*/ 2147483647 w 292"/>
                  <a:gd name="T45" fmla="*/ 2147483647 h 859"/>
                  <a:gd name="T46" fmla="*/ 2147483647 w 292"/>
                  <a:gd name="T47" fmla="*/ 2147483647 h 859"/>
                  <a:gd name="T48" fmla="*/ 2147483647 w 292"/>
                  <a:gd name="T49" fmla="*/ 2147483647 h 859"/>
                  <a:gd name="T50" fmla="*/ 2147483647 w 292"/>
                  <a:gd name="T51" fmla="*/ 2147483647 h 859"/>
                  <a:gd name="T52" fmla="*/ 2147483647 w 292"/>
                  <a:gd name="T53" fmla="*/ 2147483647 h 859"/>
                  <a:gd name="T54" fmla="*/ 2147483647 w 292"/>
                  <a:gd name="T55" fmla="*/ 2147483647 h 859"/>
                  <a:gd name="T56" fmla="*/ 2147483647 w 292"/>
                  <a:gd name="T57" fmla="*/ 2147483647 h 859"/>
                  <a:gd name="T58" fmla="*/ 2147483647 w 292"/>
                  <a:gd name="T59" fmla="*/ 2147483647 h 859"/>
                  <a:gd name="T60" fmla="*/ 2147483647 w 292"/>
                  <a:gd name="T61" fmla="*/ 2147483647 h 859"/>
                  <a:gd name="T62" fmla="*/ 2147483647 w 292"/>
                  <a:gd name="T63" fmla="*/ 2147483647 h 859"/>
                  <a:gd name="T64" fmla="*/ 2147483647 w 292"/>
                  <a:gd name="T65" fmla="*/ 2147483647 h 859"/>
                  <a:gd name="T66" fmla="*/ 2147483647 w 292"/>
                  <a:gd name="T67" fmla="*/ 2147483647 h 859"/>
                  <a:gd name="T68" fmla="*/ 2147483647 w 292"/>
                  <a:gd name="T69" fmla="*/ 2147483647 h 859"/>
                  <a:gd name="T70" fmla="*/ 2147483647 w 292"/>
                  <a:gd name="T71" fmla="*/ 2147483647 h 859"/>
                  <a:gd name="T72" fmla="*/ 2147483647 w 292"/>
                  <a:gd name="T73" fmla="*/ 2147483647 h 859"/>
                  <a:gd name="T74" fmla="*/ 2147483647 w 292"/>
                  <a:gd name="T75" fmla="*/ 2147483647 h 859"/>
                  <a:gd name="T76" fmla="*/ 2147483647 w 292"/>
                  <a:gd name="T77" fmla="*/ 2147483647 h 859"/>
                  <a:gd name="T78" fmla="*/ 2147483647 w 292"/>
                  <a:gd name="T79" fmla="*/ 2147483647 h 859"/>
                  <a:gd name="T80" fmla="*/ 2147483647 w 292"/>
                  <a:gd name="T81" fmla="*/ 2147483647 h 859"/>
                  <a:gd name="T82" fmla="*/ 2147483647 w 292"/>
                  <a:gd name="T83" fmla="*/ 2147483647 h 859"/>
                  <a:gd name="T84" fmla="*/ 2147483647 w 292"/>
                  <a:gd name="T85" fmla="*/ 2147483647 h 859"/>
                  <a:gd name="T86" fmla="*/ 2147483647 w 292"/>
                  <a:gd name="T87" fmla="*/ 2147483647 h 859"/>
                  <a:gd name="T88" fmla="*/ 2147483647 w 292"/>
                  <a:gd name="T89" fmla="*/ 2147483647 h 859"/>
                  <a:gd name="T90" fmla="*/ 2147483647 w 292"/>
                  <a:gd name="T91" fmla="*/ 2147483647 h 859"/>
                  <a:gd name="T92" fmla="*/ 2147483647 w 292"/>
                  <a:gd name="T93" fmla="*/ 2147483647 h 859"/>
                  <a:gd name="T94" fmla="*/ 2147483647 w 292"/>
                  <a:gd name="T95" fmla="*/ 2147483647 h 859"/>
                  <a:gd name="T96" fmla="*/ 2147483647 w 292"/>
                  <a:gd name="T97" fmla="*/ 2147483647 h 859"/>
                  <a:gd name="T98" fmla="*/ 2147483647 w 292"/>
                  <a:gd name="T99" fmla="*/ 2147483647 h 859"/>
                  <a:gd name="T100" fmla="*/ 2147483647 w 292"/>
                  <a:gd name="T101" fmla="*/ 2147483647 h 859"/>
                  <a:gd name="T102" fmla="*/ 2147483647 w 292"/>
                  <a:gd name="T103" fmla="*/ 2147483647 h 859"/>
                  <a:gd name="T104" fmla="*/ 2147483647 w 292"/>
                  <a:gd name="T105" fmla="*/ 2147483647 h 859"/>
                  <a:gd name="T106" fmla="*/ 2147483647 w 292"/>
                  <a:gd name="T107" fmla="*/ 2147483647 h 859"/>
                  <a:gd name="T108" fmla="*/ 2147483647 w 292"/>
                  <a:gd name="T109" fmla="*/ 2147483647 h 859"/>
                  <a:gd name="T110" fmla="*/ 2147483647 w 292"/>
                  <a:gd name="T111" fmla="*/ 2147483647 h 859"/>
                  <a:gd name="T112" fmla="*/ 2147483647 w 292"/>
                  <a:gd name="T113" fmla="*/ 2147483647 h 859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92"/>
                  <a:gd name="T172" fmla="*/ 0 h 859"/>
                  <a:gd name="T173" fmla="*/ 292 w 292"/>
                  <a:gd name="T174" fmla="*/ 859 h 859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92" h="859">
                    <a:moveTo>
                      <a:pt x="235" y="17"/>
                    </a:moveTo>
                    <a:lnTo>
                      <a:pt x="219" y="13"/>
                    </a:lnTo>
                    <a:lnTo>
                      <a:pt x="202" y="10"/>
                    </a:lnTo>
                    <a:lnTo>
                      <a:pt x="187" y="7"/>
                    </a:lnTo>
                    <a:lnTo>
                      <a:pt x="172" y="4"/>
                    </a:lnTo>
                    <a:lnTo>
                      <a:pt x="158" y="2"/>
                    </a:lnTo>
                    <a:lnTo>
                      <a:pt x="143" y="1"/>
                    </a:lnTo>
                    <a:lnTo>
                      <a:pt x="128" y="0"/>
                    </a:lnTo>
                    <a:lnTo>
                      <a:pt x="114" y="0"/>
                    </a:lnTo>
                    <a:lnTo>
                      <a:pt x="100" y="1"/>
                    </a:lnTo>
                    <a:lnTo>
                      <a:pt x="86" y="3"/>
                    </a:lnTo>
                    <a:lnTo>
                      <a:pt x="72" y="5"/>
                    </a:lnTo>
                    <a:lnTo>
                      <a:pt x="58" y="8"/>
                    </a:lnTo>
                    <a:lnTo>
                      <a:pt x="43" y="12"/>
                    </a:lnTo>
                    <a:lnTo>
                      <a:pt x="29" y="17"/>
                    </a:lnTo>
                    <a:lnTo>
                      <a:pt x="15" y="23"/>
                    </a:lnTo>
                    <a:lnTo>
                      <a:pt x="0" y="30"/>
                    </a:lnTo>
                    <a:lnTo>
                      <a:pt x="13" y="137"/>
                    </a:lnTo>
                    <a:lnTo>
                      <a:pt x="25" y="241"/>
                    </a:lnTo>
                    <a:lnTo>
                      <a:pt x="34" y="343"/>
                    </a:lnTo>
                    <a:lnTo>
                      <a:pt x="42" y="444"/>
                    </a:lnTo>
                    <a:lnTo>
                      <a:pt x="47" y="547"/>
                    </a:lnTo>
                    <a:lnTo>
                      <a:pt x="49" y="648"/>
                    </a:lnTo>
                    <a:lnTo>
                      <a:pt x="49" y="753"/>
                    </a:lnTo>
                    <a:lnTo>
                      <a:pt x="46" y="859"/>
                    </a:lnTo>
                    <a:lnTo>
                      <a:pt x="55" y="857"/>
                    </a:lnTo>
                    <a:lnTo>
                      <a:pt x="62" y="856"/>
                    </a:lnTo>
                    <a:lnTo>
                      <a:pt x="70" y="854"/>
                    </a:lnTo>
                    <a:lnTo>
                      <a:pt x="77" y="853"/>
                    </a:lnTo>
                    <a:lnTo>
                      <a:pt x="85" y="851"/>
                    </a:lnTo>
                    <a:lnTo>
                      <a:pt x="92" y="850"/>
                    </a:lnTo>
                    <a:lnTo>
                      <a:pt x="100" y="848"/>
                    </a:lnTo>
                    <a:lnTo>
                      <a:pt x="107" y="846"/>
                    </a:lnTo>
                    <a:lnTo>
                      <a:pt x="120" y="843"/>
                    </a:lnTo>
                    <a:lnTo>
                      <a:pt x="135" y="840"/>
                    </a:lnTo>
                    <a:lnTo>
                      <a:pt x="148" y="837"/>
                    </a:lnTo>
                    <a:lnTo>
                      <a:pt x="162" y="834"/>
                    </a:lnTo>
                    <a:lnTo>
                      <a:pt x="175" y="831"/>
                    </a:lnTo>
                    <a:lnTo>
                      <a:pt x="188" y="828"/>
                    </a:lnTo>
                    <a:lnTo>
                      <a:pt x="202" y="825"/>
                    </a:lnTo>
                    <a:lnTo>
                      <a:pt x="216" y="822"/>
                    </a:lnTo>
                    <a:lnTo>
                      <a:pt x="225" y="820"/>
                    </a:lnTo>
                    <a:lnTo>
                      <a:pt x="234" y="817"/>
                    </a:lnTo>
                    <a:lnTo>
                      <a:pt x="243" y="814"/>
                    </a:lnTo>
                    <a:lnTo>
                      <a:pt x="252" y="812"/>
                    </a:lnTo>
                    <a:lnTo>
                      <a:pt x="261" y="810"/>
                    </a:lnTo>
                    <a:lnTo>
                      <a:pt x="270" y="807"/>
                    </a:lnTo>
                    <a:lnTo>
                      <a:pt x="279" y="805"/>
                    </a:lnTo>
                    <a:lnTo>
                      <a:pt x="289" y="803"/>
                    </a:lnTo>
                    <a:lnTo>
                      <a:pt x="291" y="665"/>
                    </a:lnTo>
                    <a:lnTo>
                      <a:pt x="292" y="549"/>
                    </a:lnTo>
                    <a:lnTo>
                      <a:pt x="290" y="448"/>
                    </a:lnTo>
                    <a:lnTo>
                      <a:pt x="284" y="359"/>
                    </a:lnTo>
                    <a:lnTo>
                      <a:pt x="277" y="277"/>
                    </a:lnTo>
                    <a:lnTo>
                      <a:pt x="266" y="196"/>
                    </a:lnTo>
                    <a:lnTo>
                      <a:pt x="253" y="111"/>
                    </a:lnTo>
                    <a:lnTo>
                      <a:pt x="235" y="17"/>
                    </a:lnTo>
                    <a:close/>
                  </a:path>
                </a:pathLst>
              </a:custGeom>
              <a:solidFill>
                <a:srgbClr val="AD917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" name="Freeform 33"/>
              <p:cNvSpPr>
                <a:spLocks/>
              </p:cNvSpPr>
              <p:nvPr/>
            </p:nvSpPr>
            <p:spPr bwMode="auto">
              <a:xfrm>
                <a:off x="1682750" y="1566863"/>
                <a:ext cx="88900" cy="258763"/>
              </a:xfrm>
              <a:custGeom>
                <a:avLst/>
                <a:gdLst>
                  <a:gd name="T0" fmla="*/ 2147483647 w 279"/>
                  <a:gd name="T1" fmla="*/ 2147483647 h 813"/>
                  <a:gd name="T2" fmla="*/ 2147483647 w 279"/>
                  <a:gd name="T3" fmla="*/ 2147483647 h 813"/>
                  <a:gd name="T4" fmla="*/ 2147483647 w 279"/>
                  <a:gd name="T5" fmla="*/ 2147483647 h 813"/>
                  <a:gd name="T6" fmla="*/ 2147483647 w 279"/>
                  <a:gd name="T7" fmla="*/ 2147483647 h 813"/>
                  <a:gd name="T8" fmla="*/ 2147483647 w 279"/>
                  <a:gd name="T9" fmla="*/ 2147483647 h 813"/>
                  <a:gd name="T10" fmla="*/ 2147483647 w 279"/>
                  <a:gd name="T11" fmla="*/ 2147483647 h 813"/>
                  <a:gd name="T12" fmla="*/ 2147483647 w 279"/>
                  <a:gd name="T13" fmla="*/ 2147483647 h 813"/>
                  <a:gd name="T14" fmla="*/ 2147483647 w 279"/>
                  <a:gd name="T15" fmla="*/ 2147483647 h 813"/>
                  <a:gd name="T16" fmla="*/ 2147483647 w 279"/>
                  <a:gd name="T17" fmla="*/ 0 h 813"/>
                  <a:gd name="T18" fmla="*/ 2147483647 w 279"/>
                  <a:gd name="T19" fmla="*/ 2147483647 h 813"/>
                  <a:gd name="T20" fmla="*/ 2147483647 w 279"/>
                  <a:gd name="T21" fmla="*/ 2147483647 h 813"/>
                  <a:gd name="T22" fmla="*/ 2147483647 w 279"/>
                  <a:gd name="T23" fmla="*/ 2147483647 h 813"/>
                  <a:gd name="T24" fmla="*/ 2147483647 w 279"/>
                  <a:gd name="T25" fmla="*/ 2147483647 h 813"/>
                  <a:gd name="T26" fmla="*/ 2147483647 w 279"/>
                  <a:gd name="T27" fmla="*/ 2147483647 h 813"/>
                  <a:gd name="T28" fmla="*/ 2147483647 w 279"/>
                  <a:gd name="T29" fmla="*/ 2147483647 h 813"/>
                  <a:gd name="T30" fmla="*/ 2147483647 w 279"/>
                  <a:gd name="T31" fmla="*/ 2147483647 h 813"/>
                  <a:gd name="T32" fmla="*/ 0 w 279"/>
                  <a:gd name="T33" fmla="*/ 2147483647 h 813"/>
                  <a:gd name="T34" fmla="*/ 2147483647 w 279"/>
                  <a:gd name="T35" fmla="*/ 2147483647 h 813"/>
                  <a:gd name="T36" fmla="*/ 2147483647 w 279"/>
                  <a:gd name="T37" fmla="*/ 2147483647 h 813"/>
                  <a:gd name="T38" fmla="*/ 2147483647 w 279"/>
                  <a:gd name="T39" fmla="*/ 2147483647 h 813"/>
                  <a:gd name="T40" fmla="*/ 2147483647 w 279"/>
                  <a:gd name="T41" fmla="*/ 2147483647 h 813"/>
                  <a:gd name="T42" fmla="*/ 2147483647 w 279"/>
                  <a:gd name="T43" fmla="*/ 2147483647 h 813"/>
                  <a:gd name="T44" fmla="*/ 2147483647 w 279"/>
                  <a:gd name="T45" fmla="*/ 2147483647 h 813"/>
                  <a:gd name="T46" fmla="*/ 2147483647 w 279"/>
                  <a:gd name="T47" fmla="*/ 2147483647 h 813"/>
                  <a:gd name="T48" fmla="*/ 2147483647 w 279"/>
                  <a:gd name="T49" fmla="*/ 2147483647 h 813"/>
                  <a:gd name="T50" fmla="*/ 2147483647 w 279"/>
                  <a:gd name="T51" fmla="*/ 2147483647 h 813"/>
                  <a:gd name="T52" fmla="*/ 2147483647 w 279"/>
                  <a:gd name="T53" fmla="*/ 2147483647 h 813"/>
                  <a:gd name="T54" fmla="*/ 2147483647 w 279"/>
                  <a:gd name="T55" fmla="*/ 2147483647 h 813"/>
                  <a:gd name="T56" fmla="*/ 2147483647 w 279"/>
                  <a:gd name="T57" fmla="*/ 2147483647 h 813"/>
                  <a:gd name="T58" fmla="*/ 2147483647 w 279"/>
                  <a:gd name="T59" fmla="*/ 2147483647 h 813"/>
                  <a:gd name="T60" fmla="*/ 2147483647 w 279"/>
                  <a:gd name="T61" fmla="*/ 2147483647 h 813"/>
                  <a:gd name="T62" fmla="*/ 2147483647 w 279"/>
                  <a:gd name="T63" fmla="*/ 2147483647 h 813"/>
                  <a:gd name="T64" fmla="*/ 2147483647 w 279"/>
                  <a:gd name="T65" fmla="*/ 2147483647 h 813"/>
                  <a:gd name="T66" fmla="*/ 2147483647 w 279"/>
                  <a:gd name="T67" fmla="*/ 2147483647 h 813"/>
                  <a:gd name="T68" fmla="*/ 2147483647 w 279"/>
                  <a:gd name="T69" fmla="*/ 2147483647 h 813"/>
                  <a:gd name="T70" fmla="*/ 2147483647 w 279"/>
                  <a:gd name="T71" fmla="*/ 2147483647 h 813"/>
                  <a:gd name="T72" fmla="*/ 2147483647 w 279"/>
                  <a:gd name="T73" fmla="*/ 2147483647 h 813"/>
                  <a:gd name="T74" fmla="*/ 2147483647 w 279"/>
                  <a:gd name="T75" fmla="*/ 2147483647 h 813"/>
                  <a:gd name="T76" fmla="*/ 2147483647 w 279"/>
                  <a:gd name="T77" fmla="*/ 2147483647 h 813"/>
                  <a:gd name="T78" fmla="*/ 2147483647 w 279"/>
                  <a:gd name="T79" fmla="*/ 2147483647 h 813"/>
                  <a:gd name="T80" fmla="*/ 2147483647 w 279"/>
                  <a:gd name="T81" fmla="*/ 2147483647 h 813"/>
                  <a:gd name="T82" fmla="*/ 2147483647 w 279"/>
                  <a:gd name="T83" fmla="*/ 2147483647 h 813"/>
                  <a:gd name="T84" fmla="*/ 2147483647 w 279"/>
                  <a:gd name="T85" fmla="*/ 2147483647 h 813"/>
                  <a:gd name="T86" fmla="*/ 2147483647 w 279"/>
                  <a:gd name="T87" fmla="*/ 2147483647 h 813"/>
                  <a:gd name="T88" fmla="*/ 2147483647 w 279"/>
                  <a:gd name="T89" fmla="*/ 2147483647 h 813"/>
                  <a:gd name="T90" fmla="*/ 2147483647 w 279"/>
                  <a:gd name="T91" fmla="*/ 2147483647 h 813"/>
                  <a:gd name="T92" fmla="*/ 2147483647 w 279"/>
                  <a:gd name="T93" fmla="*/ 2147483647 h 813"/>
                  <a:gd name="T94" fmla="*/ 2147483647 w 279"/>
                  <a:gd name="T95" fmla="*/ 2147483647 h 813"/>
                  <a:gd name="T96" fmla="*/ 2147483647 w 279"/>
                  <a:gd name="T97" fmla="*/ 2147483647 h 813"/>
                  <a:gd name="T98" fmla="*/ 2147483647 w 279"/>
                  <a:gd name="T99" fmla="*/ 2147483647 h 813"/>
                  <a:gd name="T100" fmla="*/ 2147483647 w 279"/>
                  <a:gd name="T101" fmla="*/ 2147483647 h 813"/>
                  <a:gd name="T102" fmla="*/ 2147483647 w 279"/>
                  <a:gd name="T103" fmla="*/ 2147483647 h 813"/>
                  <a:gd name="T104" fmla="*/ 2147483647 w 279"/>
                  <a:gd name="T105" fmla="*/ 2147483647 h 813"/>
                  <a:gd name="T106" fmla="*/ 2147483647 w 279"/>
                  <a:gd name="T107" fmla="*/ 2147483647 h 813"/>
                  <a:gd name="T108" fmla="*/ 2147483647 w 279"/>
                  <a:gd name="T109" fmla="*/ 2147483647 h 813"/>
                  <a:gd name="T110" fmla="*/ 2147483647 w 279"/>
                  <a:gd name="T111" fmla="*/ 2147483647 h 813"/>
                  <a:gd name="T112" fmla="*/ 2147483647 w 279"/>
                  <a:gd name="T113" fmla="*/ 2147483647 h 813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79"/>
                  <a:gd name="T172" fmla="*/ 0 h 813"/>
                  <a:gd name="T173" fmla="*/ 279 w 279"/>
                  <a:gd name="T174" fmla="*/ 813 h 813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79" h="813">
                    <a:moveTo>
                      <a:pt x="223" y="17"/>
                    </a:moveTo>
                    <a:lnTo>
                      <a:pt x="208" y="13"/>
                    </a:lnTo>
                    <a:lnTo>
                      <a:pt x="192" y="10"/>
                    </a:lnTo>
                    <a:lnTo>
                      <a:pt x="178" y="7"/>
                    </a:lnTo>
                    <a:lnTo>
                      <a:pt x="164" y="5"/>
                    </a:lnTo>
                    <a:lnTo>
                      <a:pt x="150" y="3"/>
                    </a:lnTo>
                    <a:lnTo>
                      <a:pt x="136" y="1"/>
                    </a:lnTo>
                    <a:lnTo>
                      <a:pt x="123" y="1"/>
                    </a:lnTo>
                    <a:lnTo>
                      <a:pt x="108" y="0"/>
                    </a:lnTo>
                    <a:lnTo>
                      <a:pt x="95" y="1"/>
                    </a:lnTo>
                    <a:lnTo>
                      <a:pt x="82" y="3"/>
                    </a:lnTo>
                    <a:lnTo>
                      <a:pt x="69" y="5"/>
                    </a:lnTo>
                    <a:lnTo>
                      <a:pt x="55" y="8"/>
                    </a:lnTo>
                    <a:lnTo>
                      <a:pt x="41" y="12"/>
                    </a:lnTo>
                    <a:lnTo>
                      <a:pt x="27" y="16"/>
                    </a:lnTo>
                    <a:lnTo>
                      <a:pt x="14" y="22"/>
                    </a:lnTo>
                    <a:lnTo>
                      <a:pt x="0" y="29"/>
                    </a:lnTo>
                    <a:lnTo>
                      <a:pt x="13" y="130"/>
                    </a:lnTo>
                    <a:lnTo>
                      <a:pt x="23" y="228"/>
                    </a:lnTo>
                    <a:lnTo>
                      <a:pt x="32" y="325"/>
                    </a:lnTo>
                    <a:lnTo>
                      <a:pt x="39" y="421"/>
                    </a:lnTo>
                    <a:lnTo>
                      <a:pt x="44" y="517"/>
                    </a:lnTo>
                    <a:lnTo>
                      <a:pt x="46" y="614"/>
                    </a:lnTo>
                    <a:lnTo>
                      <a:pt x="46" y="713"/>
                    </a:lnTo>
                    <a:lnTo>
                      <a:pt x="43" y="813"/>
                    </a:lnTo>
                    <a:lnTo>
                      <a:pt x="50" y="811"/>
                    </a:lnTo>
                    <a:lnTo>
                      <a:pt x="58" y="810"/>
                    </a:lnTo>
                    <a:lnTo>
                      <a:pt x="65" y="808"/>
                    </a:lnTo>
                    <a:lnTo>
                      <a:pt x="73" y="807"/>
                    </a:lnTo>
                    <a:lnTo>
                      <a:pt x="80" y="805"/>
                    </a:lnTo>
                    <a:lnTo>
                      <a:pt x="87" y="804"/>
                    </a:lnTo>
                    <a:lnTo>
                      <a:pt x="95" y="802"/>
                    </a:lnTo>
                    <a:lnTo>
                      <a:pt x="102" y="801"/>
                    </a:lnTo>
                    <a:lnTo>
                      <a:pt x="114" y="798"/>
                    </a:lnTo>
                    <a:lnTo>
                      <a:pt x="128" y="795"/>
                    </a:lnTo>
                    <a:lnTo>
                      <a:pt x="140" y="792"/>
                    </a:lnTo>
                    <a:lnTo>
                      <a:pt x="153" y="789"/>
                    </a:lnTo>
                    <a:lnTo>
                      <a:pt x="166" y="787"/>
                    </a:lnTo>
                    <a:lnTo>
                      <a:pt x="178" y="784"/>
                    </a:lnTo>
                    <a:lnTo>
                      <a:pt x="191" y="781"/>
                    </a:lnTo>
                    <a:lnTo>
                      <a:pt x="204" y="778"/>
                    </a:lnTo>
                    <a:lnTo>
                      <a:pt x="213" y="776"/>
                    </a:lnTo>
                    <a:lnTo>
                      <a:pt x="222" y="774"/>
                    </a:lnTo>
                    <a:lnTo>
                      <a:pt x="231" y="772"/>
                    </a:lnTo>
                    <a:lnTo>
                      <a:pt x="240" y="769"/>
                    </a:lnTo>
                    <a:lnTo>
                      <a:pt x="249" y="767"/>
                    </a:lnTo>
                    <a:lnTo>
                      <a:pt x="258" y="765"/>
                    </a:lnTo>
                    <a:lnTo>
                      <a:pt x="268" y="763"/>
                    </a:lnTo>
                    <a:lnTo>
                      <a:pt x="278" y="761"/>
                    </a:lnTo>
                    <a:lnTo>
                      <a:pt x="279" y="629"/>
                    </a:lnTo>
                    <a:lnTo>
                      <a:pt x="279" y="518"/>
                    </a:lnTo>
                    <a:lnTo>
                      <a:pt x="277" y="423"/>
                    </a:lnTo>
                    <a:lnTo>
                      <a:pt x="271" y="339"/>
                    </a:lnTo>
                    <a:lnTo>
                      <a:pt x="264" y="262"/>
                    </a:lnTo>
                    <a:lnTo>
                      <a:pt x="253" y="185"/>
                    </a:lnTo>
                    <a:lnTo>
                      <a:pt x="240" y="105"/>
                    </a:lnTo>
                    <a:lnTo>
                      <a:pt x="223" y="17"/>
                    </a:lnTo>
                    <a:close/>
                  </a:path>
                </a:pathLst>
              </a:custGeom>
              <a:solidFill>
                <a:srgbClr val="B5998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" name="Freeform 34"/>
              <p:cNvSpPr>
                <a:spLocks/>
              </p:cNvSpPr>
              <p:nvPr/>
            </p:nvSpPr>
            <p:spPr bwMode="auto">
              <a:xfrm>
                <a:off x="1685925" y="1566863"/>
                <a:ext cx="85725" cy="244475"/>
              </a:xfrm>
              <a:custGeom>
                <a:avLst/>
                <a:gdLst>
                  <a:gd name="T0" fmla="*/ 2147483647 w 268"/>
                  <a:gd name="T1" fmla="*/ 2147483647 h 768"/>
                  <a:gd name="T2" fmla="*/ 2147483647 w 268"/>
                  <a:gd name="T3" fmla="*/ 2147483647 h 768"/>
                  <a:gd name="T4" fmla="*/ 2147483647 w 268"/>
                  <a:gd name="T5" fmla="*/ 2147483647 h 768"/>
                  <a:gd name="T6" fmla="*/ 2147483647 w 268"/>
                  <a:gd name="T7" fmla="*/ 2147483647 h 768"/>
                  <a:gd name="T8" fmla="*/ 2147483647 w 268"/>
                  <a:gd name="T9" fmla="*/ 2147483647 h 768"/>
                  <a:gd name="T10" fmla="*/ 2147483647 w 268"/>
                  <a:gd name="T11" fmla="*/ 2147483647 h 768"/>
                  <a:gd name="T12" fmla="*/ 2147483647 w 268"/>
                  <a:gd name="T13" fmla="*/ 2147483647 h 768"/>
                  <a:gd name="T14" fmla="*/ 2147483647 w 268"/>
                  <a:gd name="T15" fmla="*/ 2147483647 h 768"/>
                  <a:gd name="T16" fmla="*/ 2147483647 w 268"/>
                  <a:gd name="T17" fmla="*/ 0 h 768"/>
                  <a:gd name="T18" fmla="*/ 2147483647 w 268"/>
                  <a:gd name="T19" fmla="*/ 2147483647 h 768"/>
                  <a:gd name="T20" fmla="*/ 2147483647 w 268"/>
                  <a:gd name="T21" fmla="*/ 2147483647 h 768"/>
                  <a:gd name="T22" fmla="*/ 2147483647 w 268"/>
                  <a:gd name="T23" fmla="*/ 2147483647 h 768"/>
                  <a:gd name="T24" fmla="*/ 2147483647 w 268"/>
                  <a:gd name="T25" fmla="*/ 2147483647 h 768"/>
                  <a:gd name="T26" fmla="*/ 2147483647 w 268"/>
                  <a:gd name="T27" fmla="*/ 2147483647 h 768"/>
                  <a:gd name="T28" fmla="*/ 2147483647 w 268"/>
                  <a:gd name="T29" fmla="*/ 2147483647 h 768"/>
                  <a:gd name="T30" fmla="*/ 2147483647 w 268"/>
                  <a:gd name="T31" fmla="*/ 2147483647 h 768"/>
                  <a:gd name="T32" fmla="*/ 0 w 268"/>
                  <a:gd name="T33" fmla="*/ 2147483647 h 768"/>
                  <a:gd name="T34" fmla="*/ 2147483647 w 268"/>
                  <a:gd name="T35" fmla="*/ 2147483647 h 768"/>
                  <a:gd name="T36" fmla="*/ 2147483647 w 268"/>
                  <a:gd name="T37" fmla="*/ 2147483647 h 768"/>
                  <a:gd name="T38" fmla="*/ 2147483647 w 268"/>
                  <a:gd name="T39" fmla="*/ 2147483647 h 768"/>
                  <a:gd name="T40" fmla="*/ 2147483647 w 268"/>
                  <a:gd name="T41" fmla="*/ 2147483647 h 768"/>
                  <a:gd name="T42" fmla="*/ 2147483647 w 268"/>
                  <a:gd name="T43" fmla="*/ 2147483647 h 768"/>
                  <a:gd name="T44" fmla="*/ 2147483647 w 268"/>
                  <a:gd name="T45" fmla="*/ 2147483647 h 768"/>
                  <a:gd name="T46" fmla="*/ 2147483647 w 268"/>
                  <a:gd name="T47" fmla="*/ 2147483647 h 768"/>
                  <a:gd name="T48" fmla="*/ 2147483647 w 268"/>
                  <a:gd name="T49" fmla="*/ 2147483647 h 768"/>
                  <a:gd name="T50" fmla="*/ 2147483647 w 268"/>
                  <a:gd name="T51" fmla="*/ 2147483647 h 768"/>
                  <a:gd name="T52" fmla="*/ 2147483647 w 268"/>
                  <a:gd name="T53" fmla="*/ 2147483647 h 768"/>
                  <a:gd name="T54" fmla="*/ 2147483647 w 268"/>
                  <a:gd name="T55" fmla="*/ 2147483647 h 768"/>
                  <a:gd name="T56" fmla="*/ 2147483647 w 268"/>
                  <a:gd name="T57" fmla="*/ 2147483647 h 768"/>
                  <a:gd name="T58" fmla="*/ 2147483647 w 268"/>
                  <a:gd name="T59" fmla="*/ 2147483647 h 768"/>
                  <a:gd name="T60" fmla="*/ 2147483647 w 268"/>
                  <a:gd name="T61" fmla="*/ 2147483647 h 768"/>
                  <a:gd name="T62" fmla="*/ 2147483647 w 268"/>
                  <a:gd name="T63" fmla="*/ 2147483647 h 768"/>
                  <a:gd name="T64" fmla="*/ 2147483647 w 268"/>
                  <a:gd name="T65" fmla="*/ 2147483647 h 768"/>
                  <a:gd name="T66" fmla="*/ 2147483647 w 268"/>
                  <a:gd name="T67" fmla="*/ 2147483647 h 768"/>
                  <a:gd name="T68" fmla="*/ 2147483647 w 268"/>
                  <a:gd name="T69" fmla="*/ 2147483647 h 768"/>
                  <a:gd name="T70" fmla="*/ 2147483647 w 268"/>
                  <a:gd name="T71" fmla="*/ 2147483647 h 768"/>
                  <a:gd name="T72" fmla="*/ 2147483647 w 268"/>
                  <a:gd name="T73" fmla="*/ 2147483647 h 768"/>
                  <a:gd name="T74" fmla="*/ 2147483647 w 268"/>
                  <a:gd name="T75" fmla="*/ 2147483647 h 768"/>
                  <a:gd name="T76" fmla="*/ 2147483647 w 268"/>
                  <a:gd name="T77" fmla="*/ 2147483647 h 768"/>
                  <a:gd name="T78" fmla="*/ 2147483647 w 268"/>
                  <a:gd name="T79" fmla="*/ 2147483647 h 768"/>
                  <a:gd name="T80" fmla="*/ 2147483647 w 268"/>
                  <a:gd name="T81" fmla="*/ 2147483647 h 768"/>
                  <a:gd name="T82" fmla="*/ 2147483647 w 268"/>
                  <a:gd name="T83" fmla="*/ 2147483647 h 768"/>
                  <a:gd name="T84" fmla="*/ 2147483647 w 268"/>
                  <a:gd name="T85" fmla="*/ 2147483647 h 768"/>
                  <a:gd name="T86" fmla="*/ 2147483647 w 268"/>
                  <a:gd name="T87" fmla="*/ 2147483647 h 768"/>
                  <a:gd name="T88" fmla="*/ 2147483647 w 268"/>
                  <a:gd name="T89" fmla="*/ 2147483647 h 768"/>
                  <a:gd name="T90" fmla="*/ 2147483647 w 268"/>
                  <a:gd name="T91" fmla="*/ 2147483647 h 768"/>
                  <a:gd name="T92" fmla="*/ 2147483647 w 268"/>
                  <a:gd name="T93" fmla="*/ 2147483647 h 768"/>
                  <a:gd name="T94" fmla="*/ 2147483647 w 268"/>
                  <a:gd name="T95" fmla="*/ 2147483647 h 768"/>
                  <a:gd name="T96" fmla="*/ 2147483647 w 268"/>
                  <a:gd name="T97" fmla="*/ 2147483647 h 768"/>
                  <a:gd name="T98" fmla="*/ 2147483647 w 268"/>
                  <a:gd name="T99" fmla="*/ 2147483647 h 768"/>
                  <a:gd name="T100" fmla="*/ 2147483647 w 268"/>
                  <a:gd name="T101" fmla="*/ 2147483647 h 768"/>
                  <a:gd name="T102" fmla="*/ 2147483647 w 268"/>
                  <a:gd name="T103" fmla="*/ 2147483647 h 768"/>
                  <a:gd name="T104" fmla="*/ 2147483647 w 268"/>
                  <a:gd name="T105" fmla="*/ 2147483647 h 768"/>
                  <a:gd name="T106" fmla="*/ 2147483647 w 268"/>
                  <a:gd name="T107" fmla="*/ 2147483647 h 768"/>
                  <a:gd name="T108" fmla="*/ 2147483647 w 268"/>
                  <a:gd name="T109" fmla="*/ 2147483647 h 768"/>
                  <a:gd name="T110" fmla="*/ 2147483647 w 268"/>
                  <a:gd name="T111" fmla="*/ 2147483647 h 768"/>
                  <a:gd name="T112" fmla="*/ 2147483647 w 268"/>
                  <a:gd name="T113" fmla="*/ 2147483647 h 76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68"/>
                  <a:gd name="T172" fmla="*/ 0 h 768"/>
                  <a:gd name="T173" fmla="*/ 268 w 268"/>
                  <a:gd name="T174" fmla="*/ 768 h 76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68" h="768">
                    <a:moveTo>
                      <a:pt x="213" y="17"/>
                    </a:moveTo>
                    <a:lnTo>
                      <a:pt x="199" y="14"/>
                    </a:lnTo>
                    <a:lnTo>
                      <a:pt x="184" y="10"/>
                    </a:lnTo>
                    <a:lnTo>
                      <a:pt x="170" y="8"/>
                    </a:lnTo>
                    <a:lnTo>
                      <a:pt x="157" y="5"/>
                    </a:lnTo>
                    <a:lnTo>
                      <a:pt x="143" y="3"/>
                    </a:lnTo>
                    <a:lnTo>
                      <a:pt x="130" y="2"/>
                    </a:lnTo>
                    <a:lnTo>
                      <a:pt x="118" y="1"/>
                    </a:lnTo>
                    <a:lnTo>
                      <a:pt x="104" y="0"/>
                    </a:lnTo>
                    <a:lnTo>
                      <a:pt x="91" y="1"/>
                    </a:lnTo>
                    <a:lnTo>
                      <a:pt x="78" y="2"/>
                    </a:lnTo>
                    <a:lnTo>
                      <a:pt x="66" y="4"/>
                    </a:lnTo>
                    <a:lnTo>
                      <a:pt x="53" y="6"/>
                    </a:lnTo>
                    <a:lnTo>
                      <a:pt x="40" y="10"/>
                    </a:lnTo>
                    <a:lnTo>
                      <a:pt x="26" y="14"/>
                    </a:lnTo>
                    <a:lnTo>
                      <a:pt x="13" y="20"/>
                    </a:lnTo>
                    <a:lnTo>
                      <a:pt x="0" y="26"/>
                    </a:lnTo>
                    <a:lnTo>
                      <a:pt x="12" y="121"/>
                    </a:lnTo>
                    <a:lnTo>
                      <a:pt x="22" y="213"/>
                    </a:lnTo>
                    <a:lnTo>
                      <a:pt x="30" y="305"/>
                    </a:lnTo>
                    <a:lnTo>
                      <a:pt x="37" y="396"/>
                    </a:lnTo>
                    <a:lnTo>
                      <a:pt x="41" y="487"/>
                    </a:lnTo>
                    <a:lnTo>
                      <a:pt x="43" y="579"/>
                    </a:lnTo>
                    <a:lnTo>
                      <a:pt x="43" y="672"/>
                    </a:lnTo>
                    <a:lnTo>
                      <a:pt x="40" y="768"/>
                    </a:lnTo>
                    <a:lnTo>
                      <a:pt x="47" y="767"/>
                    </a:lnTo>
                    <a:lnTo>
                      <a:pt x="54" y="765"/>
                    </a:lnTo>
                    <a:lnTo>
                      <a:pt x="61" y="764"/>
                    </a:lnTo>
                    <a:lnTo>
                      <a:pt x="69" y="762"/>
                    </a:lnTo>
                    <a:lnTo>
                      <a:pt x="76" y="761"/>
                    </a:lnTo>
                    <a:lnTo>
                      <a:pt x="83" y="760"/>
                    </a:lnTo>
                    <a:lnTo>
                      <a:pt x="90" y="758"/>
                    </a:lnTo>
                    <a:lnTo>
                      <a:pt x="97" y="757"/>
                    </a:lnTo>
                    <a:lnTo>
                      <a:pt x="109" y="754"/>
                    </a:lnTo>
                    <a:lnTo>
                      <a:pt x="122" y="752"/>
                    </a:lnTo>
                    <a:lnTo>
                      <a:pt x="134" y="749"/>
                    </a:lnTo>
                    <a:lnTo>
                      <a:pt x="146" y="746"/>
                    </a:lnTo>
                    <a:lnTo>
                      <a:pt x="157" y="742"/>
                    </a:lnTo>
                    <a:lnTo>
                      <a:pt x="169" y="739"/>
                    </a:lnTo>
                    <a:lnTo>
                      <a:pt x="181" y="737"/>
                    </a:lnTo>
                    <a:lnTo>
                      <a:pt x="194" y="734"/>
                    </a:lnTo>
                    <a:lnTo>
                      <a:pt x="203" y="732"/>
                    </a:lnTo>
                    <a:lnTo>
                      <a:pt x="212" y="730"/>
                    </a:lnTo>
                    <a:lnTo>
                      <a:pt x="221" y="728"/>
                    </a:lnTo>
                    <a:lnTo>
                      <a:pt x="230" y="726"/>
                    </a:lnTo>
                    <a:lnTo>
                      <a:pt x="239" y="725"/>
                    </a:lnTo>
                    <a:lnTo>
                      <a:pt x="248" y="723"/>
                    </a:lnTo>
                    <a:lnTo>
                      <a:pt x="257" y="721"/>
                    </a:lnTo>
                    <a:lnTo>
                      <a:pt x="267" y="719"/>
                    </a:lnTo>
                    <a:lnTo>
                      <a:pt x="268" y="594"/>
                    </a:lnTo>
                    <a:lnTo>
                      <a:pt x="267" y="489"/>
                    </a:lnTo>
                    <a:lnTo>
                      <a:pt x="264" y="399"/>
                    </a:lnTo>
                    <a:lnTo>
                      <a:pt x="259" y="320"/>
                    </a:lnTo>
                    <a:lnTo>
                      <a:pt x="252" y="246"/>
                    </a:lnTo>
                    <a:lnTo>
                      <a:pt x="242" y="174"/>
                    </a:lnTo>
                    <a:lnTo>
                      <a:pt x="229" y="99"/>
                    </a:lnTo>
                    <a:lnTo>
                      <a:pt x="213" y="17"/>
                    </a:lnTo>
                    <a:close/>
                  </a:path>
                </a:pathLst>
              </a:custGeom>
              <a:solidFill>
                <a:srgbClr val="BCA58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" name="Freeform 35"/>
              <p:cNvSpPr>
                <a:spLocks/>
              </p:cNvSpPr>
              <p:nvPr/>
            </p:nvSpPr>
            <p:spPr bwMode="auto">
              <a:xfrm>
                <a:off x="1690688" y="1568451"/>
                <a:ext cx="80962" cy="228600"/>
              </a:xfrm>
              <a:custGeom>
                <a:avLst/>
                <a:gdLst>
                  <a:gd name="T0" fmla="*/ 2147483647 w 255"/>
                  <a:gd name="T1" fmla="*/ 2147483647 h 721"/>
                  <a:gd name="T2" fmla="*/ 2147483647 w 255"/>
                  <a:gd name="T3" fmla="*/ 2147483647 h 721"/>
                  <a:gd name="T4" fmla="*/ 2147483647 w 255"/>
                  <a:gd name="T5" fmla="*/ 2147483647 h 721"/>
                  <a:gd name="T6" fmla="*/ 2147483647 w 255"/>
                  <a:gd name="T7" fmla="*/ 2147483647 h 721"/>
                  <a:gd name="T8" fmla="*/ 2147483647 w 255"/>
                  <a:gd name="T9" fmla="*/ 2147483647 h 721"/>
                  <a:gd name="T10" fmla="*/ 2147483647 w 255"/>
                  <a:gd name="T11" fmla="*/ 2147483647 h 721"/>
                  <a:gd name="T12" fmla="*/ 2147483647 w 255"/>
                  <a:gd name="T13" fmla="*/ 2147483647 h 721"/>
                  <a:gd name="T14" fmla="*/ 2147483647 w 255"/>
                  <a:gd name="T15" fmla="*/ 0 h 721"/>
                  <a:gd name="T16" fmla="*/ 2147483647 w 255"/>
                  <a:gd name="T17" fmla="*/ 0 h 721"/>
                  <a:gd name="T18" fmla="*/ 2147483647 w 255"/>
                  <a:gd name="T19" fmla="*/ 0 h 721"/>
                  <a:gd name="T20" fmla="*/ 2147483647 w 255"/>
                  <a:gd name="T21" fmla="*/ 2147483647 h 721"/>
                  <a:gd name="T22" fmla="*/ 2147483647 w 255"/>
                  <a:gd name="T23" fmla="*/ 2147483647 h 721"/>
                  <a:gd name="T24" fmla="*/ 2147483647 w 255"/>
                  <a:gd name="T25" fmla="*/ 2147483647 h 721"/>
                  <a:gd name="T26" fmla="*/ 2147483647 w 255"/>
                  <a:gd name="T27" fmla="*/ 2147483647 h 721"/>
                  <a:gd name="T28" fmla="*/ 2147483647 w 255"/>
                  <a:gd name="T29" fmla="*/ 2147483647 h 721"/>
                  <a:gd name="T30" fmla="*/ 2147483647 w 255"/>
                  <a:gd name="T31" fmla="*/ 2147483647 h 721"/>
                  <a:gd name="T32" fmla="*/ 0 w 255"/>
                  <a:gd name="T33" fmla="*/ 2147483647 h 721"/>
                  <a:gd name="T34" fmla="*/ 2147483647 w 255"/>
                  <a:gd name="T35" fmla="*/ 2147483647 h 721"/>
                  <a:gd name="T36" fmla="*/ 2147483647 w 255"/>
                  <a:gd name="T37" fmla="*/ 2147483647 h 721"/>
                  <a:gd name="T38" fmla="*/ 2147483647 w 255"/>
                  <a:gd name="T39" fmla="*/ 2147483647 h 721"/>
                  <a:gd name="T40" fmla="*/ 2147483647 w 255"/>
                  <a:gd name="T41" fmla="*/ 2147483647 h 721"/>
                  <a:gd name="T42" fmla="*/ 2147483647 w 255"/>
                  <a:gd name="T43" fmla="*/ 2147483647 h 721"/>
                  <a:gd name="T44" fmla="*/ 2147483647 w 255"/>
                  <a:gd name="T45" fmla="*/ 2147483647 h 721"/>
                  <a:gd name="T46" fmla="*/ 2147483647 w 255"/>
                  <a:gd name="T47" fmla="*/ 2147483647 h 721"/>
                  <a:gd name="T48" fmla="*/ 2147483647 w 255"/>
                  <a:gd name="T49" fmla="*/ 2147483647 h 721"/>
                  <a:gd name="T50" fmla="*/ 2147483647 w 255"/>
                  <a:gd name="T51" fmla="*/ 2147483647 h 721"/>
                  <a:gd name="T52" fmla="*/ 2147483647 w 255"/>
                  <a:gd name="T53" fmla="*/ 2147483647 h 721"/>
                  <a:gd name="T54" fmla="*/ 2147483647 w 255"/>
                  <a:gd name="T55" fmla="*/ 2147483647 h 721"/>
                  <a:gd name="T56" fmla="*/ 2147483647 w 255"/>
                  <a:gd name="T57" fmla="*/ 2147483647 h 721"/>
                  <a:gd name="T58" fmla="*/ 2147483647 w 255"/>
                  <a:gd name="T59" fmla="*/ 2147483647 h 721"/>
                  <a:gd name="T60" fmla="*/ 2147483647 w 255"/>
                  <a:gd name="T61" fmla="*/ 2147483647 h 721"/>
                  <a:gd name="T62" fmla="*/ 2147483647 w 255"/>
                  <a:gd name="T63" fmla="*/ 2147483647 h 721"/>
                  <a:gd name="T64" fmla="*/ 2147483647 w 255"/>
                  <a:gd name="T65" fmla="*/ 2147483647 h 721"/>
                  <a:gd name="T66" fmla="*/ 2147483647 w 255"/>
                  <a:gd name="T67" fmla="*/ 2147483647 h 721"/>
                  <a:gd name="T68" fmla="*/ 2147483647 w 255"/>
                  <a:gd name="T69" fmla="*/ 2147483647 h 721"/>
                  <a:gd name="T70" fmla="*/ 2147483647 w 255"/>
                  <a:gd name="T71" fmla="*/ 2147483647 h 721"/>
                  <a:gd name="T72" fmla="*/ 2147483647 w 255"/>
                  <a:gd name="T73" fmla="*/ 2147483647 h 721"/>
                  <a:gd name="T74" fmla="*/ 2147483647 w 255"/>
                  <a:gd name="T75" fmla="*/ 2147483647 h 721"/>
                  <a:gd name="T76" fmla="*/ 2147483647 w 255"/>
                  <a:gd name="T77" fmla="*/ 2147483647 h 721"/>
                  <a:gd name="T78" fmla="*/ 2147483647 w 255"/>
                  <a:gd name="T79" fmla="*/ 2147483647 h 721"/>
                  <a:gd name="T80" fmla="*/ 2147483647 w 255"/>
                  <a:gd name="T81" fmla="*/ 2147483647 h 721"/>
                  <a:gd name="T82" fmla="*/ 2147483647 w 255"/>
                  <a:gd name="T83" fmla="*/ 2147483647 h 721"/>
                  <a:gd name="T84" fmla="*/ 2147483647 w 255"/>
                  <a:gd name="T85" fmla="*/ 2147483647 h 721"/>
                  <a:gd name="T86" fmla="*/ 2147483647 w 255"/>
                  <a:gd name="T87" fmla="*/ 2147483647 h 721"/>
                  <a:gd name="T88" fmla="*/ 2147483647 w 255"/>
                  <a:gd name="T89" fmla="*/ 2147483647 h 721"/>
                  <a:gd name="T90" fmla="*/ 2147483647 w 255"/>
                  <a:gd name="T91" fmla="*/ 2147483647 h 721"/>
                  <a:gd name="T92" fmla="*/ 2147483647 w 255"/>
                  <a:gd name="T93" fmla="*/ 2147483647 h 721"/>
                  <a:gd name="T94" fmla="*/ 2147483647 w 255"/>
                  <a:gd name="T95" fmla="*/ 2147483647 h 721"/>
                  <a:gd name="T96" fmla="*/ 2147483647 w 255"/>
                  <a:gd name="T97" fmla="*/ 2147483647 h 721"/>
                  <a:gd name="T98" fmla="*/ 2147483647 w 255"/>
                  <a:gd name="T99" fmla="*/ 2147483647 h 721"/>
                  <a:gd name="T100" fmla="*/ 2147483647 w 255"/>
                  <a:gd name="T101" fmla="*/ 2147483647 h 721"/>
                  <a:gd name="T102" fmla="*/ 2147483647 w 255"/>
                  <a:gd name="T103" fmla="*/ 2147483647 h 721"/>
                  <a:gd name="T104" fmla="*/ 2147483647 w 255"/>
                  <a:gd name="T105" fmla="*/ 2147483647 h 721"/>
                  <a:gd name="T106" fmla="*/ 2147483647 w 255"/>
                  <a:gd name="T107" fmla="*/ 2147483647 h 721"/>
                  <a:gd name="T108" fmla="*/ 2147483647 w 255"/>
                  <a:gd name="T109" fmla="*/ 2147483647 h 721"/>
                  <a:gd name="T110" fmla="*/ 2147483647 w 255"/>
                  <a:gd name="T111" fmla="*/ 2147483647 h 721"/>
                  <a:gd name="T112" fmla="*/ 2147483647 w 255"/>
                  <a:gd name="T113" fmla="*/ 2147483647 h 721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55"/>
                  <a:gd name="T172" fmla="*/ 0 h 721"/>
                  <a:gd name="T173" fmla="*/ 255 w 255"/>
                  <a:gd name="T174" fmla="*/ 721 h 721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55" h="721">
                    <a:moveTo>
                      <a:pt x="201" y="16"/>
                    </a:moveTo>
                    <a:lnTo>
                      <a:pt x="188" y="13"/>
                    </a:lnTo>
                    <a:lnTo>
                      <a:pt x="174" y="10"/>
                    </a:lnTo>
                    <a:lnTo>
                      <a:pt x="161" y="7"/>
                    </a:lnTo>
                    <a:lnTo>
                      <a:pt x="148" y="5"/>
                    </a:lnTo>
                    <a:lnTo>
                      <a:pt x="135" y="3"/>
                    </a:lnTo>
                    <a:lnTo>
                      <a:pt x="123" y="1"/>
                    </a:lnTo>
                    <a:lnTo>
                      <a:pt x="111" y="0"/>
                    </a:lnTo>
                    <a:lnTo>
                      <a:pt x="98" y="0"/>
                    </a:lnTo>
                    <a:lnTo>
                      <a:pt x="86" y="0"/>
                    </a:lnTo>
                    <a:lnTo>
                      <a:pt x="74" y="1"/>
                    </a:lnTo>
                    <a:lnTo>
                      <a:pt x="62" y="2"/>
                    </a:lnTo>
                    <a:lnTo>
                      <a:pt x="50" y="5"/>
                    </a:lnTo>
                    <a:lnTo>
                      <a:pt x="38" y="8"/>
                    </a:lnTo>
                    <a:lnTo>
                      <a:pt x="26" y="12"/>
                    </a:lnTo>
                    <a:lnTo>
                      <a:pt x="12" y="17"/>
                    </a:lnTo>
                    <a:lnTo>
                      <a:pt x="0" y="23"/>
                    </a:lnTo>
                    <a:lnTo>
                      <a:pt x="11" y="113"/>
                    </a:lnTo>
                    <a:lnTo>
                      <a:pt x="20" y="200"/>
                    </a:lnTo>
                    <a:lnTo>
                      <a:pt x="29" y="286"/>
                    </a:lnTo>
                    <a:lnTo>
                      <a:pt x="34" y="371"/>
                    </a:lnTo>
                    <a:lnTo>
                      <a:pt x="38" y="457"/>
                    </a:lnTo>
                    <a:lnTo>
                      <a:pt x="39" y="544"/>
                    </a:lnTo>
                    <a:lnTo>
                      <a:pt x="38" y="632"/>
                    </a:lnTo>
                    <a:lnTo>
                      <a:pt x="35" y="721"/>
                    </a:lnTo>
                    <a:lnTo>
                      <a:pt x="42" y="720"/>
                    </a:lnTo>
                    <a:lnTo>
                      <a:pt x="49" y="718"/>
                    </a:lnTo>
                    <a:lnTo>
                      <a:pt x="56" y="717"/>
                    </a:lnTo>
                    <a:lnTo>
                      <a:pt x="64" y="716"/>
                    </a:lnTo>
                    <a:lnTo>
                      <a:pt x="71" y="714"/>
                    </a:lnTo>
                    <a:lnTo>
                      <a:pt x="78" y="713"/>
                    </a:lnTo>
                    <a:lnTo>
                      <a:pt x="85" y="712"/>
                    </a:lnTo>
                    <a:lnTo>
                      <a:pt x="92" y="711"/>
                    </a:lnTo>
                    <a:lnTo>
                      <a:pt x="104" y="708"/>
                    </a:lnTo>
                    <a:lnTo>
                      <a:pt x="115" y="706"/>
                    </a:lnTo>
                    <a:lnTo>
                      <a:pt x="126" y="703"/>
                    </a:lnTo>
                    <a:lnTo>
                      <a:pt x="137" y="700"/>
                    </a:lnTo>
                    <a:lnTo>
                      <a:pt x="148" y="698"/>
                    </a:lnTo>
                    <a:lnTo>
                      <a:pt x="160" y="695"/>
                    </a:lnTo>
                    <a:lnTo>
                      <a:pt x="171" y="693"/>
                    </a:lnTo>
                    <a:lnTo>
                      <a:pt x="183" y="690"/>
                    </a:lnTo>
                    <a:lnTo>
                      <a:pt x="192" y="688"/>
                    </a:lnTo>
                    <a:lnTo>
                      <a:pt x="201" y="687"/>
                    </a:lnTo>
                    <a:lnTo>
                      <a:pt x="210" y="685"/>
                    </a:lnTo>
                    <a:lnTo>
                      <a:pt x="219" y="683"/>
                    </a:lnTo>
                    <a:lnTo>
                      <a:pt x="227" y="682"/>
                    </a:lnTo>
                    <a:lnTo>
                      <a:pt x="236" y="680"/>
                    </a:lnTo>
                    <a:lnTo>
                      <a:pt x="245" y="678"/>
                    </a:lnTo>
                    <a:lnTo>
                      <a:pt x="255" y="676"/>
                    </a:lnTo>
                    <a:lnTo>
                      <a:pt x="255" y="558"/>
                    </a:lnTo>
                    <a:lnTo>
                      <a:pt x="253" y="458"/>
                    </a:lnTo>
                    <a:lnTo>
                      <a:pt x="250" y="373"/>
                    </a:lnTo>
                    <a:lnTo>
                      <a:pt x="246" y="299"/>
                    </a:lnTo>
                    <a:lnTo>
                      <a:pt x="239" y="230"/>
                    </a:lnTo>
                    <a:lnTo>
                      <a:pt x="229" y="163"/>
                    </a:lnTo>
                    <a:lnTo>
                      <a:pt x="217" y="93"/>
                    </a:lnTo>
                    <a:lnTo>
                      <a:pt x="201" y="16"/>
                    </a:lnTo>
                    <a:close/>
                  </a:path>
                </a:pathLst>
              </a:custGeom>
              <a:solidFill>
                <a:srgbClr val="C4AD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" name="Freeform 36"/>
              <p:cNvSpPr>
                <a:spLocks/>
              </p:cNvSpPr>
              <p:nvPr/>
            </p:nvSpPr>
            <p:spPr bwMode="auto">
              <a:xfrm>
                <a:off x="1693863" y="1568451"/>
                <a:ext cx="77787" cy="214313"/>
              </a:xfrm>
              <a:custGeom>
                <a:avLst/>
                <a:gdLst>
                  <a:gd name="T0" fmla="*/ 2147483647 w 244"/>
                  <a:gd name="T1" fmla="*/ 2147483647 h 675"/>
                  <a:gd name="T2" fmla="*/ 2147483647 w 244"/>
                  <a:gd name="T3" fmla="*/ 2147483647 h 675"/>
                  <a:gd name="T4" fmla="*/ 2147483647 w 244"/>
                  <a:gd name="T5" fmla="*/ 2147483647 h 675"/>
                  <a:gd name="T6" fmla="*/ 2147483647 w 244"/>
                  <a:gd name="T7" fmla="*/ 2147483647 h 675"/>
                  <a:gd name="T8" fmla="*/ 2147483647 w 244"/>
                  <a:gd name="T9" fmla="*/ 2147483647 h 675"/>
                  <a:gd name="T10" fmla="*/ 2147483647 w 244"/>
                  <a:gd name="T11" fmla="*/ 2147483647 h 675"/>
                  <a:gd name="T12" fmla="*/ 2147483647 w 244"/>
                  <a:gd name="T13" fmla="*/ 2147483647 h 675"/>
                  <a:gd name="T14" fmla="*/ 2147483647 w 244"/>
                  <a:gd name="T15" fmla="*/ 0 h 675"/>
                  <a:gd name="T16" fmla="*/ 2147483647 w 244"/>
                  <a:gd name="T17" fmla="*/ 0 h 675"/>
                  <a:gd name="T18" fmla="*/ 2147483647 w 244"/>
                  <a:gd name="T19" fmla="*/ 0 h 675"/>
                  <a:gd name="T20" fmla="*/ 2147483647 w 244"/>
                  <a:gd name="T21" fmla="*/ 0 h 675"/>
                  <a:gd name="T22" fmla="*/ 2147483647 w 244"/>
                  <a:gd name="T23" fmla="*/ 2147483647 h 675"/>
                  <a:gd name="T24" fmla="*/ 2147483647 w 244"/>
                  <a:gd name="T25" fmla="*/ 2147483647 h 675"/>
                  <a:gd name="T26" fmla="*/ 2147483647 w 244"/>
                  <a:gd name="T27" fmla="*/ 2147483647 h 675"/>
                  <a:gd name="T28" fmla="*/ 2147483647 w 244"/>
                  <a:gd name="T29" fmla="*/ 2147483647 h 675"/>
                  <a:gd name="T30" fmla="*/ 2147483647 w 244"/>
                  <a:gd name="T31" fmla="*/ 2147483647 h 675"/>
                  <a:gd name="T32" fmla="*/ 0 w 244"/>
                  <a:gd name="T33" fmla="*/ 2147483647 h 675"/>
                  <a:gd name="T34" fmla="*/ 2147483647 w 244"/>
                  <a:gd name="T35" fmla="*/ 2147483647 h 675"/>
                  <a:gd name="T36" fmla="*/ 2147483647 w 244"/>
                  <a:gd name="T37" fmla="*/ 2147483647 h 675"/>
                  <a:gd name="T38" fmla="*/ 2147483647 w 244"/>
                  <a:gd name="T39" fmla="*/ 2147483647 h 675"/>
                  <a:gd name="T40" fmla="*/ 2147483647 w 244"/>
                  <a:gd name="T41" fmla="*/ 2147483647 h 675"/>
                  <a:gd name="T42" fmla="*/ 2147483647 w 244"/>
                  <a:gd name="T43" fmla="*/ 2147483647 h 675"/>
                  <a:gd name="T44" fmla="*/ 2147483647 w 244"/>
                  <a:gd name="T45" fmla="*/ 2147483647 h 675"/>
                  <a:gd name="T46" fmla="*/ 2147483647 w 244"/>
                  <a:gd name="T47" fmla="*/ 2147483647 h 675"/>
                  <a:gd name="T48" fmla="*/ 2147483647 w 244"/>
                  <a:gd name="T49" fmla="*/ 2147483647 h 675"/>
                  <a:gd name="T50" fmla="*/ 2147483647 w 244"/>
                  <a:gd name="T51" fmla="*/ 2147483647 h 675"/>
                  <a:gd name="T52" fmla="*/ 2147483647 w 244"/>
                  <a:gd name="T53" fmla="*/ 2147483647 h 675"/>
                  <a:gd name="T54" fmla="*/ 2147483647 w 244"/>
                  <a:gd name="T55" fmla="*/ 2147483647 h 675"/>
                  <a:gd name="T56" fmla="*/ 2147483647 w 244"/>
                  <a:gd name="T57" fmla="*/ 2147483647 h 675"/>
                  <a:gd name="T58" fmla="*/ 2147483647 w 244"/>
                  <a:gd name="T59" fmla="*/ 2147483647 h 675"/>
                  <a:gd name="T60" fmla="*/ 2147483647 w 244"/>
                  <a:gd name="T61" fmla="*/ 2147483647 h 675"/>
                  <a:gd name="T62" fmla="*/ 2147483647 w 244"/>
                  <a:gd name="T63" fmla="*/ 2147483647 h 675"/>
                  <a:gd name="T64" fmla="*/ 2147483647 w 244"/>
                  <a:gd name="T65" fmla="*/ 2147483647 h 675"/>
                  <a:gd name="T66" fmla="*/ 2147483647 w 244"/>
                  <a:gd name="T67" fmla="*/ 2147483647 h 675"/>
                  <a:gd name="T68" fmla="*/ 2147483647 w 244"/>
                  <a:gd name="T69" fmla="*/ 2147483647 h 675"/>
                  <a:gd name="T70" fmla="*/ 2147483647 w 244"/>
                  <a:gd name="T71" fmla="*/ 2147483647 h 675"/>
                  <a:gd name="T72" fmla="*/ 2147483647 w 244"/>
                  <a:gd name="T73" fmla="*/ 2147483647 h 675"/>
                  <a:gd name="T74" fmla="*/ 2147483647 w 244"/>
                  <a:gd name="T75" fmla="*/ 2147483647 h 675"/>
                  <a:gd name="T76" fmla="*/ 2147483647 w 244"/>
                  <a:gd name="T77" fmla="*/ 2147483647 h 675"/>
                  <a:gd name="T78" fmla="*/ 2147483647 w 244"/>
                  <a:gd name="T79" fmla="*/ 2147483647 h 675"/>
                  <a:gd name="T80" fmla="*/ 2147483647 w 244"/>
                  <a:gd name="T81" fmla="*/ 2147483647 h 675"/>
                  <a:gd name="T82" fmla="*/ 2147483647 w 244"/>
                  <a:gd name="T83" fmla="*/ 2147483647 h 675"/>
                  <a:gd name="T84" fmla="*/ 2147483647 w 244"/>
                  <a:gd name="T85" fmla="*/ 2147483647 h 675"/>
                  <a:gd name="T86" fmla="*/ 2147483647 w 244"/>
                  <a:gd name="T87" fmla="*/ 2147483647 h 675"/>
                  <a:gd name="T88" fmla="*/ 2147483647 w 244"/>
                  <a:gd name="T89" fmla="*/ 2147483647 h 675"/>
                  <a:gd name="T90" fmla="*/ 2147483647 w 244"/>
                  <a:gd name="T91" fmla="*/ 2147483647 h 675"/>
                  <a:gd name="T92" fmla="*/ 2147483647 w 244"/>
                  <a:gd name="T93" fmla="*/ 2147483647 h 675"/>
                  <a:gd name="T94" fmla="*/ 2147483647 w 244"/>
                  <a:gd name="T95" fmla="*/ 2147483647 h 675"/>
                  <a:gd name="T96" fmla="*/ 2147483647 w 244"/>
                  <a:gd name="T97" fmla="*/ 2147483647 h 675"/>
                  <a:gd name="T98" fmla="*/ 2147483647 w 244"/>
                  <a:gd name="T99" fmla="*/ 2147483647 h 675"/>
                  <a:gd name="T100" fmla="*/ 2147483647 w 244"/>
                  <a:gd name="T101" fmla="*/ 2147483647 h 675"/>
                  <a:gd name="T102" fmla="*/ 2147483647 w 244"/>
                  <a:gd name="T103" fmla="*/ 2147483647 h 675"/>
                  <a:gd name="T104" fmla="*/ 2147483647 w 244"/>
                  <a:gd name="T105" fmla="*/ 2147483647 h 675"/>
                  <a:gd name="T106" fmla="*/ 2147483647 w 244"/>
                  <a:gd name="T107" fmla="*/ 2147483647 h 675"/>
                  <a:gd name="T108" fmla="*/ 2147483647 w 244"/>
                  <a:gd name="T109" fmla="*/ 2147483647 h 675"/>
                  <a:gd name="T110" fmla="*/ 2147483647 w 244"/>
                  <a:gd name="T111" fmla="*/ 2147483647 h 675"/>
                  <a:gd name="T112" fmla="*/ 2147483647 w 244"/>
                  <a:gd name="T113" fmla="*/ 2147483647 h 67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44"/>
                  <a:gd name="T172" fmla="*/ 0 h 675"/>
                  <a:gd name="T173" fmla="*/ 244 w 244"/>
                  <a:gd name="T174" fmla="*/ 675 h 675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44" h="675">
                    <a:moveTo>
                      <a:pt x="190" y="16"/>
                    </a:moveTo>
                    <a:lnTo>
                      <a:pt x="177" y="13"/>
                    </a:lnTo>
                    <a:lnTo>
                      <a:pt x="164" y="10"/>
                    </a:lnTo>
                    <a:lnTo>
                      <a:pt x="152" y="7"/>
                    </a:lnTo>
                    <a:lnTo>
                      <a:pt x="140" y="5"/>
                    </a:lnTo>
                    <a:lnTo>
                      <a:pt x="128" y="3"/>
                    </a:lnTo>
                    <a:lnTo>
                      <a:pt x="116" y="1"/>
                    </a:lnTo>
                    <a:lnTo>
                      <a:pt x="105" y="0"/>
                    </a:lnTo>
                    <a:lnTo>
                      <a:pt x="93" y="0"/>
                    </a:lnTo>
                    <a:lnTo>
                      <a:pt x="81" y="0"/>
                    </a:lnTo>
                    <a:lnTo>
                      <a:pt x="69" y="0"/>
                    </a:lnTo>
                    <a:lnTo>
                      <a:pt x="58" y="1"/>
                    </a:lnTo>
                    <a:lnTo>
                      <a:pt x="47" y="3"/>
                    </a:lnTo>
                    <a:lnTo>
                      <a:pt x="35" y="6"/>
                    </a:lnTo>
                    <a:lnTo>
                      <a:pt x="24" y="10"/>
                    </a:lnTo>
                    <a:lnTo>
                      <a:pt x="13" y="14"/>
                    </a:lnTo>
                    <a:lnTo>
                      <a:pt x="0" y="20"/>
                    </a:lnTo>
                    <a:lnTo>
                      <a:pt x="11" y="103"/>
                    </a:lnTo>
                    <a:lnTo>
                      <a:pt x="20" y="186"/>
                    </a:lnTo>
                    <a:lnTo>
                      <a:pt x="26" y="267"/>
                    </a:lnTo>
                    <a:lnTo>
                      <a:pt x="31" y="347"/>
                    </a:lnTo>
                    <a:lnTo>
                      <a:pt x="34" y="427"/>
                    </a:lnTo>
                    <a:lnTo>
                      <a:pt x="35" y="508"/>
                    </a:lnTo>
                    <a:lnTo>
                      <a:pt x="34" y="590"/>
                    </a:lnTo>
                    <a:lnTo>
                      <a:pt x="31" y="675"/>
                    </a:lnTo>
                    <a:lnTo>
                      <a:pt x="38" y="674"/>
                    </a:lnTo>
                    <a:lnTo>
                      <a:pt x="45" y="673"/>
                    </a:lnTo>
                    <a:lnTo>
                      <a:pt x="52" y="671"/>
                    </a:lnTo>
                    <a:lnTo>
                      <a:pt x="59" y="670"/>
                    </a:lnTo>
                    <a:lnTo>
                      <a:pt x="65" y="669"/>
                    </a:lnTo>
                    <a:lnTo>
                      <a:pt x="72" y="668"/>
                    </a:lnTo>
                    <a:lnTo>
                      <a:pt x="79" y="667"/>
                    </a:lnTo>
                    <a:lnTo>
                      <a:pt x="86" y="666"/>
                    </a:lnTo>
                    <a:lnTo>
                      <a:pt x="97" y="663"/>
                    </a:lnTo>
                    <a:lnTo>
                      <a:pt x="108" y="661"/>
                    </a:lnTo>
                    <a:lnTo>
                      <a:pt x="118" y="658"/>
                    </a:lnTo>
                    <a:lnTo>
                      <a:pt x="129" y="656"/>
                    </a:lnTo>
                    <a:lnTo>
                      <a:pt x="139" y="654"/>
                    </a:lnTo>
                    <a:lnTo>
                      <a:pt x="150" y="652"/>
                    </a:lnTo>
                    <a:lnTo>
                      <a:pt x="160" y="649"/>
                    </a:lnTo>
                    <a:lnTo>
                      <a:pt x="171" y="647"/>
                    </a:lnTo>
                    <a:lnTo>
                      <a:pt x="180" y="645"/>
                    </a:lnTo>
                    <a:lnTo>
                      <a:pt x="189" y="643"/>
                    </a:lnTo>
                    <a:lnTo>
                      <a:pt x="198" y="642"/>
                    </a:lnTo>
                    <a:lnTo>
                      <a:pt x="207" y="640"/>
                    </a:lnTo>
                    <a:lnTo>
                      <a:pt x="216" y="639"/>
                    </a:lnTo>
                    <a:lnTo>
                      <a:pt x="225" y="637"/>
                    </a:lnTo>
                    <a:lnTo>
                      <a:pt x="234" y="636"/>
                    </a:lnTo>
                    <a:lnTo>
                      <a:pt x="244" y="634"/>
                    </a:lnTo>
                    <a:lnTo>
                      <a:pt x="244" y="522"/>
                    </a:lnTo>
                    <a:lnTo>
                      <a:pt x="241" y="429"/>
                    </a:lnTo>
                    <a:lnTo>
                      <a:pt x="238" y="349"/>
                    </a:lnTo>
                    <a:lnTo>
                      <a:pt x="233" y="279"/>
                    </a:lnTo>
                    <a:lnTo>
                      <a:pt x="226" y="215"/>
                    </a:lnTo>
                    <a:lnTo>
                      <a:pt x="217" y="153"/>
                    </a:lnTo>
                    <a:lnTo>
                      <a:pt x="205" y="88"/>
                    </a:lnTo>
                    <a:lnTo>
                      <a:pt x="190" y="16"/>
                    </a:lnTo>
                    <a:close/>
                  </a:path>
                </a:pathLst>
              </a:custGeom>
              <a:solidFill>
                <a:srgbClr val="CEB7A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" name="Freeform 37"/>
              <p:cNvSpPr>
                <a:spLocks/>
              </p:cNvSpPr>
              <p:nvPr/>
            </p:nvSpPr>
            <p:spPr bwMode="auto">
              <a:xfrm>
                <a:off x="1697038" y="1566863"/>
                <a:ext cx="73025" cy="200025"/>
              </a:xfrm>
              <a:custGeom>
                <a:avLst/>
                <a:gdLst>
                  <a:gd name="T0" fmla="*/ 2147483647 w 231"/>
                  <a:gd name="T1" fmla="*/ 2147483647 h 630"/>
                  <a:gd name="T2" fmla="*/ 2147483647 w 231"/>
                  <a:gd name="T3" fmla="*/ 2147483647 h 630"/>
                  <a:gd name="T4" fmla="*/ 2147483647 w 231"/>
                  <a:gd name="T5" fmla="*/ 2147483647 h 630"/>
                  <a:gd name="T6" fmla="*/ 2147483647 w 231"/>
                  <a:gd name="T7" fmla="*/ 2147483647 h 630"/>
                  <a:gd name="T8" fmla="*/ 2147483647 w 231"/>
                  <a:gd name="T9" fmla="*/ 2147483647 h 630"/>
                  <a:gd name="T10" fmla="*/ 2147483647 w 231"/>
                  <a:gd name="T11" fmla="*/ 2147483647 h 630"/>
                  <a:gd name="T12" fmla="*/ 2147483647 w 231"/>
                  <a:gd name="T13" fmla="*/ 2147483647 h 630"/>
                  <a:gd name="T14" fmla="*/ 2147483647 w 231"/>
                  <a:gd name="T15" fmla="*/ 2147483647 h 630"/>
                  <a:gd name="T16" fmla="*/ 2147483647 w 231"/>
                  <a:gd name="T17" fmla="*/ 0 h 630"/>
                  <a:gd name="T18" fmla="*/ 2147483647 w 231"/>
                  <a:gd name="T19" fmla="*/ 0 h 630"/>
                  <a:gd name="T20" fmla="*/ 2147483647 w 231"/>
                  <a:gd name="T21" fmla="*/ 0 h 630"/>
                  <a:gd name="T22" fmla="*/ 2147483647 w 231"/>
                  <a:gd name="T23" fmla="*/ 2147483647 h 630"/>
                  <a:gd name="T24" fmla="*/ 2147483647 w 231"/>
                  <a:gd name="T25" fmla="*/ 2147483647 h 630"/>
                  <a:gd name="T26" fmla="*/ 2147483647 w 231"/>
                  <a:gd name="T27" fmla="*/ 2147483647 h 630"/>
                  <a:gd name="T28" fmla="*/ 2147483647 w 231"/>
                  <a:gd name="T29" fmla="*/ 2147483647 h 630"/>
                  <a:gd name="T30" fmla="*/ 2147483647 w 231"/>
                  <a:gd name="T31" fmla="*/ 2147483647 h 630"/>
                  <a:gd name="T32" fmla="*/ 0 w 231"/>
                  <a:gd name="T33" fmla="*/ 2147483647 h 630"/>
                  <a:gd name="T34" fmla="*/ 2147483647 w 231"/>
                  <a:gd name="T35" fmla="*/ 2147483647 h 630"/>
                  <a:gd name="T36" fmla="*/ 2147483647 w 231"/>
                  <a:gd name="T37" fmla="*/ 2147483647 h 630"/>
                  <a:gd name="T38" fmla="*/ 2147483647 w 231"/>
                  <a:gd name="T39" fmla="*/ 2147483647 h 630"/>
                  <a:gd name="T40" fmla="*/ 2147483647 w 231"/>
                  <a:gd name="T41" fmla="*/ 2147483647 h 630"/>
                  <a:gd name="T42" fmla="*/ 2147483647 w 231"/>
                  <a:gd name="T43" fmla="*/ 2147483647 h 630"/>
                  <a:gd name="T44" fmla="*/ 2147483647 w 231"/>
                  <a:gd name="T45" fmla="*/ 2147483647 h 630"/>
                  <a:gd name="T46" fmla="*/ 2147483647 w 231"/>
                  <a:gd name="T47" fmla="*/ 2147483647 h 630"/>
                  <a:gd name="T48" fmla="*/ 2147483647 w 231"/>
                  <a:gd name="T49" fmla="*/ 2147483647 h 630"/>
                  <a:gd name="T50" fmla="*/ 2147483647 w 231"/>
                  <a:gd name="T51" fmla="*/ 2147483647 h 630"/>
                  <a:gd name="T52" fmla="*/ 2147483647 w 231"/>
                  <a:gd name="T53" fmla="*/ 2147483647 h 630"/>
                  <a:gd name="T54" fmla="*/ 2147483647 w 231"/>
                  <a:gd name="T55" fmla="*/ 2147483647 h 630"/>
                  <a:gd name="T56" fmla="*/ 2147483647 w 231"/>
                  <a:gd name="T57" fmla="*/ 2147483647 h 630"/>
                  <a:gd name="T58" fmla="*/ 2147483647 w 231"/>
                  <a:gd name="T59" fmla="*/ 2147483647 h 630"/>
                  <a:gd name="T60" fmla="*/ 2147483647 w 231"/>
                  <a:gd name="T61" fmla="*/ 2147483647 h 630"/>
                  <a:gd name="T62" fmla="*/ 2147483647 w 231"/>
                  <a:gd name="T63" fmla="*/ 2147483647 h 630"/>
                  <a:gd name="T64" fmla="*/ 2147483647 w 231"/>
                  <a:gd name="T65" fmla="*/ 2147483647 h 630"/>
                  <a:gd name="T66" fmla="*/ 2147483647 w 231"/>
                  <a:gd name="T67" fmla="*/ 2147483647 h 630"/>
                  <a:gd name="T68" fmla="*/ 2147483647 w 231"/>
                  <a:gd name="T69" fmla="*/ 2147483647 h 630"/>
                  <a:gd name="T70" fmla="*/ 2147483647 w 231"/>
                  <a:gd name="T71" fmla="*/ 2147483647 h 630"/>
                  <a:gd name="T72" fmla="*/ 2147483647 w 231"/>
                  <a:gd name="T73" fmla="*/ 2147483647 h 630"/>
                  <a:gd name="T74" fmla="*/ 2147483647 w 231"/>
                  <a:gd name="T75" fmla="*/ 2147483647 h 630"/>
                  <a:gd name="T76" fmla="*/ 2147483647 w 231"/>
                  <a:gd name="T77" fmla="*/ 2147483647 h 630"/>
                  <a:gd name="T78" fmla="*/ 2147483647 w 231"/>
                  <a:gd name="T79" fmla="*/ 2147483647 h 630"/>
                  <a:gd name="T80" fmla="*/ 2147483647 w 231"/>
                  <a:gd name="T81" fmla="*/ 2147483647 h 630"/>
                  <a:gd name="T82" fmla="*/ 2147483647 w 231"/>
                  <a:gd name="T83" fmla="*/ 2147483647 h 630"/>
                  <a:gd name="T84" fmla="*/ 2147483647 w 231"/>
                  <a:gd name="T85" fmla="*/ 2147483647 h 630"/>
                  <a:gd name="T86" fmla="*/ 2147483647 w 231"/>
                  <a:gd name="T87" fmla="*/ 2147483647 h 630"/>
                  <a:gd name="T88" fmla="*/ 2147483647 w 231"/>
                  <a:gd name="T89" fmla="*/ 2147483647 h 630"/>
                  <a:gd name="T90" fmla="*/ 2147483647 w 231"/>
                  <a:gd name="T91" fmla="*/ 2147483647 h 630"/>
                  <a:gd name="T92" fmla="*/ 2147483647 w 231"/>
                  <a:gd name="T93" fmla="*/ 2147483647 h 630"/>
                  <a:gd name="T94" fmla="*/ 2147483647 w 231"/>
                  <a:gd name="T95" fmla="*/ 2147483647 h 630"/>
                  <a:gd name="T96" fmla="*/ 2147483647 w 231"/>
                  <a:gd name="T97" fmla="*/ 2147483647 h 630"/>
                  <a:gd name="T98" fmla="*/ 2147483647 w 231"/>
                  <a:gd name="T99" fmla="*/ 2147483647 h 630"/>
                  <a:gd name="T100" fmla="*/ 2147483647 w 231"/>
                  <a:gd name="T101" fmla="*/ 2147483647 h 630"/>
                  <a:gd name="T102" fmla="*/ 2147483647 w 231"/>
                  <a:gd name="T103" fmla="*/ 2147483647 h 630"/>
                  <a:gd name="T104" fmla="*/ 2147483647 w 231"/>
                  <a:gd name="T105" fmla="*/ 2147483647 h 630"/>
                  <a:gd name="T106" fmla="*/ 2147483647 w 231"/>
                  <a:gd name="T107" fmla="*/ 2147483647 h 630"/>
                  <a:gd name="T108" fmla="*/ 2147483647 w 231"/>
                  <a:gd name="T109" fmla="*/ 2147483647 h 630"/>
                  <a:gd name="T110" fmla="*/ 2147483647 w 231"/>
                  <a:gd name="T111" fmla="*/ 2147483647 h 630"/>
                  <a:gd name="T112" fmla="*/ 2147483647 w 231"/>
                  <a:gd name="T113" fmla="*/ 2147483647 h 630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31"/>
                  <a:gd name="T172" fmla="*/ 0 h 630"/>
                  <a:gd name="T173" fmla="*/ 231 w 231"/>
                  <a:gd name="T174" fmla="*/ 630 h 630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31" h="630">
                    <a:moveTo>
                      <a:pt x="179" y="18"/>
                    </a:moveTo>
                    <a:lnTo>
                      <a:pt x="167" y="15"/>
                    </a:lnTo>
                    <a:lnTo>
                      <a:pt x="156" y="12"/>
                    </a:lnTo>
                    <a:lnTo>
                      <a:pt x="143" y="9"/>
                    </a:lnTo>
                    <a:lnTo>
                      <a:pt x="132" y="7"/>
                    </a:lnTo>
                    <a:lnTo>
                      <a:pt x="121" y="5"/>
                    </a:lnTo>
                    <a:lnTo>
                      <a:pt x="110" y="3"/>
                    </a:lnTo>
                    <a:lnTo>
                      <a:pt x="99" y="1"/>
                    </a:lnTo>
                    <a:lnTo>
                      <a:pt x="88" y="0"/>
                    </a:lnTo>
                    <a:lnTo>
                      <a:pt x="76" y="0"/>
                    </a:lnTo>
                    <a:lnTo>
                      <a:pt x="65" y="0"/>
                    </a:lnTo>
                    <a:lnTo>
                      <a:pt x="54" y="1"/>
                    </a:lnTo>
                    <a:lnTo>
                      <a:pt x="43" y="3"/>
                    </a:lnTo>
                    <a:lnTo>
                      <a:pt x="32" y="5"/>
                    </a:lnTo>
                    <a:lnTo>
                      <a:pt x="22" y="8"/>
                    </a:lnTo>
                    <a:lnTo>
                      <a:pt x="11" y="13"/>
                    </a:lnTo>
                    <a:lnTo>
                      <a:pt x="0" y="18"/>
                    </a:lnTo>
                    <a:lnTo>
                      <a:pt x="10" y="96"/>
                    </a:lnTo>
                    <a:lnTo>
                      <a:pt x="17" y="172"/>
                    </a:lnTo>
                    <a:lnTo>
                      <a:pt x="23" y="249"/>
                    </a:lnTo>
                    <a:lnTo>
                      <a:pt x="27" y="324"/>
                    </a:lnTo>
                    <a:lnTo>
                      <a:pt x="30" y="399"/>
                    </a:lnTo>
                    <a:lnTo>
                      <a:pt x="31" y="475"/>
                    </a:lnTo>
                    <a:lnTo>
                      <a:pt x="30" y="552"/>
                    </a:lnTo>
                    <a:lnTo>
                      <a:pt x="27" y="630"/>
                    </a:lnTo>
                    <a:lnTo>
                      <a:pt x="34" y="629"/>
                    </a:lnTo>
                    <a:lnTo>
                      <a:pt x="40" y="628"/>
                    </a:lnTo>
                    <a:lnTo>
                      <a:pt x="47" y="627"/>
                    </a:lnTo>
                    <a:lnTo>
                      <a:pt x="54" y="626"/>
                    </a:lnTo>
                    <a:lnTo>
                      <a:pt x="60" y="626"/>
                    </a:lnTo>
                    <a:lnTo>
                      <a:pt x="67" y="625"/>
                    </a:lnTo>
                    <a:lnTo>
                      <a:pt x="73" y="624"/>
                    </a:lnTo>
                    <a:lnTo>
                      <a:pt x="81" y="623"/>
                    </a:lnTo>
                    <a:lnTo>
                      <a:pt x="91" y="621"/>
                    </a:lnTo>
                    <a:lnTo>
                      <a:pt x="101" y="618"/>
                    </a:lnTo>
                    <a:lnTo>
                      <a:pt x="110" y="616"/>
                    </a:lnTo>
                    <a:lnTo>
                      <a:pt x="120" y="614"/>
                    </a:lnTo>
                    <a:lnTo>
                      <a:pt x="130" y="612"/>
                    </a:lnTo>
                    <a:lnTo>
                      <a:pt x="140" y="609"/>
                    </a:lnTo>
                    <a:lnTo>
                      <a:pt x="149" y="607"/>
                    </a:lnTo>
                    <a:lnTo>
                      <a:pt x="160" y="605"/>
                    </a:lnTo>
                    <a:lnTo>
                      <a:pt x="169" y="603"/>
                    </a:lnTo>
                    <a:lnTo>
                      <a:pt x="178" y="601"/>
                    </a:lnTo>
                    <a:lnTo>
                      <a:pt x="187" y="599"/>
                    </a:lnTo>
                    <a:lnTo>
                      <a:pt x="196" y="598"/>
                    </a:lnTo>
                    <a:lnTo>
                      <a:pt x="205" y="596"/>
                    </a:lnTo>
                    <a:lnTo>
                      <a:pt x="214" y="595"/>
                    </a:lnTo>
                    <a:lnTo>
                      <a:pt x="222" y="593"/>
                    </a:lnTo>
                    <a:lnTo>
                      <a:pt x="231" y="592"/>
                    </a:lnTo>
                    <a:lnTo>
                      <a:pt x="230" y="488"/>
                    </a:lnTo>
                    <a:lnTo>
                      <a:pt x="228" y="400"/>
                    </a:lnTo>
                    <a:lnTo>
                      <a:pt x="224" y="326"/>
                    </a:lnTo>
                    <a:lnTo>
                      <a:pt x="220" y="261"/>
                    </a:lnTo>
                    <a:lnTo>
                      <a:pt x="213" y="202"/>
                    </a:lnTo>
                    <a:lnTo>
                      <a:pt x="204" y="144"/>
                    </a:lnTo>
                    <a:lnTo>
                      <a:pt x="193" y="84"/>
                    </a:lnTo>
                    <a:lnTo>
                      <a:pt x="179" y="18"/>
                    </a:lnTo>
                    <a:close/>
                  </a:path>
                </a:pathLst>
              </a:custGeom>
              <a:solidFill>
                <a:srgbClr val="D8C1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" name="Freeform 38"/>
              <p:cNvSpPr>
                <a:spLocks/>
              </p:cNvSpPr>
              <p:nvPr/>
            </p:nvSpPr>
            <p:spPr bwMode="auto">
              <a:xfrm>
                <a:off x="1700213" y="1566863"/>
                <a:ext cx="69850" cy="185738"/>
              </a:xfrm>
              <a:custGeom>
                <a:avLst/>
                <a:gdLst>
                  <a:gd name="T0" fmla="*/ 2147483647 w 220"/>
                  <a:gd name="T1" fmla="*/ 2147483647 h 584"/>
                  <a:gd name="T2" fmla="*/ 2147483647 w 220"/>
                  <a:gd name="T3" fmla="*/ 2147483647 h 584"/>
                  <a:gd name="T4" fmla="*/ 2147483647 w 220"/>
                  <a:gd name="T5" fmla="*/ 2147483647 h 584"/>
                  <a:gd name="T6" fmla="*/ 2147483647 w 220"/>
                  <a:gd name="T7" fmla="*/ 2147483647 h 584"/>
                  <a:gd name="T8" fmla="*/ 2147483647 w 220"/>
                  <a:gd name="T9" fmla="*/ 2147483647 h 584"/>
                  <a:gd name="T10" fmla="*/ 2147483647 w 220"/>
                  <a:gd name="T11" fmla="*/ 2147483647 h 584"/>
                  <a:gd name="T12" fmla="*/ 2147483647 w 220"/>
                  <a:gd name="T13" fmla="*/ 2147483647 h 584"/>
                  <a:gd name="T14" fmla="*/ 2147483647 w 220"/>
                  <a:gd name="T15" fmla="*/ 2147483647 h 584"/>
                  <a:gd name="T16" fmla="*/ 2147483647 w 220"/>
                  <a:gd name="T17" fmla="*/ 0 h 584"/>
                  <a:gd name="T18" fmla="*/ 2147483647 w 220"/>
                  <a:gd name="T19" fmla="*/ 0 h 584"/>
                  <a:gd name="T20" fmla="*/ 2147483647 w 220"/>
                  <a:gd name="T21" fmla="*/ 0 h 584"/>
                  <a:gd name="T22" fmla="*/ 2147483647 w 220"/>
                  <a:gd name="T23" fmla="*/ 2147483647 h 584"/>
                  <a:gd name="T24" fmla="*/ 2147483647 w 220"/>
                  <a:gd name="T25" fmla="*/ 2147483647 h 584"/>
                  <a:gd name="T26" fmla="*/ 2147483647 w 220"/>
                  <a:gd name="T27" fmla="*/ 2147483647 h 584"/>
                  <a:gd name="T28" fmla="*/ 2147483647 w 220"/>
                  <a:gd name="T29" fmla="*/ 2147483647 h 584"/>
                  <a:gd name="T30" fmla="*/ 2147483647 w 220"/>
                  <a:gd name="T31" fmla="*/ 2147483647 h 584"/>
                  <a:gd name="T32" fmla="*/ 0 w 220"/>
                  <a:gd name="T33" fmla="*/ 2147483647 h 584"/>
                  <a:gd name="T34" fmla="*/ 2147483647 w 220"/>
                  <a:gd name="T35" fmla="*/ 2147483647 h 584"/>
                  <a:gd name="T36" fmla="*/ 2147483647 w 220"/>
                  <a:gd name="T37" fmla="*/ 2147483647 h 584"/>
                  <a:gd name="T38" fmla="*/ 2147483647 w 220"/>
                  <a:gd name="T39" fmla="*/ 2147483647 h 584"/>
                  <a:gd name="T40" fmla="*/ 2147483647 w 220"/>
                  <a:gd name="T41" fmla="*/ 2147483647 h 584"/>
                  <a:gd name="T42" fmla="*/ 2147483647 w 220"/>
                  <a:gd name="T43" fmla="*/ 2147483647 h 584"/>
                  <a:gd name="T44" fmla="*/ 2147483647 w 220"/>
                  <a:gd name="T45" fmla="*/ 2147483647 h 584"/>
                  <a:gd name="T46" fmla="*/ 2147483647 w 220"/>
                  <a:gd name="T47" fmla="*/ 2147483647 h 584"/>
                  <a:gd name="T48" fmla="*/ 2147483647 w 220"/>
                  <a:gd name="T49" fmla="*/ 2147483647 h 584"/>
                  <a:gd name="T50" fmla="*/ 2147483647 w 220"/>
                  <a:gd name="T51" fmla="*/ 2147483647 h 584"/>
                  <a:gd name="T52" fmla="*/ 2147483647 w 220"/>
                  <a:gd name="T53" fmla="*/ 2147483647 h 584"/>
                  <a:gd name="T54" fmla="*/ 2147483647 w 220"/>
                  <a:gd name="T55" fmla="*/ 2147483647 h 584"/>
                  <a:gd name="T56" fmla="*/ 2147483647 w 220"/>
                  <a:gd name="T57" fmla="*/ 2147483647 h 584"/>
                  <a:gd name="T58" fmla="*/ 2147483647 w 220"/>
                  <a:gd name="T59" fmla="*/ 2147483647 h 584"/>
                  <a:gd name="T60" fmla="*/ 2147483647 w 220"/>
                  <a:gd name="T61" fmla="*/ 2147483647 h 584"/>
                  <a:gd name="T62" fmla="*/ 2147483647 w 220"/>
                  <a:gd name="T63" fmla="*/ 2147483647 h 584"/>
                  <a:gd name="T64" fmla="*/ 2147483647 w 220"/>
                  <a:gd name="T65" fmla="*/ 2147483647 h 584"/>
                  <a:gd name="T66" fmla="*/ 2147483647 w 220"/>
                  <a:gd name="T67" fmla="*/ 2147483647 h 584"/>
                  <a:gd name="T68" fmla="*/ 2147483647 w 220"/>
                  <a:gd name="T69" fmla="*/ 2147483647 h 584"/>
                  <a:gd name="T70" fmla="*/ 2147483647 w 220"/>
                  <a:gd name="T71" fmla="*/ 2147483647 h 584"/>
                  <a:gd name="T72" fmla="*/ 2147483647 w 220"/>
                  <a:gd name="T73" fmla="*/ 2147483647 h 584"/>
                  <a:gd name="T74" fmla="*/ 2147483647 w 220"/>
                  <a:gd name="T75" fmla="*/ 2147483647 h 584"/>
                  <a:gd name="T76" fmla="*/ 2147483647 w 220"/>
                  <a:gd name="T77" fmla="*/ 2147483647 h 584"/>
                  <a:gd name="T78" fmla="*/ 2147483647 w 220"/>
                  <a:gd name="T79" fmla="*/ 2147483647 h 584"/>
                  <a:gd name="T80" fmla="*/ 2147483647 w 220"/>
                  <a:gd name="T81" fmla="*/ 2147483647 h 584"/>
                  <a:gd name="T82" fmla="*/ 2147483647 w 220"/>
                  <a:gd name="T83" fmla="*/ 2147483647 h 584"/>
                  <a:gd name="T84" fmla="*/ 2147483647 w 220"/>
                  <a:gd name="T85" fmla="*/ 2147483647 h 584"/>
                  <a:gd name="T86" fmla="*/ 2147483647 w 220"/>
                  <a:gd name="T87" fmla="*/ 2147483647 h 584"/>
                  <a:gd name="T88" fmla="*/ 2147483647 w 220"/>
                  <a:gd name="T89" fmla="*/ 2147483647 h 584"/>
                  <a:gd name="T90" fmla="*/ 2147483647 w 220"/>
                  <a:gd name="T91" fmla="*/ 2147483647 h 584"/>
                  <a:gd name="T92" fmla="*/ 2147483647 w 220"/>
                  <a:gd name="T93" fmla="*/ 2147483647 h 584"/>
                  <a:gd name="T94" fmla="*/ 2147483647 w 220"/>
                  <a:gd name="T95" fmla="*/ 2147483647 h 584"/>
                  <a:gd name="T96" fmla="*/ 2147483647 w 220"/>
                  <a:gd name="T97" fmla="*/ 2147483647 h 584"/>
                  <a:gd name="T98" fmla="*/ 2147483647 w 220"/>
                  <a:gd name="T99" fmla="*/ 2147483647 h 584"/>
                  <a:gd name="T100" fmla="*/ 2147483647 w 220"/>
                  <a:gd name="T101" fmla="*/ 2147483647 h 584"/>
                  <a:gd name="T102" fmla="*/ 2147483647 w 220"/>
                  <a:gd name="T103" fmla="*/ 2147483647 h 584"/>
                  <a:gd name="T104" fmla="*/ 2147483647 w 220"/>
                  <a:gd name="T105" fmla="*/ 2147483647 h 584"/>
                  <a:gd name="T106" fmla="*/ 2147483647 w 220"/>
                  <a:gd name="T107" fmla="*/ 2147483647 h 584"/>
                  <a:gd name="T108" fmla="*/ 2147483647 w 220"/>
                  <a:gd name="T109" fmla="*/ 2147483647 h 584"/>
                  <a:gd name="T110" fmla="*/ 2147483647 w 220"/>
                  <a:gd name="T111" fmla="*/ 2147483647 h 584"/>
                  <a:gd name="T112" fmla="*/ 2147483647 w 220"/>
                  <a:gd name="T113" fmla="*/ 2147483647 h 584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20"/>
                  <a:gd name="T172" fmla="*/ 0 h 584"/>
                  <a:gd name="T173" fmla="*/ 220 w 220"/>
                  <a:gd name="T174" fmla="*/ 584 h 584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20" h="584">
                    <a:moveTo>
                      <a:pt x="167" y="18"/>
                    </a:moveTo>
                    <a:lnTo>
                      <a:pt x="156" y="15"/>
                    </a:lnTo>
                    <a:lnTo>
                      <a:pt x="145" y="12"/>
                    </a:lnTo>
                    <a:lnTo>
                      <a:pt x="134" y="10"/>
                    </a:lnTo>
                    <a:lnTo>
                      <a:pt x="123" y="7"/>
                    </a:lnTo>
                    <a:lnTo>
                      <a:pt x="113" y="5"/>
                    </a:lnTo>
                    <a:lnTo>
                      <a:pt x="102" y="3"/>
                    </a:lnTo>
                    <a:lnTo>
                      <a:pt x="92" y="2"/>
                    </a:lnTo>
                    <a:lnTo>
                      <a:pt x="82" y="0"/>
                    </a:lnTo>
                    <a:lnTo>
                      <a:pt x="71" y="0"/>
                    </a:lnTo>
                    <a:lnTo>
                      <a:pt x="60" y="0"/>
                    </a:lnTo>
                    <a:lnTo>
                      <a:pt x="50" y="1"/>
                    </a:lnTo>
                    <a:lnTo>
                      <a:pt x="40" y="2"/>
                    </a:lnTo>
                    <a:lnTo>
                      <a:pt x="30" y="4"/>
                    </a:lnTo>
                    <a:lnTo>
                      <a:pt x="20" y="7"/>
                    </a:lnTo>
                    <a:lnTo>
                      <a:pt x="10" y="11"/>
                    </a:lnTo>
                    <a:lnTo>
                      <a:pt x="0" y="16"/>
                    </a:lnTo>
                    <a:lnTo>
                      <a:pt x="9" y="88"/>
                    </a:lnTo>
                    <a:lnTo>
                      <a:pt x="16" y="159"/>
                    </a:lnTo>
                    <a:lnTo>
                      <a:pt x="21" y="229"/>
                    </a:lnTo>
                    <a:lnTo>
                      <a:pt x="24" y="299"/>
                    </a:lnTo>
                    <a:lnTo>
                      <a:pt x="26" y="369"/>
                    </a:lnTo>
                    <a:lnTo>
                      <a:pt x="26" y="440"/>
                    </a:lnTo>
                    <a:lnTo>
                      <a:pt x="25" y="511"/>
                    </a:lnTo>
                    <a:lnTo>
                      <a:pt x="22" y="584"/>
                    </a:lnTo>
                    <a:lnTo>
                      <a:pt x="29" y="583"/>
                    </a:lnTo>
                    <a:lnTo>
                      <a:pt x="35" y="582"/>
                    </a:lnTo>
                    <a:lnTo>
                      <a:pt x="42" y="582"/>
                    </a:lnTo>
                    <a:lnTo>
                      <a:pt x="49" y="581"/>
                    </a:lnTo>
                    <a:lnTo>
                      <a:pt x="55" y="580"/>
                    </a:lnTo>
                    <a:lnTo>
                      <a:pt x="62" y="579"/>
                    </a:lnTo>
                    <a:lnTo>
                      <a:pt x="69" y="579"/>
                    </a:lnTo>
                    <a:lnTo>
                      <a:pt x="76" y="578"/>
                    </a:lnTo>
                    <a:lnTo>
                      <a:pt x="85" y="576"/>
                    </a:lnTo>
                    <a:lnTo>
                      <a:pt x="94" y="574"/>
                    </a:lnTo>
                    <a:lnTo>
                      <a:pt x="103" y="572"/>
                    </a:lnTo>
                    <a:lnTo>
                      <a:pt x="112" y="569"/>
                    </a:lnTo>
                    <a:lnTo>
                      <a:pt x="121" y="567"/>
                    </a:lnTo>
                    <a:lnTo>
                      <a:pt x="130" y="565"/>
                    </a:lnTo>
                    <a:lnTo>
                      <a:pt x="139" y="563"/>
                    </a:lnTo>
                    <a:lnTo>
                      <a:pt x="149" y="561"/>
                    </a:lnTo>
                    <a:lnTo>
                      <a:pt x="158" y="560"/>
                    </a:lnTo>
                    <a:lnTo>
                      <a:pt x="166" y="559"/>
                    </a:lnTo>
                    <a:lnTo>
                      <a:pt x="175" y="557"/>
                    </a:lnTo>
                    <a:lnTo>
                      <a:pt x="184" y="556"/>
                    </a:lnTo>
                    <a:lnTo>
                      <a:pt x="193" y="555"/>
                    </a:lnTo>
                    <a:lnTo>
                      <a:pt x="202" y="553"/>
                    </a:lnTo>
                    <a:lnTo>
                      <a:pt x="211" y="552"/>
                    </a:lnTo>
                    <a:lnTo>
                      <a:pt x="220" y="551"/>
                    </a:lnTo>
                    <a:lnTo>
                      <a:pt x="218" y="452"/>
                    </a:lnTo>
                    <a:lnTo>
                      <a:pt x="215" y="370"/>
                    </a:lnTo>
                    <a:lnTo>
                      <a:pt x="211" y="301"/>
                    </a:lnTo>
                    <a:lnTo>
                      <a:pt x="206" y="241"/>
                    </a:lnTo>
                    <a:lnTo>
                      <a:pt x="200" y="187"/>
                    </a:lnTo>
                    <a:lnTo>
                      <a:pt x="191" y="134"/>
                    </a:lnTo>
                    <a:lnTo>
                      <a:pt x="180" y="79"/>
                    </a:lnTo>
                    <a:lnTo>
                      <a:pt x="167" y="18"/>
                    </a:lnTo>
                    <a:close/>
                  </a:path>
                </a:pathLst>
              </a:custGeom>
              <a:solidFill>
                <a:srgbClr val="E0C9B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" name="Freeform 39"/>
              <p:cNvSpPr>
                <a:spLocks/>
              </p:cNvSpPr>
              <p:nvPr/>
            </p:nvSpPr>
            <p:spPr bwMode="auto">
              <a:xfrm>
                <a:off x="1703388" y="1566863"/>
                <a:ext cx="66675" cy="171450"/>
              </a:xfrm>
              <a:custGeom>
                <a:avLst/>
                <a:gdLst>
                  <a:gd name="T0" fmla="*/ 2147483647 w 208"/>
                  <a:gd name="T1" fmla="*/ 2147483647 h 540"/>
                  <a:gd name="T2" fmla="*/ 2147483647 w 208"/>
                  <a:gd name="T3" fmla="*/ 2147483647 h 540"/>
                  <a:gd name="T4" fmla="*/ 2147483647 w 208"/>
                  <a:gd name="T5" fmla="*/ 2147483647 h 540"/>
                  <a:gd name="T6" fmla="*/ 2147483647 w 208"/>
                  <a:gd name="T7" fmla="*/ 2147483647 h 540"/>
                  <a:gd name="T8" fmla="*/ 2147483647 w 208"/>
                  <a:gd name="T9" fmla="*/ 2147483647 h 540"/>
                  <a:gd name="T10" fmla="*/ 2147483647 w 208"/>
                  <a:gd name="T11" fmla="*/ 0 h 540"/>
                  <a:gd name="T12" fmla="*/ 2147483647 w 208"/>
                  <a:gd name="T13" fmla="*/ 2147483647 h 540"/>
                  <a:gd name="T14" fmla="*/ 2147483647 w 208"/>
                  <a:gd name="T15" fmla="*/ 2147483647 h 540"/>
                  <a:gd name="T16" fmla="*/ 0 w 208"/>
                  <a:gd name="T17" fmla="*/ 2147483647 h 540"/>
                  <a:gd name="T18" fmla="*/ 2147483647 w 208"/>
                  <a:gd name="T19" fmla="*/ 2147483647 h 540"/>
                  <a:gd name="T20" fmla="*/ 2147483647 w 208"/>
                  <a:gd name="T21" fmla="*/ 2147483647 h 540"/>
                  <a:gd name="T22" fmla="*/ 2147483647 w 208"/>
                  <a:gd name="T23" fmla="*/ 2147483647 h 540"/>
                  <a:gd name="T24" fmla="*/ 2147483647 w 208"/>
                  <a:gd name="T25" fmla="*/ 2147483647 h 540"/>
                  <a:gd name="T26" fmla="*/ 2147483647 w 208"/>
                  <a:gd name="T27" fmla="*/ 2147483647 h 540"/>
                  <a:gd name="T28" fmla="*/ 2147483647 w 208"/>
                  <a:gd name="T29" fmla="*/ 2147483647 h 540"/>
                  <a:gd name="T30" fmla="*/ 2147483647 w 208"/>
                  <a:gd name="T31" fmla="*/ 2147483647 h 540"/>
                  <a:gd name="T32" fmla="*/ 2147483647 w 208"/>
                  <a:gd name="T33" fmla="*/ 2147483647 h 540"/>
                  <a:gd name="T34" fmla="*/ 2147483647 w 208"/>
                  <a:gd name="T35" fmla="*/ 2147483647 h 540"/>
                  <a:gd name="T36" fmla="*/ 2147483647 w 208"/>
                  <a:gd name="T37" fmla="*/ 2147483647 h 540"/>
                  <a:gd name="T38" fmla="*/ 2147483647 w 208"/>
                  <a:gd name="T39" fmla="*/ 2147483647 h 540"/>
                  <a:gd name="T40" fmla="*/ 2147483647 w 208"/>
                  <a:gd name="T41" fmla="*/ 2147483647 h 540"/>
                  <a:gd name="T42" fmla="*/ 2147483647 w 208"/>
                  <a:gd name="T43" fmla="*/ 2147483647 h 540"/>
                  <a:gd name="T44" fmla="*/ 2147483647 w 208"/>
                  <a:gd name="T45" fmla="*/ 2147483647 h 540"/>
                  <a:gd name="T46" fmla="*/ 2147483647 w 208"/>
                  <a:gd name="T47" fmla="*/ 2147483647 h 540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208"/>
                  <a:gd name="T73" fmla="*/ 0 h 540"/>
                  <a:gd name="T74" fmla="*/ 208 w 208"/>
                  <a:gd name="T75" fmla="*/ 540 h 540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208" h="540">
                    <a:moveTo>
                      <a:pt x="156" y="19"/>
                    </a:moveTo>
                    <a:lnTo>
                      <a:pt x="136" y="14"/>
                    </a:lnTo>
                    <a:lnTo>
                      <a:pt x="115" y="9"/>
                    </a:lnTo>
                    <a:lnTo>
                      <a:pt x="95" y="4"/>
                    </a:lnTo>
                    <a:lnTo>
                      <a:pt x="76" y="1"/>
                    </a:lnTo>
                    <a:lnTo>
                      <a:pt x="57" y="0"/>
                    </a:lnTo>
                    <a:lnTo>
                      <a:pt x="37" y="2"/>
                    </a:lnTo>
                    <a:lnTo>
                      <a:pt x="18" y="6"/>
                    </a:lnTo>
                    <a:lnTo>
                      <a:pt x="0" y="14"/>
                    </a:lnTo>
                    <a:lnTo>
                      <a:pt x="14" y="146"/>
                    </a:lnTo>
                    <a:lnTo>
                      <a:pt x="21" y="277"/>
                    </a:lnTo>
                    <a:lnTo>
                      <a:pt x="22" y="407"/>
                    </a:lnTo>
                    <a:lnTo>
                      <a:pt x="18" y="540"/>
                    </a:lnTo>
                    <a:lnTo>
                      <a:pt x="70" y="535"/>
                    </a:lnTo>
                    <a:lnTo>
                      <a:pt x="137" y="518"/>
                    </a:lnTo>
                    <a:lnTo>
                      <a:pt x="208" y="509"/>
                    </a:lnTo>
                    <a:lnTo>
                      <a:pt x="206" y="418"/>
                    </a:lnTo>
                    <a:lnTo>
                      <a:pt x="203" y="342"/>
                    </a:lnTo>
                    <a:lnTo>
                      <a:pt x="199" y="278"/>
                    </a:lnTo>
                    <a:lnTo>
                      <a:pt x="194" y="222"/>
                    </a:lnTo>
                    <a:lnTo>
                      <a:pt x="187" y="172"/>
                    </a:lnTo>
                    <a:lnTo>
                      <a:pt x="179" y="124"/>
                    </a:lnTo>
                    <a:lnTo>
                      <a:pt x="169" y="74"/>
                    </a:lnTo>
                    <a:lnTo>
                      <a:pt x="156" y="19"/>
                    </a:lnTo>
                    <a:close/>
                  </a:path>
                </a:pathLst>
              </a:custGeom>
              <a:solidFill>
                <a:srgbClr val="EAD3C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" name="Freeform 40"/>
              <p:cNvSpPr>
                <a:spLocks/>
              </p:cNvSpPr>
              <p:nvPr/>
            </p:nvSpPr>
            <p:spPr bwMode="auto">
              <a:xfrm>
                <a:off x="1612900" y="1643063"/>
                <a:ext cx="68262" cy="198438"/>
              </a:xfrm>
              <a:custGeom>
                <a:avLst/>
                <a:gdLst>
                  <a:gd name="T0" fmla="*/ 2147483647 w 219"/>
                  <a:gd name="T1" fmla="*/ 2147483647 h 628"/>
                  <a:gd name="T2" fmla="*/ 2147483647 w 219"/>
                  <a:gd name="T3" fmla="*/ 0 h 628"/>
                  <a:gd name="T4" fmla="*/ 2147483647 w 219"/>
                  <a:gd name="T5" fmla="*/ 2147483647 h 628"/>
                  <a:gd name="T6" fmla="*/ 2147483647 w 219"/>
                  <a:gd name="T7" fmla="*/ 2147483647 h 628"/>
                  <a:gd name="T8" fmla="*/ 2147483647 w 219"/>
                  <a:gd name="T9" fmla="*/ 2147483647 h 628"/>
                  <a:gd name="T10" fmla="*/ 2147483647 w 219"/>
                  <a:gd name="T11" fmla="*/ 2147483647 h 628"/>
                  <a:gd name="T12" fmla="*/ 2147483647 w 219"/>
                  <a:gd name="T13" fmla="*/ 2147483647 h 628"/>
                  <a:gd name="T14" fmla="*/ 0 w 219"/>
                  <a:gd name="T15" fmla="*/ 2147483647 h 628"/>
                  <a:gd name="T16" fmla="*/ 2147483647 w 219"/>
                  <a:gd name="T17" fmla="*/ 2147483647 h 628"/>
                  <a:gd name="T18" fmla="*/ 2147483647 w 219"/>
                  <a:gd name="T19" fmla="*/ 2147483647 h 628"/>
                  <a:gd name="T20" fmla="*/ 2147483647 w 219"/>
                  <a:gd name="T21" fmla="*/ 2147483647 h 628"/>
                  <a:gd name="T22" fmla="*/ 2147483647 w 219"/>
                  <a:gd name="T23" fmla="*/ 2147483647 h 628"/>
                  <a:gd name="T24" fmla="*/ 2147483647 w 219"/>
                  <a:gd name="T25" fmla="*/ 2147483647 h 628"/>
                  <a:gd name="T26" fmla="*/ 2147483647 w 219"/>
                  <a:gd name="T27" fmla="*/ 2147483647 h 628"/>
                  <a:gd name="T28" fmla="*/ 2147483647 w 219"/>
                  <a:gd name="T29" fmla="*/ 2147483647 h 628"/>
                  <a:gd name="T30" fmla="*/ 2147483647 w 219"/>
                  <a:gd name="T31" fmla="*/ 2147483647 h 628"/>
                  <a:gd name="T32" fmla="*/ 2147483647 w 219"/>
                  <a:gd name="T33" fmla="*/ 2147483647 h 628"/>
                  <a:gd name="T34" fmla="*/ 2147483647 w 219"/>
                  <a:gd name="T35" fmla="*/ 2147483647 h 62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19"/>
                  <a:gd name="T55" fmla="*/ 0 h 628"/>
                  <a:gd name="T56" fmla="*/ 219 w 219"/>
                  <a:gd name="T57" fmla="*/ 628 h 628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19" h="628">
                    <a:moveTo>
                      <a:pt x="170" y="3"/>
                    </a:moveTo>
                    <a:lnTo>
                      <a:pt x="113" y="0"/>
                    </a:lnTo>
                    <a:lnTo>
                      <a:pt x="34" y="18"/>
                    </a:lnTo>
                    <a:lnTo>
                      <a:pt x="29" y="76"/>
                    </a:lnTo>
                    <a:lnTo>
                      <a:pt x="16" y="135"/>
                    </a:lnTo>
                    <a:lnTo>
                      <a:pt x="6" y="187"/>
                    </a:lnTo>
                    <a:lnTo>
                      <a:pt x="1" y="236"/>
                    </a:lnTo>
                    <a:lnTo>
                      <a:pt x="0" y="281"/>
                    </a:lnTo>
                    <a:lnTo>
                      <a:pt x="6" y="327"/>
                    </a:lnTo>
                    <a:lnTo>
                      <a:pt x="18" y="373"/>
                    </a:lnTo>
                    <a:lnTo>
                      <a:pt x="38" y="420"/>
                    </a:lnTo>
                    <a:lnTo>
                      <a:pt x="65" y="473"/>
                    </a:lnTo>
                    <a:lnTo>
                      <a:pt x="64" y="615"/>
                    </a:lnTo>
                    <a:lnTo>
                      <a:pt x="131" y="628"/>
                    </a:lnTo>
                    <a:lnTo>
                      <a:pt x="211" y="589"/>
                    </a:lnTo>
                    <a:lnTo>
                      <a:pt x="219" y="379"/>
                    </a:lnTo>
                    <a:lnTo>
                      <a:pt x="195" y="56"/>
                    </a:lnTo>
                    <a:lnTo>
                      <a:pt x="170" y="3"/>
                    </a:lnTo>
                    <a:close/>
                  </a:path>
                </a:pathLst>
              </a:custGeom>
              <a:solidFill>
                <a:srgbClr val="51442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" name="Freeform 41"/>
              <p:cNvSpPr>
                <a:spLocks/>
              </p:cNvSpPr>
              <p:nvPr/>
            </p:nvSpPr>
            <p:spPr bwMode="auto">
              <a:xfrm>
                <a:off x="1612900" y="1643063"/>
                <a:ext cx="68262" cy="198438"/>
              </a:xfrm>
              <a:custGeom>
                <a:avLst/>
                <a:gdLst>
                  <a:gd name="T0" fmla="*/ 2147483647 w 219"/>
                  <a:gd name="T1" fmla="*/ 2147483647 h 628"/>
                  <a:gd name="T2" fmla="*/ 2147483647 w 219"/>
                  <a:gd name="T3" fmla="*/ 0 h 628"/>
                  <a:gd name="T4" fmla="*/ 2147483647 w 219"/>
                  <a:gd name="T5" fmla="*/ 2147483647 h 628"/>
                  <a:gd name="T6" fmla="*/ 2147483647 w 219"/>
                  <a:gd name="T7" fmla="*/ 2147483647 h 628"/>
                  <a:gd name="T8" fmla="*/ 2147483647 w 219"/>
                  <a:gd name="T9" fmla="*/ 2147483647 h 628"/>
                  <a:gd name="T10" fmla="*/ 2147483647 w 219"/>
                  <a:gd name="T11" fmla="*/ 2147483647 h 628"/>
                  <a:gd name="T12" fmla="*/ 2147483647 w 219"/>
                  <a:gd name="T13" fmla="*/ 2147483647 h 628"/>
                  <a:gd name="T14" fmla="*/ 0 w 219"/>
                  <a:gd name="T15" fmla="*/ 2147483647 h 628"/>
                  <a:gd name="T16" fmla="*/ 2147483647 w 219"/>
                  <a:gd name="T17" fmla="*/ 2147483647 h 628"/>
                  <a:gd name="T18" fmla="*/ 2147483647 w 219"/>
                  <a:gd name="T19" fmla="*/ 2147483647 h 628"/>
                  <a:gd name="T20" fmla="*/ 2147483647 w 219"/>
                  <a:gd name="T21" fmla="*/ 2147483647 h 628"/>
                  <a:gd name="T22" fmla="*/ 2147483647 w 219"/>
                  <a:gd name="T23" fmla="*/ 2147483647 h 628"/>
                  <a:gd name="T24" fmla="*/ 2147483647 w 219"/>
                  <a:gd name="T25" fmla="*/ 2147483647 h 628"/>
                  <a:gd name="T26" fmla="*/ 2147483647 w 219"/>
                  <a:gd name="T27" fmla="*/ 2147483647 h 628"/>
                  <a:gd name="T28" fmla="*/ 2147483647 w 219"/>
                  <a:gd name="T29" fmla="*/ 2147483647 h 628"/>
                  <a:gd name="T30" fmla="*/ 2147483647 w 219"/>
                  <a:gd name="T31" fmla="*/ 2147483647 h 628"/>
                  <a:gd name="T32" fmla="*/ 2147483647 w 219"/>
                  <a:gd name="T33" fmla="*/ 2147483647 h 628"/>
                  <a:gd name="T34" fmla="*/ 2147483647 w 219"/>
                  <a:gd name="T35" fmla="*/ 2147483647 h 62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19"/>
                  <a:gd name="T55" fmla="*/ 0 h 628"/>
                  <a:gd name="T56" fmla="*/ 219 w 219"/>
                  <a:gd name="T57" fmla="*/ 628 h 628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19" h="628">
                    <a:moveTo>
                      <a:pt x="170" y="3"/>
                    </a:moveTo>
                    <a:lnTo>
                      <a:pt x="113" y="0"/>
                    </a:lnTo>
                    <a:lnTo>
                      <a:pt x="34" y="18"/>
                    </a:lnTo>
                    <a:lnTo>
                      <a:pt x="29" y="76"/>
                    </a:lnTo>
                    <a:lnTo>
                      <a:pt x="16" y="135"/>
                    </a:lnTo>
                    <a:lnTo>
                      <a:pt x="6" y="187"/>
                    </a:lnTo>
                    <a:lnTo>
                      <a:pt x="1" y="236"/>
                    </a:lnTo>
                    <a:lnTo>
                      <a:pt x="0" y="281"/>
                    </a:lnTo>
                    <a:lnTo>
                      <a:pt x="6" y="327"/>
                    </a:lnTo>
                    <a:lnTo>
                      <a:pt x="18" y="373"/>
                    </a:lnTo>
                    <a:lnTo>
                      <a:pt x="38" y="420"/>
                    </a:lnTo>
                    <a:lnTo>
                      <a:pt x="65" y="473"/>
                    </a:lnTo>
                    <a:lnTo>
                      <a:pt x="64" y="615"/>
                    </a:lnTo>
                    <a:lnTo>
                      <a:pt x="131" y="628"/>
                    </a:lnTo>
                    <a:lnTo>
                      <a:pt x="211" y="589"/>
                    </a:lnTo>
                    <a:lnTo>
                      <a:pt x="219" y="379"/>
                    </a:lnTo>
                    <a:lnTo>
                      <a:pt x="195" y="56"/>
                    </a:lnTo>
                    <a:lnTo>
                      <a:pt x="170" y="3"/>
                    </a:lnTo>
                    <a:close/>
                  </a:path>
                </a:pathLst>
              </a:custGeom>
              <a:solidFill>
                <a:srgbClr val="51442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" name="Freeform 42"/>
              <p:cNvSpPr>
                <a:spLocks/>
              </p:cNvSpPr>
              <p:nvPr/>
            </p:nvSpPr>
            <p:spPr bwMode="auto">
              <a:xfrm>
                <a:off x="1652588" y="1744663"/>
                <a:ext cx="30162" cy="98425"/>
              </a:xfrm>
              <a:custGeom>
                <a:avLst/>
                <a:gdLst>
                  <a:gd name="T0" fmla="*/ 2147483647 w 95"/>
                  <a:gd name="T1" fmla="*/ 2147483647 h 313"/>
                  <a:gd name="T2" fmla="*/ 2147483647 w 95"/>
                  <a:gd name="T3" fmla="*/ 2147483647 h 313"/>
                  <a:gd name="T4" fmla="*/ 2147483647 w 95"/>
                  <a:gd name="T5" fmla="*/ 2147483647 h 313"/>
                  <a:gd name="T6" fmla="*/ 2147483647 w 95"/>
                  <a:gd name="T7" fmla="*/ 2147483647 h 313"/>
                  <a:gd name="T8" fmla="*/ 2147483647 w 95"/>
                  <a:gd name="T9" fmla="*/ 2147483647 h 313"/>
                  <a:gd name="T10" fmla="*/ 2147483647 w 95"/>
                  <a:gd name="T11" fmla="*/ 0 h 313"/>
                  <a:gd name="T12" fmla="*/ 2147483647 w 95"/>
                  <a:gd name="T13" fmla="*/ 2147483647 h 313"/>
                  <a:gd name="T14" fmla="*/ 0 w 95"/>
                  <a:gd name="T15" fmla="*/ 2147483647 h 313"/>
                  <a:gd name="T16" fmla="*/ 2147483647 w 95"/>
                  <a:gd name="T17" fmla="*/ 2147483647 h 313"/>
                  <a:gd name="T18" fmla="*/ 2147483647 w 95"/>
                  <a:gd name="T19" fmla="*/ 2147483647 h 313"/>
                  <a:gd name="T20" fmla="*/ 2147483647 w 95"/>
                  <a:gd name="T21" fmla="*/ 2147483647 h 31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95"/>
                  <a:gd name="T34" fmla="*/ 0 h 313"/>
                  <a:gd name="T35" fmla="*/ 95 w 95"/>
                  <a:gd name="T36" fmla="*/ 313 h 31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95" h="313">
                    <a:moveTo>
                      <a:pt x="11" y="313"/>
                    </a:moveTo>
                    <a:lnTo>
                      <a:pt x="86" y="278"/>
                    </a:lnTo>
                    <a:lnTo>
                      <a:pt x="93" y="214"/>
                    </a:lnTo>
                    <a:lnTo>
                      <a:pt x="95" y="144"/>
                    </a:lnTo>
                    <a:lnTo>
                      <a:pt x="92" y="72"/>
                    </a:lnTo>
                    <a:lnTo>
                      <a:pt x="83" y="0"/>
                    </a:lnTo>
                    <a:lnTo>
                      <a:pt x="4" y="15"/>
                    </a:lnTo>
                    <a:lnTo>
                      <a:pt x="0" y="86"/>
                    </a:lnTo>
                    <a:lnTo>
                      <a:pt x="3" y="164"/>
                    </a:lnTo>
                    <a:lnTo>
                      <a:pt x="8" y="241"/>
                    </a:lnTo>
                    <a:lnTo>
                      <a:pt x="11" y="313"/>
                    </a:lnTo>
                    <a:close/>
                  </a:path>
                </a:pathLst>
              </a:custGeom>
              <a:solidFill>
                <a:srgbClr val="AA8E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" name="Freeform 43"/>
              <p:cNvSpPr>
                <a:spLocks/>
              </p:cNvSpPr>
              <p:nvPr/>
            </p:nvSpPr>
            <p:spPr bwMode="auto">
              <a:xfrm>
                <a:off x="1646238" y="1644651"/>
                <a:ext cx="31750" cy="163513"/>
              </a:xfrm>
              <a:custGeom>
                <a:avLst/>
                <a:gdLst>
                  <a:gd name="T0" fmla="*/ 2147483647 w 104"/>
                  <a:gd name="T1" fmla="*/ 0 h 514"/>
                  <a:gd name="T2" fmla="*/ 0 w 104"/>
                  <a:gd name="T3" fmla="*/ 2147483647 h 514"/>
                  <a:gd name="T4" fmla="*/ 2147483647 w 104"/>
                  <a:gd name="T5" fmla="*/ 2147483647 h 514"/>
                  <a:gd name="T6" fmla="*/ 2147483647 w 104"/>
                  <a:gd name="T7" fmla="*/ 2147483647 h 514"/>
                  <a:gd name="T8" fmla="*/ 2147483647 w 104"/>
                  <a:gd name="T9" fmla="*/ 2147483647 h 514"/>
                  <a:gd name="T10" fmla="*/ 2147483647 w 104"/>
                  <a:gd name="T11" fmla="*/ 2147483647 h 514"/>
                  <a:gd name="T12" fmla="*/ 2147483647 w 104"/>
                  <a:gd name="T13" fmla="*/ 2147483647 h 514"/>
                  <a:gd name="T14" fmla="*/ 2147483647 w 104"/>
                  <a:gd name="T15" fmla="*/ 2147483647 h 514"/>
                  <a:gd name="T16" fmla="*/ 2147483647 w 104"/>
                  <a:gd name="T17" fmla="*/ 2147483647 h 514"/>
                  <a:gd name="T18" fmla="*/ 2147483647 w 104"/>
                  <a:gd name="T19" fmla="*/ 2147483647 h 514"/>
                  <a:gd name="T20" fmla="*/ 2147483647 w 104"/>
                  <a:gd name="T21" fmla="*/ 2147483647 h 514"/>
                  <a:gd name="T22" fmla="*/ 2147483647 w 104"/>
                  <a:gd name="T23" fmla="*/ 2147483647 h 514"/>
                  <a:gd name="T24" fmla="*/ 2147483647 w 104"/>
                  <a:gd name="T25" fmla="*/ 2147483647 h 514"/>
                  <a:gd name="T26" fmla="*/ 2147483647 w 104"/>
                  <a:gd name="T27" fmla="*/ 2147483647 h 514"/>
                  <a:gd name="T28" fmla="*/ 2147483647 w 104"/>
                  <a:gd name="T29" fmla="*/ 2147483647 h 514"/>
                  <a:gd name="T30" fmla="*/ 2147483647 w 104"/>
                  <a:gd name="T31" fmla="*/ 2147483647 h 514"/>
                  <a:gd name="T32" fmla="*/ 2147483647 w 104"/>
                  <a:gd name="T33" fmla="*/ 2147483647 h 514"/>
                  <a:gd name="T34" fmla="*/ 2147483647 w 104"/>
                  <a:gd name="T35" fmla="*/ 2147483647 h 514"/>
                  <a:gd name="T36" fmla="*/ 2147483647 w 104"/>
                  <a:gd name="T37" fmla="*/ 2147483647 h 514"/>
                  <a:gd name="T38" fmla="*/ 2147483647 w 104"/>
                  <a:gd name="T39" fmla="*/ 2147483647 h 514"/>
                  <a:gd name="T40" fmla="*/ 2147483647 w 104"/>
                  <a:gd name="T41" fmla="*/ 2147483647 h 514"/>
                  <a:gd name="T42" fmla="*/ 2147483647 w 104"/>
                  <a:gd name="T43" fmla="*/ 0 h 514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04"/>
                  <a:gd name="T67" fmla="*/ 0 h 514"/>
                  <a:gd name="T68" fmla="*/ 104 w 104"/>
                  <a:gd name="T69" fmla="*/ 514 h 514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04" h="514">
                    <a:moveTo>
                      <a:pt x="56" y="0"/>
                    </a:moveTo>
                    <a:lnTo>
                      <a:pt x="0" y="29"/>
                    </a:lnTo>
                    <a:lnTo>
                      <a:pt x="8" y="84"/>
                    </a:lnTo>
                    <a:lnTo>
                      <a:pt x="15" y="139"/>
                    </a:lnTo>
                    <a:lnTo>
                      <a:pt x="21" y="194"/>
                    </a:lnTo>
                    <a:lnTo>
                      <a:pt x="27" y="250"/>
                    </a:lnTo>
                    <a:lnTo>
                      <a:pt x="33" y="305"/>
                    </a:lnTo>
                    <a:lnTo>
                      <a:pt x="38" y="361"/>
                    </a:lnTo>
                    <a:lnTo>
                      <a:pt x="44" y="415"/>
                    </a:lnTo>
                    <a:lnTo>
                      <a:pt x="50" y="471"/>
                    </a:lnTo>
                    <a:lnTo>
                      <a:pt x="69" y="514"/>
                    </a:lnTo>
                    <a:lnTo>
                      <a:pt x="97" y="511"/>
                    </a:lnTo>
                    <a:lnTo>
                      <a:pt x="100" y="475"/>
                    </a:lnTo>
                    <a:lnTo>
                      <a:pt x="103" y="412"/>
                    </a:lnTo>
                    <a:lnTo>
                      <a:pt x="104" y="353"/>
                    </a:lnTo>
                    <a:lnTo>
                      <a:pt x="104" y="297"/>
                    </a:lnTo>
                    <a:lnTo>
                      <a:pt x="101" y="242"/>
                    </a:lnTo>
                    <a:lnTo>
                      <a:pt x="97" y="188"/>
                    </a:lnTo>
                    <a:lnTo>
                      <a:pt x="93" y="134"/>
                    </a:lnTo>
                    <a:lnTo>
                      <a:pt x="88" y="81"/>
                    </a:lnTo>
                    <a:lnTo>
                      <a:pt x="81" y="25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" name="Freeform 44"/>
              <p:cNvSpPr>
                <a:spLocks/>
              </p:cNvSpPr>
              <p:nvPr/>
            </p:nvSpPr>
            <p:spPr bwMode="auto">
              <a:xfrm>
                <a:off x="1622425" y="1639888"/>
                <a:ext cx="41275" cy="11113"/>
              </a:xfrm>
              <a:custGeom>
                <a:avLst/>
                <a:gdLst>
                  <a:gd name="T0" fmla="*/ 2147483647 w 134"/>
                  <a:gd name="T1" fmla="*/ 2147483647 h 34"/>
                  <a:gd name="T2" fmla="*/ 2147483647 w 134"/>
                  <a:gd name="T3" fmla="*/ 2147483647 h 34"/>
                  <a:gd name="T4" fmla="*/ 0 w 134"/>
                  <a:gd name="T5" fmla="*/ 2147483647 h 34"/>
                  <a:gd name="T6" fmla="*/ 2147483647 w 134"/>
                  <a:gd name="T7" fmla="*/ 0 h 34"/>
                  <a:gd name="T8" fmla="*/ 2147483647 w 134"/>
                  <a:gd name="T9" fmla="*/ 2147483647 h 34"/>
                  <a:gd name="T10" fmla="*/ 2147483647 w 134"/>
                  <a:gd name="T11" fmla="*/ 2147483647 h 34"/>
                  <a:gd name="T12" fmla="*/ 2147483647 w 134"/>
                  <a:gd name="T13" fmla="*/ 2147483647 h 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4"/>
                  <a:gd name="T22" fmla="*/ 0 h 34"/>
                  <a:gd name="T23" fmla="*/ 134 w 134"/>
                  <a:gd name="T24" fmla="*/ 34 h 3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4" h="34">
                    <a:moveTo>
                      <a:pt x="67" y="34"/>
                    </a:moveTo>
                    <a:lnTo>
                      <a:pt x="34" y="32"/>
                    </a:lnTo>
                    <a:lnTo>
                      <a:pt x="0" y="30"/>
                    </a:lnTo>
                    <a:lnTo>
                      <a:pt x="67" y="0"/>
                    </a:lnTo>
                    <a:lnTo>
                      <a:pt x="134" y="5"/>
                    </a:lnTo>
                    <a:lnTo>
                      <a:pt x="93" y="18"/>
                    </a:lnTo>
                    <a:lnTo>
                      <a:pt x="67" y="34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8" name="Freeform 45"/>
              <p:cNvSpPr>
                <a:spLocks/>
              </p:cNvSpPr>
              <p:nvPr/>
            </p:nvSpPr>
            <p:spPr bwMode="auto">
              <a:xfrm>
                <a:off x="1655763" y="1751013"/>
                <a:ext cx="25400" cy="60325"/>
              </a:xfrm>
              <a:custGeom>
                <a:avLst/>
                <a:gdLst>
                  <a:gd name="T0" fmla="*/ 2147483647 w 78"/>
                  <a:gd name="T1" fmla="*/ 0 h 190"/>
                  <a:gd name="T2" fmla="*/ 2147483647 w 78"/>
                  <a:gd name="T3" fmla="*/ 2147483647 h 190"/>
                  <a:gd name="T4" fmla="*/ 2147483647 w 78"/>
                  <a:gd name="T5" fmla="*/ 2147483647 h 190"/>
                  <a:gd name="T6" fmla="*/ 2147483647 w 78"/>
                  <a:gd name="T7" fmla="*/ 2147483647 h 190"/>
                  <a:gd name="T8" fmla="*/ 2147483647 w 78"/>
                  <a:gd name="T9" fmla="*/ 2147483647 h 190"/>
                  <a:gd name="T10" fmla="*/ 2147483647 w 78"/>
                  <a:gd name="T11" fmla="*/ 2147483647 h 190"/>
                  <a:gd name="T12" fmla="*/ 2147483647 w 78"/>
                  <a:gd name="T13" fmla="*/ 2147483647 h 190"/>
                  <a:gd name="T14" fmla="*/ 0 w 78"/>
                  <a:gd name="T15" fmla="*/ 2147483647 h 190"/>
                  <a:gd name="T16" fmla="*/ 2147483647 w 78"/>
                  <a:gd name="T17" fmla="*/ 2147483647 h 190"/>
                  <a:gd name="T18" fmla="*/ 2147483647 w 78"/>
                  <a:gd name="T19" fmla="*/ 2147483647 h 190"/>
                  <a:gd name="T20" fmla="*/ 2147483647 w 78"/>
                  <a:gd name="T21" fmla="*/ 2147483647 h 190"/>
                  <a:gd name="T22" fmla="*/ 2147483647 w 78"/>
                  <a:gd name="T23" fmla="*/ 2147483647 h 190"/>
                  <a:gd name="T24" fmla="*/ 2147483647 w 78"/>
                  <a:gd name="T25" fmla="*/ 2147483647 h 190"/>
                  <a:gd name="T26" fmla="*/ 2147483647 w 78"/>
                  <a:gd name="T27" fmla="*/ 2147483647 h 190"/>
                  <a:gd name="T28" fmla="*/ 2147483647 w 78"/>
                  <a:gd name="T29" fmla="*/ 0 h 19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8"/>
                  <a:gd name="T46" fmla="*/ 0 h 190"/>
                  <a:gd name="T47" fmla="*/ 78 w 78"/>
                  <a:gd name="T48" fmla="*/ 190 h 19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8" h="190">
                    <a:moveTo>
                      <a:pt x="78" y="0"/>
                    </a:moveTo>
                    <a:lnTo>
                      <a:pt x="76" y="124"/>
                    </a:lnTo>
                    <a:lnTo>
                      <a:pt x="74" y="162"/>
                    </a:lnTo>
                    <a:lnTo>
                      <a:pt x="62" y="190"/>
                    </a:lnTo>
                    <a:lnTo>
                      <a:pt x="45" y="189"/>
                    </a:lnTo>
                    <a:lnTo>
                      <a:pt x="20" y="155"/>
                    </a:lnTo>
                    <a:lnTo>
                      <a:pt x="13" y="115"/>
                    </a:lnTo>
                    <a:lnTo>
                      <a:pt x="0" y="1"/>
                    </a:lnTo>
                    <a:lnTo>
                      <a:pt x="17" y="119"/>
                    </a:lnTo>
                    <a:lnTo>
                      <a:pt x="32" y="162"/>
                    </a:lnTo>
                    <a:lnTo>
                      <a:pt x="44" y="172"/>
                    </a:lnTo>
                    <a:lnTo>
                      <a:pt x="62" y="163"/>
                    </a:lnTo>
                    <a:lnTo>
                      <a:pt x="66" y="107"/>
                    </a:lnTo>
                    <a:lnTo>
                      <a:pt x="73" y="27"/>
                    </a:lnTo>
                    <a:lnTo>
                      <a:pt x="78" y="0"/>
                    </a:lnTo>
                    <a:close/>
                  </a:path>
                </a:pathLst>
              </a:custGeom>
              <a:solidFill>
                <a:srgbClr val="DBC4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9" name="Freeform 46"/>
              <p:cNvSpPr>
                <a:spLocks/>
              </p:cNvSpPr>
              <p:nvPr/>
            </p:nvSpPr>
            <p:spPr bwMode="auto">
              <a:xfrm>
                <a:off x="1422400" y="1679576"/>
                <a:ext cx="93662" cy="271463"/>
              </a:xfrm>
              <a:custGeom>
                <a:avLst/>
                <a:gdLst>
                  <a:gd name="T0" fmla="*/ 2147483647 w 295"/>
                  <a:gd name="T1" fmla="*/ 0 h 853"/>
                  <a:gd name="T2" fmla="*/ 2147483647 w 295"/>
                  <a:gd name="T3" fmla="*/ 2147483647 h 853"/>
                  <a:gd name="T4" fmla="*/ 2147483647 w 295"/>
                  <a:gd name="T5" fmla="*/ 2147483647 h 853"/>
                  <a:gd name="T6" fmla="*/ 2147483647 w 295"/>
                  <a:gd name="T7" fmla="*/ 2147483647 h 853"/>
                  <a:gd name="T8" fmla="*/ 2147483647 w 295"/>
                  <a:gd name="T9" fmla="*/ 2147483647 h 853"/>
                  <a:gd name="T10" fmla="*/ 2147483647 w 295"/>
                  <a:gd name="T11" fmla="*/ 2147483647 h 853"/>
                  <a:gd name="T12" fmla="*/ 2147483647 w 295"/>
                  <a:gd name="T13" fmla="*/ 2147483647 h 853"/>
                  <a:gd name="T14" fmla="*/ 0 w 295"/>
                  <a:gd name="T15" fmla="*/ 2147483647 h 853"/>
                  <a:gd name="T16" fmla="*/ 2147483647 w 295"/>
                  <a:gd name="T17" fmla="*/ 2147483647 h 853"/>
                  <a:gd name="T18" fmla="*/ 2147483647 w 295"/>
                  <a:gd name="T19" fmla="*/ 2147483647 h 853"/>
                  <a:gd name="T20" fmla="*/ 2147483647 w 295"/>
                  <a:gd name="T21" fmla="*/ 2147483647 h 853"/>
                  <a:gd name="T22" fmla="*/ 2147483647 w 295"/>
                  <a:gd name="T23" fmla="*/ 2147483647 h 853"/>
                  <a:gd name="T24" fmla="*/ 2147483647 w 295"/>
                  <a:gd name="T25" fmla="*/ 2147483647 h 853"/>
                  <a:gd name="T26" fmla="*/ 2147483647 w 295"/>
                  <a:gd name="T27" fmla="*/ 2147483647 h 853"/>
                  <a:gd name="T28" fmla="*/ 2147483647 w 295"/>
                  <a:gd name="T29" fmla="*/ 2147483647 h 853"/>
                  <a:gd name="T30" fmla="*/ 2147483647 w 295"/>
                  <a:gd name="T31" fmla="*/ 2147483647 h 853"/>
                  <a:gd name="T32" fmla="*/ 2147483647 w 295"/>
                  <a:gd name="T33" fmla="*/ 2147483647 h 853"/>
                  <a:gd name="T34" fmla="*/ 2147483647 w 295"/>
                  <a:gd name="T35" fmla="*/ 0 h 85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95"/>
                  <a:gd name="T55" fmla="*/ 0 h 853"/>
                  <a:gd name="T56" fmla="*/ 295 w 295"/>
                  <a:gd name="T57" fmla="*/ 853 h 853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95" h="853">
                    <a:moveTo>
                      <a:pt x="228" y="0"/>
                    </a:moveTo>
                    <a:lnTo>
                      <a:pt x="151" y="8"/>
                    </a:lnTo>
                    <a:lnTo>
                      <a:pt x="46" y="31"/>
                    </a:lnTo>
                    <a:lnTo>
                      <a:pt x="40" y="111"/>
                    </a:lnTo>
                    <a:lnTo>
                      <a:pt x="22" y="189"/>
                    </a:lnTo>
                    <a:lnTo>
                      <a:pt x="8" y="260"/>
                    </a:lnTo>
                    <a:lnTo>
                      <a:pt x="1" y="325"/>
                    </a:lnTo>
                    <a:lnTo>
                      <a:pt x="0" y="386"/>
                    </a:lnTo>
                    <a:lnTo>
                      <a:pt x="7" y="446"/>
                    </a:lnTo>
                    <a:lnTo>
                      <a:pt x="24" y="508"/>
                    </a:lnTo>
                    <a:lnTo>
                      <a:pt x="50" y="573"/>
                    </a:lnTo>
                    <a:lnTo>
                      <a:pt x="88" y="644"/>
                    </a:lnTo>
                    <a:lnTo>
                      <a:pt x="86" y="835"/>
                    </a:lnTo>
                    <a:lnTo>
                      <a:pt x="177" y="853"/>
                    </a:lnTo>
                    <a:lnTo>
                      <a:pt x="284" y="799"/>
                    </a:lnTo>
                    <a:lnTo>
                      <a:pt x="295" y="517"/>
                    </a:lnTo>
                    <a:lnTo>
                      <a:pt x="262" y="83"/>
                    </a:lnTo>
                    <a:lnTo>
                      <a:pt x="228" y="0"/>
                    </a:lnTo>
                    <a:close/>
                  </a:path>
                </a:pathLst>
              </a:custGeom>
              <a:solidFill>
                <a:srgbClr val="51442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0" name="Freeform 47"/>
              <p:cNvSpPr>
                <a:spLocks/>
              </p:cNvSpPr>
              <p:nvPr/>
            </p:nvSpPr>
            <p:spPr bwMode="auto">
              <a:xfrm>
                <a:off x="1528763" y="1624013"/>
                <a:ext cx="128587" cy="249238"/>
              </a:xfrm>
              <a:custGeom>
                <a:avLst/>
                <a:gdLst>
                  <a:gd name="T0" fmla="*/ 2147483647 w 405"/>
                  <a:gd name="T1" fmla="*/ 0 h 784"/>
                  <a:gd name="T2" fmla="*/ 2147483647 w 405"/>
                  <a:gd name="T3" fmla="*/ 2147483647 h 784"/>
                  <a:gd name="T4" fmla="*/ 2147483647 w 405"/>
                  <a:gd name="T5" fmla="*/ 2147483647 h 784"/>
                  <a:gd name="T6" fmla="*/ 2147483647 w 405"/>
                  <a:gd name="T7" fmla="*/ 2147483647 h 784"/>
                  <a:gd name="T8" fmla="*/ 2147483647 w 405"/>
                  <a:gd name="T9" fmla="*/ 2147483647 h 784"/>
                  <a:gd name="T10" fmla="*/ 2147483647 w 405"/>
                  <a:gd name="T11" fmla="*/ 2147483647 h 784"/>
                  <a:gd name="T12" fmla="*/ 2147483647 w 405"/>
                  <a:gd name="T13" fmla="*/ 2147483647 h 784"/>
                  <a:gd name="T14" fmla="*/ 2147483647 w 405"/>
                  <a:gd name="T15" fmla="*/ 2147483647 h 784"/>
                  <a:gd name="T16" fmla="*/ 2147483647 w 405"/>
                  <a:gd name="T17" fmla="*/ 2147483647 h 784"/>
                  <a:gd name="T18" fmla="*/ 2147483647 w 405"/>
                  <a:gd name="T19" fmla="*/ 2147483647 h 784"/>
                  <a:gd name="T20" fmla="*/ 2147483647 w 405"/>
                  <a:gd name="T21" fmla="*/ 2147483647 h 784"/>
                  <a:gd name="T22" fmla="*/ 2147483647 w 405"/>
                  <a:gd name="T23" fmla="*/ 2147483647 h 784"/>
                  <a:gd name="T24" fmla="*/ 2147483647 w 405"/>
                  <a:gd name="T25" fmla="*/ 2147483647 h 784"/>
                  <a:gd name="T26" fmla="*/ 2147483647 w 405"/>
                  <a:gd name="T27" fmla="*/ 2147483647 h 784"/>
                  <a:gd name="T28" fmla="*/ 2147483647 w 405"/>
                  <a:gd name="T29" fmla="*/ 2147483647 h 784"/>
                  <a:gd name="T30" fmla="*/ 2147483647 w 405"/>
                  <a:gd name="T31" fmla="*/ 2147483647 h 784"/>
                  <a:gd name="T32" fmla="*/ 0 w 405"/>
                  <a:gd name="T33" fmla="*/ 2147483647 h 784"/>
                  <a:gd name="T34" fmla="*/ 2147483647 w 405"/>
                  <a:gd name="T35" fmla="*/ 2147483647 h 784"/>
                  <a:gd name="T36" fmla="*/ 2147483647 w 405"/>
                  <a:gd name="T37" fmla="*/ 2147483647 h 784"/>
                  <a:gd name="T38" fmla="*/ 2147483647 w 405"/>
                  <a:gd name="T39" fmla="*/ 2147483647 h 784"/>
                  <a:gd name="T40" fmla="*/ 2147483647 w 405"/>
                  <a:gd name="T41" fmla="*/ 2147483647 h 784"/>
                  <a:gd name="T42" fmla="*/ 2147483647 w 405"/>
                  <a:gd name="T43" fmla="*/ 2147483647 h 784"/>
                  <a:gd name="T44" fmla="*/ 2147483647 w 405"/>
                  <a:gd name="T45" fmla="*/ 2147483647 h 784"/>
                  <a:gd name="T46" fmla="*/ 2147483647 w 405"/>
                  <a:gd name="T47" fmla="*/ 2147483647 h 784"/>
                  <a:gd name="T48" fmla="*/ 2147483647 w 405"/>
                  <a:gd name="T49" fmla="*/ 2147483647 h 784"/>
                  <a:gd name="T50" fmla="*/ 2147483647 w 405"/>
                  <a:gd name="T51" fmla="*/ 2147483647 h 784"/>
                  <a:gd name="T52" fmla="*/ 2147483647 w 405"/>
                  <a:gd name="T53" fmla="*/ 2147483647 h 784"/>
                  <a:gd name="T54" fmla="*/ 2147483647 w 405"/>
                  <a:gd name="T55" fmla="*/ 2147483647 h 784"/>
                  <a:gd name="T56" fmla="*/ 2147483647 w 405"/>
                  <a:gd name="T57" fmla="*/ 2147483647 h 784"/>
                  <a:gd name="T58" fmla="*/ 2147483647 w 405"/>
                  <a:gd name="T59" fmla="*/ 2147483647 h 784"/>
                  <a:gd name="T60" fmla="*/ 2147483647 w 405"/>
                  <a:gd name="T61" fmla="*/ 2147483647 h 784"/>
                  <a:gd name="T62" fmla="*/ 2147483647 w 405"/>
                  <a:gd name="T63" fmla="*/ 2147483647 h 784"/>
                  <a:gd name="T64" fmla="*/ 2147483647 w 405"/>
                  <a:gd name="T65" fmla="*/ 2147483647 h 784"/>
                  <a:gd name="T66" fmla="*/ 2147483647 w 405"/>
                  <a:gd name="T67" fmla="*/ 2147483647 h 784"/>
                  <a:gd name="T68" fmla="*/ 2147483647 w 405"/>
                  <a:gd name="T69" fmla="*/ 2147483647 h 784"/>
                  <a:gd name="T70" fmla="*/ 2147483647 w 405"/>
                  <a:gd name="T71" fmla="*/ 2147483647 h 784"/>
                  <a:gd name="T72" fmla="*/ 2147483647 w 405"/>
                  <a:gd name="T73" fmla="*/ 2147483647 h 784"/>
                  <a:gd name="T74" fmla="*/ 2147483647 w 405"/>
                  <a:gd name="T75" fmla="*/ 2147483647 h 784"/>
                  <a:gd name="T76" fmla="*/ 2147483647 w 405"/>
                  <a:gd name="T77" fmla="*/ 2147483647 h 784"/>
                  <a:gd name="T78" fmla="*/ 2147483647 w 405"/>
                  <a:gd name="T79" fmla="*/ 2147483647 h 784"/>
                  <a:gd name="T80" fmla="*/ 2147483647 w 405"/>
                  <a:gd name="T81" fmla="*/ 2147483647 h 784"/>
                  <a:gd name="T82" fmla="*/ 2147483647 w 405"/>
                  <a:gd name="T83" fmla="*/ 2147483647 h 784"/>
                  <a:gd name="T84" fmla="*/ 2147483647 w 405"/>
                  <a:gd name="T85" fmla="*/ 2147483647 h 784"/>
                  <a:gd name="T86" fmla="*/ 2147483647 w 405"/>
                  <a:gd name="T87" fmla="*/ 2147483647 h 784"/>
                  <a:gd name="T88" fmla="*/ 2147483647 w 405"/>
                  <a:gd name="T89" fmla="*/ 2147483647 h 784"/>
                  <a:gd name="T90" fmla="*/ 2147483647 w 405"/>
                  <a:gd name="T91" fmla="*/ 2147483647 h 784"/>
                  <a:gd name="T92" fmla="*/ 2147483647 w 405"/>
                  <a:gd name="T93" fmla="*/ 2147483647 h 784"/>
                  <a:gd name="T94" fmla="*/ 2147483647 w 405"/>
                  <a:gd name="T95" fmla="*/ 2147483647 h 784"/>
                  <a:gd name="T96" fmla="*/ 2147483647 w 405"/>
                  <a:gd name="T97" fmla="*/ 0 h 784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05"/>
                  <a:gd name="T148" fmla="*/ 0 h 784"/>
                  <a:gd name="T149" fmla="*/ 405 w 405"/>
                  <a:gd name="T150" fmla="*/ 784 h 784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05" h="784">
                    <a:moveTo>
                      <a:pt x="360" y="0"/>
                    </a:moveTo>
                    <a:lnTo>
                      <a:pt x="338" y="6"/>
                    </a:lnTo>
                    <a:lnTo>
                      <a:pt x="316" y="12"/>
                    </a:lnTo>
                    <a:lnTo>
                      <a:pt x="292" y="19"/>
                    </a:lnTo>
                    <a:lnTo>
                      <a:pt x="269" y="24"/>
                    </a:lnTo>
                    <a:lnTo>
                      <a:pt x="247" y="30"/>
                    </a:lnTo>
                    <a:lnTo>
                      <a:pt x="224" y="36"/>
                    </a:lnTo>
                    <a:lnTo>
                      <a:pt x="200" y="41"/>
                    </a:lnTo>
                    <a:lnTo>
                      <a:pt x="177" y="47"/>
                    </a:lnTo>
                    <a:lnTo>
                      <a:pt x="154" y="52"/>
                    </a:lnTo>
                    <a:lnTo>
                      <a:pt x="131" y="57"/>
                    </a:lnTo>
                    <a:lnTo>
                      <a:pt x="108" y="62"/>
                    </a:lnTo>
                    <a:lnTo>
                      <a:pt x="86" y="67"/>
                    </a:lnTo>
                    <a:lnTo>
                      <a:pt x="64" y="73"/>
                    </a:lnTo>
                    <a:lnTo>
                      <a:pt x="42" y="78"/>
                    </a:lnTo>
                    <a:lnTo>
                      <a:pt x="21" y="82"/>
                    </a:lnTo>
                    <a:lnTo>
                      <a:pt x="0" y="87"/>
                    </a:lnTo>
                    <a:lnTo>
                      <a:pt x="11" y="175"/>
                    </a:lnTo>
                    <a:lnTo>
                      <a:pt x="20" y="262"/>
                    </a:lnTo>
                    <a:lnTo>
                      <a:pt x="29" y="348"/>
                    </a:lnTo>
                    <a:lnTo>
                      <a:pt x="36" y="435"/>
                    </a:lnTo>
                    <a:lnTo>
                      <a:pt x="42" y="520"/>
                    </a:lnTo>
                    <a:lnTo>
                      <a:pt x="45" y="607"/>
                    </a:lnTo>
                    <a:lnTo>
                      <a:pt x="47" y="694"/>
                    </a:lnTo>
                    <a:lnTo>
                      <a:pt x="47" y="784"/>
                    </a:lnTo>
                    <a:lnTo>
                      <a:pt x="74" y="775"/>
                    </a:lnTo>
                    <a:lnTo>
                      <a:pt x="99" y="766"/>
                    </a:lnTo>
                    <a:lnTo>
                      <a:pt x="123" y="758"/>
                    </a:lnTo>
                    <a:lnTo>
                      <a:pt x="147" y="748"/>
                    </a:lnTo>
                    <a:lnTo>
                      <a:pt x="169" y="739"/>
                    </a:lnTo>
                    <a:lnTo>
                      <a:pt x="191" y="729"/>
                    </a:lnTo>
                    <a:lnTo>
                      <a:pt x="212" y="718"/>
                    </a:lnTo>
                    <a:lnTo>
                      <a:pt x="233" y="708"/>
                    </a:lnTo>
                    <a:lnTo>
                      <a:pt x="254" y="696"/>
                    </a:lnTo>
                    <a:lnTo>
                      <a:pt x="274" y="684"/>
                    </a:lnTo>
                    <a:lnTo>
                      <a:pt x="295" y="672"/>
                    </a:lnTo>
                    <a:lnTo>
                      <a:pt x="316" y="660"/>
                    </a:lnTo>
                    <a:lnTo>
                      <a:pt x="337" y="648"/>
                    </a:lnTo>
                    <a:lnTo>
                      <a:pt x="359" y="634"/>
                    </a:lnTo>
                    <a:lnTo>
                      <a:pt x="382" y="621"/>
                    </a:lnTo>
                    <a:lnTo>
                      <a:pt x="405" y="607"/>
                    </a:lnTo>
                    <a:lnTo>
                      <a:pt x="402" y="530"/>
                    </a:lnTo>
                    <a:lnTo>
                      <a:pt x="399" y="454"/>
                    </a:lnTo>
                    <a:lnTo>
                      <a:pt x="395" y="378"/>
                    </a:lnTo>
                    <a:lnTo>
                      <a:pt x="391" y="303"/>
                    </a:lnTo>
                    <a:lnTo>
                      <a:pt x="386" y="228"/>
                    </a:lnTo>
                    <a:lnTo>
                      <a:pt x="379" y="153"/>
                    </a:lnTo>
                    <a:lnTo>
                      <a:pt x="370" y="77"/>
                    </a:lnTo>
                    <a:lnTo>
                      <a:pt x="360" y="0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1" name="Freeform 48"/>
              <p:cNvSpPr>
                <a:spLocks/>
              </p:cNvSpPr>
              <p:nvPr/>
            </p:nvSpPr>
            <p:spPr bwMode="auto">
              <a:xfrm>
                <a:off x="1506538" y="1590676"/>
                <a:ext cx="158750" cy="349250"/>
              </a:xfrm>
              <a:custGeom>
                <a:avLst/>
                <a:gdLst>
                  <a:gd name="T0" fmla="*/ 2147483647 w 497"/>
                  <a:gd name="T1" fmla="*/ 0 h 1099"/>
                  <a:gd name="T2" fmla="*/ 2147483647 w 497"/>
                  <a:gd name="T3" fmla="*/ 2147483647 h 1099"/>
                  <a:gd name="T4" fmla="*/ 2147483647 w 497"/>
                  <a:gd name="T5" fmla="*/ 2147483647 h 1099"/>
                  <a:gd name="T6" fmla="*/ 2147483647 w 497"/>
                  <a:gd name="T7" fmla="*/ 2147483647 h 1099"/>
                  <a:gd name="T8" fmla="*/ 2147483647 w 497"/>
                  <a:gd name="T9" fmla="*/ 2147483647 h 1099"/>
                  <a:gd name="T10" fmla="*/ 2147483647 w 497"/>
                  <a:gd name="T11" fmla="*/ 2147483647 h 1099"/>
                  <a:gd name="T12" fmla="*/ 2147483647 w 497"/>
                  <a:gd name="T13" fmla="*/ 2147483647 h 1099"/>
                  <a:gd name="T14" fmla="*/ 2147483647 w 497"/>
                  <a:gd name="T15" fmla="*/ 2147483647 h 1099"/>
                  <a:gd name="T16" fmla="*/ 2147483647 w 497"/>
                  <a:gd name="T17" fmla="*/ 2147483647 h 1099"/>
                  <a:gd name="T18" fmla="*/ 2147483647 w 497"/>
                  <a:gd name="T19" fmla="*/ 2147483647 h 1099"/>
                  <a:gd name="T20" fmla="*/ 2147483647 w 497"/>
                  <a:gd name="T21" fmla="*/ 2147483647 h 1099"/>
                  <a:gd name="T22" fmla="*/ 2147483647 w 497"/>
                  <a:gd name="T23" fmla="*/ 2147483647 h 1099"/>
                  <a:gd name="T24" fmla="*/ 2147483647 w 497"/>
                  <a:gd name="T25" fmla="*/ 2147483647 h 1099"/>
                  <a:gd name="T26" fmla="*/ 2147483647 w 497"/>
                  <a:gd name="T27" fmla="*/ 2147483647 h 1099"/>
                  <a:gd name="T28" fmla="*/ 2147483647 w 497"/>
                  <a:gd name="T29" fmla="*/ 2147483647 h 1099"/>
                  <a:gd name="T30" fmla="*/ 2147483647 w 497"/>
                  <a:gd name="T31" fmla="*/ 2147483647 h 1099"/>
                  <a:gd name="T32" fmla="*/ 0 w 497"/>
                  <a:gd name="T33" fmla="*/ 2147483647 h 1099"/>
                  <a:gd name="T34" fmla="*/ 2147483647 w 497"/>
                  <a:gd name="T35" fmla="*/ 2147483647 h 1099"/>
                  <a:gd name="T36" fmla="*/ 2147483647 w 497"/>
                  <a:gd name="T37" fmla="*/ 2147483647 h 1099"/>
                  <a:gd name="T38" fmla="*/ 2147483647 w 497"/>
                  <a:gd name="T39" fmla="*/ 2147483647 h 1099"/>
                  <a:gd name="T40" fmla="*/ 2147483647 w 497"/>
                  <a:gd name="T41" fmla="*/ 2147483647 h 1099"/>
                  <a:gd name="T42" fmla="*/ 2147483647 w 497"/>
                  <a:gd name="T43" fmla="*/ 2147483647 h 1099"/>
                  <a:gd name="T44" fmla="*/ 2147483647 w 497"/>
                  <a:gd name="T45" fmla="*/ 2147483647 h 1099"/>
                  <a:gd name="T46" fmla="*/ 2147483647 w 497"/>
                  <a:gd name="T47" fmla="*/ 2147483647 h 1099"/>
                  <a:gd name="T48" fmla="*/ 2147483647 w 497"/>
                  <a:gd name="T49" fmla="*/ 2147483647 h 1099"/>
                  <a:gd name="T50" fmla="*/ 2147483647 w 497"/>
                  <a:gd name="T51" fmla="*/ 2147483647 h 1099"/>
                  <a:gd name="T52" fmla="*/ 2147483647 w 497"/>
                  <a:gd name="T53" fmla="*/ 2147483647 h 1099"/>
                  <a:gd name="T54" fmla="*/ 2147483647 w 497"/>
                  <a:gd name="T55" fmla="*/ 2147483647 h 1099"/>
                  <a:gd name="T56" fmla="*/ 2147483647 w 497"/>
                  <a:gd name="T57" fmla="*/ 2147483647 h 1099"/>
                  <a:gd name="T58" fmla="*/ 2147483647 w 497"/>
                  <a:gd name="T59" fmla="*/ 2147483647 h 1099"/>
                  <a:gd name="T60" fmla="*/ 2147483647 w 497"/>
                  <a:gd name="T61" fmla="*/ 2147483647 h 1099"/>
                  <a:gd name="T62" fmla="*/ 2147483647 w 497"/>
                  <a:gd name="T63" fmla="*/ 2147483647 h 1099"/>
                  <a:gd name="T64" fmla="*/ 2147483647 w 497"/>
                  <a:gd name="T65" fmla="*/ 2147483647 h 1099"/>
                  <a:gd name="T66" fmla="*/ 2147483647 w 497"/>
                  <a:gd name="T67" fmla="*/ 2147483647 h 1099"/>
                  <a:gd name="T68" fmla="*/ 2147483647 w 497"/>
                  <a:gd name="T69" fmla="*/ 2147483647 h 1099"/>
                  <a:gd name="T70" fmla="*/ 2147483647 w 497"/>
                  <a:gd name="T71" fmla="*/ 2147483647 h 1099"/>
                  <a:gd name="T72" fmla="*/ 2147483647 w 497"/>
                  <a:gd name="T73" fmla="*/ 2147483647 h 1099"/>
                  <a:gd name="T74" fmla="*/ 2147483647 w 497"/>
                  <a:gd name="T75" fmla="*/ 2147483647 h 1099"/>
                  <a:gd name="T76" fmla="*/ 2147483647 w 497"/>
                  <a:gd name="T77" fmla="*/ 2147483647 h 1099"/>
                  <a:gd name="T78" fmla="*/ 2147483647 w 497"/>
                  <a:gd name="T79" fmla="*/ 2147483647 h 1099"/>
                  <a:gd name="T80" fmla="*/ 2147483647 w 497"/>
                  <a:gd name="T81" fmla="*/ 2147483647 h 1099"/>
                  <a:gd name="T82" fmla="*/ 2147483647 w 497"/>
                  <a:gd name="T83" fmla="*/ 2147483647 h 1099"/>
                  <a:gd name="T84" fmla="*/ 2147483647 w 497"/>
                  <a:gd name="T85" fmla="*/ 2147483647 h 1099"/>
                  <a:gd name="T86" fmla="*/ 2147483647 w 497"/>
                  <a:gd name="T87" fmla="*/ 2147483647 h 1099"/>
                  <a:gd name="T88" fmla="*/ 2147483647 w 497"/>
                  <a:gd name="T89" fmla="*/ 2147483647 h 1099"/>
                  <a:gd name="T90" fmla="*/ 2147483647 w 497"/>
                  <a:gd name="T91" fmla="*/ 2147483647 h 1099"/>
                  <a:gd name="T92" fmla="*/ 2147483647 w 497"/>
                  <a:gd name="T93" fmla="*/ 2147483647 h 1099"/>
                  <a:gd name="T94" fmla="*/ 2147483647 w 497"/>
                  <a:gd name="T95" fmla="*/ 2147483647 h 1099"/>
                  <a:gd name="T96" fmla="*/ 2147483647 w 497"/>
                  <a:gd name="T97" fmla="*/ 0 h 109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97"/>
                  <a:gd name="T148" fmla="*/ 0 h 1099"/>
                  <a:gd name="T149" fmla="*/ 497 w 497"/>
                  <a:gd name="T150" fmla="*/ 1099 h 109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97" h="1099">
                    <a:moveTo>
                      <a:pt x="433" y="0"/>
                    </a:moveTo>
                    <a:lnTo>
                      <a:pt x="406" y="6"/>
                    </a:lnTo>
                    <a:lnTo>
                      <a:pt x="378" y="11"/>
                    </a:lnTo>
                    <a:lnTo>
                      <a:pt x="351" y="17"/>
                    </a:lnTo>
                    <a:lnTo>
                      <a:pt x="324" y="23"/>
                    </a:lnTo>
                    <a:lnTo>
                      <a:pt x="297" y="30"/>
                    </a:lnTo>
                    <a:lnTo>
                      <a:pt x="270" y="37"/>
                    </a:lnTo>
                    <a:lnTo>
                      <a:pt x="244" y="43"/>
                    </a:lnTo>
                    <a:lnTo>
                      <a:pt x="217" y="49"/>
                    </a:lnTo>
                    <a:lnTo>
                      <a:pt x="190" y="55"/>
                    </a:lnTo>
                    <a:lnTo>
                      <a:pt x="164" y="61"/>
                    </a:lnTo>
                    <a:lnTo>
                      <a:pt x="137" y="66"/>
                    </a:lnTo>
                    <a:lnTo>
                      <a:pt x="110" y="71"/>
                    </a:lnTo>
                    <a:lnTo>
                      <a:pt x="83" y="76"/>
                    </a:lnTo>
                    <a:lnTo>
                      <a:pt x="56" y="81"/>
                    </a:lnTo>
                    <a:lnTo>
                      <a:pt x="28" y="85"/>
                    </a:lnTo>
                    <a:lnTo>
                      <a:pt x="0" y="88"/>
                    </a:lnTo>
                    <a:lnTo>
                      <a:pt x="15" y="214"/>
                    </a:lnTo>
                    <a:lnTo>
                      <a:pt x="28" y="341"/>
                    </a:lnTo>
                    <a:lnTo>
                      <a:pt x="40" y="467"/>
                    </a:lnTo>
                    <a:lnTo>
                      <a:pt x="49" y="592"/>
                    </a:lnTo>
                    <a:lnTo>
                      <a:pt x="55" y="718"/>
                    </a:lnTo>
                    <a:lnTo>
                      <a:pt x="58" y="845"/>
                    </a:lnTo>
                    <a:lnTo>
                      <a:pt x="56" y="972"/>
                    </a:lnTo>
                    <a:lnTo>
                      <a:pt x="49" y="1099"/>
                    </a:lnTo>
                    <a:lnTo>
                      <a:pt x="81" y="1089"/>
                    </a:lnTo>
                    <a:lnTo>
                      <a:pt x="111" y="1080"/>
                    </a:lnTo>
                    <a:lnTo>
                      <a:pt x="142" y="1069"/>
                    </a:lnTo>
                    <a:lnTo>
                      <a:pt x="171" y="1059"/>
                    </a:lnTo>
                    <a:lnTo>
                      <a:pt x="200" y="1047"/>
                    </a:lnTo>
                    <a:lnTo>
                      <a:pt x="230" y="1035"/>
                    </a:lnTo>
                    <a:lnTo>
                      <a:pt x="258" y="1020"/>
                    </a:lnTo>
                    <a:lnTo>
                      <a:pt x="286" y="1006"/>
                    </a:lnTo>
                    <a:lnTo>
                      <a:pt x="313" y="991"/>
                    </a:lnTo>
                    <a:lnTo>
                      <a:pt x="340" y="975"/>
                    </a:lnTo>
                    <a:lnTo>
                      <a:pt x="367" y="958"/>
                    </a:lnTo>
                    <a:lnTo>
                      <a:pt x="392" y="939"/>
                    </a:lnTo>
                    <a:lnTo>
                      <a:pt x="417" y="920"/>
                    </a:lnTo>
                    <a:lnTo>
                      <a:pt x="442" y="900"/>
                    </a:lnTo>
                    <a:lnTo>
                      <a:pt x="466" y="878"/>
                    </a:lnTo>
                    <a:lnTo>
                      <a:pt x="489" y="855"/>
                    </a:lnTo>
                    <a:lnTo>
                      <a:pt x="494" y="757"/>
                    </a:lnTo>
                    <a:lnTo>
                      <a:pt x="497" y="649"/>
                    </a:lnTo>
                    <a:lnTo>
                      <a:pt x="497" y="537"/>
                    </a:lnTo>
                    <a:lnTo>
                      <a:pt x="493" y="421"/>
                    </a:lnTo>
                    <a:lnTo>
                      <a:pt x="486" y="307"/>
                    </a:lnTo>
                    <a:lnTo>
                      <a:pt x="474" y="197"/>
                    </a:lnTo>
                    <a:lnTo>
                      <a:pt x="457" y="93"/>
                    </a:lnTo>
                    <a:lnTo>
                      <a:pt x="433" y="0"/>
                    </a:lnTo>
                    <a:close/>
                  </a:path>
                </a:pathLst>
              </a:custGeom>
              <a:solidFill>
                <a:srgbClr val="AA8E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2" name="Freeform 49"/>
              <p:cNvSpPr>
                <a:spLocks/>
              </p:cNvSpPr>
              <p:nvPr/>
            </p:nvSpPr>
            <p:spPr bwMode="auto">
              <a:xfrm>
                <a:off x="1511300" y="1592263"/>
                <a:ext cx="152400" cy="333375"/>
              </a:xfrm>
              <a:custGeom>
                <a:avLst/>
                <a:gdLst>
                  <a:gd name="T0" fmla="*/ 2147483647 w 480"/>
                  <a:gd name="T1" fmla="*/ 0 h 1053"/>
                  <a:gd name="T2" fmla="*/ 2147483647 w 480"/>
                  <a:gd name="T3" fmla="*/ 2147483647 h 1053"/>
                  <a:gd name="T4" fmla="*/ 2147483647 w 480"/>
                  <a:gd name="T5" fmla="*/ 2147483647 h 1053"/>
                  <a:gd name="T6" fmla="*/ 2147483647 w 480"/>
                  <a:gd name="T7" fmla="*/ 2147483647 h 1053"/>
                  <a:gd name="T8" fmla="*/ 2147483647 w 480"/>
                  <a:gd name="T9" fmla="*/ 2147483647 h 1053"/>
                  <a:gd name="T10" fmla="*/ 2147483647 w 480"/>
                  <a:gd name="T11" fmla="*/ 2147483647 h 1053"/>
                  <a:gd name="T12" fmla="*/ 2147483647 w 480"/>
                  <a:gd name="T13" fmla="*/ 2147483647 h 1053"/>
                  <a:gd name="T14" fmla="*/ 2147483647 w 480"/>
                  <a:gd name="T15" fmla="*/ 2147483647 h 1053"/>
                  <a:gd name="T16" fmla="*/ 2147483647 w 480"/>
                  <a:gd name="T17" fmla="*/ 2147483647 h 1053"/>
                  <a:gd name="T18" fmla="*/ 2147483647 w 480"/>
                  <a:gd name="T19" fmla="*/ 2147483647 h 1053"/>
                  <a:gd name="T20" fmla="*/ 2147483647 w 480"/>
                  <a:gd name="T21" fmla="*/ 2147483647 h 1053"/>
                  <a:gd name="T22" fmla="*/ 2147483647 w 480"/>
                  <a:gd name="T23" fmla="*/ 2147483647 h 1053"/>
                  <a:gd name="T24" fmla="*/ 2147483647 w 480"/>
                  <a:gd name="T25" fmla="*/ 2147483647 h 1053"/>
                  <a:gd name="T26" fmla="*/ 2147483647 w 480"/>
                  <a:gd name="T27" fmla="*/ 2147483647 h 1053"/>
                  <a:gd name="T28" fmla="*/ 2147483647 w 480"/>
                  <a:gd name="T29" fmla="*/ 2147483647 h 1053"/>
                  <a:gd name="T30" fmla="*/ 2147483647 w 480"/>
                  <a:gd name="T31" fmla="*/ 2147483647 h 1053"/>
                  <a:gd name="T32" fmla="*/ 0 w 480"/>
                  <a:gd name="T33" fmla="*/ 2147483647 h 1053"/>
                  <a:gd name="T34" fmla="*/ 2147483647 w 480"/>
                  <a:gd name="T35" fmla="*/ 2147483647 h 1053"/>
                  <a:gd name="T36" fmla="*/ 2147483647 w 480"/>
                  <a:gd name="T37" fmla="*/ 2147483647 h 1053"/>
                  <a:gd name="T38" fmla="*/ 2147483647 w 480"/>
                  <a:gd name="T39" fmla="*/ 2147483647 h 1053"/>
                  <a:gd name="T40" fmla="*/ 2147483647 w 480"/>
                  <a:gd name="T41" fmla="*/ 2147483647 h 1053"/>
                  <a:gd name="T42" fmla="*/ 2147483647 w 480"/>
                  <a:gd name="T43" fmla="*/ 2147483647 h 1053"/>
                  <a:gd name="T44" fmla="*/ 2147483647 w 480"/>
                  <a:gd name="T45" fmla="*/ 2147483647 h 1053"/>
                  <a:gd name="T46" fmla="*/ 2147483647 w 480"/>
                  <a:gd name="T47" fmla="*/ 2147483647 h 1053"/>
                  <a:gd name="T48" fmla="*/ 2147483647 w 480"/>
                  <a:gd name="T49" fmla="*/ 2147483647 h 1053"/>
                  <a:gd name="T50" fmla="*/ 2147483647 w 480"/>
                  <a:gd name="T51" fmla="*/ 2147483647 h 1053"/>
                  <a:gd name="T52" fmla="*/ 2147483647 w 480"/>
                  <a:gd name="T53" fmla="*/ 2147483647 h 1053"/>
                  <a:gd name="T54" fmla="*/ 2147483647 w 480"/>
                  <a:gd name="T55" fmla="*/ 2147483647 h 1053"/>
                  <a:gd name="T56" fmla="*/ 2147483647 w 480"/>
                  <a:gd name="T57" fmla="*/ 2147483647 h 1053"/>
                  <a:gd name="T58" fmla="*/ 2147483647 w 480"/>
                  <a:gd name="T59" fmla="*/ 2147483647 h 1053"/>
                  <a:gd name="T60" fmla="*/ 2147483647 w 480"/>
                  <a:gd name="T61" fmla="*/ 2147483647 h 1053"/>
                  <a:gd name="T62" fmla="*/ 2147483647 w 480"/>
                  <a:gd name="T63" fmla="*/ 2147483647 h 1053"/>
                  <a:gd name="T64" fmla="*/ 2147483647 w 480"/>
                  <a:gd name="T65" fmla="*/ 2147483647 h 1053"/>
                  <a:gd name="T66" fmla="*/ 2147483647 w 480"/>
                  <a:gd name="T67" fmla="*/ 2147483647 h 1053"/>
                  <a:gd name="T68" fmla="*/ 2147483647 w 480"/>
                  <a:gd name="T69" fmla="*/ 2147483647 h 1053"/>
                  <a:gd name="T70" fmla="*/ 2147483647 w 480"/>
                  <a:gd name="T71" fmla="*/ 2147483647 h 1053"/>
                  <a:gd name="T72" fmla="*/ 2147483647 w 480"/>
                  <a:gd name="T73" fmla="*/ 2147483647 h 1053"/>
                  <a:gd name="T74" fmla="*/ 2147483647 w 480"/>
                  <a:gd name="T75" fmla="*/ 2147483647 h 1053"/>
                  <a:gd name="T76" fmla="*/ 2147483647 w 480"/>
                  <a:gd name="T77" fmla="*/ 2147483647 h 1053"/>
                  <a:gd name="T78" fmla="*/ 2147483647 w 480"/>
                  <a:gd name="T79" fmla="*/ 2147483647 h 1053"/>
                  <a:gd name="T80" fmla="*/ 2147483647 w 480"/>
                  <a:gd name="T81" fmla="*/ 2147483647 h 1053"/>
                  <a:gd name="T82" fmla="*/ 2147483647 w 480"/>
                  <a:gd name="T83" fmla="*/ 2147483647 h 1053"/>
                  <a:gd name="T84" fmla="*/ 2147483647 w 480"/>
                  <a:gd name="T85" fmla="*/ 2147483647 h 1053"/>
                  <a:gd name="T86" fmla="*/ 2147483647 w 480"/>
                  <a:gd name="T87" fmla="*/ 2147483647 h 1053"/>
                  <a:gd name="T88" fmla="*/ 2147483647 w 480"/>
                  <a:gd name="T89" fmla="*/ 2147483647 h 1053"/>
                  <a:gd name="T90" fmla="*/ 2147483647 w 480"/>
                  <a:gd name="T91" fmla="*/ 2147483647 h 1053"/>
                  <a:gd name="T92" fmla="*/ 2147483647 w 480"/>
                  <a:gd name="T93" fmla="*/ 2147483647 h 1053"/>
                  <a:gd name="T94" fmla="*/ 2147483647 w 480"/>
                  <a:gd name="T95" fmla="*/ 2147483647 h 1053"/>
                  <a:gd name="T96" fmla="*/ 2147483647 w 480"/>
                  <a:gd name="T97" fmla="*/ 0 h 1053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80"/>
                  <a:gd name="T148" fmla="*/ 0 h 1053"/>
                  <a:gd name="T149" fmla="*/ 480 w 480"/>
                  <a:gd name="T150" fmla="*/ 1053 h 1053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80" h="1053">
                    <a:moveTo>
                      <a:pt x="418" y="0"/>
                    </a:moveTo>
                    <a:lnTo>
                      <a:pt x="392" y="5"/>
                    </a:lnTo>
                    <a:lnTo>
                      <a:pt x="366" y="11"/>
                    </a:lnTo>
                    <a:lnTo>
                      <a:pt x="339" y="16"/>
                    </a:lnTo>
                    <a:lnTo>
                      <a:pt x="313" y="22"/>
                    </a:lnTo>
                    <a:lnTo>
                      <a:pt x="288" y="28"/>
                    </a:lnTo>
                    <a:lnTo>
                      <a:pt x="261" y="34"/>
                    </a:lnTo>
                    <a:lnTo>
                      <a:pt x="236" y="40"/>
                    </a:lnTo>
                    <a:lnTo>
                      <a:pt x="210" y="46"/>
                    </a:lnTo>
                    <a:lnTo>
                      <a:pt x="184" y="51"/>
                    </a:lnTo>
                    <a:lnTo>
                      <a:pt x="158" y="57"/>
                    </a:lnTo>
                    <a:lnTo>
                      <a:pt x="133" y="62"/>
                    </a:lnTo>
                    <a:lnTo>
                      <a:pt x="106" y="67"/>
                    </a:lnTo>
                    <a:lnTo>
                      <a:pt x="80" y="71"/>
                    </a:lnTo>
                    <a:lnTo>
                      <a:pt x="54" y="76"/>
                    </a:lnTo>
                    <a:lnTo>
                      <a:pt x="27" y="80"/>
                    </a:lnTo>
                    <a:lnTo>
                      <a:pt x="0" y="83"/>
                    </a:lnTo>
                    <a:lnTo>
                      <a:pt x="15" y="204"/>
                    </a:lnTo>
                    <a:lnTo>
                      <a:pt x="28" y="326"/>
                    </a:lnTo>
                    <a:lnTo>
                      <a:pt x="40" y="446"/>
                    </a:lnTo>
                    <a:lnTo>
                      <a:pt x="49" y="566"/>
                    </a:lnTo>
                    <a:lnTo>
                      <a:pt x="55" y="688"/>
                    </a:lnTo>
                    <a:lnTo>
                      <a:pt x="58" y="808"/>
                    </a:lnTo>
                    <a:lnTo>
                      <a:pt x="56" y="930"/>
                    </a:lnTo>
                    <a:lnTo>
                      <a:pt x="50" y="1053"/>
                    </a:lnTo>
                    <a:lnTo>
                      <a:pt x="80" y="1044"/>
                    </a:lnTo>
                    <a:lnTo>
                      <a:pt x="109" y="1035"/>
                    </a:lnTo>
                    <a:lnTo>
                      <a:pt x="139" y="1026"/>
                    </a:lnTo>
                    <a:lnTo>
                      <a:pt x="168" y="1014"/>
                    </a:lnTo>
                    <a:lnTo>
                      <a:pt x="197" y="1003"/>
                    </a:lnTo>
                    <a:lnTo>
                      <a:pt x="224" y="992"/>
                    </a:lnTo>
                    <a:lnTo>
                      <a:pt x="251" y="979"/>
                    </a:lnTo>
                    <a:lnTo>
                      <a:pt x="279" y="965"/>
                    </a:lnTo>
                    <a:lnTo>
                      <a:pt x="305" y="950"/>
                    </a:lnTo>
                    <a:lnTo>
                      <a:pt x="330" y="935"/>
                    </a:lnTo>
                    <a:lnTo>
                      <a:pt x="356" y="919"/>
                    </a:lnTo>
                    <a:lnTo>
                      <a:pt x="381" y="901"/>
                    </a:lnTo>
                    <a:lnTo>
                      <a:pt x="405" y="883"/>
                    </a:lnTo>
                    <a:lnTo>
                      <a:pt x="429" y="863"/>
                    </a:lnTo>
                    <a:lnTo>
                      <a:pt x="452" y="842"/>
                    </a:lnTo>
                    <a:lnTo>
                      <a:pt x="474" y="820"/>
                    </a:lnTo>
                    <a:lnTo>
                      <a:pt x="478" y="724"/>
                    </a:lnTo>
                    <a:lnTo>
                      <a:pt x="480" y="621"/>
                    </a:lnTo>
                    <a:lnTo>
                      <a:pt x="480" y="512"/>
                    </a:lnTo>
                    <a:lnTo>
                      <a:pt x="476" y="402"/>
                    </a:lnTo>
                    <a:lnTo>
                      <a:pt x="469" y="293"/>
                    </a:lnTo>
                    <a:lnTo>
                      <a:pt x="458" y="188"/>
                    </a:lnTo>
                    <a:lnTo>
                      <a:pt x="441" y="89"/>
                    </a:lnTo>
                    <a:lnTo>
                      <a:pt x="418" y="0"/>
                    </a:lnTo>
                    <a:close/>
                  </a:path>
                </a:pathLst>
              </a:custGeom>
              <a:solidFill>
                <a:srgbClr val="AF937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3" name="Freeform 50"/>
              <p:cNvSpPr>
                <a:spLocks/>
              </p:cNvSpPr>
              <p:nvPr/>
            </p:nvSpPr>
            <p:spPr bwMode="auto">
              <a:xfrm>
                <a:off x="1517650" y="1592263"/>
                <a:ext cx="146050" cy="319088"/>
              </a:xfrm>
              <a:custGeom>
                <a:avLst/>
                <a:gdLst>
                  <a:gd name="T0" fmla="*/ 2147483647 w 463"/>
                  <a:gd name="T1" fmla="*/ 0 h 1008"/>
                  <a:gd name="T2" fmla="*/ 2147483647 w 463"/>
                  <a:gd name="T3" fmla="*/ 2147483647 h 1008"/>
                  <a:gd name="T4" fmla="*/ 2147483647 w 463"/>
                  <a:gd name="T5" fmla="*/ 2147483647 h 1008"/>
                  <a:gd name="T6" fmla="*/ 2147483647 w 463"/>
                  <a:gd name="T7" fmla="*/ 2147483647 h 1008"/>
                  <a:gd name="T8" fmla="*/ 2147483647 w 463"/>
                  <a:gd name="T9" fmla="*/ 2147483647 h 1008"/>
                  <a:gd name="T10" fmla="*/ 2147483647 w 463"/>
                  <a:gd name="T11" fmla="*/ 2147483647 h 1008"/>
                  <a:gd name="T12" fmla="*/ 2147483647 w 463"/>
                  <a:gd name="T13" fmla="*/ 2147483647 h 1008"/>
                  <a:gd name="T14" fmla="*/ 2147483647 w 463"/>
                  <a:gd name="T15" fmla="*/ 2147483647 h 1008"/>
                  <a:gd name="T16" fmla="*/ 2147483647 w 463"/>
                  <a:gd name="T17" fmla="*/ 2147483647 h 1008"/>
                  <a:gd name="T18" fmla="*/ 2147483647 w 463"/>
                  <a:gd name="T19" fmla="*/ 2147483647 h 1008"/>
                  <a:gd name="T20" fmla="*/ 2147483647 w 463"/>
                  <a:gd name="T21" fmla="*/ 2147483647 h 1008"/>
                  <a:gd name="T22" fmla="*/ 2147483647 w 463"/>
                  <a:gd name="T23" fmla="*/ 2147483647 h 1008"/>
                  <a:gd name="T24" fmla="*/ 2147483647 w 463"/>
                  <a:gd name="T25" fmla="*/ 2147483647 h 1008"/>
                  <a:gd name="T26" fmla="*/ 2147483647 w 463"/>
                  <a:gd name="T27" fmla="*/ 2147483647 h 1008"/>
                  <a:gd name="T28" fmla="*/ 2147483647 w 463"/>
                  <a:gd name="T29" fmla="*/ 2147483647 h 1008"/>
                  <a:gd name="T30" fmla="*/ 2147483647 w 463"/>
                  <a:gd name="T31" fmla="*/ 2147483647 h 1008"/>
                  <a:gd name="T32" fmla="*/ 0 w 463"/>
                  <a:gd name="T33" fmla="*/ 2147483647 h 1008"/>
                  <a:gd name="T34" fmla="*/ 2147483647 w 463"/>
                  <a:gd name="T35" fmla="*/ 2147483647 h 1008"/>
                  <a:gd name="T36" fmla="*/ 2147483647 w 463"/>
                  <a:gd name="T37" fmla="*/ 2147483647 h 1008"/>
                  <a:gd name="T38" fmla="*/ 2147483647 w 463"/>
                  <a:gd name="T39" fmla="*/ 2147483647 h 1008"/>
                  <a:gd name="T40" fmla="*/ 2147483647 w 463"/>
                  <a:gd name="T41" fmla="*/ 2147483647 h 1008"/>
                  <a:gd name="T42" fmla="*/ 2147483647 w 463"/>
                  <a:gd name="T43" fmla="*/ 2147483647 h 1008"/>
                  <a:gd name="T44" fmla="*/ 2147483647 w 463"/>
                  <a:gd name="T45" fmla="*/ 2147483647 h 1008"/>
                  <a:gd name="T46" fmla="*/ 2147483647 w 463"/>
                  <a:gd name="T47" fmla="*/ 2147483647 h 1008"/>
                  <a:gd name="T48" fmla="*/ 2147483647 w 463"/>
                  <a:gd name="T49" fmla="*/ 2147483647 h 1008"/>
                  <a:gd name="T50" fmla="*/ 2147483647 w 463"/>
                  <a:gd name="T51" fmla="*/ 2147483647 h 1008"/>
                  <a:gd name="T52" fmla="*/ 2147483647 w 463"/>
                  <a:gd name="T53" fmla="*/ 2147483647 h 1008"/>
                  <a:gd name="T54" fmla="*/ 2147483647 w 463"/>
                  <a:gd name="T55" fmla="*/ 2147483647 h 1008"/>
                  <a:gd name="T56" fmla="*/ 2147483647 w 463"/>
                  <a:gd name="T57" fmla="*/ 2147483647 h 1008"/>
                  <a:gd name="T58" fmla="*/ 2147483647 w 463"/>
                  <a:gd name="T59" fmla="*/ 2147483647 h 1008"/>
                  <a:gd name="T60" fmla="*/ 2147483647 w 463"/>
                  <a:gd name="T61" fmla="*/ 2147483647 h 1008"/>
                  <a:gd name="T62" fmla="*/ 2147483647 w 463"/>
                  <a:gd name="T63" fmla="*/ 2147483647 h 1008"/>
                  <a:gd name="T64" fmla="*/ 2147483647 w 463"/>
                  <a:gd name="T65" fmla="*/ 2147483647 h 1008"/>
                  <a:gd name="T66" fmla="*/ 2147483647 w 463"/>
                  <a:gd name="T67" fmla="*/ 2147483647 h 1008"/>
                  <a:gd name="T68" fmla="*/ 2147483647 w 463"/>
                  <a:gd name="T69" fmla="*/ 2147483647 h 1008"/>
                  <a:gd name="T70" fmla="*/ 2147483647 w 463"/>
                  <a:gd name="T71" fmla="*/ 2147483647 h 1008"/>
                  <a:gd name="T72" fmla="*/ 2147483647 w 463"/>
                  <a:gd name="T73" fmla="*/ 2147483647 h 1008"/>
                  <a:gd name="T74" fmla="*/ 2147483647 w 463"/>
                  <a:gd name="T75" fmla="*/ 2147483647 h 1008"/>
                  <a:gd name="T76" fmla="*/ 2147483647 w 463"/>
                  <a:gd name="T77" fmla="*/ 2147483647 h 1008"/>
                  <a:gd name="T78" fmla="*/ 2147483647 w 463"/>
                  <a:gd name="T79" fmla="*/ 2147483647 h 1008"/>
                  <a:gd name="T80" fmla="*/ 2147483647 w 463"/>
                  <a:gd name="T81" fmla="*/ 2147483647 h 1008"/>
                  <a:gd name="T82" fmla="*/ 2147483647 w 463"/>
                  <a:gd name="T83" fmla="*/ 2147483647 h 1008"/>
                  <a:gd name="T84" fmla="*/ 2147483647 w 463"/>
                  <a:gd name="T85" fmla="*/ 2147483647 h 1008"/>
                  <a:gd name="T86" fmla="*/ 2147483647 w 463"/>
                  <a:gd name="T87" fmla="*/ 2147483647 h 1008"/>
                  <a:gd name="T88" fmla="*/ 2147483647 w 463"/>
                  <a:gd name="T89" fmla="*/ 2147483647 h 1008"/>
                  <a:gd name="T90" fmla="*/ 2147483647 w 463"/>
                  <a:gd name="T91" fmla="*/ 2147483647 h 1008"/>
                  <a:gd name="T92" fmla="*/ 2147483647 w 463"/>
                  <a:gd name="T93" fmla="*/ 2147483647 h 1008"/>
                  <a:gd name="T94" fmla="*/ 2147483647 w 463"/>
                  <a:gd name="T95" fmla="*/ 2147483647 h 1008"/>
                  <a:gd name="T96" fmla="*/ 2147483647 w 463"/>
                  <a:gd name="T97" fmla="*/ 0 h 100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63"/>
                  <a:gd name="T148" fmla="*/ 0 h 1008"/>
                  <a:gd name="T149" fmla="*/ 463 w 463"/>
                  <a:gd name="T150" fmla="*/ 1008 h 1008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63" h="1008">
                    <a:moveTo>
                      <a:pt x="402" y="0"/>
                    </a:moveTo>
                    <a:lnTo>
                      <a:pt x="377" y="5"/>
                    </a:lnTo>
                    <a:lnTo>
                      <a:pt x="352" y="10"/>
                    </a:lnTo>
                    <a:lnTo>
                      <a:pt x="326" y="16"/>
                    </a:lnTo>
                    <a:lnTo>
                      <a:pt x="301" y="21"/>
                    </a:lnTo>
                    <a:lnTo>
                      <a:pt x="276" y="27"/>
                    </a:lnTo>
                    <a:lnTo>
                      <a:pt x="251" y="34"/>
                    </a:lnTo>
                    <a:lnTo>
                      <a:pt x="227" y="39"/>
                    </a:lnTo>
                    <a:lnTo>
                      <a:pt x="202" y="45"/>
                    </a:lnTo>
                    <a:lnTo>
                      <a:pt x="178" y="50"/>
                    </a:lnTo>
                    <a:lnTo>
                      <a:pt x="152" y="55"/>
                    </a:lnTo>
                    <a:lnTo>
                      <a:pt x="128" y="60"/>
                    </a:lnTo>
                    <a:lnTo>
                      <a:pt x="103" y="65"/>
                    </a:lnTo>
                    <a:lnTo>
                      <a:pt x="77" y="69"/>
                    </a:lnTo>
                    <a:lnTo>
                      <a:pt x="52" y="73"/>
                    </a:lnTo>
                    <a:lnTo>
                      <a:pt x="27" y="77"/>
                    </a:lnTo>
                    <a:lnTo>
                      <a:pt x="0" y="80"/>
                    </a:lnTo>
                    <a:lnTo>
                      <a:pt x="14" y="197"/>
                    </a:lnTo>
                    <a:lnTo>
                      <a:pt x="28" y="312"/>
                    </a:lnTo>
                    <a:lnTo>
                      <a:pt x="39" y="428"/>
                    </a:lnTo>
                    <a:lnTo>
                      <a:pt x="48" y="543"/>
                    </a:lnTo>
                    <a:lnTo>
                      <a:pt x="54" y="658"/>
                    </a:lnTo>
                    <a:lnTo>
                      <a:pt x="57" y="774"/>
                    </a:lnTo>
                    <a:lnTo>
                      <a:pt x="56" y="891"/>
                    </a:lnTo>
                    <a:lnTo>
                      <a:pt x="50" y="1008"/>
                    </a:lnTo>
                    <a:lnTo>
                      <a:pt x="78" y="1000"/>
                    </a:lnTo>
                    <a:lnTo>
                      <a:pt x="108" y="991"/>
                    </a:lnTo>
                    <a:lnTo>
                      <a:pt x="135" y="982"/>
                    </a:lnTo>
                    <a:lnTo>
                      <a:pt x="163" y="972"/>
                    </a:lnTo>
                    <a:lnTo>
                      <a:pt x="191" y="962"/>
                    </a:lnTo>
                    <a:lnTo>
                      <a:pt x="217" y="950"/>
                    </a:lnTo>
                    <a:lnTo>
                      <a:pt x="243" y="938"/>
                    </a:lnTo>
                    <a:lnTo>
                      <a:pt x="270" y="925"/>
                    </a:lnTo>
                    <a:lnTo>
                      <a:pt x="295" y="912"/>
                    </a:lnTo>
                    <a:lnTo>
                      <a:pt x="319" y="897"/>
                    </a:lnTo>
                    <a:lnTo>
                      <a:pt x="345" y="882"/>
                    </a:lnTo>
                    <a:lnTo>
                      <a:pt x="368" y="864"/>
                    </a:lnTo>
                    <a:lnTo>
                      <a:pt x="391" y="847"/>
                    </a:lnTo>
                    <a:lnTo>
                      <a:pt x="415" y="828"/>
                    </a:lnTo>
                    <a:lnTo>
                      <a:pt x="437" y="807"/>
                    </a:lnTo>
                    <a:lnTo>
                      <a:pt x="459" y="786"/>
                    </a:lnTo>
                    <a:lnTo>
                      <a:pt x="462" y="694"/>
                    </a:lnTo>
                    <a:lnTo>
                      <a:pt x="463" y="594"/>
                    </a:lnTo>
                    <a:lnTo>
                      <a:pt x="462" y="491"/>
                    </a:lnTo>
                    <a:lnTo>
                      <a:pt x="459" y="386"/>
                    </a:lnTo>
                    <a:lnTo>
                      <a:pt x="452" y="281"/>
                    </a:lnTo>
                    <a:lnTo>
                      <a:pt x="440" y="181"/>
                    </a:lnTo>
                    <a:lnTo>
                      <a:pt x="424" y="86"/>
                    </a:lnTo>
                    <a:lnTo>
                      <a:pt x="402" y="0"/>
                    </a:lnTo>
                    <a:close/>
                  </a:path>
                </a:pathLst>
              </a:custGeom>
              <a:solidFill>
                <a:srgbClr val="B79B7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4" name="Freeform 51"/>
              <p:cNvSpPr>
                <a:spLocks/>
              </p:cNvSpPr>
              <p:nvPr/>
            </p:nvSpPr>
            <p:spPr bwMode="auto">
              <a:xfrm>
                <a:off x="1522413" y="1592263"/>
                <a:ext cx="141287" cy="306388"/>
              </a:xfrm>
              <a:custGeom>
                <a:avLst/>
                <a:gdLst>
                  <a:gd name="T0" fmla="*/ 2147483647 w 446"/>
                  <a:gd name="T1" fmla="*/ 0 h 964"/>
                  <a:gd name="T2" fmla="*/ 2147483647 w 446"/>
                  <a:gd name="T3" fmla="*/ 2147483647 h 964"/>
                  <a:gd name="T4" fmla="*/ 2147483647 w 446"/>
                  <a:gd name="T5" fmla="*/ 2147483647 h 964"/>
                  <a:gd name="T6" fmla="*/ 2147483647 w 446"/>
                  <a:gd name="T7" fmla="*/ 2147483647 h 964"/>
                  <a:gd name="T8" fmla="*/ 2147483647 w 446"/>
                  <a:gd name="T9" fmla="*/ 2147483647 h 964"/>
                  <a:gd name="T10" fmla="*/ 2147483647 w 446"/>
                  <a:gd name="T11" fmla="*/ 2147483647 h 964"/>
                  <a:gd name="T12" fmla="*/ 2147483647 w 446"/>
                  <a:gd name="T13" fmla="*/ 2147483647 h 964"/>
                  <a:gd name="T14" fmla="*/ 2147483647 w 446"/>
                  <a:gd name="T15" fmla="*/ 2147483647 h 964"/>
                  <a:gd name="T16" fmla="*/ 2147483647 w 446"/>
                  <a:gd name="T17" fmla="*/ 2147483647 h 964"/>
                  <a:gd name="T18" fmla="*/ 2147483647 w 446"/>
                  <a:gd name="T19" fmla="*/ 2147483647 h 964"/>
                  <a:gd name="T20" fmla="*/ 2147483647 w 446"/>
                  <a:gd name="T21" fmla="*/ 2147483647 h 964"/>
                  <a:gd name="T22" fmla="*/ 2147483647 w 446"/>
                  <a:gd name="T23" fmla="*/ 2147483647 h 964"/>
                  <a:gd name="T24" fmla="*/ 2147483647 w 446"/>
                  <a:gd name="T25" fmla="*/ 2147483647 h 964"/>
                  <a:gd name="T26" fmla="*/ 2147483647 w 446"/>
                  <a:gd name="T27" fmla="*/ 2147483647 h 964"/>
                  <a:gd name="T28" fmla="*/ 2147483647 w 446"/>
                  <a:gd name="T29" fmla="*/ 2147483647 h 964"/>
                  <a:gd name="T30" fmla="*/ 2147483647 w 446"/>
                  <a:gd name="T31" fmla="*/ 2147483647 h 964"/>
                  <a:gd name="T32" fmla="*/ 0 w 446"/>
                  <a:gd name="T33" fmla="*/ 2147483647 h 964"/>
                  <a:gd name="T34" fmla="*/ 2147483647 w 446"/>
                  <a:gd name="T35" fmla="*/ 2147483647 h 964"/>
                  <a:gd name="T36" fmla="*/ 2147483647 w 446"/>
                  <a:gd name="T37" fmla="*/ 2147483647 h 964"/>
                  <a:gd name="T38" fmla="*/ 2147483647 w 446"/>
                  <a:gd name="T39" fmla="*/ 2147483647 h 964"/>
                  <a:gd name="T40" fmla="*/ 2147483647 w 446"/>
                  <a:gd name="T41" fmla="*/ 2147483647 h 964"/>
                  <a:gd name="T42" fmla="*/ 2147483647 w 446"/>
                  <a:gd name="T43" fmla="*/ 2147483647 h 964"/>
                  <a:gd name="T44" fmla="*/ 2147483647 w 446"/>
                  <a:gd name="T45" fmla="*/ 2147483647 h 964"/>
                  <a:gd name="T46" fmla="*/ 2147483647 w 446"/>
                  <a:gd name="T47" fmla="*/ 2147483647 h 964"/>
                  <a:gd name="T48" fmla="*/ 2147483647 w 446"/>
                  <a:gd name="T49" fmla="*/ 2147483647 h 964"/>
                  <a:gd name="T50" fmla="*/ 2147483647 w 446"/>
                  <a:gd name="T51" fmla="*/ 2147483647 h 964"/>
                  <a:gd name="T52" fmla="*/ 2147483647 w 446"/>
                  <a:gd name="T53" fmla="*/ 2147483647 h 964"/>
                  <a:gd name="T54" fmla="*/ 2147483647 w 446"/>
                  <a:gd name="T55" fmla="*/ 2147483647 h 964"/>
                  <a:gd name="T56" fmla="*/ 2147483647 w 446"/>
                  <a:gd name="T57" fmla="*/ 2147483647 h 964"/>
                  <a:gd name="T58" fmla="*/ 2147483647 w 446"/>
                  <a:gd name="T59" fmla="*/ 2147483647 h 964"/>
                  <a:gd name="T60" fmla="*/ 2147483647 w 446"/>
                  <a:gd name="T61" fmla="*/ 2147483647 h 964"/>
                  <a:gd name="T62" fmla="*/ 2147483647 w 446"/>
                  <a:gd name="T63" fmla="*/ 2147483647 h 964"/>
                  <a:gd name="T64" fmla="*/ 2147483647 w 446"/>
                  <a:gd name="T65" fmla="*/ 2147483647 h 964"/>
                  <a:gd name="T66" fmla="*/ 2147483647 w 446"/>
                  <a:gd name="T67" fmla="*/ 2147483647 h 964"/>
                  <a:gd name="T68" fmla="*/ 2147483647 w 446"/>
                  <a:gd name="T69" fmla="*/ 2147483647 h 964"/>
                  <a:gd name="T70" fmla="*/ 2147483647 w 446"/>
                  <a:gd name="T71" fmla="*/ 2147483647 h 964"/>
                  <a:gd name="T72" fmla="*/ 2147483647 w 446"/>
                  <a:gd name="T73" fmla="*/ 2147483647 h 964"/>
                  <a:gd name="T74" fmla="*/ 2147483647 w 446"/>
                  <a:gd name="T75" fmla="*/ 2147483647 h 964"/>
                  <a:gd name="T76" fmla="*/ 2147483647 w 446"/>
                  <a:gd name="T77" fmla="*/ 2147483647 h 964"/>
                  <a:gd name="T78" fmla="*/ 2147483647 w 446"/>
                  <a:gd name="T79" fmla="*/ 2147483647 h 964"/>
                  <a:gd name="T80" fmla="*/ 2147483647 w 446"/>
                  <a:gd name="T81" fmla="*/ 2147483647 h 964"/>
                  <a:gd name="T82" fmla="*/ 2147483647 w 446"/>
                  <a:gd name="T83" fmla="*/ 2147483647 h 964"/>
                  <a:gd name="T84" fmla="*/ 2147483647 w 446"/>
                  <a:gd name="T85" fmla="*/ 2147483647 h 964"/>
                  <a:gd name="T86" fmla="*/ 2147483647 w 446"/>
                  <a:gd name="T87" fmla="*/ 2147483647 h 964"/>
                  <a:gd name="T88" fmla="*/ 2147483647 w 446"/>
                  <a:gd name="T89" fmla="*/ 2147483647 h 964"/>
                  <a:gd name="T90" fmla="*/ 2147483647 w 446"/>
                  <a:gd name="T91" fmla="*/ 2147483647 h 964"/>
                  <a:gd name="T92" fmla="*/ 2147483647 w 446"/>
                  <a:gd name="T93" fmla="*/ 2147483647 h 964"/>
                  <a:gd name="T94" fmla="*/ 2147483647 w 446"/>
                  <a:gd name="T95" fmla="*/ 2147483647 h 964"/>
                  <a:gd name="T96" fmla="*/ 2147483647 w 446"/>
                  <a:gd name="T97" fmla="*/ 0 h 964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46"/>
                  <a:gd name="T148" fmla="*/ 0 h 964"/>
                  <a:gd name="T149" fmla="*/ 446 w 446"/>
                  <a:gd name="T150" fmla="*/ 964 h 964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46" h="964">
                    <a:moveTo>
                      <a:pt x="386" y="0"/>
                    </a:moveTo>
                    <a:lnTo>
                      <a:pt x="362" y="5"/>
                    </a:lnTo>
                    <a:lnTo>
                      <a:pt x="337" y="10"/>
                    </a:lnTo>
                    <a:lnTo>
                      <a:pt x="313" y="15"/>
                    </a:lnTo>
                    <a:lnTo>
                      <a:pt x="289" y="21"/>
                    </a:lnTo>
                    <a:lnTo>
                      <a:pt x="265" y="26"/>
                    </a:lnTo>
                    <a:lnTo>
                      <a:pt x="242" y="32"/>
                    </a:lnTo>
                    <a:lnTo>
                      <a:pt x="217" y="37"/>
                    </a:lnTo>
                    <a:lnTo>
                      <a:pt x="194" y="43"/>
                    </a:lnTo>
                    <a:lnTo>
                      <a:pt x="170" y="48"/>
                    </a:lnTo>
                    <a:lnTo>
                      <a:pt x="146" y="53"/>
                    </a:lnTo>
                    <a:lnTo>
                      <a:pt x="122" y="57"/>
                    </a:lnTo>
                    <a:lnTo>
                      <a:pt x="99" y="62"/>
                    </a:lnTo>
                    <a:lnTo>
                      <a:pt x="74" y="66"/>
                    </a:lnTo>
                    <a:lnTo>
                      <a:pt x="50" y="70"/>
                    </a:lnTo>
                    <a:lnTo>
                      <a:pt x="26" y="73"/>
                    </a:lnTo>
                    <a:lnTo>
                      <a:pt x="0" y="76"/>
                    </a:lnTo>
                    <a:lnTo>
                      <a:pt x="15" y="188"/>
                    </a:lnTo>
                    <a:lnTo>
                      <a:pt x="27" y="298"/>
                    </a:lnTo>
                    <a:lnTo>
                      <a:pt x="38" y="409"/>
                    </a:lnTo>
                    <a:lnTo>
                      <a:pt x="47" y="518"/>
                    </a:lnTo>
                    <a:lnTo>
                      <a:pt x="53" y="629"/>
                    </a:lnTo>
                    <a:lnTo>
                      <a:pt x="56" y="740"/>
                    </a:lnTo>
                    <a:lnTo>
                      <a:pt x="55" y="851"/>
                    </a:lnTo>
                    <a:lnTo>
                      <a:pt x="50" y="964"/>
                    </a:lnTo>
                    <a:lnTo>
                      <a:pt x="77" y="956"/>
                    </a:lnTo>
                    <a:lnTo>
                      <a:pt x="105" y="947"/>
                    </a:lnTo>
                    <a:lnTo>
                      <a:pt x="132" y="938"/>
                    </a:lnTo>
                    <a:lnTo>
                      <a:pt x="158" y="929"/>
                    </a:lnTo>
                    <a:lnTo>
                      <a:pt x="185" y="919"/>
                    </a:lnTo>
                    <a:lnTo>
                      <a:pt x="211" y="908"/>
                    </a:lnTo>
                    <a:lnTo>
                      <a:pt x="236" y="897"/>
                    </a:lnTo>
                    <a:lnTo>
                      <a:pt x="261" y="885"/>
                    </a:lnTo>
                    <a:lnTo>
                      <a:pt x="285" y="871"/>
                    </a:lnTo>
                    <a:lnTo>
                      <a:pt x="309" y="858"/>
                    </a:lnTo>
                    <a:lnTo>
                      <a:pt x="333" y="843"/>
                    </a:lnTo>
                    <a:lnTo>
                      <a:pt x="356" y="828"/>
                    </a:lnTo>
                    <a:lnTo>
                      <a:pt x="378" y="811"/>
                    </a:lnTo>
                    <a:lnTo>
                      <a:pt x="401" y="792"/>
                    </a:lnTo>
                    <a:lnTo>
                      <a:pt x="422" y="773"/>
                    </a:lnTo>
                    <a:lnTo>
                      <a:pt x="443" y="753"/>
                    </a:lnTo>
                    <a:lnTo>
                      <a:pt x="445" y="663"/>
                    </a:lnTo>
                    <a:lnTo>
                      <a:pt x="446" y="567"/>
                    </a:lnTo>
                    <a:lnTo>
                      <a:pt x="444" y="468"/>
                    </a:lnTo>
                    <a:lnTo>
                      <a:pt x="441" y="367"/>
                    </a:lnTo>
                    <a:lnTo>
                      <a:pt x="434" y="268"/>
                    </a:lnTo>
                    <a:lnTo>
                      <a:pt x="423" y="173"/>
                    </a:lnTo>
                    <a:lnTo>
                      <a:pt x="407" y="82"/>
                    </a:lnTo>
                    <a:lnTo>
                      <a:pt x="386" y="0"/>
                    </a:lnTo>
                    <a:close/>
                  </a:path>
                </a:pathLst>
              </a:custGeom>
              <a:solidFill>
                <a:srgbClr val="BCA08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5" name="Freeform 52"/>
              <p:cNvSpPr>
                <a:spLocks/>
              </p:cNvSpPr>
              <p:nvPr/>
            </p:nvSpPr>
            <p:spPr bwMode="auto">
              <a:xfrm>
                <a:off x="1527175" y="1592263"/>
                <a:ext cx="136525" cy="292100"/>
              </a:xfrm>
              <a:custGeom>
                <a:avLst/>
                <a:gdLst>
                  <a:gd name="T0" fmla="*/ 2147483647 w 427"/>
                  <a:gd name="T1" fmla="*/ 0 h 918"/>
                  <a:gd name="T2" fmla="*/ 2147483647 w 427"/>
                  <a:gd name="T3" fmla="*/ 2147483647 h 918"/>
                  <a:gd name="T4" fmla="*/ 2147483647 w 427"/>
                  <a:gd name="T5" fmla="*/ 2147483647 h 918"/>
                  <a:gd name="T6" fmla="*/ 2147483647 w 427"/>
                  <a:gd name="T7" fmla="*/ 2147483647 h 918"/>
                  <a:gd name="T8" fmla="*/ 2147483647 w 427"/>
                  <a:gd name="T9" fmla="*/ 2147483647 h 918"/>
                  <a:gd name="T10" fmla="*/ 2147483647 w 427"/>
                  <a:gd name="T11" fmla="*/ 2147483647 h 918"/>
                  <a:gd name="T12" fmla="*/ 2147483647 w 427"/>
                  <a:gd name="T13" fmla="*/ 2147483647 h 918"/>
                  <a:gd name="T14" fmla="*/ 2147483647 w 427"/>
                  <a:gd name="T15" fmla="*/ 2147483647 h 918"/>
                  <a:gd name="T16" fmla="*/ 2147483647 w 427"/>
                  <a:gd name="T17" fmla="*/ 2147483647 h 918"/>
                  <a:gd name="T18" fmla="*/ 2147483647 w 427"/>
                  <a:gd name="T19" fmla="*/ 2147483647 h 918"/>
                  <a:gd name="T20" fmla="*/ 2147483647 w 427"/>
                  <a:gd name="T21" fmla="*/ 2147483647 h 918"/>
                  <a:gd name="T22" fmla="*/ 2147483647 w 427"/>
                  <a:gd name="T23" fmla="*/ 2147483647 h 918"/>
                  <a:gd name="T24" fmla="*/ 2147483647 w 427"/>
                  <a:gd name="T25" fmla="*/ 2147483647 h 918"/>
                  <a:gd name="T26" fmla="*/ 2147483647 w 427"/>
                  <a:gd name="T27" fmla="*/ 2147483647 h 918"/>
                  <a:gd name="T28" fmla="*/ 2147483647 w 427"/>
                  <a:gd name="T29" fmla="*/ 2147483647 h 918"/>
                  <a:gd name="T30" fmla="*/ 2147483647 w 427"/>
                  <a:gd name="T31" fmla="*/ 2147483647 h 918"/>
                  <a:gd name="T32" fmla="*/ 0 w 427"/>
                  <a:gd name="T33" fmla="*/ 2147483647 h 918"/>
                  <a:gd name="T34" fmla="*/ 2147483647 w 427"/>
                  <a:gd name="T35" fmla="*/ 2147483647 h 918"/>
                  <a:gd name="T36" fmla="*/ 2147483647 w 427"/>
                  <a:gd name="T37" fmla="*/ 2147483647 h 918"/>
                  <a:gd name="T38" fmla="*/ 2147483647 w 427"/>
                  <a:gd name="T39" fmla="*/ 2147483647 h 918"/>
                  <a:gd name="T40" fmla="*/ 2147483647 w 427"/>
                  <a:gd name="T41" fmla="*/ 2147483647 h 918"/>
                  <a:gd name="T42" fmla="*/ 2147483647 w 427"/>
                  <a:gd name="T43" fmla="*/ 2147483647 h 918"/>
                  <a:gd name="T44" fmla="*/ 2147483647 w 427"/>
                  <a:gd name="T45" fmla="*/ 2147483647 h 918"/>
                  <a:gd name="T46" fmla="*/ 2147483647 w 427"/>
                  <a:gd name="T47" fmla="*/ 2147483647 h 918"/>
                  <a:gd name="T48" fmla="*/ 2147483647 w 427"/>
                  <a:gd name="T49" fmla="*/ 2147483647 h 918"/>
                  <a:gd name="T50" fmla="*/ 2147483647 w 427"/>
                  <a:gd name="T51" fmla="*/ 2147483647 h 918"/>
                  <a:gd name="T52" fmla="*/ 2147483647 w 427"/>
                  <a:gd name="T53" fmla="*/ 2147483647 h 918"/>
                  <a:gd name="T54" fmla="*/ 2147483647 w 427"/>
                  <a:gd name="T55" fmla="*/ 2147483647 h 918"/>
                  <a:gd name="T56" fmla="*/ 2147483647 w 427"/>
                  <a:gd name="T57" fmla="*/ 2147483647 h 918"/>
                  <a:gd name="T58" fmla="*/ 2147483647 w 427"/>
                  <a:gd name="T59" fmla="*/ 2147483647 h 918"/>
                  <a:gd name="T60" fmla="*/ 2147483647 w 427"/>
                  <a:gd name="T61" fmla="*/ 2147483647 h 918"/>
                  <a:gd name="T62" fmla="*/ 2147483647 w 427"/>
                  <a:gd name="T63" fmla="*/ 2147483647 h 918"/>
                  <a:gd name="T64" fmla="*/ 2147483647 w 427"/>
                  <a:gd name="T65" fmla="*/ 2147483647 h 918"/>
                  <a:gd name="T66" fmla="*/ 2147483647 w 427"/>
                  <a:gd name="T67" fmla="*/ 2147483647 h 918"/>
                  <a:gd name="T68" fmla="*/ 2147483647 w 427"/>
                  <a:gd name="T69" fmla="*/ 2147483647 h 918"/>
                  <a:gd name="T70" fmla="*/ 2147483647 w 427"/>
                  <a:gd name="T71" fmla="*/ 2147483647 h 918"/>
                  <a:gd name="T72" fmla="*/ 2147483647 w 427"/>
                  <a:gd name="T73" fmla="*/ 2147483647 h 918"/>
                  <a:gd name="T74" fmla="*/ 2147483647 w 427"/>
                  <a:gd name="T75" fmla="*/ 2147483647 h 918"/>
                  <a:gd name="T76" fmla="*/ 2147483647 w 427"/>
                  <a:gd name="T77" fmla="*/ 2147483647 h 918"/>
                  <a:gd name="T78" fmla="*/ 2147483647 w 427"/>
                  <a:gd name="T79" fmla="*/ 2147483647 h 918"/>
                  <a:gd name="T80" fmla="*/ 2147483647 w 427"/>
                  <a:gd name="T81" fmla="*/ 2147483647 h 918"/>
                  <a:gd name="T82" fmla="*/ 2147483647 w 427"/>
                  <a:gd name="T83" fmla="*/ 2147483647 h 918"/>
                  <a:gd name="T84" fmla="*/ 2147483647 w 427"/>
                  <a:gd name="T85" fmla="*/ 2147483647 h 918"/>
                  <a:gd name="T86" fmla="*/ 2147483647 w 427"/>
                  <a:gd name="T87" fmla="*/ 2147483647 h 918"/>
                  <a:gd name="T88" fmla="*/ 2147483647 w 427"/>
                  <a:gd name="T89" fmla="*/ 2147483647 h 918"/>
                  <a:gd name="T90" fmla="*/ 2147483647 w 427"/>
                  <a:gd name="T91" fmla="*/ 2147483647 h 918"/>
                  <a:gd name="T92" fmla="*/ 2147483647 w 427"/>
                  <a:gd name="T93" fmla="*/ 2147483647 h 918"/>
                  <a:gd name="T94" fmla="*/ 2147483647 w 427"/>
                  <a:gd name="T95" fmla="*/ 2147483647 h 918"/>
                  <a:gd name="T96" fmla="*/ 2147483647 w 427"/>
                  <a:gd name="T97" fmla="*/ 0 h 91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27"/>
                  <a:gd name="T148" fmla="*/ 0 h 918"/>
                  <a:gd name="T149" fmla="*/ 427 w 427"/>
                  <a:gd name="T150" fmla="*/ 918 h 918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27" h="918">
                    <a:moveTo>
                      <a:pt x="368" y="0"/>
                    </a:moveTo>
                    <a:lnTo>
                      <a:pt x="345" y="5"/>
                    </a:lnTo>
                    <a:lnTo>
                      <a:pt x="322" y="9"/>
                    </a:lnTo>
                    <a:lnTo>
                      <a:pt x="298" y="14"/>
                    </a:lnTo>
                    <a:lnTo>
                      <a:pt x="276" y="19"/>
                    </a:lnTo>
                    <a:lnTo>
                      <a:pt x="253" y="24"/>
                    </a:lnTo>
                    <a:lnTo>
                      <a:pt x="231" y="30"/>
                    </a:lnTo>
                    <a:lnTo>
                      <a:pt x="207" y="35"/>
                    </a:lnTo>
                    <a:lnTo>
                      <a:pt x="185" y="40"/>
                    </a:lnTo>
                    <a:lnTo>
                      <a:pt x="162" y="45"/>
                    </a:lnTo>
                    <a:lnTo>
                      <a:pt x="139" y="50"/>
                    </a:lnTo>
                    <a:lnTo>
                      <a:pt x="116" y="54"/>
                    </a:lnTo>
                    <a:lnTo>
                      <a:pt x="94" y="58"/>
                    </a:lnTo>
                    <a:lnTo>
                      <a:pt x="71" y="62"/>
                    </a:lnTo>
                    <a:lnTo>
                      <a:pt x="47" y="66"/>
                    </a:lnTo>
                    <a:lnTo>
                      <a:pt x="23" y="69"/>
                    </a:lnTo>
                    <a:lnTo>
                      <a:pt x="0" y="72"/>
                    </a:lnTo>
                    <a:lnTo>
                      <a:pt x="13" y="179"/>
                    </a:lnTo>
                    <a:lnTo>
                      <a:pt x="26" y="285"/>
                    </a:lnTo>
                    <a:lnTo>
                      <a:pt x="36" y="390"/>
                    </a:lnTo>
                    <a:lnTo>
                      <a:pt x="45" y="495"/>
                    </a:lnTo>
                    <a:lnTo>
                      <a:pt x="51" y="600"/>
                    </a:lnTo>
                    <a:lnTo>
                      <a:pt x="54" y="705"/>
                    </a:lnTo>
                    <a:lnTo>
                      <a:pt x="53" y="811"/>
                    </a:lnTo>
                    <a:lnTo>
                      <a:pt x="48" y="918"/>
                    </a:lnTo>
                    <a:lnTo>
                      <a:pt x="75" y="911"/>
                    </a:lnTo>
                    <a:lnTo>
                      <a:pt x="101" y="903"/>
                    </a:lnTo>
                    <a:lnTo>
                      <a:pt x="127" y="895"/>
                    </a:lnTo>
                    <a:lnTo>
                      <a:pt x="153" y="886"/>
                    </a:lnTo>
                    <a:lnTo>
                      <a:pt x="178" y="876"/>
                    </a:lnTo>
                    <a:lnTo>
                      <a:pt x="203" y="866"/>
                    </a:lnTo>
                    <a:lnTo>
                      <a:pt x="228" y="855"/>
                    </a:lnTo>
                    <a:lnTo>
                      <a:pt x="251" y="844"/>
                    </a:lnTo>
                    <a:lnTo>
                      <a:pt x="275" y="832"/>
                    </a:lnTo>
                    <a:lnTo>
                      <a:pt x="297" y="819"/>
                    </a:lnTo>
                    <a:lnTo>
                      <a:pt x="321" y="804"/>
                    </a:lnTo>
                    <a:lnTo>
                      <a:pt x="343" y="789"/>
                    </a:lnTo>
                    <a:lnTo>
                      <a:pt x="364" y="773"/>
                    </a:lnTo>
                    <a:lnTo>
                      <a:pt x="386" y="756"/>
                    </a:lnTo>
                    <a:lnTo>
                      <a:pt x="406" y="738"/>
                    </a:lnTo>
                    <a:lnTo>
                      <a:pt x="426" y="718"/>
                    </a:lnTo>
                    <a:lnTo>
                      <a:pt x="427" y="632"/>
                    </a:lnTo>
                    <a:lnTo>
                      <a:pt x="427" y="541"/>
                    </a:lnTo>
                    <a:lnTo>
                      <a:pt x="426" y="445"/>
                    </a:lnTo>
                    <a:lnTo>
                      <a:pt x="422" y="350"/>
                    </a:lnTo>
                    <a:lnTo>
                      <a:pt x="414" y="256"/>
                    </a:lnTo>
                    <a:lnTo>
                      <a:pt x="404" y="164"/>
                    </a:lnTo>
                    <a:lnTo>
                      <a:pt x="389" y="78"/>
                    </a:lnTo>
                    <a:lnTo>
                      <a:pt x="368" y="0"/>
                    </a:lnTo>
                    <a:close/>
                  </a:path>
                </a:pathLst>
              </a:custGeom>
              <a:solidFill>
                <a:srgbClr val="C1A58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6" name="Freeform 53"/>
              <p:cNvSpPr>
                <a:spLocks/>
              </p:cNvSpPr>
              <p:nvPr/>
            </p:nvSpPr>
            <p:spPr bwMode="auto">
              <a:xfrm>
                <a:off x="1531938" y="1592263"/>
                <a:ext cx="130175" cy="277813"/>
              </a:xfrm>
              <a:custGeom>
                <a:avLst/>
                <a:gdLst>
                  <a:gd name="T0" fmla="*/ 2147483647 w 410"/>
                  <a:gd name="T1" fmla="*/ 0 h 873"/>
                  <a:gd name="T2" fmla="*/ 2147483647 w 410"/>
                  <a:gd name="T3" fmla="*/ 2147483647 h 873"/>
                  <a:gd name="T4" fmla="*/ 2147483647 w 410"/>
                  <a:gd name="T5" fmla="*/ 2147483647 h 873"/>
                  <a:gd name="T6" fmla="*/ 2147483647 w 410"/>
                  <a:gd name="T7" fmla="*/ 2147483647 h 873"/>
                  <a:gd name="T8" fmla="*/ 2147483647 w 410"/>
                  <a:gd name="T9" fmla="*/ 2147483647 h 873"/>
                  <a:gd name="T10" fmla="*/ 2147483647 w 410"/>
                  <a:gd name="T11" fmla="*/ 2147483647 h 873"/>
                  <a:gd name="T12" fmla="*/ 2147483647 w 410"/>
                  <a:gd name="T13" fmla="*/ 2147483647 h 873"/>
                  <a:gd name="T14" fmla="*/ 2147483647 w 410"/>
                  <a:gd name="T15" fmla="*/ 2147483647 h 873"/>
                  <a:gd name="T16" fmla="*/ 2147483647 w 410"/>
                  <a:gd name="T17" fmla="*/ 2147483647 h 873"/>
                  <a:gd name="T18" fmla="*/ 2147483647 w 410"/>
                  <a:gd name="T19" fmla="*/ 2147483647 h 873"/>
                  <a:gd name="T20" fmla="*/ 2147483647 w 410"/>
                  <a:gd name="T21" fmla="*/ 2147483647 h 873"/>
                  <a:gd name="T22" fmla="*/ 2147483647 w 410"/>
                  <a:gd name="T23" fmla="*/ 2147483647 h 873"/>
                  <a:gd name="T24" fmla="*/ 2147483647 w 410"/>
                  <a:gd name="T25" fmla="*/ 2147483647 h 873"/>
                  <a:gd name="T26" fmla="*/ 2147483647 w 410"/>
                  <a:gd name="T27" fmla="*/ 2147483647 h 873"/>
                  <a:gd name="T28" fmla="*/ 2147483647 w 410"/>
                  <a:gd name="T29" fmla="*/ 2147483647 h 873"/>
                  <a:gd name="T30" fmla="*/ 2147483647 w 410"/>
                  <a:gd name="T31" fmla="*/ 2147483647 h 873"/>
                  <a:gd name="T32" fmla="*/ 0 w 410"/>
                  <a:gd name="T33" fmla="*/ 2147483647 h 873"/>
                  <a:gd name="T34" fmla="*/ 2147483647 w 410"/>
                  <a:gd name="T35" fmla="*/ 2147483647 h 873"/>
                  <a:gd name="T36" fmla="*/ 2147483647 w 410"/>
                  <a:gd name="T37" fmla="*/ 2147483647 h 873"/>
                  <a:gd name="T38" fmla="*/ 2147483647 w 410"/>
                  <a:gd name="T39" fmla="*/ 2147483647 h 873"/>
                  <a:gd name="T40" fmla="*/ 2147483647 w 410"/>
                  <a:gd name="T41" fmla="*/ 2147483647 h 873"/>
                  <a:gd name="T42" fmla="*/ 2147483647 w 410"/>
                  <a:gd name="T43" fmla="*/ 2147483647 h 873"/>
                  <a:gd name="T44" fmla="*/ 2147483647 w 410"/>
                  <a:gd name="T45" fmla="*/ 2147483647 h 873"/>
                  <a:gd name="T46" fmla="*/ 2147483647 w 410"/>
                  <a:gd name="T47" fmla="*/ 2147483647 h 873"/>
                  <a:gd name="T48" fmla="*/ 2147483647 w 410"/>
                  <a:gd name="T49" fmla="*/ 2147483647 h 873"/>
                  <a:gd name="T50" fmla="*/ 2147483647 w 410"/>
                  <a:gd name="T51" fmla="*/ 2147483647 h 873"/>
                  <a:gd name="T52" fmla="*/ 2147483647 w 410"/>
                  <a:gd name="T53" fmla="*/ 2147483647 h 873"/>
                  <a:gd name="T54" fmla="*/ 2147483647 w 410"/>
                  <a:gd name="T55" fmla="*/ 2147483647 h 873"/>
                  <a:gd name="T56" fmla="*/ 2147483647 w 410"/>
                  <a:gd name="T57" fmla="*/ 2147483647 h 873"/>
                  <a:gd name="T58" fmla="*/ 2147483647 w 410"/>
                  <a:gd name="T59" fmla="*/ 2147483647 h 873"/>
                  <a:gd name="T60" fmla="*/ 2147483647 w 410"/>
                  <a:gd name="T61" fmla="*/ 2147483647 h 873"/>
                  <a:gd name="T62" fmla="*/ 2147483647 w 410"/>
                  <a:gd name="T63" fmla="*/ 2147483647 h 873"/>
                  <a:gd name="T64" fmla="*/ 2147483647 w 410"/>
                  <a:gd name="T65" fmla="*/ 2147483647 h 873"/>
                  <a:gd name="T66" fmla="*/ 2147483647 w 410"/>
                  <a:gd name="T67" fmla="*/ 2147483647 h 873"/>
                  <a:gd name="T68" fmla="*/ 2147483647 w 410"/>
                  <a:gd name="T69" fmla="*/ 2147483647 h 873"/>
                  <a:gd name="T70" fmla="*/ 2147483647 w 410"/>
                  <a:gd name="T71" fmla="*/ 2147483647 h 873"/>
                  <a:gd name="T72" fmla="*/ 2147483647 w 410"/>
                  <a:gd name="T73" fmla="*/ 2147483647 h 873"/>
                  <a:gd name="T74" fmla="*/ 2147483647 w 410"/>
                  <a:gd name="T75" fmla="*/ 2147483647 h 873"/>
                  <a:gd name="T76" fmla="*/ 2147483647 w 410"/>
                  <a:gd name="T77" fmla="*/ 2147483647 h 873"/>
                  <a:gd name="T78" fmla="*/ 2147483647 w 410"/>
                  <a:gd name="T79" fmla="*/ 2147483647 h 873"/>
                  <a:gd name="T80" fmla="*/ 2147483647 w 410"/>
                  <a:gd name="T81" fmla="*/ 2147483647 h 873"/>
                  <a:gd name="T82" fmla="*/ 2147483647 w 410"/>
                  <a:gd name="T83" fmla="*/ 2147483647 h 873"/>
                  <a:gd name="T84" fmla="*/ 2147483647 w 410"/>
                  <a:gd name="T85" fmla="*/ 2147483647 h 873"/>
                  <a:gd name="T86" fmla="*/ 2147483647 w 410"/>
                  <a:gd name="T87" fmla="*/ 2147483647 h 873"/>
                  <a:gd name="T88" fmla="*/ 2147483647 w 410"/>
                  <a:gd name="T89" fmla="*/ 2147483647 h 873"/>
                  <a:gd name="T90" fmla="*/ 2147483647 w 410"/>
                  <a:gd name="T91" fmla="*/ 2147483647 h 873"/>
                  <a:gd name="T92" fmla="*/ 2147483647 w 410"/>
                  <a:gd name="T93" fmla="*/ 2147483647 h 873"/>
                  <a:gd name="T94" fmla="*/ 2147483647 w 410"/>
                  <a:gd name="T95" fmla="*/ 2147483647 h 873"/>
                  <a:gd name="T96" fmla="*/ 2147483647 w 410"/>
                  <a:gd name="T97" fmla="*/ 0 h 873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10"/>
                  <a:gd name="T148" fmla="*/ 0 h 873"/>
                  <a:gd name="T149" fmla="*/ 410 w 410"/>
                  <a:gd name="T150" fmla="*/ 873 h 873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10" h="873">
                    <a:moveTo>
                      <a:pt x="352" y="0"/>
                    </a:moveTo>
                    <a:lnTo>
                      <a:pt x="330" y="4"/>
                    </a:lnTo>
                    <a:lnTo>
                      <a:pt x="308" y="9"/>
                    </a:lnTo>
                    <a:lnTo>
                      <a:pt x="286" y="14"/>
                    </a:lnTo>
                    <a:lnTo>
                      <a:pt x="263" y="18"/>
                    </a:lnTo>
                    <a:lnTo>
                      <a:pt x="242" y="23"/>
                    </a:lnTo>
                    <a:lnTo>
                      <a:pt x="221" y="29"/>
                    </a:lnTo>
                    <a:lnTo>
                      <a:pt x="198" y="34"/>
                    </a:lnTo>
                    <a:lnTo>
                      <a:pt x="177" y="38"/>
                    </a:lnTo>
                    <a:lnTo>
                      <a:pt x="155" y="43"/>
                    </a:lnTo>
                    <a:lnTo>
                      <a:pt x="134" y="47"/>
                    </a:lnTo>
                    <a:lnTo>
                      <a:pt x="111" y="52"/>
                    </a:lnTo>
                    <a:lnTo>
                      <a:pt x="90" y="56"/>
                    </a:lnTo>
                    <a:lnTo>
                      <a:pt x="68" y="59"/>
                    </a:lnTo>
                    <a:lnTo>
                      <a:pt x="45" y="63"/>
                    </a:lnTo>
                    <a:lnTo>
                      <a:pt x="23" y="66"/>
                    </a:lnTo>
                    <a:lnTo>
                      <a:pt x="0" y="69"/>
                    </a:lnTo>
                    <a:lnTo>
                      <a:pt x="13" y="171"/>
                    </a:lnTo>
                    <a:lnTo>
                      <a:pt x="25" y="272"/>
                    </a:lnTo>
                    <a:lnTo>
                      <a:pt x="35" y="371"/>
                    </a:lnTo>
                    <a:lnTo>
                      <a:pt x="44" y="471"/>
                    </a:lnTo>
                    <a:lnTo>
                      <a:pt x="51" y="570"/>
                    </a:lnTo>
                    <a:lnTo>
                      <a:pt x="54" y="670"/>
                    </a:lnTo>
                    <a:lnTo>
                      <a:pt x="54" y="771"/>
                    </a:lnTo>
                    <a:lnTo>
                      <a:pt x="48" y="873"/>
                    </a:lnTo>
                    <a:lnTo>
                      <a:pt x="74" y="866"/>
                    </a:lnTo>
                    <a:lnTo>
                      <a:pt x="99" y="859"/>
                    </a:lnTo>
                    <a:lnTo>
                      <a:pt x="123" y="851"/>
                    </a:lnTo>
                    <a:lnTo>
                      <a:pt x="148" y="843"/>
                    </a:lnTo>
                    <a:lnTo>
                      <a:pt x="172" y="834"/>
                    </a:lnTo>
                    <a:lnTo>
                      <a:pt x="196" y="825"/>
                    </a:lnTo>
                    <a:lnTo>
                      <a:pt x="220" y="815"/>
                    </a:lnTo>
                    <a:lnTo>
                      <a:pt x="243" y="803"/>
                    </a:lnTo>
                    <a:lnTo>
                      <a:pt x="265" y="792"/>
                    </a:lnTo>
                    <a:lnTo>
                      <a:pt x="288" y="779"/>
                    </a:lnTo>
                    <a:lnTo>
                      <a:pt x="309" y="766"/>
                    </a:lnTo>
                    <a:lnTo>
                      <a:pt x="330" y="752"/>
                    </a:lnTo>
                    <a:lnTo>
                      <a:pt x="351" y="737"/>
                    </a:lnTo>
                    <a:lnTo>
                      <a:pt x="372" y="720"/>
                    </a:lnTo>
                    <a:lnTo>
                      <a:pt x="391" y="703"/>
                    </a:lnTo>
                    <a:lnTo>
                      <a:pt x="410" y="685"/>
                    </a:lnTo>
                    <a:lnTo>
                      <a:pt x="410" y="602"/>
                    </a:lnTo>
                    <a:lnTo>
                      <a:pt x="410" y="513"/>
                    </a:lnTo>
                    <a:lnTo>
                      <a:pt x="407" y="423"/>
                    </a:lnTo>
                    <a:lnTo>
                      <a:pt x="403" y="333"/>
                    </a:lnTo>
                    <a:lnTo>
                      <a:pt x="396" y="243"/>
                    </a:lnTo>
                    <a:lnTo>
                      <a:pt x="386" y="156"/>
                    </a:lnTo>
                    <a:lnTo>
                      <a:pt x="372" y="75"/>
                    </a:lnTo>
                    <a:lnTo>
                      <a:pt x="352" y="0"/>
                    </a:lnTo>
                    <a:close/>
                  </a:path>
                </a:pathLst>
              </a:custGeom>
              <a:solidFill>
                <a:srgbClr val="C9AD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7" name="Freeform 54"/>
              <p:cNvSpPr>
                <a:spLocks/>
              </p:cNvSpPr>
              <p:nvPr/>
            </p:nvSpPr>
            <p:spPr bwMode="auto">
              <a:xfrm>
                <a:off x="1538288" y="1592263"/>
                <a:ext cx="123825" cy="263525"/>
              </a:xfrm>
              <a:custGeom>
                <a:avLst/>
                <a:gdLst>
                  <a:gd name="T0" fmla="*/ 2147483647 w 394"/>
                  <a:gd name="T1" fmla="*/ 0 h 829"/>
                  <a:gd name="T2" fmla="*/ 2147483647 w 394"/>
                  <a:gd name="T3" fmla="*/ 2147483647 h 829"/>
                  <a:gd name="T4" fmla="*/ 2147483647 w 394"/>
                  <a:gd name="T5" fmla="*/ 2147483647 h 829"/>
                  <a:gd name="T6" fmla="*/ 2147483647 w 394"/>
                  <a:gd name="T7" fmla="*/ 2147483647 h 829"/>
                  <a:gd name="T8" fmla="*/ 2147483647 w 394"/>
                  <a:gd name="T9" fmla="*/ 2147483647 h 829"/>
                  <a:gd name="T10" fmla="*/ 2147483647 w 394"/>
                  <a:gd name="T11" fmla="*/ 2147483647 h 829"/>
                  <a:gd name="T12" fmla="*/ 2147483647 w 394"/>
                  <a:gd name="T13" fmla="*/ 2147483647 h 829"/>
                  <a:gd name="T14" fmla="*/ 2147483647 w 394"/>
                  <a:gd name="T15" fmla="*/ 2147483647 h 829"/>
                  <a:gd name="T16" fmla="*/ 2147483647 w 394"/>
                  <a:gd name="T17" fmla="*/ 2147483647 h 829"/>
                  <a:gd name="T18" fmla="*/ 2147483647 w 394"/>
                  <a:gd name="T19" fmla="*/ 2147483647 h 829"/>
                  <a:gd name="T20" fmla="*/ 2147483647 w 394"/>
                  <a:gd name="T21" fmla="*/ 2147483647 h 829"/>
                  <a:gd name="T22" fmla="*/ 2147483647 w 394"/>
                  <a:gd name="T23" fmla="*/ 2147483647 h 829"/>
                  <a:gd name="T24" fmla="*/ 2147483647 w 394"/>
                  <a:gd name="T25" fmla="*/ 2147483647 h 829"/>
                  <a:gd name="T26" fmla="*/ 2147483647 w 394"/>
                  <a:gd name="T27" fmla="*/ 2147483647 h 829"/>
                  <a:gd name="T28" fmla="*/ 2147483647 w 394"/>
                  <a:gd name="T29" fmla="*/ 2147483647 h 829"/>
                  <a:gd name="T30" fmla="*/ 2147483647 w 394"/>
                  <a:gd name="T31" fmla="*/ 2147483647 h 829"/>
                  <a:gd name="T32" fmla="*/ 0 w 394"/>
                  <a:gd name="T33" fmla="*/ 2147483647 h 829"/>
                  <a:gd name="T34" fmla="*/ 2147483647 w 394"/>
                  <a:gd name="T35" fmla="*/ 2147483647 h 829"/>
                  <a:gd name="T36" fmla="*/ 2147483647 w 394"/>
                  <a:gd name="T37" fmla="*/ 2147483647 h 829"/>
                  <a:gd name="T38" fmla="*/ 2147483647 w 394"/>
                  <a:gd name="T39" fmla="*/ 2147483647 h 829"/>
                  <a:gd name="T40" fmla="*/ 2147483647 w 394"/>
                  <a:gd name="T41" fmla="*/ 2147483647 h 829"/>
                  <a:gd name="T42" fmla="*/ 2147483647 w 394"/>
                  <a:gd name="T43" fmla="*/ 2147483647 h 829"/>
                  <a:gd name="T44" fmla="*/ 2147483647 w 394"/>
                  <a:gd name="T45" fmla="*/ 2147483647 h 829"/>
                  <a:gd name="T46" fmla="*/ 2147483647 w 394"/>
                  <a:gd name="T47" fmla="*/ 2147483647 h 829"/>
                  <a:gd name="T48" fmla="*/ 2147483647 w 394"/>
                  <a:gd name="T49" fmla="*/ 2147483647 h 829"/>
                  <a:gd name="T50" fmla="*/ 2147483647 w 394"/>
                  <a:gd name="T51" fmla="*/ 2147483647 h 829"/>
                  <a:gd name="T52" fmla="*/ 2147483647 w 394"/>
                  <a:gd name="T53" fmla="*/ 2147483647 h 829"/>
                  <a:gd name="T54" fmla="*/ 2147483647 w 394"/>
                  <a:gd name="T55" fmla="*/ 2147483647 h 829"/>
                  <a:gd name="T56" fmla="*/ 2147483647 w 394"/>
                  <a:gd name="T57" fmla="*/ 2147483647 h 829"/>
                  <a:gd name="T58" fmla="*/ 2147483647 w 394"/>
                  <a:gd name="T59" fmla="*/ 2147483647 h 829"/>
                  <a:gd name="T60" fmla="*/ 2147483647 w 394"/>
                  <a:gd name="T61" fmla="*/ 2147483647 h 829"/>
                  <a:gd name="T62" fmla="*/ 2147483647 w 394"/>
                  <a:gd name="T63" fmla="*/ 2147483647 h 829"/>
                  <a:gd name="T64" fmla="*/ 2147483647 w 394"/>
                  <a:gd name="T65" fmla="*/ 2147483647 h 829"/>
                  <a:gd name="T66" fmla="*/ 2147483647 w 394"/>
                  <a:gd name="T67" fmla="*/ 2147483647 h 829"/>
                  <a:gd name="T68" fmla="*/ 2147483647 w 394"/>
                  <a:gd name="T69" fmla="*/ 2147483647 h 829"/>
                  <a:gd name="T70" fmla="*/ 2147483647 w 394"/>
                  <a:gd name="T71" fmla="*/ 2147483647 h 829"/>
                  <a:gd name="T72" fmla="*/ 2147483647 w 394"/>
                  <a:gd name="T73" fmla="*/ 2147483647 h 829"/>
                  <a:gd name="T74" fmla="*/ 2147483647 w 394"/>
                  <a:gd name="T75" fmla="*/ 2147483647 h 829"/>
                  <a:gd name="T76" fmla="*/ 2147483647 w 394"/>
                  <a:gd name="T77" fmla="*/ 2147483647 h 829"/>
                  <a:gd name="T78" fmla="*/ 2147483647 w 394"/>
                  <a:gd name="T79" fmla="*/ 2147483647 h 829"/>
                  <a:gd name="T80" fmla="*/ 2147483647 w 394"/>
                  <a:gd name="T81" fmla="*/ 2147483647 h 829"/>
                  <a:gd name="T82" fmla="*/ 2147483647 w 394"/>
                  <a:gd name="T83" fmla="*/ 2147483647 h 829"/>
                  <a:gd name="T84" fmla="*/ 2147483647 w 394"/>
                  <a:gd name="T85" fmla="*/ 2147483647 h 829"/>
                  <a:gd name="T86" fmla="*/ 2147483647 w 394"/>
                  <a:gd name="T87" fmla="*/ 2147483647 h 829"/>
                  <a:gd name="T88" fmla="*/ 2147483647 w 394"/>
                  <a:gd name="T89" fmla="*/ 2147483647 h 829"/>
                  <a:gd name="T90" fmla="*/ 2147483647 w 394"/>
                  <a:gd name="T91" fmla="*/ 2147483647 h 829"/>
                  <a:gd name="T92" fmla="*/ 2147483647 w 394"/>
                  <a:gd name="T93" fmla="*/ 2147483647 h 829"/>
                  <a:gd name="T94" fmla="*/ 2147483647 w 394"/>
                  <a:gd name="T95" fmla="*/ 2147483647 h 829"/>
                  <a:gd name="T96" fmla="*/ 2147483647 w 394"/>
                  <a:gd name="T97" fmla="*/ 0 h 82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394"/>
                  <a:gd name="T148" fmla="*/ 0 h 829"/>
                  <a:gd name="T149" fmla="*/ 394 w 394"/>
                  <a:gd name="T150" fmla="*/ 829 h 82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394" h="829">
                    <a:moveTo>
                      <a:pt x="336" y="0"/>
                    </a:moveTo>
                    <a:lnTo>
                      <a:pt x="315" y="4"/>
                    </a:lnTo>
                    <a:lnTo>
                      <a:pt x="294" y="9"/>
                    </a:lnTo>
                    <a:lnTo>
                      <a:pt x="273" y="13"/>
                    </a:lnTo>
                    <a:lnTo>
                      <a:pt x="251" y="17"/>
                    </a:lnTo>
                    <a:lnTo>
                      <a:pt x="231" y="22"/>
                    </a:lnTo>
                    <a:lnTo>
                      <a:pt x="210" y="26"/>
                    </a:lnTo>
                    <a:lnTo>
                      <a:pt x="190" y="32"/>
                    </a:lnTo>
                    <a:lnTo>
                      <a:pt x="168" y="36"/>
                    </a:lnTo>
                    <a:lnTo>
                      <a:pt x="148" y="41"/>
                    </a:lnTo>
                    <a:lnTo>
                      <a:pt x="128" y="45"/>
                    </a:lnTo>
                    <a:lnTo>
                      <a:pt x="106" y="49"/>
                    </a:lnTo>
                    <a:lnTo>
                      <a:pt x="85" y="53"/>
                    </a:lnTo>
                    <a:lnTo>
                      <a:pt x="65" y="56"/>
                    </a:lnTo>
                    <a:lnTo>
                      <a:pt x="44" y="59"/>
                    </a:lnTo>
                    <a:lnTo>
                      <a:pt x="21" y="62"/>
                    </a:lnTo>
                    <a:lnTo>
                      <a:pt x="0" y="65"/>
                    </a:lnTo>
                    <a:lnTo>
                      <a:pt x="12" y="162"/>
                    </a:lnTo>
                    <a:lnTo>
                      <a:pt x="24" y="258"/>
                    </a:lnTo>
                    <a:lnTo>
                      <a:pt x="35" y="352"/>
                    </a:lnTo>
                    <a:lnTo>
                      <a:pt x="44" y="446"/>
                    </a:lnTo>
                    <a:lnTo>
                      <a:pt x="50" y="541"/>
                    </a:lnTo>
                    <a:lnTo>
                      <a:pt x="53" y="635"/>
                    </a:lnTo>
                    <a:lnTo>
                      <a:pt x="53" y="731"/>
                    </a:lnTo>
                    <a:lnTo>
                      <a:pt x="48" y="829"/>
                    </a:lnTo>
                    <a:lnTo>
                      <a:pt x="72" y="822"/>
                    </a:lnTo>
                    <a:lnTo>
                      <a:pt x="96" y="815"/>
                    </a:lnTo>
                    <a:lnTo>
                      <a:pt x="120" y="808"/>
                    </a:lnTo>
                    <a:lnTo>
                      <a:pt x="144" y="799"/>
                    </a:lnTo>
                    <a:lnTo>
                      <a:pt x="166" y="791"/>
                    </a:lnTo>
                    <a:lnTo>
                      <a:pt x="190" y="782"/>
                    </a:lnTo>
                    <a:lnTo>
                      <a:pt x="212" y="773"/>
                    </a:lnTo>
                    <a:lnTo>
                      <a:pt x="234" y="763"/>
                    </a:lnTo>
                    <a:lnTo>
                      <a:pt x="255" y="752"/>
                    </a:lnTo>
                    <a:lnTo>
                      <a:pt x="277" y="741"/>
                    </a:lnTo>
                    <a:lnTo>
                      <a:pt x="298" y="728"/>
                    </a:lnTo>
                    <a:lnTo>
                      <a:pt x="318" y="714"/>
                    </a:lnTo>
                    <a:lnTo>
                      <a:pt x="337" y="700"/>
                    </a:lnTo>
                    <a:lnTo>
                      <a:pt x="357" y="685"/>
                    </a:lnTo>
                    <a:lnTo>
                      <a:pt x="376" y="669"/>
                    </a:lnTo>
                    <a:lnTo>
                      <a:pt x="394" y="650"/>
                    </a:lnTo>
                    <a:lnTo>
                      <a:pt x="394" y="570"/>
                    </a:lnTo>
                    <a:lnTo>
                      <a:pt x="392" y="486"/>
                    </a:lnTo>
                    <a:lnTo>
                      <a:pt x="390" y="401"/>
                    </a:lnTo>
                    <a:lnTo>
                      <a:pt x="386" y="315"/>
                    </a:lnTo>
                    <a:lnTo>
                      <a:pt x="379" y="230"/>
                    </a:lnTo>
                    <a:lnTo>
                      <a:pt x="369" y="148"/>
                    </a:lnTo>
                    <a:lnTo>
                      <a:pt x="355" y="71"/>
                    </a:lnTo>
                    <a:lnTo>
                      <a:pt x="336" y="0"/>
                    </a:lnTo>
                    <a:close/>
                  </a:path>
                </a:pathLst>
              </a:custGeom>
              <a:solidFill>
                <a:srgbClr val="CCB59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8" name="Freeform 55"/>
              <p:cNvSpPr>
                <a:spLocks/>
              </p:cNvSpPr>
              <p:nvPr/>
            </p:nvSpPr>
            <p:spPr bwMode="auto">
              <a:xfrm>
                <a:off x="1543050" y="1593851"/>
                <a:ext cx="119062" cy="247650"/>
              </a:xfrm>
              <a:custGeom>
                <a:avLst/>
                <a:gdLst>
                  <a:gd name="T0" fmla="*/ 2147483647 w 378"/>
                  <a:gd name="T1" fmla="*/ 0 h 783"/>
                  <a:gd name="T2" fmla="*/ 2147483647 w 378"/>
                  <a:gd name="T3" fmla="*/ 2147483647 h 783"/>
                  <a:gd name="T4" fmla="*/ 2147483647 w 378"/>
                  <a:gd name="T5" fmla="*/ 2147483647 h 783"/>
                  <a:gd name="T6" fmla="*/ 2147483647 w 378"/>
                  <a:gd name="T7" fmla="*/ 2147483647 h 783"/>
                  <a:gd name="T8" fmla="*/ 2147483647 w 378"/>
                  <a:gd name="T9" fmla="*/ 2147483647 h 783"/>
                  <a:gd name="T10" fmla="*/ 2147483647 w 378"/>
                  <a:gd name="T11" fmla="*/ 2147483647 h 783"/>
                  <a:gd name="T12" fmla="*/ 2147483647 w 378"/>
                  <a:gd name="T13" fmla="*/ 2147483647 h 783"/>
                  <a:gd name="T14" fmla="*/ 2147483647 w 378"/>
                  <a:gd name="T15" fmla="*/ 2147483647 h 783"/>
                  <a:gd name="T16" fmla="*/ 2147483647 w 378"/>
                  <a:gd name="T17" fmla="*/ 2147483647 h 783"/>
                  <a:gd name="T18" fmla="*/ 2147483647 w 378"/>
                  <a:gd name="T19" fmla="*/ 2147483647 h 783"/>
                  <a:gd name="T20" fmla="*/ 2147483647 w 378"/>
                  <a:gd name="T21" fmla="*/ 2147483647 h 783"/>
                  <a:gd name="T22" fmla="*/ 2147483647 w 378"/>
                  <a:gd name="T23" fmla="*/ 2147483647 h 783"/>
                  <a:gd name="T24" fmla="*/ 2147483647 w 378"/>
                  <a:gd name="T25" fmla="*/ 2147483647 h 783"/>
                  <a:gd name="T26" fmla="*/ 2147483647 w 378"/>
                  <a:gd name="T27" fmla="*/ 2147483647 h 783"/>
                  <a:gd name="T28" fmla="*/ 2147483647 w 378"/>
                  <a:gd name="T29" fmla="*/ 2147483647 h 783"/>
                  <a:gd name="T30" fmla="*/ 2147483647 w 378"/>
                  <a:gd name="T31" fmla="*/ 2147483647 h 783"/>
                  <a:gd name="T32" fmla="*/ 0 w 378"/>
                  <a:gd name="T33" fmla="*/ 2147483647 h 783"/>
                  <a:gd name="T34" fmla="*/ 2147483647 w 378"/>
                  <a:gd name="T35" fmla="*/ 2147483647 h 783"/>
                  <a:gd name="T36" fmla="*/ 2147483647 w 378"/>
                  <a:gd name="T37" fmla="*/ 2147483647 h 783"/>
                  <a:gd name="T38" fmla="*/ 2147483647 w 378"/>
                  <a:gd name="T39" fmla="*/ 2147483647 h 783"/>
                  <a:gd name="T40" fmla="*/ 2147483647 w 378"/>
                  <a:gd name="T41" fmla="*/ 2147483647 h 783"/>
                  <a:gd name="T42" fmla="*/ 2147483647 w 378"/>
                  <a:gd name="T43" fmla="*/ 2147483647 h 783"/>
                  <a:gd name="T44" fmla="*/ 2147483647 w 378"/>
                  <a:gd name="T45" fmla="*/ 2147483647 h 783"/>
                  <a:gd name="T46" fmla="*/ 2147483647 w 378"/>
                  <a:gd name="T47" fmla="*/ 2147483647 h 783"/>
                  <a:gd name="T48" fmla="*/ 2147483647 w 378"/>
                  <a:gd name="T49" fmla="*/ 2147483647 h 783"/>
                  <a:gd name="T50" fmla="*/ 2147483647 w 378"/>
                  <a:gd name="T51" fmla="*/ 2147483647 h 783"/>
                  <a:gd name="T52" fmla="*/ 2147483647 w 378"/>
                  <a:gd name="T53" fmla="*/ 2147483647 h 783"/>
                  <a:gd name="T54" fmla="*/ 2147483647 w 378"/>
                  <a:gd name="T55" fmla="*/ 2147483647 h 783"/>
                  <a:gd name="T56" fmla="*/ 2147483647 w 378"/>
                  <a:gd name="T57" fmla="*/ 2147483647 h 783"/>
                  <a:gd name="T58" fmla="*/ 2147483647 w 378"/>
                  <a:gd name="T59" fmla="*/ 2147483647 h 783"/>
                  <a:gd name="T60" fmla="*/ 2147483647 w 378"/>
                  <a:gd name="T61" fmla="*/ 2147483647 h 783"/>
                  <a:gd name="T62" fmla="*/ 2147483647 w 378"/>
                  <a:gd name="T63" fmla="*/ 2147483647 h 783"/>
                  <a:gd name="T64" fmla="*/ 2147483647 w 378"/>
                  <a:gd name="T65" fmla="*/ 2147483647 h 783"/>
                  <a:gd name="T66" fmla="*/ 2147483647 w 378"/>
                  <a:gd name="T67" fmla="*/ 2147483647 h 783"/>
                  <a:gd name="T68" fmla="*/ 2147483647 w 378"/>
                  <a:gd name="T69" fmla="*/ 2147483647 h 783"/>
                  <a:gd name="T70" fmla="*/ 2147483647 w 378"/>
                  <a:gd name="T71" fmla="*/ 2147483647 h 783"/>
                  <a:gd name="T72" fmla="*/ 2147483647 w 378"/>
                  <a:gd name="T73" fmla="*/ 2147483647 h 783"/>
                  <a:gd name="T74" fmla="*/ 2147483647 w 378"/>
                  <a:gd name="T75" fmla="*/ 2147483647 h 783"/>
                  <a:gd name="T76" fmla="*/ 2147483647 w 378"/>
                  <a:gd name="T77" fmla="*/ 2147483647 h 783"/>
                  <a:gd name="T78" fmla="*/ 2147483647 w 378"/>
                  <a:gd name="T79" fmla="*/ 2147483647 h 783"/>
                  <a:gd name="T80" fmla="*/ 2147483647 w 378"/>
                  <a:gd name="T81" fmla="*/ 2147483647 h 783"/>
                  <a:gd name="T82" fmla="*/ 2147483647 w 378"/>
                  <a:gd name="T83" fmla="*/ 2147483647 h 783"/>
                  <a:gd name="T84" fmla="*/ 2147483647 w 378"/>
                  <a:gd name="T85" fmla="*/ 2147483647 h 783"/>
                  <a:gd name="T86" fmla="*/ 2147483647 w 378"/>
                  <a:gd name="T87" fmla="*/ 2147483647 h 783"/>
                  <a:gd name="T88" fmla="*/ 2147483647 w 378"/>
                  <a:gd name="T89" fmla="*/ 2147483647 h 783"/>
                  <a:gd name="T90" fmla="*/ 2147483647 w 378"/>
                  <a:gd name="T91" fmla="*/ 2147483647 h 783"/>
                  <a:gd name="T92" fmla="*/ 2147483647 w 378"/>
                  <a:gd name="T93" fmla="*/ 2147483647 h 783"/>
                  <a:gd name="T94" fmla="*/ 2147483647 w 378"/>
                  <a:gd name="T95" fmla="*/ 2147483647 h 783"/>
                  <a:gd name="T96" fmla="*/ 2147483647 w 378"/>
                  <a:gd name="T97" fmla="*/ 0 h 783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378"/>
                  <a:gd name="T148" fmla="*/ 0 h 783"/>
                  <a:gd name="T149" fmla="*/ 378 w 378"/>
                  <a:gd name="T150" fmla="*/ 783 h 783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378" h="783">
                    <a:moveTo>
                      <a:pt x="320" y="0"/>
                    </a:moveTo>
                    <a:lnTo>
                      <a:pt x="300" y="4"/>
                    </a:lnTo>
                    <a:lnTo>
                      <a:pt x="280" y="8"/>
                    </a:lnTo>
                    <a:lnTo>
                      <a:pt x="260" y="12"/>
                    </a:lnTo>
                    <a:lnTo>
                      <a:pt x="240" y="17"/>
                    </a:lnTo>
                    <a:lnTo>
                      <a:pt x="220" y="21"/>
                    </a:lnTo>
                    <a:lnTo>
                      <a:pt x="201" y="25"/>
                    </a:lnTo>
                    <a:lnTo>
                      <a:pt x="181" y="30"/>
                    </a:lnTo>
                    <a:lnTo>
                      <a:pt x="161" y="34"/>
                    </a:lnTo>
                    <a:lnTo>
                      <a:pt x="141" y="38"/>
                    </a:lnTo>
                    <a:lnTo>
                      <a:pt x="122" y="42"/>
                    </a:lnTo>
                    <a:lnTo>
                      <a:pt x="102" y="46"/>
                    </a:lnTo>
                    <a:lnTo>
                      <a:pt x="82" y="50"/>
                    </a:lnTo>
                    <a:lnTo>
                      <a:pt x="62" y="53"/>
                    </a:lnTo>
                    <a:lnTo>
                      <a:pt x="42" y="56"/>
                    </a:lnTo>
                    <a:lnTo>
                      <a:pt x="21" y="59"/>
                    </a:lnTo>
                    <a:lnTo>
                      <a:pt x="0" y="61"/>
                    </a:lnTo>
                    <a:lnTo>
                      <a:pt x="12" y="153"/>
                    </a:lnTo>
                    <a:lnTo>
                      <a:pt x="24" y="244"/>
                    </a:lnTo>
                    <a:lnTo>
                      <a:pt x="34" y="333"/>
                    </a:lnTo>
                    <a:lnTo>
                      <a:pt x="43" y="421"/>
                    </a:lnTo>
                    <a:lnTo>
                      <a:pt x="49" y="510"/>
                    </a:lnTo>
                    <a:lnTo>
                      <a:pt x="53" y="600"/>
                    </a:lnTo>
                    <a:lnTo>
                      <a:pt x="52" y="691"/>
                    </a:lnTo>
                    <a:lnTo>
                      <a:pt x="48" y="783"/>
                    </a:lnTo>
                    <a:lnTo>
                      <a:pt x="71" y="777"/>
                    </a:lnTo>
                    <a:lnTo>
                      <a:pt x="93" y="770"/>
                    </a:lnTo>
                    <a:lnTo>
                      <a:pt x="117" y="763"/>
                    </a:lnTo>
                    <a:lnTo>
                      <a:pt x="139" y="756"/>
                    </a:lnTo>
                    <a:lnTo>
                      <a:pt x="161" y="749"/>
                    </a:lnTo>
                    <a:lnTo>
                      <a:pt x="183" y="741"/>
                    </a:lnTo>
                    <a:lnTo>
                      <a:pt x="204" y="731"/>
                    </a:lnTo>
                    <a:lnTo>
                      <a:pt x="225" y="722"/>
                    </a:lnTo>
                    <a:lnTo>
                      <a:pt x="245" y="712"/>
                    </a:lnTo>
                    <a:lnTo>
                      <a:pt x="266" y="701"/>
                    </a:lnTo>
                    <a:lnTo>
                      <a:pt x="286" y="690"/>
                    </a:lnTo>
                    <a:lnTo>
                      <a:pt x="305" y="677"/>
                    </a:lnTo>
                    <a:lnTo>
                      <a:pt x="324" y="664"/>
                    </a:lnTo>
                    <a:lnTo>
                      <a:pt x="343" y="648"/>
                    </a:lnTo>
                    <a:lnTo>
                      <a:pt x="361" y="633"/>
                    </a:lnTo>
                    <a:lnTo>
                      <a:pt x="378" y="616"/>
                    </a:lnTo>
                    <a:lnTo>
                      <a:pt x="377" y="539"/>
                    </a:lnTo>
                    <a:lnTo>
                      <a:pt x="375" y="459"/>
                    </a:lnTo>
                    <a:lnTo>
                      <a:pt x="372" y="377"/>
                    </a:lnTo>
                    <a:lnTo>
                      <a:pt x="368" y="296"/>
                    </a:lnTo>
                    <a:lnTo>
                      <a:pt x="361" y="217"/>
                    </a:lnTo>
                    <a:lnTo>
                      <a:pt x="351" y="140"/>
                    </a:lnTo>
                    <a:lnTo>
                      <a:pt x="338" y="67"/>
                    </a:lnTo>
                    <a:lnTo>
                      <a:pt x="320" y="0"/>
                    </a:lnTo>
                    <a:close/>
                  </a:path>
                </a:pathLst>
              </a:custGeom>
              <a:solidFill>
                <a:srgbClr val="D3BCA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9" name="Freeform 56"/>
              <p:cNvSpPr>
                <a:spLocks/>
              </p:cNvSpPr>
              <p:nvPr/>
            </p:nvSpPr>
            <p:spPr bwMode="auto">
              <a:xfrm>
                <a:off x="1547813" y="1593851"/>
                <a:ext cx="114300" cy="234950"/>
              </a:xfrm>
              <a:custGeom>
                <a:avLst/>
                <a:gdLst>
                  <a:gd name="T0" fmla="*/ 2147483647 w 362"/>
                  <a:gd name="T1" fmla="*/ 0 h 739"/>
                  <a:gd name="T2" fmla="*/ 2147483647 w 362"/>
                  <a:gd name="T3" fmla="*/ 2147483647 h 739"/>
                  <a:gd name="T4" fmla="*/ 2147483647 w 362"/>
                  <a:gd name="T5" fmla="*/ 2147483647 h 739"/>
                  <a:gd name="T6" fmla="*/ 2147483647 w 362"/>
                  <a:gd name="T7" fmla="*/ 2147483647 h 739"/>
                  <a:gd name="T8" fmla="*/ 2147483647 w 362"/>
                  <a:gd name="T9" fmla="*/ 2147483647 h 739"/>
                  <a:gd name="T10" fmla="*/ 2147483647 w 362"/>
                  <a:gd name="T11" fmla="*/ 2147483647 h 739"/>
                  <a:gd name="T12" fmla="*/ 2147483647 w 362"/>
                  <a:gd name="T13" fmla="*/ 2147483647 h 739"/>
                  <a:gd name="T14" fmla="*/ 2147483647 w 362"/>
                  <a:gd name="T15" fmla="*/ 2147483647 h 739"/>
                  <a:gd name="T16" fmla="*/ 2147483647 w 362"/>
                  <a:gd name="T17" fmla="*/ 2147483647 h 739"/>
                  <a:gd name="T18" fmla="*/ 2147483647 w 362"/>
                  <a:gd name="T19" fmla="*/ 2147483647 h 739"/>
                  <a:gd name="T20" fmla="*/ 2147483647 w 362"/>
                  <a:gd name="T21" fmla="*/ 2147483647 h 739"/>
                  <a:gd name="T22" fmla="*/ 2147483647 w 362"/>
                  <a:gd name="T23" fmla="*/ 2147483647 h 739"/>
                  <a:gd name="T24" fmla="*/ 2147483647 w 362"/>
                  <a:gd name="T25" fmla="*/ 2147483647 h 739"/>
                  <a:gd name="T26" fmla="*/ 2147483647 w 362"/>
                  <a:gd name="T27" fmla="*/ 2147483647 h 739"/>
                  <a:gd name="T28" fmla="*/ 2147483647 w 362"/>
                  <a:gd name="T29" fmla="*/ 2147483647 h 739"/>
                  <a:gd name="T30" fmla="*/ 2147483647 w 362"/>
                  <a:gd name="T31" fmla="*/ 2147483647 h 739"/>
                  <a:gd name="T32" fmla="*/ 0 w 362"/>
                  <a:gd name="T33" fmla="*/ 2147483647 h 739"/>
                  <a:gd name="T34" fmla="*/ 2147483647 w 362"/>
                  <a:gd name="T35" fmla="*/ 2147483647 h 739"/>
                  <a:gd name="T36" fmla="*/ 2147483647 w 362"/>
                  <a:gd name="T37" fmla="*/ 2147483647 h 739"/>
                  <a:gd name="T38" fmla="*/ 2147483647 w 362"/>
                  <a:gd name="T39" fmla="*/ 2147483647 h 739"/>
                  <a:gd name="T40" fmla="*/ 2147483647 w 362"/>
                  <a:gd name="T41" fmla="*/ 2147483647 h 739"/>
                  <a:gd name="T42" fmla="*/ 2147483647 w 362"/>
                  <a:gd name="T43" fmla="*/ 2147483647 h 739"/>
                  <a:gd name="T44" fmla="*/ 2147483647 w 362"/>
                  <a:gd name="T45" fmla="*/ 2147483647 h 739"/>
                  <a:gd name="T46" fmla="*/ 2147483647 w 362"/>
                  <a:gd name="T47" fmla="*/ 2147483647 h 739"/>
                  <a:gd name="T48" fmla="*/ 2147483647 w 362"/>
                  <a:gd name="T49" fmla="*/ 2147483647 h 739"/>
                  <a:gd name="T50" fmla="*/ 2147483647 w 362"/>
                  <a:gd name="T51" fmla="*/ 2147483647 h 739"/>
                  <a:gd name="T52" fmla="*/ 2147483647 w 362"/>
                  <a:gd name="T53" fmla="*/ 2147483647 h 739"/>
                  <a:gd name="T54" fmla="*/ 2147483647 w 362"/>
                  <a:gd name="T55" fmla="*/ 2147483647 h 739"/>
                  <a:gd name="T56" fmla="*/ 2147483647 w 362"/>
                  <a:gd name="T57" fmla="*/ 2147483647 h 739"/>
                  <a:gd name="T58" fmla="*/ 2147483647 w 362"/>
                  <a:gd name="T59" fmla="*/ 2147483647 h 739"/>
                  <a:gd name="T60" fmla="*/ 2147483647 w 362"/>
                  <a:gd name="T61" fmla="*/ 2147483647 h 739"/>
                  <a:gd name="T62" fmla="*/ 2147483647 w 362"/>
                  <a:gd name="T63" fmla="*/ 2147483647 h 739"/>
                  <a:gd name="T64" fmla="*/ 2147483647 w 362"/>
                  <a:gd name="T65" fmla="*/ 2147483647 h 739"/>
                  <a:gd name="T66" fmla="*/ 2147483647 w 362"/>
                  <a:gd name="T67" fmla="*/ 2147483647 h 739"/>
                  <a:gd name="T68" fmla="*/ 2147483647 w 362"/>
                  <a:gd name="T69" fmla="*/ 2147483647 h 739"/>
                  <a:gd name="T70" fmla="*/ 2147483647 w 362"/>
                  <a:gd name="T71" fmla="*/ 2147483647 h 739"/>
                  <a:gd name="T72" fmla="*/ 2147483647 w 362"/>
                  <a:gd name="T73" fmla="*/ 2147483647 h 739"/>
                  <a:gd name="T74" fmla="*/ 2147483647 w 362"/>
                  <a:gd name="T75" fmla="*/ 2147483647 h 739"/>
                  <a:gd name="T76" fmla="*/ 2147483647 w 362"/>
                  <a:gd name="T77" fmla="*/ 2147483647 h 739"/>
                  <a:gd name="T78" fmla="*/ 2147483647 w 362"/>
                  <a:gd name="T79" fmla="*/ 2147483647 h 739"/>
                  <a:gd name="T80" fmla="*/ 2147483647 w 362"/>
                  <a:gd name="T81" fmla="*/ 2147483647 h 739"/>
                  <a:gd name="T82" fmla="*/ 2147483647 w 362"/>
                  <a:gd name="T83" fmla="*/ 2147483647 h 739"/>
                  <a:gd name="T84" fmla="*/ 2147483647 w 362"/>
                  <a:gd name="T85" fmla="*/ 2147483647 h 739"/>
                  <a:gd name="T86" fmla="*/ 2147483647 w 362"/>
                  <a:gd name="T87" fmla="*/ 2147483647 h 739"/>
                  <a:gd name="T88" fmla="*/ 2147483647 w 362"/>
                  <a:gd name="T89" fmla="*/ 2147483647 h 739"/>
                  <a:gd name="T90" fmla="*/ 2147483647 w 362"/>
                  <a:gd name="T91" fmla="*/ 2147483647 h 739"/>
                  <a:gd name="T92" fmla="*/ 2147483647 w 362"/>
                  <a:gd name="T93" fmla="*/ 2147483647 h 739"/>
                  <a:gd name="T94" fmla="*/ 2147483647 w 362"/>
                  <a:gd name="T95" fmla="*/ 2147483647 h 739"/>
                  <a:gd name="T96" fmla="*/ 2147483647 w 362"/>
                  <a:gd name="T97" fmla="*/ 0 h 73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362"/>
                  <a:gd name="T148" fmla="*/ 0 h 739"/>
                  <a:gd name="T149" fmla="*/ 362 w 362"/>
                  <a:gd name="T150" fmla="*/ 739 h 73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362" h="739">
                    <a:moveTo>
                      <a:pt x="304" y="0"/>
                    </a:moveTo>
                    <a:lnTo>
                      <a:pt x="285" y="4"/>
                    </a:lnTo>
                    <a:lnTo>
                      <a:pt x="266" y="8"/>
                    </a:lnTo>
                    <a:lnTo>
                      <a:pt x="247" y="12"/>
                    </a:lnTo>
                    <a:lnTo>
                      <a:pt x="227" y="15"/>
                    </a:lnTo>
                    <a:lnTo>
                      <a:pt x="209" y="19"/>
                    </a:lnTo>
                    <a:lnTo>
                      <a:pt x="190" y="23"/>
                    </a:lnTo>
                    <a:lnTo>
                      <a:pt x="172" y="28"/>
                    </a:lnTo>
                    <a:lnTo>
                      <a:pt x="152" y="32"/>
                    </a:lnTo>
                    <a:lnTo>
                      <a:pt x="134" y="36"/>
                    </a:lnTo>
                    <a:lnTo>
                      <a:pt x="115" y="39"/>
                    </a:lnTo>
                    <a:lnTo>
                      <a:pt x="97" y="43"/>
                    </a:lnTo>
                    <a:lnTo>
                      <a:pt x="77" y="46"/>
                    </a:lnTo>
                    <a:lnTo>
                      <a:pt x="58" y="49"/>
                    </a:lnTo>
                    <a:lnTo>
                      <a:pt x="40" y="52"/>
                    </a:lnTo>
                    <a:lnTo>
                      <a:pt x="20" y="55"/>
                    </a:lnTo>
                    <a:lnTo>
                      <a:pt x="0" y="57"/>
                    </a:lnTo>
                    <a:lnTo>
                      <a:pt x="12" y="144"/>
                    </a:lnTo>
                    <a:lnTo>
                      <a:pt x="23" y="229"/>
                    </a:lnTo>
                    <a:lnTo>
                      <a:pt x="33" y="314"/>
                    </a:lnTo>
                    <a:lnTo>
                      <a:pt x="41" y="397"/>
                    </a:lnTo>
                    <a:lnTo>
                      <a:pt x="48" y="481"/>
                    </a:lnTo>
                    <a:lnTo>
                      <a:pt x="51" y="565"/>
                    </a:lnTo>
                    <a:lnTo>
                      <a:pt x="52" y="650"/>
                    </a:lnTo>
                    <a:lnTo>
                      <a:pt x="48" y="739"/>
                    </a:lnTo>
                    <a:lnTo>
                      <a:pt x="70" y="732"/>
                    </a:lnTo>
                    <a:lnTo>
                      <a:pt x="92" y="726"/>
                    </a:lnTo>
                    <a:lnTo>
                      <a:pt x="113" y="719"/>
                    </a:lnTo>
                    <a:lnTo>
                      <a:pt x="134" y="713"/>
                    </a:lnTo>
                    <a:lnTo>
                      <a:pt x="155" y="706"/>
                    </a:lnTo>
                    <a:lnTo>
                      <a:pt x="177" y="698"/>
                    </a:lnTo>
                    <a:lnTo>
                      <a:pt x="197" y="690"/>
                    </a:lnTo>
                    <a:lnTo>
                      <a:pt x="217" y="682"/>
                    </a:lnTo>
                    <a:lnTo>
                      <a:pt x="237" y="672"/>
                    </a:lnTo>
                    <a:lnTo>
                      <a:pt x="256" y="663"/>
                    </a:lnTo>
                    <a:lnTo>
                      <a:pt x="275" y="651"/>
                    </a:lnTo>
                    <a:lnTo>
                      <a:pt x="293" y="639"/>
                    </a:lnTo>
                    <a:lnTo>
                      <a:pt x="311" y="627"/>
                    </a:lnTo>
                    <a:lnTo>
                      <a:pt x="329" y="613"/>
                    </a:lnTo>
                    <a:lnTo>
                      <a:pt x="346" y="599"/>
                    </a:lnTo>
                    <a:lnTo>
                      <a:pt x="362" y="582"/>
                    </a:lnTo>
                    <a:lnTo>
                      <a:pt x="360" y="508"/>
                    </a:lnTo>
                    <a:lnTo>
                      <a:pt x="357" y="432"/>
                    </a:lnTo>
                    <a:lnTo>
                      <a:pt x="354" y="356"/>
                    </a:lnTo>
                    <a:lnTo>
                      <a:pt x="350" y="279"/>
                    </a:lnTo>
                    <a:lnTo>
                      <a:pt x="343" y="205"/>
                    </a:lnTo>
                    <a:lnTo>
                      <a:pt x="334" y="132"/>
                    </a:lnTo>
                    <a:lnTo>
                      <a:pt x="321" y="64"/>
                    </a:lnTo>
                    <a:lnTo>
                      <a:pt x="304" y="0"/>
                    </a:lnTo>
                    <a:close/>
                  </a:path>
                </a:pathLst>
              </a:custGeom>
              <a:solidFill>
                <a:srgbClr val="D8C1A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0" name="Freeform 57"/>
              <p:cNvSpPr>
                <a:spLocks/>
              </p:cNvSpPr>
              <p:nvPr/>
            </p:nvSpPr>
            <p:spPr bwMode="auto">
              <a:xfrm>
                <a:off x="1552575" y="1593851"/>
                <a:ext cx="109537" cy="220663"/>
              </a:xfrm>
              <a:custGeom>
                <a:avLst/>
                <a:gdLst>
                  <a:gd name="T0" fmla="*/ 2147483647 w 345"/>
                  <a:gd name="T1" fmla="*/ 0 h 693"/>
                  <a:gd name="T2" fmla="*/ 2147483647 w 345"/>
                  <a:gd name="T3" fmla="*/ 2147483647 h 693"/>
                  <a:gd name="T4" fmla="*/ 2147483647 w 345"/>
                  <a:gd name="T5" fmla="*/ 2147483647 h 693"/>
                  <a:gd name="T6" fmla="*/ 2147483647 w 345"/>
                  <a:gd name="T7" fmla="*/ 2147483647 h 693"/>
                  <a:gd name="T8" fmla="*/ 2147483647 w 345"/>
                  <a:gd name="T9" fmla="*/ 2147483647 h 693"/>
                  <a:gd name="T10" fmla="*/ 2147483647 w 345"/>
                  <a:gd name="T11" fmla="*/ 2147483647 h 693"/>
                  <a:gd name="T12" fmla="*/ 2147483647 w 345"/>
                  <a:gd name="T13" fmla="*/ 2147483647 h 693"/>
                  <a:gd name="T14" fmla="*/ 2147483647 w 345"/>
                  <a:gd name="T15" fmla="*/ 2147483647 h 693"/>
                  <a:gd name="T16" fmla="*/ 2147483647 w 345"/>
                  <a:gd name="T17" fmla="*/ 2147483647 h 693"/>
                  <a:gd name="T18" fmla="*/ 2147483647 w 345"/>
                  <a:gd name="T19" fmla="*/ 2147483647 h 693"/>
                  <a:gd name="T20" fmla="*/ 2147483647 w 345"/>
                  <a:gd name="T21" fmla="*/ 2147483647 h 693"/>
                  <a:gd name="T22" fmla="*/ 2147483647 w 345"/>
                  <a:gd name="T23" fmla="*/ 2147483647 h 693"/>
                  <a:gd name="T24" fmla="*/ 2147483647 w 345"/>
                  <a:gd name="T25" fmla="*/ 2147483647 h 693"/>
                  <a:gd name="T26" fmla="*/ 2147483647 w 345"/>
                  <a:gd name="T27" fmla="*/ 2147483647 h 693"/>
                  <a:gd name="T28" fmla="*/ 2147483647 w 345"/>
                  <a:gd name="T29" fmla="*/ 2147483647 h 693"/>
                  <a:gd name="T30" fmla="*/ 2147483647 w 345"/>
                  <a:gd name="T31" fmla="*/ 2147483647 h 693"/>
                  <a:gd name="T32" fmla="*/ 0 w 345"/>
                  <a:gd name="T33" fmla="*/ 2147483647 h 693"/>
                  <a:gd name="T34" fmla="*/ 2147483647 w 345"/>
                  <a:gd name="T35" fmla="*/ 2147483647 h 693"/>
                  <a:gd name="T36" fmla="*/ 2147483647 w 345"/>
                  <a:gd name="T37" fmla="*/ 2147483647 h 693"/>
                  <a:gd name="T38" fmla="*/ 2147483647 w 345"/>
                  <a:gd name="T39" fmla="*/ 2147483647 h 693"/>
                  <a:gd name="T40" fmla="*/ 2147483647 w 345"/>
                  <a:gd name="T41" fmla="*/ 2147483647 h 693"/>
                  <a:gd name="T42" fmla="*/ 2147483647 w 345"/>
                  <a:gd name="T43" fmla="*/ 2147483647 h 693"/>
                  <a:gd name="T44" fmla="*/ 2147483647 w 345"/>
                  <a:gd name="T45" fmla="*/ 2147483647 h 693"/>
                  <a:gd name="T46" fmla="*/ 2147483647 w 345"/>
                  <a:gd name="T47" fmla="*/ 2147483647 h 693"/>
                  <a:gd name="T48" fmla="*/ 2147483647 w 345"/>
                  <a:gd name="T49" fmla="*/ 2147483647 h 693"/>
                  <a:gd name="T50" fmla="*/ 2147483647 w 345"/>
                  <a:gd name="T51" fmla="*/ 2147483647 h 693"/>
                  <a:gd name="T52" fmla="*/ 2147483647 w 345"/>
                  <a:gd name="T53" fmla="*/ 2147483647 h 693"/>
                  <a:gd name="T54" fmla="*/ 2147483647 w 345"/>
                  <a:gd name="T55" fmla="*/ 2147483647 h 693"/>
                  <a:gd name="T56" fmla="*/ 2147483647 w 345"/>
                  <a:gd name="T57" fmla="*/ 2147483647 h 693"/>
                  <a:gd name="T58" fmla="*/ 2147483647 w 345"/>
                  <a:gd name="T59" fmla="*/ 2147483647 h 693"/>
                  <a:gd name="T60" fmla="*/ 2147483647 w 345"/>
                  <a:gd name="T61" fmla="*/ 2147483647 h 693"/>
                  <a:gd name="T62" fmla="*/ 2147483647 w 345"/>
                  <a:gd name="T63" fmla="*/ 2147483647 h 693"/>
                  <a:gd name="T64" fmla="*/ 2147483647 w 345"/>
                  <a:gd name="T65" fmla="*/ 2147483647 h 693"/>
                  <a:gd name="T66" fmla="*/ 2147483647 w 345"/>
                  <a:gd name="T67" fmla="*/ 2147483647 h 693"/>
                  <a:gd name="T68" fmla="*/ 2147483647 w 345"/>
                  <a:gd name="T69" fmla="*/ 2147483647 h 693"/>
                  <a:gd name="T70" fmla="*/ 2147483647 w 345"/>
                  <a:gd name="T71" fmla="*/ 2147483647 h 693"/>
                  <a:gd name="T72" fmla="*/ 2147483647 w 345"/>
                  <a:gd name="T73" fmla="*/ 2147483647 h 693"/>
                  <a:gd name="T74" fmla="*/ 2147483647 w 345"/>
                  <a:gd name="T75" fmla="*/ 2147483647 h 693"/>
                  <a:gd name="T76" fmla="*/ 2147483647 w 345"/>
                  <a:gd name="T77" fmla="*/ 2147483647 h 693"/>
                  <a:gd name="T78" fmla="*/ 2147483647 w 345"/>
                  <a:gd name="T79" fmla="*/ 2147483647 h 693"/>
                  <a:gd name="T80" fmla="*/ 2147483647 w 345"/>
                  <a:gd name="T81" fmla="*/ 2147483647 h 693"/>
                  <a:gd name="T82" fmla="*/ 2147483647 w 345"/>
                  <a:gd name="T83" fmla="*/ 2147483647 h 693"/>
                  <a:gd name="T84" fmla="*/ 2147483647 w 345"/>
                  <a:gd name="T85" fmla="*/ 2147483647 h 693"/>
                  <a:gd name="T86" fmla="*/ 2147483647 w 345"/>
                  <a:gd name="T87" fmla="*/ 2147483647 h 693"/>
                  <a:gd name="T88" fmla="*/ 2147483647 w 345"/>
                  <a:gd name="T89" fmla="*/ 2147483647 h 693"/>
                  <a:gd name="T90" fmla="*/ 2147483647 w 345"/>
                  <a:gd name="T91" fmla="*/ 2147483647 h 693"/>
                  <a:gd name="T92" fmla="*/ 2147483647 w 345"/>
                  <a:gd name="T93" fmla="*/ 2147483647 h 693"/>
                  <a:gd name="T94" fmla="*/ 2147483647 w 345"/>
                  <a:gd name="T95" fmla="*/ 2147483647 h 693"/>
                  <a:gd name="T96" fmla="*/ 2147483647 w 345"/>
                  <a:gd name="T97" fmla="*/ 0 h 693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345"/>
                  <a:gd name="T148" fmla="*/ 0 h 693"/>
                  <a:gd name="T149" fmla="*/ 345 w 345"/>
                  <a:gd name="T150" fmla="*/ 693 h 693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345" h="693">
                    <a:moveTo>
                      <a:pt x="287" y="0"/>
                    </a:moveTo>
                    <a:lnTo>
                      <a:pt x="269" y="3"/>
                    </a:lnTo>
                    <a:lnTo>
                      <a:pt x="251" y="7"/>
                    </a:lnTo>
                    <a:lnTo>
                      <a:pt x="233" y="11"/>
                    </a:lnTo>
                    <a:lnTo>
                      <a:pt x="214" y="14"/>
                    </a:lnTo>
                    <a:lnTo>
                      <a:pt x="197" y="18"/>
                    </a:lnTo>
                    <a:lnTo>
                      <a:pt x="179" y="22"/>
                    </a:lnTo>
                    <a:lnTo>
                      <a:pt x="162" y="26"/>
                    </a:lnTo>
                    <a:lnTo>
                      <a:pt x="144" y="30"/>
                    </a:lnTo>
                    <a:lnTo>
                      <a:pt x="126" y="33"/>
                    </a:lnTo>
                    <a:lnTo>
                      <a:pt x="108" y="37"/>
                    </a:lnTo>
                    <a:lnTo>
                      <a:pt x="91" y="40"/>
                    </a:lnTo>
                    <a:lnTo>
                      <a:pt x="73" y="43"/>
                    </a:lnTo>
                    <a:lnTo>
                      <a:pt x="54" y="46"/>
                    </a:lnTo>
                    <a:lnTo>
                      <a:pt x="36" y="49"/>
                    </a:lnTo>
                    <a:lnTo>
                      <a:pt x="18" y="52"/>
                    </a:lnTo>
                    <a:lnTo>
                      <a:pt x="0" y="54"/>
                    </a:lnTo>
                    <a:lnTo>
                      <a:pt x="10" y="136"/>
                    </a:lnTo>
                    <a:lnTo>
                      <a:pt x="21" y="216"/>
                    </a:lnTo>
                    <a:lnTo>
                      <a:pt x="31" y="294"/>
                    </a:lnTo>
                    <a:lnTo>
                      <a:pt x="39" y="372"/>
                    </a:lnTo>
                    <a:lnTo>
                      <a:pt x="46" y="451"/>
                    </a:lnTo>
                    <a:lnTo>
                      <a:pt x="49" y="530"/>
                    </a:lnTo>
                    <a:lnTo>
                      <a:pt x="50" y="610"/>
                    </a:lnTo>
                    <a:lnTo>
                      <a:pt x="46" y="693"/>
                    </a:lnTo>
                    <a:lnTo>
                      <a:pt x="68" y="687"/>
                    </a:lnTo>
                    <a:lnTo>
                      <a:pt x="88" y="682"/>
                    </a:lnTo>
                    <a:lnTo>
                      <a:pt x="108" y="676"/>
                    </a:lnTo>
                    <a:lnTo>
                      <a:pt x="128" y="670"/>
                    </a:lnTo>
                    <a:lnTo>
                      <a:pt x="149" y="663"/>
                    </a:lnTo>
                    <a:lnTo>
                      <a:pt x="168" y="655"/>
                    </a:lnTo>
                    <a:lnTo>
                      <a:pt x="188" y="648"/>
                    </a:lnTo>
                    <a:lnTo>
                      <a:pt x="206" y="640"/>
                    </a:lnTo>
                    <a:lnTo>
                      <a:pt x="226" y="632"/>
                    </a:lnTo>
                    <a:lnTo>
                      <a:pt x="244" y="623"/>
                    </a:lnTo>
                    <a:lnTo>
                      <a:pt x="262" y="613"/>
                    </a:lnTo>
                    <a:lnTo>
                      <a:pt x="279" y="602"/>
                    </a:lnTo>
                    <a:lnTo>
                      <a:pt x="297" y="589"/>
                    </a:lnTo>
                    <a:lnTo>
                      <a:pt x="314" y="577"/>
                    </a:lnTo>
                    <a:lnTo>
                      <a:pt x="330" y="563"/>
                    </a:lnTo>
                    <a:lnTo>
                      <a:pt x="345" y="548"/>
                    </a:lnTo>
                    <a:lnTo>
                      <a:pt x="342" y="477"/>
                    </a:lnTo>
                    <a:lnTo>
                      <a:pt x="339" y="405"/>
                    </a:lnTo>
                    <a:lnTo>
                      <a:pt x="336" y="333"/>
                    </a:lnTo>
                    <a:lnTo>
                      <a:pt x="331" y="262"/>
                    </a:lnTo>
                    <a:lnTo>
                      <a:pt x="324" y="192"/>
                    </a:lnTo>
                    <a:lnTo>
                      <a:pt x="315" y="124"/>
                    </a:lnTo>
                    <a:lnTo>
                      <a:pt x="303" y="60"/>
                    </a:lnTo>
                    <a:lnTo>
                      <a:pt x="287" y="0"/>
                    </a:lnTo>
                    <a:close/>
                  </a:path>
                </a:pathLst>
              </a:custGeom>
              <a:solidFill>
                <a:srgbClr val="DDC6B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1" name="Freeform 58"/>
              <p:cNvSpPr>
                <a:spLocks/>
              </p:cNvSpPr>
              <p:nvPr/>
            </p:nvSpPr>
            <p:spPr bwMode="auto">
              <a:xfrm>
                <a:off x="1558925" y="1593851"/>
                <a:ext cx="104775" cy="206375"/>
              </a:xfrm>
              <a:custGeom>
                <a:avLst/>
                <a:gdLst>
                  <a:gd name="T0" fmla="*/ 2147483647 w 330"/>
                  <a:gd name="T1" fmla="*/ 0 h 649"/>
                  <a:gd name="T2" fmla="*/ 2147483647 w 330"/>
                  <a:gd name="T3" fmla="*/ 2147483647 h 649"/>
                  <a:gd name="T4" fmla="*/ 2147483647 w 330"/>
                  <a:gd name="T5" fmla="*/ 2147483647 h 649"/>
                  <a:gd name="T6" fmla="*/ 2147483647 w 330"/>
                  <a:gd name="T7" fmla="*/ 2147483647 h 649"/>
                  <a:gd name="T8" fmla="*/ 2147483647 w 330"/>
                  <a:gd name="T9" fmla="*/ 2147483647 h 649"/>
                  <a:gd name="T10" fmla="*/ 2147483647 w 330"/>
                  <a:gd name="T11" fmla="*/ 2147483647 h 649"/>
                  <a:gd name="T12" fmla="*/ 2147483647 w 330"/>
                  <a:gd name="T13" fmla="*/ 2147483647 h 649"/>
                  <a:gd name="T14" fmla="*/ 2147483647 w 330"/>
                  <a:gd name="T15" fmla="*/ 2147483647 h 649"/>
                  <a:gd name="T16" fmla="*/ 2147483647 w 330"/>
                  <a:gd name="T17" fmla="*/ 2147483647 h 649"/>
                  <a:gd name="T18" fmla="*/ 2147483647 w 330"/>
                  <a:gd name="T19" fmla="*/ 2147483647 h 649"/>
                  <a:gd name="T20" fmla="*/ 2147483647 w 330"/>
                  <a:gd name="T21" fmla="*/ 2147483647 h 649"/>
                  <a:gd name="T22" fmla="*/ 2147483647 w 330"/>
                  <a:gd name="T23" fmla="*/ 2147483647 h 649"/>
                  <a:gd name="T24" fmla="*/ 2147483647 w 330"/>
                  <a:gd name="T25" fmla="*/ 2147483647 h 649"/>
                  <a:gd name="T26" fmla="*/ 2147483647 w 330"/>
                  <a:gd name="T27" fmla="*/ 2147483647 h 649"/>
                  <a:gd name="T28" fmla="*/ 2147483647 w 330"/>
                  <a:gd name="T29" fmla="*/ 2147483647 h 649"/>
                  <a:gd name="T30" fmla="*/ 2147483647 w 330"/>
                  <a:gd name="T31" fmla="*/ 2147483647 h 649"/>
                  <a:gd name="T32" fmla="*/ 0 w 330"/>
                  <a:gd name="T33" fmla="*/ 2147483647 h 649"/>
                  <a:gd name="T34" fmla="*/ 2147483647 w 330"/>
                  <a:gd name="T35" fmla="*/ 2147483647 h 649"/>
                  <a:gd name="T36" fmla="*/ 2147483647 w 330"/>
                  <a:gd name="T37" fmla="*/ 2147483647 h 649"/>
                  <a:gd name="T38" fmla="*/ 2147483647 w 330"/>
                  <a:gd name="T39" fmla="*/ 2147483647 h 649"/>
                  <a:gd name="T40" fmla="*/ 2147483647 w 330"/>
                  <a:gd name="T41" fmla="*/ 2147483647 h 649"/>
                  <a:gd name="T42" fmla="*/ 2147483647 w 330"/>
                  <a:gd name="T43" fmla="*/ 2147483647 h 649"/>
                  <a:gd name="T44" fmla="*/ 2147483647 w 330"/>
                  <a:gd name="T45" fmla="*/ 2147483647 h 649"/>
                  <a:gd name="T46" fmla="*/ 2147483647 w 330"/>
                  <a:gd name="T47" fmla="*/ 2147483647 h 649"/>
                  <a:gd name="T48" fmla="*/ 2147483647 w 330"/>
                  <a:gd name="T49" fmla="*/ 2147483647 h 649"/>
                  <a:gd name="T50" fmla="*/ 2147483647 w 330"/>
                  <a:gd name="T51" fmla="*/ 2147483647 h 649"/>
                  <a:gd name="T52" fmla="*/ 2147483647 w 330"/>
                  <a:gd name="T53" fmla="*/ 2147483647 h 649"/>
                  <a:gd name="T54" fmla="*/ 2147483647 w 330"/>
                  <a:gd name="T55" fmla="*/ 2147483647 h 649"/>
                  <a:gd name="T56" fmla="*/ 2147483647 w 330"/>
                  <a:gd name="T57" fmla="*/ 2147483647 h 649"/>
                  <a:gd name="T58" fmla="*/ 2147483647 w 330"/>
                  <a:gd name="T59" fmla="*/ 2147483647 h 649"/>
                  <a:gd name="T60" fmla="*/ 2147483647 w 330"/>
                  <a:gd name="T61" fmla="*/ 2147483647 h 649"/>
                  <a:gd name="T62" fmla="*/ 2147483647 w 330"/>
                  <a:gd name="T63" fmla="*/ 2147483647 h 649"/>
                  <a:gd name="T64" fmla="*/ 2147483647 w 330"/>
                  <a:gd name="T65" fmla="*/ 2147483647 h 649"/>
                  <a:gd name="T66" fmla="*/ 2147483647 w 330"/>
                  <a:gd name="T67" fmla="*/ 2147483647 h 649"/>
                  <a:gd name="T68" fmla="*/ 2147483647 w 330"/>
                  <a:gd name="T69" fmla="*/ 2147483647 h 649"/>
                  <a:gd name="T70" fmla="*/ 2147483647 w 330"/>
                  <a:gd name="T71" fmla="*/ 2147483647 h 649"/>
                  <a:gd name="T72" fmla="*/ 2147483647 w 330"/>
                  <a:gd name="T73" fmla="*/ 2147483647 h 649"/>
                  <a:gd name="T74" fmla="*/ 2147483647 w 330"/>
                  <a:gd name="T75" fmla="*/ 2147483647 h 649"/>
                  <a:gd name="T76" fmla="*/ 2147483647 w 330"/>
                  <a:gd name="T77" fmla="*/ 2147483647 h 649"/>
                  <a:gd name="T78" fmla="*/ 2147483647 w 330"/>
                  <a:gd name="T79" fmla="*/ 2147483647 h 649"/>
                  <a:gd name="T80" fmla="*/ 2147483647 w 330"/>
                  <a:gd name="T81" fmla="*/ 2147483647 h 649"/>
                  <a:gd name="T82" fmla="*/ 2147483647 w 330"/>
                  <a:gd name="T83" fmla="*/ 2147483647 h 649"/>
                  <a:gd name="T84" fmla="*/ 2147483647 w 330"/>
                  <a:gd name="T85" fmla="*/ 2147483647 h 649"/>
                  <a:gd name="T86" fmla="*/ 2147483647 w 330"/>
                  <a:gd name="T87" fmla="*/ 2147483647 h 649"/>
                  <a:gd name="T88" fmla="*/ 2147483647 w 330"/>
                  <a:gd name="T89" fmla="*/ 2147483647 h 649"/>
                  <a:gd name="T90" fmla="*/ 2147483647 w 330"/>
                  <a:gd name="T91" fmla="*/ 2147483647 h 649"/>
                  <a:gd name="T92" fmla="*/ 2147483647 w 330"/>
                  <a:gd name="T93" fmla="*/ 2147483647 h 649"/>
                  <a:gd name="T94" fmla="*/ 2147483647 w 330"/>
                  <a:gd name="T95" fmla="*/ 2147483647 h 649"/>
                  <a:gd name="T96" fmla="*/ 2147483647 w 330"/>
                  <a:gd name="T97" fmla="*/ 0 h 64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330"/>
                  <a:gd name="T148" fmla="*/ 0 h 649"/>
                  <a:gd name="T149" fmla="*/ 330 w 330"/>
                  <a:gd name="T150" fmla="*/ 649 h 64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330" h="649">
                    <a:moveTo>
                      <a:pt x="271" y="0"/>
                    </a:moveTo>
                    <a:lnTo>
                      <a:pt x="254" y="3"/>
                    </a:lnTo>
                    <a:lnTo>
                      <a:pt x="237" y="7"/>
                    </a:lnTo>
                    <a:lnTo>
                      <a:pt x="220" y="10"/>
                    </a:lnTo>
                    <a:lnTo>
                      <a:pt x="203" y="14"/>
                    </a:lnTo>
                    <a:lnTo>
                      <a:pt x="186" y="17"/>
                    </a:lnTo>
                    <a:lnTo>
                      <a:pt x="169" y="21"/>
                    </a:lnTo>
                    <a:lnTo>
                      <a:pt x="153" y="25"/>
                    </a:lnTo>
                    <a:lnTo>
                      <a:pt x="136" y="29"/>
                    </a:lnTo>
                    <a:lnTo>
                      <a:pt x="119" y="32"/>
                    </a:lnTo>
                    <a:lnTo>
                      <a:pt x="102" y="35"/>
                    </a:lnTo>
                    <a:lnTo>
                      <a:pt x="86" y="38"/>
                    </a:lnTo>
                    <a:lnTo>
                      <a:pt x="69" y="41"/>
                    </a:lnTo>
                    <a:lnTo>
                      <a:pt x="52" y="44"/>
                    </a:lnTo>
                    <a:lnTo>
                      <a:pt x="34" y="46"/>
                    </a:lnTo>
                    <a:lnTo>
                      <a:pt x="17" y="49"/>
                    </a:lnTo>
                    <a:lnTo>
                      <a:pt x="0" y="51"/>
                    </a:lnTo>
                    <a:lnTo>
                      <a:pt x="10" y="128"/>
                    </a:lnTo>
                    <a:lnTo>
                      <a:pt x="20" y="203"/>
                    </a:lnTo>
                    <a:lnTo>
                      <a:pt x="30" y="277"/>
                    </a:lnTo>
                    <a:lnTo>
                      <a:pt x="38" y="349"/>
                    </a:lnTo>
                    <a:lnTo>
                      <a:pt x="45" y="422"/>
                    </a:lnTo>
                    <a:lnTo>
                      <a:pt x="50" y="495"/>
                    </a:lnTo>
                    <a:lnTo>
                      <a:pt x="50" y="571"/>
                    </a:lnTo>
                    <a:lnTo>
                      <a:pt x="47" y="649"/>
                    </a:lnTo>
                    <a:lnTo>
                      <a:pt x="66" y="644"/>
                    </a:lnTo>
                    <a:lnTo>
                      <a:pt x="86" y="638"/>
                    </a:lnTo>
                    <a:lnTo>
                      <a:pt x="105" y="633"/>
                    </a:lnTo>
                    <a:lnTo>
                      <a:pt x="125" y="628"/>
                    </a:lnTo>
                    <a:lnTo>
                      <a:pt x="144" y="622"/>
                    </a:lnTo>
                    <a:lnTo>
                      <a:pt x="162" y="615"/>
                    </a:lnTo>
                    <a:lnTo>
                      <a:pt x="180" y="609"/>
                    </a:lnTo>
                    <a:lnTo>
                      <a:pt x="198" y="602"/>
                    </a:lnTo>
                    <a:lnTo>
                      <a:pt x="217" y="594"/>
                    </a:lnTo>
                    <a:lnTo>
                      <a:pt x="234" y="585"/>
                    </a:lnTo>
                    <a:lnTo>
                      <a:pt x="251" y="576"/>
                    </a:lnTo>
                    <a:lnTo>
                      <a:pt x="267" y="566"/>
                    </a:lnTo>
                    <a:lnTo>
                      <a:pt x="284" y="555"/>
                    </a:lnTo>
                    <a:lnTo>
                      <a:pt x="300" y="543"/>
                    </a:lnTo>
                    <a:lnTo>
                      <a:pt x="315" y="530"/>
                    </a:lnTo>
                    <a:lnTo>
                      <a:pt x="330" y="515"/>
                    </a:lnTo>
                    <a:lnTo>
                      <a:pt x="326" y="447"/>
                    </a:lnTo>
                    <a:lnTo>
                      <a:pt x="322" y="380"/>
                    </a:lnTo>
                    <a:lnTo>
                      <a:pt x="318" y="312"/>
                    </a:lnTo>
                    <a:lnTo>
                      <a:pt x="313" y="245"/>
                    </a:lnTo>
                    <a:lnTo>
                      <a:pt x="307" y="180"/>
                    </a:lnTo>
                    <a:lnTo>
                      <a:pt x="298" y="117"/>
                    </a:lnTo>
                    <a:lnTo>
                      <a:pt x="287" y="57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E5CEB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2" name="Freeform 59"/>
              <p:cNvSpPr>
                <a:spLocks/>
              </p:cNvSpPr>
              <p:nvPr/>
            </p:nvSpPr>
            <p:spPr bwMode="auto">
              <a:xfrm>
                <a:off x="1563688" y="1593851"/>
                <a:ext cx="100012" cy="192088"/>
              </a:xfrm>
              <a:custGeom>
                <a:avLst/>
                <a:gdLst>
                  <a:gd name="T0" fmla="*/ 2147483647 w 315"/>
                  <a:gd name="T1" fmla="*/ 0 h 605"/>
                  <a:gd name="T2" fmla="*/ 2147483647 w 315"/>
                  <a:gd name="T3" fmla="*/ 2147483647 h 605"/>
                  <a:gd name="T4" fmla="*/ 2147483647 w 315"/>
                  <a:gd name="T5" fmla="*/ 2147483647 h 605"/>
                  <a:gd name="T6" fmla="*/ 2147483647 w 315"/>
                  <a:gd name="T7" fmla="*/ 2147483647 h 605"/>
                  <a:gd name="T8" fmla="*/ 2147483647 w 315"/>
                  <a:gd name="T9" fmla="*/ 2147483647 h 605"/>
                  <a:gd name="T10" fmla="*/ 2147483647 w 315"/>
                  <a:gd name="T11" fmla="*/ 2147483647 h 605"/>
                  <a:gd name="T12" fmla="*/ 2147483647 w 315"/>
                  <a:gd name="T13" fmla="*/ 2147483647 h 605"/>
                  <a:gd name="T14" fmla="*/ 2147483647 w 315"/>
                  <a:gd name="T15" fmla="*/ 2147483647 h 605"/>
                  <a:gd name="T16" fmla="*/ 2147483647 w 315"/>
                  <a:gd name="T17" fmla="*/ 2147483647 h 605"/>
                  <a:gd name="T18" fmla="*/ 2147483647 w 315"/>
                  <a:gd name="T19" fmla="*/ 2147483647 h 605"/>
                  <a:gd name="T20" fmla="*/ 2147483647 w 315"/>
                  <a:gd name="T21" fmla="*/ 2147483647 h 605"/>
                  <a:gd name="T22" fmla="*/ 2147483647 w 315"/>
                  <a:gd name="T23" fmla="*/ 2147483647 h 605"/>
                  <a:gd name="T24" fmla="*/ 2147483647 w 315"/>
                  <a:gd name="T25" fmla="*/ 2147483647 h 605"/>
                  <a:gd name="T26" fmla="*/ 2147483647 w 315"/>
                  <a:gd name="T27" fmla="*/ 2147483647 h 605"/>
                  <a:gd name="T28" fmla="*/ 2147483647 w 315"/>
                  <a:gd name="T29" fmla="*/ 2147483647 h 605"/>
                  <a:gd name="T30" fmla="*/ 2147483647 w 315"/>
                  <a:gd name="T31" fmla="*/ 2147483647 h 605"/>
                  <a:gd name="T32" fmla="*/ 0 w 315"/>
                  <a:gd name="T33" fmla="*/ 2147483647 h 605"/>
                  <a:gd name="T34" fmla="*/ 2147483647 w 315"/>
                  <a:gd name="T35" fmla="*/ 2147483647 h 605"/>
                  <a:gd name="T36" fmla="*/ 2147483647 w 315"/>
                  <a:gd name="T37" fmla="*/ 2147483647 h 605"/>
                  <a:gd name="T38" fmla="*/ 2147483647 w 315"/>
                  <a:gd name="T39" fmla="*/ 2147483647 h 605"/>
                  <a:gd name="T40" fmla="*/ 2147483647 w 315"/>
                  <a:gd name="T41" fmla="*/ 2147483647 h 605"/>
                  <a:gd name="T42" fmla="*/ 2147483647 w 315"/>
                  <a:gd name="T43" fmla="*/ 2147483647 h 605"/>
                  <a:gd name="T44" fmla="*/ 2147483647 w 315"/>
                  <a:gd name="T45" fmla="*/ 2147483647 h 605"/>
                  <a:gd name="T46" fmla="*/ 2147483647 w 315"/>
                  <a:gd name="T47" fmla="*/ 2147483647 h 605"/>
                  <a:gd name="T48" fmla="*/ 2147483647 w 315"/>
                  <a:gd name="T49" fmla="*/ 2147483647 h 605"/>
                  <a:gd name="T50" fmla="*/ 2147483647 w 315"/>
                  <a:gd name="T51" fmla="*/ 2147483647 h 605"/>
                  <a:gd name="T52" fmla="*/ 2147483647 w 315"/>
                  <a:gd name="T53" fmla="*/ 2147483647 h 605"/>
                  <a:gd name="T54" fmla="*/ 2147483647 w 315"/>
                  <a:gd name="T55" fmla="*/ 2147483647 h 605"/>
                  <a:gd name="T56" fmla="*/ 2147483647 w 315"/>
                  <a:gd name="T57" fmla="*/ 2147483647 h 605"/>
                  <a:gd name="T58" fmla="*/ 2147483647 w 315"/>
                  <a:gd name="T59" fmla="*/ 2147483647 h 605"/>
                  <a:gd name="T60" fmla="*/ 2147483647 w 315"/>
                  <a:gd name="T61" fmla="*/ 2147483647 h 605"/>
                  <a:gd name="T62" fmla="*/ 2147483647 w 315"/>
                  <a:gd name="T63" fmla="*/ 2147483647 h 605"/>
                  <a:gd name="T64" fmla="*/ 2147483647 w 315"/>
                  <a:gd name="T65" fmla="*/ 2147483647 h 605"/>
                  <a:gd name="T66" fmla="*/ 2147483647 w 315"/>
                  <a:gd name="T67" fmla="*/ 2147483647 h 605"/>
                  <a:gd name="T68" fmla="*/ 2147483647 w 315"/>
                  <a:gd name="T69" fmla="*/ 2147483647 h 605"/>
                  <a:gd name="T70" fmla="*/ 2147483647 w 315"/>
                  <a:gd name="T71" fmla="*/ 2147483647 h 605"/>
                  <a:gd name="T72" fmla="*/ 2147483647 w 315"/>
                  <a:gd name="T73" fmla="*/ 2147483647 h 605"/>
                  <a:gd name="T74" fmla="*/ 2147483647 w 315"/>
                  <a:gd name="T75" fmla="*/ 2147483647 h 605"/>
                  <a:gd name="T76" fmla="*/ 2147483647 w 315"/>
                  <a:gd name="T77" fmla="*/ 2147483647 h 605"/>
                  <a:gd name="T78" fmla="*/ 2147483647 w 315"/>
                  <a:gd name="T79" fmla="*/ 2147483647 h 605"/>
                  <a:gd name="T80" fmla="*/ 2147483647 w 315"/>
                  <a:gd name="T81" fmla="*/ 2147483647 h 605"/>
                  <a:gd name="T82" fmla="*/ 2147483647 w 315"/>
                  <a:gd name="T83" fmla="*/ 2147483647 h 605"/>
                  <a:gd name="T84" fmla="*/ 2147483647 w 315"/>
                  <a:gd name="T85" fmla="*/ 2147483647 h 605"/>
                  <a:gd name="T86" fmla="*/ 2147483647 w 315"/>
                  <a:gd name="T87" fmla="*/ 2147483647 h 605"/>
                  <a:gd name="T88" fmla="*/ 2147483647 w 315"/>
                  <a:gd name="T89" fmla="*/ 2147483647 h 605"/>
                  <a:gd name="T90" fmla="*/ 2147483647 w 315"/>
                  <a:gd name="T91" fmla="*/ 2147483647 h 605"/>
                  <a:gd name="T92" fmla="*/ 2147483647 w 315"/>
                  <a:gd name="T93" fmla="*/ 2147483647 h 605"/>
                  <a:gd name="T94" fmla="*/ 2147483647 w 315"/>
                  <a:gd name="T95" fmla="*/ 2147483647 h 605"/>
                  <a:gd name="T96" fmla="*/ 2147483647 w 315"/>
                  <a:gd name="T97" fmla="*/ 0 h 605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315"/>
                  <a:gd name="T148" fmla="*/ 0 h 605"/>
                  <a:gd name="T149" fmla="*/ 315 w 315"/>
                  <a:gd name="T150" fmla="*/ 605 h 605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315" h="605">
                    <a:moveTo>
                      <a:pt x="256" y="0"/>
                    </a:moveTo>
                    <a:lnTo>
                      <a:pt x="240" y="3"/>
                    </a:lnTo>
                    <a:lnTo>
                      <a:pt x="224" y="6"/>
                    </a:lnTo>
                    <a:lnTo>
                      <a:pt x="208" y="10"/>
                    </a:lnTo>
                    <a:lnTo>
                      <a:pt x="192" y="13"/>
                    </a:lnTo>
                    <a:lnTo>
                      <a:pt x="175" y="16"/>
                    </a:lnTo>
                    <a:lnTo>
                      <a:pt x="160" y="19"/>
                    </a:lnTo>
                    <a:lnTo>
                      <a:pt x="144" y="24"/>
                    </a:lnTo>
                    <a:lnTo>
                      <a:pt x="129" y="27"/>
                    </a:lnTo>
                    <a:lnTo>
                      <a:pt x="113" y="30"/>
                    </a:lnTo>
                    <a:lnTo>
                      <a:pt x="97" y="33"/>
                    </a:lnTo>
                    <a:lnTo>
                      <a:pt x="81" y="35"/>
                    </a:lnTo>
                    <a:lnTo>
                      <a:pt x="65" y="38"/>
                    </a:lnTo>
                    <a:lnTo>
                      <a:pt x="50" y="40"/>
                    </a:lnTo>
                    <a:lnTo>
                      <a:pt x="34" y="43"/>
                    </a:lnTo>
                    <a:lnTo>
                      <a:pt x="16" y="45"/>
                    </a:lnTo>
                    <a:lnTo>
                      <a:pt x="0" y="47"/>
                    </a:lnTo>
                    <a:lnTo>
                      <a:pt x="10" y="120"/>
                    </a:lnTo>
                    <a:lnTo>
                      <a:pt x="20" y="190"/>
                    </a:lnTo>
                    <a:lnTo>
                      <a:pt x="29" y="258"/>
                    </a:lnTo>
                    <a:lnTo>
                      <a:pt x="39" y="325"/>
                    </a:lnTo>
                    <a:lnTo>
                      <a:pt x="45" y="393"/>
                    </a:lnTo>
                    <a:lnTo>
                      <a:pt x="49" y="461"/>
                    </a:lnTo>
                    <a:lnTo>
                      <a:pt x="50" y="532"/>
                    </a:lnTo>
                    <a:lnTo>
                      <a:pt x="47" y="605"/>
                    </a:lnTo>
                    <a:lnTo>
                      <a:pt x="65" y="600"/>
                    </a:lnTo>
                    <a:lnTo>
                      <a:pt x="84" y="595"/>
                    </a:lnTo>
                    <a:lnTo>
                      <a:pt x="102" y="590"/>
                    </a:lnTo>
                    <a:lnTo>
                      <a:pt x="121" y="584"/>
                    </a:lnTo>
                    <a:lnTo>
                      <a:pt x="138" y="579"/>
                    </a:lnTo>
                    <a:lnTo>
                      <a:pt x="156" y="573"/>
                    </a:lnTo>
                    <a:lnTo>
                      <a:pt x="173" y="567"/>
                    </a:lnTo>
                    <a:lnTo>
                      <a:pt x="191" y="561"/>
                    </a:lnTo>
                    <a:lnTo>
                      <a:pt x="208" y="554"/>
                    </a:lnTo>
                    <a:lnTo>
                      <a:pt x="224" y="546"/>
                    </a:lnTo>
                    <a:lnTo>
                      <a:pt x="240" y="538"/>
                    </a:lnTo>
                    <a:lnTo>
                      <a:pt x="256" y="528"/>
                    </a:lnTo>
                    <a:lnTo>
                      <a:pt x="272" y="517"/>
                    </a:lnTo>
                    <a:lnTo>
                      <a:pt x="287" y="506"/>
                    </a:lnTo>
                    <a:lnTo>
                      <a:pt x="301" y="494"/>
                    </a:lnTo>
                    <a:lnTo>
                      <a:pt x="315" y="481"/>
                    </a:lnTo>
                    <a:lnTo>
                      <a:pt x="310" y="416"/>
                    </a:lnTo>
                    <a:lnTo>
                      <a:pt x="306" y="352"/>
                    </a:lnTo>
                    <a:lnTo>
                      <a:pt x="301" y="288"/>
                    </a:lnTo>
                    <a:lnTo>
                      <a:pt x="296" y="226"/>
                    </a:lnTo>
                    <a:lnTo>
                      <a:pt x="290" y="167"/>
                    </a:lnTo>
                    <a:lnTo>
                      <a:pt x="281" y="109"/>
                    </a:lnTo>
                    <a:lnTo>
                      <a:pt x="271" y="53"/>
                    </a:lnTo>
                    <a:lnTo>
                      <a:pt x="256" y="0"/>
                    </a:lnTo>
                    <a:close/>
                  </a:path>
                </a:pathLst>
              </a:custGeom>
              <a:solidFill>
                <a:srgbClr val="EAD3C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3" name="Freeform 60"/>
              <p:cNvSpPr>
                <a:spLocks/>
              </p:cNvSpPr>
              <p:nvPr/>
            </p:nvSpPr>
            <p:spPr bwMode="auto">
              <a:xfrm>
                <a:off x="1533525" y="1633538"/>
                <a:ext cx="115887" cy="225425"/>
              </a:xfrm>
              <a:custGeom>
                <a:avLst/>
                <a:gdLst>
                  <a:gd name="T0" fmla="*/ 2147483647 w 363"/>
                  <a:gd name="T1" fmla="*/ 0 h 712"/>
                  <a:gd name="T2" fmla="*/ 2147483647 w 363"/>
                  <a:gd name="T3" fmla="*/ 2147483647 h 712"/>
                  <a:gd name="T4" fmla="*/ 2147483647 w 363"/>
                  <a:gd name="T5" fmla="*/ 2147483647 h 712"/>
                  <a:gd name="T6" fmla="*/ 2147483647 w 363"/>
                  <a:gd name="T7" fmla="*/ 2147483647 h 712"/>
                  <a:gd name="T8" fmla="*/ 2147483647 w 363"/>
                  <a:gd name="T9" fmla="*/ 2147483647 h 712"/>
                  <a:gd name="T10" fmla="*/ 2147483647 w 363"/>
                  <a:gd name="T11" fmla="*/ 2147483647 h 712"/>
                  <a:gd name="T12" fmla="*/ 2147483647 w 363"/>
                  <a:gd name="T13" fmla="*/ 2147483647 h 712"/>
                  <a:gd name="T14" fmla="*/ 2147483647 w 363"/>
                  <a:gd name="T15" fmla="*/ 2147483647 h 712"/>
                  <a:gd name="T16" fmla="*/ 2147483647 w 363"/>
                  <a:gd name="T17" fmla="*/ 2147483647 h 712"/>
                  <a:gd name="T18" fmla="*/ 0 w 363"/>
                  <a:gd name="T19" fmla="*/ 2147483647 h 712"/>
                  <a:gd name="T20" fmla="*/ 2147483647 w 363"/>
                  <a:gd name="T21" fmla="*/ 2147483647 h 712"/>
                  <a:gd name="T22" fmla="*/ 2147483647 w 363"/>
                  <a:gd name="T23" fmla="*/ 2147483647 h 712"/>
                  <a:gd name="T24" fmla="*/ 2147483647 w 363"/>
                  <a:gd name="T25" fmla="*/ 0 h 71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63"/>
                  <a:gd name="T40" fmla="*/ 0 h 712"/>
                  <a:gd name="T41" fmla="*/ 363 w 363"/>
                  <a:gd name="T42" fmla="*/ 712 h 71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63" h="712">
                    <a:moveTo>
                      <a:pt x="326" y="0"/>
                    </a:moveTo>
                    <a:lnTo>
                      <a:pt x="354" y="223"/>
                    </a:lnTo>
                    <a:lnTo>
                      <a:pt x="363" y="518"/>
                    </a:lnTo>
                    <a:lnTo>
                      <a:pt x="360" y="557"/>
                    </a:lnTo>
                    <a:lnTo>
                      <a:pt x="284" y="611"/>
                    </a:lnTo>
                    <a:lnTo>
                      <a:pt x="157" y="675"/>
                    </a:lnTo>
                    <a:lnTo>
                      <a:pt x="48" y="712"/>
                    </a:lnTo>
                    <a:lnTo>
                      <a:pt x="37" y="514"/>
                    </a:lnTo>
                    <a:lnTo>
                      <a:pt x="16" y="263"/>
                    </a:lnTo>
                    <a:lnTo>
                      <a:pt x="0" y="80"/>
                    </a:lnTo>
                    <a:lnTo>
                      <a:pt x="163" y="37"/>
                    </a:lnTo>
                    <a:lnTo>
                      <a:pt x="292" y="7"/>
                    </a:lnTo>
                    <a:lnTo>
                      <a:pt x="326" y="0"/>
                    </a:lnTo>
                    <a:close/>
                  </a:path>
                </a:pathLst>
              </a:custGeom>
              <a:solidFill>
                <a:srgbClr val="00495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4" name="Freeform 61"/>
              <p:cNvSpPr>
                <a:spLocks/>
              </p:cNvSpPr>
              <p:nvPr/>
            </p:nvSpPr>
            <p:spPr bwMode="auto">
              <a:xfrm>
                <a:off x="1536700" y="1638301"/>
                <a:ext cx="109537" cy="215900"/>
              </a:xfrm>
              <a:custGeom>
                <a:avLst/>
                <a:gdLst>
                  <a:gd name="T0" fmla="*/ 2147483647 w 346"/>
                  <a:gd name="T1" fmla="*/ 2147483647 h 679"/>
                  <a:gd name="T2" fmla="*/ 2147483647 w 346"/>
                  <a:gd name="T3" fmla="*/ 2147483647 h 679"/>
                  <a:gd name="T4" fmla="*/ 2147483647 w 346"/>
                  <a:gd name="T5" fmla="*/ 2147483647 h 679"/>
                  <a:gd name="T6" fmla="*/ 2147483647 w 346"/>
                  <a:gd name="T7" fmla="*/ 2147483647 h 679"/>
                  <a:gd name="T8" fmla="*/ 2147483647 w 346"/>
                  <a:gd name="T9" fmla="*/ 2147483647 h 679"/>
                  <a:gd name="T10" fmla="*/ 2147483647 w 346"/>
                  <a:gd name="T11" fmla="*/ 2147483647 h 679"/>
                  <a:gd name="T12" fmla="*/ 2147483647 w 346"/>
                  <a:gd name="T13" fmla="*/ 2147483647 h 679"/>
                  <a:gd name="T14" fmla="*/ 2147483647 w 346"/>
                  <a:gd name="T15" fmla="*/ 2147483647 h 679"/>
                  <a:gd name="T16" fmla="*/ 2147483647 w 346"/>
                  <a:gd name="T17" fmla="*/ 2147483647 h 679"/>
                  <a:gd name="T18" fmla="*/ 2147483647 w 346"/>
                  <a:gd name="T19" fmla="*/ 2147483647 h 679"/>
                  <a:gd name="T20" fmla="*/ 2147483647 w 346"/>
                  <a:gd name="T21" fmla="*/ 2147483647 h 679"/>
                  <a:gd name="T22" fmla="*/ 2147483647 w 346"/>
                  <a:gd name="T23" fmla="*/ 2147483647 h 679"/>
                  <a:gd name="T24" fmla="*/ 2147483647 w 346"/>
                  <a:gd name="T25" fmla="*/ 2147483647 h 679"/>
                  <a:gd name="T26" fmla="*/ 2147483647 w 346"/>
                  <a:gd name="T27" fmla="*/ 2147483647 h 679"/>
                  <a:gd name="T28" fmla="*/ 2147483647 w 346"/>
                  <a:gd name="T29" fmla="*/ 2147483647 h 679"/>
                  <a:gd name="T30" fmla="*/ 2147483647 w 346"/>
                  <a:gd name="T31" fmla="*/ 2147483647 h 679"/>
                  <a:gd name="T32" fmla="*/ 2147483647 w 346"/>
                  <a:gd name="T33" fmla="*/ 2147483647 h 679"/>
                  <a:gd name="T34" fmla="*/ 2147483647 w 346"/>
                  <a:gd name="T35" fmla="*/ 2147483647 h 679"/>
                  <a:gd name="T36" fmla="*/ 2147483647 w 346"/>
                  <a:gd name="T37" fmla="*/ 2147483647 h 679"/>
                  <a:gd name="T38" fmla="*/ 2147483647 w 346"/>
                  <a:gd name="T39" fmla="*/ 2147483647 h 679"/>
                  <a:gd name="T40" fmla="*/ 2147483647 w 346"/>
                  <a:gd name="T41" fmla="*/ 2147483647 h 679"/>
                  <a:gd name="T42" fmla="*/ 2147483647 w 346"/>
                  <a:gd name="T43" fmla="*/ 2147483647 h 679"/>
                  <a:gd name="T44" fmla="*/ 2147483647 w 346"/>
                  <a:gd name="T45" fmla="*/ 2147483647 h 679"/>
                  <a:gd name="T46" fmla="*/ 2147483647 w 346"/>
                  <a:gd name="T47" fmla="*/ 2147483647 h 679"/>
                  <a:gd name="T48" fmla="*/ 2147483647 w 346"/>
                  <a:gd name="T49" fmla="*/ 2147483647 h 679"/>
                  <a:gd name="T50" fmla="*/ 2147483647 w 346"/>
                  <a:gd name="T51" fmla="*/ 2147483647 h 679"/>
                  <a:gd name="T52" fmla="*/ 2147483647 w 346"/>
                  <a:gd name="T53" fmla="*/ 2147483647 h 679"/>
                  <a:gd name="T54" fmla="*/ 2147483647 w 346"/>
                  <a:gd name="T55" fmla="*/ 2147483647 h 679"/>
                  <a:gd name="T56" fmla="*/ 2147483647 w 346"/>
                  <a:gd name="T57" fmla="*/ 2147483647 h 679"/>
                  <a:gd name="T58" fmla="*/ 2147483647 w 346"/>
                  <a:gd name="T59" fmla="*/ 2147483647 h 679"/>
                  <a:gd name="T60" fmla="*/ 2147483647 w 346"/>
                  <a:gd name="T61" fmla="*/ 2147483647 h 679"/>
                  <a:gd name="T62" fmla="*/ 2147483647 w 346"/>
                  <a:gd name="T63" fmla="*/ 2147483647 h 679"/>
                  <a:gd name="T64" fmla="*/ 2147483647 w 346"/>
                  <a:gd name="T65" fmla="*/ 2147483647 h 679"/>
                  <a:gd name="T66" fmla="*/ 2147483647 w 346"/>
                  <a:gd name="T67" fmla="*/ 2147483647 h 679"/>
                  <a:gd name="T68" fmla="*/ 2147483647 w 346"/>
                  <a:gd name="T69" fmla="*/ 2147483647 h 679"/>
                  <a:gd name="T70" fmla="*/ 2147483647 w 346"/>
                  <a:gd name="T71" fmla="*/ 0 h 679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46"/>
                  <a:gd name="T109" fmla="*/ 0 h 679"/>
                  <a:gd name="T110" fmla="*/ 346 w 346"/>
                  <a:gd name="T111" fmla="*/ 679 h 679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46" h="679">
                    <a:moveTo>
                      <a:pt x="312" y="0"/>
                    </a:moveTo>
                    <a:lnTo>
                      <a:pt x="319" y="53"/>
                    </a:lnTo>
                    <a:lnTo>
                      <a:pt x="325" y="106"/>
                    </a:lnTo>
                    <a:lnTo>
                      <a:pt x="331" y="158"/>
                    </a:lnTo>
                    <a:lnTo>
                      <a:pt x="338" y="211"/>
                    </a:lnTo>
                    <a:lnTo>
                      <a:pt x="340" y="282"/>
                    </a:lnTo>
                    <a:lnTo>
                      <a:pt x="342" y="354"/>
                    </a:lnTo>
                    <a:lnTo>
                      <a:pt x="344" y="425"/>
                    </a:lnTo>
                    <a:lnTo>
                      <a:pt x="346" y="497"/>
                    </a:lnTo>
                    <a:lnTo>
                      <a:pt x="345" y="506"/>
                    </a:lnTo>
                    <a:lnTo>
                      <a:pt x="345" y="515"/>
                    </a:lnTo>
                    <a:lnTo>
                      <a:pt x="344" y="525"/>
                    </a:lnTo>
                    <a:lnTo>
                      <a:pt x="343" y="535"/>
                    </a:lnTo>
                    <a:lnTo>
                      <a:pt x="334" y="541"/>
                    </a:lnTo>
                    <a:lnTo>
                      <a:pt x="325" y="548"/>
                    </a:lnTo>
                    <a:lnTo>
                      <a:pt x="316" y="554"/>
                    </a:lnTo>
                    <a:lnTo>
                      <a:pt x="307" y="560"/>
                    </a:lnTo>
                    <a:lnTo>
                      <a:pt x="297" y="567"/>
                    </a:lnTo>
                    <a:lnTo>
                      <a:pt x="288" y="573"/>
                    </a:lnTo>
                    <a:lnTo>
                      <a:pt x="279" y="580"/>
                    </a:lnTo>
                    <a:lnTo>
                      <a:pt x="269" y="586"/>
                    </a:lnTo>
                    <a:lnTo>
                      <a:pt x="254" y="595"/>
                    </a:lnTo>
                    <a:lnTo>
                      <a:pt x="239" y="602"/>
                    </a:lnTo>
                    <a:lnTo>
                      <a:pt x="224" y="610"/>
                    </a:lnTo>
                    <a:lnTo>
                      <a:pt x="209" y="617"/>
                    </a:lnTo>
                    <a:lnTo>
                      <a:pt x="194" y="625"/>
                    </a:lnTo>
                    <a:lnTo>
                      <a:pt x="178" y="633"/>
                    </a:lnTo>
                    <a:lnTo>
                      <a:pt x="163" y="640"/>
                    </a:lnTo>
                    <a:lnTo>
                      <a:pt x="148" y="648"/>
                    </a:lnTo>
                    <a:lnTo>
                      <a:pt x="135" y="652"/>
                    </a:lnTo>
                    <a:lnTo>
                      <a:pt x="122" y="655"/>
                    </a:lnTo>
                    <a:lnTo>
                      <a:pt x="108" y="659"/>
                    </a:lnTo>
                    <a:lnTo>
                      <a:pt x="96" y="664"/>
                    </a:lnTo>
                    <a:lnTo>
                      <a:pt x="83" y="668"/>
                    </a:lnTo>
                    <a:lnTo>
                      <a:pt x="70" y="671"/>
                    </a:lnTo>
                    <a:lnTo>
                      <a:pt x="57" y="675"/>
                    </a:lnTo>
                    <a:lnTo>
                      <a:pt x="44" y="679"/>
                    </a:lnTo>
                    <a:lnTo>
                      <a:pt x="41" y="632"/>
                    </a:lnTo>
                    <a:lnTo>
                      <a:pt x="38" y="585"/>
                    </a:lnTo>
                    <a:lnTo>
                      <a:pt x="34" y="540"/>
                    </a:lnTo>
                    <a:lnTo>
                      <a:pt x="31" y="493"/>
                    </a:lnTo>
                    <a:lnTo>
                      <a:pt x="26" y="432"/>
                    </a:lnTo>
                    <a:lnTo>
                      <a:pt x="22" y="371"/>
                    </a:lnTo>
                    <a:lnTo>
                      <a:pt x="17" y="311"/>
                    </a:lnTo>
                    <a:lnTo>
                      <a:pt x="12" y="250"/>
                    </a:lnTo>
                    <a:lnTo>
                      <a:pt x="9" y="206"/>
                    </a:lnTo>
                    <a:lnTo>
                      <a:pt x="6" y="162"/>
                    </a:lnTo>
                    <a:lnTo>
                      <a:pt x="3" y="118"/>
                    </a:lnTo>
                    <a:lnTo>
                      <a:pt x="0" y="74"/>
                    </a:lnTo>
                    <a:lnTo>
                      <a:pt x="19" y="68"/>
                    </a:lnTo>
                    <a:lnTo>
                      <a:pt x="39" y="63"/>
                    </a:lnTo>
                    <a:lnTo>
                      <a:pt x="58" y="58"/>
                    </a:lnTo>
                    <a:lnTo>
                      <a:pt x="77" y="53"/>
                    </a:lnTo>
                    <a:lnTo>
                      <a:pt x="96" y="48"/>
                    </a:lnTo>
                    <a:lnTo>
                      <a:pt x="116" y="43"/>
                    </a:lnTo>
                    <a:lnTo>
                      <a:pt x="135" y="38"/>
                    </a:lnTo>
                    <a:lnTo>
                      <a:pt x="154" y="33"/>
                    </a:lnTo>
                    <a:lnTo>
                      <a:pt x="169" y="29"/>
                    </a:lnTo>
                    <a:lnTo>
                      <a:pt x="185" y="25"/>
                    </a:lnTo>
                    <a:lnTo>
                      <a:pt x="201" y="21"/>
                    </a:lnTo>
                    <a:lnTo>
                      <a:pt x="216" y="17"/>
                    </a:lnTo>
                    <a:lnTo>
                      <a:pt x="232" y="13"/>
                    </a:lnTo>
                    <a:lnTo>
                      <a:pt x="247" y="10"/>
                    </a:lnTo>
                    <a:lnTo>
                      <a:pt x="262" y="6"/>
                    </a:lnTo>
                    <a:lnTo>
                      <a:pt x="278" y="3"/>
                    </a:lnTo>
                    <a:lnTo>
                      <a:pt x="282" y="3"/>
                    </a:lnTo>
                    <a:lnTo>
                      <a:pt x="287" y="2"/>
                    </a:lnTo>
                    <a:lnTo>
                      <a:pt x="291" y="2"/>
                    </a:lnTo>
                    <a:lnTo>
                      <a:pt x="295" y="1"/>
                    </a:lnTo>
                    <a:lnTo>
                      <a:pt x="300" y="1"/>
                    </a:lnTo>
                    <a:lnTo>
                      <a:pt x="304" y="1"/>
                    </a:lnTo>
                    <a:lnTo>
                      <a:pt x="308" y="0"/>
                    </a:lnTo>
                    <a:lnTo>
                      <a:pt x="312" y="0"/>
                    </a:lnTo>
                    <a:close/>
                  </a:path>
                </a:pathLst>
              </a:custGeom>
              <a:solidFill>
                <a:srgbClr val="0051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5" name="Freeform 62"/>
              <p:cNvSpPr>
                <a:spLocks/>
              </p:cNvSpPr>
              <p:nvPr/>
            </p:nvSpPr>
            <p:spPr bwMode="auto">
              <a:xfrm>
                <a:off x="1539875" y="1643063"/>
                <a:ext cx="104775" cy="204788"/>
              </a:xfrm>
              <a:custGeom>
                <a:avLst/>
                <a:gdLst>
                  <a:gd name="T0" fmla="*/ 2147483647 w 330"/>
                  <a:gd name="T1" fmla="*/ 2147483647 h 647"/>
                  <a:gd name="T2" fmla="*/ 2147483647 w 330"/>
                  <a:gd name="T3" fmla="*/ 2147483647 h 647"/>
                  <a:gd name="T4" fmla="*/ 2147483647 w 330"/>
                  <a:gd name="T5" fmla="*/ 2147483647 h 647"/>
                  <a:gd name="T6" fmla="*/ 2147483647 w 330"/>
                  <a:gd name="T7" fmla="*/ 2147483647 h 647"/>
                  <a:gd name="T8" fmla="*/ 2147483647 w 330"/>
                  <a:gd name="T9" fmla="*/ 2147483647 h 647"/>
                  <a:gd name="T10" fmla="*/ 2147483647 w 330"/>
                  <a:gd name="T11" fmla="*/ 2147483647 h 647"/>
                  <a:gd name="T12" fmla="*/ 2147483647 w 330"/>
                  <a:gd name="T13" fmla="*/ 2147483647 h 647"/>
                  <a:gd name="T14" fmla="*/ 2147483647 w 330"/>
                  <a:gd name="T15" fmla="*/ 2147483647 h 647"/>
                  <a:gd name="T16" fmla="*/ 2147483647 w 330"/>
                  <a:gd name="T17" fmla="*/ 2147483647 h 647"/>
                  <a:gd name="T18" fmla="*/ 2147483647 w 330"/>
                  <a:gd name="T19" fmla="*/ 2147483647 h 647"/>
                  <a:gd name="T20" fmla="*/ 2147483647 w 330"/>
                  <a:gd name="T21" fmla="*/ 2147483647 h 647"/>
                  <a:gd name="T22" fmla="*/ 2147483647 w 330"/>
                  <a:gd name="T23" fmla="*/ 2147483647 h 647"/>
                  <a:gd name="T24" fmla="*/ 2147483647 w 330"/>
                  <a:gd name="T25" fmla="*/ 2147483647 h 647"/>
                  <a:gd name="T26" fmla="*/ 2147483647 w 330"/>
                  <a:gd name="T27" fmla="*/ 2147483647 h 647"/>
                  <a:gd name="T28" fmla="*/ 2147483647 w 330"/>
                  <a:gd name="T29" fmla="*/ 2147483647 h 647"/>
                  <a:gd name="T30" fmla="*/ 2147483647 w 330"/>
                  <a:gd name="T31" fmla="*/ 2147483647 h 647"/>
                  <a:gd name="T32" fmla="*/ 2147483647 w 330"/>
                  <a:gd name="T33" fmla="*/ 2147483647 h 647"/>
                  <a:gd name="T34" fmla="*/ 2147483647 w 330"/>
                  <a:gd name="T35" fmla="*/ 2147483647 h 647"/>
                  <a:gd name="T36" fmla="*/ 2147483647 w 330"/>
                  <a:gd name="T37" fmla="*/ 2147483647 h 647"/>
                  <a:gd name="T38" fmla="*/ 2147483647 w 330"/>
                  <a:gd name="T39" fmla="*/ 2147483647 h 647"/>
                  <a:gd name="T40" fmla="*/ 2147483647 w 330"/>
                  <a:gd name="T41" fmla="*/ 2147483647 h 647"/>
                  <a:gd name="T42" fmla="*/ 2147483647 w 330"/>
                  <a:gd name="T43" fmla="*/ 2147483647 h 647"/>
                  <a:gd name="T44" fmla="*/ 2147483647 w 330"/>
                  <a:gd name="T45" fmla="*/ 2147483647 h 647"/>
                  <a:gd name="T46" fmla="*/ 2147483647 w 330"/>
                  <a:gd name="T47" fmla="*/ 2147483647 h 647"/>
                  <a:gd name="T48" fmla="*/ 2147483647 w 330"/>
                  <a:gd name="T49" fmla="*/ 2147483647 h 647"/>
                  <a:gd name="T50" fmla="*/ 2147483647 w 330"/>
                  <a:gd name="T51" fmla="*/ 2147483647 h 647"/>
                  <a:gd name="T52" fmla="*/ 2147483647 w 330"/>
                  <a:gd name="T53" fmla="*/ 2147483647 h 647"/>
                  <a:gd name="T54" fmla="*/ 2147483647 w 330"/>
                  <a:gd name="T55" fmla="*/ 2147483647 h 647"/>
                  <a:gd name="T56" fmla="*/ 2147483647 w 330"/>
                  <a:gd name="T57" fmla="*/ 2147483647 h 647"/>
                  <a:gd name="T58" fmla="*/ 2147483647 w 330"/>
                  <a:gd name="T59" fmla="*/ 2147483647 h 647"/>
                  <a:gd name="T60" fmla="*/ 2147483647 w 330"/>
                  <a:gd name="T61" fmla="*/ 2147483647 h 647"/>
                  <a:gd name="T62" fmla="*/ 2147483647 w 330"/>
                  <a:gd name="T63" fmla="*/ 2147483647 h 647"/>
                  <a:gd name="T64" fmla="*/ 2147483647 w 330"/>
                  <a:gd name="T65" fmla="*/ 0 h 647"/>
                  <a:gd name="T66" fmla="*/ 2147483647 w 330"/>
                  <a:gd name="T67" fmla="*/ 0 h 647"/>
                  <a:gd name="T68" fmla="*/ 2147483647 w 330"/>
                  <a:gd name="T69" fmla="*/ 0 h 647"/>
                  <a:gd name="T70" fmla="*/ 2147483647 w 330"/>
                  <a:gd name="T71" fmla="*/ 2147483647 h 64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30"/>
                  <a:gd name="T109" fmla="*/ 0 h 647"/>
                  <a:gd name="T110" fmla="*/ 330 w 330"/>
                  <a:gd name="T111" fmla="*/ 647 h 647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30" h="647">
                    <a:moveTo>
                      <a:pt x="298" y="2"/>
                    </a:moveTo>
                    <a:lnTo>
                      <a:pt x="304" y="52"/>
                    </a:lnTo>
                    <a:lnTo>
                      <a:pt x="310" y="102"/>
                    </a:lnTo>
                    <a:lnTo>
                      <a:pt x="316" y="151"/>
                    </a:lnTo>
                    <a:lnTo>
                      <a:pt x="322" y="201"/>
                    </a:lnTo>
                    <a:lnTo>
                      <a:pt x="324" y="270"/>
                    </a:lnTo>
                    <a:lnTo>
                      <a:pt x="326" y="338"/>
                    </a:lnTo>
                    <a:lnTo>
                      <a:pt x="328" y="407"/>
                    </a:lnTo>
                    <a:lnTo>
                      <a:pt x="330" y="476"/>
                    </a:lnTo>
                    <a:lnTo>
                      <a:pt x="329" y="485"/>
                    </a:lnTo>
                    <a:lnTo>
                      <a:pt x="329" y="494"/>
                    </a:lnTo>
                    <a:lnTo>
                      <a:pt x="328" y="503"/>
                    </a:lnTo>
                    <a:lnTo>
                      <a:pt x="327" y="513"/>
                    </a:lnTo>
                    <a:lnTo>
                      <a:pt x="318" y="519"/>
                    </a:lnTo>
                    <a:lnTo>
                      <a:pt x="310" y="526"/>
                    </a:lnTo>
                    <a:lnTo>
                      <a:pt x="301" y="532"/>
                    </a:lnTo>
                    <a:lnTo>
                      <a:pt x="292" y="538"/>
                    </a:lnTo>
                    <a:lnTo>
                      <a:pt x="283" y="544"/>
                    </a:lnTo>
                    <a:lnTo>
                      <a:pt x="274" y="550"/>
                    </a:lnTo>
                    <a:lnTo>
                      <a:pt x="266" y="556"/>
                    </a:lnTo>
                    <a:lnTo>
                      <a:pt x="256" y="562"/>
                    </a:lnTo>
                    <a:lnTo>
                      <a:pt x="241" y="569"/>
                    </a:lnTo>
                    <a:lnTo>
                      <a:pt x="227" y="577"/>
                    </a:lnTo>
                    <a:lnTo>
                      <a:pt x="212" y="585"/>
                    </a:lnTo>
                    <a:lnTo>
                      <a:pt x="198" y="593"/>
                    </a:lnTo>
                    <a:lnTo>
                      <a:pt x="183" y="600"/>
                    </a:lnTo>
                    <a:lnTo>
                      <a:pt x="167" y="608"/>
                    </a:lnTo>
                    <a:lnTo>
                      <a:pt x="153" y="615"/>
                    </a:lnTo>
                    <a:lnTo>
                      <a:pt x="138" y="623"/>
                    </a:lnTo>
                    <a:lnTo>
                      <a:pt x="126" y="626"/>
                    </a:lnTo>
                    <a:lnTo>
                      <a:pt x="114" y="629"/>
                    </a:lnTo>
                    <a:lnTo>
                      <a:pt x="101" y="632"/>
                    </a:lnTo>
                    <a:lnTo>
                      <a:pt x="89" y="635"/>
                    </a:lnTo>
                    <a:lnTo>
                      <a:pt x="77" y="638"/>
                    </a:lnTo>
                    <a:lnTo>
                      <a:pt x="65" y="641"/>
                    </a:lnTo>
                    <a:lnTo>
                      <a:pt x="53" y="644"/>
                    </a:lnTo>
                    <a:lnTo>
                      <a:pt x="41" y="647"/>
                    </a:lnTo>
                    <a:lnTo>
                      <a:pt x="37" y="604"/>
                    </a:lnTo>
                    <a:lnTo>
                      <a:pt x="34" y="560"/>
                    </a:lnTo>
                    <a:lnTo>
                      <a:pt x="31" y="517"/>
                    </a:lnTo>
                    <a:lnTo>
                      <a:pt x="27" y="473"/>
                    </a:lnTo>
                    <a:lnTo>
                      <a:pt x="22" y="414"/>
                    </a:lnTo>
                    <a:lnTo>
                      <a:pt x="17" y="355"/>
                    </a:lnTo>
                    <a:lnTo>
                      <a:pt x="13" y="297"/>
                    </a:lnTo>
                    <a:lnTo>
                      <a:pt x="8" y="238"/>
                    </a:lnTo>
                    <a:lnTo>
                      <a:pt x="6" y="196"/>
                    </a:lnTo>
                    <a:lnTo>
                      <a:pt x="4" y="154"/>
                    </a:lnTo>
                    <a:lnTo>
                      <a:pt x="2" y="112"/>
                    </a:lnTo>
                    <a:lnTo>
                      <a:pt x="0" y="70"/>
                    </a:lnTo>
                    <a:lnTo>
                      <a:pt x="18" y="65"/>
                    </a:lnTo>
                    <a:lnTo>
                      <a:pt x="36" y="59"/>
                    </a:lnTo>
                    <a:lnTo>
                      <a:pt x="54" y="54"/>
                    </a:lnTo>
                    <a:lnTo>
                      <a:pt x="72" y="49"/>
                    </a:lnTo>
                    <a:lnTo>
                      <a:pt x="90" y="44"/>
                    </a:lnTo>
                    <a:lnTo>
                      <a:pt x="109" y="38"/>
                    </a:lnTo>
                    <a:lnTo>
                      <a:pt x="126" y="33"/>
                    </a:lnTo>
                    <a:lnTo>
                      <a:pt x="144" y="28"/>
                    </a:lnTo>
                    <a:lnTo>
                      <a:pt x="159" y="25"/>
                    </a:lnTo>
                    <a:lnTo>
                      <a:pt x="174" y="21"/>
                    </a:lnTo>
                    <a:lnTo>
                      <a:pt x="190" y="18"/>
                    </a:lnTo>
                    <a:lnTo>
                      <a:pt x="205" y="14"/>
                    </a:lnTo>
                    <a:lnTo>
                      <a:pt x="219" y="10"/>
                    </a:lnTo>
                    <a:lnTo>
                      <a:pt x="234" y="7"/>
                    </a:lnTo>
                    <a:lnTo>
                      <a:pt x="249" y="3"/>
                    </a:lnTo>
                    <a:lnTo>
                      <a:pt x="265" y="0"/>
                    </a:lnTo>
                    <a:lnTo>
                      <a:pt x="269" y="0"/>
                    </a:lnTo>
                    <a:lnTo>
                      <a:pt x="273" y="0"/>
                    </a:lnTo>
                    <a:lnTo>
                      <a:pt x="277" y="0"/>
                    </a:lnTo>
                    <a:lnTo>
                      <a:pt x="282" y="0"/>
                    </a:lnTo>
                    <a:lnTo>
                      <a:pt x="286" y="0"/>
                    </a:lnTo>
                    <a:lnTo>
                      <a:pt x="290" y="1"/>
                    </a:lnTo>
                    <a:lnTo>
                      <a:pt x="294" y="1"/>
                    </a:lnTo>
                    <a:lnTo>
                      <a:pt x="298" y="2"/>
                    </a:lnTo>
                    <a:close/>
                  </a:path>
                </a:pathLst>
              </a:custGeom>
              <a:solidFill>
                <a:srgbClr val="005B7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6" name="Freeform 63"/>
              <p:cNvSpPr>
                <a:spLocks/>
              </p:cNvSpPr>
              <p:nvPr/>
            </p:nvSpPr>
            <p:spPr bwMode="auto">
              <a:xfrm>
                <a:off x="1543050" y="1646238"/>
                <a:ext cx="100012" cy="196850"/>
              </a:xfrm>
              <a:custGeom>
                <a:avLst/>
                <a:gdLst>
                  <a:gd name="T0" fmla="*/ 2147483647 w 315"/>
                  <a:gd name="T1" fmla="*/ 2147483647 h 618"/>
                  <a:gd name="T2" fmla="*/ 2147483647 w 315"/>
                  <a:gd name="T3" fmla="*/ 2147483647 h 618"/>
                  <a:gd name="T4" fmla="*/ 2147483647 w 315"/>
                  <a:gd name="T5" fmla="*/ 2147483647 h 618"/>
                  <a:gd name="T6" fmla="*/ 2147483647 w 315"/>
                  <a:gd name="T7" fmla="*/ 2147483647 h 618"/>
                  <a:gd name="T8" fmla="*/ 2147483647 w 315"/>
                  <a:gd name="T9" fmla="*/ 2147483647 h 618"/>
                  <a:gd name="T10" fmla="*/ 2147483647 w 315"/>
                  <a:gd name="T11" fmla="*/ 2147483647 h 618"/>
                  <a:gd name="T12" fmla="*/ 2147483647 w 315"/>
                  <a:gd name="T13" fmla="*/ 2147483647 h 618"/>
                  <a:gd name="T14" fmla="*/ 2147483647 w 315"/>
                  <a:gd name="T15" fmla="*/ 2147483647 h 618"/>
                  <a:gd name="T16" fmla="*/ 2147483647 w 315"/>
                  <a:gd name="T17" fmla="*/ 2147483647 h 618"/>
                  <a:gd name="T18" fmla="*/ 2147483647 w 315"/>
                  <a:gd name="T19" fmla="*/ 2147483647 h 618"/>
                  <a:gd name="T20" fmla="*/ 2147483647 w 315"/>
                  <a:gd name="T21" fmla="*/ 2147483647 h 618"/>
                  <a:gd name="T22" fmla="*/ 2147483647 w 315"/>
                  <a:gd name="T23" fmla="*/ 2147483647 h 618"/>
                  <a:gd name="T24" fmla="*/ 2147483647 w 315"/>
                  <a:gd name="T25" fmla="*/ 2147483647 h 618"/>
                  <a:gd name="T26" fmla="*/ 2147483647 w 315"/>
                  <a:gd name="T27" fmla="*/ 2147483647 h 618"/>
                  <a:gd name="T28" fmla="*/ 2147483647 w 315"/>
                  <a:gd name="T29" fmla="*/ 2147483647 h 618"/>
                  <a:gd name="T30" fmla="*/ 2147483647 w 315"/>
                  <a:gd name="T31" fmla="*/ 2147483647 h 618"/>
                  <a:gd name="T32" fmla="*/ 2147483647 w 315"/>
                  <a:gd name="T33" fmla="*/ 2147483647 h 618"/>
                  <a:gd name="T34" fmla="*/ 2147483647 w 315"/>
                  <a:gd name="T35" fmla="*/ 2147483647 h 618"/>
                  <a:gd name="T36" fmla="*/ 2147483647 w 315"/>
                  <a:gd name="T37" fmla="*/ 2147483647 h 618"/>
                  <a:gd name="T38" fmla="*/ 2147483647 w 315"/>
                  <a:gd name="T39" fmla="*/ 2147483647 h 618"/>
                  <a:gd name="T40" fmla="*/ 2147483647 w 315"/>
                  <a:gd name="T41" fmla="*/ 2147483647 h 618"/>
                  <a:gd name="T42" fmla="*/ 2147483647 w 315"/>
                  <a:gd name="T43" fmla="*/ 2147483647 h 618"/>
                  <a:gd name="T44" fmla="*/ 2147483647 w 315"/>
                  <a:gd name="T45" fmla="*/ 2147483647 h 618"/>
                  <a:gd name="T46" fmla="*/ 2147483647 w 315"/>
                  <a:gd name="T47" fmla="*/ 2147483647 h 618"/>
                  <a:gd name="T48" fmla="*/ 2147483647 w 315"/>
                  <a:gd name="T49" fmla="*/ 2147483647 h 618"/>
                  <a:gd name="T50" fmla="*/ 2147483647 w 315"/>
                  <a:gd name="T51" fmla="*/ 2147483647 h 618"/>
                  <a:gd name="T52" fmla="*/ 2147483647 w 315"/>
                  <a:gd name="T53" fmla="*/ 2147483647 h 618"/>
                  <a:gd name="T54" fmla="*/ 2147483647 w 315"/>
                  <a:gd name="T55" fmla="*/ 2147483647 h 618"/>
                  <a:gd name="T56" fmla="*/ 2147483647 w 315"/>
                  <a:gd name="T57" fmla="*/ 2147483647 h 618"/>
                  <a:gd name="T58" fmla="*/ 2147483647 w 315"/>
                  <a:gd name="T59" fmla="*/ 2147483647 h 618"/>
                  <a:gd name="T60" fmla="*/ 2147483647 w 315"/>
                  <a:gd name="T61" fmla="*/ 2147483647 h 618"/>
                  <a:gd name="T62" fmla="*/ 2147483647 w 315"/>
                  <a:gd name="T63" fmla="*/ 2147483647 h 618"/>
                  <a:gd name="T64" fmla="*/ 2147483647 w 315"/>
                  <a:gd name="T65" fmla="*/ 2147483647 h 618"/>
                  <a:gd name="T66" fmla="*/ 2147483647 w 315"/>
                  <a:gd name="T67" fmla="*/ 2147483647 h 618"/>
                  <a:gd name="T68" fmla="*/ 2147483647 w 315"/>
                  <a:gd name="T69" fmla="*/ 2147483647 h 618"/>
                  <a:gd name="T70" fmla="*/ 2147483647 w 315"/>
                  <a:gd name="T71" fmla="*/ 2147483647 h 618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15"/>
                  <a:gd name="T109" fmla="*/ 0 h 618"/>
                  <a:gd name="T110" fmla="*/ 315 w 315"/>
                  <a:gd name="T111" fmla="*/ 618 h 618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15" h="618">
                    <a:moveTo>
                      <a:pt x="285" y="7"/>
                    </a:moveTo>
                    <a:lnTo>
                      <a:pt x="291" y="53"/>
                    </a:lnTo>
                    <a:lnTo>
                      <a:pt x="296" y="100"/>
                    </a:lnTo>
                    <a:lnTo>
                      <a:pt x="302" y="147"/>
                    </a:lnTo>
                    <a:lnTo>
                      <a:pt x="307" y="193"/>
                    </a:lnTo>
                    <a:lnTo>
                      <a:pt x="309" y="259"/>
                    </a:lnTo>
                    <a:lnTo>
                      <a:pt x="311" y="326"/>
                    </a:lnTo>
                    <a:lnTo>
                      <a:pt x="313" y="393"/>
                    </a:lnTo>
                    <a:lnTo>
                      <a:pt x="315" y="459"/>
                    </a:lnTo>
                    <a:lnTo>
                      <a:pt x="314" y="467"/>
                    </a:lnTo>
                    <a:lnTo>
                      <a:pt x="314" y="476"/>
                    </a:lnTo>
                    <a:lnTo>
                      <a:pt x="313" y="485"/>
                    </a:lnTo>
                    <a:lnTo>
                      <a:pt x="312" y="493"/>
                    </a:lnTo>
                    <a:lnTo>
                      <a:pt x="303" y="500"/>
                    </a:lnTo>
                    <a:lnTo>
                      <a:pt x="295" y="506"/>
                    </a:lnTo>
                    <a:lnTo>
                      <a:pt x="286" y="512"/>
                    </a:lnTo>
                    <a:lnTo>
                      <a:pt x="278" y="518"/>
                    </a:lnTo>
                    <a:lnTo>
                      <a:pt x="270" y="524"/>
                    </a:lnTo>
                    <a:lnTo>
                      <a:pt x="261" y="530"/>
                    </a:lnTo>
                    <a:lnTo>
                      <a:pt x="253" y="536"/>
                    </a:lnTo>
                    <a:lnTo>
                      <a:pt x="243" y="542"/>
                    </a:lnTo>
                    <a:lnTo>
                      <a:pt x="229" y="549"/>
                    </a:lnTo>
                    <a:lnTo>
                      <a:pt x="215" y="556"/>
                    </a:lnTo>
                    <a:lnTo>
                      <a:pt x="201" y="563"/>
                    </a:lnTo>
                    <a:lnTo>
                      <a:pt x="187" y="571"/>
                    </a:lnTo>
                    <a:lnTo>
                      <a:pt x="172" y="579"/>
                    </a:lnTo>
                    <a:lnTo>
                      <a:pt x="158" y="586"/>
                    </a:lnTo>
                    <a:lnTo>
                      <a:pt x="144" y="593"/>
                    </a:lnTo>
                    <a:lnTo>
                      <a:pt x="130" y="600"/>
                    </a:lnTo>
                    <a:lnTo>
                      <a:pt x="119" y="602"/>
                    </a:lnTo>
                    <a:lnTo>
                      <a:pt x="107" y="604"/>
                    </a:lnTo>
                    <a:lnTo>
                      <a:pt x="96" y="607"/>
                    </a:lnTo>
                    <a:lnTo>
                      <a:pt x="84" y="609"/>
                    </a:lnTo>
                    <a:lnTo>
                      <a:pt x="73" y="611"/>
                    </a:lnTo>
                    <a:lnTo>
                      <a:pt x="61" y="613"/>
                    </a:lnTo>
                    <a:lnTo>
                      <a:pt x="50" y="616"/>
                    </a:lnTo>
                    <a:lnTo>
                      <a:pt x="38" y="618"/>
                    </a:lnTo>
                    <a:lnTo>
                      <a:pt x="34" y="578"/>
                    </a:lnTo>
                    <a:lnTo>
                      <a:pt x="31" y="537"/>
                    </a:lnTo>
                    <a:lnTo>
                      <a:pt x="27" y="497"/>
                    </a:lnTo>
                    <a:lnTo>
                      <a:pt x="23" y="456"/>
                    </a:lnTo>
                    <a:lnTo>
                      <a:pt x="19" y="399"/>
                    </a:lnTo>
                    <a:lnTo>
                      <a:pt x="13" y="342"/>
                    </a:lnTo>
                    <a:lnTo>
                      <a:pt x="9" y="287"/>
                    </a:lnTo>
                    <a:lnTo>
                      <a:pt x="5" y="230"/>
                    </a:lnTo>
                    <a:lnTo>
                      <a:pt x="4" y="189"/>
                    </a:lnTo>
                    <a:lnTo>
                      <a:pt x="3" y="149"/>
                    </a:lnTo>
                    <a:lnTo>
                      <a:pt x="1" y="109"/>
                    </a:lnTo>
                    <a:lnTo>
                      <a:pt x="0" y="68"/>
                    </a:lnTo>
                    <a:lnTo>
                      <a:pt x="18" y="63"/>
                    </a:lnTo>
                    <a:lnTo>
                      <a:pt x="35" y="58"/>
                    </a:lnTo>
                    <a:lnTo>
                      <a:pt x="51" y="53"/>
                    </a:lnTo>
                    <a:lnTo>
                      <a:pt x="68" y="47"/>
                    </a:lnTo>
                    <a:lnTo>
                      <a:pt x="85" y="42"/>
                    </a:lnTo>
                    <a:lnTo>
                      <a:pt x="102" y="37"/>
                    </a:lnTo>
                    <a:lnTo>
                      <a:pt x="119" y="32"/>
                    </a:lnTo>
                    <a:lnTo>
                      <a:pt x="136" y="27"/>
                    </a:lnTo>
                    <a:lnTo>
                      <a:pt x="150" y="24"/>
                    </a:lnTo>
                    <a:lnTo>
                      <a:pt x="165" y="20"/>
                    </a:lnTo>
                    <a:lnTo>
                      <a:pt x="180" y="17"/>
                    </a:lnTo>
                    <a:lnTo>
                      <a:pt x="194" y="13"/>
                    </a:lnTo>
                    <a:lnTo>
                      <a:pt x="208" y="10"/>
                    </a:lnTo>
                    <a:lnTo>
                      <a:pt x="223" y="7"/>
                    </a:lnTo>
                    <a:lnTo>
                      <a:pt x="237" y="3"/>
                    </a:lnTo>
                    <a:lnTo>
                      <a:pt x="252" y="0"/>
                    </a:lnTo>
                    <a:lnTo>
                      <a:pt x="256" y="1"/>
                    </a:lnTo>
                    <a:lnTo>
                      <a:pt x="260" y="2"/>
                    </a:lnTo>
                    <a:lnTo>
                      <a:pt x="264" y="3"/>
                    </a:lnTo>
                    <a:lnTo>
                      <a:pt x="269" y="4"/>
                    </a:lnTo>
                    <a:lnTo>
                      <a:pt x="273" y="5"/>
                    </a:lnTo>
                    <a:lnTo>
                      <a:pt x="277" y="5"/>
                    </a:lnTo>
                    <a:lnTo>
                      <a:pt x="281" y="6"/>
                    </a:lnTo>
                    <a:lnTo>
                      <a:pt x="285" y="7"/>
                    </a:lnTo>
                    <a:close/>
                  </a:path>
                </a:pathLst>
              </a:custGeom>
              <a:solidFill>
                <a:srgbClr val="00638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7" name="Freeform 64"/>
              <p:cNvSpPr>
                <a:spLocks/>
              </p:cNvSpPr>
              <p:nvPr/>
            </p:nvSpPr>
            <p:spPr bwMode="auto">
              <a:xfrm>
                <a:off x="1546225" y="1651001"/>
                <a:ext cx="93662" cy="187325"/>
              </a:xfrm>
              <a:custGeom>
                <a:avLst/>
                <a:gdLst>
                  <a:gd name="T0" fmla="*/ 2147483647 w 298"/>
                  <a:gd name="T1" fmla="*/ 2147483647 h 590"/>
                  <a:gd name="T2" fmla="*/ 2147483647 w 298"/>
                  <a:gd name="T3" fmla="*/ 2147483647 h 590"/>
                  <a:gd name="T4" fmla="*/ 2147483647 w 298"/>
                  <a:gd name="T5" fmla="*/ 2147483647 h 590"/>
                  <a:gd name="T6" fmla="*/ 2147483647 w 298"/>
                  <a:gd name="T7" fmla="*/ 2147483647 h 590"/>
                  <a:gd name="T8" fmla="*/ 2147483647 w 298"/>
                  <a:gd name="T9" fmla="*/ 2147483647 h 590"/>
                  <a:gd name="T10" fmla="*/ 2147483647 w 298"/>
                  <a:gd name="T11" fmla="*/ 2147483647 h 590"/>
                  <a:gd name="T12" fmla="*/ 2147483647 w 298"/>
                  <a:gd name="T13" fmla="*/ 2147483647 h 590"/>
                  <a:gd name="T14" fmla="*/ 2147483647 w 298"/>
                  <a:gd name="T15" fmla="*/ 2147483647 h 590"/>
                  <a:gd name="T16" fmla="*/ 2147483647 w 298"/>
                  <a:gd name="T17" fmla="*/ 2147483647 h 590"/>
                  <a:gd name="T18" fmla="*/ 2147483647 w 298"/>
                  <a:gd name="T19" fmla="*/ 2147483647 h 590"/>
                  <a:gd name="T20" fmla="*/ 2147483647 w 298"/>
                  <a:gd name="T21" fmla="*/ 2147483647 h 590"/>
                  <a:gd name="T22" fmla="*/ 2147483647 w 298"/>
                  <a:gd name="T23" fmla="*/ 2147483647 h 590"/>
                  <a:gd name="T24" fmla="*/ 2147483647 w 298"/>
                  <a:gd name="T25" fmla="*/ 2147483647 h 590"/>
                  <a:gd name="T26" fmla="*/ 2147483647 w 298"/>
                  <a:gd name="T27" fmla="*/ 2147483647 h 590"/>
                  <a:gd name="T28" fmla="*/ 2147483647 w 298"/>
                  <a:gd name="T29" fmla="*/ 2147483647 h 590"/>
                  <a:gd name="T30" fmla="*/ 2147483647 w 298"/>
                  <a:gd name="T31" fmla="*/ 2147483647 h 590"/>
                  <a:gd name="T32" fmla="*/ 2147483647 w 298"/>
                  <a:gd name="T33" fmla="*/ 2147483647 h 590"/>
                  <a:gd name="T34" fmla="*/ 2147483647 w 298"/>
                  <a:gd name="T35" fmla="*/ 2147483647 h 590"/>
                  <a:gd name="T36" fmla="*/ 2147483647 w 298"/>
                  <a:gd name="T37" fmla="*/ 2147483647 h 590"/>
                  <a:gd name="T38" fmla="*/ 2147483647 w 298"/>
                  <a:gd name="T39" fmla="*/ 2147483647 h 590"/>
                  <a:gd name="T40" fmla="*/ 2147483647 w 298"/>
                  <a:gd name="T41" fmla="*/ 2147483647 h 590"/>
                  <a:gd name="T42" fmla="*/ 2147483647 w 298"/>
                  <a:gd name="T43" fmla="*/ 2147483647 h 590"/>
                  <a:gd name="T44" fmla="*/ 0 w 298"/>
                  <a:gd name="T45" fmla="*/ 2147483647 h 590"/>
                  <a:gd name="T46" fmla="*/ 0 w 298"/>
                  <a:gd name="T47" fmla="*/ 2147483647 h 590"/>
                  <a:gd name="T48" fmla="*/ 2147483647 w 298"/>
                  <a:gd name="T49" fmla="*/ 2147483647 h 590"/>
                  <a:gd name="T50" fmla="*/ 2147483647 w 298"/>
                  <a:gd name="T51" fmla="*/ 2147483647 h 590"/>
                  <a:gd name="T52" fmla="*/ 2147483647 w 298"/>
                  <a:gd name="T53" fmla="*/ 2147483647 h 590"/>
                  <a:gd name="T54" fmla="*/ 2147483647 w 298"/>
                  <a:gd name="T55" fmla="*/ 2147483647 h 590"/>
                  <a:gd name="T56" fmla="*/ 2147483647 w 298"/>
                  <a:gd name="T57" fmla="*/ 2147483647 h 590"/>
                  <a:gd name="T58" fmla="*/ 2147483647 w 298"/>
                  <a:gd name="T59" fmla="*/ 2147483647 h 590"/>
                  <a:gd name="T60" fmla="*/ 2147483647 w 298"/>
                  <a:gd name="T61" fmla="*/ 2147483647 h 590"/>
                  <a:gd name="T62" fmla="*/ 2147483647 w 298"/>
                  <a:gd name="T63" fmla="*/ 2147483647 h 590"/>
                  <a:gd name="T64" fmla="*/ 2147483647 w 298"/>
                  <a:gd name="T65" fmla="*/ 2147483647 h 590"/>
                  <a:gd name="T66" fmla="*/ 2147483647 w 298"/>
                  <a:gd name="T67" fmla="*/ 2147483647 h 590"/>
                  <a:gd name="T68" fmla="*/ 2147483647 w 298"/>
                  <a:gd name="T69" fmla="*/ 2147483647 h 590"/>
                  <a:gd name="T70" fmla="*/ 2147483647 w 298"/>
                  <a:gd name="T71" fmla="*/ 2147483647 h 590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98"/>
                  <a:gd name="T109" fmla="*/ 0 h 590"/>
                  <a:gd name="T110" fmla="*/ 298 w 298"/>
                  <a:gd name="T111" fmla="*/ 590 h 590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98" h="590">
                    <a:moveTo>
                      <a:pt x="271" y="12"/>
                    </a:moveTo>
                    <a:lnTo>
                      <a:pt x="276" y="55"/>
                    </a:lnTo>
                    <a:lnTo>
                      <a:pt x="281" y="99"/>
                    </a:lnTo>
                    <a:lnTo>
                      <a:pt x="286" y="143"/>
                    </a:lnTo>
                    <a:lnTo>
                      <a:pt x="291" y="186"/>
                    </a:lnTo>
                    <a:lnTo>
                      <a:pt x="293" y="250"/>
                    </a:lnTo>
                    <a:lnTo>
                      <a:pt x="295" y="314"/>
                    </a:lnTo>
                    <a:lnTo>
                      <a:pt x="296" y="378"/>
                    </a:lnTo>
                    <a:lnTo>
                      <a:pt x="298" y="442"/>
                    </a:lnTo>
                    <a:lnTo>
                      <a:pt x="298" y="450"/>
                    </a:lnTo>
                    <a:lnTo>
                      <a:pt x="297" y="458"/>
                    </a:lnTo>
                    <a:lnTo>
                      <a:pt x="297" y="467"/>
                    </a:lnTo>
                    <a:lnTo>
                      <a:pt x="296" y="475"/>
                    </a:lnTo>
                    <a:lnTo>
                      <a:pt x="288" y="481"/>
                    </a:lnTo>
                    <a:lnTo>
                      <a:pt x="280" y="487"/>
                    </a:lnTo>
                    <a:lnTo>
                      <a:pt x="271" y="493"/>
                    </a:lnTo>
                    <a:lnTo>
                      <a:pt x="263" y="498"/>
                    </a:lnTo>
                    <a:lnTo>
                      <a:pt x="255" y="504"/>
                    </a:lnTo>
                    <a:lnTo>
                      <a:pt x="247" y="510"/>
                    </a:lnTo>
                    <a:lnTo>
                      <a:pt x="238" y="515"/>
                    </a:lnTo>
                    <a:lnTo>
                      <a:pt x="230" y="521"/>
                    </a:lnTo>
                    <a:lnTo>
                      <a:pt x="217" y="528"/>
                    </a:lnTo>
                    <a:lnTo>
                      <a:pt x="203" y="535"/>
                    </a:lnTo>
                    <a:lnTo>
                      <a:pt x="190" y="542"/>
                    </a:lnTo>
                    <a:lnTo>
                      <a:pt x="176" y="549"/>
                    </a:lnTo>
                    <a:lnTo>
                      <a:pt x="162" y="557"/>
                    </a:lnTo>
                    <a:lnTo>
                      <a:pt x="148" y="564"/>
                    </a:lnTo>
                    <a:lnTo>
                      <a:pt x="135" y="571"/>
                    </a:lnTo>
                    <a:lnTo>
                      <a:pt x="121" y="578"/>
                    </a:lnTo>
                    <a:lnTo>
                      <a:pt x="110" y="579"/>
                    </a:lnTo>
                    <a:lnTo>
                      <a:pt x="100" y="581"/>
                    </a:lnTo>
                    <a:lnTo>
                      <a:pt x="89" y="582"/>
                    </a:lnTo>
                    <a:lnTo>
                      <a:pt x="78" y="584"/>
                    </a:lnTo>
                    <a:lnTo>
                      <a:pt x="67" y="585"/>
                    </a:lnTo>
                    <a:lnTo>
                      <a:pt x="56" y="587"/>
                    </a:lnTo>
                    <a:lnTo>
                      <a:pt x="46" y="588"/>
                    </a:lnTo>
                    <a:lnTo>
                      <a:pt x="35" y="590"/>
                    </a:lnTo>
                    <a:lnTo>
                      <a:pt x="31" y="552"/>
                    </a:lnTo>
                    <a:lnTo>
                      <a:pt x="26" y="514"/>
                    </a:lnTo>
                    <a:lnTo>
                      <a:pt x="22" y="476"/>
                    </a:lnTo>
                    <a:lnTo>
                      <a:pt x="18" y="439"/>
                    </a:lnTo>
                    <a:lnTo>
                      <a:pt x="14" y="384"/>
                    </a:lnTo>
                    <a:lnTo>
                      <a:pt x="10" y="329"/>
                    </a:lnTo>
                    <a:lnTo>
                      <a:pt x="4" y="275"/>
                    </a:lnTo>
                    <a:lnTo>
                      <a:pt x="0" y="221"/>
                    </a:lnTo>
                    <a:lnTo>
                      <a:pt x="0" y="182"/>
                    </a:lnTo>
                    <a:lnTo>
                      <a:pt x="0" y="144"/>
                    </a:lnTo>
                    <a:lnTo>
                      <a:pt x="0" y="105"/>
                    </a:lnTo>
                    <a:lnTo>
                      <a:pt x="0" y="66"/>
                    </a:lnTo>
                    <a:lnTo>
                      <a:pt x="17" y="61"/>
                    </a:lnTo>
                    <a:lnTo>
                      <a:pt x="32" y="56"/>
                    </a:lnTo>
                    <a:lnTo>
                      <a:pt x="48" y="51"/>
                    </a:lnTo>
                    <a:lnTo>
                      <a:pt x="63" y="46"/>
                    </a:lnTo>
                    <a:lnTo>
                      <a:pt x="79" y="41"/>
                    </a:lnTo>
                    <a:lnTo>
                      <a:pt x="95" y="36"/>
                    </a:lnTo>
                    <a:lnTo>
                      <a:pt x="111" y="31"/>
                    </a:lnTo>
                    <a:lnTo>
                      <a:pt x="126" y="26"/>
                    </a:lnTo>
                    <a:lnTo>
                      <a:pt x="140" y="23"/>
                    </a:lnTo>
                    <a:lnTo>
                      <a:pt x="154" y="19"/>
                    </a:lnTo>
                    <a:lnTo>
                      <a:pt x="168" y="16"/>
                    </a:lnTo>
                    <a:lnTo>
                      <a:pt x="182" y="13"/>
                    </a:lnTo>
                    <a:lnTo>
                      <a:pt x="196" y="10"/>
                    </a:lnTo>
                    <a:lnTo>
                      <a:pt x="209" y="7"/>
                    </a:lnTo>
                    <a:lnTo>
                      <a:pt x="223" y="3"/>
                    </a:lnTo>
                    <a:lnTo>
                      <a:pt x="237" y="0"/>
                    </a:lnTo>
                    <a:lnTo>
                      <a:pt x="242" y="1"/>
                    </a:lnTo>
                    <a:lnTo>
                      <a:pt x="246" y="3"/>
                    </a:lnTo>
                    <a:lnTo>
                      <a:pt x="250" y="4"/>
                    </a:lnTo>
                    <a:lnTo>
                      <a:pt x="255" y="6"/>
                    </a:lnTo>
                    <a:lnTo>
                      <a:pt x="259" y="7"/>
                    </a:lnTo>
                    <a:lnTo>
                      <a:pt x="263" y="9"/>
                    </a:lnTo>
                    <a:lnTo>
                      <a:pt x="267" y="10"/>
                    </a:lnTo>
                    <a:lnTo>
                      <a:pt x="271" y="12"/>
                    </a:lnTo>
                    <a:close/>
                  </a:path>
                </a:pathLst>
              </a:custGeom>
              <a:solidFill>
                <a:srgbClr val="006B9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8" name="Freeform 65"/>
              <p:cNvSpPr>
                <a:spLocks/>
              </p:cNvSpPr>
              <p:nvPr/>
            </p:nvSpPr>
            <p:spPr bwMode="auto">
              <a:xfrm>
                <a:off x="1547813" y="1654176"/>
                <a:ext cx="90487" cy="177800"/>
              </a:xfrm>
              <a:custGeom>
                <a:avLst/>
                <a:gdLst>
                  <a:gd name="T0" fmla="*/ 2147483647 w 286"/>
                  <a:gd name="T1" fmla="*/ 2147483647 h 561"/>
                  <a:gd name="T2" fmla="*/ 2147483647 w 286"/>
                  <a:gd name="T3" fmla="*/ 2147483647 h 561"/>
                  <a:gd name="T4" fmla="*/ 2147483647 w 286"/>
                  <a:gd name="T5" fmla="*/ 2147483647 h 561"/>
                  <a:gd name="T6" fmla="*/ 2147483647 w 286"/>
                  <a:gd name="T7" fmla="*/ 2147483647 h 561"/>
                  <a:gd name="T8" fmla="*/ 2147483647 w 286"/>
                  <a:gd name="T9" fmla="*/ 2147483647 h 561"/>
                  <a:gd name="T10" fmla="*/ 2147483647 w 286"/>
                  <a:gd name="T11" fmla="*/ 2147483647 h 561"/>
                  <a:gd name="T12" fmla="*/ 2147483647 w 286"/>
                  <a:gd name="T13" fmla="*/ 2147483647 h 561"/>
                  <a:gd name="T14" fmla="*/ 2147483647 w 286"/>
                  <a:gd name="T15" fmla="*/ 2147483647 h 561"/>
                  <a:gd name="T16" fmla="*/ 2147483647 w 286"/>
                  <a:gd name="T17" fmla="*/ 2147483647 h 561"/>
                  <a:gd name="T18" fmla="*/ 2147483647 w 286"/>
                  <a:gd name="T19" fmla="*/ 2147483647 h 561"/>
                  <a:gd name="T20" fmla="*/ 2147483647 w 286"/>
                  <a:gd name="T21" fmla="*/ 2147483647 h 561"/>
                  <a:gd name="T22" fmla="*/ 2147483647 w 286"/>
                  <a:gd name="T23" fmla="*/ 2147483647 h 561"/>
                  <a:gd name="T24" fmla="*/ 2147483647 w 286"/>
                  <a:gd name="T25" fmla="*/ 2147483647 h 561"/>
                  <a:gd name="T26" fmla="*/ 2147483647 w 286"/>
                  <a:gd name="T27" fmla="*/ 2147483647 h 561"/>
                  <a:gd name="T28" fmla="*/ 2147483647 w 286"/>
                  <a:gd name="T29" fmla="*/ 2147483647 h 561"/>
                  <a:gd name="T30" fmla="*/ 2147483647 w 286"/>
                  <a:gd name="T31" fmla="*/ 2147483647 h 561"/>
                  <a:gd name="T32" fmla="*/ 2147483647 w 286"/>
                  <a:gd name="T33" fmla="*/ 2147483647 h 561"/>
                  <a:gd name="T34" fmla="*/ 2147483647 w 286"/>
                  <a:gd name="T35" fmla="*/ 2147483647 h 561"/>
                  <a:gd name="T36" fmla="*/ 2147483647 w 286"/>
                  <a:gd name="T37" fmla="*/ 2147483647 h 561"/>
                  <a:gd name="T38" fmla="*/ 2147483647 w 286"/>
                  <a:gd name="T39" fmla="*/ 2147483647 h 561"/>
                  <a:gd name="T40" fmla="*/ 2147483647 w 286"/>
                  <a:gd name="T41" fmla="*/ 2147483647 h 561"/>
                  <a:gd name="T42" fmla="*/ 2147483647 w 286"/>
                  <a:gd name="T43" fmla="*/ 2147483647 h 561"/>
                  <a:gd name="T44" fmla="*/ 2147483647 w 286"/>
                  <a:gd name="T45" fmla="*/ 2147483647 h 561"/>
                  <a:gd name="T46" fmla="*/ 2147483647 w 286"/>
                  <a:gd name="T47" fmla="*/ 2147483647 h 561"/>
                  <a:gd name="T48" fmla="*/ 2147483647 w 286"/>
                  <a:gd name="T49" fmla="*/ 2147483647 h 561"/>
                  <a:gd name="T50" fmla="*/ 2147483647 w 286"/>
                  <a:gd name="T51" fmla="*/ 2147483647 h 561"/>
                  <a:gd name="T52" fmla="*/ 2147483647 w 286"/>
                  <a:gd name="T53" fmla="*/ 2147483647 h 561"/>
                  <a:gd name="T54" fmla="*/ 2147483647 w 286"/>
                  <a:gd name="T55" fmla="*/ 2147483647 h 561"/>
                  <a:gd name="T56" fmla="*/ 2147483647 w 286"/>
                  <a:gd name="T57" fmla="*/ 2147483647 h 561"/>
                  <a:gd name="T58" fmla="*/ 2147483647 w 286"/>
                  <a:gd name="T59" fmla="*/ 2147483647 h 561"/>
                  <a:gd name="T60" fmla="*/ 2147483647 w 286"/>
                  <a:gd name="T61" fmla="*/ 2147483647 h 561"/>
                  <a:gd name="T62" fmla="*/ 2147483647 w 286"/>
                  <a:gd name="T63" fmla="*/ 2147483647 h 561"/>
                  <a:gd name="T64" fmla="*/ 2147483647 w 286"/>
                  <a:gd name="T65" fmla="*/ 2147483647 h 561"/>
                  <a:gd name="T66" fmla="*/ 2147483647 w 286"/>
                  <a:gd name="T67" fmla="*/ 2147483647 h 561"/>
                  <a:gd name="T68" fmla="*/ 2147483647 w 286"/>
                  <a:gd name="T69" fmla="*/ 2147483647 h 561"/>
                  <a:gd name="T70" fmla="*/ 2147483647 w 286"/>
                  <a:gd name="T71" fmla="*/ 2147483647 h 561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86"/>
                  <a:gd name="T109" fmla="*/ 0 h 561"/>
                  <a:gd name="T110" fmla="*/ 286 w 286"/>
                  <a:gd name="T111" fmla="*/ 561 h 561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86" h="561">
                    <a:moveTo>
                      <a:pt x="262" y="16"/>
                    </a:moveTo>
                    <a:lnTo>
                      <a:pt x="266" y="57"/>
                    </a:lnTo>
                    <a:lnTo>
                      <a:pt x="270" y="97"/>
                    </a:lnTo>
                    <a:lnTo>
                      <a:pt x="275" y="138"/>
                    </a:lnTo>
                    <a:lnTo>
                      <a:pt x="279" y="178"/>
                    </a:lnTo>
                    <a:lnTo>
                      <a:pt x="281" y="240"/>
                    </a:lnTo>
                    <a:lnTo>
                      <a:pt x="283" y="301"/>
                    </a:lnTo>
                    <a:lnTo>
                      <a:pt x="284" y="363"/>
                    </a:lnTo>
                    <a:lnTo>
                      <a:pt x="286" y="424"/>
                    </a:lnTo>
                    <a:lnTo>
                      <a:pt x="285" y="432"/>
                    </a:lnTo>
                    <a:lnTo>
                      <a:pt x="285" y="440"/>
                    </a:lnTo>
                    <a:lnTo>
                      <a:pt x="285" y="448"/>
                    </a:lnTo>
                    <a:lnTo>
                      <a:pt x="284" y="456"/>
                    </a:lnTo>
                    <a:lnTo>
                      <a:pt x="276" y="462"/>
                    </a:lnTo>
                    <a:lnTo>
                      <a:pt x="268" y="467"/>
                    </a:lnTo>
                    <a:lnTo>
                      <a:pt x="260" y="474"/>
                    </a:lnTo>
                    <a:lnTo>
                      <a:pt x="253" y="479"/>
                    </a:lnTo>
                    <a:lnTo>
                      <a:pt x="245" y="484"/>
                    </a:lnTo>
                    <a:lnTo>
                      <a:pt x="237" y="490"/>
                    </a:lnTo>
                    <a:lnTo>
                      <a:pt x="228" y="495"/>
                    </a:lnTo>
                    <a:lnTo>
                      <a:pt x="220" y="501"/>
                    </a:lnTo>
                    <a:lnTo>
                      <a:pt x="207" y="508"/>
                    </a:lnTo>
                    <a:lnTo>
                      <a:pt x="194" y="514"/>
                    </a:lnTo>
                    <a:lnTo>
                      <a:pt x="181" y="521"/>
                    </a:lnTo>
                    <a:lnTo>
                      <a:pt x="169" y="527"/>
                    </a:lnTo>
                    <a:lnTo>
                      <a:pt x="155" y="534"/>
                    </a:lnTo>
                    <a:lnTo>
                      <a:pt x="142" y="541"/>
                    </a:lnTo>
                    <a:lnTo>
                      <a:pt x="129" y="548"/>
                    </a:lnTo>
                    <a:lnTo>
                      <a:pt x="116" y="555"/>
                    </a:lnTo>
                    <a:lnTo>
                      <a:pt x="106" y="556"/>
                    </a:lnTo>
                    <a:lnTo>
                      <a:pt x="96" y="556"/>
                    </a:lnTo>
                    <a:lnTo>
                      <a:pt x="86" y="557"/>
                    </a:lnTo>
                    <a:lnTo>
                      <a:pt x="75" y="558"/>
                    </a:lnTo>
                    <a:lnTo>
                      <a:pt x="65" y="559"/>
                    </a:lnTo>
                    <a:lnTo>
                      <a:pt x="55" y="559"/>
                    </a:lnTo>
                    <a:lnTo>
                      <a:pt x="45" y="560"/>
                    </a:lnTo>
                    <a:lnTo>
                      <a:pt x="35" y="561"/>
                    </a:lnTo>
                    <a:lnTo>
                      <a:pt x="30" y="525"/>
                    </a:lnTo>
                    <a:lnTo>
                      <a:pt x="26" y="491"/>
                    </a:lnTo>
                    <a:lnTo>
                      <a:pt x="21" y="455"/>
                    </a:lnTo>
                    <a:lnTo>
                      <a:pt x="16" y="421"/>
                    </a:lnTo>
                    <a:lnTo>
                      <a:pt x="12" y="369"/>
                    </a:lnTo>
                    <a:lnTo>
                      <a:pt x="9" y="316"/>
                    </a:lnTo>
                    <a:lnTo>
                      <a:pt x="5" y="265"/>
                    </a:lnTo>
                    <a:lnTo>
                      <a:pt x="0" y="212"/>
                    </a:lnTo>
                    <a:lnTo>
                      <a:pt x="2" y="175"/>
                    </a:lnTo>
                    <a:lnTo>
                      <a:pt x="3" y="139"/>
                    </a:lnTo>
                    <a:lnTo>
                      <a:pt x="4" y="102"/>
                    </a:lnTo>
                    <a:lnTo>
                      <a:pt x="5" y="66"/>
                    </a:lnTo>
                    <a:lnTo>
                      <a:pt x="19" y="61"/>
                    </a:lnTo>
                    <a:lnTo>
                      <a:pt x="34" y="55"/>
                    </a:lnTo>
                    <a:lnTo>
                      <a:pt x="48" y="50"/>
                    </a:lnTo>
                    <a:lnTo>
                      <a:pt x="63" y="44"/>
                    </a:lnTo>
                    <a:lnTo>
                      <a:pt x="77" y="39"/>
                    </a:lnTo>
                    <a:lnTo>
                      <a:pt x="92" y="34"/>
                    </a:lnTo>
                    <a:lnTo>
                      <a:pt x="107" y="29"/>
                    </a:lnTo>
                    <a:lnTo>
                      <a:pt x="121" y="24"/>
                    </a:lnTo>
                    <a:lnTo>
                      <a:pt x="134" y="21"/>
                    </a:lnTo>
                    <a:lnTo>
                      <a:pt x="147" y="18"/>
                    </a:lnTo>
                    <a:lnTo>
                      <a:pt x="161" y="15"/>
                    </a:lnTo>
                    <a:lnTo>
                      <a:pt x="175" y="12"/>
                    </a:lnTo>
                    <a:lnTo>
                      <a:pt x="188" y="9"/>
                    </a:lnTo>
                    <a:lnTo>
                      <a:pt x="201" y="6"/>
                    </a:lnTo>
                    <a:lnTo>
                      <a:pt x="214" y="3"/>
                    </a:lnTo>
                    <a:lnTo>
                      <a:pt x="227" y="0"/>
                    </a:lnTo>
                    <a:lnTo>
                      <a:pt x="231" y="2"/>
                    </a:lnTo>
                    <a:lnTo>
                      <a:pt x="236" y="4"/>
                    </a:lnTo>
                    <a:lnTo>
                      <a:pt x="240" y="6"/>
                    </a:lnTo>
                    <a:lnTo>
                      <a:pt x="245" y="8"/>
                    </a:lnTo>
                    <a:lnTo>
                      <a:pt x="249" y="10"/>
                    </a:lnTo>
                    <a:lnTo>
                      <a:pt x="253" y="12"/>
                    </a:lnTo>
                    <a:lnTo>
                      <a:pt x="258" y="14"/>
                    </a:lnTo>
                    <a:lnTo>
                      <a:pt x="262" y="16"/>
                    </a:lnTo>
                    <a:close/>
                  </a:path>
                </a:pathLst>
              </a:custGeom>
              <a:solidFill>
                <a:srgbClr val="0075A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9" name="Freeform 66"/>
              <p:cNvSpPr>
                <a:spLocks/>
              </p:cNvSpPr>
              <p:nvPr/>
            </p:nvSpPr>
            <p:spPr bwMode="auto">
              <a:xfrm>
                <a:off x="1549400" y="1657351"/>
                <a:ext cx="87312" cy="169863"/>
              </a:xfrm>
              <a:custGeom>
                <a:avLst/>
                <a:gdLst>
                  <a:gd name="T0" fmla="*/ 2147483647 w 273"/>
                  <a:gd name="T1" fmla="*/ 2147483647 h 535"/>
                  <a:gd name="T2" fmla="*/ 2147483647 w 273"/>
                  <a:gd name="T3" fmla="*/ 2147483647 h 535"/>
                  <a:gd name="T4" fmla="*/ 2147483647 w 273"/>
                  <a:gd name="T5" fmla="*/ 2147483647 h 535"/>
                  <a:gd name="T6" fmla="*/ 2147483647 w 273"/>
                  <a:gd name="T7" fmla="*/ 2147483647 h 535"/>
                  <a:gd name="T8" fmla="*/ 2147483647 w 273"/>
                  <a:gd name="T9" fmla="*/ 2147483647 h 535"/>
                  <a:gd name="T10" fmla="*/ 2147483647 w 273"/>
                  <a:gd name="T11" fmla="*/ 2147483647 h 535"/>
                  <a:gd name="T12" fmla="*/ 2147483647 w 273"/>
                  <a:gd name="T13" fmla="*/ 2147483647 h 535"/>
                  <a:gd name="T14" fmla="*/ 2147483647 w 273"/>
                  <a:gd name="T15" fmla="*/ 2147483647 h 535"/>
                  <a:gd name="T16" fmla="*/ 2147483647 w 273"/>
                  <a:gd name="T17" fmla="*/ 2147483647 h 535"/>
                  <a:gd name="T18" fmla="*/ 2147483647 w 273"/>
                  <a:gd name="T19" fmla="*/ 2147483647 h 535"/>
                  <a:gd name="T20" fmla="*/ 2147483647 w 273"/>
                  <a:gd name="T21" fmla="*/ 2147483647 h 535"/>
                  <a:gd name="T22" fmla="*/ 2147483647 w 273"/>
                  <a:gd name="T23" fmla="*/ 2147483647 h 535"/>
                  <a:gd name="T24" fmla="*/ 2147483647 w 273"/>
                  <a:gd name="T25" fmla="*/ 2147483647 h 535"/>
                  <a:gd name="T26" fmla="*/ 2147483647 w 273"/>
                  <a:gd name="T27" fmla="*/ 2147483647 h 535"/>
                  <a:gd name="T28" fmla="*/ 2147483647 w 273"/>
                  <a:gd name="T29" fmla="*/ 2147483647 h 535"/>
                  <a:gd name="T30" fmla="*/ 2147483647 w 273"/>
                  <a:gd name="T31" fmla="*/ 2147483647 h 535"/>
                  <a:gd name="T32" fmla="*/ 2147483647 w 273"/>
                  <a:gd name="T33" fmla="*/ 2147483647 h 535"/>
                  <a:gd name="T34" fmla="*/ 2147483647 w 273"/>
                  <a:gd name="T35" fmla="*/ 2147483647 h 535"/>
                  <a:gd name="T36" fmla="*/ 2147483647 w 273"/>
                  <a:gd name="T37" fmla="*/ 2147483647 h 535"/>
                  <a:gd name="T38" fmla="*/ 2147483647 w 273"/>
                  <a:gd name="T39" fmla="*/ 2147483647 h 535"/>
                  <a:gd name="T40" fmla="*/ 2147483647 w 273"/>
                  <a:gd name="T41" fmla="*/ 2147483647 h 535"/>
                  <a:gd name="T42" fmla="*/ 2147483647 w 273"/>
                  <a:gd name="T43" fmla="*/ 2147483647 h 535"/>
                  <a:gd name="T44" fmla="*/ 2147483647 w 273"/>
                  <a:gd name="T45" fmla="*/ 2147483647 h 535"/>
                  <a:gd name="T46" fmla="*/ 2147483647 w 273"/>
                  <a:gd name="T47" fmla="*/ 2147483647 h 535"/>
                  <a:gd name="T48" fmla="*/ 2147483647 w 273"/>
                  <a:gd name="T49" fmla="*/ 2147483647 h 535"/>
                  <a:gd name="T50" fmla="*/ 2147483647 w 273"/>
                  <a:gd name="T51" fmla="*/ 2147483647 h 535"/>
                  <a:gd name="T52" fmla="*/ 2147483647 w 273"/>
                  <a:gd name="T53" fmla="*/ 2147483647 h 535"/>
                  <a:gd name="T54" fmla="*/ 2147483647 w 273"/>
                  <a:gd name="T55" fmla="*/ 2147483647 h 535"/>
                  <a:gd name="T56" fmla="*/ 2147483647 w 273"/>
                  <a:gd name="T57" fmla="*/ 2147483647 h 535"/>
                  <a:gd name="T58" fmla="*/ 2147483647 w 273"/>
                  <a:gd name="T59" fmla="*/ 2147483647 h 535"/>
                  <a:gd name="T60" fmla="*/ 2147483647 w 273"/>
                  <a:gd name="T61" fmla="*/ 2147483647 h 535"/>
                  <a:gd name="T62" fmla="*/ 2147483647 w 273"/>
                  <a:gd name="T63" fmla="*/ 2147483647 h 535"/>
                  <a:gd name="T64" fmla="*/ 2147483647 w 273"/>
                  <a:gd name="T65" fmla="*/ 2147483647 h 535"/>
                  <a:gd name="T66" fmla="*/ 2147483647 w 273"/>
                  <a:gd name="T67" fmla="*/ 2147483647 h 535"/>
                  <a:gd name="T68" fmla="*/ 2147483647 w 273"/>
                  <a:gd name="T69" fmla="*/ 2147483647 h 535"/>
                  <a:gd name="T70" fmla="*/ 2147483647 w 273"/>
                  <a:gd name="T71" fmla="*/ 2147483647 h 535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73"/>
                  <a:gd name="T109" fmla="*/ 0 h 535"/>
                  <a:gd name="T110" fmla="*/ 273 w 273"/>
                  <a:gd name="T111" fmla="*/ 535 h 535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73" h="535">
                    <a:moveTo>
                      <a:pt x="251" y="23"/>
                    </a:moveTo>
                    <a:lnTo>
                      <a:pt x="255" y="61"/>
                    </a:lnTo>
                    <a:lnTo>
                      <a:pt x="259" y="98"/>
                    </a:lnTo>
                    <a:lnTo>
                      <a:pt x="263" y="136"/>
                    </a:lnTo>
                    <a:lnTo>
                      <a:pt x="267" y="173"/>
                    </a:lnTo>
                    <a:lnTo>
                      <a:pt x="269" y="232"/>
                    </a:lnTo>
                    <a:lnTo>
                      <a:pt x="270" y="291"/>
                    </a:lnTo>
                    <a:lnTo>
                      <a:pt x="272" y="350"/>
                    </a:lnTo>
                    <a:lnTo>
                      <a:pt x="273" y="409"/>
                    </a:lnTo>
                    <a:lnTo>
                      <a:pt x="272" y="416"/>
                    </a:lnTo>
                    <a:lnTo>
                      <a:pt x="272" y="424"/>
                    </a:lnTo>
                    <a:lnTo>
                      <a:pt x="272" y="431"/>
                    </a:lnTo>
                    <a:lnTo>
                      <a:pt x="271" y="439"/>
                    </a:lnTo>
                    <a:lnTo>
                      <a:pt x="264" y="445"/>
                    </a:lnTo>
                    <a:lnTo>
                      <a:pt x="256" y="450"/>
                    </a:lnTo>
                    <a:lnTo>
                      <a:pt x="249" y="456"/>
                    </a:lnTo>
                    <a:lnTo>
                      <a:pt x="241" y="462"/>
                    </a:lnTo>
                    <a:lnTo>
                      <a:pt x="234" y="467"/>
                    </a:lnTo>
                    <a:lnTo>
                      <a:pt x="225" y="472"/>
                    </a:lnTo>
                    <a:lnTo>
                      <a:pt x="218" y="478"/>
                    </a:lnTo>
                    <a:lnTo>
                      <a:pt x="210" y="483"/>
                    </a:lnTo>
                    <a:lnTo>
                      <a:pt x="197" y="489"/>
                    </a:lnTo>
                    <a:lnTo>
                      <a:pt x="185" y="495"/>
                    </a:lnTo>
                    <a:lnTo>
                      <a:pt x="172" y="501"/>
                    </a:lnTo>
                    <a:lnTo>
                      <a:pt x="160" y="508"/>
                    </a:lnTo>
                    <a:lnTo>
                      <a:pt x="146" y="514"/>
                    </a:lnTo>
                    <a:lnTo>
                      <a:pt x="134" y="520"/>
                    </a:lnTo>
                    <a:lnTo>
                      <a:pt x="121" y="527"/>
                    </a:lnTo>
                    <a:lnTo>
                      <a:pt x="109" y="534"/>
                    </a:lnTo>
                    <a:lnTo>
                      <a:pt x="100" y="534"/>
                    </a:lnTo>
                    <a:lnTo>
                      <a:pt x="91" y="534"/>
                    </a:lnTo>
                    <a:lnTo>
                      <a:pt x="82" y="534"/>
                    </a:lnTo>
                    <a:lnTo>
                      <a:pt x="73" y="534"/>
                    </a:lnTo>
                    <a:lnTo>
                      <a:pt x="62" y="535"/>
                    </a:lnTo>
                    <a:lnTo>
                      <a:pt x="53" y="535"/>
                    </a:lnTo>
                    <a:lnTo>
                      <a:pt x="44" y="535"/>
                    </a:lnTo>
                    <a:lnTo>
                      <a:pt x="35" y="535"/>
                    </a:lnTo>
                    <a:lnTo>
                      <a:pt x="30" y="502"/>
                    </a:lnTo>
                    <a:lnTo>
                      <a:pt x="25" y="470"/>
                    </a:lnTo>
                    <a:lnTo>
                      <a:pt x="19" y="438"/>
                    </a:lnTo>
                    <a:lnTo>
                      <a:pt x="14" y="406"/>
                    </a:lnTo>
                    <a:lnTo>
                      <a:pt x="10" y="355"/>
                    </a:lnTo>
                    <a:lnTo>
                      <a:pt x="7" y="305"/>
                    </a:lnTo>
                    <a:lnTo>
                      <a:pt x="4" y="255"/>
                    </a:lnTo>
                    <a:lnTo>
                      <a:pt x="0" y="205"/>
                    </a:lnTo>
                    <a:lnTo>
                      <a:pt x="2" y="170"/>
                    </a:lnTo>
                    <a:lnTo>
                      <a:pt x="4" y="136"/>
                    </a:lnTo>
                    <a:lnTo>
                      <a:pt x="6" y="100"/>
                    </a:lnTo>
                    <a:lnTo>
                      <a:pt x="8" y="66"/>
                    </a:lnTo>
                    <a:lnTo>
                      <a:pt x="21" y="61"/>
                    </a:lnTo>
                    <a:lnTo>
                      <a:pt x="34" y="56"/>
                    </a:lnTo>
                    <a:lnTo>
                      <a:pt x="47" y="51"/>
                    </a:lnTo>
                    <a:lnTo>
                      <a:pt x="61" y="46"/>
                    </a:lnTo>
                    <a:lnTo>
                      <a:pt x="75" y="41"/>
                    </a:lnTo>
                    <a:lnTo>
                      <a:pt x="88" y="35"/>
                    </a:lnTo>
                    <a:lnTo>
                      <a:pt x="101" y="30"/>
                    </a:lnTo>
                    <a:lnTo>
                      <a:pt x="114" y="25"/>
                    </a:lnTo>
                    <a:lnTo>
                      <a:pt x="127" y="22"/>
                    </a:lnTo>
                    <a:lnTo>
                      <a:pt x="139" y="19"/>
                    </a:lnTo>
                    <a:lnTo>
                      <a:pt x="153" y="16"/>
                    </a:lnTo>
                    <a:lnTo>
                      <a:pt x="166" y="13"/>
                    </a:lnTo>
                    <a:lnTo>
                      <a:pt x="179" y="10"/>
                    </a:lnTo>
                    <a:lnTo>
                      <a:pt x="191" y="7"/>
                    </a:lnTo>
                    <a:lnTo>
                      <a:pt x="204" y="3"/>
                    </a:lnTo>
                    <a:lnTo>
                      <a:pt x="216" y="0"/>
                    </a:lnTo>
                    <a:lnTo>
                      <a:pt x="220" y="3"/>
                    </a:lnTo>
                    <a:lnTo>
                      <a:pt x="224" y="6"/>
                    </a:lnTo>
                    <a:lnTo>
                      <a:pt x="230" y="9"/>
                    </a:lnTo>
                    <a:lnTo>
                      <a:pt x="234" y="12"/>
                    </a:lnTo>
                    <a:lnTo>
                      <a:pt x="238" y="15"/>
                    </a:lnTo>
                    <a:lnTo>
                      <a:pt x="243" y="18"/>
                    </a:lnTo>
                    <a:lnTo>
                      <a:pt x="247" y="20"/>
                    </a:lnTo>
                    <a:lnTo>
                      <a:pt x="251" y="23"/>
                    </a:lnTo>
                    <a:close/>
                  </a:path>
                </a:pathLst>
              </a:custGeom>
              <a:solidFill>
                <a:srgbClr val="077CB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0" name="Freeform 67"/>
              <p:cNvSpPr>
                <a:spLocks/>
              </p:cNvSpPr>
              <p:nvPr/>
            </p:nvSpPr>
            <p:spPr bwMode="auto">
              <a:xfrm>
                <a:off x="1552575" y="1662113"/>
                <a:ext cx="82550" cy="161925"/>
              </a:xfrm>
              <a:custGeom>
                <a:avLst/>
                <a:gdLst>
                  <a:gd name="T0" fmla="*/ 2147483647 w 261"/>
                  <a:gd name="T1" fmla="*/ 2147483647 h 510"/>
                  <a:gd name="T2" fmla="*/ 2147483647 w 261"/>
                  <a:gd name="T3" fmla="*/ 2147483647 h 510"/>
                  <a:gd name="T4" fmla="*/ 2147483647 w 261"/>
                  <a:gd name="T5" fmla="*/ 2147483647 h 510"/>
                  <a:gd name="T6" fmla="*/ 2147483647 w 261"/>
                  <a:gd name="T7" fmla="*/ 2147483647 h 510"/>
                  <a:gd name="T8" fmla="*/ 2147483647 w 261"/>
                  <a:gd name="T9" fmla="*/ 2147483647 h 510"/>
                  <a:gd name="T10" fmla="*/ 2147483647 w 261"/>
                  <a:gd name="T11" fmla="*/ 2147483647 h 510"/>
                  <a:gd name="T12" fmla="*/ 2147483647 w 261"/>
                  <a:gd name="T13" fmla="*/ 2147483647 h 510"/>
                  <a:gd name="T14" fmla="*/ 2147483647 w 261"/>
                  <a:gd name="T15" fmla="*/ 2147483647 h 510"/>
                  <a:gd name="T16" fmla="*/ 2147483647 w 261"/>
                  <a:gd name="T17" fmla="*/ 2147483647 h 510"/>
                  <a:gd name="T18" fmla="*/ 2147483647 w 261"/>
                  <a:gd name="T19" fmla="*/ 2147483647 h 510"/>
                  <a:gd name="T20" fmla="*/ 2147483647 w 261"/>
                  <a:gd name="T21" fmla="*/ 2147483647 h 510"/>
                  <a:gd name="T22" fmla="*/ 2147483647 w 261"/>
                  <a:gd name="T23" fmla="*/ 2147483647 h 510"/>
                  <a:gd name="T24" fmla="*/ 2147483647 w 261"/>
                  <a:gd name="T25" fmla="*/ 2147483647 h 510"/>
                  <a:gd name="T26" fmla="*/ 2147483647 w 261"/>
                  <a:gd name="T27" fmla="*/ 2147483647 h 510"/>
                  <a:gd name="T28" fmla="*/ 2147483647 w 261"/>
                  <a:gd name="T29" fmla="*/ 2147483647 h 510"/>
                  <a:gd name="T30" fmla="*/ 2147483647 w 261"/>
                  <a:gd name="T31" fmla="*/ 2147483647 h 510"/>
                  <a:gd name="T32" fmla="*/ 2147483647 w 261"/>
                  <a:gd name="T33" fmla="*/ 2147483647 h 510"/>
                  <a:gd name="T34" fmla="*/ 2147483647 w 261"/>
                  <a:gd name="T35" fmla="*/ 2147483647 h 510"/>
                  <a:gd name="T36" fmla="*/ 2147483647 w 261"/>
                  <a:gd name="T37" fmla="*/ 2147483647 h 510"/>
                  <a:gd name="T38" fmla="*/ 2147483647 w 261"/>
                  <a:gd name="T39" fmla="*/ 2147483647 h 510"/>
                  <a:gd name="T40" fmla="*/ 2147483647 w 261"/>
                  <a:gd name="T41" fmla="*/ 2147483647 h 510"/>
                  <a:gd name="T42" fmla="*/ 2147483647 w 261"/>
                  <a:gd name="T43" fmla="*/ 2147483647 h 510"/>
                  <a:gd name="T44" fmla="*/ 2147483647 w 261"/>
                  <a:gd name="T45" fmla="*/ 2147483647 h 510"/>
                  <a:gd name="T46" fmla="*/ 2147483647 w 261"/>
                  <a:gd name="T47" fmla="*/ 2147483647 h 510"/>
                  <a:gd name="T48" fmla="*/ 2147483647 w 261"/>
                  <a:gd name="T49" fmla="*/ 2147483647 h 510"/>
                  <a:gd name="T50" fmla="*/ 2147483647 w 261"/>
                  <a:gd name="T51" fmla="*/ 2147483647 h 510"/>
                  <a:gd name="T52" fmla="*/ 2147483647 w 261"/>
                  <a:gd name="T53" fmla="*/ 2147483647 h 510"/>
                  <a:gd name="T54" fmla="*/ 2147483647 w 261"/>
                  <a:gd name="T55" fmla="*/ 2147483647 h 510"/>
                  <a:gd name="T56" fmla="*/ 2147483647 w 261"/>
                  <a:gd name="T57" fmla="*/ 2147483647 h 510"/>
                  <a:gd name="T58" fmla="*/ 2147483647 w 261"/>
                  <a:gd name="T59" fmla="*/ 2147483647 h 510"/>
                  <a:gd name="T60" fmla="*/ 2147483647 w 261"/>
                  <a:gd name="T61" fmla="*/ 2147483647 h 510"/>
                  <a:gd name="T62" fmla="*/ 2147483647 w 261"/>
                  <a:gd name="T63" fmla="*/ 2147483647 h 510"/>
                  <a:gd name="T64" fmla="*/ 2147483647 w 261"/>
                  <a:gd name="T65" fmla="*/ 2147483647 h 510"/>
                  <a:gd name="T66" fmla="*/ 2147483647 w 261"/>
                  <a:gd name="T67" fmla="*/ 2147483647 h 510"/>
                  <a:gd name="T68" fmla="*/ 2147483647 w 261"/>
                  <a:gd name="T69" fmla="*/ 2147483647 h 510"/>
                  <a:gd name="T70" fmla="*/ 2147483647 w 261"/>
                  <a:gd name="T71" fmla="*/ 2147483647 h 510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61"/>
                  <a:gd name="T109" fmla="*/ 0 h 510"/>
                  <a:gd name="T110" fmla="*/ 261 w 261"/>
                  <a:gd name="T111" fmla="*/ 510 h 510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61" h="510">
                    <a:moveTo>
                      <a:pt x="241" y="26"/>
                    </a:moveTo>
                    <a:lnTo>
                      <a:pt x="244" y="60"/>
                    </a:lnTo>
                    <a:lnTo>
                      <a:pt x="248" y="96"/>
                    </a:lnTo>
                    <a:lnTo>
                      <a:pt x="251" y="130"/>
                    </a:lnTo>
                    <a:lnTo>
                      <a:pt x="255" y="164"/>
                    </a:lnTo>
                    <a:lnTo>
                      <a:pt x="257" y="220"/>
                    </a:lnTo>
                    <a:lnTo>
                      <a:pt x="258" y="277"/>
                    </a:lnTo>
                    <a:lnTo>
                      <a:pt x="260" y="333"/>
                    </a:lnTo>
                    <a:lnTo>
                      <a:pt x="261" y="390"/>
                    </a:lnTo>
                    <a:lnTo>
                      <a:pt x="260" y="397"/>
                    </a:lnTo>
                    <a:lnTo>
                      <a:pt x="260" y="405"/>
                    </a:lnTo>
                    <a:lnTo>
                      <a:pt x="259" y="412"/>
                    </a:lnTo>
                    <a:lnTo>
                      <a:pt x="259" y="420"/>
                    </a:lnTo>
                    <a:lnTo>
                      <a:pt x="252" y="425"/>
                    </a:lnTo>
                    <a:lnTo>
                      <a:pt x="245" y="430"/>
                    </a:lnTo>
                    <a:lnTo>
                      <a:pt x="237" y="435"/>
                    </a:lnTo>
                    <a:lnTo>
                      <a:pt x="230" y="440"/>
                    </a:lnTo>
                    <a:lnTo>
                      <a:pt x="223" y="445"/>
                    </a:lnTo>
                    <a:lnTo>
                      <a:pt x="214" y="451"/>
                    </a:lnTo>
                    <a:lnTo>
                      <a:pt x="207" y="456"/>
                    </a:lnTo>
                    <a:lnTo>
                      <a:pt x="200" y="461"/>
                    </a:lnTo>
                    <a:lnTo>
                      <a:pt x="188" y="467"/>
                    </a:lnTo>
                    <a:lnTo>
                      <a:pt x="176" y="473"/>
                    </a:lnTo>
                    <a:lnTo>
                      <a:pt x="164" y="479"/>
                    </a:lnTo>
                    <a:lnTo>
                      <a:pt x="153" y="485"/>
                    </a:lnTo>
                    <a:lnTo>
                      <a:pt x="140" y="491"/>
                    </a:lnTo>
                    <a:lnTo>
                      <a:pt x="128" y="497"/>
                    </a:lnTo>
                    <a:lnTo>
                      <a:pt x="116" y="504"/>
                    </a:lnTo>
                    <a:lnTo>
                      <a:pt x="104" y="510"/>
                    </a:lnTo>
                    <a:lnTo>
                      <a:pt x="95" y="509"/>
                    </a:lnTo>
                    <a:lnTo>
                      <a:pt x="87" y="508"/>
                    </a:lnTo>
                    <a:lnTo>
                      <a:pt x="78" y="508"/>
                    </a:lnTo>
                    <a:lnTo>
                      <a:pt x="70" y="507"/>
                    </a:lnTo>
                    <a:lnTo>
                      <a:pt x="61" y="506"/>
                    </a:lnTo>
                    <a:lnTo>
                      <a:pt x="52" y="505"/>
                    </a:lnTo>
                    <a:lnTo>
                      <a:pt x="44" y="505"/>
                    </a:lnTo>
                    <a:lnTo>
                      <a:pt x="35" y="504"/>
                    </a:lnTo>
                    <a:lnTo>
                      <a:pt x="30" y="475"/>
                    </a:lnTo>
                    <a:lnTo>
                      <a:pt x="24" y="445"/>
                    </a:lnTo>
                    <a:lnTo>
                      <a:pt x="18" y="417"/>
                    </a:lnTo>
                    <a:lnTo>
                      <a:pt x="13" y="388"/>
                    </a:lnTo>
                    <a:lnTo>
                      <a:pt x="10" y="340"/>
                    </a:lnTo>
                    <a:lnTo>
                      <a:pt x="7" y="291"/>
                    </a:lnTo>
                    <a:lnTo>
                      <a:pt x="3" y="244"/>
                    </a:lnTo>
                    <a:lnTo>
                      <a:pt x="0" y="196"/>
                    </a:lnTo>
                    <a:lnTo>
                      <a:pt x="3" y="162"/>
                    </a:lnTo>
                    <a:lnTo>
                      <a:pt x="6" y="130"/>
                    </a:lnTo>
                    <a:lnTo>
                      <a:pt x="9" y="97"/>
                    </a:lnTo>
                    <a:lnTo>
                      <a:pt x="12" y="64"/>
                    </a:lnTo>
                    <a:lnTo>
                      <a:pt x="24" y="59"/>
                    </a:lnTo>
                    <a:lnTo>
                      <a:pt x="36" y="54"/>
                    </a:lnTo>
                    <a:lnTo>
                      <a:pt x="48" y="49"/>
                    </a:lnTo>
                    <a:lnTo>
                      <a:pt x="60" y="44"/>
                    </a:lnTo>
                    <a:lnTo>
                      <a:pt x="73" y="39"/>
                    </a:lnTo>
                    <a:lnTo>
                      <a:pt x="85" y="34"/>
                    </a:lnTo>
                    <a:lnTo>
                      <a:pt x="97" y="29"/>
                    </a:lnTo>
                    <a:lnTo>
                      <a:pt x="109" y="24"/>
                    </a:lnTo>
                    <a:lnTo>
                      <a:pt x="121" y="20"/>
                    </a:lnTo>
                    <a:lnTo>
                      <a:pt x="133" y="17"/>
                    </a:lnTo>
                    <a:lnTo>
                      <a:pt x="146" y="14"/>
                    </a:lnTo>
                    <a:lnTo>
                      <a:pt x="158" y="11"/>
                    </a:lnTo>
                    <a:lnTo>
                      <a:pt x="170" y="9"/>
                    </a:lnTo>
                    <a:lnTo>
                      <a:pt x="182" y="6"/>
                    </a:lnTo>
                    <a:lnTo>
                      <a:pt x="195" y="3"/>
                    </a:lnTo>
                    <a:lnTo>
                      <a:pt x="207" y="0"/>
                    </a:lnTo>
                    <a:lnTo>
                      <a:pt x="211" y="3"/>
                    </a:lnTo>
                    <a:lnTo>
                      <a:pt x="215" y="7"/>
                    </a:lnTo>
                    <a:lnTo>
                      <a:pt x="219" y="10"/>
                    </a:lnTo>
                    <a:lnTo>
                      <a:pt x="225" y="13"/>
                    </a:lnTo>
                    <a:lnTo>
                      <a:pt x="229" y="16"/>
                    </a:lnTo>
                    <a:lnTo>
                      <a:pt x="233" y="19"/>
                    </a:lnTo>
                    <a:lnTo>
                      <a:pt x="237" y="22"/>
                    </a:lnTo>
                    <a:lnTo>
                      <a:pt x="241" y="26"/>
                    </a:lnTo>
                    <a:close/>
                  </a:path>
                </a:pathLst>
              </a:custGeom>
              <a:solidFill>
                <a:srgbClr val="1187C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1" name="Freeform 68"/>
              <p:cNvSpPr>
                <a:spLocks/>
              </p:cNvSpPr>
              <p:nvPr/>
            </p:nvSpPr>
            <p:spPr bwMode="auto">
              <a:xfrm>
                <a:off x="1554163" y="1665288"/>
                <a:ext cx="79375" cy="153988"/>
              </a:xfrm>
              <a:custGeom>
                <a:avLst/>
                <a:gdLst>
                  <a:gd name="T0" fmla="*/ 2147483647 w 249"/>
                  <a:gd name="T1" fmla="*/ 2147483647 h 487"/>
                  <a:gd name="T2" fmla="*/ 2147483647 w 249"/>
                  <a:gd name="T3" fmla="*/ 2147483647 h 487"/>
                  <a:gd name="T4" fmla="*/ 2147483647 w 249"/>
                  <a:gd name="T5" fmla="*/ 2147483647 h 487"/>
                  <a:gd name="T6" fmla="*/ 2147483647 w 249"/>
                  <a:gd name="T7" fmla="*/ 2147483647 h 487"/>
                  <a:gd name="T8" fmla="*/ 2147483647 w 249"/>
                  <a:gd name="T9" fmla="*/ 2147483647 h 487"/>
                  <a:gd name="T10" fmla="*/ 2147483647 w 249"/>
                  <a:gd name="T11" fmla="*/ 2147483647 h 487"/>
                  <a:gd name="T12" fmla="*/ 2147483647 w 249"/>
                  <a:gd name="T13" fmla="*/ 2147483647 h 487"/>
                  <a:gd name="T14" fmla="*/ 2147483647 w 249"/>
                  <a:gd name="T15" fmla="*/ 2147483647 h 487"/>
                  <a:gd name="T16" fmla="*/ 2147483647 w 249"/>
                  <a:gd name="T17" fmla="*/ 2147483647 h 487"/>
                  <a:gd name="T18" fmla="*/ 2147483647 w 249"/>
                  <a:gd name="T19" fmla="*/ 2147483647 h 487"/>
                  <a:gd name="T20" fmla="*/ 2147483647 w 249"/>
                  <a:gd name="T21" fmla="*/ 2147483647 h 487"/>
                  <a:gd name="T22" fmla="*/ 2147483647 w 249"/>
                  <a:gd name="T23" fmla="*/ 2147483647 h 487"/>
                  <a:gd name="T24" fmla="*/ 2147483647 w 249"/>
                  <a:gd name="T25" fmla="*/ 2147483647 h 487"/>
                  <a:gd name="T26" fmla="*/ 2147483647 w 249"/>
                  <a:gd name="T27" fmla="*/ 2147483647 h 487"/>
                  <a:gd name="T28" fmla="*/ 2147483647 w 249"/>
                  <a:gd name="T29" fmla="*/ 2147483647 h 487"/>
                  <a:gd name="T30" fmla="*/ 2147483647 w 249"/>
                  <a:gd name="T31" fmla="*/ 2147483647 h 487"/>
                  <a:gd name="T32" fmla="*/ 2147483647 w 249"/>
                  <a:gd name="T33" fmla="*/ 2147483647 h 487"/>
                  <a:gd name="T34" fmla="*/ 2147483647 w 249"/>
                  <a:gd name="T35" fmla="*/ 2147483647 h 487"/>
                  <a:gd name="T36" fmla="*/ 2147483647 w 249"/>
                  <a:gd name="T37" fmla="*/ 2147483647 h 487"/>
                  <a:gd name="T38" fmla="*/ 2147483647 w 249"/>
                  <a:gd name="T39" fmla="*/ 2147483647 h 487"/>
                  <a:gd name="T40" fmla="*/ 2147483647 w 249"/>
                  <a:gd name="T41" fmla="*/ 2147483647 h 487"/>
                  <a:gd name="T42" fmla="*/ 2147483647 w 249"/>
                  <a:gd name="T43" fmla="*/ 2147483647 h 487"/>
                  <a:gd name="T44" fmla="*/ 2147483647 w 249"/>
                  <a:gd name="T45" fmla="*/ 2147483647 h 487"/>
                  <a:gd name="T46" fmla="*/ 2147483647 w 249"/>
                  <a:gd name="T47" fmla="*/ 2147483647 h 487"/>
                  <a:gd name="T48" fmla="*/ 2147483647 w 249"/>
                  <a:gd name="T49" fmla="*/ 2147483647 h 487"/>
                  <a:gd name="T50" fmla="*/ 2147483647 w 249"/>
                  <a:gd name="T51" fmla="*/ 2147483647 h 487"/>
                  <a:gd name="T52" fmla="*/ 2147483647 w 249"/>
                  <a:gd name="T53" fmla="*/ 2147483647 h 487"/>
                  <a:gd name="T54" fmla="*/ 2147483647 w 249"/>
                  <a:gd name="T55" fmla="*/ 2147483647 h 487"/>
                  <a:gd name="T56" fmla="*/ 2147483647 w 249"/>
                  <a:gd name="T57" fmla="*/ 2147483647 h 487"/>
                  <a:gd name="T58" fmla="*/ 2147483647 w 249"/>
                  <a:gd name="T59" fmla="*/ 2147483647 h 487"/>
                  <a:gd name="T60" fmla="*/ 2147483647 w 249"/>
                  <a:gd name="T61" fmla="*/ 2147483647 h 487"/>
                  <a:gd name="T62" fmla="*/ 2147483647 w 249"/>
                  <a:gd name="T63" fmla="*/ 2147483647 h 487"/>
                  <a:gd name="T64" fmla="*/ 2147483647 w 249"/>
                  <a:gd name="T65" fmla="*/ 2147483647 h 487"/>
                  <a:gd name="T66" fmla="*/ 2147483647 w 249"/>
                  <a:gd name="T67" fmla="*/ 2147483647 h 487"/>
                  <a:gd name="T68" fmla="*/ 2147483647 w 249"/>
                  <a:gd name="T69" fmla="*/ 2147483647 h 487"/>
                  <a:gd name="T70" fmla="*/ 2147483647 w 249"/>
                  <a:gd name="T71" fmla="*/ 2147483647 h 4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49"/>
                  <a:gd name="T109" fmla="*/ 0 h 487"/>
                  <a:gd name="T110" fmla="*/ 249 w 249"/>
                  <a:gd name="T111" fmla="*/ 487 h 487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49" h="487">
                    <a:moveTo>
                      <a:pt x="231" y="31"/>
                    </a:moveTo>
                    <a:lnTo>
                      <a:pt x="234" y="62"/>
                    </a:lnTo>
                    <a:lnTo>
                      <a:pt x="237" y="94"/>
                    </a:lnTo>
                    <a:lnTo>
                      <a:pt x="240" y="126"/>
                    </a:lnTo>
                    <a:lnTo>
                      <a:pt x="243" y="158"/>
                    </a:lnTo>
                    <a:lnTo>
                      <a:pt x="245" y="211"/>
                    </a:lnTo>
                    <a:lnTo>
                      <a:pt x="246" y="265"/>
                    </a:lnTo>
                    <a:lnTo>
                      <a:pt x="248" y="319"/>
                    </a:lnTo>
                    <a:lnTo>
                      <a:pt x="249" y="373"/>
                    </a:lnTo>
                    <a:lnTo>
                      <a:pt x="248" y="380"/>
                    </a:lnTo>
                    <a:lnTo>
                      <a:pt x="248" y="387"/>
                    </a:lnTo>
                    <a:lnTo>
                      <a:pt x="247" y="394"/>
                    </a:lnTo>
                    <a:lnTo>
                      <a:pt x="247" y="401"/>
                    </a:lnTo>
                    <a:lnTo>
                      <a:pt x="240" y="406"/>
                    </a:lnTo>
                    <a:lnTo>
                      <a:pt x="233" y="411"/>
                    </a:lnTo>
                    <a:lnTo>
                      <a:pt x="226" y="416"/>
                    </a:lnTo>
                    <a:lnTo>
                      <a:pt x="219" y="420"/>
                    </a:lnTo>
                    <a:lnTo>
                      <a:pt x="211" y="425"/>
                    </a:lnTo>
                    <a:lnTo>
                      <a:pt x="205" y="430"/>
                    </a:lnTo>
                    <a:lnTo>
                      <a:pt x="198" y="435"/>
                    </a:lnTo>
                    <a:lnTo>
                      <a:pt x="191" y="441"/>
                    </a:lnTo>
                    <a:lnTo>
                      <a:pt x="179" y="447"/>
                    </a:lnTo>
                    <a:lnTo>
                      <a:pt x="168" y="452"/>
                    </a:lnTo>
                    <a:lnTo>
                      <a:pt x="156" y="458"/>
                    </a:lnTo>
                    <a:lnTo>
                      <a:pt x="145" y="464"/>
                    </a:lnTo>
                    <a:lnTo>
                      <a:pt x="133" y="470"/>
                    </a:lnTo>
                    <a:lnTo>
                      <a:pt x="122" y="476"/>
                    </a:lnTo>
                    <a:lnTo>
                      <a:pt x="110" y="481"/>
                    </a:lnTo>
                    <a:lnTo>
                      <a:pt x="99" y="487"/>
                    </a:lnTo>
                    <a:lnTo>
                      <a:pt x="91" y="486"/>
                    </a:lnTo>
                    <a:lnTo>
                      <a:pt x="83" y="484"/>
                    </a:lnTo>
                    <a:lnTo>
                      <a:pt x="75" y="483"/>
                    </a:lnTo>
                    <a:lnTo>
                      <a:pt x="68" y="481"/>
                    </a:lnTo>
                    <a:lnTo>
                      <a:pt x="59" y="480"/>
                    </a:lnTo>
                    <a:lnTo>
                      <a:pt x="51" y="478"/>
                    </a:lnTo>
                    <a:lnTo>
                      <a:pt x="44" y="477"/>
                    </a:lnTo>
                    <a:lnTo>
                      <a:pt x="36" y="476"/>
                    </a:lnTo>
                    <a:lnTo>
                      <a:pt x="30" y="450"/>
                    </a:lnTo>
                    <a:lnTo>
                      <a:pt x="24" y="423"/>
                    </a:lnTo>
                    <a:lnTo>
                      <a:pt x="18" y="397"/>
                    </a:lnTo>
                    <a:lnTo>
                      <a:pt x="12" y="371"/>
                    </a:lnTo>
                    <a:lnTo>
                      <a:pt x="9" y="324"/>
                    </a:lnTo>
                    <a:lnTo>
                      <a:pt x="6" y="278"/>
                    </a:lnTo>
                    <a:lnTo>
                      <a:pt x="3" y="233"/>
                    </a:lnTo>
                    <a:lnTo>
                      <a:pt x="0" y="187"/>
                    </a:lnTo>
                    <a:lnTo>
                      <a:pt x="4" y="156"/>
                    </a:lnTo>
                    <a:lnTo>
                      <a:pt x="8" y="124"/>
                    </a:lnTo>
                    <a:lnTo>
                      <a:pt x="12" y="94"/>
                    </a:lnTo>
                    <a:lnTo>
                      <a:pt x="16" y="62"/>
                    </a:lnTo>
                    <a:lnTo>
                      <a:pt x="27" y="57"/>
                    </a:lnTo>
                    <a:lnTo>
                      <a:pt x="38" y="52"/>
                    </a:lnTo>
                    <a:lnTo>
                      <a:pt x="48" y="47"/>
                    </a:lnTo>
                    <a:lnTo>
                      <a:pt x="59" y="42"/>
                    </a:lnTo>
                    <a:lnTo>
                      <a:pt x="71" y="38"/>
                    </a:lnTo>
                    <a:lnTo>
                      <a:pt x="81" y="33"/>
                    </a:lnTo>
                    <a:lnTo>
                      <a:pt x="92" y="28"/>
                    </a:lnTo>
                    <a:lnTo>
                      <a:pt x="103" y="23"/>
                    </a:lnTo>
                    <a:lnTo>
                      <a:pt x="115" y="20"/>
                    </a:lnTo>
                    <a:lnTo>
                      <a:pt x="126" y="17"/>
                    </a:lnTo>
                    <a:lnTo>
                      <a:pt x="139" y="14"/>
                    </a:lnTo>
                    <a:lnTo>
                      <a:pt x="151" y="10"/>
                    </a:lnTo>
                    <a:lnTo>
                      <a:pt x="162" y="8"/>
                    </a:lnTo>
                    <a:lnTo>
                      <a:pt x="174" y="5"/>
                    </a:lnTo>
                    <a:lnTo>
                      <a:pt x="185" y="3"/>
                    </a:lnTo>
                    <a:lnTo>
                      <a:pt x="197" y="0"/>
                    </a:lnTo>
                    <a:lnTo>
                      <a:pt x="201" y="4"/>
                    </a:lnTo>
                    <a:lnTo>
                      <a:pt x="205" y="7"/>
                    </a:lnTo>
                    <a:lnTo>
                      <a:pt x="209" y="12"/>
                    </a:lnTo>
                    <a:lnTo>
                      <a:pt x="214" y="16"/>
                    </a:lnTo>
                    <a:lnTo>
                      <a:pt x="219" y="19"/>
                    </a:lnTo>
                    <a:lnTo>
                      <a:pt x="223" y="23"/>
                    </a:lnTo>
                    <a:lnTo>
                      <a:pt x="227" y="27"/>
                    </a:lnTo>
                    <a:lnTo>
                      <a:pt x="231" y="31"/>
                    </a:lnTo>
                    <a:close/>
                  </a:path>
                </a:pathLst>
              </a:custGeom>
              <a:solidFill>
                <a:srgbClr val="198E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2" name="Freeform 69"/>
              <p:cNvSpPr>
                <a:spLocks/>
              </p:cNvSpPr>
              <p:nvPr/>
            </p:nvSpPr>
            <p:spPr bwMode="auto">
              <a:xfrm>
                <a:off x="1555750" y="1670051"/>
                <a:ext cx="74612" cy="146050"/>
              </a:xfrm>
              <a:custGeom>
                <a:avLst/>
                <a:gdLst>
                  <a:gd name="T0" fmla="*/ 2147483647 w 237"/>
                  <a:gd name="T1" fmla="*/ 2147483647 h 463"/>
                  <a:gd name="T2" fmla="*/ 2147483647 w 237"/>
                  <a:gd name="T3" fmla="*/ 2147483647 h 463"/>
                  <a:gd name="T4" fmla="*/ 2147483647 w 237"/>
                  <a:gd name="T5" fmla="*/ 2147483647 h 463"/>
                  <a:gd name="T6" fmla="*/ 2147483647 w 237"/>
                  <a:gd name="T7" fmla="*/ 2147483647 h 463"/>
                  <a:gd name="T8" fmla="*/ 2147483647 w 237"/>
                  <a:gd name="T9" fmla="*/ 2147483647 h 463"/>
                  <a:gd name="T10" fmla="*/ 2147483647 w 237"/>
                  <a:gd name="T11" fmla="*/ 2147483647 h 463"/>
                  <a:gd name="T12" fmla="*/ 2147483647 w 237"/>
                  <a:gd name="T13" fmla="*/ 2147483647 h 463"/>
                  <a:gd name="T14" fmla="*/ 2147483647 w 237"/>
                  <a:gd name="T15" fmla="*/ 2147483647 h 463"/>
                  <a:gd name="T16" fmla="*/ 2147483647 w 237"/>
                  <a:gd name="T17" fmla="*/ 2147483647 h 463"/>
                  <a:gd name="T18" fmla="*/ 2147483647 w 237"/>
                  <a:gd name="T19" fmla="*/ 2147483647 h 463"/>
                  <a:gd name="T20" fmla="*/ 2147483647 w 237"/>
                  <a:gd name="T21" fmla="*/ 2147483647 h 463"/>
                  <a:gd name="T22" fmla="*/ 2147483647 w 237"/>
                  <a:gd name="T23" fmla="*/ 2147483647 h 463"/>
                  <a:gd name="T24" fmla="*/ 2147483647 w 237"/>
                  <a:gd name="T25" fmla="*/ 2147483647 h 463"/>
                  <a:gd name="T26" fmla="*/ 2147483647 w 237"/>
                  <a:gd name="T27" fmla="*/ 2147483647 h 463"/>
                  <a:gd name="T28" fmla="*/ 2147483647 w 237"/>
                  <a:gd name="T29" fmla="*/ 2147483647 h 463"/>
                  <a:gd name="T30" fmla="*/ 2147483647 w 237"/>
                  <a:gd name="T31" fmla="*/ 2147483647 h 463"/>
                  <a:gd name="T32" fmla="*/ 2147483647 w 237"/>
                  <a:gd name="T33" fmla="*/ 2147483647 h 463"/>
                  <a:gd name="T34" fmla="*/ 2147483647 w 237"/>
                  <a:gd name="T35" fmla="*/ 2147483647 h 463"/>
                  <a:gd name="T36" fmla="*/ 2147483647 w 237"/>
                  <a:gd name="T37" fmla="*/ 2147483647 h 463"/>
                  <a:gd name="T38" fmla="*/ 2147483647 w 237"/>
                  <a:gd name="T39" fmla="*/ 2147483647 h 463"/>
                  <a:gd name="T40" fmla="*/ 2147483647 w 237"/>
                  <a:gd name="T41" fmla="*/ 2147483647 h 463"/>
                  <a:gd name="T42" fmla="*/ 2147483647 w 237"/>
                  <a:gd name="T43" fmla="*/ 2147483647 h 463"/>
                  <a:gd name="T44" fmla="*/ 2147483647 w 237"/>
                  <a:gd name="T45" fmla="*/ 2147483647 h 463"/>
                  <a:gd name="T46" fmla="*/ 2147483647 w 237"/>
                  <a:gd name="T47" fmla="*/ 2147483647 h 463"/>
                  <a:gd name="T48" fmla="*/ 2147483647 w 237"/>
                  <a:gd name="T49" fmla="*/ 2147483647 h 463"/>
                  <a:gd name="T50" fmla="*/ 2147483647 w 237"/>
                  <a:gd name="T51" fmla="*/ 2147483647 h 463"/>
                  <a:gd name="T52" fmla="*/ 2147483647 w 237"/>
                  <a:gd name="T53" fmla="*/ 2147483647 h 463"/>
                  <a:gd name="T54" fmla="*/ 2147483647 w 237"/>
                  <a:gd name="T55" fmla="*/ 2147483647 h 463"/>
                  <a:gd name="T56" fmla="*/ 2147483647 w 237"/>
                  <a:gd name="T57" fmla="*/ 2147483647 h 463"/>
                  <a:gd name="T58" fmla="*/ 2147483647 w 237"/>
                  <a:gd name="T59" fmla="*/ 2147483647 h 463"/>
                  <a:gd name="T60" fmla="*/ 2147483647 w 237"/>
                  <a:gd name="T61" fmla="*/ 2147483647 h 463"/>
                  <a:gd name="T62" fmla="*/ 2147483647 w 237"/>
                  <a:gd name="T63" fmla="*/ 2147483647 h 463"/>
                  <a:gd name="T64" fmla="*/ 2147483647 w 237"/>
                  <a:gd name="T65" fmla="*/ 2147483647 h 463"/>
                  <a:gd name="T66" fmla="*/ 2147483647 w 237"/>
                  <a:gd name="T67" fmla="*/ 2147483647 h 463"/>
                  <a:gd name="T68" fmla="*/ 2147483647 w 237"/>
                  <a:gd name="T69" fmla="*/ 2147483647 h 463"/>
                  <a:gd name="T70" fmla="*/ 2147483647 w 237"/>
                  <a:gd name="T71" fmla="*/ 2147483647 h 463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37"/>
                  <a:gd name="T109" fmla="*/ 0 h 463"/>
                  <a:gd name="T110" fmla="*/ 237 w 237"/>
                  <a:gd name="T111" fmla="*/ 463 h 463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37" h="463">
                    <a:moveTo>
                      <a:pt x="221" y="35"/>
                    </a:moveTo>
                    <a:lnTo>
                      <a:pt x="223" y="63"/>
                    </a:lnTo>
                    <a:lnTo>
                      <a:pt x="226" y="92"/>
                    </a:lnTo>
                    <a:lnTo>
                      <a:pt x="228" y="120"/>
                    </a:lnTo>
                    <a:lnTo>
                      <a:pt x="231" y="149"/>
                    </a:lnTo>
                    <a:lnTo>
                      <a:pt x="233" y="200"/>
                    </a:lnTo>
                    <a:lnTo>
                      <a:pt x="234" y="251"/>
                    </a:lnTo>
                    <a:lnTo>
                      <a:pt x="236" y="303"/>
                    </a:lnTo>
                    <a:lnTo>
                      <a:pt x="237" y="355"/>
                    </a:lnTo>
                    <a:lnTo>
                      <a:pt x="236" y="362"/>
                    </a:lnTo>
                    <a:lnTo>
                      <a:pt x="236" y="368"/>
                    </a:lnTo>
                    <a:lnTo>
                      <a:pt x="235" y="375"/>
                    </a:lnTo>
                    <a:lnTo>
                      <a:pt x="235" y="382"/>
                    </a:lnTo>
                    <a:lnTo>
                      <a:pt x="228" y="386"/>
                    </a:lnTo>
                    <a:lnTo>
                      <a:pt x="222" y="391"/>
                    </a:lnTo>
                    <a:lnTo>
                      <a:pt x="215" y="395"/>
                    </a:lnTo>
                    <a:lnTo>
                      <a:pt x="208" y="400"/>
                    </a:lnTo>
                    <a:lnTo>
                      <a:pt x="201" y="404"/>
                    </a:lnTo>
                    <a:lnTo>
                      <a:pt x="194" y="409"/>
                    </a:lnTo>
                    <a:lnTo>
                      <a:pt x="188" y="413"/>
                    </a:lnTo>
                    <a:lnTo>
                      <a:pt x="181" y="418"/>
                    </a:lnTo>
                    <a:lnTo>
                      <a:pt x="170" y="425"/>
                    </a:lnTo>
                    <a:lnTo>
                      <a:pt x="159" y="430"/>
                    </a:lnTo>
                    <a:lnTo>
                      <a:pt x="148" y="436"/>
                    </a:lnTo>
                    <a:lnTo>
                      <a:pt x="138" y="441"/>
                    </a:lnTo>
                    <a:lnTo>
                      <a:pt x="126" y="447"/>
                    </a:lnTo>
                    <a:lnTo>
                      <a:pt x="115" y="452"/>
                    </a:lnTo>
                    <a:lnTo>
                      <a:pt x="105" y="458"/>
                    </a:lnTo>
                    <a:lnTo>
                      <a:pt x="94" y="463"/>
                    </a:lnTo>
                    <a:lnTo>
                      <a:pt x="87" y="461"/>
                    </a:lnTo>
                    <a:lnTo>
                      <a:pt x="80" y="459"/>
                    </a:lnTo>
                    <a:lnTo>
                      <a:pt x="73" y="457"/>
                    </a:lnTo>
                    <a:lnTo>
                      <a:pt x="66" y="455"/>
                    </a:lnTo>
                    <a:lnTo>
                      <a:pt x="58" y="453"/>
                    </a:lnTo>
                    <a:lnTo>
                      <a:pt x="50" y="450"/>
                    </a:lnTo>
                    <a:lnTo>
                      <a:pt x="43" y="448"/>
                    </a:lnTo>
                    <a:lnTo>
                      <a:pt x="36" y="446"/>
                    </a:lnTo>
                    <a:lnTo>
                      <a:pt x="30" y="422"/>
                    </a:lnTo>
                    <a:lnTo>
                      <a:pt x="23" y="398"/>
                    </a:lnTo>
                    <a:lnTo>
                      <a:pt x="17" y="375"/>
                    </a:lnTo>
                    <a:lnTo>
                      <a:pt x="10" y="351"/>
                    </a:lnTo>
                    <a:lnTo>
                      <a:pt x="8" y="308"/>
                    </a:lnTo>
                    <a:lnTo>
                      <a:pt x="5" y="264"/>
                    </a:lnTo>
                    <a:lnTo>
                      <a:pt x="2" y="221"/>
                    </a:lnTo>
                    <a:lnTo>
                      <a:pt x="0" y="177"/>
                    </a:lnTo>
                    <a:lnTo>
                      <a:pt x="5" y="148"/>
                    </a:lnTo>
                    <a:lnTo>
                      <a:pt x="10" y="118"/>
                    </a:lnTo>
                    <a:lnTo>
                      <a:pt x="14" y="90"/>
                    </a:lnTo>
                    <a:lnTo>
                      <a:pt x="19" y="60"/>
                    </a:lnTo>
                    <a:lnTo>
                      <a:pt x="29" y="55"/>
                    </a:lnTo>
                    <a:lnTo>
                      <a:pt x="39" y="50"/>
                    </a:lnTo>
                    <a:lnTo>
                      <a:pt x="48" y="45"/>
                    </a:lnTo>
                    <a:lnTo>
                      <a:pt x="59" y="40"/>
                    </a:lnTo>
                    <a:lnTo>
                      <a:pt x="69" y="35"/>
                    </a:lnTo>
                    <a:lnTo>
                      <a:pt x="79" y="30"/>
                    </a:lnTo>
                    <a:lnTo>
                      <a:pt x="88" y="25"/>
                    </a:lnTo>
                    <a:lnTo>
                      <a:pt x="98" y="20"/>
                    </a:lnTo>
                    <a:lnTo>
                      <a:pt x="109" y="17"/>
                    </a:lnTo>
                    <a:lnTo>
                      <a:pt x="120" y="15"/>
                    </a:lnTo>
                    <a:lnTo>
                      <a:pt x="131" y="12"/>
                    </a:lnTo>
                    <a:lnTo>
                      <a:pt x="143" y="10"/>
                    </a:lnTo>
                    <a:lnTo>
                      <a:pt x="154" y="7"/>
                    </a:lnTo>
                    <a:lnTo>
                      <a:pt x="165" y="5"/>
                    </a:lnTo>
                    <a:lnTo>
                      <a:pt x="176" y="2"/>
                    </a:lnTo>
                    <a:lnTo>
                      <a:pt x="187" y="0"/>
                    </a:lnTo>
                    <a:lnTo>
                      <a:pt x="191" y="4"/>
                    </a:lnTo>
                    <a:lnTo>
                      <a:pt x="195" y="8"/>
                    </a:lnTo>
                    <a:lnTo>
                      <a:pt x="199" y="13"/>
                    </a:lnTo>
                    <a:lnTo>
                      <a:pt x="204" y="17"/>
                    </a:lnTo>
                    <a:lnTo>
                      <a:pt x="208" y="22"/>
                    </a:lnTo>
                    <a:lnTo>
                      <a:pt x="213" y="26"/>
                    </a:lnTo>
                    <a:lnTo>
                      <a:pt x="217" y="31"/>
                    </a:lnTo>
                    <a:lnTo>
                      <a:pt x="221" y="35"/>
                    </a:lnTo>
                    <a:close/>
                  </a:path>
                </a:pathLst>
              </a:custGeom>
              <a:solidFill>
                <a:srgbClr val="2196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3" name="Freeform 70"/>
              <p:cNvSpPr>
                <a:spLocks/>
              </p:cNvSpPr>
              <p:nvPr/>
            </p:nvSpPr>
            <p:spPr bwMode="auto">
              <a:xfrm>
                <a:off x="1557338" y="1673226"/>
                <a:ext cx="71437" cy="139700"/>
              </a:xfrm>
              <a:custGeom>
                <a:avLst/>
                <a:gdLst>
                  <a:gd name="T0" fmla="*/ 2147483647 w 224"/>
                  <a:gd name="T1" fmla="*/ 2147483647 h 442"/>
                  <a:gd name="T2" fmla="*/ 2147483647 w 224"/>
                  <a:gd name="T3" fmla="*/ 2147483647 h 442"/>
                  <a:gd name="T4" fmla="*/ 2147483647 w 224"/>
                  <a:gd name="T5" fmla="*/ 2147483647 h 442"/>
                  <a:gd name="T6" fmla="*/ 2147483647 w 224"/>
                  <a:gd name="T7" fmla="*/ 2147483647 h 442"/>
                  <a:gd name="T8" fmla="*/ 2147483647 w 224"/>
                  <a:gd name="T9" fmla="*/ 2147483647 h 442"/>
                  <a:gd name="T10" fmla="*/ 2147483647 w 224"/>
                  <a:gd name="T11" fmla="*/ 2147483647 h 442"/>
                  <a:gd name="T12" fmla="*/ 2147483647 w 224"/>
                  <a:gd name="T13" fmla="*/ 2147483647 h 442"/>
                  <a:gd name="T14" fmla="*/ 2147483647 w 224"/>
                  <a:gd name="T15" fmla="*/ 2147483647 h 442"/>
                  <a:gd name="T16" fmla="*/ 2147483647 w 224"/>
                  <a:gd name="T17" fmla="*/ 2147483647 h 442"/>
                  <a:gd name="T18" fmla="*/ 2147483647 w 224"/>
                  <a:gd name="T19" fmla="*/ 2147483647 h 442"/>
                  <a:gd name="T20" fmla="*/ 2147483647 w 224"/>
                  <a:gd name="T21" fmla="*/ 2147483647 h 442"/>
                  <a:gd name="T22" fmla="*/ 2147483647 w 224"/>
                  <a:gd name="T23" fmla="*/ 2147483647 h 442"/>
                  <a:gd name="T24" fmla="*/ 2147483647 w 224"/>
                  <a:gd name="T25" fmla="*/ 2147483647 h 442"/>
                  <a:gd name="T26" fmla="*/ 2147483647 w 224"/>
                  <a:gd name="T27" fmla="*/ 2147483647 h 442"/>
                  <a:gd name="T28" fmla="*/ 2147483647 w 224"/>
                  <a:gd name="T29" fmla="*/ 2147483647 h 442"/>
                  <a:gd name="T30" fmla="*/ 2147483647 w 224"/>
                  <a:gd name="T31" fmla="*/ 2147483647 h 442"/>
                  <a:gd name="T32" fmla="*/ 2147483647 w 224"/>
                  <a:gd name="T33" fmla="*/ 2147483647 h 442"/>
                  <a:gd name="T34" fmla="*/ 2147483647 w 224"/>
                  <a:gd name="T35" fmla="*/ 2147483647 h 442"/>
                  <a:gd name="T36" fmla="*/ 2147483647 w 224"/>
                  <a:gd name="T37" fmla="*/ 2147483647 h 442"/>
                  <a:gd name="T38" fmla="*/ 2147483647 w 224"/>
                  <a:gd name="T39" fmla="*/ 2147483647 h 442"/>
                  <a:gd name="T40" fmla="*/ 2147483647 w 224"/>
                  <a:gd name="T41" fmla="*/ 2147483647 h 442"/>
                  <a:gd name="T42" fmla="*/ 2147483647 w 224"/>
                  <a:gd name="T43" fmla="*/ 2147483647 h 442"/>
                  <a:gd name="T44" fmla="*/ 2147483647 w 224"/>
                  <a:gd name="T45" fmla="*/ 2147483647 h 442"/>
                  <a:gd name="T46" fmla="*/ 2147483647 w 224"/>
                  <a:gd name="T47" fmla="*/ 2147483647 h 442"/>
                  <a:gd name="T48" fmla="*/ 2147483647 w 224"/>
                  <a:gd name="T49" fmla="*/ 2147483647 h 442"/>
                  <a:gd name="T50" fmla="*/ 2147483647 w 224"/>
                  <a:gd name="T51" fmla="*/ 2147483647 h 442"/>
                  <a:gd name="T52" fmla="*/ 2147483647 w 224"/>
                  <a:gd name="T53" fmla="*/ 2147483647 h 442"/>
                  <a:gd name="T54" fmla="*/ 2147483647 w 224"/>
                  <a:gd name="T55" fmla="*/ 2147483647 h 442"/>
                  <a:gd name="T56" fmla="*/ 2147483647 w 224"/>
                  <a:gd name="T57" fmla="*/ 2147483647 h 442"/>
                  <a:gd name="T58" fmla="*/ 2147483647 w 224"/>
                  <a:gd name="T59" fmla="*/ 2147483647 h 442"/>
                  <a:gd name="T60" fmla="*/ 2147483647 w 224"/>
                  <a:gd name="T61" fmla="*/ 2147483647 h 442"/>
                  <a:gd name="T62" fmla="*/ 2147483647 w 224"/>
                  <a:gd name="T63" fmla="*/ 2147483647 h 442"/>
                  <a:gd name="T64" fmla="*/ 2147483647 w 224"/>
                  <a:gd name="T65" fmla="*/ 2147483647 h 442"/>
                  <a:gd name="T66" fmla="*/ 2147483647 w 224"/>
                  <a:gd name="T67" fmla="*/ 2147483647 h 442"/>
                  <a:gd name="T68" fmla="*/ 2147483647 w 224"/>
                  <a:gd name="T69" fmla="*/ 2147483647 h 442"/>
                  <a:gd name="T70" fmla="*/ 2147483647 w 224"/>
                  <a:gd name="T71" fmla="*/ 2147483647 h 442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24"/>
                  <a:gd name="T109" fmla="*/ 0 h 442"/>
                  <a:gd name="T110" fmla="*/ 224 w 224"/>
                  <a:gd name="T111" fmla="*/ 442 h 442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24" h="442">
                    <a:moveTo>
                      <a:pt x="211" y="40"/>
                    </a:moveTo>
                    <a:lnTo>
                      <a:pt x="213" y="66"/>
                    </a:lnTo>
                    <a:lnTo>
                      <a:pt x="215" y="91"/>
                    </a:lnTo>
                    <a:lnTo>
                      <a:pt x="217" y="117"/>
                    </a:lnTo>
                    <a:lnTo>
                      <a:pt x="219" y="143"/>
                    </a:lnTo>
                    <a:lnTo>
                      <a:pt x="220" y="191"/>
                    </a:lnTo>
                    <a:lnTo>
                      <a:pt x="222" y="240"/>
                    </a:lnTo>
                    <a:lnTo>
                      <a:pt x="223" y="289"/>
                    </a:lnTo>
                    <a:lnTo>
                      <a:pt x="224" y="337"/>
                    </a:lnTo>
                    <a:lnTo>
                      <a:pt x="224" y="345"/>
                    </a:lnTo>
                    <a:lnTo>
                      <a:pt x="224" y="351"/>
                    </a:lnTo>
                    <a:lnTo>
                      <a:pt x="223" y="357"/>
                    </a:lnTo>
                    <a:lnTo>
                      <a:pt x="223" y="364"/>
                    </a:lnTo>
                    <a:lnTo>
                      <a:pt x="217" y="368"/>
                    </a:lnTo>
                    <a:lnTo>
                      <a:pt x="210" y="372"/>
                    </a:lnTo>
                    <a:lnTo>
                      <a:pt x="203" y="377"/>
                    </a:lnTo>
                    <a:lnTo>
                      <a:pt x="197" y="381"/>
                    </a:lnTo>
                    <a:lnTo>
                      <a:pt x="190" y="386"/>
                    </a:lnTo>
                    <a:lnTo>
                      <a:pt x="184" y="390"/>
                    </a:lnTo>
                    <a:lnTo>
                      <a:pt x="178" y="395"/>
                    </a:lnTo>
                    <a:lnTo>
                      <a:pt x="172" y="399"/>
                    </a:lnTo>
                    <a:lnTo>
                      <a:pt x="162" y="404"/>
                    </a:lnTo>
                    <a:lnTo>
                      <a:pt x="151" y="409"/>
                    </a:lnTo>
                    <a:lnTo>
                      <a:pt x="141" y="416"/>
                    </a:lnTo>
                    <a:lnTo>
                      <a:pt x="131" y="421"/>
                    </a:lnTo>
                    <a:lnTo>
                      <a:pt x="119" y="426"/>
                    </a:lnTo>
                    <a:lnTo>
                      <a:pt x="109" y="431"/>
                    </a:lnTo>
                    <a:lnTo>
                      <a:pt x="98" y="437"/>
                    </a:lnTo>
                    <a:lnTo>
                      <a:pt x="88" y="442"/>
                    </a:lnTo>
                    <a:lnTo>
                      <a:pt x="82" y="439"/>
                    </a:lnTo>
                    <a:lnTo>
                      <a:pt x="75" y="436"/>
                    </a:lnTo>
                    <a:lnTo>
                      <a:pt x="69" y="433"/>
                    </a:lnTo>
                    <a:lnTo>
                      <a:pt x="63" y="430"/>
                    </a:lnTo>
                    <a:lnTo>
                      <a:pt x="56" y="427"/>
                    </a:lnTo>
                    <a:lnTo>
                      <a:pt x="50" y="424"/>
                    </a:lnTo>
                    <a:lnTo>
                      <a:pt x="43" y="422"/>
                    </a:lnTo>
                    <a:lnTo>
                      <a:pt x="37" y="419"/>
                    </a:lnTo>
                    <a:lnTo>
                      <a:pt x="30" y="397"/>
                    </a:lnTo>
                    <a:lnTo>
                      <a:pt x="23" y="377"/>
                    </a:lnTo>
                    <a:lnTo>
                      <a:pt x="16" y="356"/>
                    </a:lnTo>
                    <a:lnTo>
                      <a:pt x="9" y="335"/>
                    </a:lnTo>
                    <a:lnTo>
                      <a:pt x="7" y="294"/>
                    </a:lnTo>
                    <a:lnTo>
                      <a:pt x="5" y="252"/>
                    </a:lnTo>
                    <a:lnTo>
                      <a:pt x="2" y="211"/>
                    </a:lnTo>
                    <a:lnTo>
                      <a:pt x="0" y="169"/>
                    </a:lnTo>
                    <a:lnTo>
                      <a:pt x="6" y="142"/>
                    </a:lnTo>
                    <a:lnTo>
                      <a:pt x="12" y="114"/>
                    </a:lnTo>
                    <a:lnTo>
                      <a:pt x="17" y="87"/>
                    </a:lnTo>
                    <a:lnTo>
                      <a:pt x="23" y="60"/>
                    </a:lnTo>
                    <a:lnTo>
                      <a:pt x="32" y="54"/>
                    </a:lnTo>
                    <a:lnTo>
                      <a:pt x="40" y="49"/>
                    </a:lnTo>
                    <a:lnTo>
                      <a:pt x="50" y="44"/>
                    </a:lnTo>
                    <a:lnTo>
                      <a:pt x="58" y="39"/>
                    </a:lnTo>
                    <a:lnTo>
                      <a:pt x="67" y="35"/>
                    </a:lnTo>
                    <a:lnTo>
                      <a:pt x="75" y="30"/>
                    </a:lnTo>
                    <a:lnTo>
                      <a:pt x="84" y="25"/>
                    </a:lnTo>
                    <a:lnTo>
                      <a:pt x="92" y="20"/>
                    </a:lnTo>
                    <a:lnTo>
                      <a:pt x="103" y="18"/>
                    </a:lnTo>
                    <a:lnTo>
                      <a:pt x="113" y="15"/>
                    </a:lnTo>
                    <a:lnTo>
                      <a:pt x="124" y="13"/>
                    </a:lnTo>
                    <a:lnTo>
                      <a:pt x="135" y="10"/>
                    </a:lnTo>
                    <a:lnTo>
                      <a:pt x="146" y="8"/>
                    </a:lnTo>
                    <a:lnTo>
                      <a:pt x="156" y="5"/>
                    </a:lnTo>
                    <a:lnTo>
                      <a:pt x="167" y="3"/>
                    </a:lnTo>
                    <a:lnTo>
                      <a:pt x="177" y="0"/>
                    </a:lnTo>
                    <a:lnTo>
                      <a:pt x="181" y="5"/>
                    </a:lnTo>
                    <a:lnTo>
                      <a:pt x="185" y="10"/>
                    </a:lnTo>
                    <a:lnTo>
                      <a:pt x="189" y="15"/>
                    </a:lnTo>
                    <a:lnTo>
                      <a:pt x="194" y="20"/>
                    </a:lnTo>
                    <a:lnTo>
                      <a:pt x="198" y="25"/>
                    </a:lnTo>
                    <a:lnTo>
                      <a:pt x="202" y="30"/>
                    </a:lnTo>
                    <a:lnTo>
                      <a:pt x="207" y="35"/>
                    </a:lnTo>
                    <a:lnTo>
                      <a:pt x="211" y="40"/>
                    </a:lnTo>
                    <a:close/>
                  </a:path>
                </a:pathLst>
              </a:custGeom>
              <a:solidFill>
                <a:srgbClr val="2BA0E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4" name="Freeform 71"/>
              <p:cNvSpPr>
                <a:spLocks/>
              </p:cNvSpPr>
              <p:nvPr/>
            </p:nvSpPr>
            <p:spPr bwMode="auto">
              <a:xfrm>
                <a:off x="1558925" y="1676401"/>
                <a:ext cx="68262" cy="133350"/>
              </a:xfrm>
              <a:custGeom>
                <a:avLst/>
                <a:gdLst>
                  <a:gd name="T0" fmla="*/ 2147483647 w 212"/>
                  <a:gd name="T1" fmla="*/ 2147483647 h 419"/>
                  <a:gd name="T2" fmla="*/ 2147483647 w 212"/>
                  <a:gd name="T3" fmla="*/ 2147483647 h 419"/>
                  <a:gd name="T4" fmla="*/ 2147483647 w 212"/>
                  <a:gd name="T5" fmla="*/ 2147483647 h 419"/>
                  <a:gd name="T6" fmla="*/ 2147483647 w 212"/>
                  <a:gd name="T7" fmla="*/ 2147483647 h 419"/>
                  <a:gd name="T8" fmla="*/ 2147483647 w 212"/>
                  <a:gd name="T9" fmla="*/ 2147483647 h 419"/>
                  <a:gd name="T10" fmla="*/ 2147483647 w 212"/>
                  <a:gd name="T11" fmla="*/ 2147483647 h 419"/>
                  <a:gd name="T12" fmla="*/ 2147483647 w 212"/>
                  <a:gd name="T13" fmla="*/ 2147483647 h 419"/>
                  <a:gd name="T14" fmla="*/ 2147483647 w 212"/>
                  <a:gd name="T15" fmla="*/ 2147483647 h 419"/>
                  <a:gd name="T16" fmla="*/ 0 w 212"/>
                  <a:gd name="T17" fmla="*/ 2147483647 h 419"/>
                  <a:gd name="T18" fmla="*/ 2147483647 w 212"/>
                  <a:gd name="T19" fmla="*/ 2147483647 h 419"/>
                  <a:gd name="T20" fmla="*/ 2147483647 w 212"/>
                  <a:gd name="T21" fmla="*/ 2147483647 h 419"/>
                  <a:gd name="T22" fmla="*/ 2147483647 w 212"/>
                  <a:gd name="T23" fmla="*/ 0 h 419"/>
                  <a:gd name="T24" fmla="*/ 2147483647 w 212"/>
                  <a:gd name="T25" fmla="*/ 2147483647 h 41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12"/>
                  <a:gd name="T40" fmla="*/ 0 h 419"/>
                  <a:gd name="T41" fmla="*/ 212 w 212"/>
                  <a:gd name="T42" fmla="*/ 419 h 419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12" h="419">
                    <a:moveTo>
                      <a:pt x="201" y="45"/>
                    </a:moveTo>
                    <a:lnTo>
                      <a:pt x="207" y="135"/>
                    </a:lnTo>
                    <a:lnTo>
                      <a:pt x="212" y="320"/>
                    </a:lnTo>
                    <a:lnTo>
                      <a:pt x="210" y="345"/>
                    </a:lnTo>
                    <a:lnTo>
                      <a:pt x="162" y="378"/>
                    </a:lnTo>
                    <a:lnTo>
                      <a:pt x="83" y="419"/>
                    </a:lnTo>
                    <a:lnTo>
                      <a:pt x="37" y="389"/>
                    </a:lnTo>
                    <a:lnTo>
                      <a:pt x="8" y="318"/>
                    </a:lnTo>
                    <a:lnTo>
                      <a:pt x="0" y="160"/>
                    </a:lnTo>
                    <a:lnTo>
                      <a:pt x="27" y="59"/>
                    </a:lnTo>
                    <a:lnTo>
                      <a:pt x="87" y="19"/>
                    </a:lnTo>
                    <a:lnTo>
                      <a:pt x="167" y="0"/>
                    </a:lnTo>
                    <a:lnTo>
                      <a:pt x="201" y="45"/>
                    </a:lnTo>
                    <a:close/>
                  </a:path>
                </a:pathLst>
              </a:custGeom>
              <a:solidFill>
                <a:srgbClr val="33A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5" name="Freeform 72"/>
              <p:cNvSpPr>
                <a:spLocks/>
              </p:cNvSpPr>
              <p:nvPr/>
            </p:nvSpPr>
            <p:spPr bwMode="auto">
              <a:xfrm>
                <a:off x="1566863" y="1890713"/>
                <a:ext cx="11112" cy="20638"/>
              </a:xfrm>
              <a:custGeom>
                <a:avLst/>
                <a:gdLst>
                  <a:gd name="T0" fmla="*/ 2147483647 w 32"/>
                  <a:gd name="T1" fmla="*/ 0 h 66"/>
                  <a:gd name="T2" fmla="*/ 2147483647 w 32"/>
                  <a:gd name="T3" fmla="*/ 2147483647 h 66"/>
                  <a:gd name="T4" fmla="*/ 2147483647 w 32"/>
                  <a:gd name="T5" fmla="*/ 2147483647 h 66"/>
                  <a:gd name="T6" fmla="*/ 2147483647 w 32"/>
                  <a:gd name="T7" fmla="*/ 2147483647 h 66"/>
                  <a:gd name="T8" fmla="*/ 0 w 32"/>
                  <a:gd name="T9" fmla="*/ 2147483647 h 66"/>
                  <a:gd name="T10" fmla="*/ 0 w 32"/>
                  <a:gd name="T11" fmla="*/ 2147483647 h 66"/>
                  <a:gd name="T12" fmla="*/ 2147483647 w 32"/>
                  <a:gd name="T13" fmla="*/ 2147483647 h 66"/>
                  <a:gd name="T14" fmla="*/ 2147483647 w 32"/>
                  <a:gd name="T15" fmla="*/ 2147483647 h 66"/>
                  <a:gd name="T16" fmla="*/ 2147483647 w 32"/>
                  <a:gd name="T17" fmla="*/ 2147483647 h 66"/>
                  <a:gd name="T18" fmla="*/ 2147483647 w 32"/>
                  <a:gd name="T19" fmla="*/ 2147483647 h 66"/>
                  <a:gd name="T20" fmla="*/ 2147483647 w 32"/>
                  <a:gd name="T21" fmla="*/ 2147483647 h 66"/>
                  <a:gd name="T22" fmla="*/ 2147483647 w 32"/>
                  <a:gd name="T23" fmla="*/ 2147483647 h 66"/>
                  <a:gd name="T24" fmla="*/ 2147483647 w 32"/>
                  <a:gd name="T25" fmla="*/ 2147483647 h 66"/>
                  <a:gd name="T26" fmla="*/ 2147483647 w 32"/>
                  <a:gd name="T27" fmla="*/ 2147483647 h 66"/>
                  <a:gd name="T28" fmla="*/ 2147483647 w 32"/>
                  <a:gd name="T29" fmla="*/ 2147483647 h 66"/>
                  <a:gd name="T30" fmla="*/ 2147483647 w 32"/>
                  <a:gd name="T31" fmla="*/ 2147483647 h 66"/>
                  <a:gd name="T32" fmla="*/ 2147483647 w 32"/>
                  <a:gd name="T33" fmla="*/ 0 h 6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2"/>
                  <a:gd name="T52" fmla="*/ 0 h 66"/>
                  <a:gd name="T53" fmla="*/ 32 w 32"/>
                  <a:gd name="T54" fmla="*/ 66 h 6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2" h="66">
                    <a:moveTo>
                      <a:pt x="19" y="0"/>
                    </a:moveTo>
                    <a:lnTo>
                      <a:pt x="12" y="2"/>
                    </a:lnTo>
                    <a:lnTo>
                      <a:pt x="6" y="8"/>
                    </a:lnTo>
                    <a:lnTo>
                      <a:pt x="2" y="19"/>
                    </a:lnTo>
                    <a:lnTo>
                      <a:pt x="0" y="32"/>
                    </a:lnTo>
                    <a:lnTo>
                      <a:pt x="0" y="45"/>
                    </a:lnTo>
                    <a:lnTo>
                      <a:pt x="2" y="56"/>
                    </a:lnTo>
                    <a:lnTo>
                      <a:pt x="7" y="63"/>
                    </a:lnTo>
                    <a:lnTo>
                      <a:pt x="13" y="66"/>
                    </a:lnTo>
                    <a:lnTo>
                      <a:pt x="20" y="64"/>
                    </a:lnTo>
                    <a:lnTo>
                      <a:pt x="26" y="58"/>
                    </a:lnTo>
                    <a:lnTo>
                      <a:pt x="30" y="48"/>
                    </a:lnTo>
                    <a:lnTo>
                      <a:pt x="32" y="35"/>
                    </a:lnTo>
                    <a:lnTo>
                      <a:pt x="32" y="22"/>
                    </a:lnTo>
                    <a:lnTo>
                      <a:pt x="29" y="12"/>
                    </a:lnTo>
                    <a:lnTo>
                      <a:pt x="25" y="3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000F2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6" name="Freeform 73"/>
              <p:cNvSpPr>
                <a:spLocks/>
              </p:cNvSpPr>
              <p:nvPr/>
            </p:nvSpPr>
            <p:spPr bwMode="auto">
              <a:xfrm>
                <a:off x="1612900" y="1868488"/>
                <a:ext cx="12700" cy="11113"/>
              </a:xfrm>
              <a:custGeom>
                <a:avLst/>
                <a:gdLst>
                  <a:gd name="T0" fmla="*/ 2147483647 w 42"/>
                  <a:gd name="T1" fmla="*/ 2147483647 h 36"/>
                  <a:gd name="T2" fmla="*/ 2147483647 w 42"/>
                  <a:gd name="T3" fmla="*/ 2147483647 h 36"/>
                  <a:gd name="T4" fmla="*/ 2147483647 w 42"/>
                  <a:gd name="T5" fmla="*/ 2147483647 h 36"/>
                  <a:gd name="T6" fmla="*/ 2147483647 w 42"/>
                  <a:gd name="T7" fmla="*/ 2147483647 h 36"/>
                  <a:gd name="T8" fmla="*/ 2147483647 w 42"/>
                  <a:gd name="T9" fmla="*/ 2147483647 h 36"/>
                  <a:gd name="T10" fmla="*/ 2147483647 w 42"/>
                  <a:gd name="T11" fmla="*/ 2147483647 h 36"/>
                  <a:gd name="T12" fmla="*/ 2147483647 w 42"/>
                  <a:gd name="T13" fmla="*/ 2147483647 h 36"/>
                  <a:gd name="T14" fmla="*/ 2147483647 w 42"/>
                  <a:gd name="T15" fmla="*/ 2147483647 h 36"/>
                  <a:gd name="T16" fmla="*/ 2147483647 w 42"/>
                  <a:gd name="T17" fmla="*/ 2147483647 h 36"/>
                  <a:gd name="T18" fmla="*/ 2147483647 w 42"/>
                  <a:gd name="T19" fmla="*/ 0 h 36"/>
                  <a:gd name="T20" fmla="*/ 2147483647 w 42"/>
                  <a:gd name="T21" fmla="*/ 0 h 36"/>
                  <a:gd name="T22" fmla="*/ 2147483647 w 42"/>
                  <a:gd name="T23" fmla="*/ 2147483647 h 36"/>
                  <a:gd name="T24" fmla="*/ 2147483647 w 42"/>
                  <a:gd name="T25" fmla="*/ 2147483647 h 36"/>
                  <a:gd name="T26" fmla="*/ 2147483647 w 42"/>
                  <a:gd name="T27" fmla="*/ 2147483647 h 36"/>
                  <a:gd name="T28" fmla="*/ 2147483647 w 42"/>
                  <a:gd name="T29" fmla="*/ 2147483647 h 36"/>
                  <a:gd name="T30" fmla="*/ 0 w 42"/>
                  <a:gd name="T31" fmla="*/ 2147483647 h 36"/>
                  <a:gd name="T32" fmla="*/ 2147483647 w 42"/>
                  <a:gd name="T33" fmla="*/ 2147483647 h 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42"/>
                  <a:gd name="T52" fmla="*/ 0 h 36"/>
                  <a:gd name="T53" fmla="*/ 42 w 42"/>
                  <a:gd name="T54" fmla="*/ 36 h 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42" h="36">
                    <a:moveTo>
                      <a:pt x="2" y="34"/>
                    </a:moveTo>
                    <a:lnTo>
                      <a:pt x="6" y="36"/>
                    </a:lnTo>
                    <a:lnTo>
                      <a:pt x="13" y="36"/>
                    </a:lnTo>
                    <a:lnTo>
                      <a:pt x="20" y="33"/>
                    </a:lnTo>
                    <a:lnTo>
                      <a:pt x="28" y="28"/>
                    </a:lnTo>
                    <a:lnTo>
                      <a:pt x="36" y="22"/>
                    </a:lnTo>
                    <a:lnTo>
                      <a:pt x="41" y="15"/>
                    </a:lnTo>
                    <a:lnTo>
                      <a:pt x="42" y="8"/>
                    </a:lnTo>
                    <a:lnTo>
                      <a:pt x="41" y="2"/>
                    </a:lnTo>
                    <a:lnTo>
                      <a:pt x="37" y="0"/>
                    </a:lnTo>
                    <a:lnTo>
                      <a:pt x="29" y="0"/>
                    </a:lnTo>
                    <a:lnTo>
                      <a:pt x="21" y="3"/>
                    </a:lnTo>
                    <a:lnTo>
                      <a:pt x="13" y="10"/>
                    </a:lnTo>
                    <a:lnTo>
                      <a:pt x="6" y="16"/>
                    </a:lnTo>
                    <a:lnTo>
                      <a:pt x="2" y="23"/>
                    </a:lnTo>
                    <a:lnTo>
                      <a:pt x="0" y="29"/>
                    </a:lnTo>
                    <a:lnTo>
                      <a:pt x="2" y="34"/>
                    </a:lnTo>
                    <a:close/>
                  </a:path>
                </a:pathLst>
              </a:custGeom>
              <a:solidFill>
                <a:srgbClr val="000F2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7" name="Freeform 74"/>
              <p:cNvSpPr>
                <a:spLocks/>
              </p:cNvSpPr>
              <p:nvPr/>
            </p:nvSpPr>
            <p:spPr bwMode="auto">
              <a:xfrm>
                <a:off x="1628775" y="1860551"/>
                <a:ext cx="6350" cy="9525"/>
              </a:xfrm>
              <a:custGeom>
                <a:avLst/>
                <a:gdLst>
                  <a:gd name="T0" fmla="*/ 2147483647 w 22"/>
                  <a:gd name="T1" fmla="*/ 2147483647 h 30"/>
                  <a:gd name="T2" fmla="*/ 2147483647 w 22"/>
                  <a:gd name="T3" fmla="*/ 2147483647 h 30"/>
                  <a:gd name="T4" fmla="*/ 2147483647 w 22"/>
                  <a:gd name="T5" fmla="*/ 2147483647 h 30"/>
                  <a:gd name="T6" fmla="*/ 2147483647 w 22"/>
                  <a:gd name="T7" fmla="*/ 2147483647 h 30"/>
                  <a:gd name="T8" fmla="*/ 2147483647 w 22"/>
                  <a:gd name="T9" fmla="*/ 2147483647 h 30"/>
                  <a:gd name="T10" fmla="*/ 2147483647 w 22"/>
                  <a:gd name="T11" fmla="*/ 2147483647 h 30"/>
                  <a:gd name="T12" fmla="*/ 2147483647 w 22"/>
                  <a:gd name="T13" fmla="*/ 2147483647 h 30"/>
                  <a:gd name="T14" fmla="*/ 2147483647 w 22"/>
                  <a:gd name="T15" fmla="*/ 2147483647 h 30"/>
                  <a:gd name="T16" fmla="*/ 2147483647 w 22"/>
                  <a:gd name="T17" fmla="*/ 2147483647 h 30"/>
                  <a:gd name="T18" fmla="*/ 2147483647 w 22"/>
                  <a:gd name="T19" fmla="*/ 0 h 30"/>
                  <a:gd name="T20" fmla="*/ 2147483647 w 22"/>
                  <a:gd name="T21" fmla="*/ 2147483647 h 30"/>
                  <a:gd name="T22" fmla="*/ 2147483647 w 22"/>
                  <a:gd name="T23" fmla="*/ 2147483647 h 30"/>
                  <a:gd name="T24" fmla="*/ 2147483647 w 22"/>
                  <a:gd name="T25" fmla="*/ 2147483647 h 30"/>
                  <a:gd name="T26" fmla="*/ 0 w 22"/>
                  <a:gd name="T27" fmla="*/ 2147483647 h 30"/>
                  <a:gd name="T28" fmla="*/ 2147483647 w 22"/>
                  <a:gd name="T29" fmla="*/ 2147483647 h 30"/>
                  <a:gd name="T30" fmla="*/ 2147483647 w 22"/>
                  <a:gd name="T31" fmla="*/ 2147483647 h 30"/>
                  <a:gd name="T32" fmla="*/ 2147483647 w 22"/>
                  <a:gd name="T33" fmla="*/ 2147483647 h 3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2"/>
                  <a:gd name="T52" fmla="*/ 0 h 30"/>
                  <a:gd name="T53" fmla="*/ 22 w 22"/>
                  <a:gd name="T54" fmla="*/ 30 h 3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2" h="30">
                    <a:moveTo>
                      <a:pt x="7" y="28"/>
                    </a:moveTo>
                    <a:lnTo>
                      <a:pt x="11" y="30"/>
                    </a:lnTo>
                    <a:lnTo>
                      <a:pt x="15" y="29"/>
                    </a:lnTo>
                    <a:lnTo>
                      <a:pt x="19" y="26"/>
                    </a:lnTo>
                    <a:lnTo>
                      <a:pt x="21" y="21"/>
                    </a:lnTo>
                    <a:lnTo>
                      <a:pt x="22" y="15"/>
                    </a:lnTo>
                    <a:lnTo>
                      <a:pt x="21" y="10"/>
                    </a:lnTo>
                    <a:lnTo>
                      <a:pt x="19" y="5"/>
                    </a:lnTo>
                    <a:lnTo>
                      <a:pt x="15" y="2"/>
                    </a:lnTo>
                    <a:lnTo>
                      <a:pt x="11" y="0"/>
                    </a:lnTo>
                    <a:lnTo>
                      <a:pt x="7" y="1"/>
                    </a:lnTo>
                    <a:lnTo>
                      <a:pt x="4" y="4"/>
                    </a:lnTo>
                    <a:lnTo>
                      <a:pt x="1" y="9"/>
                    </a:lnTo>
                    <a:lnTo>
                      <a:pt x="0" y="14"/>
                    </a:lnTo>
                    <a:lnTo>
                      <a:pt x="1" y="20"/>
                    </a:lnTo>
                    <a:lnTo>
                      <a:pt x="3" y="25"/>
                    </a:lnTo>
                    <a:lnTo>
                      <a:pt x="7" y="28"/>
                    </a:lnTo>
                    <a:close/>
                  </a:path>
                </a:pathLst>
              </a:custGeom>
              <a:solidFill>
                <a:srgbClr val="000F2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8" name="Freeform 75"/>
              <p:cNvSpPr>
                <a:spLocks/>
              </p:cNvSpPr>
              <p:nvPr/>
            </p:nvSpPr>
            <p:spPr bwMode="auto">
              <a:xfrm>
                <a:off x="1635125" y="1855788"/>
                <a:ext cx="6350" cy="9525"/>
              </a:xfrm>
              <a:custGeom>
                <a:avLst/>
                <a:gdLst>
                  <a:gd name="T0" fmla="*/ 2147483647 w 22"/>
                  <a:gd name="T1" fmla="*/ 2147483647 h 30"/>
                  <a:gd name="T2" fmla="*/ 2147483647 w 22"/>
                  <a:gd name="T3" fmla="*/ 2147483647 h 30"/>
                  <a:gd name="T4" fmla="*/ 2147483647 w 22"/>
                  <a:gd name="T5" fmla="*/ 2147483647 h 30"/>
                  <a:gd name="T6" fmla="*/ 2147483647 w 22"/>
                  <a:gd name="T7" fmla="*/ 2147483647 h 30"/>
                  <a:gd name="T8" fmla="*/ 2147483647 w 22"/>
                  <a:gd name="T9" fmla="*/ 2147483647 h 30"/>
                  <a:gd name="T10" fmla="*/ 2147483647 w 22"/>
                  <a:gd name="T11" fmla="*/ 2147483647 h 30"/>
                  <a:gd name="T12" fmla="*/ 2147483647 w 22"/>
                  <a:gd name="T13" fmla="*/ 2147483647 h 30"/>
                  <a:gd name="T14" fmla="*/ 2147483647 w 22"/>
                  <a:gd name="T15" fmla="*/ 2147483647 h 30"/>
                  <a:gd name="T16" fmla="*/ 2147483647 w 22"/>
                  <a:gd name="T17" fmla="*/ 2147483647 h 30"/>
                  <a:gd name="T18" fmla="*/ 2147483647 w 22"/>
                  <a:gd name="T19" fmla="*/ 0 h 30"/>
                  <a:gd name="T20" fmla="*/ 2147483647 w 22"/>
                  <a:gd name="T21" fmla="*/ 2147483647 h 30"/>
                  <a:gd name="T22" fmla="*/ 2147483647 w 22"/>
                  <a:gd name="T23" fmla="*/ 2147483647 h 30"/>
                  <a:gd name="T24" fmla="*/ 2147483647 w 22"/>
                  <a:gd name="T25" fmla="*/ 2147483647 h 30"/>
                  <a:gd name="T26" fmla="*/ 0 w 22"/>
                  <a:gd name="T27" fmla="*/ 2147483647 h 30"/>
                  <a:gd name="T28" fmla="*/ 2147483647 w 22"/>
                  <a:gd name="T29" fmla="*/ 2147483647 h 30"/>
                  <a:gd name="T30" fmla="*/ 2147483647 w 22"/>
                  <a:gd name="T31" fmla="*/ 2147483647 h 30"/>
                  <a:gd name="T32" fmla="*/ 2147483647 w 22"/>
                  <a:gd name="T33" fmla="*/ 2147483647 h 3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2"/>
                  <a:gd name="T52" fmla="*/ 0 h 30"/>
                  <a:gd name="T53" fmla="*/ 22 w 22"/>
                  <a:gd name="T54" fmla="*/ 30 h 3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2" h="30">
                    <a:moveTo>
                      <a:pt x="7" y="29"/>
                    </a:moveTo>
                    <a:lnTo>
                      <a:pt x="11" y="30"/>
                    </a:lnTo>
                    <a:lnTo>
                      <a:pt x="15" y="29"/>
                    </a:lnTo>
                    <a:lnTo>
                      <a:pt x="19" y="26"/>
                    </a:lnTo>
                    <a:lnTo>
                      <a:pt x="21" y="21"/>
                    </a:lnTo>
                    <a:lnTo>
                      <a:pt x="22" y="15"/>
                    </a:lnTo>
                    <a:lnTo>
                      <a:pt x="21" y="10"/>
                    </a:lnTo>
                    <a:lnTo>
                      <a:pt x="19" y="5"/>
                    </a:lnTo>
                    <a:lnTo>
                      <a:pt x="15" y="2"/>
                    </a:lnTo>
                    <a:lnTo>
                      <a:pt x="11" y="0"/>
                    </a:lnTo>
                    <a:lnTo>
                      <a:pt x="7" y="1"/>
                    </a:lnTo>
                    <a:lnTo>
                      <a:pt x="3" y="4"/>
                    </a:lnTo>
                    <a:lnTo>
                      <a:pt x="1" y="9"/>
                    </a:lnTo>
                    <a:lnTo>
                      <a:pt x="0" y="15"/>
                    </a:lnTo>
                    <a:lnTo>
                      <a:pt x="1" y="20"/>
                    </a:lnTo>
                    <a:lnTo>
                      <a:pt x="3" y="25"/>
                    </a:lnTo>
                    <a:lnTo>
                      <a:pt x="7" y="29"/>
                    </a:lnTo>
                    <a:close/>
                  </a:path>
                </a:pathLst>
              </a:custGeom>
              <a:solidFill>
                <a:srgbClr val="000F2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9" name="Freeform 76"/>
              <p:cNvSpPr>
                <a:spLocks/>
              </p:cNvSpPr>
              <p:nvPr/>
            </p:nvSpPr>
            <p:spPr bwMode="auto">
              <a:xfrm>
                <a:off x="1568450" y="1892301"/>
                <a:ext cx="7937" cy="15875"/>
              </a:xfrm>
              <a:custGeom>
                <a:avLst/>
                <a:gdLst>
                  <a:gd name="T0" fmla="*/ 2147483647 w 21"/>
                  <a:gd name="T1" fmla="*/ 0 h 52"/>
                  <a:gd name="T2" fmla="*/ 2147483647 w 21"/>
                  <a:gd name="T3" fmla="*/ 2147483647 h 52"/>
                  <a:gd name="T4" fmla="*/ 2147483647 w 21"/>
                  <a:gd name="T5" fmla="*/ 2147483647 h 52"/>
                  <a:gd name="T6" fmla="*/ 2147483647 w 21"/>
                  <a:gd name="T7" fmla="*/ 2147483647 h 52"/>
                  <a:gd name="T8" fmla="*/ 0 w 21"/>
                  <a:gd name="T9" fmla="*/ 2147483647 h 52"/>
                  <a:gd name="T10" fmla="*/ 0 w 21"/>
                  <a:gd name="T11" fmla="*/ 2147483647 h 52"/>
                  <a:gd name="T12" fmla="*/ 2147483647 w 21"/>
                  <a:gd name="T13" fmla="*/ 2147483647 h 52"/>
                  <a:gd name="T14" fmla="*/ 2147483647 w 21"/>
                  <a:gd name="T15" fmla="*/ 2147483647 h 52"/>
                  <a:gd name="T16" fmla="*/ 2147483647 w 21"/>
                  <a:gd name="T17" fmla="*/ 2147483647 h 52"/>
                  <a:gd name="T18" fmla="*/ 2147483647 w 21"/>
                  <a:gd name="T19" fmla="*/ 2147483647 h 52"/>
                  <a:gd name="T20" fmla="*/ 2147483647 w 21"/>
                  <a:gd name="T21" fmla="*/ 2147483647 h 52"/>
                  <a:gd name="T22" fmla="*/ 2147483647 w 21"/>
                  <a:gd name="T23" fmla="*/ 2147483647 h 52"/>
                  <a:gd name="T24" fmla="*/ 2147483647 w 21"/>
                  <a:gd name="T25" fmla="*/ 2147483647 h 52"/>
                  <a:gd name="T26" fmla="*/ 2147483647 w 21"/>
                  <a:gd name="T27" fmla="*/ 2147483647 h 52"/>
                  <a:gd name="T28" fmla="*/ 2147483647 w 21"/>
                  <a:gd name="T29" fmla="*/ 2147483647 h 52"/>
                  <a:gd name="T30" fmla="*/ 2147483647 w 21"/>
                  <a:gd name="T31" fmla="*/ 2147483647 h 52"/>
                  <a:gd name="T32" fmla="*/ 2147483647 w 21"/>
                  <a:gd name="T33" fmla="*/ 0 h 5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"/>
                  <a:gd name="T52" fmla="*/ 0 h 52"/>
                  <a:gd name="T53" fmla="*/ 21 w 21"/>
                  <a:gd name="T54" fmla="*/ 52 h 52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" h="52">
                    <a:moveTo>
                      <a:pt x="13" y="0"/>
                    </a:moveTo>
                    <a:lnTo>
                      <a:pt x="8" y="2"/>
                    </a:lnTo>
                    <a:lnTo>
                      <a:pt x="4" y="8"/>
                    </a:lnTo>
                    <a:lnTo>
                      <a:pt x="1" y="16"/>
                    </a:lnTo>
                    <a:lnTo>
                      <a:pt x="0" y="26"/>
                    </a:lnTo>
                    <a:lnTo>
                      <a:pt x="0" y="36"/>
                    </a:lnTo>
                    <a:lnTo>
                      <a:pt x="2" y="44"/>
                    </a:lnTo>
                    <a:lnTo>
                      <a:pt x="5" y="49"/>
                    </a:lnTo>
                    <a:lnTo>
                      <a:pt x="8" y="52"/>
                    </a:lnTo>
                    <a:lnTo>
                      <a:pt x="13" y="50"/>
                    </a:lnTo>
                    <a:lnTo>
                      <a:pt x="17" y="45"/>
                    </a:lnTo>
                    <a:lnTo>
                      <a:pt x="20" y="37"/>
                    </a:lnTo>
                    <a:lnTo>
                      <a:pt x="21" y="27"/>
                    </a:lnTo>
                    <a:lnTo>
                      <a:pt x="21" y="17"/>
                    </a:lnTo>
                    <a:lnTo>
                      <a:pt x="20" y="9"/>
                    </a:lnTo>
                    <a:lnTo>
                      <a:pt x="17" y="3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0" name="Freeform 77"/>
              <p:cNvSpPr>
                <a:spLocks/>
              </p:cNvSpPr>
              <p:nvPr/>
            </p:nvSpPr>
            <p:spPr bwMode="auto">
              <a:xfrm>
                <a:off x="1614488" y="1870076"/>
                <a:ext cx="9525" cy="9525"/>
              </a:xfrm>
              <a:custGeom>
                <a:avLst/>
                <a:gdLst>
                  <a:gd name="T0" fmla="*/ 2147483647 w 32"/>
                  <a:gd name="T1" fmla="*/ 2147483647 h 27"/>
                  <a:gd name="T2" fmla="*/ 2147483647 w 32"/>
                  <a:gd name="T3" fmla="*/ 2147483647 h 27"/>
                  <a:gd name="T4" fmla="*/ 2147483647 w 32"/>
                  <a:gd name="T5" fmla="*/ 2147483647 h 27"/>
                  <a:gd name="T6" fmla="*/ 2147483647 w 32"/>
                  <a:gd name="T7" fmla="*/ 2147483647 h 27"/>
                  <a:gd name="T8" fmla="*/ 2147483647 w 32"/>
                  <a:gd name="T9" fmla="*/ 2147483647 h 27"/>
                  <a:gd name="T10" fmla="*/ 2147483647 w 32"/>
                  <a:gd name="T11" fmla="*/ 2147483647 h 27"/>
                  <a:gd name="T12" fmla="*/ 2147483647 w 32"/>
                  <a:gd name="T13" fmla="*/ 2147483647 h 27"/>
                  <a:gd name="T14" fmla="*/ 2147483647 w 32"/>
                  <a:gd name="T15" fmla="*/ 2147483647 h 27"/>
                  <a:gd name="T16" fmla="*/ 2147483647 w 32"/>
                  <a:gd name="T17" fmla="*/ 2147483647 h 27"/>
                  <a:gd name="T18" fmla="*/ 2147483647 w 32"/>
                  <a:gd name="T19" fmla="*/ 0 h 27"/>
                  <a:gd name="T20" fmla="*/ 2147483647 w 32"/>
                  <a:gd name="T21" fmla="*/ 0 h 27"/>
                  <a:gd name="T22" fmla="*/ 2147483647 w 32"/>
                  <a:gd name="T23" fmla="*/ 2147483647 h 27"/>
                  <a:gd name="T24" fmla="*/ 2147483647 w 32"/>
                  <a:gd name="T25" fmla="*/ 2147483647 h 27"/>
                  <a:gd name="T26" fmla="*/ 2147483647 w 32"/>
                  <a:gd name="T27" fmla="*/ 2147483647 h 27"/>
                  <a:gd name="T28" fmla="*/ 2147483647 w 32"/>
                  <a:gd name="T29" fmla="*/ 2147483647 h 27"/>
                  <a:gd name="T30" fmla="*/ 0 w 32"/>
                  <a:gd name="T31" fmla="*/ 2147483647 h 27"/>
                  <a:gd name="T32" fmla="*/ 2147483647 w 32"/>
                  <a:gd name="T33" fmla="*/ 2147483647 h 2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2"/>
                  <a:gd name="T52" fmla="*/ 0 h 27"/>
                  <a:gd name="T53" fmla="*/ 32 w 32"/>
                  <a:gd name="T54" fmla="*/ 27 h 2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2" h="27">
                    <a:moveTo>
                      <a:pt x="1" y="26"/>
                    </a:moveTo>
                    <a:lnTo>
                      <a:pt x="4" y="27"/>
                    </a:lnTo>
                    <a:lnTo>
                      <a:pt x="9" y="26"/>
                    </a:lnTo>
                    <a:lnTo>
                      <a:pt x="15" y="24"/>
                    </a:lnTo>
                    <a:lnTo>
                      <a:pt x="21" y="20"/>
                    </a:lnTo>
                    <a:lnTo>
                      <a:pt x="27" y="15"/>
                    </a:lnTo>
                    <a:lnTo>
                      <a:pt x="31" y="9"/>
                    </a:lnTo>
                    <a:lnTo>
                      <a:pt x="32" y="5"/>
                    </a:lnTo>
                    <a:lnTo>
                      <a:pt x="32" y="1"/>
                    </a:lnTo>
                    <a:lnTo>
                      <a:pt x="29" y="0"/>
                    </a:lnTo>
                    <a:lnTo>
                      <a:pt x="23" y="0"/>
                    </a:lnTo>
                    <a:lnTo>
                      <a:pt x="17" y="4"/>
                    </a:lnTo>
                    <a:lnTo>
                      <a:pt x="11" y="8"/>
                    </a:lnTo>
                    <a:lnTo>
                      <a:pt x="6" y="13"/>
                    </a:lnTo>
                    <a:lnTo>
                      <a:pt x="2" y="18"/>
                    </a:lnTo>
                    <a:lnTo>
                      <a:pt x="0" y="22"/>
                    </a:lnTo>
                    <a:lnTo>
                      <a:pt x="1" y="26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1" name="Freeform 78"/>
              <p:cNvSpPr>
                <a:spLocks/>
              </p:cNvSpPr>
              <p:nvPr/>
            </p:nvSpPr>
            <p:spPr bwMode="auto">
              <a:xfrm>
                <a:off x="1630363" y="1862138"/>
                <a:ext cx="3175" cy="6350"/>
              </a:xfrm>
              <a:custGeom>
                <a:avLst/>
                <a:gdLst>
                  <a:gd name="T0" fmla="*/ 2147483647 w 14"/>
                  <a:gd name="T1" fmla="*/ 2147483647 h 22"/>
                  <a:gd name="T2" fmla="*/ 2147483647 w 14"/>
                  <a:gd name="T3" fmla="*/ 2147483647 h 22"/>
                  <a:gd name="T4" fmla="*/ 2147483647 w 14"/>
                  <a:gd name="T5" fmla="*/ 2147483647 h 22"/>
                  <a:gd name="T6" fmla="*/ 2147483647 w 14"/>
                  <a:gd name="T7" fmla="*/ 2147483647 h 22"/>
                  <a:gd name="T8" fmla="*/ 2147483647 w 14"/>
                  <a:gd name="T9" fmla="*/ 2147483647 h 22"/>
                  <a:gd name="T10" fmla="*/ 2147483647 w 14"/>
                  <a:gd name="T11" fmla="*/ 2147483647 h 22"/>
                  <a:gd name="T12" fmla="*/ 2147483647 w 14"/>
                  <a:gd name="T13" fmla="*/ 2147483647 h 22"/>
                  <a:gd name="T14" fmla="*/ 2147483647 w 14"/>
                  <a:gd name="T15" fmla="*/ 2147483647 h 22"/>
                  <a:gd name="T16" fmla="*/ 2147483647 w 14"/>
                  <a:gd name="T17" fmla="*/ 2147483647 h 22"/>
                  <a:gd name="T18" fmla="*/ 2147483647 w 14"/>
                  <a:gd name="T19" fmla="*/ 0 h 22"/>
                  <a:gd name="T20" fmla="*/ 2147483647 w 14"/>
                  <a:gd name="T21" fmla="*/ 2147483647 h 22"/>
                  <a:gd name="T22" fmla="*/ 2147483647 w 14"/>
                  <a:gd name="T23" fmla="*/ 2147483647 h 22"/>
                  <a:gd name="T24" fmla="*/ 2147483647 w 14"/>
                  <a:gd name="T25" fmla="*/ 2147483647 h 22"/>
                  <a:gd name="T26" fmla="*/ 0 w 14"/>
                  <a:gd name="T27" fmla="*/ 2147483647 h 22"/>
                  <a:gd name="T28" fmla="*/ 0 w 14"/>
                  <a:gd name="T29" fmla="*/ 2147483647 h 22"/>
                  <a:gd name="T30" fmla="*/ 2147483647 w 14"/>
                  <a:gd name="T31" fmla="*/ 2147483647 h 22"/>
                  <a:gd name="T32" fmla="*/ 2147483647 w 14"/>
                  <a:gd name="T33" fmla="*/ 2147483647 h 2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4"/>
                  <a:gd name="T52" fmla="*/ 0 h 22"/>
                  <a:gd name="T53" fmla="*/ 14 w 14"/>
                  <a:gd name="T54" fmla="*/ 22 h 22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4" h="22">
                    <a:moveTo>
                      <a:pt x="4" y="21"/>
                    </a:moveTo>
                    <a:lnTo>
                      <a:pt x="7" y="22"/>
                    </a:lnTo>
                    <a:lnTo>
                      <a:pt x="9" y="21"/>
                    </a:lnTo>
                    <a:lnTo>
                      <a:pt x="12" y="19"/>
                    </a:lnTo>
                    <a:lnTo>
                      <a:pt x="14" y="15"/>
                    </a:lnTo>
                    <a:lnTo>
                      <a:pt x="14" y="11"/>
                    </a:lnTo>
                    <a:lnTo>
                      <a:pt x="14" y="6"/>
                    </a:lnTo>
                    <a:lnTo>
                      <a:pt x="12" y="3"/>
                    </a:lnTo>
                    <a:lnTo>
                      <a:pt x="10" y="1"/>
                    </a:lnTo>
                    <a:lnTo>
                      <a:pt x="8" y="0"/>
                    </a:lnTo>
                    <a:lnTo>
                      <a:pt x="5" y="1"/>
                    </a:lnTo>
                    <a:lnTo>
                      <a:pt x="3" y="3"/>
                    </a:lnTo>
                    <a:lnTo>
                      <a:pt x="1" y="7"/>
                    </a:lnTo>
                    <a:lnTo>
                      <a:pt x="0" y="11"/>
                    </a:lnTo>
                    <a:lnTo>
                      <a:pt x="0" y="15"/>
                    </a:lnTo>
                    <a:lnTo>
                      <a:pt x="2" y="19"/>
                    </a:lnTo>
                    <a:lnTo>
                      <a:pt x="4" y="21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2" name="Freeform 79"/>
              <p:cNvSpPr>
                <a:spLocks/>
              </p:cNvSpPr>
              <p:nvPr/>
            </p:nvSpPr>
            <p:spPr bwMode="auto">
              <a:xfrm>
                <a:off x="1636713" y="1857376"/>
                <a:ext cx="4762" cy="6350"/>
              </a:xfrm>
              <a:custGeom>
                <a:avLst/>
                <a:gdLst>
                  <a:gd name="T0" fmla="*/ 2147483647 w 14"/>
                  <a:gd name="T1" fmla="*/ 2147483647 h 23"/>
                  <a:gd name="T2" fmla="*/ 2147483647 w 14"/>
                  <a:gd name="T3" fmla="*/ 2147483647 h 23"/>
                  <a:gd name="T4" fmla="*/ 2147483647 w 14"/>
                  <a:gd name="T5" fmla="*/ 2147483647 h 23"/>
                  <a:gd name="T6" fmla="*/ 2147483647 w 14"/>
                  <a:gd name="T7" fmla="*/ 2147483647 h 23"/>
                  <a:gd name="T8" fmla="*/ 2147483647 w 14"/>
                  <a:gd name="T9" fmla="*/ 2147483647 h 23"/>
                  <a:gd name="T10" fmla="*/ 2147483647 w 14"/>
                  <a:gd name="T11" fmla="*/ 2147483647 h 23"/>
                  <a:gd name="T12" fmla="*/ 2147483647 w 14"/>
                  <a:gd name="T13" fmla="*/ 2147483647 h 23"/>
                  <a:gd name="T14" fmla="*/ 2147483647 w 14"/>
                  <a:gd name="T15" fmla="*/ 2147483647 h 23"/>
                  <a:gd name="T16" fmla="*/ 2147483647 w 14"/>
                  <a:gd name="T17" fmla="*/ 2147483647 h 23"/>
                  <a:gd name="T18" fmla="*/ 2147483647 w 14"/>
                  <a:gd name="T19" fmla="*/ 0 h 23"/>
                  <a:gd name="T20" fmla="*/ 2147483647 w 14"/>
                  <a:gd name="T21" fmla="*/ 2147483647 h 23"/>
                  <a:gd name="T22" fmla="*/ 2147483647 w 14"/>
                  <a:gd name="T23" fmla="*/ 2147483647 h 23"/>
                  <a:gd name="T24" fmla="*/ 0 w 14"/>
                  <a:gd name="T25" fmla="*/ 2147483647 h 23"/>
                  <a:gd name="T26" fmla="*/ 0 w 14"/>
                  <a:gd name="T27" fmla="*/ 2147483647 h 23"/>
                  <a:gd name="T28" fmla="*/ 0 w 14"/>
                  <a:gd name="T29" fmla="*/ 2147483647 h 23"/>
                  <a:gd name="T30" fmla="*/ 2147483647 w 14"/>
                  <a:gd name="T31" fmla="*/ 2147483647 h 23"/>
                  <a:gd name="T32" fmla="*/ 2147483647 w 14"/>
                  <a:gd name="T33" fmla="*/ 2147483647 h 2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4"/>
                  <a:gd name="T52" fmla="*/ 0 h 23"/>
                  <a:gd name="T53" fmla="*/ 14 w 14"/>
                  <a:gd name="T54" fmla="*/ 23 h 2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4" h="23">
                    <a:moveTo>
                      <a:pt x="4" y="22"/>
                    </a:moveTo>
                    <a:lnTo>
                      <a:pt x="7" y="23"/>
                    </a:lnTo>
                    <a:lnTo>
                      <a:pt x="9" y="21"/>
                    </a:lnTo>
                    <a:lnTo>
                      <a:pt x="12" y="19"/>
                    </a:lnTo>
                    <a:lnTo>
                      <a:pt x="13" y="15"/>
                    </a:lnTo>
                    <a:lnTo>
                      <a:pt x="14" y="11"/>
                    </a:lnTo>
                    <a:lnTo>
                      <a:pt x="14" y="6"/>
                    </a:lnTo>
                    <a:lnTo>
                      <a:pt x="12" y="3"/>
                    </a:lnTo>
                    <a:lnTo>
                      <a:pt x="10" y="1"/>
                    </a:lnTo>
                    <a:lnTo>
                      <a:pt x="7" y="0"/>
                    </a:lnTo>
                    <a:lnTo>
                      <a:pt x="5" y="1"/>
                    </a:lnTo>
                    <a:lnTo>
                      <a:pt x="2" y="4"/>
                    </a:lnTo>
                    <a:lnTo>
                      <a:pt x="0" y="7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2" y="20"/>
                    </a:lnTo>
                    <a:lnTo>
                      <a:pt x="4" y="22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3" name="Freeform 80"/>
              <p:cNvSpPr>
                <a:spLocks/>
              </p:cNvSpPr>
              <p:nvPr/>
            </p:nvSpPr>
            <p:spPr bwMode="auto">
              <a:xfrm>
                <a:off x="1571625" y="1893888"/>
                <a:ext cx="4762" cy="14288"/>
              </a:xfrm>
              <a:custGeom>
                <a:avLst/>
                <a:gdLst>
                  <a:gd name="T0" fmla="*/ 2147483647 w 14"/>
                  <a:gd name="T1" fmla="*/ 0 h 41"/>
                  <a:gd name="T2" fmla="*/ 2147483647 w 14"/>
                  <a:gd name="T3" fmla="*/ 2147483647 h 41"/>
                  <a:gd name="T4" fmla="*/ 2147483647 w 14"/>
                  <a:gd name="T5" fmla="*/ 2147483647 h 41"/>
                  <a:gd name="T6" fmla="*/ 2147483647 w 14"/>
                  <a:gd name="T7" fmla="*/ 2147483647 h 41"/>
                  <a:gd name="T8" fmla="*/ 0 w 14"/>
                  <a:gd name="T9" fmla="*/ 2147483647 h 41"/>
                  <a:gd name="T10" fmla="*/ 0 w 14"/>
                  <a:gd name="T11" fmla="*/ 2147483647 h 41"/>
                  <a:gd name="T12" fmla="*/ 2147483647 w 14"/>
                  <a:gd name="T13" fmla="*/ 2147483647 h 41"/>
                  <a:gd name="T14" fmla="*/ 2147483647 w 14"/>
                  <a:gd name="T15" fmla="*/ 2147483647 h 41"/>
                  <a:gd name="T16" fmla="*/ 2147483647 w 14"/>
                  <a:gd name="T17" fmla="*/ 2147483647 h 41"/>
                  <a:gd name="T18" fmla="*/ 2147483647 w 14"/>
                  <a:gd name="T19" fmla="*/ 2147483647 h 41"/>
                  <a:gd name="T20" fmla="*/ 2147483647 w 14"/>
                  <a:gd name="T21" fmla="*/ 2147483647 h 41"/>
                  <a:gd name="T22" fmla="*/ 2147483647 w 14"/>
                  <a:gd name="T23" fmla="*/ 2147483647 h 41"/>
                  <a:gd name="T24" fmla="*/ 2147483647 w 14"/>
                  <a:gd name="T25" fmla="*/ 2147483647 h 41"/>
                  <a:gd name="T26" fmla="*/ 2147483647 w 14"/>
                  <a:gd name="T27" fmla="*/ 2147483647 h 41"/>
                  <a:gd name="T28" fmla="*/ 2147483647 w 14"/>
                  <a:gd name="T29" fmla="*/ 2147483647 h 41"/>
                  <a:gd name="T30" fmla="*/ 2147483647 w 14"/>
                  <a:gd name="T31" fmla="*/ 2147483647 h 41"/>
                  <a:gd name="T32" fmla="*/ 2147483647 w 14"/>
                  <a:gd name="T33" fmla="*/ 0 h 4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4"/>
                  <a:gd name="T52" fmla="*/ 0 h 41"/>
                  <a:gd name="T53" fmla="*/ 14 w 14"/>
                  <a:gd name="T54" fmla="*/ 41 h 4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4" h="41">
                    <a:moveTo>
                      <a:pt x="9" y="0"/>
                    </a:moveTo>
                    <a:lnTo>
                      <a:pt x="7" y="2"/>
                    </a:lnTo>
                    <a:lnTo>
                      <a:pt x="3" y="6"/>
                    </a:lnTo>
                    <a:lnTo>
                      <a:pt x="1" y="12"/>
                    </a:lnTo>
                    <a:lnTo>
                      <a:pt x="0" y="20"/>
                    </a:lnTo>
                    <a:lnTo>
                      <a:pt x="0" y="28"/>
                    </a:lnTo>
                    <a:lnTo>
                      <a:pt x="1" y="35"/>
                    </a:lnTo>
                    <a:lnTo>
                      <a:pt x="3" y="39"/>
                    </a:lnTo>
                    <a:lnTo>
                      <a:pt x="6" y="41"/>
                    </a:lnTo>
                    <a:lnTo>
                      <a:pt x="9" y="40"/>
                    </a:lnTo>
                    <a:lnTo>
                      <a:pt x="12" y="36"/>
                    </a:lnTo>
                    <a:lnTo>
                      <a:pt x="13" y="29"/>
                    </a:lnTo>
                    <a:lnTo>
                      <a:pt x="14" y="21"/>
                    </a:lnTo>
                    <a:lnTo>
                      <a:pt x="14" y="13"/>
                    </a:lnTo>
                    <a:lnTo>
                      <a:pt x="13" y="6"/>
                    </a:lnTo>
                    <a:lnTo>
                      <a:pt x="12" y="2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AA8E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4" name="Freeform 81"/>
              <p:cNvSpPr>
                <a:spLocks/>
              </p:cNvSpPr>
              <p:nvPr/>
            </p:nvSpPr>
            <p:spPr bwMode="auto">
              <a:xfrm>
                <a:off x="1614488" y="1870076"/>
                <a:ext cx="7937" cy="7938"/>
              </a:xfrm>
              <a:custGeom>
                <a:avLst/>
                <a:gdLst>
                  <a:gd name="T0" fmla="*/ 0 w 26"/>
                  <a:gd name="T1" fmla="*/ 2147483647 h 22"/>
                  <a:gd name="T2" fmla="*/ 2147483647 w 26"/>
                  <a:gd name="T3" fmla="*/ 2147483647 h 22"/>
                  <a:gd name="T4" fmla="*/ 2147483647 w 26"/>
                  <a:gd name="T5" fmla="*/ 2147483647 h 22"/>
                  <a:gd name="T6" fmla="*/ 2147483647 w 26"/>
                  <a:gd name="T7" fmla="*/ 2147483647 h 22"/>
                  <a:gd name="T8" fmla="*/ 2147483647 w 26"/>
                  <a:gd name="T9" fmla="*/ 2147483647 h 22"/>
                  <a:gd name="T10" fmla="*/ 2147483647 w 26"/>
                  <a:gd name="T11" fmla="*/ 2147483647 h 22"/>
                  <a:gd name="T12" fmla="*/ 2147483647 w 26"/>
                  <a:gd name="T13" fmla="*/ 2147483647 h 22"/>
                  <a:gd name="T14" fmla="*/ 2147483647 w 26"/>
                  <a:gd name="T15" fmla="*/ 2147483647 h 22"/>
                  <a:gd name="T16" fmla="*/ 2147483647 w 26"/>
                  <a:gd name="T17" fmla="*/ 2147483647 h 22"/>
                  <a:gd name="T18" fmla="*/ 2147483647 w 26"/>
                  <a:gd name="T19" fmla="*/ 0 h 22"/>
                  <a:gd name="T20" fmla="*/ 2147483647 w 26"/>
                  <a:gd name="T21" fmla="*/ 0 h 22"/>
                  <a:gd name="T22" fmla="*/ 2147483647 w 26"/>
                  <a:gd name="T23" fmla="*/ 2147483647 h 22"/>
                  <a:gd name="T24" fmla="*/ 2147483647 w 26"/>
                  <a:gd name="T25" fmla="*/ 2147483647 h 22"/>
                  <a:gd name="T26" fmla="*/ 2147483647 w 26"/>
                  <a:gd name="T27" fmla="*/ 2147483647 h 22"/>
                  <a:gd name="T28" fmla="*/ 2147483647 w 26"/>
                  <a:gd name="T29" fmla="*/ 2147483647 h 22"/>
                  <a:gd name="T30" fmla="*/ 0 w 26"/>
                  <a:gd name="T31" fmla="*/ 2147483647 h 22"/>
                  <a:gd name="T32" fmla="*/ 0 w 26"/>
                  <a:gd name="T33" fmla="*/ 2147483647 h 2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6"/>
                  <a:gd name="T52" fmla="*/ 0 h 22"/>
                  <a:gd name="T53" fmla="*/ 26 w 26"/>
                  <a:gd name="T54" fmla="*/ 22 h 22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6" h="22">
                    <a:moveTo>
                      <a:pt x="0" y="21"/>
                    </a:moveTo>
                    <a:lnTo>
                      <a:pt x="2" y="22"/>
                    </a:lnTo>
                    <a:lnTo>
                      <a:pt x="6" y="21"/>
                    </a:lnTo>
                    <a:lnTo>
                      <a:pt x="11" y="18"/>
                    </a:lnTo>
                    <a:lnTo>
                      <a:pt x="16" y="15"/>
                    </a:lnTo>
                    <a:lnTo>
                      <a:pt x="20" y="11"/>
                    </a:lnTo>
                    <a:lnTo>
                      <a:pt x="23" y="7"/>
                    </a:lnTo>
                    <a:lnTo>
                      <a:pt x="26" y="4"/>
                    </a:lnTo>
                    <a:lnTo>
                      <a:pt x="26" y="1"/>
                    </a:lnTo>
                    <a:lnTo>
                      <a:pt x="23" y="0"/>
                    </a:lnTo>
                    <a:lnTo>
                      <a:pt x="19" y="0"/>
                    </a:lnTo>
                    <a:lnTo>
                      <a:pt x="15" y="4"/>
                    </a:lnTo>
                    <a:lnTo>
                      <a:pt x="10" y="7"/>
                    </a:lnTo>
                    <a:lnTo>
                      <a:pt x="5" y="11"/>
                    </a:lnTo>
                    <a:lnTo>
                      <a:pt x="2" y="15"/>
                    </a:lnTo>
                    <a:lnTo>
                      <a:pt x="0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AA8E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5" name="Freeform 82"/>
              <p:cNvSpPr>
                <a:spLocks/>
              </p:cNvSpPr>
              <p:nvPr/>
            </p:nvSpPr>
            <p:spPr bwMode="auto">
              <a:xfrm>
                <a:off x="1630363" y="1862138"/>
                <a:ext cx="3175" cy="4763"/>
              </a:xfrm>
              <a:custGeom>
                <a:avLst/>
                <a:gdLst>
                  <a:gd name="T0" fmla="*/ 2147483647 w 10"/>
                  <a:gd name="T1" fmla="*/ 2147483647 h 18"/>
                  <a:gd name="T2" fmla="*/ 2147483647 w 10"/>
                  <a:gd name="T3" fmla="*/ 2147483647 h 18"/>
                  <a:gd name="T4" fmla="*/ 2147483647 w 10"/>
                  <a:gd name="T5" fmla="*/ 2147483647 h 18"/>
                  <a:gd name="T6" fmla="*/ 2147483647 w 10"/>
                  <a:gd name="T7" fmla="*/ 2147483647 h 18"/>
                  <a:gd name="T8" fmla="*/ 2147483647 w 10"/>
                  <a:gd name="T9" fmla="*/ 2147483647 h 18"/>
                  <a:gd name="T10" fmla="*/ 2147483647 w 10"/>
                  <a:gd name="T11" fmla="*/ 2147483647 h 18"/>
                  <a:gd name="T12" fmla="*/ 2147483647 w 10"/>
                  <a:gd name="T13" fmla="*/ 2147483647 h 18"/>
                  <a:gd name="T14" fmla="*/ 2147483647 w 10"/>
                  <a:gd name="T15" fmla="*/ 2147483647 h 18"/>
                  <a:gd name="T16" fmla="*/ 2147483647 w 10"/>
                  <a:gd name="T17" fmla="*/ 2147483647 h 18"/>
                  <a:gd name="T18" fmla="*/ 2147483647 w 10"/>
                  <a:gd name="T19" fmla="*/ 0 h 18"/>
                  <a:gd name="T20" fmla="*/ 2147483647 w 10"/>
                  <a:gd name="T21" fmla="*/ 2147483647 h 18"/>
                  <a:gd name="T22" fmla="*/ 2147483647 w 10"/>
                  <a:gd name="T23" fmla="*/ 2147483647 h 18"/>
                  <a:gd name="T24" fmla="*/ 2147483647 w 10"/>
                  <a:gd name="T25" fmla="*/ 2147483647 h 18"/>
                  <a:gd name="T26" fmla="*/ 0 w 10"/>
                  <a:gd name="T27" fmla="*/ 2147483647 h 18"/>
                  <a:gd name="T28" fmla="*/ 0 w 10"/>
                  <a:gd name="T29" fmla="*/ 2147483647 h 18"/>
                  <a:gd name="T30" fmla="*/ 2147483647 w 10"/>
                  <a:gd name="T31" fmla="*/ 2147483647 h 18"/>
                  <a:gd name="T32" fmla="*/ 2147483647 w 10"/>
                  <a:gd name="T33" fmla="*/ 2147483647 h 1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0"/>
                  <a:gd name="T52" fmla="*/ 0 h 18"/>
                  <a:gd name="T53" fmla="*/ 10 w 10"/>
                  <a:gd name="T54" fmla="*/ 18 h 1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0" h="18">
                    <a:moveTo>
                      <a:pt x="2" y="18"/>
                    </a:moveTo>
                    <a:lnTo>
                      <a:pt x="4" y="18"/>
                    </a:lnTo>
                    <a:lnTo>
                      <a:pt x="6" y="17"/>
                    </a:lnTo>
                    <a:lnTo>
                      <a:pt x="8" y="15"/>
                    </a:lnTo>
                    <a:lnTo>
                      <a:pt x="9" y="12"/>
                    </a:lnTo>
                    <a:lnTo>
                      <a:pt x="10" y="8"/>
                    </a:lnTo>
                    <a:lnTo>
                      <a:pt x="10" y="5"/>
                    </a:lnTo>
                    <a:lnTo>
                      <a:pt x="9" y="2"/>
                    </a:lnTo>
                    <a:lnTo>
                      <a:pt x="8" y="1"/>
                    </a:lnTo>
                    <a:lnTo>
                      <a:pt x="6" y="0"/>
                    </a:lnTo>
                    <a:lnTo>
                      <a:pt x="4" y="1"/>
                    </a:lnTo>
                    <a:lnTo>
                      <a:pt x="2" y="4"/>
                    </a:lnTo>
                    <a:lnTo>
                      <a:pt x="1" y="7"/>
                    </a:lnTo>
                    <a:lnTo>
                      <a:pt x="0" y="10"/>
                    </a:lnTo>
                    <a:lnTo>
                      <a:pt x="0" y="13"/>
                    </a:lnTo>
                    <a:lnTo>
                      <a:pt x="1" y="16"/>
                    </a:lnTo>
                    <a:lnTo>
                      <a:pt x="2" y="18"/>
                    </a:lnTo>
                    <a:close/>
                  </a:path>
                </a:pathLst>
              </a:custGeom>
              <a:solidFill>
                <a:srgbClr val="AA8E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6" name="Freeform 83"/>
              <p:cNvSpPr>
                <a:spLocks/>
              </p:cNvSpPr>
              <p:nvPr/>
            </p:nvSpPr>
            <p:spPr bwMode="auto">
              <a:xfrm>
                <a:off x="1636713" y="1857376"/>
                <a:ext cx="3175" cy="4763"/>
              </a:xfrm>
              <a:custGeom>
                <a:avLst/>
                <a:gdLst>
                  <a:gd name="T0" fmla="*/ 2147483647 w 10"/>
                  <a:gd name="T1" fmla="*/ 2147483647 h 17"/>
                  <a:gd name="T2" fmla="*/ 2147483647 w 10"/>
                  <a:gd name="T3" fmla="*/ 2147483647 h 17"/>
                  <a:gd name="T4" fmla="*/ 2147483647 w 10"/>
                  <a:gd name="T5" fmla="*/ 2147483647 h 17"/>
                  <a:gd name="T6" fmla="*/ 2147483647 w 10"/>
                  <a:gd name="T7" fmla="*/ 2147483647 h 17"/>
                  <a:gd name="T8" fmla="*/ 2147483647 w 10"/>
                  <a:gd name="T9" fmla="*/ 2147483647 h 17"/>
                  <a:gd name="T10" fmla="*/ 2147483647 w 10"/>
                  <a:gd name="T11" fmla="*/ 2147483647 h 17"/>
                  <a:gd name="T12" fmla="*/ 2147483647 w 10"/>
                  <a:gd name="T13" fmla="*/ 2147483647 h 17"/>
                  <a:gd name="T14" fmla="*/ 2147483647 w 10"/>
                  <a:gd name="T15" fmla="*/ 2147483647 h 17"/>
                  <a:gd name="T16" fmla="*/ 2147483647 w 10"/>
                  <a:gd name="T17" fmla="*/ 0 h 17"/>
                  <a:gd name="T18" fmla="*/ 2147483647 w 10"/>
                  <a:gd name="T19" fmla="*/ 0 h 17"/>
                  <a:gd name="T20" fmla="*/ 2147483647 w 10"/>
                  <a:gd name="T21" fmla="*/ 2147483647 h 17"/>
                  <a:gd name="T22" fmla="*/ 2147483647 w 10"/>
                  <a:gd name="T23" fmla="*/ 2147483647 h 17"/>
                  <a:gd name="T24" fmla="*/ 0 w 10"/>
                  <a:gd name="T25" fmla="*/ 2147483647 h 17"/>
                  <a:gd name="T26" fmla="*/ 0 w 10"/>
                  <a:gd name="T27" fmla="*/ 2147483647 h 17"/>
                  <a:gd name="T28" fmla="*/ 0 w 10"/>
                  <a:gd name="T29" fmla="*/ 2147483647 h 17"/>
                  <a:gd name="T30" fmla="*/ 2147483647 w 10"/>
                  <a:gd name="T31" fmla="*/ 2147483647 h 17"/>
                  <a:gd name="T32" fmla="*/ 2147483647 w 10"/>
                  <a:gd name="T33" fmla="*/ 2147483647 h 1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0"/>
                  <a:gd name="T52" fmla="*/ 0 h 17"/>
                  <a:gd name="T53" fmla="*/ 10 w 10"/>
                  <a:gd name="T54" fmla="*/ 17 h 1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0" h="17">
                    <a:moveTo>
                      <a:pt x="2" y="17"/>
                    </a:moveTo>
                    <a:lnTo>
                      <a:pt x="4" y="17"/>
                    </a:lnTo>
                    <a:lnTo>
                      <a:pt x="6" y="16"/>
                    </a:lnTo>
                    <a:lnTo>
                      <a:pt x="7" y="14"/>
                    </a:lnTo>
                    <a:lnTo>
                      <a:pt x="9" y="11"/>
                    </a:lnTo>
                    <a:lnTo>
                      <a:pt x="10" y="7"/>
                    </a:lnTo>
                    <a:lnTo>
                      <a:pt x="10" y="4"/>
                    </a:lnTo>
                    <a:lnTo>
                      <a:pt x="9" y="1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4" y="1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10"/>
                    </a:lnTo>
                    <a:lnTo>
                      <a:pt x="0" y="13"/>
                    </a:lnTo>
                    <a:lnTo>
                      <a:pt x="1" y="16"/>
                    </a:lnTo>
                    <a:lnTo>
                      <a:pt x="2" y="17"/>
                    </a:lnTo>
                    <a:close/>
                  </a:path>
                </a:pathLst>
              </a:custGeom>
              <a:solidFill>
                <a:srgbClr val="AA8E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7" name="Freeform 84"/>
              <p:cNvSpPr>
                <a:spLocks/>
              </p:cNvSpPr>
              <p:nvPr/>
            </p:nvSpPr>
            <p:spPr bwMode="auto">
              <a:xfrm>
                <a:off x="1573213" y="1893888"/>
                <a:ext cx="3175" cy="14288"/>
              </a:xfrm>
              <a:custGeom>
                <a:avLst/>
                <a:gdLst>
                  <a:gd name="T0" fmla="*/ 2147483647 w 8"/>
                  <a:gd name="T1" fmla="*/ 0 h 41"/>
                  <a:gd name="T2" fmla="*/ 2147483647 w 8"/>
                  <a:gd name="T3" fmla="*/ 2147483647 h 41"/>
                  <a:gd name="T4" fmla="*/ 2147483647 w 8"/>
                  <a:gd name="T5" fmla="*/ 2147483647 h 41"/>
                  <a:gd name="T6" fmla="*/ 2147483647 w 8"/>
                  <a:gd name="T7" fmla="*/ 2147483647 h 41"/>
                  <a:gd name="T8" fmla="*/ 0 w 8"/>
                  <a:gd name="T9" fmla="*/ 2147483647 h 41"/>
                  <a:gd name="T10" fmla="*/ 0 w 8"/>
                  <a:gd name="T11" fmla="*/ 2147483647 h 41"/>
                  <a:gd name="T12" fmla="*/ 0 w 8"/>
                  <a:gd name="T13" fmla="*/ 2147483647 h 41"/>
                  <a:gd name="T14" fmla="*/ 2147483647 w 8"/>
                  <a:gd name="T15" fmla="*/ 2147483647 h 41"/>
                  <a:gd name="T16" fmla="*/ 2147483647 w 8"/>
                  <a:gd name="T17" fmla="*/ 2147483647 h 41"/>
                  <a:gd name="T18" fmla="*/ 2147483647 w 8"/>
                  <a:gd name="T19" fmla="*/ 2147483647 h 41"/>
                  <a:gd name="T20" fmla="*/ 2147483647 w 8"/>
                  <a:gd name="T21" fmla="*/ 2147483647 h 41"/>
                  <a:gd name="T22" fmla="*/ 2147483647 w 8"/>
                  <a:gd name="T23" fmla="*/ 2147483647 h 41"/>
                  <a:gd name="T24" fmla="*/ 2147483647 w 8"/>
                  <a:gd name="T25" fmla="*/ 2147483647 h 41"/>
                  <a:gd name="T26" fmla="*/ 2147483647 w 8"/>
                  <a:gd name="T27" fmla="*/ 2147483647 h 41"/>
                  <a:gd name="T28" fmla="*/ 2147483647 w 8"/>
                  <a:gd name="T29" fmla="*/ 2147483647 h 41"/>
                  <a:gd name="T30" fmla="*/ 2147483647 w 8"/>
                  <a:gd name="T31" fmla="*/ 2147483647 h 41"/>
                  <a:gd name="T32" fmla="*/ 2147483647 w 8"/>
                  <a:gd name="T33" fmla="*/ 0 h 4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"/>
                  <a:gd name="T52" fmla="*/ 0 h 41"/>
                  <a:gd name="T53" fmla="*/ 8 w 8"/>
                  <a:gd name="T54" fmla="*/ 41 h 4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" h="41">
                    <a:moveTo>
                      <a:pt x="6" y="0"/>
                    </a:moveTo>
                    <a:lnTo>
                      <a:pt x="4" y="2"/>
                    </a:lnTo>
                    <a:lnTo>
                      <a:pt x="2" y="6"/>
                    </a:lnTo>
                    <a:lnTo>
                      <a:pt x="1" y="13"/>
                    </a:lnTo>
                    <a:lnTo>
                      <a:pt x="0" y="21"/>
                    </a:lnTo>
                    <a:lnTo>
                      <a:pt x="0" y="29"/>
                    </a:lnTo>
                    <a:lnTo>
                      <a:pt x="0" y="35"/>
                    </a:lnTo>
                    <a:lnTo>
                      <a:pt x="1" y="39"/>
                    </a:lnTo>
                    <a:lnTo>
                      <a:pt x="3" y="41"/>
                    </a:lnTo>
                    <a:lnTo>
                      <a:pt x="5" y="40"/>
                    </a:lnTo>
                    <a:lnTo>
                      <a:pt x="6" y="36"/>
                    </a:lnTo>
                    <a:lnTo>
                      <a:pt x="8" y="29"/>
                    </a:lnTo>
                    <a:lnTo>
                      <a:pt x="8" y="21"/>
                    </a:lnTo>
                    <a:lnTo>
                      <a:pt x="8" y="13"/>
                    </a:lnTo>
                    <a:lnTo>
                      <a:pt x="8" y="7"/>
                    </a:lnTo>
                    <a:lnTo>
                      <a:pt x="7" y="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C6B59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8" name="Freeform 85"/>
              <p:cNvSpPr>
                <a:spLocks/>
              </p:cNvSpPr>
              <p:nvPr/>
            </p:nvSpPr>
            <p:spPr bwMode="auto">
              <a:xfrm>
                <a:off x="1614488" y="1870076"/>
                <a:ext cx="7937" cy="6350"/>
              </a:xfrm>
              <a:custGeom>
                <a:avLst/>
                <a:gdLst>
                  <a:gd name="T0" fmla="*/ 0 w 26"/>
                  <a:gd name="T1" fmla="*/ 2147483647 h 21"/>
                  <a:gd name="T2" fmla="*/ 2147483647 w 26"/>
                  <a:gd name="T3" fmla="*/ 2147483647 h 21"/>
                  <a:gd name="T4" fmla="*/ 2147483647 w 26"/>
                  <a:gd name="T5" fmla="*/ 2147483647 h 21"/>
                  <a:gd name="T6" fmla="*/ 2147483647 w 26"/>
                  <a:gd name="T7" fmla="*/ 2147483647 h 21"/>
                  <a:gd name="T8" fmla="*/ 2147483647 w 26"/>
                  <a:gd name="T9" fmla="*/ 2147483647 h 21"/>
                  <a:gd name="T10" fmla="*/ 2147483647 w 26"/>
                  <a:gd name="T11" fmla="*/ 2147483647 h 21"/>
                  <a:gd name="T12" fmla="*/ 2147483647 w 26"/>
                  <a:gd name="T13" fmla="*/ 2147483647 h 21"/>
                  <a:gd name="T14" fmla="*/ 2147483647 w 26"/>
                  <a:gd name="T15" fmla="*/ 2147483647 h 21"/>
                  <a:gd name="T16" fmla="*/ 2147483647 w 26"/>
                  <a:gd name="T17" fmla="*/ 0 h 21"/>
                  <a:gd name="T18" fmla="*/ 2147483647 w 26"/>
                  <a:gd name="T19" fmla="*/ 0 h 21"/>
                  <a:gd name="T20" fmla="*/ 2147483647 w 26"/>
                  <a:gd name="T21" fmla="*/ 2147483647 h 21"/>
                  <a:gd name="T22" fmla="*/ 2147483647 w 26"/>
                  <a:gd name="T23" fmla="*/ 2147483647 h 21"/>
                  <a:gd name="T24" fmla="*/ 2147483647 w 26"/>
                  <a:gd name="T25" fmla="*/ 2147483647 h 21"/>
                  <a:gd name="T26" fmla="*/ 2147483647 w 26"/>
                  <a:gd name="T27" fmla="*/ 2147483647 h 21"/>
                  <a:gd name="T28" fmla="*/ 2147483647 w 26"/>
                  <a:gd name="T29" fmla="*/ 2147483647 h 21"/>
                  <a:gd name="T30" fmla="*/ 0 w 26"/>
                  <a:gd name="T31" fmla="*/ 2147483647 h 21"/>
                  <a:gd name="T32" fmla="*/ 0 w 26"/>
                  <a:gd name="T33" fmla="*/ 2147483647 h 2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6"/>
                  <a:gd name="T52" fmla="*/ 0 h 21"/>
                  <a:gd name="T53" fmla="*/ 26 w 26"/>
                  <a:gd name="T54" fmla="*/ 21 h 2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6" h="21">
                    <a:moveTo>
                      <a:pt x="0" y="21"/>
                    </a:moveTo>
                    <a:lnTo>
                      <a:pt x="2" y="21"/>
                    </a:lnTo>
                    <a:lnTo>
                      <a:pt x="6" y="20"/>
                    </a:lnTo>
                    <a:lnTo>
                      <a:pt x="10" y="17"/>
                    </a:lnTo>
                    <a:lnTo>
                      <a:pt x="15" y="13"/>
                    </a:lnTo>
                    <a:lnTo>
                      <a:pt x="19" y="9"/>
                    </a:lnTo>
                    <a:lnTo>
                      <a:pt x="23" y="6"/>
                    </a:lnTo>
                    <a:lnTo>
                      <a:pt x="26" y="2"/>
                    </a:lnTo>
                    <a:lnTo>
                      <a:pt x="26" y="0"/>
                    </a:lnTo>
                    <a:lnTo>
                      <a:pt x="23" y="0"/>
                    </a:lnTo>
                    <a:lnTo>
                      <a:pt x="20" y="1"/>
                    </a:lnTo>
                    <a:lnTo>
                      <a:pt x="15" y="5"/>
                    </a:lnTo>
                    <a:lnTo>
                      <a:pt x="11" y="8"/>
                    </a:lnTo>
                    <a:lnTo>
                      <a:pt x="6" y="12"/>
                    </a:lnTo>
                    <a:lnTo>
                      <a:pt x="3" y="16"/>
                    </a:lnTo>
                    <a:lnTo>
                      <a:pt x="0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C6B59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9" name="Freeform 86"/>
              <p:cNvSpPr>
                <a:spLocks/>
              </p:cNvSpPr>
              <p:nvPr/>
            </p:nvSpPr>
            <p:spPr bwMode="auto">
              <a:xfrm>
                <a:off x="1630363" y="1862138"/>
                <a:ext cx="1587" cy="4763"/>
              </a:xfrm>
              <a:custGeom>
                <a:avLst/>
                <a:gdLst>
                  <a:gd name="T0" fmla="*/ 2147483647 w 8"/>
                  <a:gd name="T1" fmla="*/ 2147483647 h 17"/>
                  <a:gd name="T2" fmla="*/ 2147483647 w 8"/>
                  <a:gd name="T3" fmla="*/ 2147483647 h 17"/>
                  <a:gd name="T4" fmla="*/ 2147483647 w 8"/>
                  <a:gd name="T5" fmla="*/ 2147483647 h 17"/>
                  <a:gd name="T6" fmla="*/ 2147483647 w 8"/>
                  <a:gd name="T7" fmla="*/ 2147483647 h 17"/>
                  <a:gd name="T8" fmla="*/ 2147483647 w 8"/>
                  <a:gd name="T9" fmla="*/ 2147483647 h 17"/>
                  <a:gd name="T10" fmla="*/ 2147483647 w 8"/>
                  <a:gd name="T11" fmla="*/ 2147483647 h 17"/>
                  <a:gd name="T12" fmla="*/ 2147483647 w 8"/>
                  <a:gd name="T13" fmla="*/ 2147483647 h 17"/>
                  <a:gd name="T14" fmla="*/ 2147483647 w 8"/>
                  <a:gd name="T15" fmla="*/ 2147483647 h 17"/>
                  <a:gd name="T16" fmla="*/ 2147483647 w 8"/>
                  <a:gd name="T17" fmla="*/ 0 h 17"/>
                  <a:gd name="T18" fmla="*/ 2147483647 w 8"/>
                  <a:gd name="T19" fmla="*/ 0 h 17"/>
                  <a:gd name="T20" fmla="*/ 2147483647 w 8"/>
                  <a:gd name="T21" fmla="*/ 2147483647 h 17"/>
                  <a:gd name="T22" fmla="*/ 2147483647 w 8"/>
                  <a:gd name="T23" fmla="*/ 2147483647 h 17"/>
                  <a:gd name="T24" fmla="*/ 2147483647 w 8"/>
                  <a:gd name="T25" fmla="*/ 2147483647 h 17"/>
                  <a:gd name="T26" fmla="*/ 0 w 8"/>
                  <a:gd name="T27" fmla="*/ 2147483647 h 17"/>
                  <a:gd name="T28" fmla="*/ 0 w 8"/>
                  <a:gd name="T29" fmla="*/ 2147483647 h 17"/>
                  <a:gd name="T30" fmla="*/ 0 w 8"/>
                  <a:gd name="T31" fmla="*/ 2147483647 h 17"/>
                  <a:gd name="T32" fmla="*/ 2147483647 w 8"/>
                  <a:gd name="T33" fmla="*/ 2147483647 h 1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"/>
                  <a:gd name="T52" fmla="*/ 0 h 17"/>
                  <a:gd name="T53" fmla="*/ 8 w 8"/>
                  <a:gd name="T54" fmla="*/ 17 h 1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" h="17">
                    <a:moveTo>
                      <a:pt x="1" y="17"/>
                    </a:moveTo>
                    <a:lnTo>
                      <a:pt x="2" y="17"/>
                    </a:lnTo>
                    <a:lnTo>
                      <a:pt x="4" y="16"/>
                    </a:lnTo>
                    <a:lnTo>
                      <a:pt x="5" y="13"/>
                    </a:lnTo>
                    <a:lnTo>
                      <a:pt x="6" y="10"/>
                    </a:lnTo>
                    <a:lnTo>
                      <a:pt x="7" y="6"/>
                    </a:lnTo>
                    <a:lnTo>
                      <a:pt x="8" y="3"/>
                    </a:lnTo>
                    <a:lnTo>
                      <a:pt x="7" y="1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4" y="1"/>
                    </a:lnTo>
                    <a:lnTo>
                      <a:pt x="2" y="4"/>
                    </a:lnTo>
                    <a:lnTo>
                      <a:pt x="1" y="7"/>
                    </a:lnTo>
                    <a:lnTo>
                      <a:pt x="0" y="10"/>
                    </a:lnTo>
                    <a:lnTo>
                      <a:pt x="0" y="13"/>
                    </a:lnTo>
                    <a:lnTo>
                      <a:pt x="0" y="16"/>
                    </a:lnTo>
                    <a:lnTo>
                      <a:pt x="1" y="17"/>
                    </a:lnTo>
                    <a:close/>
                  </a:path>
                </a:pathLst>
              </a:custGeom>
              <a:solidFill>
                <a:srgbClr val="C6B59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0" name="Freeform 87"/>
              <p:cNvSpPr>
                <a:spLocks/>
              </p:cNvSpPr>
              <p:nvPr/>
            </p:nvSpPr>
            <p:spPr bwMode="auto">
              <a:xfrm>
                <a:off x="1636713" y="1857376"/>
                <a:ext cx="1587" cy="4763"/>
              </a:xfrm>
              <a:custGeom>
                <a:avLst/>
                <a:gdLst>
                  <a:gd name="T0" fmla="*/ 2147483647 w 8"/>
                  <a:gd name="T1" fmla="*/ 2147483647 h 17"/>
                  <a:gd name="T2" fmla="*/ 2147483647 w 8"/>
                  <a:gd name="T3" fmla="*/ 2147483647 h 17"/>
                  <a:gd name="T4" fmla="*/ 2147483647 w 8"/>
                  <a:gd name="T5" fmla="*/ 2147483647 h 17"/>
                  <a:gd name="T6" fmla="*/ 2147483647 w 8"/>
                  <a:gd name="T7" fmla="*/ 2147483647 h 17"/>
                  <a:gd name="T8" fmla="*/ 2147483647 w 8"/>
                  <a:gd name="T9" fmla="*/ 2147483647 h 17"/>
                  <a:gd name="T10" fmla="*/ 2147483647 w 8"/>
                  <a:gd name="T11" fmla="*/ 2147483647 h 17"/>
                  <a:gd name="T12" fmla="*/ 2147483647 w 8"/>
                  <a:gd name="T13" fmla="*/ 2147483647 h 17"/>
                  <a:gd name="T14" fmla="*/ 2147483647 w 8"/>
                  <a:gd name="T15" fmla="*/ 2147483647 h 17"/>
                  <a:gd name="T16" fmla="*/ 2147483647 w 8"/>
                  <a:gd name="T17" fmla="*/ 0 h 17"/>
                  <a:gd name="T18" fmla="*/ 2147483647 w 8"/>
                  <a:gd name="T19" fmla="*/ 0 h 17"/>
                  <a:gd name="T20" fmla="*/ 2147483647 w 8"/>
                  <a:gd name="T21" fmla="*/ 2147483647 h 17"/>
                  <a:gd name="T22" fmla="*/ 2147483647 w 8"/>
                  <a:gd name="T23" fmla="*/ 2147483647 h 17"/>
                  <a:gd name="T24" fmla="*/ 2147483647 w 8"/>
                  <a:gd name="T25" fmla="*/ 2147483647 h 17"/>
                  <a:gd name="T26" fmla="*/ 0 w 8"/>
                  <a:gd name="T27" fmla="*/ 2147483647 h 17"/>
                  <a:gd name="T28" fmla="*/ 0 w 8"/>
                  <a:gd name="T29" fmla="*/ 2147483647 h 17"/>
                  <a:gd name="T30" fmla="*/ 2147483647 w 8"/>
                  <a:gd name="T31" fmla="*/ 2147483647 h 17"/>
                  <a:gd name="T32" fmla="*/ 2147483647 w 8"/>
                  <a:gd name="T33" fmla="*/ 2147483647 h 1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"/>
                  <a:gd name="T52" fmla="*/ 0 h 17"/>
                  <a:gd name="T53" fmla="*/ 8 w 8"/>
                  <a:gd name="T54" fmla="*/ 17 h 1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" h="17">
                    <a:moveTo>
                      <a:pt x="2" y="17"/>
                    </a:moveTo>
                    <a:lnTo>
                      <a:pt x="3" y="17"/>
                    </a:lnTo>
                    <a:lnTo>
                      <a:pt x="4" y="16"/>
                    </a:lnTo>
                    <a:lnTo>
                      <a:pt x="6" y="13"/>
                    </a:lnTo>
                    <a:lnTo>
                      <a:pt x="7" y="10"/>
                    </a:lnTo>
                    <a:lnTo>
                      <a:pt x="8" y="7"/>
                    </a:lnTo>
                    <a:lnTo>
                      <a:pt x="8" y="4"/>
                    </a:lnTo>
                    <a:lnTo>
                      <a:pt x="8" y="1"/>
                    </a:lnTo>
                    <a:lnTo>
                      <a:pt x="7" y="0"/>
                    </a:lnTo>
                    <a:lnTo>
                      <a:pt x="6" y="0"/>
                    </a:lnTo>
                    <a:lnTo>
                      <a:pt x="4" y="1"/>
                    </a:lnTo>
                    <a:lnTo>
                      <a:pt x="3" y="4"/>
                    </a:lnTo>
                    <a:lnTo>
                      <a:pt x="1" y="7"/>
                    </a:lnTo>
                    <a:lnTo>
                      <a:pt x="0" y="11"/>
                    </a:lnTo>
                    <a:lnTo>
                      <a:pt x="0" y="13"/>
                    </a:lnTo>
                    <a:lnTo>
                      <a:pt x="1" y="16"/>
                    </a:lnTo>
                    <a:lnTo>
                      <a:pt x="2" y="17"/>
                    </a:lnTo>
                    <a:close/>
                  </a:path>
                </a:pathLst>
              </a:custGeom>
              <a:solidFill>
                <a:srgbClr val="C6B59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1" name="Freeform 88"/>
              <p:cNvSpPr>
                <a:spLocks/>
              </p:cNvSpPr>
              <p:nvPr/>
            </p:nvSpPr>
            <p:spPr bwMode="auto">
              <a:xfrm>
                <a:off x="1477963" y="1590676"/>
                <a:ext cx="168275" cy="34925"/>
              </a:xfrm>
              <a:custGeom>
                <a:avLst/>
                <a:gdLst>
                  <a:gd name="T0" fmla="*/ 2147483647 w 529"/>
                  <a:gd name="T1" fmla="*/ 2147483647 h 110"/>
                  <a:gd name="T2" fmla="*/ 2147483647 w 529"/>
                  <a:gd name="T3" fmla="*/ 0 h 110"/>
                  <a:gd name="T4" fmla="*/ 0 w 529"/>
                  <a:gd name="T5" fmla="*/ 2147483647 h 110"/>
                  <a:gd name="T6" fmla="*/ 2147483647 w 529"/>
                  <a:gd name="T7" fmla="*/ 2147483647 h 110"/>
                  <a:gd name="T8" fmla="*/ 2147483647 w 529"/>
                  <a:gd name="T9" fmla="*/ 2147483647 h 1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29"/>
                  <a:gd name="T16" fmla="*/ 0 h 110"/>
                  <a:gd name="T17" fmla="*/ 529 w 529"/>
                  <a:gd name="T18" fmla="*/ 110 h 1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29" h="110">
                    <a:moveTo>
                      <a:pt x="529" y="9"/>
                    </a:moveTo>
                    <a:lnTo>
                      <a:pt x="414" y="0"/>
                    </a:lnTo>
                    <a:lnTo>
                      <a:pt x="0" y="83"/>
                    </a:lnTo>
                    <a:lnTo>
                      <a:pt x="110" y="110"/>
                    </a:lnTo>
                    <a:lnTo>
                      <a:pt x="529" y="9"/>
                    </a:lnTo>
                    <a:close/>
                  </a:path>
                </a:pathLst>
              </a:custGeom>
              <a:solidFill>
                <a:srgbClr val="AA8E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2" name="Freeform 89"/>
              <p:cNvSpPr>
                <a:spLocks/>
              </p:cNvSpPr>
              <p:nvPr/>
            </p:nvSpPr>
            <p:spPr bwMode="auto">
              <a:xfrm>
                <a:off x="1476375" y="1817688"/>
                <a:ext cx="41275" cy="134938"/>
              </a:xfrm>
              <a:custGeom>
                <a:avLst/>
                <a:gdLst>
                  <a:gd name="T0" fmla="*/ 2147483647 w 128"/>
                  <a:gd name="T1" fmla="*/ 2147483647 h 423"/>
                  <a:gd name="T2" fmla="*/ 2147483647 w 128"/>
                  <a:gd name="T3" fmla="*/ 2147483647 h 423"/>
                  <a:gd name="T4" fmla="*/ 2147483647 w 128"/>
                  <a:gd name="T5" fmla="*/ 2147483647 h 423"/>
                  <a:gd name="T6" fmla="*/ 2147483647 w 128"/>
                  <a:gd name="T7" fmla="*/ 2147483647 h 423"/>
                  <a:gd name="T8" fmla="*/ 2147483647 w 128"/>
                  <a:gd name="T9" fmla="*/ 2147483647 h 423"/>
                  <a:gd name="T10" fmla="*/ 2147483647 w 128"/>
                  <a:gd name="T11" fmla="*/ 0 h 423"/>
                  <a:gd name="T12" fmla="*/ 2147483647 w 128"/>
                  <a:gd name="T13" fmla="*/ 2147483647 h 423"/>
                  <a:gd name="T14" fmla="*/ 0 w 128"/>
                  <a:gd name="T15" fmla="*/ 2147483647 h 423"/>
                  <a:gd name="T16" fmla="*/ 2147483647 w 128"/>
                  <a:gd name="T17" fmla="*/ 2147483647 h 423"/>
                  <a:gd name="T18" fmla="*/ 2147483647 w 128"/>
                  <a:gd name="T19" fmla="*/ 2147483647 h 423"/>
                  <a:gd name="T20" fmla="*/ 2147483647 w 128"/>
                  <a:gd name="T21" fmla="*/ 2147483647 h 42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8"/>
                  <a:gd name="T34" fmla="*/ 0 h 423"/>
                  <a:gd name="T35" fmla="*/ 128 w 128"/>
                  <a:gd name="T36" fmla="*/ 423 h 42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8" h="423">
                    <a:moveTo>
                      <a:pt x="14" y="423"/>
                    </a:moveTo>
                    <a:lnTo>
                      <a:pt x="115" y="375"/>
                    </a:lnTo>
                    <a:lnTo>
                      <a:pt x="125" y="288"/>
                    </a:lnTo>
                    <a:lnTo>
                      <a:pt x="128" y="195"/>
                    </a:lnTo>
                    <a:lnTo>
                      <a:pt x="123" y="98"/>
                    </a:lnTo>
                    <a:lnTo>
                      <a:pt x="111" y="0"/>
                    </a:lnTo>
                    <a:lnTo>
                      <a:pt x="6" y="20"/>
                    </a:lnTo>
                    <a:lnTo>
                      <a:pt x="0" y="117"/>
                    </a:lnTo>
                    <a:lnTo>
                      <a:pt x="3" y="221"/>
                    </a:lnTo>
                    <a:lnTo>
                      <a:pt x="10" y="327"/>
                    </a:lnTo>
                    <a:lnTo>
                      <a:pt x="14" y="423"/>
                    </a:lnTo>
                    <a:close/>
                  </a:path>
                </a:pathLst>
              </a:custGeom>
              <a:solidFill>
                <a:srgbClr val="AA8E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3" name="Freeform 90"/>
              <p:cNvSpPr>
                <a:spLocks/>
              </p:cNvSpPr>
              <p:nvPr/>
            </p:nvSpPr>
            <p:spPr bwMode="auto">
              <a:xfrm>
                <a:off x="1466850" y="1685926"/>
                <a:ext cx="44450" cy="219075"/>
              </a:xfrm>
              <a:custGeom>
                <a:avLst/>
                <a:gdLst>
                  <a:gd name="T0" fmla="*/ 2147483647 w 141"/>
                  <a:gd name="T1" fmla="*/ 0 h 692"/>
                  <a:gd name="T2" fmla="*/ 0 w 141"/>
                  <a:gd name="T3" fmla="*/ 2147483647 h 692"/>
                  <a:gd name="T4" fmla="*/ 2147483647 w 141"/>
                  <a:gd name="T5" fmla="*/ 2147483647 h 692"/>
                  <a:gd name="T6" fmla="*/ 2147483647 w 141"/>
                  <a:gd name="T7" fmla="*/ 2147483647 h 692"/>
                  <a:gd name="T8" fmla="*/ 2147483647 w 141"/>
                  <a:gd name="T9" fmla="*/ 2147483647 h 692"/>
                  <a:gd name="T10" fmla="*/ 2147483647 w 141"/>
                  <a:gd name="T11" fmla="*/ 2147483647 h 692"/>
                  <a:gd name="T12" fmla="*/ 2147483647 w 141"/>
                  <a:gd name="T13" fmla="*/ 2147483647 h 692"/>
                  <a:gd name="T14" fmla="*/ 2147483647 w 141"/>
                  <a:gd name="T15" fmla="*/ 2147483647 h 692"/>
                  <a:gd name="T16" fmla="*/ 2147483647 w 141"/>
                  <a:gd name="T17" fmla="*/ 2147483647 h 692"/>
                  <a:gd name="T18" fmla="*/ 2147483647 w 141"/>
                  <a:gd name="T19" fmla="*/ 2147483647 h 692"/>
                  <a:gd name="T20" fmla="*/ 2147483647 w 141"/>
                  <a:gd name="T21" fmla="*/ 2147483647 h 692"/>
                  <a:gd name="T22" fmla="*/ 2147483647 w 141"/>
                  <a:gd name="T23" fmla="*/ 2147483647 h 692"/>
                  <a:gd name="T24" fmla="*/ 2147483647 w 141"/>
                  <a:gd name="T25" fmla="*/ 2147483647 h 692"/>
                  <a:gd name="T26" fmla="*/ 2147483647 w 141"/>
                  <a:gd name="T27" fmla="*/ 2147483647 h 692"/>
                  <a:gd name="T28" fmla="*/ 2147483647 w 141"/>
                  <a:gd name="T29" fmla="*/ 2147483647 h 692"/>
                  <a:gd name="T30" fmla="*/ 2147483647 w 141"/>
                  <a:gd name="T31" fmla="*/ 2147483647 h 692"/>
                  <a:gd name="T32" fmla="*/ 2147483647 w 141"/>
                  <a:gd name="T33" fmla="*/ 2147483647 h 692"/>
                  <a:gd name="T34" fmla="*/ 2147483647 w 141"/>
                  <a:gd name="T35" fmla="*/ 2147483647 h 692"/>
                  <a:gd name="T36" fmla="*/ 2147483647 w 141"/>
                  <a:gd name="T37" fmla="*/ 2147483647 h 692"/>
                  <a:gd name="T38" fmla="*/ 2147483647 w 141"/>
                  <a:gd name="T39" fmla="*/ 2147483647 h 692"/>
                  <a:gd name="T40" fmla="*/ 2147483647 w 141"/>
                  <a:gd name="T41" fmla="*/ 2147483647 h 692"/>
                  <a:gd name="T42" fmla="*/ 2147483647 w 141"/>
                  <a:gd name="T43" fmla="*/ 0 h 692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41"/>
                  <a:gd name="T67" fmla="*/ 0 h 692"/>
                  <a:gd name="T68" fmla="*/ 141 w 141"/>
                  <a:gd name="T69" fmla="*/ 692 h 692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41" h="692">
                    <a:moveTo>
                      <a:pt x="76" y="0"/>
                    </a:moveTo>
                    <a:lnTo>
                      <a:pt x="0" y="38"/>
                    </a:lnTo>
                    <a:lnTo>
                      <a:pt x="10" y="112"/>
                    </a:lnTo>
                    <a:lnTo>
                      <a:pt x="20" y="187"/>
                    </a:lnTo>
                    <a:lnTo>
                      <a:pt x="29" y="261"/>
                    </a:lnTo>
                    <a:lnTo>
                      <a:pt x="37" y="336"/>
                    </a:lnTo>
                    <a:lnTo>
                      <a:pt x="45" y="410"/>
                    </a:lnTo>
                    <a:lnTo>
                      <a:pt x="52" y="485"/>
                    </a:lnTo>
                    <a:lnTo>
                      <a:pt x="60" y="559"/>
                    </a:lnTo>
                    <a:lnTo>
                      <a:pt x="68" y="634"/>
                    </a:lnTo>
                    <a:lnTo>
                      <a:pt x="94" y="692"/>
                    </a:lnTo>
                    <a:lnTo>
                      <a:pt x="131" y="688"/>
                    </a:lnTo>
                    <a:lnTo>
                      <a:pt x="135" y="639"/>
                    </a:lnTo>
                    <a:lnTo>
                      <a:pt x="139" y="554"/>
                    </a:lnTo>
                    <a:lnTo>
                      <a:pt x="141" y="473"/>
                    </a:lnTo>
                    <a:lnTo>
                      <a:pt x="139" y="394"/>
                    </a:lnTo>
                    <a:lnTo>
                      <a:pt x="136" y="317"/>
                    </a:lnTo>
                    <a:lnTo>
                      <a:pt x="131" y="242"/>
                    </a:lnTo>
                    <a:lnTo>
                      <a:pt x="125" y="167"/>
                    </a:lnTo>
                    <a:lnTo>
                      <a:pt x="118" y="92"/>
                    </a:lnTo>
                    <a:lnTo>
                      <a:pt x="111" y="16"/>
                    </a:lnTo>
                    <a:lnTo>
                      <a:pt x="76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4" name="Freeform 91"/>
              <p:cNvSpPr>
                <a:spLocks/>
              </p:cNvSpPr>
              <p:nvPr/>
            </p:nvSpPr>
            <p:spPr bwMode="auto">
              <a:xfrm>
                <a:off x="1684338" y="1581151"/>
                <a:ext cx="68262" cy="30163"/>
              </a:xfrm>
              <a:custGeom>
                <a:avLst/>
                <a:gdLst>
                  <a:gd name="T0" fmla="*/ 2147483647 w 216"/>
                  <a:gd name="T1" fmla="*/ 2147483647 h 96"/>
                  <a:gd name="T2" fmla="*/ 2147483647 w 216"/>
                  <a:gd name="T3" fmla="*/ 2147483647 h 96"/>
                  <a:gd name="T4" fmla="*/ 2147483647 w 216"/>
                  <a:gd name="T5" fmla="*/ 2147483647 h 96"/>
                  <a:gd name="T6" fmla="*/ 2147483647 w 216"/>
                  <a:gd name="T7" fmla="*/ 2147483647 h 96"/>
                  <a:gd name="T8" fmla="*/ 2147483647 w 216"/>
                  <a:gd name="T9" fmla="*/ 2147483647 h 96"/>
                  <a:gd name="T10" fmla="*/ 2147483647 w 216"/>
                  <a:gd name="T11" fmla="*/ 2147483647 h 96"/>
                  <a:gd name="T12" fmla="*/ 2147483647 w 216"/>
                  <a:gd name="T13" fmla="*/ 2147483647 h 96"/>
                  <a:gd name="T14" fmla="*/ 0 w 216"/>
                  <a:gd name="T15" fmla="*/ 2147483647 h 96"/>
                  <a:gd name="T16" fmla="*/ 2147483647 w 216"/>
                  <a:gd name="T17" fmla="*/ 2147483647 h 96"/>
                  <a:gd name="T18" fmla="*/ 2147483647 w 216"/>
                  <a:gd name="T19" fmla="*/ 0 h 96"/>
                  <a:gd name="T20" fmla="*/ 2147483647 w 216"/>
                  <a:gd name="T21" fmla="*/ 2147483647 h 96"/>
                  <a:gd name="T22" fmla="*/ 2147483647 w 216"/>
                  <a:gd name="T23" fmla="*/ 2147483647 h 9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16"/>
                  <a:gd name="T37" fmla="*/ 0 h 96"/>
                  <a:gd name="T38" fmla="*/ 216 w 216"/>
                  <a:gd name="T39" fmla="*/ 96 h 9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16" h="96">
                    <a:moveTo>
                      <a:pt x="205" y="2"/>
                    </a:moveTo>
                    <a:lnTo>
                      <a:pt x="216" y="72"/>
                    </a:lnTo>
                    <a:lnTo>
                      <a:pt x="195" y="70"/>
                    </a:lnTo>
                    <a:lnTo>
                      <a:pt x="189" y="18"/>
                    </a:lnTo>
                    <a:lnTo>
                      <a:pt x="16" y="33"/>
                    </a:lnTo>
                    <a:lnTo>
                      <a:pt x="23" y="81"/>
                    </a:lnTo>
                    <a:lnTo>
                      <a:pt x="12" y="96"/>
                    </a:lnTo>
                    <a:lnTo>
                      <a:pt x="0" y="21"/>
                    </a:lnTo>
                    <a:lnTo>
                      <a:pt x="70" y="7"/>
                    </a:lnTo>
                    <a:lnTo>
                      <a:pt x="126" y="0"/>
                    </a:lnTo>
                    <a:lnTo>
                      <a:pt x="191" y="1"/>
                    </a:lnTo>
                    <a:lnTo>
                      <a:pt x="205" y="2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5" name="Freeform 92"/>
              <p:cNvSpPr>
                <a:spLocks/>
              </p:cNvSpPr>
              <p:nvPr/>
            </p:nvSpPr>
            <p:spPr bwMode="auto">
              <a:xfrm>
                <a:off x="1689100" y="1585913"/>
                <a:ext cx="58737" cy="20638"/>
              </a:xfrm>
              <a:custGeom>
                <a:avLst/>
                <a:gdLst>
                  <a:gd name="T0" fmla="*/ 2147483647 w 184"/>
                  <a:gd name="T1" fmla="*/ 0 h 63"/>
                  <a:gd name="T2" fmla="*/ 2147483647 w 184"/>
                  <a:gd name="T3" fmla="*/ 2147483647 h 63"/>
                  <a:gd name="T4" fmla="*/ 2147483647 w 184"/>
                  <a:gd name="T5" fmla="*/ 2147483647 h 63"/>
                  <a:gd name="T6" fmla="*/ 0 w 184"/>
                  <a:gd name="T7" fmla="*/ 2147483647 h 63"/>
                  <a:gd name="T8" fmla="*/ 2147483647 w 18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63"/>
                  <a:gd name="T17" fmla="*/ 184 w 18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63">
                    <a:moveTo>
                      <a:pt x="178" y="0"/>
                    </a:moveTo>
                    <a:lnTo>
                      <a:pt x="184" y="46"/>
                    </a:lnTo>
                    <a:lnTo>
                      <a:pt x="7" y="63"/>
                    </a:lnTo>
                    <a:lnTo>
                      <a:pt x="0" y="16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rgbClr val="333D5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6" name="Freeform 93"/>
              <p:cNvSpPr>
                <a:spLocks/>
              </p:cNvSpPr>
              <p:nvPr/>
            </p:nvSpPr>
            <p:spPr bwMode="auto">
              <a:xfrm>
                <a:off x="1687513" y="1600201"/>
                <a:ext cx="65087" cy="12700"/>
              </a:xfrm>
              <a:custGeom>
                <a:avLst/>
                <a:gdLst>
                  <a:gd name="T0" fmla="*/ 2147483647 w 205"/>
                  <a:gd name="T1" fmla="*/ 0 h 42"/>
                  <a:gd name="T2" fmla="*/ 2147483647 w 205"/>
                  <a:gd name="T3" fmla="*/ 2147483647 h 42"/>
                  <a:gd name="T4" fmla="*/ 2147483647 w 205"/>
                  <a:gd name="T5" fmla="*/ 2147483647 h 42"/>
                  <a:gd name="T6" fmla="*/ 0 w 205"/>
                  <a:gd name="T7" fmla="*/ 2147483647 h 42"/>
                  <a:gd name="T8" fmla="*/ 2147483647 w 205"/>
                  <a:gd name="T9" fmla="*/ 2147483647 h 42"/>
                  <a:gd name="T10" fmla="*/ 2147483647 w 205"/>
                  <a:gd name="T11" fmla="*/ 2147483647 h 42"/>
                  <a:gd name="T12" fmla="*/ 2147483647 w 205"/>
                  <a:gd name="T13" fmla="*/ 2147483647 h 42"/>
                  <a:gd name="T14" fmla="*/ 2147483647 w 205"/>
                  <a:gd name="T15" fmla="*/ 2147483647 h 42"/>
                  <a:gd name="T16" fmla="*/ 2147483647 w 205"/>
                  <a:gd name="T17" fmla="*/ 2147483647 h 42"/>
                  <a:gd name="T18" fmla="*/ 2147483647 w 205"/>
                  <a:gd name="T19" fmla="*/ 2147483647 h 42"/>
                  <a:gd name="T20" fmla="*/ 2147483647 w 205"/>
                  <a:gd name="T21" fmla="*/ 2147483647 h 42"/>
                  <a:gd name="T22" fmla="*/ 2147483647 w 205"/>
                  <a:gd name="T23" fmla="*/ 2147483647 h 42"/>
                  <a:gd name="T24" fmla="*/ 2147483647 w 205"/>
                  <a:gd name="T25" fmla="*/ 2147483647 h 42"/>
                  <a:gd name="T26" fmla="*/ 2147483647 w 205"/>
                  <a:gd name="T27" fmla="*/ 2147483647 h 42"/>
                  <a:gd name="T28" fmla="*/ 2147483647 w 205"/>
                  <a:gd name="T29" fmla="*/ 0 h 4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05"/>
                  <a:gd name="T46" fmla="*/ 0 h 42"/>
                  <a:gd name="T47" fmla="*/ 205 w 205"/>
                  <a:gd name="T48" fmla="*/ 42 h 4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05" h="42">
                    <a:moveTo>
                      <a:pt x="195" y="0"/>
                    </a:moveTo>
                    <a:lnTo>
                      <a:pt x="87" y="11"/>
                    </a:lnTo>
                    <a:lnTo>
                      <a:pt x="7" y="20"/>
                    </a:lnTo>
                    <a:lnTo>
                      <a:pt x="0" y="32"/>
                    </a:lnTo>
                    <a:lnTo>
                      <a:pt x="34" y="41"/>
                    </a:lnTo>
                    <a:lnTo>
                      <a:pt x="55" y="41"/>
                    </a:lnTo>
                    <a:lnTo>
                      <a:pt x="75" y="41"/>
                    </a:lnTo>
                    <a:lnTo>
                      <a:pt x="94" y="42"/>
                    </a:lnTo>
                    <a:lnTo>
                      <a:pt x="114" y="41"/>
                    </a:lnTo>
                    <a:lnTo>
                      <a:pt x="132" y="40"/>
                    </a:lnTo>
                    <a:lnTo>
                      <a:pt x="151" y="37"/>
                    </a:lnTo>
                    <a:lnTo>
                      <a:pt x="170" y="33"/>
                    </a:lnTo>
                    <a:lnTo>
                      <a:pt x="191" y="27"/>
                    </a:lnTo>
                    <a:lnTo>
                      <a:pt x="205" y="9"/>
                    </a:lnTo>
                    <a:lnTo>
                      <a:pt x="195" y="0"/>
                    </a:lnTo>
                    <a:close/>
                  </a:path>
                </a:pathLst>
              </a:custGeom>
              <a:solidFill>
                <a:srgbClr val="F4BC9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7" name="Freeform 94"/>
              <p:cNvSpPr>
                <a:spLocks/>
              </p:cNvSpPr>
              <p:nvPr/>
            </p:nvSpPr>
            <p:spPr bwMode="auto">
              <a:xfrm>
                <a:off x="1673225" y="1614488"/>
                <a:ext cx="88900" cy="19050"/>
              </a:xfrm>
              <a:custGeom>
                <a:avLst/>
                <a:gdLst>
                  <a:gd name="T0" fmla="*/ 2147483647 w 277"/>
                  <a:gd name="T1" fmla="*/ 0 h 60"/>
                  <a:gd name="T2" fmla="*/ 2147483647 w 277"/>
                  <a:gd name="T3" fmla="*/ 2147483647 h 60"/>
                  <a:gd name="T4" fmla="*/ 2147483647 w 277"/>
                  <a:gd name="T5" fmla="*/ 2147483647 h 60"/>
                  <a:gd name="T6" fmla="*/ 2147483647 w 277"/>
                  <a:gd name="T7" fmla="*/ 2147483647 h 60"/>
                  <a:gd name="T8" fmla="*/ 2147483647 w 277"/>
                  <a:gd name="T9" fmla="*/ 2147483647 h 60"/>
                  <a:gd name="T10" fmla="*/ 2147483647 w 277"/>
                  <a:gd name="T11" fmla="*/ 2147483647 h 60"/>
                  <a:gd name="T12" fmla="*/ 2147483647 w 277"/>
                  <a:gd name="T13" fmla="*/ 2147483647 h 60"/>
                  <a:gd name="T14" fmla="*/ 2147483647 w 277"/>
                  <a:gd name="T15" fmla="*/ 2147483647 h 60"/>
                  <a:gd name="T16" fmla="*/ 2147483647 w 277"/>
                  <a:gd name="T17" fmla="*/ 2147483647 h 60"/>
                  <a:gd name="T18" fmla="*/ 2147483647 w 277"/>
                  <a:gd name="T19" fmla="*/ 2147483647 h 60"/>
                  <a:gd name="T20" fmla="*/ 2147483647 w 277"/>
                  <a:gd name="T21" fmla="*/ 2147483647 h 60"/>
                  <a:gd name="T22" fmla="*/ 2147483647 w 277"/>
                  <a:gd name="T23" fmla="*/ 2147483647 h 60"/>
                  <a:gd name="T24" fmla="*/ 2147483647 w 277"/>
                  <a:gd name="T25" fmla="*/ 2147483647 h 60"/>
                  <a:gd name="T26" fmla="*/ 2147483647 w 277"/>
                  <a:gd name="T27" fmla="*/ 2147483647 h 60"/>
                  <a:gd name="T28" fmla="*/ 2147483647 w 277"/>
                  <a:gd name="T29" fmla="*/ 2147483647 h 60"/>
                  <a:gd name="T30" fmla="*/ 2147483647 w 277"/>
                  <a:gd name="T31" fmla="*/ 2147483647 h 60"/>
                  <a:gd name="T32" fmla="*/ 0 w 277"/>
                  <a:gd name="T33" fmla="*/ 2147483647 h 60"/>
                  <a:gd name="T34" fmla="*/ 2147483647 w 277"/>
                  <a:gd name="T35" fmla="*/ 2147483647 h 60"/>
                  <a:gd name="T36" fmla="*/ 2147483647 w 277"/>
                  <a:gd name="T37" fmla="*/ 2147483647 h 60"/>
                  <a:gd name="T38" fmla="*/ 2147483647 w 277"/>
                  <a:gd name="T39" fmla="*/ 2147483647 h 60"/>
                  <a:gd name="T40" fmla="*/ 2147483647 w 277"/>
                  <a:gd name="T41" fmla="*/ 2147483647 h 60"/>
                  <a:gd name="T42" fmla="*/ 2147483647 w 277"/>
                  <a:gd name="T43" fmla="*/ 2147483647 h 60"/>
                  <a:gd name="T44" fmla="*/ 2147483647 w 277"/>
                  <a:gd name="T45" fmla="*/ 2147483647 h 60"/>
                  <a:gd name="T46" fmla="*/ 2147483647 w 277"/>
                  <a:gd name="T47" fmla="*/ 2147483647 h 60"/>
                  <a:gd name="T48" fmla="*/ 2147483647 w 277"/>
                  <a:gd name="T49" fmla="*/ 2147483647 h 60"/>
                  <a:gd name="T50" fmla="*/ 2147483647 w 277"/>
                  <a:gd name="T51" fmla="*/ 2147483647 h 60"/>
                  <a:gd name="T52" fmla="*/ 2147483647 w 277"/>
                  <a:gd name="T53" fmla="*/ 2147483647 h 60"/>
                  <a:gd name="T54" fmla="*/ 2147483647 w 277"/>
                  <a:gd name="T55" fmla="*/ 2147483647 h 60"/>
                  <a:gd name="T56" fmla="*/ 2147483647 w 277"/>
                  <a:gd name="T57" fmla="*/ 2147483647 h 60"/>
                  <a:gd name="T58" fmla="*/ 2147483647 w 277"/>
                  <a:gd name="T59" fmla="*/ 2147483647 h 60"/>
                  <a:gd name="T60" fmla="*/ 2147483647 w 277"/>
                  <a:gd name="T61" fmla="*/ 2147483647 h 60"/>
                  <a:gd name="T62" fmla="*/ 2147483647 w 277"/>
                  <a:gd name="T63" fmla="*/ 2147483647 h 60"/>
                  <a:gd name="T64" fmla="*/ 2147483647 w 277"/>
                  <a:gd name="T65" fmla="*/ 2147483647 h 60"/>
                  <a:gd name="T66" fmla="*/ 2147483647 w 277"/>
                  <a:gd name="T67" fmla="*/ 2147483647 h 60"/>
                  <a:gd name="T68" fmla="*/ 2147483647 w 277"/>
                  <a:gd name="T69" fmla="*/ 2147483647 h 60"/>
                  <a:gd name="T70" fmla="*/ 2147483647 w 277"/>
                  <a:gd name="T71" fmla="*/ 0 h 60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77"/>
                  <a:gd name="T109" fmla="*/ 0 h 60"/>
                  <a:gd name="T110" fmla="*/ 277 w 277"/>
                  <a:gd name="T111" fmla="*/ 60 h 60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77" h="60">
                    <a:moveTo>
                      <a:pt x="277" y="0"/>
                    </a:moveTo>
                    <a:lnTo>
                      <a:pt x="268" y="14"/>
                    </a:lnTo>
                    <a:lnTo>
                      <a:pt x="257" y="25"/>
                    </a:lnTo>
                    <a:lnTo>
                      <a:pt x="243" y="35"/>
                    </a:lnTo>
                    <a:lnTo>
                      <a:pt x="227" y="42"/>
                    </a:lnTo>
                    <a:lnTo>
                      <a:pt x="210" y="47"/>
                    </a:lnTo>
                    <a:lnTo>
                      <a:pt x="191" y="51"/>
                    </a:lnTo>
                    <a:lnTo>
                      <a:pt x="172" y="53"/>
                    </a:lnTo>
                    <a:lnTo>
                      <a:pt x="152" y="53"/>
                    </a:lnTo>
                    <a:lnTo>
                      <a:pt x="131" y="53"/>
                    </a:lnTo>
                    <a:lnTo>
                      <a:pt x="110" y="52"/>
                    </a:lnTo>
                    <a:lnTo>
                      <a:pt x="90" y="50"/>
                    </a:lnTo>
                    <a:lnTo>
                      <a:pt x="69" y="48"/>
                    </a:lnTo>
                    <a:lnTo>
                      <a:pt x="50" y="46"/>
                    </a:lnTo>
                    <a:lnTo>
                      <a:pt x="32" y="43"/>
                    </a:lnTo>
                    <a:lnTo>
                      <a:pt x="15" y="41"/>
                    </a:lnTo>
                    <a:lnTo>
                      <a:pt x="0" y="39"/>
                    </a:lnTo>
                    <a:lnTo>
                      <a:pt x="2" y="50"/>
                    </a:lnTo>
                    <a:lnTo>
                      <a:pt x="25" y="51"/>
                    </a:lnTo>
                    <a:lnTo>
                      <a:pt x="37" y="53"/>
                    </a:lnTo>
                    <a:lnTo>
                      <a:pt x="50" y="55"/>
                    </a:lnTo>
                    <a:lnTo>
                      <a:pt x="65" y="56"/>
                    </a:lnTo>
                    <a:lnTo>
                      <a:pt x="82" y="58"/>
                    </a:lnTo>
                    <a:lnTo>
                      <a:pt x="100" y="59"/>
                    </a:lnTo>
                    <a:lnTo>
                      <a:pt x="118" y="60"/>
                    </a:lnTo>
                    <a:lnTo>
                      <a:pt x="137" y="60"/>
                    </a:lnTo>
                    <a:lnTo>
                      <a:pt x="156" y="59"/>
                    </a:lnTo>
                    <a:lnTo>
                      <a:pt x="175" y="58"/>
                    </a:lnTo>
                    <a:lnTo>
                      <a:pt x="193" y="55"/>
                    </a:lnTo>
                    <a:lnTo>
                      <a:pt x="210" y="51"/>
                    </a:lnTo>
                    <a:lnTo>
                      <a:pt x="227" y="46"/>
                    </a:lnTo>
                    <a:lnTo>
                      <a:pt x="243" y="40"/>
                    </a:lnTo>
                    <a:lnTo>
                      <a:pt x="256" y="32"/>
                    </a:lnTo>
                    <a:lnTo>
                      <a:pt x="268" y="21"/>
                    </a:lnTo>
                    <a:lnTo>
                      <a:pt x="277" y="10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8" name="Freeform 95"/>
              <p:cNvSpPr>
                <a:spLocks/>
              </p:cNvSpPr>
              <p:nvPr/>
            </p:nvSpPr>
            <p:spPr bwMode="auto">
              <a:xfrm>
                <a:off x="1682750" y="1679576"/>
                <a:ext cx="87312" cy="19050"/>
              </a:xfrm>
              <a:custGeom>
                <a:avLst/>
                <a:gdLst>
                  <a:gd name="T0" fmla="*/ 2147483647 w 276"/>
                  <a:gd name="T1" fmla="*/ 0 h 60"/>
                  <a:gd name="T2" fmla="*/ 2147483647 w 276"/>
                  <a:gd name="T3" fmla="*/ 2147483647 h 60"/>
                  <a:gd name="T4" fmla="*/ 2147483647 w 276"/>
                  <a:gd name="T5" fmla="*/ 2147483647 h 60"/>
                  <a:gd name="T6" fmla="*/ 2147483647 w 276"/>
                  <a:gd name="T7" fmla="*/ 2147483647 h 60"/>
                  <a:gd name="T8" fmla="*/ 2147483647 w 276"/>
                  <a:gd name="T9" fmla="*/ 2147483647 h 60"/>
                  <a:gd name="T10" fmla="*/ 2147483647 w 276"/>
                  <a:gd name="T11" fmla="*/ 2147483647 h 60"/>
                  <a:gd name="T12" fmla="*/ 2147483647 w 276"/>
                  <a:gd name="T13" fmla="*/ 2147483647 h 60"/>
                  <a:gd name="T14" fmla="*/ 2147483647 w 276"/>
                  <a:gd name="T15" fmla="*/ 2147483647 h 60"/>
                  <a:gd name="T16" fmla="*/ 2147483647 w 276"/>
                  <a:gd name="T17" fmla="*/ 2147483647 h 60"/>
                  <a:gd name="T18" fmla="*/ 2147483647 w 276"/>
                  <a:gd name="T19" fmla="*/ 2147483647 h 60"/>
                  <a:gd name="T20" fmla="*/ 2147483647 w 276"/>
                  <a:gd name="T21" fmla="*/ 2147483647 h 60"/>
                  <a:gd name="T22" fmla="*/ 2147483647 w 276"/>
                  <a:gd name="T23" fmla="*/ 2147483647 h 60"/>
                  <a:gd name="T24" fmla="*/ 2147483647 w 276"/>
                  <a:gd name="T25" fmla="*/ 2147483647 h 60"/>
                  <a:gd name="T26" fmla="*/ 2147483647 w 276"/>
                  <a:gd name="T27" fmla="*/ 2147483647 h 60"/>
                  <a:gd name="T28" fmla="*/ 2147483647 w 276"/>
                  <a:gd name="T29" fmla="*/ 2147483647 h 60"/>
                  <a:gd name="T30" fmla="*/ 2147483647 w 276"/>
                  <a:gd name="T31" fmla="*/ 2147483647 h 60"/>
                  <a:gd name="T32" fmla="*/ 0 w 276"/>
                  <a:gd name="T33" fmla="*/ 2147483647 h 60"/>
                  <a:gd name="T34" fmla="*/ 2147483647 w 276"/>
                  <a:gd name="T35" fmla="*/ 2147483647 h 60"/>
                  <a:gd name="T36" fmla="*/ 2147483647 w 276"/>
                  <a:gd name="T37" fmla="*/ 2147483647 h 60"/>
                  <a:gd name="T38" fmla="*/ 2147483647 w 276"/>
                  <a:gd name="T39" fmla="*/ 2147483647 h 60"/>
                  <a:gd name="T40" fmla="*/ 2147483647 w 276"/>
                  <a:gd name="T41" fmla="*/ 2147483647 h 60"/>
                  <a:gd name="T42" fmla="*/ 2147483647 w 276"/>
                  <a:gd name="T43" fmla="*/ 2147483647 h 60"/>
                  <a:gd name="T44" fmla="*/ 2147483647 w 276"/>
                  <a:gd name="T45" fmla="*/ 2147483647 h 60"/>
                  <a:gd name="T46" fmla="*/ 2147483647 w 276"/>
                  <a:gd name="T47" fmla="*/ 2147483647 h 60"/>
                  <a:gd name="T48" fmla="*/ 2147483647 w 276"/>
                  <a:gd name="T49" fmla="*/ 2147483647 h 60"/>
                  <a:gd name="T50" fmla="*/ 2147483647 w 276"/>
                  <a:gd name="T51" fmla="*/ 2147483647 h 60"/>
                  <a:gd name="T52" fmla="*/ 2147483647 w 276"/>
                  <a:gd name="T53" fmla="*/ 2147483647 h 60"/>
                  <a:gd name="T54" fmla="*/ 2147483647 w 276"/>
                  <a:gd name="T55" fmla="*/ 2147483647 h 60"/>
                  <a:gd name="T56" fmla="*/ 2147483647 w 276"/>
                  <a:gd name="T57" fmla="*/ 2147483647 h 60"/>
                  <a:gd name="T58" fmla="*/ 2147483647 w 276"/>
                  <a:gd name="T59" fmla="*/ 2147483647 h 60"/>
                  <a:gd name="T60" fmla="*/ 2147483647 w 276"/>
                  <a:gd name="T61" fmla="*/ 2147483647 h 60"/>
                  <a:gd name="T62" fmla="*/ 2147483647 w 276"/>
                  <a:gd name="T63" fmla="*/ 2147483647 h 60"/>
                  <a:gd name="T64" fmla="*/ 2147483647 w 276"/>
                  <a:gd name="T65" fmla="*/ 2147483647 h 60"/>
                  <a:gd name="T66" fmla="*/ 2147483647 w 276"/>
                  <a:gd name="T67" fmla="*/ 2147483647 h 60"/>
                  <a:gd name="T68" fmla="*/ 2147483647 w 276"/>
                  <a:gd name="T69" fmla="*/ 2147483647 h 60"/>
                  <a:gd name="T70" fmla="*/ 2147483647 w 276"/>
                  <a:gd name="T71" fmla="*/ 0 h 60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76"/>
                  <a:gd name="T109" fmla="*/ 0 h 60"/>
                  <a:gd name="T110" fmla="*/ 276 w 276"/>
                  <a:gd name="T111" fmla="*/ 60 h 60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76" h="60">
                    <a:moveTo>
                      <a:pt x="276" y="0"/>
                    </a:moveTo>
                    <a:lnTo>
                      <a:pt x="267" y="14"/>
                    </a:lnTo>
                    <a:lnTo>
                      <a:pt x="256" y="25"/>
                    </a:lnTo>
                    <a:lnTo>
                      <a:pt x="242" y="34"/>
                    </a:lnTo>
                    <a:lnTo>
                      <a:pt x="227" y="42"/>
                    </a:lnTo>
                    <a:lnTo>
                      <a:pt x="210" y="47"/>
                    </a:lnTo>
                    <a:lnTo>
                      <a:pt x="191" y="51"/>
                    </a:lnTo>
                    <a:lnTo>
                      <a:pt x="172" y="53"/>
                    </a:lnTo>
                    <a:lnTo>
                      <a:pt x="152" y="53"/>
                    </a:lnTo>
                    <a:lnTo>
                      <a:pt x="131" y="53"/>
                    </a:lnTo>
                    <a:lnTo>
                      <a:pt x="110" y="52"/>
                    </a:lnTo>
                    <a:lnTo>
                      <a:pt x="89" y="50"/>
                    </a:lnTo>
                    <a:lnTo>
                      <a:pt x="70" y="48"/>
                    </a:lnTo>
                    <a:lnTo>
                      <a:pt x="51" y="46"/>
                    </a:lnTo>
                    <a:lnTo>
                      <a:pt x="32" y="43"/>
                    </a:lnTo>
                    <a:lnTo>
                      <a:pt x="15" y="41"/>
                    </a:lnTo>
                    <a:lnTo>
                      <a:pt x="0" y="39"/>
                    </a:lnTo>
                    <a:lnTo>
                      <a:pt x="1" y="51"/>
                    </a:lnTo>
                    <a:lnTo>
                      <a:pt x="25" y="52"/>
                    </a:lnTo>
                    <a:lnTo>
                      <a:pt x="38" y="53"/>
                    </a:lnTo>
                    <a:lnTo>
                      <a:pt x="53" y="55"/>
                    </a:lnTo>
                    <a:lnTo>
                      <a:pt x="69" y="57"/>
                    </a:lnTo>
                    <a:lnTo>
                      <a:pt x="86" y="58"/>
                    </a:lnTo>
                    <a:lnTo>
                      <a:pt x="104" y="59"/>
                    </a:lnTo>
                    <a:lnTo>
                      <a:pt x="123" y="60"/>
                    </a:lnTo>
                    <a:lnTo>
                      <a:pt x="142" y="60"/>
                    </a:lnTo>
                    <a:lnTo>
                      <a:pt x="161" y="60"/>
                    </a:lnTo>
                    <a:lnTo>
                      <a:pt x="180" y="58"/>
                    </a:lnTo>
                    <a:lnTo>
                      <a:pt x="197" y="56"/>
                    </a:lnTo>
                    <a:lnTo>
                      <a:pt x="215" y="53"/>
                    </a:lnTo>
                    <a:lnTo>
                      <a:pt x="231" y="48"/>
                    </a:lnTo>
                    <a:lnTo>
                      <a:pt x="245" y="42"/>
                    </a:lnTo>
                    <a:lnTo>
                      <a:pt x="258" y="34"/>
                    </a:lnTo>
                    <a:lnTo>
                      <a:pt x="268" y="25"/>
                    </a:lnTo>
                    <a:lnTo>
                      <a:pt x="276" y="14"/>
                    </a:lnTo>
                    <a:lnTo>
                      <a:pt x="276" y="0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9" name="Freeform 96"/>
              <p:cNvSpPr>
                <a:spLocks/>
              </p:cNvSpPr>
              <p:nvPr/>
            </p:nvSpPr>
            <p:spPr bwMode="auto">
              <a:xfrm>
                <a:off x="1714500" y="1703388"/>
                <a:ext cx="41275" cy="12700"/>
              </a:xfrm>
              <a:custGeom>
                <a:avLst/>
                <a:gdLst>
                  <a:gd name="T0" fmla="*/ 2147483647 w 131"/>
                  <a:gd name="T1" fmla="*/ 2147483647 h 39"/>
                  <a:gd name="T2" fmla="*/ 2147483647 w 131"/>
                  <a:gd name="T3" fmla="*/ 0 h 39"/>
                  <a:gd name="T4" fmla="*/ 0 w 131"/>
                  <a:gd name="T5" fmla="*/ 2147483647 h 39"/>
                  <a:gd name="T6" fmla="*/ 2147483647 w 131"/>
                  <a:gd name="T7" fmla="*/ 2147483647 h 39"/>
                  <a:gd name="T8" fmla="*/ 2147483647 w 131"/>
                  <a:gd name="T9" fmla="*/ 2147483647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1"/>
                  <a:gd name="T16" fmla="*/ 0 h 39"/>
                  <a:gd name="T17" fmla="*/ 131 w 131"/>
                  <a:gd name="T18" fmla="*/ 39 h 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1" h="39">
                    <a:moveTo>
                      <a:pt x="130" y="16"/>
                    </a:moveTo>
                    <a:lnTo>
                      <a:pt x="131" y="0"/>
                    </a:lnTo>
                    <a:lnTo>
                      <a:pt x="0" y="22"/>
                    </a:lnTo>
                    <a:lnTo>
                      <a:pt x="1" y="39"/>
                    </a:lnTo>
                    <a:lnTo>
                      <a:pt x="130" y="16"/>
                    </a:lnTo>
                    <a:close/>
                  </a:path>
                </a:pathLst>
              </a:custGeom>
              <a:solidFill>
                <a:srgbClr val="333D5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0" name="Freeform 97"/>
              <p:cNvSpPr>
                <a:spLocks/>
              </p:cNvSpPr>
              <p:nvPr/>
            </p:nvSpPr>
            <p:spPr bwMode="auto">
              <a:xfrm>
                <a:off x="1711325" y="1700213"/>
                <a:ext cx="50800" cy="17463"/>
              </a:xfrm>
              <a:custGeom>
                <a:avLst/>
                <a:gdLst>
                  <a:gd name="T0" fmla="*/ 2147483647 w 156"/>
                  <a:gd name="T1" fmla="*/ 2147483647 h 53"/>
                  <a:gd name="T2" fmla="*/ 2147483647 w 156"/>
                  <a:gd name="T3" fmla="*/ 2147483647 h 53"/>
                  <a:gd name="T4" fmla="*/ 2147483647 w 156"/>
                  <a:gd name="T5" fmla="*/ 2147483647 h 53"/>
                  <a:gd name="T6" fmla="*/ 2147483647 w 156"/>
                  <a:gd name="T7" fmla="*/ 2147483647 h 53"/>
                  <a:gd name="T8" fmla="*/ 2147483647 w 156"/>
                  <a:gd name="T9" fmla="*/ 2147483647 h 53"/>
                  <a:gd name="T10" fmla="*/ 2147483647 w 156"/>
                  <a:gd name="T11" fmla="*/ 2147483647 h 53"/>
                  <a:gd name="T12" fmla="*/ 0 w 156"/>
                  <a:gd name="T13" fmla="*/ 2147483647 h 53"/>
                  <a:gd name="T14" fmla="*/ 0 w 156"/>
                  <a:gd name="T15" fmla="*/ 2147483647 h 53"/>
                  <a:gd name="T16" fmla="*/ 2147483647 w 156"/>
                  <a:gd name="T17" fmla="*/ 2147483647 h 53"/>
                  <a:gd name="T18" fmla="*/ 2147483647 w 156"/>
                  <a:gd name="T19" fmla="*/ 2147483647 h 53"/>
                  <a:gd name="T20" fmla="*/ 2147483647 w 156"/>
                  <a:gd name="T21" fmla="*/ 2147483647 h 53"/>
                  <a:gd name="T22" fmla="*/ 2147483647 w 156"/>
                  <a:gd name="T23" fmla="*/ 2147483647 h 53"/>
                  <a:gd name="T24" fmla="*/ 2147483647 w 156"/>
                  <a:gd name="T25" fmla="*/ 2147483647 h 53"/>
                  <a:gd name="T26" fmla="*/ 2147483647 w 156"/>
                  <a:gd name="T27" fmla="*/ 2147483647 h 53"/>
                  <a:gd name="T28" fmla="*/ 2147483647 w 156"/>
                  <a:gd name="T29" fmla="*/ 0 h 53"/>
                  <a:gd name="T30" fmla="*/ 2147483647 w 156"/>
                  <a:gd name="T31" fmla="*/ 0 h 53"/>
                  <a:gd name="T32" fmla="*/ 2147483647 w 156"/>
                  <a:gd name="T33" fmla="*/ 2147483647 h 5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56"/>
                  <a:gd name="T52" fmla="*/ 0 h 53"/>
                  <a:gd name="T53" fmla="*/ 156 w 156"/>
                  <a:gd name="T54" fmla="*/ 53 h 5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56" h="53">
                    <a:moveTo>
                      <a:pt x="156" y="3"/>
                    </a:moveTo>
                    <a:lnTo>
                      <a:pt x="154" y="29"/>
                    </a:lnTo>
                    <a:lnTo>
                      <a:pt x="135" y="23"/>
                    </a:lnTo>
                    <a:lnTo>
                      <a:pt x="136" y="10"/>
                    </a:lnTo>
                    <a:lnTo>
                      <a:pt x="11" y="30"/>
                    </a:lnTo>
                    <a:lnTo>
                      <a:pt x="10" y="51"/>
                    </a:lnTo>
                    <a:lnTo>
                      <a:pt x="0" y="53"/>
                    </a:lnTo>
                    <a:lnTo>
                      <a:pt x="0" y="24"/>
                    </a:lnTo>
                    <a:lnTo>
                      <a:pt x="18" y="19"/>
                    </a:lnTo>
                    <a:lnTo>
                      <a:pt x="37" y="15"/>
                    </a:lnTo>
                    <a:lnTo>
                      <a:pt x="54" y="11"/>
                    </a:lnTo>
                    <a:lnTo>
                      <a:pt x="71" y="7"/>
                    </a:lnTo>
                    <a:lnTo>
                      <a:pt x="89" y="4"/>
                    </a:lnTo>
                    <a:lnTo>
                      <a:pt x="107" y="2"/>
                    </a:lnTo>
                    <a:lnTo>
                      <a:pt x="126" y="0"/>
                    </a:lnTo>
                    <a:lnTo>
                      <a:pt x="145" y="0"/>
                    </a:lnTo>
                    <a:lnTo>
                      <a:pt x="156" y="3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1" name="Freeform 98"/>
              <p:cNvSpPr>
                <a:spLocks/>
              </p:cNvSpPr>
              <p:nvPr/>
            </p:nvSpPr>
            <p:spPr bwMode="auto">
              <a:xfrm>
                <a:off x="1684338" y="1714501"/>
                <a:ext cx="85725" cy="142875"/>
              </a:xfrm>
              <a:custGeom>
                <a:avLst/>
                <a:gdLst>
                  <a:gd name="T0" fmla="*/ 2147483647 w 270"/>
                  <a:gd name="T1" fmla="*/ 2147483647 h 451"/>
                  <a:gd name="T2" fmla="*/ 2147483647 w 270"/>
                  <a:gd name="T3" fmla="*/ 2147483647 h 451"/>
                  <a:gd name="T4" fmla="*/ 2147483647 w 270"/>
                  <a:gd name="T5" fmla="*/ 2147483647 h 451"/>
                  <a:gd name="T6" fmla="*/ 2147483647 w 270"/>
                  <a:gd name="T7" fmla="*/ 2147483647 h 451"/>
                  <a:gd name="T8" fmla="*/ 2147483647 w 270"/>
                  <a:gd name="T9" fmla="*/ 2147483647 h 451"/>
                  <a:gd name="T10" fmla="*/ 2147483647 w 270"/>
                  <a:gd name="T11" fmla="*/ 2147483647 h 451"/>
                  <a:gd name="T12" fmla="*/ 2147483647 w 270"/>
                  <a:gd name="T13" fmla="*/ 2147483647 h 451"/>
                  <a:gd name="T14" fmla="*/ 2147483647 w 270"/>
                  <a:gd name="T15" fmla="*/ 2147483647 h 451"/>
                  <a:gd name="T16" fmla="*/ 2147483647 w 270"/>
                  <a:gd name="T17" fmla="*/ 2147483647 h 451"/>
                  <a:gd name="T18" fmla="*/ 2147483647 w 270"/>
                  <a:gd name="T19" fmla="*/ 2147483647 h 451"/>
                  <a:gd name="T20" fmla="*/ 2147483647 w 270"/>
                  <a:gd name="T21" fmla="*/ 2147483647 h 451"/>
                  <a:gd name="T22" fmla="*/ 2147483647 w 270"/>
                  <a:gd name="T23" fmla="*/ 2147483647 h 451"/>
                  <a:gd name="T24" fmla="*/ 0 w 270"/>
                  <a:gd name="T25" fmla="*/ 0 h 451"/>
                  <a:gd name="T26" fmla="*/ 2147483647 w 270"/>
                  <a:gd name="T27" fmla="*/ 2147483647 h 451"/>
                  <a:gd name="T28" fmla="*/ 2147483647 w 270"/>
                  <a:gd name="T29" fmla="*/ 2147483647 h 451"/>
                  <a:gd name="T30" fmla="*/ 2147483647 w 270"/>
                  <a:gd name="T31" fmla="*/ 2147483647 h 451"/>
                  <a:gd name="T32" fmla="*/ 2147483647 w 270"/>
                  <a:gd name="T33" fmla="*/ 2147483647 h 451"/>
                  <a:gd name="T34" fmla="*/ 2147483647 w 270"/>
                  <a:gd name="T35" fmla="*/ 2147483647 h 451"/>
                  <a:gd name="T36" fmla="*/ 2147483647 w 270"/>
                  <a:gd name="T37" fmla="*/ 2147483647 h 451"/>
                  <a:gd name="T38" fmla="*/ 2147483647 w 270"/>
                  <a:gd name="T39" fmla="*/ 2147483647 h 451"/>
                  <a:gd name="T40" fmla="*/ 2147483647 w 270"/>
                  <a:gd name="T41" fmla="*/ 2147483647 h 451"/>
                  <a:gd name="T42" fmla="*/ 2147483647 w 270"/>
                  <a:gd name="T43" fmla="*/ 2147483647 h 451"/>
                  <a:gd name="T44" fmla="*/ 2147483647 w 270"/>
                  <a:gd name="T45" fmla="*/ 2147483647 h 451"/>
                  <a:gd name="T46" fmla="*/ 2147483647 w 270"/>
                  <a:gd name="T47" fmla="*/ 2147483647 h 451"/>
                  <a:gd name="T48" fmla="*/ 2147483647 w 270"/>
                  <a:gd name="T49" fmla="*/ 2147483647 h 451"/>
                  <a:gd name="T50" fmla="*/ 2147483647 w 270"/>
                  <a:gd name="T51" fmla="*/ 2147483647 h 451"/>
                  <a:gd name="T52" fmla="*/ 2147483647 w 270"/>
                  <a:gd name="T53" fmla="*/ 2147483647 h 451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270"/>
                  <a:gd name="T82" fmla="*/ 0 h 451"/>
                  <a:gd name="T83" fmla="*/ 270 w 270"/>
                  <a:gd name="T84" fmla="*/ 451 h 451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270" h="451">
                    <a:moveTo>
                      <a:pt x="270" y="130"/>
                    </a:moveTo>
                    <a:lnTo>
                      <a:pt x="249" y="255"/>
                    </a:lnTo>
                    <a:lnTo>
                      <a:pt x="225" y="335"/>
                    </a:lnTo>
                    <a:lnTo>
                      <a:pt x="206" y="343"/>
                    </a:lnTo>
                    <a:lnTo>
                      <a:pt x="188" y="351"/>
                    </a:lnTo>
                    <a:lnTo>
                      <a:pt x="173" y="357"/>
                    </a:lnTo>
                    <a:lnTo>
                      <a:pt x="159" y="362"/>
                    </a:lnTo>
                    <a:lnTo>
                      <a:pt x="144" y="365"/>
                    </a:lnTo>
                    <a:lnTo>
                      <a:pt x="128" y="367"/>
                    </a:lnTo>
                    <a:lnTo>
                      <a:pt x="109" y="367"/>
                    </a:lnTo>
                    <a:lnTo>
                      <a:pt x="87" y="366"/>
                    </a:lnTo>
                    <a:lnTo>
                      <a:pt x="64" y="364"/>
                    </a:lnTo>
                    <a:lnTo>
                      <a:pt x="0" y="0"/>
                    </a:lnTo>
                    <a:lnTo>
                      <a:pt x="56" y="419"/>
                    </a:lnTo>
                    <a:lnTo>
                      <a:pt x="64" y="448"/>
                    </a:lnTo>
                    <a:lnTo>
                      <a:pt x="85" y="449"/>
                    </a:lnTo>
                    <a:lnTo>
                      <a:pt x="104" y="450"/>
                    </a:lnTo>
                    <a:lnTo>
                      <a:pt x="123" y="451"/>
                    </a:lnTo>
                    <a:lnTo>
                      <a:pt x="140" y="450"/>
                    </a:lnTo>
                    <a:lnTo>
                      <a:pt x="157" y="448"/>
                    </a:lnTo>
                    <a:lnTo>
                      <a:pt x="173" y="443"/>
                    </a:lnTo>
                    <a:lnTo>
                      <a:pt x="189" y="435"/>
                    </a:lnTo>
                    <a:lnTo>
                      <a:pt x="207" y="423"/>
                    </a:lnTo>
                    <a:lnTo>
                      <a:pt x="226" y="406"/>
                    </a:lnTo>
                    <a:lnTo>
                      <a:pt x="249" y="298"/>
                    </a:lnTo>
                    <a:lnTo>
                      <a:pt x="262" y="209"/>
                    </a:lnTo>
                    <a:lnTo>
                      <a:pt x="270" y="130"/>
                    </a:lnTo>
                    <a:close/>
                  </a:path>
                </a:pathLst>
              </a:custGeom>
              <a:solidFill>
                <a:srgbClr val="00233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2" name="Freeform 99"/>
              <p:cNvSpPr>
                <a:spLocks/>
              </p:cNvSpPr>
              <p:nvPr/>
            </p:nvSpPr>
            <p:spPr bwMode="auto">
              <a:xfrm>
                <a:off x="1754188" y="1752601"/>
                <a:ext cx="17462" cy="120650"/>
              </a:xfrm>
              <a:custGeom>
                <a:avLst/>
                <a:gdLst>
                  <a:gd name="T0" fmla="*/ 2147483647 w 58"/>
                  <a:gd name="T1" fmla="*/ 2147483647 h 377"/>
                  <a:gd name="T2" fmla="*/ 2147483647 w 58"/>
                  <a:gd name="T3" fmla="*/ 2147483647 h 377"/>
                  <a:gd name="T4" fmla="*/ 2147483647 w 58"/>
                  <a:gd name="T5" fmla="*/ 2147483647 h 377"/>
                  <a:gd name="T6" fmla="*/ 2147483647 w 58"/>
                  <a:gd name="T7" fmla="*/ 2147483647 h 377"/>
                  <a:gd name="T8" fmla="*/ 2147483647 w 58"/>
                  <a:gd name="T9" fmla="*/ 2147483647 h 377"/>
                  <a:gd name="T10" fmla="*/ 2147483647 w 58"/>
                  <a:gd name="T11" fmla="*/ 2147483647 h 377"/>
                  <a:gd name="T12" fmla="*/ 0 w 58"/>
                  <a:gd name="T13" fmla="*/ 2147483647 h 377"/>
                  <a:gd name="T14" fmla="*/ 2147483647 w 58"/>
                  <a:gd name="T15" fmla="*/ 2147483647 h 377"/>
                  <a:gd name="T16" fmla="*/ 2147483647 w 58"/>
                  <a:gd name="T17" fmla="*/ 2147483647 h 377"/>
                  <a:gd name="T18" fmla="*/ 2147483647 w 58"/>
                  <a:gd name="T19" fmla="*/ 0 h 377"/>
                  <a:gd name="T20" fmla="*/ 2147483647 w 58"/>
                  <a:gd name="T21" fmla="*/ 2147483647 h 377"/>
                  <a:gd name="T22" fmla="*/ 2147483647 w 58"/>
                  <a:gd name="T23" fmla="*/ 2147483647 h 377"/>
                  <a:gd name="T24" fmla="*/ 2147483647 w 58"/>
                  <a:gd name="T25" fmla="*/ 2147483647 h 377"/>
                  <a:gd name="T26" fmla="*/ 2147483647 w 58"/>
                  <a:gd name="T27" fmla="*/ 2147483647 h 377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58"/>
                  <a:gd name="T43" fmla="*/ 0 h 377"/>
                  <a:gd name="T44" fmla="*/ 58 w 58"/>
                  <a:gd name="T45" fmla="*/ 377 h 377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58" h="377">
                    <a:moveTo>
                      <a:pt x="58" y="26"/>
                    </a:moveTo>
                    <a:lnTo>
                      <a:pt x="47" y="160"/>
                    </a:lnTo>
                    <a:lnTo>
                      <a:pt x="29" y="283"/>
                    </a:lnTo>
                    <a:lnTo>
                      <a:pt x="15" y="336"/>
                    </a:lnTo>
                    <a:lnTo>
                      <a:pt x="7" y="377"/>
                    </a:lnTo>
                    <a:lnTo>
                      <a:pt x="8" y="325"/>
                    </a:lnTo>
                    <a:lnTo>
                      <a:pt x="0" y="294"/>
                    </a:lnTo>
                    <a:lnTo>
                      <a:pt x="19" y="208"/>
                    </a:lnTo>
                    <a:lnTo>
                      <a:pt x="38" y="106"/>
                    </a:lnTo>
                    <a:lnTo>
                      <a:pt x="47" y="0"/>
                    </a:lnTo>
                    <a:lnTo>
                      <a:pt x="49" y="3"/>
                    </a:lnTo>
                    <a:lnTo>
                      <a:pt x="52" y="11"/>
                    </a:lnTo>
                    <a:lnTo>
                      <a:pt x="56" y="21"/>
                    </a:lnTo>
                    <a:lnTo>
                      <a:pt x="58" y="26"/>
                    </a:lnTo>
                    <a:close/>
                  </a:path>
                </a:pathLst>
              </a:custGeom>
              <a:solidFill>
                <a:srgbClr val="63563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3" name="Freeform 100"/>
              <p:cNvSpPr>
                <a:spLocks/>
              </p:cNvSpPr>
              <p:nvPr/>
            </p:nvSpPr>
            <p:spPr bwMode="auto">
              <a:xfrm>
                <a:off x="1703388" y="1847851"/>
                <a:ext cx="53975" cy="36513"/>
              </a:xfrm>
              <a:custGeom>
                <a:avLst/>
                <a:gdLst>
                  <a:gd name="T0" fmla="*/ 2147483647 w 171"/>
                  <a:gd name="T1" fmla="*/ 0 h 116"/>
                  <a:gd name="T2" fmla="*/ 2147483647 w 171"/>
                  <a:gd name="T3" fmla="*/ 2147483647 h 116"/>
                  <a:gd name="T4" fmla="*/ 2147483647 w 171"/>
                  <a:gd name="T5" fmla="*/ 2147483647 h 116"/>
                  <a:gd name="T6" fmla="*/ 2147483647 w 171"/>
                  <a:gd name="T7" fmla="*/ 2147483647 h 116"/>
                  <a:gd name="T8" fmla="*/ 2147483647 w 171"/>
                  <a:gd name="T9" fmla="*/ 2147483647 h 116"/>
                  <a:gd name="T10" fmla="*/ 2147483647 w 171"/>
                  <a:gd name="T11" fmla="*/ 2147483647 h 116"/>
                  <a:gd name="T12" fmla="*/ 2147483647 w 171"/>
                  <a:gd name="T13" fmla="*/ 2147483647 h 116"/>
                  <a:gd name="T14" fmla="*/ 2147483647 w 171"/>
                  <a:gd name="T15" fmla="*/ 2147483647 h 116"/>
                  <a:gd name="T16" fmla="*/ 0 w 171"/>
                  <a:gd name="T17" fmla="*/ 2147483647 h 116"/>
                  <a:gd name="T18" fmla="*/ 2147483647 w 171"/>
                  <a:gd name="T19" fmla="*/ 2147483647 h 116"/>
                  <a:gd name="T20" fmla="*/ 2147483647 w 171"/>
                  <a:gd name="T21" fmla="*/ 2147483647 h 116"/>
                  <a:gd name="T22" fmla="*/ 2147483647 w 171"/>
                  <a:gd name="T23" fmla="*/ 2147483647 h 116"/>
                  <a:gd name="T24" fmla="*/ 2147483647 w 171"/>
                  <a:gd name="T25" fmla="*/ 2147483647 h 116"/>
                  <a:gd name="T26" fmla="*/ 2147483647 w 171"/>
                  <a:gd name="T27" fmla="*/ 2147483647 h 116"/>
                  <a:gd name="T28" fmla="*/ 2147483647 w 171"/>
                  <a:gd name="T29" fmla="*/ 2147483647 h 116"/>
                  <a:gd name="T30" fmla="*/ 2147483647 w 171"/>
                  <a:gd name="T31" fmla="*/ 0 h 11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71"/>
                  <a:gd name="T49" fmla="*/ 0 h 116"/>
                  <a:gd name="T50" fmla="*/ 171 w 171"/>
                  <a:gd name="T51" fmla="*/ 116 h 11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71" h="116">
                    <a:moveTo>
                      <a:pt x="155" y="0"/>
                    </a:moveTo>
                    <a:lnTo>
                      <a:pt x="136" y="10"/>
                    </a:lnTo>
                    <a:lnTo>
                      <a:pt x="118" y="15"/>
                    </a:lnTo>
                    <a:lnTo>
                      <a:pt x="99" y="19"/>
                    </a:lnTo>
                    <a:lnTo>
                      <a:pt x="81" y="21"/>
                    </a:lnTo>
                    <a:lnTo>
                      <a:pt x="62" y="22"/>
                    </a:lnTo>
                    <a:lnTo>
                      <a:pt x="41" y="21"/>
                    </a:lnTo>
                    <a:lnTo>
                      <a:pt x="21" y="21"/>
                    </a:lnTo>
                    <a:lnTo>
                      <a:pt x="0" y="20"/>
                    </a:lnTo>
                    <a:lnTo>
                      <a:pt x="11" y="71"/>
                    </a:lnTo>
                    <a:lnTo>
                      <a:pt x="25" y="116"/>
                    </a:lnTo>
                    <a:lnTo>
                      <a:pt x="89" y="115"/>
                    </a:lnTo>
                    <a:lnTo>
                      <a:pt x="151" y="95"/>
                    </a:lnTo>
                    <a:lnTo>
                      <a:pt x="167" y="78"/>
                    </a:lnTo>
                    <a:lnTo>
                      <a:pt x="171" y="30"/>
                    </a:lnTo>
                    <a:lnTo>
                      <a:pt x="155" y="0"/>
                    </a:lnTo>
                    <a:close/>
                  </a:path>
                </a:pathLst>
              </a:custGeom>
              <a:solidFill>
                <a:srgbClr val="AA8E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4" name="Freeform 101"/>
              <p:cNvSpPr>
                <a:spLocks/>
              </p:cNvSpPr>
              <p:nvPr/>
            </p:nvSpPr>
            <p:spPr bwMode="auto">
              <a:xfrm>
                <a:off x="1725613" y="1736726"/>
                <a:ext cx="26987" cy="17463"/>
              </a:xfrm>
              <a:custGeom>
                <a:avLst/>
                <a:gdLst>
                  <a:gd name="T0" fmla="*/ 2147483647 w 89"/>
                  <a:gd name="T1" fmla="*/ 2147483647 h 53"/>
                  <a:gd name="T2" fmla="*/ 2147483647 w 89"/>
                  <a:gd name="T3" fmla="*/ 2147483647 h 53"/>
                  <a:gd name="T4" fmla="*/ 2147483647 w 89"/>
                  <a:gd name="T5" fmla="*/ 2147483647 h 53"/>
                  <a:gd name="T6" fmla="*/ 2147483647 w 89"/>
                  <a:gd name="T7" fmla="*/ 2147483647 h 53"/>
                  <a:gd name="T8" fmla="*/ 2147483647 w 89"/>
                  <a:gd name="T9" fmla="*/ 2147483647 h 53"/>
                  <a:gd name="T10" fmla="*/ 2147483647 w 89"/>
                  <a:gd name="T11" fmla="*/ 2147483647 h 53"/>
                  <a:gd name="T12" fmla="*/ 0 w 89"/>
                  <a:gd name="T13" fmla="*/ 2147483647 h 53"/>
                  <a:gd name="T14" fmla="*/ 0 w 89"/>
                  <a:gd name="T15" fmla="*/ 2147483647 h 53"/>
                  <a:gd name="T16" fmla="*/ 2147483647 w 89"/>
                  <a:gd name="T17" fmla="*/ 2147483647 h 53"/>
                  <a:gd name="T18" fmla="*/ 2147483647 w 89"/>
                  <a:gd name="T19" fmla="*/ 2147483647 h 53"/>
                  <a:gd name="T20" fmla="*/ 2147483647 w 89"/>
                  <a:gd name="T21" fmla="*/ 2147483647 h 53"/>
                  <a:gd name="T22" fmla="*/ 2147483647 w 89"/>
                  <a:gd name="T23" fmla="*/ 2147483647 h 53"/>
                  <a:gd name="T24" fmla="*/ 2147483647 w 89"/>
                  <a:gd name="T25" fmla="*/ 2147483647 h 53"/>
                  <a:gd name="T26" fmla="*/ 2147483647 w 89"/>
                  <a:gd name="T27" fmla="*/ 2147483647 h 53"/>
                  <a:gd name="T28" fmla="*/ 2147483647 w 89"/>
                  <a:gd name="T29" fmla="*/ 2147483647 h 53"/>
                  <a:gd name="T30" fmla="*/ 2147483647 w 89"/>
                  <a:gd name="T31" fmla="*/ 2147483647 h 53"/>
                  <a:gd name="T32" fmla="*/ 2147483647 w 89"/>
                  <a:gd name="T33" fmla="*/ 2147483647 h 53"/>
                  <a:gd name="T34" fmla="*/ 2147483647 w 89"/>
                  <a:gd name="T35" fmla="*/ 2147483647 h 53"/>
                  <a:gd name="T36" fmla="*/ 2147483647 w 89"/>
                  <a:gd name="T37" fmla="*/ 2147483647 h 53"/>
                  <a:gd name="T38" fmla="*/ 2147483647 w 89"/>
                  <a:gd name="T39" fmla="*/ 2147483647 h 53"/>
                  <a:gd name="T40" fmla="*/ 2147483647 w 89"/>
                  <a:gd name="T41" fmla="*/ 2147483647 h 53"/>
                  <a:gd name="T42" fmla="*/ 2147483647 w 89"/>
                  <a:gd name="T43" fmla="*/ 2147483647 h 53"/>
                  <a:gd name="T44" fmla="*/ 2147483647 w 89"/>
                  <a:gd name="T45" fmla="*/ 2147483647 h 53"/>
                  <a:gd name="T46" fmla="*/ 2147483647 w 89"/>
                  <a:gd name="T47" fmla="*/ 2147483647 h 53"/>
                  <a:gd name="T48" fmla="*/ 2147483647 w 89"/>
                  <a:gd name="T49" fmla="*/ 2147483647 h 53"/>
                  <a:gd name="T50" fmla="*/ 2147483647 w 89"/>
                  <a:gd name="T51" fmla="*/ 2147483647 h 53"/>
                  <a:gd name="T52" fmla="*/ 2147483647 w 89"/>
                  <a:gd name="T53" fmla="*/ 2147483647 h 53"/>
                  <a:gd name="T54" fmla="*/ 2147483647 w 89"/>
                  <a:gd name="T55" fmla="*/ 2147483647 h 53"/>
                  <a:gd name="T56" fmla="*/ 2147483647 w 89"/>
                  <a:gd name="T57" fmla="*/ 2147483647 h 53"/>
                  <a:gd name="T58" fmla="*/ 2147483647 w 89"/>
                  <a:gd name="T59" fmla="*/ 0 h 53"/>
                  <a:gd name="T60" fmla="*/ 2147483647 w 89"/>
                  <a:gd name="T61" fmla="*/ 0 h 53"/>
                  <a:gd name="T62" fmla="*/ 2147483647 w 89"/>
                  <a:gd name="T63" fmla="*/ 0 h 53"/>
                  <a:gd name="T64" fmla="*/ 2147483647 w 89"/>
                  <a:gd name="T65" fmla="*/ 2147483647 h 5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89"/>
                  <a:gd name="T100" fmla="*/ 0 h 53"/>
                  <a:gd name="T101" fmla="*/ 89 w 89"/>
                  <a:gd name="T102" fmla="*/ 53 h 53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89" h="53">
                    <a:moveTo>
                      <a:pt x="30" y="2"/>
                    </a:moveTo>
                    <a:lnTo>
                      <a:pt x="22" y="5"/>
                    </a:lnTo>
                    <a:lnTo>
                      <a:pt x="15" y="9"/>
                    </a:lnTo>
                    <a:lnTo>
                      <a:pt x="9" y="13"/>
                    </a:lnTo>
                    <a:lnTo>
                      <a:pt x="4" y="18"/>
                    </a:lnTo>
                    <a:lnTo>
                      <a:pt x="1" y="23"/>
                    </a:lnTo>
                    <a:lnTo>
                      <a:pt x="0" y="28"/>
                    </a:lnTo>
                    <a:lnTo>
                      <a:pt x="0" y="33"/>
                    </a:lnTo>
                    <a:lnTo>
                      <a:pt x="2" y="38"/>
                    </a:lnTo>
                    <a:lnTo>
                      <a:pt x="6" y="43"/>
                    </a:lnTo>
                    <a:lnTo>
                      <a:pt x="11" y="46"/>
                    </a:lnTo>
                    <a:lnTo>
                      <a:pt x="17" y="49"/>
                    </a:lnTo>
                    <a:lnTo>
                      <a:pt x="24" y="51"/>
                    </a:lnTo>
                    <a:lnTo>
                      <a:pt x="32" y="53"/>
                    </a:lnTo>
                    <a:lnTo>
                      <a:pt x="41" y="53"/>
                    </a:lnTo>
                    <a:lnTo>
                      <a:pt x="49" y="52"/>
                    </a:lnTo>
                    <a:lnTo>
                      <a:pt x="58" y="50"/>
                    </a:lnTo>
                    <a:lnTo>
                      <a:pt x="66" y="47"/>
                    </a:lnTo>
                    <a:lnTo>
                      <a:pt x="75" y="44"/>
                    </a:lnTo>
                    <a:lnTo>
                      <a:pt x="81" y="39"/>
                    </a:lnTo>
                    <a:lnTo>
                      <a:pt x="85" y="35"/>
                    </a:lnTo>
                    <a:lnTo>
                      <a:pt x="88" y="30"/>
                    </a:lnTo>
                    <a:lnTo>
                      <a:pt x="89" y="24"/>
                    </a:lnTo>
                    <a:lnTo>
                      <a:pt x="89" y="19"/>
                    </a:lnTo>
                    <a:lnTo>
                      <a:pt x="87" y="14"/>
                    </a:lnTo>
                    <a:lnTo>
                      <a:pt x="83" y="10"/>
                    </a:lnTo>
                    <a:lnTo>
                      <a:pt x="78" y="6"/>
                    </a:lnTo>
                    <a:lnTo>
                      <a:pt x="72" y="3"/>
                    </a:lnTo>
                    <a:lnTo>
                      <a:pt x="64" y="1"/>
                    </a:lnTo>
                    <a:lnTo>
                      <a:pt x="56" y="0"/>
                    </a:lnTo>
                    <a:lnTo>
                      <a:pt x="47" y="0"/>
                    </a:lnTo>
                    <a:lnTo>
                      <a:pt x="39" y="0"/>
                    </a:lnTo>
                    <a:lnTo>
                      <a:pt x="30" y="2"/>
                    </a:lnTo>
                    <a:close/>
                  </a:path>
                </a:pathLst>
              </a:custGeom>
              <a:solidFill>
                <a:srgbClr val="00233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5" name="Freeform 102"/>
              <p:cNvSpPr>
                <a:spLocks/>
              </p:cNvSpPr>
              <p:nvPr/>
            </p:nvSpPr>
            <p:spPr bwMode="auto">
              <a:xfrm>
                <a:off x="1725613" y="1741488"/>
                <a:ext cx="17462" cy="11113"/>
              </a:xfrm>
              <a:custGeom>
                <a:avLst/>
                <a:gdLst>
                  <a:gd name="T0" fmla="*/ 2147483647 w 55"/>
                  <a:gd name="T1" fmla="*/ 2147483647 h 34"/>
                  <a:gd name="T2" fmla="*/ 2147483647 w 55"/>
                  <a:gd name="T3" fmla="*/ 2147483647 h 34"/>
                  <a:gd name="T4" fmla="*/ 2147483647 w 55"/>
                  <a:gd name="T5" fmla="*/ 2147483647 h 34"/>
                  <a:gd name="T6" fmla="*/ 0 w 55"/>
                  <a:gd name="T7" fmla="*/ 2147483647 h 34"/>
                  <a:gd name="T8" fmla="*/ 2147483647 w 55"/>
                  <a:gd name="T9" fmla="*/ 2147483647 h 34"/>
                  <a:gd name="T10" fmla="*/ 2147483647 w 55"/>
                  <a:gd name="T11" fmla="*/ 2147483647 h 34"/>
                  <a:gd name="T12" fmla="*/ 2147483647 w 55"/>
                  <a:gd name="T13" fmla="*/ 2147483647 h 34"/>
                  <a:gd name="T14" fmla="*/ 2147483647 w 55"/>
                  <a:gd name="T15" fmla="*/ 2147483647 h 34"/>
                  <a:gd name="T16" fmla="*/ 2147483647 w 55"/>
                  <a:gd name="T17" fmla="*/ 2147483647 h 34"/>
                  <a:gd name="T18" fmla="*/ 2147483647 w 55"/>
                  <a:gd name="T19" fmla="*/ 2147483647 h 34"/>
                  <a:gd name="T20" fmla="*/ 2147483647 w 55"/>
                  <a:gd name="T21" fmla="*/ 2147483647 h 34"/>
                  <a:gd name="T22" fmla="*/ 2147483647 w 55"/>
                  <a:gd name="T23" fmla="*/ 2147483647 h 34"/>
                  <a:gd name="T24" fmla="*/ 2147483647 w 55"/>
                  <a:gd name="T25" fmla="*/ 2147483647 h 34"/>
                  <a:gd name="T26" fmla="*/ 2147483647 w 55"/>
                  <a:gd name="T27" fmla="*/ 2147483647 h 34"/>
                  <a:gd name="T28" fmla="*/ 2147483647 w 55"/>
                  <a:gd name="T29" fmla="*/ 2147483647 h 34"/>
                  <a:gd name="T30" fmla="*/ 2147483647 w 55"/>
                  <a:gd name="T31" fmla="*/ 2147483647 h 34"/>
                  <a:gd name="T32" fmla="*/ 2147483647 w 55"/>
                  <a:gd name="T33" fmla="*/ 2147483647 h 34"/>
                  <a:gd name="T34" fmla="*/ 2147483647 w 55"/>
                  <a:gd name="T35" fmla="*/ 2147483647 h 34"/>
                  <a:gd name="T36" fmla="*/ 2147483647 w 55"/>
                  <a:gd name="T37" fmla="*/ 2147483647 h 34"/>
                  <a:gd name="T38" fmla="*/ 2147483647 w 55"/>
                  <a:gd name="T39" fmla="*/ 2147483647 h 34"/>
                  <a:gd name="T40" fmla="*/ 2147483647 w 55"/>
                  <a:gd name="T41" fmla="*/ 2147483647 h 34"/>
                  <a:gd name="T42" fmla="*/ 2147483647 w 55"/>
                  <a:gd name="T43" fmla="*/ 0 h 34"/>
                  <a:gd name="T44" fmla="*/ 2147483647 w 55"/>
                  <a:gd name="T45" fmla="*/ 0 h 34"/>
                  <a:gd name="T46" fmla="*/ 2147483647 w 55"/>
                  <a:gd name="T47" fmla="*/ 2147483647 h 34"/>
                  <a:gd name="T48" fmla="*/ 2147483647 w 55"/>
                  <a:gd name="T49" fmla="*/ 2147483647 h 3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55"/>
                  <a:gd name="T76" fmla="*/ 0 h 34"/>
                  <a:gd name="T77" fmla="*/ 55 w 55"/>
                  <a:gd name="T78" fmla="*/ 34 h 34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55" h="34">
                    <a:moveTo>
                      <a:pt x="19" y="2"/>
                    </a:moveTo>
                    <a:lnTo>
                      <a:pt x="9" y="6"/>
                    </a:lnTo>
                    <a:lnTo>
                      <a:pt x="3" y="12"/>
                    </a:lnTo>
                    <a:lnTo>
                      <a:pt x="0" y="18"/>
                    </a:lnTo>
                    <a:lnTo>
                      <a:pt x="1" y="25"/>
                    </a:lnTo>
                    <a:lnTo>
                      <a:pt x="3" y="28"/>
                    </a:lnTo>
                    <a:lnTo>
                      <a:pt x="7" y="30"/>
                    </a:lnTo>
                    <a:lnTo>
                      <a:pt x="11" y="32"/>
                    </a:lnTo>
                    <a:lnTo>
                      <a:pt x="15" y="33"/>
                    </a:lnTo>
                    <a:lnTo>
                      <a:pt x="20" y="34"/>
                    </a:lnTo>
                    <a:lnTo>
                      <a:pt x="26" y="34"/>
                    </a:lnTo>
                    <a:lnTo>
                      <a:pt x="31" y="33"/>
                    </a:lnTo>
                    <a:lnTo>
                      <a:pt x="37" y="32"/>
                    </a:lnTo>
                    <a:lnTo>
                      <a:pt x="46" y="28"/>
                    </a:lnTo>
                    <a:lnTo>
                      <a:pt x="53" y="22"/>
                    </a:lnTo>
                    <a:lnTo>
                      <a:pt x="55" y="16"/>
                    </a:lnTo>
                    <a:lnTo>
                      <a:pt x="54" y="10"/>
                    </a:lnTo>
                    <a:lnTo>
                      <a:pt x="52" y="7"/>
                    </a:lnTo>
                    <a:lnTo>
                      <a:pt x="48" y="4"/>
                    </a:lnTo>
                    <a:lnTo>
                      <a:pt x="44" y="2"/>
                    </a:lnTo>
                    <a:lnTo>
                      <a:pt x="40" y="1"/>
                    </a:lnTo>
                    <a:lnTo>
                      <a:pt x="35" y="0"/>
                    </a:lnTo>
                    <a:lnTo>
                      <a:pt x="30" y="0"/>
                    </a:lnTo>
                    <a:lnTo>
                      <a:pt x="24" y="1"/>
                    </a:lnTo>
                    <a:lnTo>
                      <a:pt x="19" y="2"/>
                    </a:lnTo>
                    <a:close/>
                  </a:path>
                </a:pathLst>
              </a:custGeom>
              <a:solidFill>
                <a:srgbClr val="9670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6" name="Freeform 103"/>
              <p:cNvSpPr>
                <a:spLocks/>
              </p:cNvSpPr>
              <p:nvPr/>
            </p:nvSpPr>
            <p:spPr bwMode="auto">
              <a:xfrm>
                <a:off x="1435100" y="1677988"/>
                <a:ext cx="57150" cy="14288"/>
              </a:xfrm>
              <a:custGeom>
                <a:avLst/>
                <a:gdLst>
                  <a:gd name="T0" fmla="*/ 2147483647 w 179"/>
                  <a:gd name="T1" fmla="*/ 2147483647 h 46"/>
                  <a:gd name="T2" fmla="*/ 2147483647 w 179"/>
                  <a:gd name="T3" fmla="*/ 2147483647 h 46"/>
                  <a:gd name="T4" fmla="*/ 0 w 179"/>
                  <a:gd name="T5" fmla="*/ 2147483647 h 46"/>
                  <a:gd name="T6" fmla="*/ 2147483647 w 179"/>
                  <a:gd name="T7" fmla="*/ 0 h 46"/>
                  <a:gd name="T8" fmla="*/ 2147483647 w 179"/>
                  <a:gd name="T9" fmla="*/ 2147483647 h 46"/>
                  <a:gd name="T10" fmla="*/ 2147483647 w 179"/>
                  <a:gd name="T11" fmla="*/ 2147483647 h 4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79"/>
                  <a:gd name="T19" fmla="*/ 0 h 46"/>
                  <a:gd name="T20" fmla="*/ 179 w 179"/>
                  <a:gd name="T21" fmla="*/ 46 h 4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79" h="46">
                    <a:moveTo>
                      <a:pt x="88" y="46"/>
                    </a:moveTo>
                    <a:lnTo>
                      <a:pt x="43" y="42"/>
                    </a:lnTo>
                    <a:lnTo>
                      <a:pt x="0" y="39"/>
                    </a:lnTo>
                    <a:lnTo>
                      <a:pt x="88" y="0"/>
                    </a:lnTo>
                    <a:lnTo>
                      <a:pt x="179" y="6"/>
                    </a:lnTo>
                    <a:lnTo>
                      <a:pt x="88" y="46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7" name="Freeform 104"/>
              <p:cNvSpPr>
                <a:spLocks/>
              </p:cNvSpPr>
              <p:nvPr/>
            </p:nvSpPr>
            <p:spPr bwMode="auto">
              <a:xfrm>
                <a:off x="1389063" y="1597026"/>
                <a:ext cx="177800" cy="47625"/>
              </a:xfrm>
              <a:custGeom>
                <a:avLst/>
                <a:gdLst>
                  <a:gd name="T0" fmla="*/ 2147483647 w 559"/>
                  <a:gd name="T1" fmla="*/ 0 h 151"/>
                  <a:gd name="T2" fmla="*/ 2147483647 w 559"/>
                  <a:gd name="T3" fmla="*/ 2147483647 h 151"/>
                  <a:gd name="T4" fmla="*/ 0 w 559"/>
                  <a:gd name="T5" fmla="*/ 2147483647 h 151"/>
                  <a:gd name="T6" fmla="*/ 2147483647 w 559"/>
                  <a:gd name="T7" fmla="*/ 2147483647 h 151"/>
                  <a:gd name="T8" fmla="*/ 2147483647 w 559"/>
                  <a:gd name="T9" fmla="*/ 0 h 1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59"/>
                  <a:gd name="T16" fmla="*/ 0 h 151"/>
                  <a:gd name="T17" fmla="*/ 559 w 559"/>
                  <a:gd name="T18" fmla="*/ 151 h 15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59" h="151">
                    <a:moveTo>
                      <a:pt x="559" y="0"/>
                    </a:moveTo>
                    <a:lnTo>
                      <a:pt x="107" y="97"/>
                    </a:lnTo>
                    <a:lnTo>
                      <a:pt x="0" y="151"/>
                    </a:lnTo>
                    <a:lnTo>
                      <a:pt x="310" y="74"/>
                    </a:lnTo>
                    <a:lnTo>
                      <a:pt x="559" y="0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8" name="Freeform 105"/>
              <p:cNvSpPr>
                <a:spLocks/>
              </p:cNvSpPr>
              <p:nvPr/>
            </p:nvSpPr>
            <p:spPr bwMode="auto">
              <a:xfrm>
                <a:off x="1277938" y="1651001"/>
                <a:ext cx="122237" cy="28575"/>
              </a:xfrm>
              <a:custGeom>
                <a:avLst/>
                <a:gdLst>
                  <a:gd name="T0" fmla="*/ 2147483647 w 385"/>
                  <a:gd name="T1" fmla="*/ 0 h 91"/>
                  <a:gd name="T2" fmla="*/ 2147483647 w 385"/>
                  <a:gd name="T3" fmla="*/ 2147483647 h 91"/>
                  <a:gd name="T4" fmla="*/ 0 w 385"/>
                  <a:gd name="T5" fmla="*/ 2147483647 h 91"/>
                  <a:gd name="T6" fmla="*/ 2147483647 w 385"/>
                  <a:gd name="T7" fmla="*/ 2147483647 h 91"/>
                  <a:gd name="T8" fmla="*/ 2147483647 w 385"/>
                  <a:gd name="T9" fmla="*/ 2147483647 h 91"/>
                  <a:gd name="T10" fmla="*/ 2147483647 w 385"/>
                  <a:gd name="T11" fmla="*/ 0 h 9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85"/>
                  <a:gd name="T19" fmla="*/ 0 h 91"/>
                  <a:gd name="T20" fmla="*/ 385 w 385"/>
                  <a:gd name="T21" fmla="*/ 91 h 9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85" h="91">
                    <a:moveTo>
                      <a:pt x="343" y="0"/>
                    </a:moveTo>
                    <a:lnTo>
                      <a:pt x="216" y="22"/>
                    </a:lnTo>
                    <a:lnTo>
                      <a:pt x="0" y="91"/>
                    </a:lnTo>
                    <a:lnTo>
                      <a:pt x="385" y="81"/>
                    </a:lnTo>
                    <a:lnTo>
                      <a:pt x="312" y="63"/>
                    </a:lnTo>
                    <a:lnTo>
                      <a:pt x="343" y="0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9" name="Freeform 106"/>
              <p:cNvSpPr>
                <a:spLocks/>
              </p:cNvSpPr>
              <p:nvPr/>
            </p:nvSpPr>
            <p:spPr bwMode="auto">
              <a:xfrm>
                <a:off x="1468438" y="1695451"/>
                <a:ext cx="33337" cy="207963"/>
              </a:xfrm>
              <a:custGeom>
                <a:avLst/>
                <a:gdLst>
                  <a:gd name="T0" fmla="*/ 2147483647 w 108"/>
                  <a:gd name="T1" fmla="*/ 0 h 653"/>
                  <a:gd name="T2" fmla="*/ 2147483647 w 108"/>
                  <a:gd name="T3" fmla="*/ 2147483647 h 653"/>
                  <a:gd name="T4" fmla="*/ 2147483647 w 108"/>
                  <a:gd name="T5" fmla="*/ 2147483647 h 653"/>
                  <a:gd name="T6" fmla="*/ 2147483647 w 108"/>
                  <a:gd name="T7" fmla="*/ 2147483647 h 653"/>
                  <a:gd name="T8" fmla="*/ 2147483647 w 108"/>
                  <a:gd name="T9" fmla="*/ 2147483647 h 653"/>
                  <a:gd name="T10" fmla="*/ 2147483647 w 108"/>
                  <a:gd name="T11" fmla="*/ 2147483647 h 653"/>
                  <a:gd name="T12" fmla="*/ 2147483647 w 108"/>
                  <a:gd name="T13" fmla="*/ 2147483647 h 653"/>
                  <a:gd name="T14" fmla="*/ 2147483647 w 108"/>
                  <a:gd name="T15" fmla="*/ 2147483647 h 653"/>
                  <a:gd name="T16" fmla="*/ 2147483647 w 108"/>
                  <a:gd name="T17" fmla="*/ 2147483647 h 653"/>
                  <a:gd name="T18" fmla="*/ 2147483647 w 108"/>
                  <a:gd name="T19" fmla="*/ 2147483647 h 653"/>
                  <a:gd name="T20" fmla="*/ 2147483647 w 108"/>
                  <a:gd name="T21" fmla="*/ 2147483647 h 653"/>
                  <a:gd name="T22" fmla="*/ 2147483647 w 108"/>
                  <a:gd name="T23" fmla="*/ 2147483647 h 653"/>
                  <a:gd name="T24" fmla="*/ 2147483647 w 108"/>
                  <a:gd name="T25" fmla="*/ 2147483647 h 653"/>
                  <a:gd name="T26" fmla="*/ 2147483647 w 108"/>
                  <a:gd name="T27" fmla="*/ 2147483647 h 653"/>
                  <a:gd name="T28" fmla="*/ 2147483647 w 108"/>
                  <a:gd name="T29" fmla="*/ 2147483647 h 653"/>
                  <a:gd name="T30" fmla="*/ 2147483647 w 108"/>
                  <a:gd name="T31" fmla="*/ 2147483647 h 653"/>
                  <a:gd name="T32" fmla="*/ 2147483647 w 108"/>
                  <a:gd name="T33" fmla="*/ 2147483647 h 653"/>
                  <a:gd name="T34" fmla="*/ 0 w 108"/>
                  <a:gd name="T35" fmla="*/ 2147483647 h 653"/>
                  <a:gd name="T36" fmla="*/ 2147483647 w 108"/>
                  <a:gd name="T37" fmla="*/ 0 h 65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08"/>
                  <a:gd name="T58" fmla="*/ 0 h 653"/>
                  <a:gd name="T59" fmla="*/ 108 w 108"/>
                  <a:gd name="T60" fmla="*/ 653 h 65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08" h="653">
                    <a:moveTo>
                      <a:pt x="21" y="0"/>
                    </a:moveTo>
                    <a:lnTo>
                      <a:pt x="25" y="84"/>
                    </a:lnTo>
                    <a:lnTo>
                      <a:pt x="29" y="167"/>
                    </a:lnTo>
                    <a:lnTo>
                      <a:pt x="34" y="249"/>
                    </a:lnTo>
                    <a:lnTo>
                      <a:pt x="40" y="331"/>
                    </a:lnTo>
                    <a:lnTo>
                      <a:pt x="49" y="413"/>
                    </a:lnTo>
                    <a:lnTo>
                      <a:pt x="62" y="494"/>
                    </a:lnTo>
                    <a:lnTo>
                      <a:pt x="81" y="574"/>
                    </a:lnTo>
                    <a:lnTo>
                      <a:pt x="108" y="653"/>
                    </a:lnTo>
                    <a:lnTo>
                      <a:pt x="87" y="623"/>
                    </a:lnTo>
                    <a:lnTo>
                      <a:pt x="71" y="585"/>
                    </a:lnTo>
                    <a:lnTo>
                      <a:pt x="59" y="541"/>
                    </a:lnTo>
                    <a:lnTo>
                      <a:pt x="49" y="496"/>
                    </a:lnTo>
                    <a:lnTo>
                      <a:pt x="42" y="448"/>
                    </a:lnTo>
                    <a:lnTo>
                      <a:pt x="36" y="401"/>
                    </a:lnTo>
                    <a:lnTo>
                      <a:pt x="32" y="359"/>
                    </a:lnTo>
                    <a:lnTo>
                      <a:pt x="28" y="320"/>
                    </a:lnTo>
                    <a:lnTo>
                      <a:pt x="0" y="29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000F2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0" name="Freeform 107"/>
              <p:cNvSpPr>
                <a:spLocks/>
              </p:cNvSpPr>
              <p:nvPr/>
            </p:nvSpPr>
            <p:spPr bwMode="auto">
              <a:xfrm>
                <a:off x="1419225" y="1714501"/>
                <a:ext cx="25400" cy="157163"/>
              </a:xfrm>
              <a:custGeom>
                <a:avLst/>
                <a:gdLst>
                  <a:gd name="T0" fmla="*/ 2147483647 w 79"/>
                  <a:gd name="T1" fmla="*/ 0 h 494"/>
                  <a:gd name="T2" fmla="*/ 2147483647 w 79"/>
                  <a:gd name="T3" fmla="*/ 2147483647 h 494"/>
                  <a:gd name="T4" fmla="*/ 2147483647 w 79"/>
                  <a:gd name="T5" fmla="*/ 2147483647 h 494"/>
                  <a:gd name="T6" fmla="*/ 2147483647 w 79"/>
                  <a:gd name="T7" fmla="*/ 2147483647 h 494"/>
                  <a:gd name="T8" fmla="*/ 0 w 79"/>
                  <a:gd name="T9" fmla="*/ 2147483647 h 494"/>
                  <a:gd name="T10" fmla="*/ 2147483647 w 79"/>
                  <a:gd name="T11" fmla="*/ 2147483647 h 494"/>
                  <a:gd name="T12" fmla="*/ 2147483647 w 79"/>
                  <a:gd name="T13" fmla="*/ 2147483647 h 494"/>
                  <a:gd name="T14" fmla="*/ 2147483647 w 79"/>
                  <a:gd name="T15" fmla="*/ 2147483647 h 494"/>
                  <a:gd name="T16" fmla="*/ 2147483647 w 79"/>
                  <a:gd name="T17" fmla="*/ 2147483647 h 494"/>
                  <a:gd name="T18" fmla="*/ 2147483647 w 79"/>
                  <a:gd name="T19" fmla="*/ 2147483647 h 494"/>
                  <a:gd name="T20" fmla="*/ 2147483647 w 79"/>
                  <a:gd name="T21" fmla="*/ 2147483647 h 494"/>
                  <a:gd name="T22" fmla="*/ 2147483647 w 79"/>
                  <a:gd name="T23" fmla="*/ 2147483647 h 494"/>
                  <a:gd name="T24" fmla="*/ 2147483647 w 79"/>
                  <a:gd name="T25" fmla="*/ 2147483647 h 494"/>
                  <a:gd name="T26" fmla="*/ 2147483647 w 79"/>
                  <a:gd name="T27" fmla="*/ 2147483647 h 494"/>
                  <a:gd name="T28" fmla="*/ 2147483647 w 79"/>
                  <a:gd name="T29" fmla="*/ 2147483647 h 494"/>
                  <a:gd name="T30" fmla="*/ 2147483647 w 79"/>
                  <a:gd name="T31" fmla="*/ 2147483647 h 494"/>
                  <a:gd name="T32" fmla="*/ 2147483647 w 79"/>
                  <a:gd name="T33" fmla="*/ 2147483647 h 494"/>
                  <a:gd name="T34" fmla="*/ 2147483647 w 79"/>
                  <a:gd name="T35" fmla="*/ 0 h 49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79"/>
                  <a:gd name="T55" fmla="*/ 0 h 494"/>
                  <a:gd name="T56" fmla="*/ 79 w 79"/>
                  <a:gd name="T57" fmla="*/ 494 h 494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79" h="494">
                    <a:moveTo>
                      <a:pt x="53" y="0"/>
                    </a:moveTo>
                    <a:lnTo>
                      <a:pt x="32" y="63"/>
                    </a:lnTo>
                    <a:lnTo>
                      <a:pt x="15" y="126"/>
                    </a:lnTo>
                    <a:lnTo>
                      <a:pt x="4" y="186"/>
                    </a:lnTo>
                    <a:lnTo>
                      <a:pt x="0" y="245"/>
                    </a:lnTo>
                    <a:lnTo>
                      <a:pt x="1" y="302"/>
                    </a:lnTo>
                    <a:lnTo>
                      <a:pt x="10" y="356"/>
                    </a:lnTo>
                    <a:lnTo>
                      <a:pt x="27" y="406"/>
                    </a:lnTo>
                    <a:lnTo>
                      <a:pt x="51" y="455"/>
                    </a:lnTo>
                    <a:lnTo>
                      <a:pt x="79" y="494"/>
                    </a:lnTo>
                    <a:lnTo>
                      <a:pt x="68" y="435"/>
                    </a:lnTo>
                    <a:lnTo>
                      <a:pt x="61" y="378"/>
                    </a:lnTo>
                    <a:lnTo>
                      <a:pt x="56" y="323"/>
                    </a:lnTo>
                    <a:lnTo>
                      <a:pt x="54" y="268"/>
                    </a:lnTo>
                    <a:lnTo>
                      <a:pt x="53" y="211"/>
                    </a:lnTo>
                    <a:lnTo>
                      <a:pt x="53" y="148"/>
                    </a:lnTo>
                    <a:lnTo>
                      <a:pt x="54" y="78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776B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1" name="Freeform 108"/>
              <p:cNvSpPr>
                <a:spLocks/>
              </p:cNvSpPr>
              <p:nvPr/>
            </p:nvSpPr>
            <p:spPr bwMode="auto">
              <a:xfrm>
                <a:off x="1435100" y="1689101"/>
                <a:ext cx="49212" cy="261938"/>
              </a:xfrm>
              <a:custGeom>
                <a:avLst/>
                <a:gdLst>
                  <a:gd name="T0" fmla="*/ 2147483647 w 151"/>
                  <a:gd name="T1" fmla="*/ 2147483647 h 823"/>
                  <a:gd name="T2" fmla="*/ 2147483647 w 151"/>
                  <a:gd name="T3" fmla="*/ 2147483647 h 823"/>
                  <a:gd name="T4" fmla="*/ 2147483647 w 151"/>
                  <a:gd name="T5" fmla="*/ 2147483647 h 823"/>
                  <a:gd name="T6" fmla="*/ 2147483647 w 151"/>
                  <a:gd name="T7" fmla="*/ 2147483647 h 823"/>
                  <a:gd name="T8" fmla="*/ 0 w 151"/>
                  <a:gd name="T9" fmla="*/ 0 h 823"/>
                  <a:gd name="T10" fmla="*/ 2147483647 w 151"/>
                  <a:gd name="T11" fmla="*/ 2147483647 h 8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1"/>
                  <a:gd name="T19" fmla="*/ 0 h 823"/>
                  <a:gd name="T20" fmla="*/ 151 w 151"/>
                  <a:gd name="T21" fmla="*/ 823 h 8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1" h="823">
                    <a:moveTo>
                      <a:pt x="97" y="3"/>
                    </a:moveTo>
                    <a:lnTo>
                      <a:pt x="128" y="459"/>
                    </a:lnTo>
                    <a:lnTo>
                      <a:pt x="151" y="823"/>
                    </a:lnTo>
                    <a:lnTo>
                      <a:pt x="55" y="805"/>
                    </a:lnTo>
                    <a:lnTo>
                      <a:pt x="0" y="0"/>
                    </a:lnTo>
                    <a:lnTo>
                      <a:pt x="97" y="3"/>
                    </a:lnTo>
                    <a:close/>
                  </a:path>
                </a:pathLst>
              </a:custGeom>
              <a:solidFill>
                <a:srgbClr val="776B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2" name="Freeform 109"/>
              <p:cNvSpPr>
                <a:spLocks/>
              </p:cNvSpPr>
              <p:nvPr/>
            </p:nvSpPr>
            <p:spPr bwMode="auto">
              <a:xfrm>
                <a:off x="1479550" y="1828801"/>
                <a:ext cx="34925" cy="80963"/>
              </a:xfrm>
              <a:custGeom>
                <a:avLst/>
                <a:gdLst>
                  <a:gd name="T0" fmla="*/ 2147483647 w 106"/>
                  <a:gd name="T1" fmla="*/ 0 h 254"/>
                  <a:gd name="T2" fmla="*/ 2147483647 w 106"/>
                  <a:gd name="T3" fmla="*/ 2147483647 h 254"/>
                  <a:gd name="T4" fmla="*/ 2147483647 w 106"/>
                  <a:gd name="T5" fmla="*/ 2147483647 h 254"/>
                  <a:gd name="T6" fmla="*/ 2147483647 w 106"/>
                  <a:gd name="T7" fmla="*/ 2147483647 h 254"/>
                  <a:gd name="T8" fmla="*/ 2147483647 w 106"/>
                  <a:gd name="T9" fmla="*/ 2147483647 h 254"/>
                  <a:gd name="T10" fmla="*/ 2147483647 w 106"/>
                  <a:gd name="T11" fmla="*/ 2147483647 h 254"/>
                  <a:gd name="T12" fmla="*/ 2147483647 w 106"/>
                  <a:gd name="T13" fmla="*/ 2147483647 h 254"/>
                  <a:gd name="T14" fmla="*/ 0 w 106"/>
                  <a:gd name="T15" fmla="*/ 2147483647 h 254"/>
                  <a:gd name="T16" fmla="*/ 2147483647 w 106"/>
                  <a:gd name="T17" fmla="*/ 2147483647 h 254"/>
                  <a:gd name="T18" fmla="*/ 2147483647 w 106"/>
                  <a:gd name="T19" fmla="*/ 2147483647 h 254"/>
                  <a:gd name="T20" fmla="*/ 2147483647 w 106"/>
                  <a:gd name="T21" fmla="*/ 2147483647 h 254"/>
                  <a:gd name="T22" fmla="*/ 2147483647 w 106"/>
                  <a:gd name="T23" fmla="*/ 2147483647 h 254"/>
                  <a:gd name="T24" fmla="*/ 2147483647 w 106"/>
                  <a:gd name="T25" fmla="*/ 2147483647 h 254"/>
                  <a:gd name="T26" fmla="*/ 2147483647 w 106"/>
                  <a:gd name="T27" fmla="*/ 2147483647 h 254"/>
                  <a:gd name="T28" fmla="*/ 2147483647 w 106"/>
                  <a:gd name="T29" fmla="*/ 0 h 25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06"/>
                  <a:gd name="T46" fmla="*/ 0 h 254"/>
                  <a:gd name="T47" fmla="*/ 106 w 106"/>
                  <a:gd name="T48" fmla="*/ 254 h 25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06" h="254">
                    <a:moveTo>
                      <a:pt x="106" y="0"/>
                    </a:moveTo>
                    <a:lnTo>
                      <a:pt x="103" y="166"/>
                    </a:lnTo>
                    <a:lnTo>
                      <a:pt x="99" y="218"/>
                    </a:lnTo>
                    <a:lnTo>
                      <a:pt x="84" y="254"/>
                    </a:lnTo>
                    <a:lnTo>
                      <a:pt x="62" y="253"/>
                    </a:lnTo>
                    <a:lnTo>
                      <a:pt x="27" y="208"/>
                    </a:lnTo>
                    <a:lnTo>
                      <a:pt x="18" y="154"/>
                    </a:lnTo>
                    <a:lnTo>
                      <a:pt x="0" y="1"/>
                    </a:lnTo>
                    <a:lnTo>
                      <a:pt x="24" y="159"/>
                    </a:lnTo>
                    <a:lnTo>
                      <a:pt x="44" y="218"/>
                    </a:lnTo>
                    <a:lnTo>
                      <a:pt x="61" y="231"/>
                    </a:lnTo>
                    <a:lnTo>
                      <a:pt x="84" y="219"/>
                    </a:lnTo>
                    <a:lnTo>
                      <a:pt x="89" y="143"/>
                    </a:lnTo>
                    <a:lnTo>
                      <a:pt x="99" y="34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rgbClr val="DBC4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3" name="Freeform 110"/>
              <p:cNvSpPr>
                <a:spLocks/>
              </p:cNvSpPr>
              <p:nvPr/>
            </p:nvSpPr>
            <p:spPr bwMode="auto">
              <a:xfrm>
                <a:off x="1712913" y="1708151"/>
                <a:ext cx="47625" cy="9525"/>
              </a:xfrm>
              <a:custGeom>
                <a:avLst/>
                <a:gdLst>
                  <a:gd name="T0" fmla="*/ 2147483647 w 149"/>
                  <a:gd name="T1" fmla="*/ 0 h 34"/>
                  <a:gd name="T2" fmla="*/ 2147483647 w 149"/>
                  <a:gd name="T3" fmla="*/ 2147483647 h 34"/>
                  <a:gd name="T4" fmla="*/ 2147483647 w 149"/>
                  <a:gd name="T5" fmla="*/ 2147483647 h 34"/>
                  <a:gd name="T6" fmla="*/ 2147483647 w 149"/>
                  <a:gd name="T7" fmla="*/ 2147483647 h 34"/>
                  <a:gd name="T8" fmla="*/ 2147483647 w 149"/>
                  <a:gd name="T9" fmla="*/ 2147483647 h 34"/>
                  <a:gd name="T10" fmla="*/ 2147483647 w 149"/>
                  <a:gd name="T11" fmla="*/ 2147483647 h 34"/>
                  <a:gd name="T12" fmla="*/ 2147483647 w 149"/>
                  <a:gd name="T13" fmla="*/ 2147483647 h 34"/>
                  <a:gd name="T14" fmla="*/ 2147483647 w 149"/>
                  <a:gd name="T15" fmla="*/ 2147483647 h 34"/>
                  <a:gd name="T16" fmla="*/ 2147483647 w 149"/>
                  <a:gd name="T17" fmla="*/ 2147483647 h 34"/>
                  <a:gd name="T18" fmla="*/ 0 w 149"/>
                  <a:gd name="T19" fmla="*/ 2147483647 h 34"/>
                  <a:gd name="T20" fmla="*/ 2147483647 w 149"/>
                  <a:gd name="T21" fmla="*/ 2147483647 h 34"/>
                  <a:gd name="T22" fmla="*/ 2147483647 w 149"/>
                  <a:gd name="T23" fmla="*/ 0 h 3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49"/>
                  <a:gd name="T37" fmla="*/ 0 h 34"/>
                  <a:gd name="T38" fmla="*/ 149 w 149"/>
                  <a:gd name="T39" fmla="*/ 34 h 3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49" h="34">
                    <a:moveTo>
                      <a:pt x="135" y="0"/>
                    </a:moveTo>
                    <a:lnTo>
                      <a:pt x="149" y="6"/>
                    </a:lnTo>
                    <a:lnTo>
                      <a:pt x="130" y="14"/>
                    </a:lnTo>
                    <a:lnTo>
                      <a:pt x="112" y="22"/>
                    </a:lnTo>
                    <a:lnTo>
                      <a:pt x="94" y="27"/>
                    </a:lnTo>
                    <a:lnTo>
                      <a:pt x="76" y="31"/>
                    </a:lnTo>
                    <a:lnTo>
                      <a:pt x="59" y="33"/>
                    </a:lnTo>
                    <a:lnTo>
                      <a:pt x="41" y="34"/>
                    </a:lnTo>
                    <a:lnTo>
                      <a:pt x="21" y="34"/>
                    </a:lnTo>
                    <a:lnTo>
                      <a:pt x="0" y="33"/>
                    </a:lnTo>
                    <a:lnTo>
                      <a:pt x="2" y="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4EAE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4" name="Freeform 111"/>
              <p:cNvSpPr>
                <a:spLocks/>
              </p:cNvSpPr>
              <p:nvPr/>
            </p:nvSpPr>
            <p:spPr bwMode="auto">
              <a:xfrm>
                <a:off x="1331913" y="1681163"/>
                <a:ext cx="76200" cy="233363"/>
              </a:xfrm>
              <a:custGeom>
                <a:avLst/>
                <a:gdLst>
                  <a:gd name="T0" fmla="*/ 2147483647 w 241"/>
                  <a:gd name="T1" fmla="*/ 0 h 734"/>
                  <a:gd name="T2" fmla="*/ 2147483647 w 241"/>
                  <a:gd name="T3" fmla="*/ 2147483647 h 734"/>
                  <a:gd name="T4" fmla="*/ 2147483647 w 241"/>
                  <a:gd name="T5" fmla="*/ 2147483647 h 734"/>
                  <a:gd name="T6" fmla="*/ 2147483647 w 241"/>
                  <a:gd name="T7" fmla="*/ 2147483647 h 734"/>
                  <a:gd name="T8" fmla="*/ 0 w 241"/>
                  <a:gd name="T9" fmla="*/ 2147483647 h 734"/>
                  <a:gd name="T10" fmla="*/ 2147483647 w 241"/>
                  <a:gd name="T11" fmla="*/ 0 h 73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41"/>
                  <a:gd name="T19" fmla="*/ 0 h 734"/>
                  <a:gd name="T20" fmla="*/ 241 w 241"/>
                  <a:gd name="T21" fmla="*/ 734 h 73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41" h="734">
                    <a:moveTo>
                      <a:pt x="220" y="0"/>
                    </a:moveTo>
                    <a:lnTo>
                      <a:pt x="241" y="734"/>
                    </a:lnTo>
                    <a:lnTo>
                      <a:pt x="75" y="674"/>
                    </a:lnTo>
                    <a:lnTo>
                      <a:pt x="21" y="479"/>
                    </a:lnTo>
                    <a:lnTo>
                      <a:pt x="0" y="9"/>
                    </a:lnTo>
                    <a:lnTo>
                      <a:pt x="220" y="0"/>
                    </a:lnTo>
                    <a:close/>
                  </a:path>
                </a:pathLst>
              </a:custGeom>
              <a:solidFill>
                <a:srgbClr val="51442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5" name="Freeform 112"/>
              <p:cNvSpPr>
                <a:spLocks/>
              </p:cNvSpPr>
              <p:nvPr/>
            </p:nvSpPr>
            <p:spPr bwMode="auto">
              <a:xfrm>
                <a:off x="1427163" y="1651001"/>
                <a:ext cx="57150" cy="19050"/>
              </a:xfrm>
              <a:custGeom>
                <a:avLst/>
                <a:gdLst>
                  <a:gd name="T0" fmla="*/ 2147483647 w 181"/>
                  <a:gd name="T1" fmla="*/ 0 h 56"/>
                  <a:gd name="T2" fmla="*/ 0 w 181"/>
                  <a:gd name="T3" fmla="*/ 2147483647 h 56"/>
                  <a:gd name="T4" fmla="*/ 2147483647 w 181"/>
                  <a:gd name="T5" fmla="*/ 2147483647 h 56"/>
                  <a:gd name="T6" fmla="*/ 2147483647 w 181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1"/>
                  <a:gd name="T13" fmla="*/ 0 h 56"/>
                  <a:gd name="T14" fmla="*/ 181 w 181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1" h="56">
                    <a:moveTo>
                      <a:pt x="172" y="0"/>
                    </a:moveTo>
                    <a:lnTo>
                      <a:pt x="0" y="24"/>
                    </a:lnTo>
                    <a:lnTo>
                      <a:pt x="181" y="56"/>
                    </a:lnTo>
                    <a:lnTo>
                      <a:pt x="172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6" name="Freeform 113"/>
              <p:cNvSpPr>
                <a:spLocks/>
              </p:cNvSpPr>
              <p:nvPr/>
            </p:nvSpPr>
            <p:spPr bwMode="auto">
              <a:xfrm>
                <a:off x="1296988" y="1692276"/>
                <a:ext cx="76200" cy="3175"/>
              </a:xfrm>
              <a:custGeom>
                <a:avLst/>
                <a:gdLst>
                  <a:gd name="T0" fmla="*/ 2147483647 w 240"/>
                  <a:gd name="T1" fmla="*/ 0 h 10"/>
                  <a:gd name="T2" fmla="*/ 0 w 240"/>
                  <a:gd name="T3" fmla="*/ 0 h 10"/>
                  <a:gd name="T4" fmla="*/ 0 w 240"/>
                  <a:gd name="T5" fmla="*/ 2147483647 h 10"/>
                  <a:gd name="T6" fmla="*/ 2147483647 w 240"/>
                  <a:gd name="T7" fmla="*/ 2147483647 h 10"/>
                  <a:gd name="T8" fmla="*/ 2147483647 w 240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0"/>
                  <a:gd name="T16" fmla="*/ 0 h 10"/>
                  <a:gd name="T17" fmla="*/ 240 w 240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0" h="10">
                    <a:moveTo>
                      <a:pt x="238" y="0"/>
                    </a:moveTo>
                    <a:lnTo>
                      <a:pt x="0" y="0"/>
                    </a:lnTo>
                    <a:lnTo>
                      <a:pt x="0" y="10"/>
                    </a:lnTo>
                    <a:lnTo>
                      <a:pt x="240" y="9"/>
                    </a:lnTo>
                    <a:lnTo>
                      <a:pt x="238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7" name="Freeform 114"/>
              <p:cNvSpPr>
                <a:spLocks/>
              </p:cNvSpPr>
              <p:nvPr/>
            </p:nvSpPr>
            <p:spPr bwMode="auto">
              <a:xfrm>
                <a:off x="1296988" y="1719263"/>
                <a:ext cx="76200" cy="3175"/>
              </a:xfrm>
              <a:custGeom>
                <a:avLst/>
                <a:gdLst>
                  <a:gd name="T0" fmla="*/ 2147483647 w 242"/>
                  <a:gd name="T1" fmla="*/ 0 h 10"/>
                  <a:gd name="T2" fmla="*/ 2147483647 w 242"/>
                  <a:gd name="T3" fmla="*/ 2147483647 h 10"/>
                  <a:gd name="T4" fmla="*/ 0 w 242"/>
                  <a:gd name="T5" fmla="*/ 2147483647 h 10"/>
                  <a:gd name="T6" fmla="*/ 2147483647 w 242"/>
                  <a:gd name="T7" fmla="*/ 2147483647 h 10"/>
                  <a:gd name="T8" fmla="*/ 2147483647 w 242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2"/>
                  <a:gd name="T16" fmla="*/ 0 h 10"/>
                  <a:gd name="T17" fmla="*/ 242 w 242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2" h="10">
                    <a:moveTo>
                      <a:pt x="239" y="0"/>
                    </a:moveTo>
                    <a:lnTo>
                      <a:pt x="1" y="1"/>
                    </a:lnTo>
                    <a:lnTo>
                      <a:pt x="0" y="10"/>
                    </a:lnTo>
                    <a:lnTo>
                      <a:pt x="242" y="10"/>
                    </a:lnTo>
                    <a:lnTo>
                      <a:pt x="239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8" name="Freeform 115"/>
              <p:cNvSpPr>
                <a:spLocks/>
              </p:cNvSpPr>
              <p:nvPr/>
            </p:nvSpPr>
            <p:spPr bwMode="auto">
              <a:xfrm>
                <a:off x="1295400" y="1697038"/>
                <a:ext cx="77787" cy="3175"/>
              </a:xfrm>
              <a:custGeom>
                <a:avLst/>
                <a:gdLst>
                  <a:gd name="T0" fmla="*/ 2147483647 w 241"/>
                  <a:gd name="T1" fmla="*/ 0 h 10"/>
                  <a:gd name="T2" fmla="*/ 2147483647 w 241"/>
                  <a:gd name="T3" fmla="*/ 2147483647 h 10"/>
                  <a:gd name="T4" fmla="*/ 0 w 241"/>
                  <a:gd name="T5" fmla="*/ 2147483647 h 10"/>
                  <a:gd name="T6" fmla="*/ 2147483647 w 241"/>
                  <a:gd name="T7" fmla="*/ 2147483647 h 10"/>
                  <a:gd name="T8" fmla="*/ 2147483647 w 24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0"/>
                  <a:gd name="T17" fmla="*/ 241 w 24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0">
                    <a:moveTo>
                      <a:pt x="238" y="0"/>
                    </a:moveTo>
                    <a:lnTo>
                      <a:pt x="2" y="1"/>
                    </a:lnTo>
                    <a:lnTo>
                      <a:pt x="0" y="10"/>
                    </a:lnTo>
                    <a:lnTo>
                      <a:pt x="241" y="10"/>
                    </a:lnTo>
                    <a:lnTo>
                      <a:pt x="238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9" name="Freeform 116"/>
              <p:cNvSpPr>
                <a:spLocks/>
              </p:cNvSpPr>
              <p:nvPr/>
            </p:nvSpPr>
            <p:spPr bwMode="auto">
              <a:xfrm>
                <a:off x="1296988" y="1724026"/>
                <a:ext cx="76200" cy="3175"/>
              </a:xfrm>
              <a:custGeom>
                <a:avLst/>
                <a:gdLst>
                  <a:gd name="T0" fmla="*/ 2147483647 w 241"/>
                  <a:gd name="T1" fmla="*/ 0 h 10"/>
                  <a:gd name="T2" fmla="*/ 2147483647 w 241"/>
                  <a:gd name="T3" fmla="*/ 0 h 10"/>
                  <a:gd name="T4" fmla="*/ 0 w 241"/>
                  <a:gd name="T5" fmla="*/ 2147483647 h 10"/>
                  <a:gd name="T6" fmla="*/ 2147483647 w 241"/>
                  <a:gd name="T7" fmla="*/ 2147483647 h 10"/>
                  <a:gd name="T8" fmla="*/ 2147483647 w 24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0"/>
                  <a:gd name="T17" fmla="*/ 241 w 24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0">
                    <a:moveTo>
                      <a:pt x="238" y="0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241" y="9"/>
                    </a:lnTo>
                    <a:lnTo>
                      <a:pt x="238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0" name="Freeform 117"/>
              <p:cNvSpPr>
                <a:spLocks/>
              </p:cNvSpPr>
              <p:nvPr/>
            </p:nvSpPr>
            <p:spPr bwMode="auto">
              <a:xfrm>
                <a:off x="1296988" y="1703388"/>
                <a:ext cx="76200" cy="3175"/>
              </a:xfrm>
              <a:custGeom>
                <a:avLst/>
                <a:gdLst>
                  <a:gd name="T0" fmla="*/ 2147483647 w 242"/>
                  <a:gd name="T1" fmla="*/ 0 h 10"/>
                  <a:gd name="T2" fmla="*/ 2147483647 w 242"/>
                  <a:gd name="T3" fmla="*/ 2147483647 h 10"/>
                  <a:gd name="T4" fmla="*/ 0 w 242"/>
                  <a:gd name="T5" fmla="*/ 2147483647 h 10"/>
                  <a:gd name="T6" fmla="*/ 2147483647 w 242"/>
                  <a:gd name="T7" fmla="*/ 2147483647 h 10"/>
                  <a:gd name="T8" fmla="*/ 2147483647 w 242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2"/>
                  <a:gd name="T16" fmla="*/ 0 h 10"/>
                  <a:gd name="T17" fmla="*/ 242 w 242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2" h="10">
                    <a:moveTo>
                      <a:pt x="238" y="0"/>
                    </a:moveTo>
                    <a:lnTo>
                      <a:pt x="1" y="1"/>
                    </a:lnTo>
                    <a:lnTo>
                      <a:pt x="0" y="10"/>
                    </a:lnTo>
                    <a:lnTo>
                      <a:pt x="242" y="10"/>
                    </a:lnTo>
                    <a:lnTo>
                      <a:pt x="238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1" name="Freeform 118"/>
              <p:cNvSpPr>
                <a:spLocks/>
              </p:cNvSpPr>
              <p:nvPr/>
            </p:nvSpPr>
            <p:spPr bwMode="auto">
              <a:xfrm>
                <a:off x="1296988" y="1728788"/>
                <a:ext cx="77787" cy="3175"/>
              </a:xfrm>
              <a:custGeom>
                <a:avLst/>
                <a:gdLst>
                  <a:gd name="T0" fmla="*/ 2147483647 w 241"/>
                  <a:gd name="T1" fmla="*/ 0 h 10"/>
                  <a:gd name="T2" fmla="*/ 2147483647 w 241"/>
                  <a:gd name="T3" fmla="*/ 2147483647 h 10"/>
                  <a:gd name="T4" fmla="*/ 0 w 241"/>
                  <a:gd name="T5" fmla="*/ 2147483647 h 10"/>
                  <a:gd name="T6" fmla="*/ 2147483647 w 241"/>
                  <a:gd name="T7" fmla="*/ 2147483647 h 10"/>
                  <a:gd name="T8" fmla="*/ 2147483647 w 24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0"/>
                  <a:gd name="T17" fmla="*/ 241 w 24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0">
                    <a:moveTo>
                      <a:pt x="238" y="0"/>
                    </a:moveTo>
                    <a:lnTo>
                      <a:pt x="1" y="1"/>
                    </a:lnTo>
                    <a:lnTo>
                      <a:pt x="0" y="10"/>
                    </a:lnTo>
                    <a:lnTo>
                      <a:pt x="241" y="10"/>
                    </a:lnTo>
                    <a:lnTo>
                      <a:pt x="238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2" name="Freeform 119"/>
              <p:cNvSpPr>
                <a:spLocks/>
              </p:cNvSpPr>
              <p:nvPr/>
            </p:nvSpPr>
            <p:spPr bwMode="auto">
              <a:xfrm>
                <a:off x="1296988" y="1708151"/>
                <a:ext cx="76200" cy="3175"/>
              </a:xfrm>
              <a:custGeom>
                <a:avLst/>
                <a:gdLst>
                  <a:gd name="T0" fmla="*/ 2147483647 w 241"/>
                  <a:gd name="T1" fmla="*/ 0 h 9"/>
                  <a:gd name="T2" fmla="*/ 0 w 241"/>
                  <a:gd name="T3" fmla="*/ 0 h 9"/>
                  <a:gd name="T4" fmla="*/ 0 w 241"/>
                  <a:gd name="T5" fmla="*/ 2147483647 h 9"/>
                  <a:gd name="T6" fmla="*/ 2147483647 w 241"/>
                  <a:gd name="T7" fmla="*/ 2147483647 h 9"/>
                  <a:gd name="T8" fmla="*/ 2147483647 w 241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9"/>
                  <a:gd name="T17" fmla="*/ 241 w 241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9">
                    <a:moveTo>
                      <a:pt x="238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241" y="9"/>
                    </a:lnTo>
                    <a:lnTo>
                      <a:pt x="238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3" name="Freeform 120"/>
              <p:cNvSpPr>
                <a:spLocks/>
              </p:cNvSpPr>
              <p:nvPr/>
            </p:nvSpPr>
            <p:spPr bwMode="auto">
              <a:xfrm>
                <a:off x="1298575" y="1735138"/>
                <a:ext cx="76200" cy="3175"/>
              </a:xfrm>
              <a:custGeom>
                <a:avLst/>
                <a:gdLst>
                  <a:gd name="T0" fmla="*/ 2147483647 w 240"/>
                  <a:gd name="T1" fmla="*/ 0 h 11"/>
                  <a:gd name="T2" fmla="*/ 0 w 240"/>
                  <a:gd name="T3" fmla="*/ 2147483647 h 11"/>
                  <a:gd name="T4" fmla="*/ 0 w 240"/>
                  <a:gd name="T5" fmla="*/ 2147483647 h 11"/>
                  <a:gd name="T6" fmla="*/ 2147483647 w 240"/>
                  <a:gd name="T7" fmla="*/ 2147483647 h 11"/>
                  <a:gd name="T8" fmla="*/ 2147483647 w 240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0"/>
                  <a:gd name="T16" fmla="*/ 0 h 11"/>
                  <a:gd name="T17" fmla="*/ 240 w 240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0" h="11">
                    <a:moveTo>
                      <a:pt x="239" y="0"/>
                    </a:moveTo>
                    <a:lnTo>
                      <a:pt x="0" y="1"/>
                    </a:lnTo>
                    <a:lnTo>
                      <a:pt x="0" y="11"/>
                    </a:lnTo>
                    <a:lnTo>
                      <a:pt x="240" y="11"/>
                    </a:lnTo>
                    <a:lnTo>
                      <a:pt x="239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4" name="Freeform 121"/>
              <p:cNvSpPr>
                <a:spLocks/>
              </p:cNvSpPr>
              <p:nvPr/>
            </p:nvSpPr>
            <p:spPr bwMode="auto">
              <a:xfrm>
                <a:off x="1296988" y="1714501"/>
                <a:ext cx="76200" cy="3175"/>
              </a:xfrm>
              <a:custGeom>
                <a:avLst/>
                <a:gdLst>
                  <a:gd name="T0" fmla="*/ 2147483647 w 241"/>
                  <a:gd name="T1" fmla="*/ 0 h 10"/>
                  <a:gd name="T2" fmla="*/ 2147483647 w 241"/>
                  <a:gd name="T3" fmla="*/ 2147483647 h 10"/>
                  <a:gd name="T4" fmla="*/ 0 w 241"/>
                  <a:gd name="T5" fmla="*/ 2147483647 h 10"/>
                  <a:gd name="T6" fmla="*/ 2147483647 w 241"/>
                  <a:gd name="T7" fmla="*/ 2147483647 h 10"/>
                  <a:gd name="T8" fmla="*/ 2147483647 w 24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0"/>
                  <a:gd name="T17" fmla="*/ 241 w 24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0">
                    <a:moveTo>
                      <a:pt x="239" y="0"/>
                    </a:moveTo>
                    <a:lnTo>
                      <a:pt x="1" y="1"/>
                    </a:lnTo>
                    <a:lnTo>
                      <a:pt x="0" y="10"/>
                    </a:lnTo>
                    <a:lnTo>
                      <a:pt x="241" y="10"/>
                    </a:lnTo>
                    <a:lnTo>
                      <a:pt x="239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5" name="Freeform 122"/>
              <p:cNvSpPr>
                <a:spLocks/>
              </p:cNvSpPr>
              <p:nvPr/>
            </p:nvSpPr>
            <p:spPr bwMode="auto">
              <a:xfrm>
                <a:off x="1298575" y="1741488"/>
                <a:ext cx="76200" cy="3175"/>
              </a:xfrm>
              <a:custGeom>
                <a:avLst/>
                <a:gdLst>
                  <a:gd name="T0" fmla="*/ 2147483647 w 241"/>
                  <a:gd name="T1" fmla="*/ 0 h 9"/>
                  <a:gd name="T2" fmla="*/ 2147483647 w 241"/>
                  <a:gd name="T3" fmla="*/ 0 h 9"/>
                  <a:gd name="T4" fmla="*/ 0 w 241"/>
                  <a:gd name="T5" fmla="*/ 2147483647 h 9"/>
                  <a:gd name="T6" fmla="*/ 2147483647 w 241"/>
                  <a:gd name="T7" fmla="*/ 2147483647 h 9"/>
                  <a:gd name="T8" fmla="*/ 2147483647 w 241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9"/>
                  <a:gd name="T17" fmla="*/ 241 w 241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9">
                    <a:moveTo>
                      <a:pt x="239" y="0"/>
                    </a:moveTo>
                    <a:lnTo>
                      <a:pt x="1" y="0"/>
                    </a:lnTo>
                    <a:lnTo>
                      <a:pt x="0" y="9"/>
                    </a:lnTo>
                    <a:lnTo>
                      <a:pt x="241" y="9"/>
                    </a:lnTo>
                    <a:lnTo>
                      <a:pt x="239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6" name="Freeform 123"/>
              <p:cNvSpPr>
                <a:spLocks/>
              </p:cNvSpPr>
              <p:nvPr/>
            </p:nvSpPr>
            <p:spPr bwMode="auto">
              <a:xfrm>
                <a:off x="1539875" y="1924051"/>
                <a:ext cx="77787" cy="73025"/>
              </a:xfrm>
              <a:custGeom>
                <a:avLst/>
                <a:gdLst>
                  <a:gd name="T0" fmla="*/ 2147483647 w 245"/>
                  <a:gd name="T1" fmla="*/ 2147483647 h 229"/>
                  <a:gd name="T2" fmla="*/ 2147483647 w 245"/>
                  <a:gd name="T3" fmla="*/ 2147483647 h 229"/>
                  <a:gd name="T4" fmla="*/ 2147483647 w 245"/>
                  <a:gd name="T5" fmla="*/ 2147483647 h 229"/>
                  <a:gd name="T6" fmla="*/ 2147483647 w 245"/>
                  <a:gd name="T7" fmla="*/ 2147483647 h 229"/>
                  <a:gd name="T8" fmla="*/ 2147483647 w 245"/>
                  <a:gd name="T9" fmla="*/ 2147483647 h 229"/>
                  <a:gd name="T10" fmla="*/ 2147483647 w 245"/>
                  <a:gd name="T11" fmla="*/ 2147483647 h 229"/>
                  <a:gd name="T12" fmla="*/ 2147483647 w 245"/>
                  <a:gd name="T13" fmla="*/ 2147483647 h 229"/>
                  <a:gd name="T14" fmla="*/ 2147483647 w 245"/>
                  <a:gd name="T15" fmla="*/ 2147483647 h 229"/>
                  <a:gd name="T16" fmla="*/ 2147483647 w 245"/>
                  <a:gd name="T17" fmla="*/ 2147483647 h 229"/>
                  <a:gd name="T18" fmla="*/ 2147483647 w 245"/>
                  <a:gd name="T19" fmla="*/ 2147483647 h 229"/>
                  <a:gd name="T20" fmla="*/ 2147483647 w 245"/>
                  <a:gd name="T21" fmla="*/ 2147483647 h 229"/>
                  <a:gd name="T22" fmla="*/ 2147483647 w 245"/>
                  <a:gd name="T23" fmla="*/ 2147483647 h 229"/>
                  <a:gd name="T24" fmla="*/ 2147483647 w 245"/>
                  <a:gd name="T25" fmla="*/ 2147483647 h 229"/>
                  <a:gd name="T26" fmla="*/ 2147483647 w 245"/>
                  <a:gd name="T27" fmla="*/ 2147483647 h 229"/>
                  <a:gd name="T28" fmla="*/ 2147483647 w 245"/>
                  <a:gd name="T29" fmla="*/ 2147483647 h 229"/>
                  <a:gd name="T30" fmla="*/ 2147483647 w 245"/>
                  <a:gd name="T31" fmla="*/ 2147483647 h 229"/>
                  <a:gd name="T32" fmla="*/ 2147483647 w 245"/>
                  <a:gd name="T33" fmla="*/ 2147483647 h 229"/>
                  <a:gd name="T34" fmla="*/ 2147483647 w 245"/>
                  <a:gd name="T35" fmla="*/ 2147483647 h 229"/>
                  <a:gd name="T36" fmla="*/ 2147483647 w 245"/>
                  <a:gd name="T37" fmla="*/ 2147483647 h 229"/>
                  <a:gd name="T38" fmla="*/ 2147483647 w 245"/>
                  <a:gd name="T39" fmla="*/ 2147483647 h 229"/>
                  <a:gd name="T40" fmla="*/ 2147483647 w 245"/>
                  <a:gd name="T41" fmla="*/ 2147483647 h 229"/>
                  <a:gd name="T42" fmla="*/ 2147483647 w 245"/>
                  <a:gd name="T43" fmla="*/ 2147483647 h 229"/>
                  <a:gd name="T44" fmla="*/ 2147483647 w 245"/>
                  <a:gd name="T45" fmla="*/ 2147483647 h 229"/>
                  <a:gd name="T46" fmla="*/ 2147483647 w 245"/>
                  <a:gd name="T47" fmla="*/ 2147483647 h 229"/>
                  <a:gd name="T48" fmla="*/ 0 w 245"/>
                  <a:gd name="T49" fmla="*/ 2147483647 h 229"/>
                  <a:gd name="T50" fmla="*/ 2147483647 w 245"/>
                  <a:gd name="T51" fmla="*/ 2147483647 h 229"/>
                  <a:gd name="T52" fmla="*/ 2147483647 w 245"/>
                  <a:gd name="T53" fmla="*/ 2147483647 h 229"/>
                  <a:gd name="T54" fmla="*/ 2147483647 w 245"/>
                  <a:gd name="T55" fmla="*/ 0 h 229"/>
                  <a:gd name="T56" fmla="*/ 2147483647 w 245"/>
                  <a:gd name="T57" fmla="*/ 2147483647 h 229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245"/>
                  <a:gd name="T88" fmla="*/ 0 h 229"/>
                  <a:gd name="T89" fmla="*/ 245 w 245"/>
                  <a:gd name="T90" fmla="*/ 229 h 229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245" h="229">
                    <a:moveTo>
                      <a:pt x="210" y="7"/>
                    </a:moveTo>
                    <a:lnTo>
                      <a:pt x="230" y="27"/>
                    </a:lnTo>
                    <a:lnTo>
                      <a:pt x="242" y="44"/>
                    </a:lnTo>
                    <a:lnTo>
                      <a:pt x="245" y="60"/>
                    </a:lnTo>
                    <a:lnTo>
                      <a:pt x="241" y="74"/>
                    </a:lnTo>
                    <a:lnTo>
                      <a:pt x="232" y="87"/>
                    </a:lnTo>
                    <a:lnTo>
                      <a:pt x="217" y="100"/>
                    </a:lnTo>
                    <a:lnTo>
                      <a:pt x="199" y="114"/>
                    </a:lnTo>
                    <a:lnTo>
                      <a:pt x="177" y="130"/>
                    </a:lnTo>
                    <a:lnTo>
                      <a:pt x="165" y="143"/>
                    </a:lnTo>
                    <a:lnTo>
                      <a:pt x="155" y="155"/>
                    </a:lnTo>
                    <a:lnTo>
                      <a:pt x="145" y="167"/>
                    </a:lnTo>
                    <a:lnTo>
                      <a:pt x="135" y="177"/>
                    </a:lnTo>
                    <a:lnTo>
                      <a:pt x="127" y="187"/>
                    </a:lnTo>
                    <a:lnTo>
                      <a:pt x="118" y="197"/>
                    </a:lnTo>
                    <a:lnTo>
                      <a:pt x="109" y="205"/>
                    </a:lnTo>
                    <a:lnTo>
                      <a:pt x="99" y="212"/>
                    </a:lnTo>
                    <a:lnTo>
                      <a:pt x="90" y="218"/>
                    </a:lnTo>
                    <a:lnTo>
                      <a:pt x="81" y="223"/>
                    </a:lnTo>
                    <a:lnTo>
                      <a:pt x="70" y="226"/>
                    </a:lnTo>
                    <a:lnTo>
                      <a:pt x="59" y="228"/>
                    </a:lnTo>
                    <a:lnTo>
                      <a:pt x="46" y="229"/>
                    </a:lnTo>
                    <a:lnTo>
                      <a:pt x="33" y="228"/>
                    </a:lnTo>
                    <a:lnTo>
                      <a:pt x="17" y="225"/>
                    </a:lnTo>
                    <a:lnTo>
                      <a:pt x="0" y="221"/>
                    </a:lnTo>
                    <a:lnTo>
                      <a:pt x="16" y="161"/>
                    </a:lnTo>
                    <a:lnTo>
                      <a:pt x="45" y="95"/>
                    </a:lnTo>
                    <a:lnTo>
                      <a:pt x="173" y="0"/>
                    </a:lnTo>
                    <a:lnTo>
                      <a:pt x="210" y="7"/>
                    </a:lnTo>
                    <a:close/>
                  </a:path>
                </a:pathLst>
              </a:custGeom>
              <a:solidFill>
                <a:srgbClr val="AA8E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7" name="Freeform 124"/>
              <p:cNvSpPr>
                <a:spLocks/>
              </p:cNvSpPr>
              <p:nvPr/>
            </p:nvSpPr>
            <p:spPr bwMode="auto">
              <a:xfrm>
                <a:off x="1417638" y="1722438"/>
                <a:ext cx="17462" cy="77788"/>
              </a:xfrm>
              <a:custGeom>
                <a:avLst/>
                <a:gdLst>
                  <a:gd name="T0" fmla="*/ 2147483647 w 57"/>
                  <a:gd name="T1" fmla="*/ 0 h 245"/>
                  <a:gd name="T2" fmla="*/ 2147483647 w 57"/>
                  <a:gd name="T3" fmla="*/ 2147483647 h 245"/>
                  <a:gd name="T4" fmla="*/ 2147483647 w 57"/>
                  <a:gd name="T5" fmla="*/ 2147483647 h 245"/>
                  <a:gd name="T6" fmla="*/ 2147483647 w 57"/>
                  <a:gd name="T7" fmla="*/ 2147483647 h 245"/>
                  <a:gd name="T8" fmla="*/ 2147483647 w 57"/>
                  <a:gd name="T9" fmla="*/ 2147483647 h 245"/>
                  <a:gd name="T10" fmla="*/ 2147483647 w 57"/>
                  <a:gd name="T11" fmla="*/ 2147483647 h 245"/>
                  <a:gd name="T12" fmla="*/ 0 w 57"/>
                  <a:gd name="T13" fmla="*/ 2147483647 h 245"/>
                  <a:gd name="T14" fmla="*/ 2147483647 w 57"/>
                  <a:gd name="T15" fmla="*/ 2147483647 h 245"/>
                  <a:gd name="T16" fmla="*/ 2147483647 w 57"/>
                  <a:gd name="T17" fmla="*/ 2147483647 h 245"/>
                  <a:gd name="T18" fmla="*/ 2147483647 w 57"/>
                  <a:gd name="T19" fmla="*/ 2147483647 h 245"/>
                  <a:gd name="T20" fmla="*/ 2147483647 w 57"/>
                  <a:gd name="T21" fmla="*/ 2147483647 h 245"/>
                  <a:gd name="T22" fmla="*/ 2147483647 w 57"/>
                  <a:gd name="T23" fmla="*/ 2147483647 h 245"/>
                  <a:gd name="T24" fmla="*/ 2147483647 w 57"/>
                  <a:gd name="T25" fmla="*/ 2147483647 h 245"/>
                  <a:gd name="T26" fmla="*/ 2147483647 w 57"/>
                  <a:gd name="T27" fmla="*/ 2147483647 h 245"/>
                  <a:gd name="T28" fmla="*/ 2147483647 w 57"/>
                  <a:gd name="T29" fmla="*/ 2147483647 h 245"/>
                  <a:gd name="T30" fmla="*/ 2147483647 w 57"/>
                  <a:gd name="T31" fmla="*/ 2147483647 h 245"/>
                  <a:gd name="T32" fmla="*/ 2147483647 w 57"/>
                  <a:gd name="T33" fmla="*/ 2147483647 h 245"/>
                  <a:gd name="T34" fmla="*/ 2147483647 w 57"/>
                  <a:gd name="T35" fmla="*/ 0 h 24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57"/>
                  <a:gd name="T55" fmla="*/ 0 h 245"/>
                  <a:gd name="T56" fmla="*/ 57 w 57"/>
                  <a:gd name="T57" fmla="*/ 245 h 24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57" h="245">
                    <a:moveTo>
                      <a:pt x="57" y="0"/>
                    </a:moveTo>
                    <a:lnTo>
                      <a:pt x="38" y="35"/>
                    </a:lnTo>
                    <a:lnTo>
                      <a:pt x="24" y="67"/>
                    </a:lnTo>
                    <a:lnTo>
                      <a:pt x="13" y="96"/>
                    </a:lnTo>
                    <a:lnTo>
                      <a:pt x="6" y="124"/>
                    </a:lnTo>
                    <a:lnTo>
                      <a:pt x="2" y="152"/>
                    </a:lnTo>
                    <a:lnTo>
                      <a:pt x="0" y="180"/>
                    </a:lnTo>
                    <a:lnTo>
                      <a:pt x="1" y="211"/>
                    </a:lnTo>
                    <a:lnTo>
                      <a:pt x="3" y="245"/>
                    </a:lnTo>
                    <a:lnTo>
                      <a:pt x="5" y="219"/>
                    </a:lnTo>
                    <a:lnTo>
                      <a:pt x="7" y="194"/>
                    </a:lnTo>
                    <a:lnTo>
                      <a:pt x="9" y="168"/>
                    </a:lnTo>
                    <a:lnTo>
                      <a:pt x="12" y="145"/>
                    </a:lnTo>
                    <a:lnTo>
                      <a:pt x="17" y="122"/>
                    </a:lnTo>
                    <a:lnTo>
                      <a:pt x="26" y="100"/>
                    </a:lnTo>
                    <a:lnTo>
                      <a:pt x="38" y="81"/>
                    </a:lnTo>
                    <a:lnTo>
                      <a:pt x="53" y="63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38" name="AutoShape 126"/>
            <p:cNvSpPr>
              <a:spLocks noChangeAspect="1" noChangeArrowheads="1" noTextEdit="1"/>
            </p:cNvSpPr>
            <p:nvPr/>
          </p:nvSpPr>
          <p:spPr bwMode="auto">
            <a:xfrm>
              <a:off x="1557212" y="3335014"/>
              <a:ext cx="499868" cy="7608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03071" tIns="51536" rIns="103071" bIns="51536"/>
            <a:lstStyle/>
            <a:p>
              <a:pPr defTabSz="913925"/>
              <a:endParaRPr lang="de-DE" dirty="0">
                <a:solidFill>
                  <a:srgbClr val="000000"/>
                </a:solidFill>
              </a:endParaRPr>
            </a:p>
          </p:txBody>
        </p:sp>
        <p:grpSp>
          <p:nvGrpSpPr>
            <p:cNvPr id="33" name="Gruppieren 232"/>
            <p:cNvGrpSpPr>
              <a:grpSpLocks/>
            </p:cNvGrpSpPr>
            <p:nvPr/>
          </p:nvGrpSpPr>
          <p:grpSpPr bwMode="auto">
            <a:xfrm>
              <a:off x="1535159" y="3552402"/>
              <a:ext cx="356524" cy="381292"/>
              <a:chOff x="1404938" y="3213100"/>
              <a:chExt cx="307976" cy="523875"/>
            </a:xfrm>
          </p:grpSpPr>
          <p:sp>
            <p:nvSpPr>
              <p:cNvPr id="140" name="Freeform 129"/>
              <p:cNvSpPr>
                <a:spLocks/>
              </p:cNvSpPr>
              <p:nvPr/>
            </p:nvSpPr>
            <p:spPr bwMode="auto">
              <a:xfrm>
                <a:off x="1404938" y="3446463"/>
                <a:ext cx="300038" cy="290512"/>
              </a:xfrm>
              <a:custGeom>
                <a:avLst/>
                <a:gdLst>
                  <a:gd name="T0" fmla="*/ 0 w 756"/>
                  <a:gd name="T1" fmla="*/ 0 h 730"/>
                  <a:gd name="T2" fmla="*/ 2147483647 w 756"/>
                  <a:gd name="T3" fmla="*/ 2147483647 h 730"/>
                  <a:gd name="T4" fmla="*/ 2147483647 w 756"/>
                  <a:gd name="T5" fmla="*/ 2147483647 h 730"/>
                  <a:gd name="T6" fmla="*/ 2147483647 w 756"/>
                  <a:gd name="T7" fmla="*/ 2147483647 h 730"/>
                  <a:gd name="T8" fmla="*/ 2147483647 w 756"/>
                  <a:gd name="T9" fmla="*/ 2147483647 h 730"/>
                  <a:gd name="T10" fmla="*/ 2147483647 w 756"/>
                  <a:gd name="T11" fmla="*/ 2147483647 h 730"/>
                  <a:gd name="T12" fmla="*/ 2147483647 w 756"/>
                  <a:gd name="T13" fmla="*/ 2147483647 h 730"/>
                  <a:gd name="T14" fmla="*/ 0 w 756"/>
                  <a:gd name="T15" fmla="*/ 0 h 73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56"/>
                  <a:gd name="T25" fmla="*/ 0 h 730"/>
                  <a:gd name="T26" fmla="*/ 756 w 756"/>
                  <a:gd name="T27" fmla="*/ 730 h 73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56" h="730">
                    <a:moveTo>
                      <a:pt x="0" y="0"/>
                    </a:moveTo>
                    <a:lnTo>
                      <a:pt x="136" y="633"/>
                    </a:lnTo>
                    <a:lnTo>
                      <a:pt x="232" y="730"/>
                    </a:lnTo>
                    <a:lnTo>
                      <a:pt x="720" y="729"/>
                    </a:lnTo>
                    <a:lnTo>
                      <a:pt x="756" y="624"/>
                    </a:lnTo>
                    <a:lnTo>
                      <a:pt x="632" y="80"/>
                    </a:lnTo>
                    <a:lnTo>
                      <a:pt x="586" y="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0919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1" name="Freeform 131"/>
              <p:cNvSpPr>
                <a:spLocks/>
              </p:cNvSpPr>
              <p:nvPr/>
            </p:nvSpPr>
            <p:spPr bwMode="auto">
              <a:xfrm>
                <a:off x="1466851" y="3213100"/>
                <a:ext cx="246063" cy="523875"/>
              </a:xfrm>
              <a:custGeom>
                <a:avLst/>
                <a:gdLst>
                  <a:gd name="T0" fmla="*/ 0 w 621"/>
                  <a:gd name="T1" fmla="*/ 0 h 1320"/>
                  <a:gd name="T2" fmla="*/ 0 w 621"/>
                  <a:gd name="T3" fmla="*/ 2147483647 h 1320"/>
                  <a:gd name="T4" fmla="*/ 2147483647 w 621"/>
                  <a:gd name="T5" fmla="*/ 2147483647 h 1320"/>
                  <a:gd name="T6" fmla="*/ 2147483647 w 621"/>
                  <a:gd name="T7" fmla="*/ 2147483647 h 1320"/>
                  <a:gd name="T8" fmla="*/ 2147483647 w 621"/>
                  <a:gd name="T9" fmla="*/ 2147483647 h 1320"/>
                  <a:gd name="T10" fmla="*/ 2147483647 w 621"/>
                  <a:gd name="T11" fmla="*/ 2147483647 h 1320"/>
                  <a:gd name="T12" fmla="*/ 2147483647 w 621"/>
                  <a:gd name="T13" fmla="*/ 2147483647 h 1320"/>
                  <a:gd name="T14" fmla="*/ 0 w 621"/>
                  <a:gd name="T15" fmla="*/ 0 h 132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21"/>
                  <a:gd name="T25" fmla="*/ 0 h 1320"/>
                  <a:gd name="T26" fmla="*/ 621 w 621"/>
                  <a:gd name="T27" fmla="*/ 1320 h 132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21" h="1320">
                    <a:moveTo>
                      <a:pt x="0" y="0"/>
                    </a:moveTo>
                    <a:lnTo>
                      <a:pt x="0" y="1144"/>
                    </a:lnTo>
                    <a:lnTo>
                      <a:pt x="75" y="1320"/>
                    </a:lnTo>
                    <a:lnTo>
                      <a:pt x="563" y="1318"/>
                    </a:lnTo>
                    <a:lnTo>
                      <a:pt x="621" y="1127"/>
                    </a:lnTo>
                    <a:lnTo>
                      <a:pt x="613" y="145"/>
                    </a:lnTo>
                    <a:lnTo>
                      <a:pt x="580" y="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1442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2" name="Freeform 133"/>
              <p:cNvSpPr>
                <a:spLocks/>
              </p:cNvSpPr>
              <p:nvPr/>
            </p:nvSpPr>
            <p:spPr bwMode="auto">
              <a:xfrm>
                <a:off x="1506538" y="3257550"/>
                <a:ext cx="200025" cy="479425"/>
              </a:xfrm>
              <a:custGeom>
                <a:avLst/>
                <a:gdLst>
                  <a:gd name="T0" fmla="*/ 0 w 506"/>
                  <a:gd name="T1" fmla="*/ 0 h 1208"/>
                  <a:gd name="T2" fmla="*/ 2147483647 w 506"/>
                  <a:gd name="T3" fmla="*/ 0 h 1208"/>
                  <a:gd name="T4" fmla="*/ 2147483647 w 506"/>
                  <a:gd name="T5" fmla="*/ 2147483647 h 1208"/>
                  <a:gd name="T6" fmla="*/ 2147483647 w 506"/>
                  <a:gd name="T7" fmla="*/ 2147483647 h 1208"/>
                  <a:gd name="T8" fmla="*/ 0 w 506"/>
                  <a:gd name="T9" fmla="*/ 2147483647 h 1208"/>
                  <a:gd name="T10" fmla="*/ 0 w 506"/>
                  <a:gd name="T11" fmla="*/ 2147483647 h 1208"/>
                  <a:gd name="T12" fmla="*/ 0 w 506"/>
                  <a:gd name="T13" fmla="*/ 0 h 12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06"/>
                  <a:gd name="T22" fmla="*/ 0 h 1208"/>
                  <a:gd name="T23" fmla="*/ 506 w 506"/>
                  <a:gd name="T24" fmla="*/ 1208 h 120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06" h="1208">
                    <a:moveTo>
                      <a:pt x="0" y="0"/>
                    </a:moveTo>
                    <a:lnTo>
                      <a:pt x="481" y="0"/>
                    </a:lnTo>
                    <a:lnTo>
                      <a:pt x="506" y="1015"/>
                    </a:lnTo>
                    <a:lnTo>
                      <a:pt x="480" y="1205"/>
                    </a:lnTo>
                    <a:lnTo>
                      <a:pt x="0" y="1208"/>
                    </a:lnTo>
                    <a:lnTo>
                      <a:pt x="0" y="10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3" name="Freeform 134"/>
              <p:cNvSpPr>
                <a:spLocks/>
              </p:cNvSpPr>
              <p:nvPr/>
            </p:nvSpPr>
            <p:spPr bwMode="auto">
              <a:xfrm>
                <a:off x="1506538" y="3257550"/>
                <a:ext cx="200025" cy="441325"/>
              </a:xfrm>
              <a:custGeom>
                <a:avLst/>
                <a:gdLst>
                  <a:gd name="T0" fmla="*/ 0 w 502"/>
                  <a:gd name="T1" fmla="*/ 0 h 1114"/>
                  <a:gd name="T2" fmla="*/ 2147483647 w 502"/>
                  <a:gd name="T3" fmla="*/ 0 h 1114"/>
                  <a:gd name="T4" fmla="*/ 2147483647 w 502"/>
                  <a:gd name="T5" fmla="*/ 0 h 1114"/>
                  <a:gd name="T6" fmla="*/ 2147483647 w 502"/>
                  <a:gd name="T7" fmla="*/ 0 h 1114"/>
                  <a:gd name="T8" fmla="*/ 2147483647 w 502"/>
                  <a:gd name="T9" fmla="*/ 0 h 1114"/>
                  <a:gd name="T10" fmla="*/ 2147483647 w 502"/>
                  <a:gd name="T11" fmla="*/ 0 h 1114"/>
                  <a:gd name="T12" fmla="*/ 2147483647 w 502"/>
                  <a:gd name="T13" fmla="*/ 0 h 1114"/>
                  <a:gd name="T14" fmla="*/ 2147483647 w 502"/>
                  <a:gd name="T15" fmla="*/ 0 h 1114"/>
                  <a:gd name="T16" fmla="*/ 2147483647 w 502"/>
                  <a:gd name="T17" fmla="*/ 0 h 1114"/>
                  <a:gd name="T18" fmla="*/ 2147483647 w 502"/>
                  <a:gd name="T19" fmla="*/ 0 h 1114"/>
                  <a:gd name="T20" fmla="*/ 2147483647 w 502"/>
                  <a:gd name="T21" fmla="*/ 0 h 1114"/>
                  <a:gd name="T22" fmla="*/ 2147483647 w 502"/>
                  <a:gd name="T23" fmla="*/ 0 h 1114"/>
                  <a:gd name="T24" fmla="*/ 2147483647 w 502"/>
                  <a:gd name="T25" fmla="*/ 0 h 1114"/>
                  <a:gd name="T26" fmla="*/ 2147483647 w 502"/>
                  <a:gd name="T27" fmla="*/ 0 h 1114"/>
                  <a:gd name="T28" fmla="*/ 2147483647 w 502"/>
                  <a:gd name="T29" fmla="*/ 0 h 1114"/>
                  <a:gd name="T30" fmla="*/ 2147483647 w 502"/>
                  <a:gd name="T31" fmla="*/ 0 h 1114"/>
                  <a:gd name="T32" fmla="*/ 2147483647 w 502"/>
                  <a:gd name="T33" fmla="*/ 0 h 1114"/>
                  <a:gd name="T34" fmla="*/ 2147483647 w 502"/>
                  <a:gd name="T35" fmla="*/ 2147483647 h 1114"/>
                  <a:gd name="T36" fmla="*/ 2147483647 w 502"/>
                  <a:gd name="T37" fmla="*/ 2147483647 h 1114"/>
                  <a:gd name="T38" fmla="*/ 2147483647 w 502"/>
                  <a:gd name="T39" fmla="*/ 2147483647 h 1114"/>
                  <a:gd name="T40" fmla="*/ 2147483647 w 502"/>
                  <a:gd name="T41" fmla="*/ 2147483647 h 1114"/>
                  <a:gd name="T42" fmla="*/ 2147483647 w 502"/>
                  <a:gd name="T43" fmla="*/ 2147483647 h 1114"/>
                  <a:gd name="T44" fmla="*/ 2147483647 w 502"/>
                  <a:gd name="T45" fmla="*/ 2147483647 h 1114"/>
                  <a:gd name="T46" fmla="*/ 2147483647 w 502"/>
                  <a:gd name="T47" fmla="*/ 2147483647 h 1114"/>
                  <a:gd name="T48" fmla="*/ 2147483647 w 502"/>
                  <a:gd name="T49" fmla="*/ 2147483647 h 1114"/>
                  <a:gd name="T50" fmla="*/ 2147483647 w 502"/>
                  <a:gd name="T51" fmla="*/ 2147483647 h 1114"/>
                  <a:gd name="T52" fmla="*/ 2147483647 w 502"/>
                  <a:gd name="T53" fmla="*/ 2147483647 h 1114"/>
                  <a:gd name="T54" fmla="*/ 2147483647 w 502"/>
                  <a:gd name="T55" fmla="*/ 2147483647 h 1114"/>
                  <a:gd name="T56" fmla="*/ 2147483647 w 502"/>
                  <a:gd name="T57" fmla="*/ 2147483647 h 1114"/>
                  <a:gd name="T58" fmla="*/ 2147483647 w 502"/>
                  <a:gd name="T59" fmla="*/ 2147483647 h 1114"/>
                  <a:gd name="T60" fmla="*/ 2147483647 w 502"/>
                  <a:gd name="T61" fmla="*/ 2147483647 h 1114"/>
                  <a:gd name="T62" fmla="*/ 2147483647 w 502"/>
                  <a:gd name="T63" fmla="*/ 2147483647 h 1114"/>
                  <a:gd name="T64" fmla="*/ 2147483647 w 502"/>
                  <a:gd name="T65" fmla="*/ 2147483647 h 1114"/>
                  <a:gd name="T66" fmla="*/ 2147483647 w 502"/>
                  <a:gd name="T67" fmla="*/ 2147483647 h 1114"/>
                  <a:gd name="T68" fmla="*/ 2147483647 w 502"/>
                  <a:gd name="T69" fmla="*/ 2147483647 h 1114"/>
                  <a:gd name="T70" fmla="*/ 2147483647 w 502"/>
                  <a:gd name="T71" fmla="*/ 2147483647 h 1114"/>
                  <a:gd name="T72" fmla="*/ 2147483647 w 502"/>
                  <a:gd name="T73" fmla="*/ 2147483647 h 1114"/>
                  <a:gd name="T74" fmla="*/ 2147483647 w 502"/>
                  <a:gd name="T75" fmla="*/ 2147483647 h 1114"/>
                  <a:gd name="T76" fmla="*/ 2147483647 w 502"/>
                  <a:gd name="T77" fmla="*/ 2147483647 h 1114"/>
                  <a:gd name="T78" fmla="*/ 2147483647 w 502"/>
                  <a:gd name="T79" fmla="*/ 2147483647 h 1114"/>
                  <a:gd name="T80" fmla="*/ 2147483647 w 502"/>
                  <a:gd name="T81" fmla="*/ 2147483647 h 1114"/>
                  <a:gd name="T82" fmla="*/ 2147483647 w 502"/>
                  <a:gd name="T83" fmla="*/ 2147483647 h 1114"/>
                  <a:gd name="T84" fmla="*/ 2147483647 w 502"/>
                  <a:gd name="T85" fmla="*/ 2147483647 h 1114"/>
                  <a:gd name="T86" fmla="*/ 2147483647 w 502"/>
                  <a:gd name="T87" fmla="*/ 2147483647 h 1114"/>
                  <a:gd name="T88" fmla="*/ 0 w 502"/>
                  <a:gd name="T89" fmla="*/ 2147483647 h 1114"/>
                  <a:gd name="T90" fmla="*/ 0 w 502"/>
                  <a:gd name="T91" fmla="*/ 2147483647 h 1114"/>
                  <a:gd name="T92" fmla="*/ 0 w 502"/>
                  <a:gd name="T93" fmla="*/ 2147483647 h 1114"/>
                  <a:gd name="T94" fmla="*/ 0 w 502"/>
                  <a:gd name="T95" fmla="*/ 2147483647 h 1114"/>
                  <a:gd name="T96" fmla="*/ 0 w 502"/>
                  <a:gd name="T97" fmla="*/ 0 h 1114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502"/>
                  <a:gd name="T148" fmla="*/ 0 h 1114"/>
                  <a:gd name="T149" fmla="*/ 502 w 502"/>
                  <a:gd name="T150" fmla="*/ 1114 h 1114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502" h="1114">
                    <a:moveTo>
                      <a:pt x="0" y="0"/>
                    </a:moveTo>
                    <a:lnTo>
                      <a:pt x="30" y="0"/>
                    </a:lnTo>
                    <a:lnTo>
                      <a:pt x="61" y="0"/>
                    </a:lnTo>
                    <a:lnTo>
                      <a:pt x="91" y="0"/>
                    </a:lnTo>
                    <a:lnTo>
                      <a:pt x="121" y="0"/>
                    </a:lnTo>
                    <a:lnTo>
                      <a:pt x="151" y="0"/>
                    </a:lnTo>
                    <a:lnTo>
                      <a:pt x="181" y="0"/>
                    </a:lnTo>
                    <a:lnTo>
                      <a:pt x="212" y="0"/>
                    </a:lnTo>
                    <a:lnTo>
                      <a:pt x="242" y="0"/>
                    </a:lnTo>
                    <a:lnTo>
                      <a:pt x="272" y="0"/>
                    </a:lnTo>
                    <a:lnTo>
                      <a:pt x="302" y="0"/>
                    </a:lnTo>
                    <a:lnTo>
                      <a:pt x="331" y="0"/>
                    </a:lnTo>
                    <a:lnTo>
                      <a:pt x="361" y="0"/>
                    </a:lnTo>
                    <a:lnTo>
                      <a:pt x="391" y="0"/>
                    </a:lnTo>
                    <a:lnTo>
                      <a:pt x="420" y="0"/>
                    </a:lnTo>
                    <a:lnTo>
                      <a:pt x="450" y="0"/>
                    </a:lnTo>
                    <a:lnTo>
                      <a:pt x="480" y="0"/>
                    </a:lnTo>
                    <a:lnTo>
                      <a:pt x="485" y="234"/>
                    </a:lnTo>
                    <a:lnTo>
                      <a:pt x="492" y="468"/>
                    </a:lnTo>
                    <a:lnTo>
                      <a:pt x="497" y="703"/>
                    </a:lnTo>
                    <a:lnTo>
                      <a:pt x="502" y="936"/>
                    </a:lnTo>
                    <a:lnTo>
                      <a:pt x="497" y="980"/>
                    </a:lnTo>
                    <a:lnTo>
                      <a:pt x="490" y="1024"/>
                    </a:lnTo>
                    <a:lnTo>
                      <a:pt x="485" y="1068"/>
                    </a:lnTo>
                    <a:lnTo>
                      <a:pt x="479" y="1111"/>
                    </a:lnTo>
                    <a:lnTo>
                      <a:pt x="449" y="1111"/>
                    </a:lnTo>
                    <a:lnTo>
                      <a:pt x="420" y="1111"/>
                    </a:lnTo>
                    <a:lnTo>
                      <a:pt x="390" y="1112"/>
                    </a:lnTo>
                    <a:lnTo>
                      <a:pt x="360" y="1112"/>
                    </a:lnTo>
                    <a:lnTo>
                      <a:pt x="331" y="1112"/>
                    </a:lnTo>
                    <a:lnTo>
                      <a:pt x="302" y="1112"/>
                    </a:lnTo>
                    <a:lnTo>
                      <a:pt x="272" y="1112"/>
                    </a:lnTo>
                    <a:lnTo>
                      <a:pt x="242" y="1112"/>
                    </a:lnTo>
                    <a:lnTo>
                      <a:pt x="212" y="1113"/>
                    </a:lnTo>
                    <a:lnTo>
                      <a:pt x="183" y="1113"/>
                    </a:lnTo>
                    <a:lnTo>
                      <a:pt x="153" y="1113"/>
                    </a:lnTo>
                    <a:lnTo>
                      <a:pt x="123" y="1113"/>
                    </a:lnTo>
                    <a:lnTo>
                      <a:pt x="93" y="1113"/>
                    </a:lnTo>
                    <a:lnTo>
                      <a:pt x="63" y="1114"/>
                    </a:lnTo>
                    <a:lnTo>
                      <a:pt x="34" y="1114"/>
                    </a:lnTo>
                    <a:lnTo>
                      <a:pt x="4" y="1114"/>
                    </a:lnTo>
                    <a:lnTo>
                      <a:pt x="4" y="1074"/>
                    </a:lnTo>
                    <a:lnTo>
                      <a:pt x="3" y="1033"/>
                    </a:lnTo>
                    <a:lnTo>
                      <a:pt x="2" y="993"/>
                    </a:lnTo>
                    <a:lnTo>
                      <a:pt x="0" y="952"/>
                    </a:lnTo>
                    <a:lnTo>
                      <a:pt x="0" y="714"/>
                    </a:lnTo>
                    <a:lnTo>
                      <a:pt x="0" y="476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72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4" name="Freeform 135"/>
              <p:cNvSpPr>
                <a:spLocks/>
              </p:cNvSpPr>
              <p:nvPr/>
            </p:nvSpPr>
            <p:spPr bwMode="auto">
              <a:xfrm>
                <a:off x="1506538" y="3257550"/>
                <a:ext cx="198438" cy="404812"/>
              </a:xfrm>
              <a:custGeom>
                <a:avLst/>
                <a:gdLst>
                  <a:gd name="T0" fmla="*/ 0 w 498"/>
                  <a:gd name="T1" fmla="*/ 0 h 1021"/>
                  <a:gd name="T2" fmla="*/ 2147483647 w 498"/>
                  <a:gd name="T3" fmla="*/ 0 h 1021"/>
                  <a:gd name="T4" fmla="*/ 2147483647 w 498"/>
                  <a:gd name="T5" fmla="*/ 0 h 1021"/>
                  <a:gd name="T6" fmla="*/ 2147483647 w 498"/>
                  <a:gd name="T7" fmla="*/ 0 h 1021"/>
                  <a:gd name="T8" fmla="*/ 2147483647 w 498"/>
                  <a:gd name="T9" fmla="*/ 0 h 1021"/>
                  <a:gd name="T10" fmla="*/ 2147483647 w 498"/>
                  <a:gd name="T11" fmla="*/ 0 h 1021"/>
                  <a:gd name="T12" fmla="*/ 2147483647 w 498"/>
                  <a:gd name="T13" fmla="*/ 0 h 1021"/>
                  <a:gd name="T14" fmla="*/ 2147483647 w 498"/>
                  <a:gd name="T15" fmla="*/ 0 h 1021"/>
                  <a:gd name="T16" fmla="*/ 2147483647 w 498"/>
                  <a:gd name="T17" fmla="*/ 0 h 1021"/>
                  <a:gd name="T18" fmla="*/ 2147483647 w 498"/>
                  <a:gd name="T19" fmla="*/ 0 h 1021"/>
                  <a:gd name="T20" fmla="*/ 2147483647 w 498"/>
                  <a:gd name="T21" fmla="*/ 0 h 1021"/>
                  <a:gd name="T22" fmla="*/ 2147483647 w 498"/>
                  <a:gd name="T23" fmla="*/ 0 h 1021"/>
                  <a:gd name="T24" fmla="*/ 2147483647 w 498"/>
                  <a:gd name="T25" fmla="*/ 0 h 1021"/>
                  <a:gd name="T26" fmla="*/ 2147483647 w 498"/>
                  <a:gd name="T27" fmla="*/ 0 h 1021"/>
                  <a:gd name="T28" fmla="*/ 2147483647 w 498"/>
                  <a:gd name="T29" fmla="*/ 0 h 1021"/>
                  <a:gd name="T30" fmla="*/ 2147483647 w 498"/>
                  <a:gd name="T31" fmla="*/ 0 h 1021"/>
                  <a:gd name="T32" fmla="*/ 2147483647 w 498"/>
                  <a:gd name="T33" fmla="*/ 0 h 1021"/>
                  <a:gd name="T34" fmla="*/ 2147483647 w 498"/>
                  <a:gd name="T35" fmla="*/ 2147483647 h 1021"/>
                  <a:gd name="T36" fmla="*/ 2147483647 w 498"/>
                  <a:gd name="T37" fmla="*/ 2147483647 h 1021"/>
                  <a:gd name="T38" fmla="*/ 2147483647 w 498"/>
                  <a:gd name="T39" fmla="*/ 2147483647 h 1021"/>
                  <a:gd name="T40" fmla="*/ 2147483647 w 498"/>
                  <a:gd name="T41" fmla="*/ 2147483647 h 1021"/>
                  <a:gd name="T42" fmla="*/ 2147483647 w 498"/>
                  <a:gd name="T43" fmla="*/ 2147483647 h 1021"/>
                  <a:gd name="T44" fmla="*/ 2147483647 w 498"/>
                  <a:gd name="T45" fmla="*/ 2147483647 h 1021"/>
                  <a:gd name="T46" fmla="*/ 2147483647 w 498"/>
                  <a:gd name="T47" fmla="*/ 2147483647 h 1021"/>
                  <a:gd name="T48" fmla="*/ 2147483647 w 498"/>
                  <a:gd name="T49" fmla="*/ 2147483647 h 1021"/>
                  <a:gd name="T50" fmla="*/ 2147483647 w 498"/>
                  <a:gd name="T51" fmla="*/ 2147483647 h 1021"/>
                  <a:gd name="T52" fmla="*/ 2147483647 w 498"/>
                  <a:gd name="T53" fmla="*/ 2147483647 h 1021"/>
                  <a:gd name="T54" fmla="*/ 2147483647 w 498"/>
                  <a:gd name="T55" fmla="*/ 2147483647 h 1021"/>
                  <a:gd name="T56" fmla="*/ 2147483647 w 498"/>
                  <a:gd name="T57" fmla="*/ 2147483647 h 1021"/>
                  <a:gd name="T58" fmla="*/ 2147483647 w 498"/>
                  <a:gd name="T59" fmla="*/ 2147483647 h 1021"/>
                  <a:gd name="T60" fmla="*/ 2147483647 w 498"/>
                  <a:gd name="T61" fmla="*/ 2147483647 h 1021"/>
                  <a:gd name="T62" fmla="*/ 2147483647 w 498"/>
                  <a:gd name="T63" fmla="*/ 2147483647 h 1021"/>
                  <a:gd name="T64" fmla="*/ 2147483647 w 498"/>
                  <a:gd name="T65" fmla="*/ 2147483647 h 1021"/>
                  <a:gd name="T66" fmla="*/ 2147483647 w 498"/>
                  <a:gd name="T67" fmla="*/ 2147483647 h 1021"/>
                  <a:gd name="T68" fmla="*/ 2147483647 w 498"/>
                  <a:gd name="T69" fmla="*/ 2147483647 h 1021"/>
                  <a:gd name="T70" fmla="*/ 2147483647 w 498"/>
                  <a:gd name="T71" fmla="*/ 2147483647 h 1021"/>
                  <a:gd name="T72" fmla="*/ 2147483647 w 498"/>
                  <a:gd name="T73" fmla="*/ 2147483647 h 1021"/>
                  <a:gd name="T74" fmla="*/ 2147483647 w 498"/>
                  <a:gd name="T75" fmla="*/ 2147483647 h 1021"/>
                  <a:gd name="T76" fmla="*/ 2147483647 w 498"/>
                  <a:gd name="T77" fmla="*/ 2147483647 h 1021"/>
                  <a:gd name="T78" fmla="*/ 2147483647 w 498"/>
                  <a:gd name="T79" fmla="*/ 2147483647 h 1021"/>
                  <a:gd name="T80" fmla="*/ 2147483647 w 498"/>
                  <a:gd name="T81" fmla="*/ 2147483647 h 1021"/>
                  <a:gd name="T82" fmla="*/ 2147483647 w 498"/>
                  <a:gd name="T83" fmla="*/ 2147483647 h 1021"/>
                  <a:gd name="T84" fmla="*/ 2147483647 w 498"/>
                  <a:gd name="T85" fmla="*/ 2147483647 h 1021"/>
                  <a:gd name="T86" fmla="*/ 2147483647 w 498"/>
                  <a:gd name="T87" fmla="*/ 2147483647 h 1021"/>
                  <a:gd name="T88" fmla="*/ 0 w 498"/>
                  <a:gd name="T89" fmla="*/ 2147483647 h 1021"/>
                  <a:gd name="T90" fmla="*/ 0 w 498"/>
                  <a:gd name="T91" fmla="*/ 2147483647 h 1021"/>
                  <a:gd name="T92" fmla="*/ 0 w 498"/>
                  <a:gd name="T93" fmla="*/ 2147483647 h 1021"/>
                  <a:gd name="T94" fmla="*/ 0 w 498"/>
                  <a:gd name="T95" fmla="*/ 2147483647 h 1021"/>
                  <a:gd name="T96" fmla="*/ 0 w 498"/>
                  <a:gd name="T97" fmla="*/ 0 h 1021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98"/>
                  <a:gd name="T148" fmla="*/ 0 h 1021"/>
                  <a:gd name="T149" fmla="*/ 498 w 498"/>
                  <a:gd name="T150" fmla="*/ 1021 h 1021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98" h="1021">
                    <a:moveTo>
                      <a:pt x="0" y="0"/>
                    </a:moveTo>
                    <a:lnTo>
                      <a:pt x="29" y="0"/>
                    </a:lnTo>
                    <a:lnTo>
                      <a:pt x="59" y="0"/>
                    </a:lnTo>
                    <a:lnTo>
                      <a:pt x="89" y="0"/>
                    </a:lnTo>
                    <a:lnTo>
                      <a:pt x="119" y="0"/>
                    </a:lnTo>
                    <a:lnTo>
                      <a:pt x="150" y="0"/>
                    </a:lnTo>
                    <a:lnTo>
                      <a:pt x="180" y="0"/>
                    </a:lnTo>
                    <a:lnTo>
                      <a:pt x="210" y="0"/>
                    </a:lnTo>
                    <a:lnTo>
                      <a:pt x="240" y="0"/>
                    </a:lnTo>
                    <a:lnTo>
                      <a:pt x="270" y="0"/>
                    </a:lnTo>
                    <a:lnTo>
                      <a:pt x="300" y="0"/>
                    </a:lnTo>
                    <a:lnTo>
                      <a:pt x="329" y="0"/>
                    </a:lnTo>
                    <a:lnTo>
                      <a:pt x="359" y="0"/>
                    </a:lnTo>
                    <a:lnTo>
                      <a:pt x="389" y="0"/>
                    </a:lnTo>
                    <a:lnTo>
                      <a:pt x="418" y="0"/>
                    </a:lnTo>
                    <a:lnTo>
                      <a:pt x="448" y="0"/>
                    </a:lnTo>
                    <a:lnTo>
                      <a:pt x="478" y="0"/>
                    </a:lnTo>
                    <a:lnTo>
                      <a:pt x="483" y="215"/>
                    </a:lnTo>
                    <a:lnTo>
                      <a:pt x="488" y="429"/>
                    </a:lnTo>
                    <a:lnTo>
                      <a:pt x="493" y="644"/>
                    </a:lnTo>
                    <a:lnTo>
                      <a:pt x="498" y="857"/>
                    </a:lnTo>
                    <a:lnTo>
                      <a:pt x="493" y="897"/>
                    </a:lnTo>
                    <a:lnTo>
                      <a:pt x="487" y="937"/>
                    </a:lnTo>
                    <a:lnTo>
                      <a:pt x="482" y="977"/>
                    </a:lnTo>
                    <a:lnTo>
                      <a:pt x="477" y="1017"/>
                    </a:lnTo>
                    <a:lnTo>
                      <a:pt x="448" y="1017"/>
                    </a:lnTo>
                    <a:lnTo>
                      <a:pt x="418" y="1017"/>
                    </a:lnTo>
                    <a:lnTo>
                      <a:pt x="389" y="1018"/>
                    </a:lnTo>
                    <a:lnTo>
                      <a:pt x="359" y="1018"/>
                    </a:lnTo>
                    <a:lnTo>
                      <a:pt x="330" y="1018"/>
                    </a:lnTo>
                    <a:lnTo>
                      <a:pt x="301" y="1018"/>
                    </a:lnTo>
                    <a:lnTo>
                      <a:pt x="271" y="1018"/>
                    </a:lnTo>
                    <a:lnTo>
                      <a:pt x="242" y="1018"/>
                    </a:lnTo>
                    <a:lnTo>
                      <a:pt x="212" y="1019"/>
                    </a:lnTo>
                    <a:lnTo>
                      <a:pt x="182" y="1019"/>
                    </a:lnTo>
                    <a:lnTo>
                      <a:pt x="152" y="1019"/>
                    </a:lnTo>
                    <a:lnTo>
                      <a:pt x="123" y="1019"/>
                    </a:lnTo>
                    <a:lnTo>
                      <a:pt x="93" y="1019"/>
                    </a:lnTo>
                    <a:lnTo>
                      <a:pt x="64" y="1021"/>
                    </a:lnTo>
                    <a:lnTo>
                      <a:pt x="34" y="1021"/>
                    </a:lnTo>
                    <a:lnTo>
                      <a:pt x="4" y="1021"/>
                    </a:lnTo>
                    <a:lnTo>
                      <a:pt x="3" y="983"/>
                    </a:lnTo>
                    <a:lnTo>
                      <a:pt x="2" y="946"/>
                    </a:lnTo>
                    <a:lnTo>
                      <a:pt x="1" y="910"/>
                    </a:lnTo>
                    <a:lnTo>
                      <a:pt x="0" y="872"/>
                    </a:lnTo>
                    <a:lnTo>
                      <a:pt x="0" y="653"/>
                    </a:lnTo>
                    <a:lnTo>
                      <a:pt x="0" y="436"/>
                    </a:lnTo>
                    <a:lnTo>
                      <a:pt x="0" y="2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75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5" name="Freeform 136"/>
              <p:cNvSpPr>
                <a:spLocks/>
              </p:cNvSpPr>
              <p:nvPr/>
            </p:nvSpPr>
            <p:spPr bwMode="auto">
              <a:xfrm>
                <a:off x="1508126" y="3257550"/>
                <a:ext cx="195263" cy="366712"/>
              </a:xfrm>
              <a:custGeom>
                <a:avLst/>
                <a:gdLst>
                  <a:gd name="T0" fmla="*/ 0 w 494"/>
                  <a:gd name="T1" fmla="*/ 0 h 927"/>
                  <a:gd name="T2" fmla="*/ 2147483647 w 494"/>
                  <a:gd name="T3" fmla="*/ 0 h 927"/>
                  <a:gd name="T4" fmla="*/ 2147483647 w 494"/>
                  <a:gd name="T5" fmla="*/ 0 h 927"/>
                  <a:gd name="T6" fmla="*/ 2147483647 w 494"/>
                  <a:gd name="T7" fmla="*/ 0 h 927"/>
                  <a:gd name="T8" fmla="*/ 2147483647 w 494"/>
                  <a:gd name="T9" fmla="*/ 0 h 927"/>
                  <a:gd name="T10" fmla="*/ 2147483647 w 494"/>
                  <a:gd name="T11" fmla="*/ 0 h 927"/>
                  <a:gd name="T12" fmla="*/ 2147483647 w 494"/>
                  <a:gd name="T13" fmla="*/ 0 h 927"/>
                  <a:gd name="T14" fmla="*/ 2147483647 w 494"/>
                  <a:gd name="T15" fmla="*/ 0 h 927"/>
                  <a:gd name="T16" fmla="*/ 2147483647 w 494"/>
                  <a:gd name="T17" fmla="*/ 0 h 927"/>
                  <a:gd name="T18" fmla="*/ 2147483647 w 494"/>
                  <a:gd name="T19" fmla="*/ 0 h 927"/>
                  <a:gd name="T20" fmla="*/ 2147483647 w 494"/>
                  <a:gd name="T21" fmla="*/ 0 h 927"/>
                  <a:gd name="T22" fmla="*/ 2147483647 w 494"/>
                  <a:gd name="T23" fmla="*/ 0 h 927"/>
                  <a:gd name="T24" fmla="*/ 2147483647 w 494"/>
                  <a:gd name="T25" fmla="*/ 0 h 927"/>
                  <a:gd name="T26" fmla="*/ 2147483647 w 494"/>
                  <a:gd name="T27" fmla="*/ 0 h 927"/>
                  <a:gd name="T28" fmla="*/ 2147483647 w 494"/>
                  <a:gd name="T29" fmla="*/ 0 h 927"/>
                  <a:gd name="T30" fmla="*/ 2147483647 w 494"/>
                  <a:gd name="T31" fmla="*/ 0 h 927"/>
                  <a:gd name="T32" fmla="*/ 2147483647 w 494"/>
                  <a:gd name="T33" fmla="*/ 0 h 927"/>
                  <a:gd name="T34" fmla="*/ 2147483647 w 494"/>
                  <a:gd name="T35" fmla="*/ 2147483647 h 927"/>
                  <a:gd name="T36" fmla="*/ 2147483647 w 494"/>
                  <a:gd name="T37" fmla="*/ 2147483647 h 927"/>
                  <a:gd name="T38" fmla="*/ 2147483647 w 494"/>
                  <a:gd name="T39" fmla="*/ 2147483647 h 927"/>
                  <a:gd name="T40" fmla="*/ 2147483647 w 494"/>
                  <a:gd name="T41" fmla="*/ 2147483647 h 927"/>
                  <a:gd name="T42" fmla="*/ 2147483647 w 494"/>
                  <a:gd name="T43" fmla="*/ 2147483647 h 927"/>
                  <a:gd name="T44" fmla="*/ 2147483647 w 494"/>
                  <a:gd name="T45" fmla="*/ 2147483647 h 927"/>
                  <a:gd name="T46" fmla="*/ 2147483647 w 494"/>
                  <a:gd name="T47" fmla="*/ 2147483647 h 927"/>
                  <a:gd name="T48" fmla="*/ 2147483647 w 494"/>
                  <a:gd name="T49" fmla="*/ 2147483647 h 927"/>
                  <a:gd name="T50" fmla="*/ 2147483647 w 494"/>
                  <a:gd name="T51" fmla="*/ 2147483647 h 927"/>
                  <a:gd name="T52" fmla="*/ 2147483647 w 494"/>
                  <a:gd name="T53" fmla="*/ 2147483647 h 927"/>
                  <a:gd name="T54" fmla="*/ 2147483647 w 494"/>
                  <a:gd name="T55" fmla="*/ 2147483647 h 927"/>
                  <a:gd name="T56" fmla="*/ 2147483647 w 494"/>
                  <a:gd name="T57" fmla="*/ 2147483647 h 927"/>
                  <a:gd name="T58" fmla="*/ 2147483647 w 494"/>
                  <a:gd name="T59" fmla="*/ 2147483647 h 927"/>
                  <a:gd name="T60" fmla="*/ 2147483647 w 494"/>
                  <a:gd name="T61" fmla="*/ 2147483647 h 927"/>
                  <a:gd name="T62" fmla="*/ 2147483647 w 494"/>
                  <a:gd name="T63" fmla="*/ 2147483647 h 927"/>
                  <a:gd name="T64" fmla="*/ 2147483647 w 494"/>
                  <a:gd name="T65" fmla="*/ 2147483647 h 927"/>
                  <a:gd name="T66" fmla="*/ 2147483647 w 494"/>
                  <a:gd name="T67" fmla="*/ 2147483647 h 927"/>
                  <a:gd name="T68" fmla="*/ 2147483647 w 494"/>
                  <a:gd name="T69" fmla="*/ 2147483647 h 927"/>
                  <a:gd name="T70" fmla="*/ 2147483647 w 494"/>
                  <a:gd name="T71" fmla="*/ 2147483647 h 927"/>
                  <a:gd name="T72" fmla="*/ 2147483647 w 494"/>
                  <a:gd name="T73" fmla="*/ 2147483647 h 927"/>
                  <a:gd name="T74" fmla="*/ 2147483647 w 494"/>
                  <a:gd name="T75" fmla="*/ 2147483647 h 927"/>
                  <a:gd name="T76" fmla="*/ 2147483647 w 494"/>
                  <a:gd name="T77" fmla="*/ 2147483647 h 927"/>
                  <a:gd name="T78" fmla="*/ 2147483647 w 494"/>
                  <a:gd name="T79" fmla="*/ 2147483647 h 927"/>
                  <a:gd name="T80" fmla="*/ 2147483647 w 494"/>
                  <a:gd name="T81" fmla="*/ 2147483647 h 927"/>
                  <a:gd name="T82" fmla="*/ 2147483647 w 494"/>
                  <a:gd name="T83" fmla="*/ 2147483647 h 927"/>
                  <a:gd name="T84" fmla="*/ 2147483647 w 494"/>
                  <a:gd name="T85" fmla="*/ 2147483647 h 927"/>
                  <a:gd name="T86" fmla="*/ 2147483647 w 494"/>
                  <a:gd name="T87" fmla="*/ 2147483647 h 927"/>
                  <a:gd name="T88" fmla="*/ 0 w 494"/>
                  <a:gd name="T89" fmla="*/ 2147483647 h 927"/>
                  <a:gd name="T90" fmla="*/ 0 w 494"/>
                  <a:gd name="T91" fmla="*/ 2147483647 h 927"/>
                  <a:gd name="T92" fmla="*/ 0 w 494"/>
                  <a:gd name="T93" fmla="*/ 2147483647 h 927"/>
                  <a:gd name="T94" fmla="*/ 0 w 494"/>
                  <a:gd name="T95" fmla="*/ 2147483647 h 927"/>
                  <a:gd name="T96" fmla="*/ 0 w 494"/>
                  <a:gd name="T97" fmla="*/ 0 h 927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94"/>
                  <a:gd name="T148" fmla="*/ 0 h 927"/>
                  <a:gd name="T149" fmla="*/ 494 w 494"/>
                  <a:gd name="T150" fmla="*/ 927 h 927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94" h="927">
                    <a:moveTo>
                      <a:pt x="0" y="0"/>
                    </a:moveTo>
                    <a:lnTo>
                      <a:pt x="30" y="0"/>
                    </a:lnTo>
                    <a:lnTo>
                      <a:pt x="59" y="0"/>
                    </a:lnTo>
                    <a:lnTo>
                      <a:pt x="88" y="0"/>
                    </a:lnTo>
                    <a:lnTo>
                      <a:pt x="118" y="0"/>
                    </a:lnTo>
                    <a:lnTo>
                      <a:pt x="148" y="0"/>
                    </a:lnTo>
                    <a:lnTo>
                      <a:pt x="178" y="0"/>
                    </a:lnTo>
                    <a:lnTo>
                      <a:pt x="208" y="0"/>
                    </a:lnTo>
                    <a:lnTo>
                      <a:pt x="238" y="0"/>
                    </a:lnTo>
                    <a:lnTo>
                      <a:pt x="268" y="0"/>
                    </a:lnTo>
                    <a:lnTo>
                      <a:pt x="298" y="0"/>
                    </a:lnTo>
                    <a:lnTo>
                      <a:pt x="327" y="0"/>
                    </a:lnTo>
                    <a:lnTo>
                      <a:pt x="357" y="0"/>
                    </a:lnTo>
                    <a:lnTo>
                      <a:pt x="387" y="0"/>
                    </a:lnTo>
                    <a:lnTo>
                      <a:pt x="416" y="0"/>
                    </a:lnTo>
                    <a:lnTo>
                      <a:pt x="446" y="0"/>
                    </a:lnTo>
                    <a:lnTo>
                      <a:pt x="476" y="0"/>
                    </a:lnTo>
                    <a:lnTo>
                      <a:pt x="480" y="195"/>
                    </a:lnTo>
                    <a:lnTo>
                      <a:pt x="485" y="390"/>
                    </a:lnTo>
                    <a:lnTo>
                      <a:pt x="490" y="584"/>
                    </a:lnTo>
                    <a:lnTo>
                      <a:pt x="494" y="779"/>
                    </a:lnTo>
                    <a:lnTo>
                      <a:pt x="490" y="816"/>
                    </a:lnTo>
                    <a:lnTo>
                      <a:pt x="484" y="852"/>
                    </a:lnTo>
                    <a:lnTo>
                      <a:pt x="480" y="888"/>
                    </a:lnTo>
                    <a:lnTo>
                      <a:pt x="476" y="925"/>
                    </a:lnTo>
                    <a:lnTo>
                      <a:pt x="447" y="925"/>
                    </a:lnTo>
                    <a:lnTo>
                      <a:pt x="417" y="925"/>
                    </a:lnTo>
                    <a:lnTo>
                      <a:pt x="388" y="925"/>
                    </a:lnTo>
                    <a:lnTo>
                      <a:pt x="358" y="926"/>
                    </a:lnTo>
                    <a:lnTo>
                      <a:pt x="330" y="926"/>
                    </a:lnTo>
                    <a:lnTo>
                      <a:pt x="300" y="926"/>
                    </a:lnTo>
                    <a:lnTo>
                      <a:pt x="270" y="926"/>
                    </a:lnTo>
                    <a:lnTo>
                      <a:pt x="241" y="926"/>
                    </a:lnTo>
                    <a:lnTo>
                      <a:pt x="211" y="926"/>
                    </a:lnTo>
                    <a:lnTo>
                      <a:pt x="182" y="926"/>
                    </a:lnTo>
                    <a:lnTo>
                      <a:pt x="152" y="926"/>
                    </a:lnTo>
                    <a:lnTo>
                      <a:pt x="122" y="926"/>
                    </a:lnTo>
                    <a:lnTo>
                      <a:pt x="94" y="927"/>
                    </a:lnTo>
                    <a:lnTo>
                      <a:pt x="64" y="927"/>
                    </a:lnTo>
                    <a:lnTo>
                      <a:pt x="35" y="927"/>
                    </a:lnTo>
                    <a:lnTo>
                      <a:pt x="5" y="927"/>
                    </a:lnTo>
                    <a:lnTo>
                      <a:pt x="4" y="892"/>
                    </a:lnTo>
                    <a:lnTo>
                      <a:pt x="2" y="859"/>
                    </a:lnTo>
                    <a:lnTo>
                      <a:pt x="1" y="825"/>
                    </a:lnTo>
                    <a:lnTo>
                      <a:pt x="0" y="792"/>
                    </a:lnTo>
                    <a:lnTo>
                      <a:pt x="0" y="594"/>
                    </a:lnTo>
                    <a:lnTo>
                      <a:pt x="0" y="396"/>
                    </a:lnTo>
                    <a:lnTo>
                      <a:pt x="0" y="1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B7C6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6" name="Freeform 137"/>
              <p:cNvSpPr>
                <a:spLocks/>
              </p:cNvSpPr>
              <p:nvPr/>
            </p:nvSpPr>
            <p:spPr bwMode="auto">
              <a:xfrm>
                <a:off x="1508126" y="3257550"/>
                <a:ext cx="195263" cy="330200"/>
              </a:xfrm>
              <a:custGeom>
                <a:avLst/>
                <a:gdLst>
                  <a:gd name="T0" fmla="*/ 0 w 492"/>
                  <a:gd name="T1" fmla="*/ 0 h 833"/>
                  <a:gd name="T2" fmla="*/ 2147483647 w 492"/>
                  <a:gd name="T3" fmla="*/ 0 h 833"/>
                  <a:gd name="T4" fmla="*/ 2147483647 w 492"/>
                  <a:gd name="T5" fmla="*/ 0 h 833"/>
                  <a:gd name="T6" fmla="*/ 2147483647 w 492"/>
                  <a:gd name="T7" fmla="*/ 0 h 833"/>
                  <a:gd name="T8" fmla="*/ 2147483647 w 492"/>
                  <a:gd name="T9" fmla="*/ 0 h 833"/>
                  <a:gd name="T10" fmla="*/ 2147483647 w 492"/>
                  <a:gd name="T11" fmla="*/ 0 h 833"/>
                  <a:gd name="T12" fmla="*/ 2147483647 w 492"/>
                  <a:gd name="T13" fmla="*/ 0 h 833"/>
                  <a:gd name="T14" fmla="*/ 2147483647 w 492"/>
                  <a:gd name="T15" fmla="*/ 0 h 833"/>
                  <a:gd name="T16" fmla="*/ 2147483647 w 492"/>
                  <a:gd name="T17" fmla="*/ 0 h 833"/>
                  <a:gd name="T18" fmla="*/ 2147483647 w 492"/>
                  <a:gd name="T19" fmla="*/ 0 h 833"/>
                  <a:gd name="T20" fmla="*/ 2147483647 w 492"/>
                  <a:gd name="T21" fmla="*/ 0 h 833"/>
                  <a:gd name="T22" fmla="*/ 2147483647 w 492"/>
                  <a:gd name="T23" fmla="*/ 0 h 833"/>
                  <a:gd name="T24" fmla="*/ 2147483647 w 492"/>
                  <a:gd name="T25" fmla="*/ 0 h 833"/>
                  <a:gd name="T26" fmla="*/ 2147483647 w 492"/>
                  <a:gd name="T27" fmla="*/ 0 h 833"/>
                  <a:gd name="T28" fmla="*/ 2147483647 w 492"/>
                  <a:gd name="T29" fmla="*/ 0 h 833"/>
                  <a:gd name="T30" fmla="*/ 2147483647 w 492"/>
                  <a:gd name="T31" fmla="*/ 0 h 833"/>
                  <a:gd name="T32" fmla="*/ 2147483647 w 492"/>
                  <a:gd name="T33" fmla="*/ 0 h 833"/>
                  <a:gd name="T34" fmla="*/ 2147483647 w 492"/>
                  <a:gd name="T35" fmla="*/ 2147483647 h 833"/>
                  <a:gd name="T36" fmla="*/ 2147483647 w 492"/>
                  <a:gd name="T37" fmla="*/ 2147483647 h 833"/>
                  <a:gd name="T38" fmla="*/ 2147483647 w 492"/>
                  <a:gd name="T39" fmla="*/ 2147483647 h 833"/>
                  <a:gd name="T40" fmla="*/ 2147483647 w 492"/>
                  <a:gd name="T41" fmla="*/ 2147483647 h 833"/>
                  <a:gd name="T42" fmla="*/ 2147483647 w 492"/>
                  <a:gd name="T43" fmla="*/ 2147483647 h 833"/>
                  <a:gd name="T44" fmla="*/ 2147483647 w 492"/>
                  <a:gd name="T45" fmla="*/ 2147483647 h 833"/>
                  <a:gd name="T46" fmla="*/ 2147483647 w 492"/>
                  <a:gd name="T47" fmla="*/ 2147483647 h 833"/>
                  <a:gd name="T48" fmla="*/ 2147483647 w 492"/>
                  <a:gd name="T49" fmla="*/ 2147483647 h 833"/>
                  <a:gd name="T50" fmla="*/ 2147483647 w 492"/>
                  <a:gd name="T51" fmla="*/ 2147483647 h 833"/>
                  <a:gd name="T52" fmla="*/ 2147483647 w 492"/>
                  <a:gd name="T53" fmla="*/ 2147483647 h 833"/>
                  <a:gd name="T54" fmla="*/ 2147483647 w 492"/>
                  <a:gd name="T55" fmla="*/ 2147483647 h 833"/>
                  <a:gd name="T56" fmla="*/ 2147483647 w 492"/>
                  <a:gd name="T57" fmla="*/ 2147483647 h 833"/>
                  <a:gd name="T58" fmla="*/ 2147483647 w 492"/>
                  <a:gd name="T59" fmla="*/ 2147483647 h 833"/>
                  <a:gd name="T60" fmla="*/ 2147483647 w 492"/>
                  <a:gd name="T61" fmla="*/ 2147483647 h 833"/>
                  <a:gd name="T62" fmla="*/ 2147483647 w 492"/>
                  <a:gd name="T63" fmla="*/ 2147483647 h 833"/>
                  <a:gd name="T64" fmla="*/ 2147483647 w 492"/>
                  <a:gd name="T65" fmla="*/ 2147483647 h 833"/>
                  <a:gd name="T66" fmla="*/ 2147483647 w 492"/>
                  <a:gd name="T67" fmla="*/ 2147483647 h 833"/>
                  <a:gd name="T68" fmla="*/ 2147483647 w 492"/>
                  <a:gd name="T69" fmla="*/ 2147483647 h 833"/>
                  <a:gd name="T70" fmla="*/ 2147483647 w 492"/>
                  <a:gd name="T71" fmla="*/ 2147483647 h 833"/>
                  <a:gd name="T72" fmla="*/ 2147483647 w 492"/>
                  <a:gd name="T73" fmla="*/ 2147483647 h 833"/>
                  <a:gd name="T74" fmla="*/ 2147483647 w 492"/>
                  <a:gd name="T75" fmla="*/ 2147483647 h 833"/>
                  <a:gd name="T76" fmla="*/ 2147483647 w 492"/>
                  <a:gd name="T77" fmla="*/ 2147483647 h 833"/>
                  <a:gd name="T78" fmla="*/ 2147483647 w 492"/>
                  <a:gd name="T79" fmla="*/ 2147483647 h 833"/>
                  <a:gd name="T80" fmla="*/ 2147483647 w 492"/>
                  <a:gd name="T81" fmla="*/ 2147483647 h 833"/>
                  <a:gd name="T82" fmla="*/ 2147483647 w 492"/>
                  <a:gd name="T83" fmla="*/ 2147483647 h 833"/>
                  <a:gd name="T84" fmla="*/ 2147483647 w 492"/>
                  <a:gd name="T85" fmla="*/ 2147483647 h 833"/>
                  <a:gd name="T86" fmla="*/ 2147483647 w 492"/>
                  <a:gd name="T87" fmla="*/ 2147483647 h 833"/>
                  <a:gd name="T88" fmla="*/ 0 w 492"/>
                  <a:gd name="T89" fmla="*/ 2147483647 h 833"/>
                  <a:gd name="T90" fmla="*/ 0 w 492"/>
                  <a:gd name="T91" fmla="*/ 2147483647 h 833"/>
                  <a:gd name="T92" fmla="*/ 0 w 492"/>
                  <a:gd name="T93" fmla="*/ 2147483647 h 833"/>
                  <a:gd name="T94" fmla="*/ 0 w 492"/>
                  <a:gd name="T95" fmla="*/ 2147483647 h 833"/>
                  <a:gd name="T96" fmla="*/ 0 w 492"/>
                  <a:gd name="T97" fmla="*/ 0 h 833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92"/>
                  <a:gd name="T148" fmla="*/ 0 h 833"/>
                  <a:gd name="T149" fmla="*/ 492 w 492"/>
                  <a:gd name="T150" fmla="*/ 833 h 833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92" h="833">
                    <a:moveTo>
                      <a:pt x="0" y="0"/>
                    </a:moveTo>
                    <a:lnTo>
                      <a:pt x="30" y="0"/>
                    </a:lnTo>
                    <a:lnTo>
                      <a:pt x="59" y="0"/>
                    </a:lnTo>
                    <a:lnTo>
                      <a:pt x="89" y="0"/>
                    </a:lnTo>
                    <a:lnTo>
                      <a:pt x="119" y="0"/>
                    </a:lnTo>
                    <a:lnTo>
                      <a:pt x="149" y="0"/>
                    </a:lnTo>
                    <a:lnTo>
                      <a:pt x="179" y="0"/>
                    </a:lnTo>
                    <a:lnTo>
                      <a:pt x="209" y="0"/>
                    </a:lnTo>
                    <a:lnTo>
                      <a:pt x="239" y="0"/>
                    </a:lnTo>
                    <a:lnTo>
                      <a:pt x="269" y="0"/>
                    </a:lnTo>
                    <a:lnTo>
                      <a:pt x="299" y="0"/>
                    </a:lnTo>
                    <a:lnTo>
                      <a:pt x="327" y="0"/>
                    </a:lnTo>
                    <a:lnTo>
                      <a:pt x="357" y="0"/>
                    </a:lnTo>
                    <a:lnTo>
                      <a:pt x="387" y="0"/>
                    </a:lnTo>
                    <a:lnTo>
                      <a:pt x="417" y="0"/>
                    </a:lnTo>
                    <a:lnTo>
                      <a:pt x="446" y="0"/>
                    </a:lnTo>
                    <a:lnTo>
                      <a:pt x="476" y="0"/>
                    </a:lnTo>
                    <a:lnTo>
                      <a:pt x="480" y="175"/>
                    </a:lnTo>
                    <a:lnTo>
                      <a:pt x="484" y="350"/>
                    </a:lnTo>
                    <a:lnTo>
                      <a:pt x="488" y="525"/>
                    </a:lnTo>
                    <a:lnTo>
                      <a:pt x="492" y="700"/>
                    </a:lnTo>
                    <a:lnTo>
                      <a:pt x="488" y="732"/>
                    </a:lnTo>
                    <a:lnTo>
                      <a:pt x="484" y="766"/>
                    </a:lnTo>
                    <a:lnTo>
                      <a:pt x="480" y="798"/>
                    </a:lnTo>
                    <a:lnTo>
                      <a:pt x="476" y="831"/>
                    </a:lnTo>
                    <a:lnTo>
                      <a:pt x="447" y="831"/>
                    </a:lnTo>
                    <a:lnTo>
                      <a:pt x="418" y="831"/>
                    </a:lnTo>
                    <a:lnTo>
                      <a:pt x="388" y="832"/>
                    </a:lnTo>
                    <a:lnTo>
                      <a:pt x="359" y="832"/>
                    </a:lnTo>
                    <a:lnTo>
                      <a:pt x="331" y="832"/>
                    </a:lnTo>
                    <a:lnTo>
                      <a:pt x="301" y="832"/>
                    </a:lnTo>
                    <a:lnTo>
                      <a:pt x="272" y="832"/>
                    </a:lnTo>
                    <a:lnTo>
                      <a:pt x="242" y="832"/>
                    </a:lnTo>
                    <a:lnTo>
                      <a:pt x="213" y="833"/>
                    </a:lnTo>
                    <a:lnTo>
                      <a:pt x="184" y="833"/>
                    </a:lnTo>
                    <a:lnTo>
                      <a:pt x="154" y="833"/>
                    </a:lnTo>
                    <a:lnTo>
                      <a:pt x="126" y="833"/>
                    </a:lnTo>
                    <a:lnTo>
                      <a:pt x="96" y="833"/>
                    </a:lnTo>
                    <a:lnTo>
                      <a:pt x="67" y="833"/>
                    </a:lnTo>
                    <a:lnTo>
                      <a:pt x="37" y="833"/>
                    </a:lnTo>
                    <a:lnTo>
                      <a:pt x="8" y="833"/>
                    </a:lnTo>
                    <a:lnTo>
                      <a:pt x="6" y="802"/>
                    </a:lnTo>
                    <a:lnTo>
                      <a:pt x="4" y="772"/>
                    </a:lnTo>
                    <a:lnTo>
                      <a:pt x="2" y="741"/>
                    </a:lnTo>
                    <a:lnTo>
                      <a:pt x="0" y="711"/>
                    </a:lnTo>
                    <a:lnTo>
                      <a:pt x="0" y="533"/>
                    </a:lnTo>
                    <a:lnTo>
                      <a:pt x="0" y="356"/>
                    </a:lnTo>
                    <a:lnTo>
                      <a:pt x="0" y="1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3846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7" name="Freeform 138"/>
              <p:cNvSpPr>
                <a:spLocks/>
              </p:cNvSpPr>
              <p:nvPr/>
            </p:nvSpPr>
            <p:spPr bwMode="auto">
              <a:xfrm>
                <a:off x="1508126" y="3257550"/>
                <a:ext cx="193675" cy="292100"/>
              </a:xfrm>
              <a:custGeom>
                <a:avLst/>
                <a:gdLst>
                  <a:gd name="T0" fmla="*/ 0 w 489"/>
                  <a:gd name="T1" fmla="*/ 0 h 739"/>
                  <a:gd name="T2" fmla="*/ 2147483647 w 489"/>
                  <a:gd name="T3" fmla="*/ 0 h 739"/>
                  <a:gd name="T4" fmla="*/ 2147483647 w 489"/>
                  <a:gd name="T5" fmla="*/ 0 h 739"/>
                  <a:gd name="T6" fmla="*/ 2147483647 w 489"/>
                  <a:gd name="T7" fmla="*/ 0 h 739"/>
                  <a:gd name="T8" fmla="*/ 2147483647 w 489"/>
                  <a:gd name="T9" fmla="*/ 0 h 739"/>
                  <a:gd name="T10" fmla="*/ 2147483647 w 489"/>
                  <a:gd name="T11" fmla="*/ 0 h 739"/>
                  <a:gd name="T12" fmla="*/ 2147483647 w 489"/>
                  <a:gd name="T13" fmla="*/ 0 h 739"/>
                  <a:gd name="T14" fmla="*/ 2147483647 w 489"/>
                  <a:gd name="T15" fmla="*/ 0 h 739"/>
                  <a:gd name="T16" fmla="*/ 2147483647 w 489"/>
                  <a:gd name="T17" fmla="*/ 0 h 739"/>
                  <a:gd name="T18" fmla="*/ 2147483647 w 489"/>
                  <a:gd name="T19" fmla="*/ 0 h 739"/>
                  <a:gd name="T20" fmla="*/ 2147483647 w 489"/>
                  <a:gd name="T21" fmla="*/ 0 h 739"/>
                  <a:gd name="T22" fmla="*/ 2147483647 w 489"/>
                  <a:gd name="T23" fmla="*/ 0 h 739"/>
                  <a:gd name="T24" fmla="*/ 2147483647 w 489"/>
                  <a:gd name="T25" fmla="*/ 0 h 739"/>
                  <a:gd name="T26" fmla="*/ 2147483647 w 489"/>
                  <a:gd name="T27" fmla="*/ 0 h 739"/>
                  <a:gd name="T28" fmla="*/ 2147483647 w 489"/>
                  <a:gd name="T29" fmla="*/ 0 h 739"/>
                  <a:gd name="T30" fmla="*/ 2147483647 w 489"/>
                  <a:gd name="T31" fmla="*/ 0 h 739"/>
                  <a:gd name="T32" fmla="*/ 2147483647 w 489"/>
                  <a:gd name="T33" fmla="*/ 0 h 739"/>
                  <a:gd name="T34" fmla="*/ 2147483647 w 489"/>
                  <a:gd name="T35" fmla="*/ 2147483647 h 739"/>
                  <a:gd name="T36" fmla="*/ 2147483647 w 489"/>
                  <a:gd name="T37" fmla="*/ 2147483647 h 739"/>
                  <a:gd name="T38" fmla="*/ 2147483647 w 489"/>
                  <a:gd name="T39" fmla="*/ 2147483647 h 739"/>
                  <a:gd name="T40" fmla="*/ 2147483647 w 489"/>
                  <a:gd name="T41" fmla="*/ 2147483647 h 739"/>
                  <a:gd name="T42" fmla="*/ 2147483647 w 489"/>
                  <a:gd name="T43" fmla="*/ 2147483647 h 739"/>
                  <a:gd name="T44" fmla="*/ 2147483647 w 489"/>
                  <a:gd name="T45" fmla="*/ 2147483647 h 739"/>
                  <a:gd name="T46" fmla="*/ 2147483647 w 489"/>
                  <a:gd name="T47" fmla="*/ 2147483647 h 739"/>
                  <a:gd name="T48" fmla="*/ 2147483647 w 489"/>
                  <a:gd name="T49" fmla="*/ 2147483647 h 739"/>
                  <a:gd name="T50" fmla="*/ 2147483647 w 489"/>
                  <a:gd name="T51" fmla="*/ 2147483647 h 739"/>
                  <a:gd name="T52" fmla="*/ 2147483647 w 489"/>
                  <a:gd name="T53" fmla="*/ 2147483647 h 739"/>
                  <a:gd name="T54" fmla="*/ 2147483647 w 489"/>
                  <a:gd name="T55" fmla="*/ 2147483647 h 739"/>
                  <a:gd name="T56" fmla="*/ 2147483647 w 489"/>
                  <a:gd name="T57" fmla="*/ 2147483647 h 739"/>
                  <a:gd name="T58" fmla="*/ 2147483647 w 489"/>
                  <a:gd name="T59" fmla="*/ 2147483647 h 739"/>
                  <a:gd name="T60" fmla="*/ 2147483647 w 489"/>
                  <a:gd name="T61" fmla="*/ 2147483647 h 739"/>
                  <a:gd name="T62" fmla="*/ 2147483647 w 489"/>
                  <a:gd name="T63" fmla="*/ 2147483647 h 739"/>
                  <a:gd name="T64" fmla="*/ 2147483647 w 489"/>
                  <a:gd name="T65" fmla="*/ 2147483647 h 739"/>
                  <a:gd name="T66" fmla="*/ 2147483647 w 489"/>
                  <a:gd name="T67" fmla="*/ 2147483647 h 739"/>
                  <a:gd name="T68" fmla="*/ 2147483647 w 489"/>
                  <a:gd name="T69" fmla="*/ 2147483647 h 739"/>
                  <a:gd name="T70" fmla="*/ 2147483647 w 489"/>
                  <a:gd name="T71" fmla="*/ 2147483647 h 739"/>
                  <a:gd name="T72" fmla="*/ 2147483647 w 489"/>
                  <a:gd name="T73" fmla="*/ 2147483647 h 739"/>
                  <a:gd name="T74" fmla="*/ 2147483647 w 489"/>
                  <a:gd name="T75" fmla="*/ 2147483647 h 739"/>
                  <a:gd name="T76" fmla="*/ 2147483647 w 489"/>
                  <a:gd name="T77" fmla="*/ 2147483647 h 739"/>
                  <a:gd name="T78" fmla="*/ 2147483647 w 489"/>
                  <a:gd name="T79" fmla="*/ 2147483647 h 739"/>
                  <a:gd name="T80" fmla="*/ 2147483647 w 489"/>
                  <a:gd name="T81" fmla="*/ 2147483647 h 739"/>
                  <a:gd name="T82" fmla="*/ 2147483647 w 489"/>
                  <a:gd name="T83" fmla="*/ 2147483647 h 739"/>
                  <a:gd name="T84" fmla="*/ 2147483647 w 489"/>
                  <a:gd name="T85" fmla="*/ 2147483647 h 739"/>
                  <a:gd name="T86" fmla="*/ 2147483647 w 489"/>
                  <a:gd name="T87" fmla="*/ 2147483647 h 739"/>
                  <a:gd name="T88" fmla="*/ 0 w 489"/>
                  <a:gd name="T89" fmla="*/ 2147483647 h 739"/>
                  <a:gd name="T90" fmla="*/ 0 w 489"/>
                  <a:gd name="T91" fmla="*/ 2147483647 h 739"/>
                  <a:gd name="T92" fmla="*/ 0 w 489"/>
                  <a:gd name="T93" fmla="*/ 2147483647 h 739"/>
                  <a:gd name="T94" fmla="*/ 0 w 489"/>
                  <a:gd name="T95" fmla="*/ 2147483647 h 739"/>
                  <a:gd name="T96" fmla="*/ 0 w 489"/>
                  <a:gd name="T97" fmla="*/ 0 h 73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89"/>
                  <a:gd name="T148" fmla="*/ 0 h 739"/>
                  <a:gd name="T149" fmla="*/ 489 w 489"/>
                  <a:gd name="T150" fmla="*/ 739 h 73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89" h="739">
                    <a:moveTo>
                      <a:pt x="0" y="0"/>
                    </a:moveTo>
                    <a:lnTo>
                      <a:pt x="30" y="0"/>
                    </a:lnTo>
                    <a:lnTo>
                      <a:pt x="60" y="0"/>
                    </a:lnTo>
                    <a:lnTo>
                      <a:pt x="88" y="0"/>
                    </a:lnTo>
                    <a:lnTo>
                      <a:pt x="118" y="0"/>
                    </a:lnTo>
                    <a:lnTo>
                      <a:pt x="148" y="0"/>
                    </a:lnTo>
                    <a:lnTo>
                      <a:pt x="178" y="0"/>
                    </a:lnTo>
                    <a:lnTo>
                      <a:pt x="208" y="0"/>
                    </a:lnTo>
                    <a:lnTo>
                      <a:pt x="238" y="0"/>
                    </a:lnTo>
                    <a:lnTo>
                      <a:pt x="268" y="0"/>
                    </a:lnTo>
                    <a:lnTo>
                      <a:pt x="298" y="0"/>
                    </a:lnTo>
                    <a:lnTo>
                      <a:pt x="326" y="0"/>
                    </a:lnTo>
                    <a:lnTo>
                      <a:pt x="356" y="0"/>
                    </a:lnTo>
                    <a:lnTo>
                      <a:pt x="386" y="0"/>
                    </a:lnTo>
                    <a:lnTo>
                      <a:pt x="416" y="0"/>
                    </a:lnTo>
                    <a:lnTo>
                      <a:pt x="445" y="0"/>
                    </a:lnTo>
                    <a:lnTo>
                      <a:pt x="475" y="0"/>
                    </a:lnTo>
                    <a:lnTo>
                      <a:pt x="478" y="155"/>
                    </a:lnTo>
                    <a:lnTo>
                      <a:pt x="482" y="311"/>
                    </a:lnTo>
                    <a:lnTo>
                      <a:pt x="485" y="466"/>
                    </a:lnTo>
                    <a:lnTo>
                      <a:pt x="489" y="621"/>
                    </a:lnTo>
                    <a:lnTo>
                      <a:pt x="485" y="650"/>
                    </a:lnTo>
                    <a:lnTo>
                      <a:pt x="482" y="679"/>
                    </a:lnTo>
                    <a:lnTo>
                      <a:pt x="478" y="708"/>
                    </a:lnTo>
                    <a:lnTo>
                      <a:pt x="475" y="738"/>
                    </a:lnTo>
                    <a:lnTo>
                      <a:pt x="446" y="738"/>
                    </a:lnTo>
                    <a:lnTo>
                      <a:pt x="417" y="738"/>
                    </a:lnTo>
                    <a:lnTo>
                      <a:pt x="388" y="738"/>
                    </a:lnTo>
                    <a:lnTo>
                      <a:pt x="360" y="738"/>
                    </a:lnTo>
                    <a:lnTo>
                      <a:pt x="331" y="738"/>
                    </a:lnTo>
                    <a:lnTo>
                      <a:pt x="301" y="738"/>
                    </a:lnTo>
                    <a:lnTo>
                      <a:pt x="272" y="738"/>
                    </a:lnTo>
                    <a:lnTo>
                      <a:pt x="243" y="738"/>
                    </a:lnTo>
                    <a:lnTo>
                      <a:pt x="214" y="739"/>
                    </a:lnTo>
                    <a:lnTo>
                      <a:pt x="184" y="739"/>
                    </a:lnTo>
                    <a:lnTo>
                      <a:pt x="156" y="739"/>
                    </a:lnTo>
                    <a:lnTo>
                      <a:pt x="127" y="739"/>
                    </a:lnTo>
                    <a:lnTo>
                      <a:pt x="98" y="739"/>
                    </a:lnTo>
                    <a:lnTo>
                      <a:pt x="68" y="739"/>
                    </a:lnTo>
                    <a:lnTo>
                      <a:pt x="39" y="739"/>
                    </a:lnTo>
                    <a:lnTo>
                      <a:pt x="10" y="739"/>
                    </a:lnTo>
                    <a:lnTo>
                      <a:pt x="7" y="712"/>
                    </a:lnTo>
                    <a:lnTo>
                      <a:pt x="5" y="685"/>
                    </a:lnTo>
                    <a:lnTo>
                      <a:pt x="2" y="658"/>
                    </a:lnTo>
                    <a:lnTo>
                      <a:pt x="0" y="631"/>
                    </a:lnTo>
                    <a:lnTo>
                      <a:pt x="0" y="473"/>
                    </a:lnTo>
                    <a:lnTo>
                      <a:pt x="0" y="315"/>
                    </a:lnTo>
                    <a:lnTo>
                      <a:pt x="0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A8C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8" name="Freeform 139"/>
              <p:cNvSpPr>
                <a:spLocks/>
              </p:cNvSpPr>
              <p:nvPr/>
            </p:nvSpPr>
            <p:spPr bwMode="auto">
              <a:xfrm>
                <a:off x="1508126" y="3257550"/>
                <a:ext cx="193675" cy="255587"/>
              </a:xfrm>
              <a:custGeom>
                <a:avLst/>
                <a:gdLst>
                  <a:gd name="T0" fmla="*/ 0 w 487"/>
                  <a:gd name="T1" fmla="*/ 0 h 645"/>
                  <a:gd name="T2" fmla="*/ 2147483647 w 487"/>
                  <a:gd name="T3" fmla="*/ 0 h 645"/>
                  <a:gd name="T4" fmla="*/ 2147483647 w 487"/>
                  <a:gd name="T5" fmla="*/ 0 h 645"/>
                  <a:gd name="T6" fmla="*/ 2147483647 w 487"/>
                  <a:gd name="T7" fmla="*/ 0 h 645"/>
                  <a:gd name="T8" fmla="*/ 2147483647 w 487"/>
                  <a:gd name="T9" fmla="*/ 0 h 645"/>
                  <a:gd name="T10" fmla="*/ 2147483647 w 487"/>
                  <a:gd name="T11" fmla="*/ 0 h 645"/>
                  <a:gd name="T12" fmla="*/ 2147483647 w 487"/>
                  <a:gd name="T13" fmla="*/ 0 h 645"/>
                  <a:gd name="T14" fmla="*/ 2147483647 w 487"/>
                  <a:gd name="T15" fmla="*/ 0 h 645"/>
                  <a:gd name="T16" fmla="*/ 2147483647 w 487"/>
                  <a:gd name="T17" fmla="*/ 0 h 645"/>
                  <a:gd name="T18" fmla="*/ 2147483647 w 487"/>
                  <a:gd name="T19" fmla="*/ 0 h 645"/>
                  <a:gd name="T20" fmla="*/ 2147483647 w 487"/>
                  <a:gd name="T21" fmla="*/ 0 h 645"/>
                  <a:gd name="T22" fmla="*/ 2147483647 w 487"/>
                  <a:gd name="T23" fmla="*/ 0 h 645"/>
                  <a:gd name="T24" fmla="*/ 2147483647 w 487"/>
                  <a:gd name="T25" fmla="*/ 0 h 645"/>
                  <a:gd name="T26" fmla="*/ 2147483647 w 487"/>
                  <a:gd name="T27" fmla="*/ 0 h 645"/>
                  <a:gd name="T28" fmla="*/ 2147483647 w 487"/>
                  <a:gd name="T29" fmla="*/ 0 h 645"/>
                  <a:gd name="T30" fmla="*/ 2147483647 w 487"/>
                  <a:gd name="T31" fmla="*/ 0 h 645"/>
                  <a:gd name="T32" fmla="*/ 2147483647 w 487"/>
                  <a:gd name="T33" fmla="*/ 0 h 645"/>
                  <a:gd name="T34" fmla="*/ 2147483647 w 487"/>
                  <a:gd name="T35" fmla="*/ 2147483647 h 645"/>
                  <a:gd name="T36" fmla="*/ 2147483647 w 487"/>
                  <a:gd name="T37" fmla="*/ 2147483647 h 645"/>
                  <a:gd name="T38" fmla="*/ 2147483647 w 487"/>
                  <a:gd name="T39" fmla="*/ 2147483647 h 645"/>
                  <a:gd name="T40" fmla="*/ 2147483647 w 487"/>
                  <a:gd name="T41" fmla="*/ 2147483647 h 645"/>
                  <a:gd name="T42" fmla="*/ 2147483647 w 487"/>
                  <a:gd name="T43" fmla="*/ 2147483647 h 645"/>
                  <a:gd name="T44" fmla="*/ 2147483647 w 487"/>
                  <a:gd name="T45" fmla="*/ 2147483647 h 645"/>
                  <a:gd name="T46" fmla="*/ 2147483647 w 487"/>
                  <a:gd name="T47" fmla="*/ 2147483647 h 645"/>
                  <a:gd name="T48" fmla="*/ 2147483647 w 487"/>
                  <a:gd name="T49" fmla="*/ 2147483647 h 645"/>
                  <a:gd name="T50" fmla="*/ 2147483647 w 487"/>
                  <a:gd name="T51" fmla="*/ 2147483647 h 645"/>
                  <a:gd name="T52" fmla="*/ 2147483647 w 487"/>
                  <a:gd name="T53" fmla="*/ 2147483647 h 645"/>
                  <a:gd name="T54" fmla="*/ 2147483647 w 487"/>
                  <a:gd name="T55" fmla="*/ 2147483647 h 645"/>
                  <a:gd name="T56" fmla="*/ 2147483647 w 487"/>
                  <a:gd name="T57" fmla="*/ 2147483647 h 645"/>
                  <a:gd name="T58" fmla="*/ 2147483647 w 487"/>
                  <a:gd name="T59" fmla="*/ 2147483647 h 645"/>
                  <a:gd name="T60" fmla="*/ 2147483647 w 487"/>
                  <a:gd name="T61" fmla="*/ 2147483647 h 645"/>
                  <a:gd name="T62" fmla="*/ 2147483647 w 487"/>
                  <a:gd name="T63" fmla="*/ 2147483647 h 645"/>
                  <a:gd name="T64" fmla="*/ 2147483647 w 487"/>
                  <a:gd name="T65" fmla="*/ 2147483647 h 645"/>
                  <a:gd name="T66" fmla="*/ 2147483647 w 487"/>
                  <a:gd name="T67" fmla="*/ 2147483647 h 645"/>
                  <a:gd name="T68" fmla="*/ 2147483647 w 487"/>
                  <a:gd name="T69" fmla="*/ 2147483647 h 645"/>
                  <a:gd name="T70" fmla="*/ 2147483647 w 487"/>
                  <a:gd name="T71" fmla="*/ 2147483647 h 645"/>
                  <a:gd name="T72" fmla="*/ 2147483647 w 487"/>
                  <a:gd name="T73" fmla="*/ 2147483647 h 645"/>
                  <a:gd name="T74" fmla="*/ 2147483647 w 487"/>
                  <a:gd name="T75" fmla="*/ 2147483647 h 645"/>
                  <a:gd name="T76" fmla="*/ 2147483647 w 487"/>
                  <a:gd name="T77" fmla="*/ 2147483647 h 645"/>
                  <a:gd name="T78" fmla="*/ 2147483647 w 487"/>
                  <a:gd name="T79" fmla="*/ 2147483647 h 645"/>
                  <a:gd name="T80" fmla="*/ 2147483647 w 487"/>
                  <a:gd name="T81" fmla="*/ 2147483647 h 645"/>
                  <a:gd name="T82" fmla="*/ 2147483647 w 487"/>
                  <a:gd name="T83" fmla="*/ 2147483647 h 645"/>
                  <a:gd name="T84" fmla="*/ 2147483647 w 487"/>
                  <a:gd name="T85" fmla="*/ 2147483647 h 645"/>
                  <a:gd name="T86" fmla="*/ 2147483647 w 487"/>
                  <a:gd name="T87" fmla="*/ 2147483647 h 645"/>
                  <a:gd name="T88" fmla="*/ 0 w 487"/>
                  <a:gd name="T89" fmla="*/ 2147483647 h 645"/>
                  <a:gd name="T90" fmla="*/ 0 w 487"/>
                  <a:gd name="T91" fmla="*/ 2147483647 h 645"/>
                  <a:gd name="T92" fmla="*/ 0 w 487"/>
                  <a:gd name="T93" fmla="*/ 2147483647 h 645"/>
                  <a:gd name="T94" fmla="*/ 0 w 487"/>
                  <a:gd name="T95" fmla="*/ 2147483647 h 645"/>
                  <a:gd name="T96" fmla="*/ 0 w 487"/>
                  <a:gd name="T97" fmla="*/ 0 h 645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87"/>
                  <a:gd name="T148" fmla="*/ 0 h 645"/>
                  <a:gd name="T149" fmla="*/ 487 w 487"/>
                  <a:gd name="T150" fmla="*/ 645 h 645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87" h="645">
                    <a:moveTo>
                      <a:pt x="0" y="0"/>
                    </a:moveTo>
                    <a:lnTo>
                      <a:pt x="30" y="0"/>
                    </a:lnTo>
                    <a:lnTo>
                      <a:pt x="60" y="0"/>
                    </a:lnTo>
                    <a:lnTo>
                      <a:pt x="89" y="0"/>
                    </a:lnTo>
                    <a:lnTo>
                      <a:pt x="119" y="0"/>
                    </a:lnTo>
                    <a:lnTo>
                      <a:pt x="149" y="0"/>
                    </a:lnTo>
                    <a:lnTo>
                      <a:pt x="179" y="0"/>
                    </a:lnTo>
                    <a:lnTo>
                      <a:pt x="208" y="0"/>
                    </a:lnTo>
                    <a:lnTo>
                      <a:pt x="238" y="0"/>
                    </a:lnTo>
                    <a:lnTo>
                      <a:pt x="268" y="0"/>
                    </a:lnTo>
                    <a:lnTo>
                      <a:pt x="298" y="0"/>
                    </a:lnTo>
                    <a:lnTo>
                      <a:pt x="327" y="0"/>
                    </a:lnTo>
                    <a:lnTo>
                      <a:pt x="356" y="0"/>
                    </a:lnTo>
                    <a:lnTo>
                      <a:pt x="386" y="0"/>
                    </a:lnTo>
                    <a:lnTo>
                      <a:pt x="416" y="0"/>
                    </a:lnTo>
                    <a:lnTo>
                      <a:pt x="445" y="0"/>
                    </a:lnTo>
                    <a:lnTo>
                      <a:pt x="475" y="0"/>
                    </a:lnTo>
                    <a:lnTo>
                      <a:pt x="478" y="136"/>
                    </a:lnTo>
                    <a:lnTo>
                      <a:pt x="481" y="271"/>
                    </a:lnTo>
                    <a:lnTo>
                      <a:pt x="483" y="407"/>
                    </a:lnTo>
                    <a:lnTo>
                      <a:pt x="487" y="542"/>
                    </a:lnTo>
                    <a:lnTo>
                      <a:pt x="483" y="568"/>
                    </a:lnTo>
                    <a:lnTo>
                      <a:pt x="480" y="593"/>
                    </a:lnTo>
                    <a:lnTo>
                      <a:pt x="477" y="618"/>
                    </a:lnTo>
                    <a:lnTo>
                      <a:pt x="475" y="644"/>
                    </a:lnTo>
                    <a:lnTo>
                      <a:pt x="446" y="644"/>
                    </a:lnTo>
                    <a:lnTo>
                      <a:pt x="417" y="644"/>
                    </a:lnTo>
                    <a:lnTo>
                      <a:pt x="388" y="644"/>
                    </a:lnTo>
                    <a:lnTo>
                      <a:pt x="360" y="644"/>
                    </a:lnTo>
                    <a:lnTo>
                      <a:pt x="331" y="644"/>
                    </a:lnTo>
                    <a:lnTo>
                      <a:pt x="302" y="644"/>
                    </a:lnTo>
                    <a:lnTo>
                      <a:pt x="273" y="644"/>
                    </a:lnTo>
                    <a:lnTo>
                      <a:pt x="244" y="644"/>
                    </a:lnTo>
                    <a:lnTo>
                      <a:pt x="215" y="645"/>
                    </a:lnTo>
                    <a:lnTo>
                      <a:pt x="187" y="645"/>
                    </a:lnTo>
                    <a:lnTo>
                      <a:pt x="158" y="645"/>
                    </a:lnTo>
                    <a:lnTo>
                      <a:pt x="129" y="645"/>
                    </a:lnTo>
                    <a:lnTo>
                      <a:pt x="100" y="645"/>
                    </a:lnTo>
                    <a:lnTo>
                      <a:pt x="70" y="645"/>
                    </a:lnTo>
                    <a:lnTo>
                      <a:pt x="41" y="645"/>
                    </a:lnTo>
                    <a:lnTo>
                      <a:pt x="13" y="645"/>
                    </a:lnTo>
                    <a:lnTo>
                      <a:pt x="9" y="621"/>
                    </a:lnTo>
                    <a:lnTo>
                      <a:pt x="6" y="598"/>
                    </a:lnTo>
                    <a:lnTo>
                      <a:pt x="3" y="574"/>
                    </a:lnTo>
                    <a:lnTo>
                      <a:pt x="0" y="551"/>
                    </a:lnTo>
                    <a:lnTo>
                      <a:pt x="0" y="413"/>
                    </a:lnTo>
                    <a:lnTo>
                      <a:pt x="0" y="276"/>
                    </a:lnTo>
                    <a:lnTo>
                      <a:pt x="0" y="1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D8E7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9" name="Freeform 140"/>
              <p:cNvSpPr>
                <a:spLocks/>
              </p:cNvSpPr>
              <p:nvPr/>
            </p:nvSpPr>
            <p:spPr bwMode="auto">
              <a:xfrm>
                <a:off x="1508126" y="3257550"/>
                <a:ext cx="192088" cy="219075"/>
              </a:xfrm>
              <a:custGeom>
                <a:avLst/>
                <a:gdLst>
                  <a:gd name="T0" fmla="*/ 0 w 484"/>
                  <a:gd name="T1" fmla="*/ 0 h 552"/>
                  <a:gd name="T2" fmla="*/ 2147483647 w 484"/>
                  <a:gd name="T3" fmla="*/ 0 h 552"/>
                  <a:gd name="T4" fmla="*/ 2147483647 w 484"/>
                  <a:gd name="T5" fmla="*/ 0 h 552"/>
                  <a:gd name="T6" fmla="*/ 2147483647 w 484"/>
                  <a:gd name="T7" fmla="*/ 0 h 552"/>
                  <a:gd name="T8" fmla="*/ 2147483647 w 484"/>
                  <a:gd name="T9" fmla="*/ 0 h 552"/>
                  <a:gd name="T10" fmla="*/ 2147483647 w 484"/>
                  <a:gd name="T11" fmla="*/ 0 h 552"/>
                  <a:gd name="T12" fmla="*/ 2147483647 w 484"/>
                  <a:gd name="T13" fmla="*/ 0 h 552"/>
                  <a:gd name="T14" fmla="*/ 2147483647 w 484"/>
                  <a:gd name="T15" fmla="*/ 0 h 552"/>
                  <a:gd name="T16" fmla="*/ 2147483647 w 484"/>
                  <a:gd name="T17" fmla="*/ 0 h 552"/>
                  <a:gd name="T18" fmla="*/ 2147483647 w 484"/>
                  <a:gd name="T19" fmla="*/ 0 h 552"/>
                  <a:gd name="T20" fmla="*/ 2147483647 w 484"/>
                  <a:gd name="T21" fmla="*/ 0 h 552"/>
                  <a:gd name="T22" fmla="*/ 2147483647 w 484"/>
                  <a:gd name="T23" fmla="*/ 0 h 552"/>
                  <a:gd name="T24" fmla="*/ 2147483647 w 484"/>
                  <a:gd name="T25" fmla="*/ 0 h 552"/>
                  <a:gd name="T26" fmla="*/ 2147483647 w 484"/>
                  <a:gd name="T27" fmla="*/ 0 h 552"/>
                  <a:gd name="T28" fmla="*/ 2147483647 w 484"/>
                  <a:gd name="T29" fmla="*/ 0 h 552"/>
                  <a:gd name="T30" fmla="*/ 2147483647 w 484"/>
                  <a:gd name="T31" fmla="*/ 0 h 552"/>
                  <a:gd name="T32" fmla="*/ 2147483647 w 484"/>
                  <a:gd name="T33" fmla="*/ 0 h 552"/>
                  <a:gd name="T34" fmla="*/ 2147483647 w 484"/>
                  <a:gd name="T35" fmla="*/ 2147483647 h 552"/>
                  <a:gd name="T36" fmla="*/ 2147483647 w 484"/>
                  <a:gd name="T37" fmla="*/ 2147483647 h 552"/>
                  <a:gd name="T38" fmla="*/ 2147483647 w 484"/>
                  <a:gd name="T39" fmla="*/ 2147483647 h 552"/>
                  <a:gd name="T40" fmla="*/ 2147483647 w 484"/>
                  <a:gd name="T41" fmla="*/ 2147483647 h 552"/>
                  <a:gd name="T42" fmla="*/ 2147483647 w 484"/>
                  <a:gd name="T43" fmla="*/ 2147483647 h 552"/>
                  <a:gd name="T44" fmla="*/ 2147483647 w 484"/>
                  <a:gd name="T45" fmla="*/ 2147483647 h 552"/>
                  <a:gd name="T46" fmla="*/ 2147483647 w 484"/>
                  <a:gd name="T47" fmla="*/ 2147483647 h 552"/>
                  <a:gd name="T48" fmla="*/ 2147483647 w 484"/>
                  <a:gd name="T49" fmla="*/ 2147483647 h 552"/>
                  <a:gd name="T50" fmla="*/ 2147483647 w 484"/>
                  <a:gd name="T51" fmla="*/ 2147483647 h 552"/>
                  <a:gd name="T52" fmla="*/ 2147483647 w 484"/>
                  <a:gd name="T53" fmla="*/ 2147483647 h 552"/>
                  <a:gd name="T54" fmla="*/ 2147483647 w 484"/>
                  <a:gd name="T55" fmla="*/ 2147483647 h 552"/>
                  <a:gd name="T56" fmla="*/ 2147483647 w 484"/>
                  <a:gd name="T57" fmla="*/ 2147483647 h 552"/>
                  <a:gd name="T58" fmla="*/ 2147483647 w 484"/>
                  <a:gd name="T59" fmla="*/ 2147483647 h 552"/>
                  <a:gd name="T60" fmla="*/ 2147483647 w 484"/>
                  <a:gd name="T61" fmla="*/ 2147483647 h 552"/>
                  <a:gd name="T62" fmla="*/ 2147483647 w 484"/>
                  <a:gd name="T63" fmla="*/ 2147483647 h 552"/>
                  <a:gd name="T64" fmla="*/ 2147483647 w 484"/>
                  <a:gd name="T65" fmla="*/ 2147483647 h 552"/>
                  <a:gd name="T66" fmla="*/ 2147483647 w 484"/>
                  <a:gd name="T67" fmla="*/ 2147483647 h 552"/>
                  <a:gd name="T68" fmla="*/ 2147483647 w 484"/>
                  <a:gd name="T69" fmla="*/ 2147483647 h 552"/>
                  <a:gd name="T70" fmla="*/ 2147483647 w 484"/>
                  <a:gd name="T71" fmla="*/ 2147483647 h 552"/>
                  <a:gd name="T72" fmla="*/ 2147483647 w 484"/>
                  <a:gd name="T73" fmla="*/ 2147483647 h 552"/>
                  <a:gd name="T74" fmla="*/ 2147483647 w 484"/>
                  <a:gd name="T75" fmla="*/ 2147483647 h 552"/>
                  <a:gd name="T76" fmla="*/ 2147483647 w 484"/>
                  <a:gd name="T77" fmla="*/ 2147483647 h 552"/>
                  <a:gd name="T78" fmla="*/ 2147483647 w 484"/>
                  <a:gd name="T79" fmla="*/ 2147483647 h 552"/>
                  <a:gd name="T80" fmla="*/ 2147483647 w 484"/>
                  <a:gd name="T81" fmla="*/ 2147483647 h 552"/>
                  <a:gd name="T82" fmla="*/ 2147483647 w 484"/>
                  <a:gd name="T83" fmla="*/ 2147483647 h 552"/>
                  <a:gd name="T84" fmla="*/ 2147483647 w 484"/>
                  <a:gd name="T85" fmla="*/ 2147483647 h 552"/>
                  <a:gd name="T86" fmla="*/ 2147483647 w 484"/>
                  <a:gd name="T87" fmla="*/ 2147483647 h 552"/>
                  <a:gd name="T88" fmla="*/ 0 w 484"/>
                  <a:gd name="T89" fmla="*/ 2147483647 h 552"/>
                  <a:gd name="T90" fmla="*/ 0 w 484"/>
                  <a:gd name="T91" fmla="*/ 2147483647 h 552"/>
                  <a:gd name="T92" fmla="*/ 0 w 484"/>
                  <a:gd name="T93" fmla="*/ 2147483647 h 552"/>
                  <a:gd name="T94" fmla="*/ 0 w 484"/>
                  <a:gd name="T95" fmla="*/ 2147483647 h 552"/>
                  <a:gd name="T96" fmla="*/ 0 w 484"/>
                  <a:gd name="T97" fmla="*/ 0 h 55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84"/>
                  <a:gd name="T148" fmla="*/ 0 h 552"/>
                  <a:gd name="T149" fmla="*/ 484 w 484"/>
                  <a:gd name="T150" fmla="*/ 552 h 552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84" h="552">
                    <a:moveTo>
                      <a:pt x="0" y="0"/>
                    </a:moveTo>
                    <a:lnTo>
                      <a:pt x="30" y="0"/>
                    </a:lnTo>
                    <a:lnTo>
                      <a:pt x="60" y="0"/>
                    </a:lnTo>
                    <a:lnTo>
                      <a:pt x="89" y="0"/>
                    </a:lnTo>
                    <a:lnTo>
                      <a:pt x="119" y="0"/>
                    </a:lnTo>
                    <a:lnTo>
                      <a:pt x="149" y="0"/>
                    </a:lnTo>
                    <a:lnTo>
                      <a:pt x="179" y="0"/>
                    </a:lnTo>
                    <a:lnTo>
                      <a:pt x="208" y="0"/>
                    </a:lnTo>
                    <a:lnTo>
                      <a:pt x="238" y="0"/>
                    </a:lnTo>
                    <a:lnTo>
                      <a:pt x="268" y="0"/>
                    </a:lnTo>
                    <a:lnTo>
                      <a:pt x="298" y="0"/>
                    </a:lnTo>
                    <a:lnTo>
                      <a:pt x="327" y="0"/>
                    </a:lnTo>
                    <a:lnTo>
                      <a:pt x="356" y="0"/>
                    </a:lnTo>
                    <a:lnTo>
                      <a:pt x="386" y="0"/>
                    </a:lnTo>
                    <a:lnTo>
                      <a:pt x="416" y="0"/>
                    </a:lnTo>
                    <a:lnTo>
                      <a:pt x="445" y="0"/>
                    </a:lnTo>
                    <a:lnTo>
                      <a:pt x="475" y="0"/>
                    </a:lnTo>
                    <a:lnTo>
                      <a:pt x="477" y="117"/>
                    </a:lnTo>
                    <a:lnTo>
                      <a:pt x="480" y="232"/>
                    </a:lnTo>
                    <a:lnTo>
                      <a:pt x="482" y="347"/>
                    </a:lnTo>
                    <a:lnTo>
                      <a:pt x="484" y="464"/>
                    </a:lnTo>
                    <a:lnTo>
                      <a:pt x="482" y="485"/>
                    </a:lnTo>
                    <a:lnTo>
                      <a:pt x="480" y="506"/>
                    </a:lnTo>
                    <a:lnTo>
                      <a:pt x="477" y="529"/>
                    </a:lnTo>
                    <a:lnTo>
                      <a:pt x="475" y="550"/>
                    </a:lnTo>
                    <a:lnTo>
                      <a:pt x="446" y="550"/>
                    </a:lnTo>
                    <a:lnTo>
                      <a:pt x="418" y="550"/>
                    </a:lnTo>
                    <a:lnTo>
                      <a:pt x="389" y="550"/>
                    </a:lnTo>
                    <a:lnTo>
                      <a:pt x="361" y="551"/>
                    </a:lnTo>
                    <a:lnTo>
                      <a:pt x="332" y="551"/>
                    </a:lnTo>
                    <a:lnTo>
                      <a:pt x="304" y="551"/>
                    </a:lnTo>
                    <a:lnTo>
                      <a:pt x="275" y="551"/>
                    </a:lnTo>
                    <a:lnTo>
                      <a:pt x="246" y="551"/>
                    </a:lnTo>
                    <a:lnTo>
                      <a:pt x="218" y="551"/>
                    </a:lnTo>
                    <a:lnTo>
                      <a:pt x="189" y="551"/>
                    </a:lnTo>
                    <a:lnTo>
                      <a:pt x="160" y="551"/>
                    </a:lnTo>
                    <a:lnTo>
                      <a:pt x="131" y="551"/>
                    </a:lnTo>
                    <a:lnTo>
                      <a:pt x="102" y="552"/>
                    </a:lnTo>
                    <a:lnTo>
                      <a:pt x="73" y="552"/>
                    </a:lnTo>
                    <a:lnTo>
                      <a:pt x="45" y="552"/>
                    </a:lnTo>
                    <a:lnTo>
                      <a:pt x="16" y="552"/>
                    </a:lnTo>
                    <a:lnTo>
                      <a:pt x="11" y="532"/>
                    </a:lnTo>
                    <a:lnTo>
                      <a:pt x="8" y="512"/>
                    </a:lnTo>
                    <a:lnTo>
                      <a:pt x="4" y="491"/>
                    </a:lnTo>
                    <a:lnTo>
                      <a:pt x="0" y="471"/>
                    </a:lnTo>
                    <a:lnTo>
                      <a:pt x="0" y="354"/>
                    </a:lnTo>
                    <a:lnTo>
                      <a:pt x="0" y="235"/>
                    </a:lnTo>
                    <a:lnTo>
                      <a:pt x="0" y="1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5967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0" name="Freeform 141"/>
              <p:cNvSpPr>
                <a:spLocks/>
              </p:cNvSpPr>
              <p:nvPr/>
            </p:nvSpPr>
            <p:spPr bwMode="auto">
              <a:xfrm>
                <a:off x="1508126" y="3257550"/>
                <a:ext cx="192088" cy="180975"/>
              </a:xfrm>
              <a:custGeom>
                <a:avLst/>
                <a:gdLst>
                  <a:gd name="T0" fmla="*/ 0 w 481"/>
                  <a:gd name="T1" fmla="*/ 0 h 458"/>
                  <a:gd name="T2" fmla="*/ 2147483647 w 481"/>
                  <a:gd name="T3" fmla="*/ 0 h 458"/>
                  <a:gd name="T4" fmla="*/ 2147483647 w 481"/>
                  <a:gd name="T5" fmla="*/ 0 h 458"/>
                  <a:gd name="T6" fmla="*/ 2147483647 w 481"/>
                  <a:gd name="T7" fmla="*/ 0 h 458"/>
                  <a:gd name="T8" fmla="*/ 2147483647 w 481"/>
                  <a:gd name="T9" fmla="*/ 0 h 458"/>
                  <a:gd name="T10" fmla="*/ 2147483647 w 481"/>
                  <a:gd name="T11" fmla="*/ 0 h 458"/>
                  <a:gd name="T12" fmla="*/ 2147483647 w 481"/>
                  <a:gd name="T13" fmla="*/ 0 h 458"/>
                  <a:gd name="T14" fmla="*/ 2147483647 w 481"/>
                  <a:gd name="T15" fmla="*/ 0 h 458"/>
                  <a:gd name="T16" fmla="*/ 2147483647 w 481"/>
                  <a:gd name="T17" fmla="*/ 0 h 458"/>
                  <a:gd name="T18" fmla="*/ 2147483647 w 481"/>
                  <a:gd name="T19" fmla="*/ 0 h 458"/>
                  <a:gd name="T20" fmla="*/ 2147483647 w 481"/>
                  <a:gd name="T21" fmla="*/ 0 h 458"/>
                  <a:gd name="T22" fmla="*/ 2147483647 w 481"/>
                  <a:gd name="T23" fmla="*/ 0 h 458"/>
                  <a:gd name="T24" fmla="*/ 2147483647 w 481"/>
                  <a:gd name="T25" fmla="*/ 0 h 458"/>
                  <a:gd name="T26" fmla="*/ 2147483647 w 481"/>
                  <a:gd name="T27" fmla="*/ 0 h 458"/>
                  <a:gd name="T28" fmla="*/ 2147483647 w 481"/>
                  <a:gd name="T29" fmla="*/ 0 h 458"/>
                  <a:gd name="T30" fmla="*/ 2147483647 w 481"/>
                  <a:gd name="T31" fmla="*/ 0 h 458"/>
                  <a:gd name="T32" fmla="*/ 2147483647 w 481"/>
                  <a:gd name="T33" fmla="*/ 0 h 458"/>
                  <a:gd name="T34" fmla="*/ 2147483647 w 481"/>
                  <a:gd name="T35" fmla="*/ 2147483647 h 458"/>
                  <a:gd name="T36" fmla="*/ 2147483647 w 481"/>
                  <a:gd name="T37" fmla="*/ 2147483647 h 458"/>
                  <a:gd name="T38" fmla="*/ 2147483647 w 481"/>
                  <a:gd name="T39" fmla="*/ 2147483647 h 458"/>
                  <a:gd name="T40" fmla="*/ 2147483647 w 481"/>
                  <a:gd name="T41" fmla="*/ 2147483647 h 458"/>
                  <a:gd name="T42" fmla="*/ 2147483647 w 481"/>
                  <a:gd name="T43" fmla="*/ 2147483647 h 458"/>
                  <a:gd name="T44" fmla="*/ 2147483647 w 481"/>
                  <a:gd name="T45" fmla="*/ 2147483647 h 458"/>
                  <a:gd name="T46" fmla="*/ 2147483647 w 481"/>
                  <a:gd name="T47" fmla="*/ 2147483647 h 458"/>
                  <a:gd name="T48" fmla="*/ 2147483647 w 481"/>
                  <a:gd name="T49" fmla="*/ 2147483647 h 458"/>
                  <a:gd name="T50" fmla="*/ 2147483647 w 481"/>
                  <a:gd name="T51" fmla="*/ 2147483647 h 458"/>
                  <a:gd name="T52" fmla="*/ 2147483647 w 481"/>
                  <a:gd name="T53" fmla="*/ 2147483647 h 458"/>
                  <a:gd name="T54" fmla="*/ 2147483647 w 481"/>
                  <a:gd name="T55" fmla="*/ 2147483647 h 458"/>
                  <a:gd name="T56" fmla="*/ 2147483647 w 481"/>
                  <a:gd name="T57" fmla="*/ 2147483647 h 458"/>
                  <a:gd name="T58" fmla="*/ 2147483647 w 481"/>
                  <a:gd name="T59" fmla="*/ 2147483647 h 458"/>
                  <a:gd name="T60" fmla="*/ 2147483647 w 481"/>
                  <a:gd name="T61" fmla="*/ 2147483647 h 458"/>
                  <a:gd name="T62" fmla="*/ 2147483647 w 481"/>
                  <a:gd name="T63" fmla="*/ 2147483647 h 458"/>
                  <a:gd name="T64" fmla="*/ 2147483647 w 481"/>
                  <a:gd name="T65" fmla="*/ 2147483647 h 458"/>
                  <a:gd name="T66" fmla="*/ 2147483647 w 481"/>
                  <a:gd name="T67" fmla="*/ 2147483647 h 458"/>
                  <a:gd name="T68" fmla="*/ 2147483647 w 481"/>
                  <a:gd name="T69" fmla="*/ 2147483647 h 458"/>
                  <a:gd name="T70" fmla="*/ 2147483647 w 481"/>
                  <a:gd name="T71" fmla="*/ 2147483647 h 458"/>
                  <a:gd name="T72" fmla="*/ 2147483647 w 481"/>
                  <a:gd name="T73" fmla="*/ 2147483647 h 458"/>
                  <a:gd name="T74" fmla="*/ 2147483647 w 481"/>
                  <a:gd name="T75" fmla="*/ 2147483647 h 458"/>
                  <a:gd name="T76" fmla="*/ 2147483647 w 481"/>
                  <a:gd name="T77" fmla="*/ 2147483647 h 458"/>
                  <a:gd name="T78" fmla="*/ 2147483647 w 481"/>
                  <a:gd name="T79" fmla="*/ 2147483647 h 458"/>
                  <a:gd name="T80" fmla="*/ 2147483647 w 481"/>
                  <a:gd name="T81" fmla="*/ 2147483647 h 458"/>
                  <a:gd name="T82" fmla="*/ 2147483647 w 481"/>
                  <a:gd name="T83" fmla="*/ 2147483647 h 458"/>
                  <a:gd name="T84" fmla="*/ 2147483647 w 481"/>
                  <a:gd name="T85" fmla="*/ 2147483647 h 458"/>
                  <a:gd name="T86" fmla="*/ 2147483647 w 481"/>
                  <a:gd name="T87" fmla="*/ 2147483647 h 458"/>
                  <a:gd name="T88" fmla="*/ 0 w 481"/>
                  <a:gd name="T89" fmla="*/ 2147483647 h 458"/>
                  <a:gd name="T90" fmla="*/ 0 w 481"/>
                  <a:gd name="T91" fmla="*/ 2147483647 h 458"/>
                  <a:gd name="T92" fmla="*/ 0 w 481"/>
                  <a:gd name="T93" fmla="*/ 2147483647 h 458"/>
                  <a:gd name="T94" fmla="*/ 0 w 481"/>
                  <a:gd name="T95" fmla="*/ 2147483647 h 458"/>
                  <a:gd name="T96" fmla="*/ 0 w 481"/>
                  <a:gd name="T97" fmla="*/ 0 h 45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81"/>
                  <a:gd name="T148" fmla="*/ 0 h 458"/>
                  <a:gd name="T149" fmla="*/ 481 w 481"/>
                  <a:gd name="T150" fmla="*/ 458 h 458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81" h="458">
                    <a:moveTo>
                      <a:pt x="0" y="0"/>
                    </a:moveTo>
                    <a:lnTo>
                      <a:pt x="30" y="0"/>
                    </a:lnTo>
                    <a:lnTo>
                      <a:pt x="60" y="0"/>
                    </a:lnTo>
                    <a:lnTo>
                      <a:pt x="89" y="0"/>
                    </a:lnTo>
                    <a:lnTo>
                      <a:pt x="119" y="0"/>
                    </a:lnTo>
                    <a:lnTo>
                      <a:pt x="149" y="0"/>
                    </a:lnTo>
                    <a:lnTo>
                      <a:pt x="178" y="0"/>
                    </a:lnTo>
                    <a:lnTo>
                      <a:pt x="208" y="0"/>
                    </a:lnTo>
                    <a:lnTo>
                      <a:pt x="238" y="0"/>
                    </a:lnTo>
                    <a:lnTo>
                      <a:pt x="268" y="0"/>
                    </a:lnTo>
                    <a:lnTo>
                      <a:pt x="298" y="0"/>
                    </a:lnTo>
                    <a:lnTo>
                      <a:pt x="326" y="0"/>
                    </a:lnTo>
                    <a:lnTo>
                      <a:pt x="356" y="0"/>
                    </a:lnTo>
                    <a:lnTo>
                      <a:pt x="386" y="0"/>
                    </a:lnTo>
                    <a:lnTo>
                      <a:pt x="415" y="0"/>
                    </a:lnTo>
                    <a:lnTo>
                      <a:pt x="445" y="0"/>
                    </a:lnTo>
                    <a:lnTo>
                      <a:pt x="474" y="0"/>
                    </a:lnTo>
                    <a:lnTo>
                      <a:pt x="476" y="96"/>
                    </a:lnTo>
                    <a:lnTo>
                      <a:pt x="477" y="192"/>
                    </a:lnTo>
                    <a:lnTo>
                      <a:pt x="479" y="288"/>
                    </a:lnTo>
                    <a:lnTo>
                      <a:pt x="481" y="385"/>
                    </a:lnTo>
                    <a:lnTo>
                      <a:pt x="479" y="403"/>
                    </a:lnTo>
                    <a:lnTo>
                      <a:pt x="477" y="421"/>
                    </a:lnTo>
                    <a:lnTo>
                      <a:pt x="476" y="439"/>
                    </a:lnTo>
                    <a:lnTo>
                      <a:pt x="474" y="457"/>
                    </a:lnTo>
                    <a:lnTo>
                      <a:pt x="446" y="457"/>
                    </a:lnTo>
                    <a:lnTo>
                      <a:pt x="417" y="457"/>
                    </a:lnTo>
                    <a:lnTo>
                      <a:pt x="388" y="457"/>
                    </a:lnTo>
                    <a:lnTo>
                      <a:pt x="361" y="457"/>
                    </a:lnTo>
                    <a:lnTo>
                      <a:pt x="332" y="457"/>
                    </a:lnTo>
                    <a:lnTo>
                      <a:pt x="304" y="457"/>
                    </a:lnTo>
                    <a:lnTo>
                      <a:pt x="275" y="457"/>
                    </a:lnTo>
                    <a:lnTo>
                      <a:pt x="246" y="457"/>
                    </a:lnTo>
                    <a:lnTo>
                      <a:pt x="219" y="457"/>
                    </a:lnTo>
                    <a:lnTo>
                      <a:pt x="190" y="457"/>
                    </a:lnTo>
                    <a:lnTo>
                      <a:pt x="161" y="457"/>
                    </a:lnTo>
                    <a:lnTo>
                      <a:pt x="132" y="457"/>
                    </a:lnTo>
                    <a:lnTo>
                      <a:pt x="103" y="458"/>
                    </a:lnTo>
                    <a:lnTo>
                      <a:pt x="76" y="458"/>
                    </a:lnTo>
                    <a:lnTo>
                      <a:pt x="47" y="458"/>
                    </a:lnTo>
                    <a:lnTo>
                      <a:pt x="18" y="458"/>
                    </a:lnTo>
                    <a:lnTo>
                      <a:pt x="14" y="441"/>
                    </a:lnTo>
                    <a:lnTo>
                      <a:pt x="9" y="424"/>
                    </a:lnTo>
                    <a:lnTo>
                      <a:pt x="4" y="408"/>
                    </a:lnTo>
                    <a:lnTo>
                      <a:pt x="0" y="391"/>
                    </a:lnTo>
                    <a:lnTo>
                      <a:pt x="0" y="293"/>
                    </a:lnTo>
                    <a:lnTo>
                      <a:pt x="0" y="196"/>
                    </a:lnTo>
                    <a:lnTo>
                      <a:pt x="0" y="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C9E8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1" name="Freeform 142"/>
              <p:cNvSpPr>
                <a:spLocks/>
              </p:cNvSpPr>
              <p:nvPr/>
            </p:nvSpPr>
            <p:spPr bwMode="auto">
              <a:xfrm>
                <a:off x="1509713" y="3257550"/>
                <a:ext cx="188913" cy="144462"/>
              </a:xfrm>
              <a:custGeom>
                <a:avLst/>
                <a:gdLst>
                  <a:gd name="T0" fmla="*/ 0 w 477"/>
                  <a:gd name="T1" fmla="*/ 0 h 364"/>
                  <a:gd name="T2" fmla="*/ 2147483647 w 477"/>
                  <a:gd name="T3" fmla="*/ 0 h 364"/>
                  <a:gd name="T4" fmla="*/ 2147483647 w 477"/>
                  <a:gd name="T5" fmla="*/ 0 h 364"/>
                  <a:gd name="T6" fmla="*/ 2147483647 w 477"/>
                  <a:gd name="T7" fmla="*/ 0 h 364"/>
                  <a:gd name="T8" fmla="*/ 2147483647 w 477"/>
                  <a:gd name="T9" fmla="*/ 0 h 364"/>
                  <a:gd name="T10" fmla="*/ 2147483647 w 477"/>
                  <a:gd name="T11" fmla="*/ 0 h 364"/>
                  <a:gd name="T12" fmla="*/ 2147483647 w 477"/>
                  <a:gd name="T13" fmla="*/ 0 h 364"/>
                  <a:gd name="T14" fmla="*/ 2147483647 w 477"/>
                  <a:gd name="T15" fmla="*/ 0 h 364"/>
                  <a:gd name="T16" fmla="*/ 2147483647 w 477"/>
                  <a:gd name="T17" fmla="*/ 0 h 364"/>
                  <a:gd name="T18" fmla="*/ 2147483647 w 477"/>
                  <a:gd name="T19" fmla="*/ 0 h 364"/>
                  <a:gd name="T20" fmla="*/ 2147483647 w 477"/>
                  <a:gd name="T21" fmla="*/ 0 h 364"/>
                  <a:gd name="T22" fmla="*/ 2147483647 w 477"/>
                  <a:gd name="T23" fmla="*/ 0 h 364"/>
                  <a:gd name="T24" fmla="*/ 2147483647 w 477"/>
                  <a:gd name="T25" fmla="*/ 0 h 364"/>
                  <a:gd name="T26" fmla="*/ 2147483647 w 477"/>
                  <a:gd name="T27" fmla="*/ 0 h 364"/>
                  <a:gd name="T28" fmla="*/ 2147483647 w 477"/>
                  <a:gd name="T29" fmla="*/ 0 h 364"/>
                  <a:gd name="T30" fmla="*/ 2147483647 w 477"/>
                  <a:gd name="T31" fmla="*/ 0 h 364"/>
                  <a:gd name="T32" fmla="*/ 2147483647 w 477"/>
                  <a:gd name="T33" fmla="*/ 0 h 364"/>
                  <a:gd name="T34" fmla="*/ 2147483647 w 477"/>
                  <a:gd name="T35" fmla="*/ 2147483647 h 364"/>
                  <a:gd name="T36" fmla="*/ 2147483647 w 477"/>
                  <a:gd name="T37" fmla="*/ 2147483647 h 364"/>
                  <a:gd name="T38" fmla="*/ 2147483647 w 477"/>
                  <a:gd name="T39" fmla="*/ 2147483647 h 364"/>
                  <a:gd name="T40" fmla="*/ 2147483647 w 477"/>
                  <a:gd name="T41" fmla="*/ 2147483647 h 364"/>
                  <a:gd name="T42" fmla="*/ 2147483647 w 477"/>
                  <a:gd name="T43" fmla="*/ 2147483647 h 364"/>
                  <a:gd name="T44" fmla="*/ 2147483647 w 477"/>
                  <a:gd name="T45" fmla="*/ 2147483647 h 364"/>
                  <a:gd name="T46" fmla="*/ 2147483647 w 477"/>
                  <a:gd name="T47" fmla="*/ 2147483647 h 364"/>
                  <a:gd name="T48" fmla="*/ 2147483647 w 477"/>
                  <a:gd name="T49" fmla="*/ 2147483647 h 364"/>
                  <a:gd name="T50" fmla="*/ 2147483647 w 477"/>
                  <a:gd name="T51" fmla="*/ 2147483647 h 364"/>
                  <a:gd name="T52" fmla="*/ 2147483647 w 477"/>
                  <a:gd name="T53" fmla="*/ 2147483647 h 364"/>
                  <a:gd name="T54" fmla="*/ 2147483647 w 477"/>
                  <a:gd name="T55" fmla="*/ 2147483647 h 364"/>
                  <a:gd name="T56" fmla="*/ 2147483647 w 477"/>
                  <a:gd name="T57" fmla="*/ 2147483647 h 364"/>
                  <a:gd name="T58" fmla="*/ 2147483647 w 477"/>
                  <a:gd name="T59" fmla="*/ 2147483647 h 364"/>
                  <a:gd name="T60" fmla="*/ 2147483647 w 477"/>
                  <a:gd name="T61" fmla="*/ 2147483647 h 364"/>
                  <a:gd name="T62" fmla="*/ 2147483647 w 477"/>
                  <a:gd name="T63" fmla="*/ 2147483647 h 364"/>
                  <a:gd name="T64" fmla="*/ 2147483647 w 477"/>
                  <a:gd name="T65" fmla="*/ 2147483647 h 364"/>
                  <a:gd name="T66" fmla="*/ 2147483647 w 477"/>
                  <a:gd name="T67" fmla="*/ 2147483647 h 364"/>
                  <a:gd name="T68" fmla="*/ 2147483647 w 477"/>
                  <a:gd name="T69" fmla="*/ 2147483647 h 364"/>
                  <a:gd name="T70" fmla="*/ 2147483647 w 477"/>
                  <a:gd name="T71" fmla="*/ 2147483647 h 364"/>
                  <a:gd name="T72" fmla="*/ 2147483647 w 477"/>
                  <a:gd name="T73" fmla="*/ 2147483647 h 364"/>
                  <a:gd name="T74" fmla="*/ 2147483647 w 477"/>
                  <a:gd name="T75" fmla="*/ 2147483647 h 364"/>
                  <a:gd name="T76" fmla="*/ 2147483647 w 477"/>
                  <a:gd name="T77" fmla="*/ 2147483647 h 364"/>
                  <a:gd name="T78" fmla="*/ 2147483647 w 477"/>
                  <a:gd name="T79" fmla="*/ 2147483647 h 364"/>
                  <a:gd name="T80" fmla="*/ 2147483647 w 477"/>
                  <a:gd name="T81" fmla="*/ 2147483647 h 364"/>
                  <a:gd name="T82" fmla="*/ 2147483647 w 477"/>
                  <a:gd name="T83" fmla="*/ 2147483647 h 364"/>
                  <a:gd name="T84" fmla="*/ 2147483647 w 477"/>
                  <a:gd name="T85" fmla="*/ 2147483647 h 364"/>
                  <a:gd name="T86" fmla="*/ 2147483647 w 477"/>
                  <a:gd name="T87" fmla="*/ 2147483647 h 364"/>
                  <a:gd name="T88" fmla="*/ 0 w 477"/>
                  <a:gd name="T89" fmla="*/ 2147483647 h 364"/>
                  <a:gd name="T90" fmla="*/ 0 w 477"/>
                  <a:gd name="T91" fmla="*/ 2147483647 h 364"/>
                  <a:gd name="T92" fmla="*/ 0 w 477"/>
                  <a:gd name="T93" fmla="*/ 2147483647 h 364"/>
                  <a:gd name="T94" fmla="*/ 0 w 477"/>
                  <a:gd name="T95" fmla="*/ 2147483647 h 364"/>
                  <a:gd name="T96" fmla="*/ 0 w 477"/>
                  <a:gd name="T97" fmla="*/ 0 h 364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77"/>
                  <a:gd name="T148" fmla="*/ 0 h 364"/>
                  <a:gd name="T149" fmla="*/ 477 w 477"/>
                  <a:gd name="T150" fmla="*/ 364 h 364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77" h="364">
                    <a:moveTo>
                      <a:pt x="0" y="0"/>
                    </a:moveTo>
                    <a:lnTo>
                      <a:pt x="30" y="0"/>
                    </a:lnTo>
                    <a:lnTo>
                      <a:pt x="60" y="0"/>
                    </a:lnTo>
                    <a:lnTo>
                      <a:pt x="88" y="0"/>
                    </a:lnTo>
                    <a:lnTo>
                      <a:pt x="118" y="0"/>
                    </a:lnTo>
                    <a:lnTo>
                      <a:pt x="148" y="0"/>
                    </a:lnTo>
                    <a:lnTo>
                      <a:pt x="178" y="0"/>
                    </a:lnTo>
                    <a:lnTo>
                      <a:pt x="207" y="0"/>
                    </a:lnTo>
                    <a:lnTo>
                      <a:pt x="237" y="0"/>
                    </a:lnTo>
                    <a:lnTo>
                      <a:pt x="267" y="0"/>
                    </a:lnTo>
                    <a:lnTo>
                      <a:pt x="297" y="0"/>
                    </a:lnTo>
                    <a:lnTo>
                      <a:pt x="325" y="0"/>
                    </a:lnTo>
                    <a:lnTo>
                      <a:pt x="355" y="0"/>
                    </a:lnTo>
                    <a:lnTo>
                      <a:pt x="385" y="0"/>
                    </a:lnTo>
                    <a:lnTo>
                      <a:pt x="414" y="0"/>
                    </a:lnTo>
                    <a:lnTo>
                      <a:pt x="444" y="0"/>
                    </a:lnTo>
                    <a:lnTo>
                      <a:pt x="473" y="0"/>
                    </a:lnTo>
                    <a:lnTo>
                      <a:pt x="474" y="76"/>
                    </a:lnTo>
                    <a:lnTo>
                      <a:pt x="475" y="153"/>
                    </a:lnTo>
                    <a:lnTo>
                      <a:pt x="476" y="230"/>
                    </a:lnTo>
                    <a:lnTo>
                      <a:pt x="477" y="306"/>
                    </a:lnTo>
                    <a:lnTo>
                      <a:pt x="476" y="319"/>
                    </a:lnTo>
                    <a:lnTo>
                      <a:pt x="475" y="334"/>
                    </a:lnTo>
                    <a:lnTo>
                      <a:pt x="474" y="348"/>
                    </a:lnTo>
                    <a:lnTo>
                      <a:pt x="473" y="363"/>
                    </a:lnTo>
                    <a:lnTo>
                      <a:pt x="445" y="363"/>
                    </a:lnTo>
                    <a:lnTo>
                      <a:pt x="416" y="363"/>
                    </a:lnTo>
                    <a:lnTo>
                      <a:pt x="388" y="363"/>
                    </a:lnTo>
                    <a:lnTo>
                      <a:pt x="361" y="363"/>
                    </a:lnTo>
                    <a:lnTo>
                      <a:pt x="332" y="363"/>
                    </a:lnTo>
                    <a:lnTo>
                      <a:pt x="304" y="363"/>
                    </a:lnTo>
                    <a:lnTo>
                      <a:pt x="275" y="363"/>
                    </a:lnTo>
                    <a:lnTo>
                      <a:pt x="248" y="363"/>
                    </a:lnTo>
                    <a:lnTo>
                      <a:pt x="219" y="364"/>
                    </a:lnTo>
                    <a:lnTo>
                      <a:pt x="191" y="364"/>
                    </a:lnTo>
                    <a:lnTo>
                      <a:pt x="162" y="364"/>
                    </a:lnTo>
                    <a:lnTo>
                      <a:pt x="133" y="364"/>
                    </a:lnTo>
                    <a:lnTo>
                      <a:pt x="106" y="364"/>
                    </a:lnTo>
                    <a:lnTo>
                      <a:pt x="77" y="364"/>
                    </a:lnTo>
                    <a:lnTo>
                      <a:pt x="49" y="364"/>
                    </a:lnTo>
                    <a:lnTo>
                      <a:pt x="20" y="364"/>
                    </a:lnTo>
                    <a:lnTo>
                      <a:pt x="15" y="350"/>
                    </a:lnTo>
                    <a:lnTo>
                      <a:pt x="11" y="338"/>
                    </a:lnTo>
                    <a:lnTo>
                      <a:pt x="5" y="325"/>
                    </a:lnTo>
                    <a:lnTo>
                      <a:pt x="0" y="311"/>
                    </a:lnTo>
                    <a:lnTo>
                      <a:pt x="0" y="233"/>
                    </a:lnTo>
                    <a:lnTo>
                      <a:pt x="0" y="155"/>
                    </a:lnTo>
                    <a:lnTo>
                      <a:pt x="0" y="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4A5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2" name="Freeform 143"/>
              <p:cNvSpPr>
                <a:spLocks/>
              </p:cNvSpPr>
              <p:nvPr/>
            </p:nvSpPr>
            <p:spPr bwMode="auto">
              <a:xfrm>
                <a:off x="1509713" y="3257550"/>
                <a:ext cx="187325" cy="106362"/>
              </a:xfrm>
              <a:custGeom>
                <a:avLst/>
                <a:gdLst>
                  <a:gd name="T0" fmla="*/ 0 w 474"/>
                  <a:gd name="T1" fmla="*/ 0 h 270"/>
                  <a:gd name="T2" fmla="*/ 2147483647 w 474"/>
                  <a:gd name="T3" fmla="*/ 0 h 270"/>
                  <a:gd name="T4" fmla="*/ 2147483647 w 474"/>
                  <a:gd name="T5" fmla="*/ 0 h 270"/>
                  <a:gd name="T6" fmla="*/ 2147483647 w 474"/>
                  <a:gd name="T7" fmla="*/ 0 h 270"/>
                  <a:gd name="T8" fmla="*/ 2147483647 w 474"/>
                  <a:gd name="T9" fmla="*/ 0 h 270"/>
                  <a:gd name="T10" fmla="*/ 2147483647 w 474"/>
                  <a:gd name="T11" fmla="*/ 0 h 270"/>
                  <a:gd name="T12" fmla="*/ 2147483647 w 474"/>
                  <a:gd name="T13" fmla="*/ 0 h 270"/>
                  <a:gd name="T14" fmla="*/ 2147483647 w 474"/>
                  <a:gd name="T15" fmla="*/ 0 h 270"/>
                  <a:gd name="T16" fmla="*/ 2147483647 w 474"/>
                  <a:gd name="T17" fmla="*/ 0 h 270"/>
                  <a:gd name="T18" fmla="*/ 2147483647 w 474"/>
                  <a:gd name="T19" fmla="*/ 0 h 270"/>
                  <a:gd name="T20" fmla="*/ 2147483647 w 474"/>
                  <a:gd name="T21" fmla="*/ 0 h 270"/>
                  <a:gd name="T22" fmla="*/ 2147483647 w 474"/>
                  <a:gd name="T23" fmla="*/ 0 h 270"/>
                  <a:gd name="T24" fmla="*/ 2147483647 w 474"/>
                  <a:gd name="T25" fmla="*/ 0 h 270"/>
                  <a:gd name="T26" fmla="*/ 2147483647 w 474"/>
                  <a:gd name="T27" fmla="*/ 0 h 270"/>
                  <a:gd name="T28" fmla="*/ 2147483647 w 474"/>
                  <a:gd name="T29" fmla="*/ 0 h 270"/>
                  <a:gd name="T30" fmla="*/ 2147483647 w 474"/>
                  <a:gd name="T31" fmla="*/ 0 h 270"/>
                  <a:gd name="T32" fmla="*/ 2147483647 w 474"/>
                  <a:gd name="T33" fmla="*/ 0 h 270"/>
                  <a:gd name="T34" fmla="*/ 2147483647 w 474"/>
                  <a:gd name="T35" fmla="*/ 2147483647 h 270"/>
                  <a:gd name="T36" fmla="*/ 2147483647 w 474"/>
                  <a:gd name="T37" fmla="*/ 2147483647 h 270"/>
                  <a:gd name="T38" fmla="*/ 2147483647 w 474"/>
                  <a:gd name="T39" fmla="*/ 2147483647 h 270"/>
                  <a:gd name="T40" fmla="*/ 2147483647 w 474"/>
                  <a:gd name="T41" fmla="*/ 2147483647 h 270"/>
                  <a:gd name="T42" fmla="*/ 2147483647 w 474"/>
                  <a:gd name="T43" fmla="*/ 2147483647 h 270"/>
                  <a:gd name="T44" fmla="*/ 2147483647 w 474"/>
                  <a:gd name="T45" fmla="*/ 2147483647 h 270"/>
                  <a:gd name="T46" fmla="*/ 2147483647 w 474"/>
                  <a:gd name="T47" fmla="*/ 2147483647 h 270"/>
                  <a:gd name="T48" fmla="*/ 2147483647 w 474"/>
                  <a:gd name="T49" fmla="*/ 2147483647 h 270"/>
                  <a:gd name="T50" fmla="*/ 2147483647 w 474"/>
                  <a:gd name="T51" fmla="*/ 2147483647 h 270"/>
                  <a:gd name="T52" fmla="*/ 2147483647 w 474"/>
                  <a:gd name="T53" fmla="*/ 2147483647 h 270"/>
                  <a:gd name="T54" fmla="*/ 2147483647 w 474"/>
                  <a:gd name="T55" fmla="*/ 2147483647 h 270"/>
                  <a:gd name="T56" fmla="*/ 2147483647 w 474"/>
                  <a:gd name="T57" fmla="*/ 2147483647 h 270"/>
                  <a:gd name="T58" fmla="*/ 2147483647 w 474"/>
                  <a:gd name="T59" fmla="*/ 2147483647 h 270"/>
                  <a:gd name="T60" fmla="*/ 2147483647 w 474"/>
                  <a:gd name="T61" fmla="*/ 2147483647 h 270"/>
                  <a:gd name="T62" fmla="*/ 2147483647 w 474"/>
                  <a:gd name="T63" fmla="*/ 2147483647 h 270"/>
                  <a:gd name="T64" fmla="*/ 2147483647 w 474"/>
                  <a:gd name="T65" fmla="*/ 2147483647 h 270"/>
                  <a:gd name="T66" fmla="*/ 2147483647 w 474"/>
                  <a:gd name="T67" fmla="*/ 2147483647 h 270"/>
                  <a:gd name="T68" fmla="*/ 2147483647 w 474"/>
                  <a:gd name="T69" fmla="*/ 2147483647 h 270"/>
                  <a:gd name="T70" fmla="*/ 2147483647 w 474"/>
                  <a:gd name="T71" fmla="*/ 2147483647 h 270"/>
                  <a:gd name="T72" fmla="*/ 2147483647 w 474"/>
                  <a:gd name="T73" fmla="*/ 2147483647 h 270"/>
                  <a:gd name="T74" fmla="*/ 2147483647 w 474"/>
                  <a:gd name="T75" fmla="*/ 2147483647 h 270"/>
                  <a:gd name="T76" fmla="*/ 2147483647 w 474"/>
                  <a:gd name="T77" fmla="*/ 2147483647 h 270"/>
                  <a:gd name="T78" fmla="*/ 2147483647 w 474"/>
                  <a:gd name="T79" fmla="*/ 2147483647 h 270"/>
                  <a:gd name="T80" fmla="*/ 2147483647 w 474"/>
                  <a:gd name="T81" fmla="*/ 2147483647 h 270"/>
                  <a:gd name="T82" fmla="*/ 2147483647 w 474"/>
                  <a:gd name="T83" fmla="*/ 2147483647 h 270"/>
                  <a:gd name="T84" fmla="*/ 2147483647 w 474"/>
                  <a:gd name="T85" fmla="*/ 2147483647 h 270"/>
                  <a:gd name="T86" fmla="*/ 2147483647 w 474"/>
                  <a:gd name="T87" fmla="*/ 2147483647 h 270"/>
                  <a:gd name="T88" fmla="*/ 0 w 474"/>
                  <a:gd name="T89" fmla="*/ 2147483647 h 270"/>
                  <a:gd name="T90" fmla="*/ 0 w 474"/>
                  <a:gd name="T91" fmla="*/ 2147483647 h 270"/>
                  <a:gd name="T92" fmla="*/ 0 w 474"/>
                  <a:gd name="T93" fmla="*/ 2147483647 h 270"/>
                  <a:gd name="T94" fmla="*/ 0 w 474"/>
                  <a:gd name="T95" fmla="*/ 2147483647 h 270"/>
                  <a:gd name="T96" fmla="*/ 0 w 474"/>
                  <a:gd name="T97" fmla="*/ 0 h 270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74"/>
                  <a:gd name="T148" fmla="*/ 0 h 270"/>
                  <a:gd name="T149" fmla="*/ 474 w 474"/>
                  <a:gd name="T150" fmla="*/ 270 h 270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74" h="270">
                    <a:moveTo>
                      <a:pt x="0" y="0"/>
                    </a:moveTo>
                    <a:lnTo>
                      <a:pt x="30" y="0"/>
                    </a:lnTo>
                    <a:lnTo>
                      <a:pt x="59" y="0"/>
                    </a:lnTo>
                    <a:lnTo>
                      <a:pt x="89" y="0"/>
                    </a:lnTo>
                    <a:lnTo>
                      <a:pt x="118" y="0"/>
                    </a:lnTo>
                    <a:lnTo>
                      <a:pt x="148" y="0"/>
                    </a:lnTo>
                    <a:lnTo>
                      <a:pt x="177" y="0"/>
                    </a:lnTo>
                    <a:lnTo>
                      <a:pt x="207" y="0"/>
                    </a:lnTo>
                    <a:lnTo>
                      <a:pt x="237" y="0"/>
                    </a:lnTo>
                    <a:lnTo>
                      <a:pt x="266" y="0"/>
                    </a:lnTo>
                    <a:lnTo>
                      <a:pt x="296" y="0"/>
                    </a:lnTo>
                    <a:lnTo>
                      <a:pt x="326" y="0"/>
                    </a:lnTo>
                    <a:lnTo>
                      <a:pt x="354" y="0"/>
                    </a:lnTo>
                    <a:lnTo>
                      <a:pt x="384" y="0"/>
                    </a:lnTo>
                    <a:lnTo>
                      <a:pt x="413" y="0"/>
                    </a:lnTo>
                    <a:lnTo>
                      <a:pt x="443" y="0"/>
                    </a:lnTo>
                    <a:lnTo>
                      <a:pt x="472" y="0"/>
                    </a:lnTo>
                    <a:lnTo>
                      <a:pt x="473" y="57"/>
                    </a:lnTo>
                    <a:lnTo>
                      <a:pt x="473" y="113"/>
                    </a:lnTo>
                    <a:lnTo>
                      <a:pt x="474" y="170"/>
                    </a:lnTo>
                    <a:lnTo>
                      <a:pt x="474" y="227"/>
                    </a:lnTo>
                    <a:lnTo>
                      <a:pt x="474" y="237"/>
                    </a:lnTo>
                    <a:lnTo>
                      <a:pt x="473" y="248"/>
                    </a:lnTo>
                    <a:lnTo>
                      <a:pt x="473" y="260"/>
                    </a:lnTo>
                    <a:lnTo>
                      <a:pt x="472" y="270"/>
                    </a:lnTo>
                    <a:lnTo>
                      <a:pt x="444" y="270"/>
                    </a:lnTo>
                    <a:lnTo>
                      <a:pt x="416" y="270"/>
                    </a:lnTo>
                    <a:lnTo>
                      <a:pt x="389" y="270"/>
                    </a:lnTo>
                    <a:lnTo>
                      <a:pt x="361" y="270"/>
                    </a:lnTo>
                    <a:lnTo>
                      <a:pt x="332" y="270"/>
                    </a:lnTo>
                    <a:lnTo>
                      <a:pt x="304" y="270"/>
                    </a:lnTo>
                    <a:lnTo>
                      <a:pt x="276" y="270"/>
                    </a:lnTo>
                    <a:lnTo>
                      <a:pt x="249" y="270"/>
                    </a:lnTo>
                    <a:lnTo>
                      <a:pt x="220" y="270"/>
                    </a:lnTo>
                    <a:lnTo>
                      <a:pt x="192" y="270"/>
                    </a:lnTo>
                    <a:lnTo>
                      <a:pt x="164" y="270"/>
                    </a:lnTo>
                    <a:lnTo>
                      <a:pt x="136" y="270"/>
                    </a:lnTo>
                    <a:lnTo>
                      <a:pt x="108" y="270"/>
                    </a:lnTo>
                    <a:lnTo>
                      <a:pt x="79" y="270"/>
                    </a:lnTo>
                    <a:lnTo>
                      <a:pt x="51" y="270"/>
                    </a:lnTo>
                    <a:lnTo>
                      <a:pt x="22" y="270"/>
                    </a:lnTo>
                    <a:lnTo>
                      <a:pt x="17" y="261"/>
                    </a:lnTo>
                    <a:lnTo>
                      <a:pt x="12" y="250"/>
                    </a:lnTo>
                    <a:lnTo>
                      <a:pt x="5" y="240"/>
                    </a:lnTo>
                    <a:lnTo>
                      <a:pt x="0" y="231"/>
                    </a:lnTo>
                    <a:lnTo>
                      <a:pt x="0" y="173"/>
                    </a:lnTo>
                    <a:lnTo>
                      <a:pt x="0" y="116"/>
                    </a:lnTo>
                    <a:lnTo>
                      <a:pt x="0" y="5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9A89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3" name="Freeform 144"/>
              <p:cNvSpPr>
                <a:spLocks/>
              </p:cNvSpPr>
              <p:nvPr/>
            </p:nvSpPr>
            <p:spPr bwMode="auto">
              <a:xfrm>
                <a:off x="1509713" y="3257550"/>
                <a:ext cx="187325" cy="69850"/>
              </a:xfrm>
              <a:custGeom>
                <a:avLst/>
                <a:gdLst>
                  <a:gd name="T0" fmla="*/ 0 w 472"/>
                  <a:gd name="T1" fmla="*/ 0 h 176"/>
                  <a:gd name="T2" fmla="*/ 2147483647 w 472"/>
                  <a:gd name="T3" fmla="*/ 0 h 176"/>
                  <a:gd name="T4" fmla="*/ 2147483647 w 472"/>
                  <a:gd name="T5" fmla="*/ 2147483647 h 176"/>
                  <a:gd name="T6" fmla="*/ 2147483647 w 472"/>
                  <a:gd name="T7" fmla="*/ 2147483647 h 176"/>
                  <a:gd name="T8" fmla="*/ 2147483647 w 472"/>
                  <a:gd name="T9" fmla="*/ 2147483647 h 176"/>
                  <a:gd name="T10" fmla="*/ 0 w 472"/>
                  <a:gd name="T11" fmla="*/ 2147483647 h 176"/>
                  <a:gd name="T12" fmla="*/ 0 w 472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72"/>
                  <a:gd name="T22" fmla="*/ 0 h 176"/>
                  <a:gd name="T23" fmla="*/ 472 w 472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72" h="176">
                    <a:moveTo>
                      <a:pt x="0" y="0"/>
                    </a:moveTo>
                    <a:lnTo>
                      <a:pt x="472" y="0"/>
                    </a:lnTo>
                    <a:lnTo>
                      <a:pt x="472" y="149"/>
                    </a:lnTo>
                    <a:lnTo>
                      <a:pt x="472" y="176"/>
                    </a:lnTo>
                    <a:lnTo>
                      <a:pt x="26" y="176"/>
                    </a:lnTo>
                    <a:lnTo>
                      <a:pt x="0" y="1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1AF9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4" name="Freeform 157"/>
              <p:cNvSpPr>
                <a:spLocks/>
              </p:cNvSpPr>
              <p:nvPr/>
            </p:nvSpPr>
            <p:spPr bwMode="auto">
              <a:xfrm>
                <a:off x="1695451" y="3236913"/>
                <a:ext cx="17463" cy="500062"/>
              </a:xfrm>
              <a:custGeom>
                <a:avLst/>
                <a:gdLst>
                  <a:gd name="T0" fmla="*/ 2147483647 w 45"/>
                  <a:gd name="T1" fmla="*/ 2147483647 h 1259"/>
                  <a:gd name="T2" fmla="*/ 2147483647 w 45"/>
                  <a:gd name="T3" fmla="*/ 0 h 1259"/>
                  <a:gd name="T4" fmla="*/ 2147483647 w 45"/>
                  <a:gd name="T5" fmla="*/ 2147483647 h 1259"/>
                  <a:gd name="T6" fmla="*/ 2147483647 w 45"/>
                  <a:gd name="T7" fmla="*/ 2147483647 h 1259"/>
                  <a:gd name="T8" fmla="*/ 2147483647 w 45"/>
                  <a:gd name="T9" fmla="*/ 2147483647 h 1259"/>
                  <a:gd name="T10" fmla="*/ 2147483647 w 45"/>
                  <a:gd name="T11" fmla="*/ 2147483647 h 1259"/>
                  <a:gd name="T12" fmla="*/ 0 w 45"/>
                  <a:gd name="T13" fmla="*/ 2147483647 h 1259"/>
                  <a:gd name="T14" fmla="*/ 2147483647 w 45"/>
                  <a:gd name="T15" fmla="*/ 2147483647 h 1259"/>
                  <a:gd name="T16" fmla="*/ 2147483647 w 45"/>
                  <a:gd name="T17" fmla="*/ 2147483647 h 1259"/>
                  <a:gd name="T18" fmla="*/ 2147483647 w 45"/>
                  <a:gd name="T19" fmla="*/ 2147483647 h 1259"/>
                  <a:gd name="T20" fmla="*/ 2147483647 w 45"/>
                  <a:gd name="T21" fmla="*/ 2147483647 h 125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5"/>
                  <a:gd name="T34" fmla="*/ 0 h 1259"/>
                  <a:gd name="T35" fmla="*/ 45 w 45"/>
                  <a:gd name="T36" fmla="*/ 1259 h 125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5" h="1259">
                    <a:moveTo>
                      <a:pt x="5" y="50"/>
                    </a:moveTo>
                    <a:lnTo>
                      <a:pt x="44" y="0"/>
                    </a:lnTo>
                    <a:lnTo>
                      <a:pt x="44" y="193"/>
                    </a:lnTo>
                    <a:lnTo>
                      <a:pt x="45" y="906"/>
                    </a:lnTo>
                    <a:lnTo>
                      <a:pt x="45" y="1069"/>
                    </a:lnTo>
                    <a:lnTo>
                      <a:pt x="7" y="1252"/>
                    </a:lnTo>
                    <a:lnTo>
                      <a:pt x="0" y="1259"/>
                    </a:lnTo>
                    <a:lnTo>
                      <a:pt x="4" y="1091"/>
                    </a:lnTo>
                    <a:lnTo>
                      <a:pt x="4" y="922"/>
                    </a:lnTo>
                    <a:lnTo>
                      <a:pt x="4" y="135"/>
                    </a:lnTo>
                    <a:lnTo>
                      <a:pt x="5" y="50"/>
                    </a:lnTo>
                    <a:close/>
                  </a:path>
                </a:pathLst>
              </a:custGeom>
              <a:solidFill>
                <a:srgbClr val="C9997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5" name="Freeform 159"/>
              <p:cNvSpPr>
                <a:spLocks/>
              </p:cNvSpPr>
              <p:nvPr/>
            </p:nvSpPr>
            <p:spPr bwMode="auto">
              <a:xfrm>
                <a:off x="1466851" y="3214688"/>
                <a:ext cx="246063" cy="42862"/>
              </a:xfrm>
              <a:custGeom>
                <a:avLst/>
                <a:gdLst>
                  <a:gd name="T0" fmla="*/ 0 w 621"/>
                  <a:gd name="T1" fmla="*/ 0 h 108"/>
                  <a:gd name="T2" fmla="*/ 2147483647 w 621"/>
                  <a:gd name="T3" fmla="*/ 0 h 108"/>
                  <a:gd name="T4" fmla="*/ 2147483647 w 621"/>
                  <a:gd name="T5" fmla="*/ 2147483647 h 108"/>
                  <a:gd name="T6" fmla="*/ 2147483647 w 621"/>
                  <a:gd name="T7" fmla="*/ 2147483647 h 108"/>
                  <a:gd name="T8" fmla="*/ 2147483647 w 621"/>
                  <a:gd name="T9" fmla="*/ 2147483647 h 108"/>
                  <a:gd name="T10" fmla="*/ 0 w 621"/>
                  <a:gd name="T11" fmla="*/ 0 h 10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1"/>
                  <a:gd name="T19" fmla="*/ 0 h 108"/>
                  <a:gd name="T20" fmla="*/ 621 w 621"/>
                  <a:gd name="T21" fmla="*/ 108 h 10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1" h="108">
                    <a:moveTo>
                      <a:pt x="0" y="0"/>
                    </a:moveTo>
                    <a:lnTo>
                      <a:pt x="555" y="0"/>
                    </a:lnTo>
                    <a:lnTo>
                      <a:pt x="621" y="58"/>
                    </a:lnTo>
                    <a:lnTo>
                      <a:pt x="580" y="108"/>
                    </a:lnTo>
                    <a:lnTo>
                      <a:pt x="105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EA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6" name="Freeform 161"/>
              <p:cNvSpPr>
                <a:spLocks/>
              </p:cNvSpPr>
              <p:nvPr/>
            </p:nvSpPr>
            <p:spPr bwMode="auto">
              <a:xfrm>
                <a:off x="1535113" y="3686175"/>
                <a:ext cx="133350" cy="34925"/>
              </a:xfrm>
              <a:custGeom>
                <a:avLst/>
                <a:gdLst>
                  <a:gd name="T0" fmla="*/ 2147483647 w 336"/>
                  <a:gd name="T1" fmla="*/ 0 h 89"/>
                  <a:gd name="T2" fmla="*/ 2147483647 w 336"/>
                  <a:gd name="T3" fmla="*/ 0 h 89"/>
                  <a:gd name="T4" fmla="*/ 2147483647 w 336"/>
                  <a:gd name="T5" fmla="*/ 2147483647 h 89"/>
                  <a:gd name="T6" fmla="*/ 2147483647 w 336"/>
                  <a:gd name="T7" fmla="*/ 2147483647 h 89"/>
                  <a:gd name="T8" fmla="*/ 2147483647 w 336"/>
                  <a:gd name="T9" fmla="*/ 2147483647 h 89"/>
                  <a:gd name="T10" fmla="*/ 2147483647 w 336"/>
                  <a:gd name="T11" fmla="*/ 2147483647 h 89"/>
                  <a:gd name="T12" fmla="*/ 2147483647 w 336"/>
                  <a:gd name="T13" fmla="*/ 2147483647 h 89"/>
                  <a:gd name="T14" fmla="*/ 2147483647 w 336"/>
                  <a:gd name="T15" fmla="*/ 2147483647 h 89"/>
                  <a:gd name="T16" fmla="*/ 2147483647 w 336"/>
                  <a:gd name="T17" fmla="*/ 2147483647 h 89"/>
                  <a:gd name="T18" fmla="*/ 2147483647 w 336"/>
                  <a:gd name="T19" fmla="*/ 2147483647 h 89"/>
                  <a:gd name="T20" fmla="*/ 2147483647 w 336"/>
                  <a:gd name="T21" fmla="*/ 2147483647 h 89"/>
                  <a:gd name="T22" fmla="*/ 2147483647 w 336"/>
                  <a:gd name="T23" fmla="*/ 2147483647 h 89"/>
                  <a:gd name="T24" fmla="*/ 2147483647 w 336"/>
                  <a:gd name="T25" fmla="*/ 2147483647 h 89"/>
                  <a:gd name="T26" fmla="*/ 2147483647 w 336"/>
                  <a:gd name="T27" fmla="*/ 2147483647 h 89"/>
                  <a:gd name="T28" fmla="*/ 2147483647 w 336"/>
                  <a:gd name="T29" fmla="*/ 2147483647 h 89"/>
                  <a:gd name="T30" fmla="*/ 2147483647 w 336"/>
                  <a:gd name="T31" fmla="*/ 2147483647 h 89"/>
                  <a:gd name="T32" fmla="*/ 2147483647 w 336"/>
                  <a:gd name="T33" fmla="*/ 2147483647 h 89"/>
                  <a:gd name="T34" fmla="*/ 2147483647 w 336"/>
                  <a:gd name="T35" fmla="*/ 2147483647 h 89"/>
                  <a:gd name="T36" fmla="*/ 2147483647 w 336"/>
                  <a:gd name="T37" fmla="*/ 2147483647 h 89"/>
                  <a:gd name="T38" fmla="*/ 2147483647 w 336"/>
                  <a:gd name="T39" fmla="*/ 2147483647 h 89"/>
                  <a:gd name="T40" fmla="*/ 2147483647 w 336"/>
                  <a:gd name="T41" fmla="*/ 2147483647 h 89"/>
                  <a:gd name="T42" fmla="*/ 2147483647 w 336"/>
                  <a:gd name="T43" fmla="*/ 2147483647 h 89"/>
                  <a:gd name="T44" fmla="*/ 2147483647 w 336"/>
                  <a:gd name="T45" fmla="*/ 2147483647 h 89"/>
                  <a:gd name="T46" fmla="*/ 2147483647 w 336"/>
                  <a:gd name="T47" fmla="*/ 2147483647 h 89"/>
                  <a:gd name="T48" fmla="*/ 2147483647 w 336"/>
                  <a:gd name="T49" fmla="*/ 2147483647 h 89"/>
                  <a:gd name="T50" fmla="*/ 2147483647 w 336"/>
                  <a:gd name="T51" fmla="*/ 2147483647 h 89"/>
                  <a:gd name="T52" fmla="*/ 2147483647 w 336"/>
                  <a:gd name="T53" fmla="*/ 2147483647 h 89"/>
                  <a:gd name="T54" fmla="*/ 0 w 336"/>
                  <a:gd name="T55" fmla="*/ 2147483647 h 89"/>
                  <a:gd name="T56" fmla="*/ 0 w 336"/>
                  <a:gd name="T57" fmla="*/ 2147483647 h 89"/>
                  <a:gd name="T58" fmla="*/ 2147483647 w 336"/>
                  <a:gd name="T59" fmla="*/ 2147483647 h 89"/>
                  <a:gd name="T60" fmla="*/ 2147483647 w 336"/>
                  <a:gd name="T61" fmla="*/ 2147483647 h 89"/>
                  <a:gd name="T62" fmla="*/ 2147483647 w 336"/>
                  <a:gd name="T63" fmla="*/ 2147483647 h 89"/>
                  <a:gd name="T64" fmla="*/ 2147483647 w 336"/>
                  <a:gd name="T65" fmla="*/ 2147483647 h 89"/>
                  <a:gd name="T66" fmla="*/ 2147483647 w 336"/>
                  <a:gd name="T67" fmla="*/ 2147483647 h 89"/>
                  <a:gd name="T68" fmla="*/ 2147483647 w 336"/>
                  <a:gd name="T69" fmla="*/ 2147483647 h 89"/>
                  <a:gd name="T70" fmla="*/ 2147483647 w 336"/>
                  <a:gd name="T71" fmla="*/ 2147483647 h 89"/>
                  <a:gd name="T72" fmla="*/ 2147483647 w 336"/>
                  <a:gd name="T73" fmla="*/ 0 h 89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336"/>
                  <a:gd name="T112" fmla="*/ 0 h 89"/>
                  <a:gd name="T113" fmla="*/ 336 w 336"/>
                  <a:gd name="T114" fmla="*/ 89 h 89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336" h="89">
                    <a:moveTo>
                      <a:pt x="44" y="0"/>
                    </a:moveTo>
                    <a:lnTo>
                      <a:pt x="295" y="0"/>
                    </a:lnTo>
                    <a:lnTo>
                      <a:pt x="303" y="1"/>
                    </a:lnTo>
                    <a:lnTo>
                      <a:pt x="311" y="4"/>
                    </a:lnTo>
                    <a:lnTo>
                      <a:pt x="318" y="8"/>
                    </a:lnTo>
                    <a:lnTo>
                      <a:pt x="324" y="13"/>
                    </a:lnTo>
                    <a:lnTo>
                      <a:pt x="329" y="21"/>
                    </a:lnTo>
                    <a:lnTo>
                      <a:pt x="333" y="28"/>
                    </a:lnTo>
                    <a:lnTo>
                      <a:pt x="335" y="37"/>
                    </a:lnTo>
                    <a:lnTo>
                      <a:pt x="336" y="45"/>
                    </a:lnTo>
                    <a:lnTo>
                      <a:pt x="335" y="54"/>
                    </a:lnTo>
                    <a:lnTo>
                      <a:pt x="333" y="62"/>
                    </a:lnTo>
                    <a:lnTo>
                      <a:pt x="329" y="70"/>
                    </a:lnTo>
                    <a:lnTo>
                      <a:pt x="324" y="76"/>
                    </a:lnTo>
                    <a:lnTo>
                      <a:pt x="318" y="81"/>
                    </a:lnTo>
                    <a:lnTo>
                      <a:pt x="311" y="86"/>
                    </a:lnTo>
                    <a:lnTo>
                      <a:pt x="303" y="88"/>
                    </a:lnTo>
                    <a:lnTo>
                      <a:pt x="295" y="89"/>
                    </a:lnTo>
                    <a:lnTo>
                      <a:pt x="44" y="89"/>
                    </a:lnTo>
                    <a:lnTo>
                      <a:pt x="35" y="88"/>
                    </a:lnTo>
                    <a:lnTo>
                      <a:pt x="27" y="86"/>
                    </a:lnTo>
                    <a:lnTo>
                      <a:pt x="19" y="81"/>
                    </a:lnTo>
                    <a:lnTo>
                      <a:pt x="13" y="76"/>
                    </a:lnTo>
                    <a:lnTo>
                      <a:pt x="8" y="70"/>
                    </a:lnTo>
                    <a:lnTo>
                      <a:pt x="3" y="62"/>
                    </a:lnTo>
                    <a:lnTo>
                      <a:pt x="1" y="54"/>
                    </a:lnTo>
                    <a:lnTo>
                      <a:pt x="0" y="45"/>
                    </a:lnTo>
                    <a:lnTo>
                      <a:pt x="1" y="37"/>
                    </a:lnTo>
                    <a:lnTo>
                      <a:pt x="3" y="28"/>
                    </a:lnTo>
                    <a:lnTo>
                      <a:pt x="8" y="21"/>
                    </a:lnTo>
                    <a:lnTo>
                      <a:pt x="13" y="13"/>
                    </a:lnTo>
                    <a:lnTo>
                      <a:pt x="19" y="8"/>
                    </a:lnTo>
                    <a:lnTo>
                      <a:pt x="27" y="4"/>
                    </a:lnTo>
                    <a:lnTo>
                      <a:pt x="35" y="1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7" name="Freeform 163"/>
              <p:cNvSpPr>
                <a:spLocks/>
              </p:cNvSpPr>
              <p:nvPr/>
            </p:nvSpPr>
            <p:spPr bwMode="auto">
              <a:xfrm>
                <a:off x="1544638" y="3684588"/>
                <a:ext cx="127000" cy="33337"/>
              </a:xfrm>
              <a:custGeom>
                <a:avLst/>
                <a:gdLst>
                  <a:gd name="T0" fmla="*/ 2147483647 w 323"/>
                  <a:gd name="T1" fmla="*/ 0 h 84"/>
                  <a:gd name="T2" fmla="*/ 2147483647 w 323"/>
                  <a:gd name="T3" fmla="*/ 0 h 84"/>
                  <a:gd name="T4" fmla="*/ 2147483647 w 323"/>
                  <a:gd name="T5" fmla="*/ 2147483647 h 84"/>
                  <a:gd name="T6" fmla="*/ 2147483647 w 323"/>
                  <a:gd name="T7" fmla="*/ 2147483647 h 84"/>
                  <a:gd name="T8" fmla="*/ 2147483647 w 323"/>
                  <a:gd name="T9" fmla="*/ 2147483647 h 84"/>
                  <a:gd name="T10" fmla="*/ 2147483647 w 323"/>
                  <a:gd name="T11" fmla="*/ 2147483647 h 84"/>
                  <a:gd name="T12" fmla="*/ 2147483647 w 323"/>
                  <a:gd name="T13" fmla="*/ 2147483647 h 84"/>
                  <a:gd name="T14" fmla="*/ 2147483647 w 323"/>
                  <a:gd name="T15" fmla="*/ 2147483647 h 84"/>
                  <a:gd name="T16" fmla="*/ 2147483647 w 323"/>
                  <a:gd name="T17" fmla="*/ 2147483647 h 84"/>
                  <a:gd name="T18" fmla="*/ 2147483647 w 323"/>
                  <a:gd name="T19" fmla="*/ 2147483647 h 84"/>
                  <a:gd name="T20" fmla="*/ 2147483647 w 323"/>
                  <a:gd name="T21" fmla="*/ 2147483647 h 84"/>
                  <a:gd name="T22" fmla="*/ 2147483647 w 323"/>
                  <a:gd name="T23" fmla="*/ 2147483647 h 84"/>
                  <a:gd name="T24" fmla="*/ 2147483647 w 323"/>
                  <a:gd name="T25" fmla="*/ 2147483647 h 84"/>
                  <a:gd name="T26" fmla="*/ 2147483647 w 323"/>
                  <a:gd name="T27" fmla="*/ 2147483647 h 84"/>
                  <a:gd name="T28" fmla="*/ 2147483647 w 323"/>
                  <a:gd name="T29" fmla="*/ 2147483647 h 84"/>
                  <a:gd name="T30" fmla="*/ 2147483647 w 323"/>
                  <a:gd name="T31" fmla="*/ 2147483647 h 84"/>
                  <a:gd name="T32" fmla="*/ 2147483647 w 323"/>
                  <a:gd name="T33" fmla="*/ 2147483647 h 84"/>
                  <a:gd name="T34" fmla="*/ 2147483647 w 323"/>
                  <a:gd name="T35" fmla="*/ 2147483647 h 84"/>
                  <a:gd name="T36" fmla="*/ 2147483647 w 323"/>
                  <a:gd name="T37" fmla="*/ 2147483647 h 84"/>
                  <a:gd name="T38" fmla="*/ 2147483647 w 323"/>
                  <a:gd name="T39" fmla="*/ 2147483647 h 84"/>
                  <a:gd name="T40" fmla="*/ 2147483647 w 323"/>
                  <a:gd name="T41" fmla="*/ 2147483647 h 84"/>
                  <a:gd name="T42" fmla="*/ 2147483647 w 323"/>
                  <a:gd name="T43" fmla="*/ 2147483647 h 84"/>
                  <a:gd name="T44" fmla="*/ 2147483647 w 323"/>
                  <a:gd name="T45" fmla="*/ 2147483647 h 84"/>
                  <a:gd name="T46" fmla="*/ 2147483647 w 323"/>
                  <a:gd name="T47" fmla="*/ 2147483647 h 84"/>
                  <a:gd name="T48" fmla="*/ 2147483647 w 323"/>
                  <a:gd name="T49" fmla="*/ 2147483647 h 84"/>
                  <a:gd name="T50" fmla="*/ 2147483647 w 323"/>
                  <a:gd name="T51" fmla="*/ 2147483647 h 84"/>
                  <a:gd name="T52" fmla="*/ 2147483647 w 323"/>
                  <a:gd name="T53" fmla="*/ 2147483647 h 84"/>
                  <a:gd name="T54" fmla="*/ 0 w 323"/>
                  <a:gd name="T55" fmla="*/ 2147483647 h 84"/>
                  <a:gd name="T56" fmla="*/ 0 w 323"/>
                  <a:gd name="T57" fmla="*/ 2147483647 h 84"/>
                  <a:gd name="T58" fmla="*/ 2147483647 w 323"/>
                  <a:gd name="T59" fmla="*/ 2147483647 h 84"/>
                  <a:gd name="T60" fmla="*/ 2147483647 w 323"/>
                  <a:gd name="T61" fmla="*/ 2147483647 h 84"/>
                  <a:gd name="T62" fmla="*/ 2147483647 w 323"/>
                  <a:gd name="T63" fmla="*/ 2147483647 h 84"/>
                  <a:gd name="T64" fmla="*/ 2147483647 w 323"/>
                  <a:gd name="T65" fmla="*/ 2147483647 h 84"/>
                  <a:gd name="T66" fmla="*/ 2147483647 w 323"/>
                  <a:gd name="T67" fmla="*/ 2147483647 h 84"/>
                  <a:gd name="T68" fmla="*/ 2147483647 w 323"/>
                  <a:gd name="T69" fmla="*/ 2147483647 h 84"/>
                  <a:gd name="T70" fmla="*/ 2147483647 w 323"/>
                  <a:gd name="T71" fmla="*/ 2147483647 h 84"/>
                  <a:gd name="T72" fmla="*/ 2147483647 w 323"/>
                  <a:gd name="T73" fmla="*/ 0 h 84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323"/>
                  <a:gd name="T112" fmla="*/ 0 h 84"/>
                  <a:gd name="T113" fmla="*/ 323 w 323"/>
                  <a:gd name="T114" fmla="*/ 84 h 84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323" h="84">
                    <a:moveTo>
                      <a:pt x="43" y="0"/>
                    </a:moveTo>
                    <a:lnTo>
                      <a:pt x="282" y="0"/>
                    </a:lnTo>
                    <a:lnTo>
                      <a:pt x="290" y="1"/>
                    </a:lnTo>
                    <a:lnTo>
                      <a:pt x="297" y="3"/>
                    </a:lnTo>
                    <a:lnTo>
                      <a:pt x="305" y="8"/>
                    </a:lnTo>
                    <a:lnTo>
                      <a:pt x="311" y="13"/>
                    </a:lnTo>
                    <a:lnTo>
                      <a:pt x="315" y="18"/>
                    </a:lnTo>
                    <a:lnTo>
                      <a:pt x="320" y="26"/>
                    </a:lnTo>
                    <a:lnTo>
                      <a:pt x="322" y="33"/>
                    </a:lnTo>
                    <a:lnTo>
                      <a:pt x="323" y="42"/>
                    </a:lnTo>
                    <a:lnTo>
                      <a:pt x="322" y="50"/>
                    </a:lnTo>
                    <a:lnTo>
                      <a:pt x="320" y="59"/>
                    </a:lnTo>
                    <a:lnTo>
                      <a:pt x="315" y="65"/>
                    </a:lnTo>
                    <a:lnTo>
                      <a:pt x="311" y="72"/>
                    </a:lnTo>
                    <a:lnTo>
                      <a:pt x="305" y="77"/>
                    </a:lnTo>
                    <a:lnTo>
                      <a:pt x="297" y="81"/>
                    </a:lnTo>
                    <a:lnTo>
                      <a:pt x="290" y="83"/>
                    </a:lnTo>
                    <a:lnTo>
                      <a:pt x="282" y="84"/>
                    </a:lnTo>
                    <a:lnTo>
                      <a:pt x="43" y="84"/>
                    </a:lnTo>
                    <a:lnTo>
                      <a:pt x="35" y="83"/>
                    </a:lnTo>
                    <a:lnTo>
                      <a:pt x="26" y="81"/>
                    </a:lnTo>
                    <a:lnTo>
                      <a:pt x="20" y="77"/>
                    </a:lnTo>
                    <a:lnTo>
                      <a:pt x="13" y="72"/>
                    </a:lnTo>
                    <a:lnTo>
                      <a:pt x="8" y="65"/>
                    </a:lnTo>
                    <a:lnTo>
                      <a:pt x="4" y="59"/>
                    </a:lnTo>
                    <a:lnTo>
                      <a:pt x="1" y="50"/>
                    </a:lnTo>
                    <a:lnTo>
                      <a:pt x="0" y="42"/>
                    </a:lnTo>
                    <a:lnTo>
                      <a:pt x="1" y="33"/>
                    </a:lnTo>
                    <a:lnTo>
                      <a:pt x="4" y="26"/>
                    </a:lnTo>
                    <a:lnTo>
                      <a:pt x="8" y="18"/>
                    </a:lnTo>
                    <a:lnTo>
                      <a:pt x="13" y="13"/>
                    </a:lnTo>
                    <a:lnTo>
                      <a:pt x="20" y="8"/>
                    </a:lnTo>
                    <a:lnTo>
                      <a:pt x="26" y="3"/>
                    </a:lnTo>
                    <a:lnTo>
                      <a:pt x="35" y="1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8" name="Freeform 165"/>
              <p:cNvSpPr>
                <a:spLocks/>
              </p:cNvSpPr>
              <p:nvPr/>
            </p:nvSpPr>
            <p:spPr bwMode="auto">
              <a:xfrm>
                <a:off x="1530351" y="3308350"/>
                <a:ext cx="166688" cy="315912"/>
              </a:xfrm>
              <a:custGeom>
                <a:avLst/>
                <a:gdLst>
                  <a:gd name="T0" fmla="*/ 0 w 422"/>
                  <a:gd name="T1" fmla="*/ 2147483647 h 796"/>
                  <a:gd name="T2" fmla="*/ 2147483647 w 422"/>
                  <a:gd name="T3" fmla="*/ 0 h 796"/>
                  <a:gd name="T4" fmla="*/ 2147483647 w 422"/>
                  <a:gd name="T5" fmla="*/ 2147483647 h 796"/>
                  <a:gd name="T6" fmla="*/ 2147483647 w 422"/>
                  <a:gd name="T7" fmla="*/ 2147483647 h 796"/>
                  <a:gd name="T8" fmla="*/ 2147483647 w 422"/>
                  <a:gd name="T9" fmla="*/ 2147483647 h 796"/>
                  <a:gd name="T10" fmla="*/ 2147483647 w 422"/>
                  <a:gd name="T11" fmla="*/ 2147483647 h 796"/>
                  <a:gd name="T12" fmla="*/ 2147483647 w 422"/>
                  <a:gd name="T13" fmla="*/ 2147483647 h 796"/>
                  <a:gd name="T14" fmla="*/ 2147483647 w 422"/>
                  <a:gd name="T15" fmla="*/ 2147483647 h 796"/>
                  <a:gd name="T16" fmla="*/ 2147483647 w 422"/>
                  <a:gd name="T17" fmla="*/ 2147483647 h 796"/>
                  <a:gd name="T18" fmla="*/ 2147483647 w 422"/>
                  <a:gd name="T19" fmla="*/ 2147483647 h 796"/>
                  <a:gd name="T20" fmla="*/ 2147483647 w 422"/>
                  <a:gd name="T21" fmla="*/ 2147483647 h 796"/>
                  <a:gd name="T22" fmla="*/ 2147483647 w 422"/>
                  <a:gd name="T23" fmla="*/ 2147483647 h 796"/>
                  <a:gd name="T24" fmla="*/ 2147483647 w 422"/>
                  <a:gd name="T25" fmla="*/ 2147483647 h 796"/>
                  <a:gd name="T26" fmla="*/ 2147483647 w 422"/>
                  <a:gd name="T27" fmla="*/ 2147483647 h 796"/>
                  <a:gd name="T28" fmla="*/ 2147483647 w 422"/>
                  <a:gd name="T29" fmla="*/ 2147483647 h 796"/>
                  <a:gd name="T30" fmla="*/ 2147483647 w 422"/>
                  <a:gd name="T31" fmla="*/ 2147483647 h 796"/>
                  <a:gd name="T32" fmla="*/ 2147483647 w 422"/>
                  <a:gd name="T33" fmla="*/ 2147483647 h 796"/>
                  <a:gd name="T34" fmla="*/ 2147483647 w 422"/>
                  <a:gd name="T35" fmla="*/ 2147483647 h 796"/>
                  <a:gd name="T36" fmla="*/ 0 w 422"/>
                  <a:gd name="T37" fmla="*/ 2147483647 h 796"/>
                  <a:gd name="T38" fmla="*/ 0 w 422"/>
                  <a:gd name="T39" fmla="*/ 2147483647 h 79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22"/>
                  <a:gd name="T61" fmla="*/ 0 h 796"/>
                  <a:gd name="T62" fmla="*/ 422 w 422"/>
                  <a:gd name="T63" fmla="*/ 796 h 79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22" h="796">
                    <a:moveTo>
                      <a:pt x="0" y="7"/>
                    </a:moveTo>
                    <a:lnTo>
                      <a:pt x="422" y="0"/>
                    </a:lnTo>
                    <a:lnTo>
                      <a:pt x="422" y="745"/>
                    </a:lnTo>
                    <a:lnTo>
                      <a:pt x="406" y="758"/>
                    </a:lnTo>
                    <a:lnTo>
                      <a:pt x="387" y="769"/>
                    </a:lnTo>
                    <a:lnTo>
                      <a:pt x="365" y="779"/>
                    </a:lnTo>
                    <a:lnTo>
                      <a:pt x="341" y="786"/>
                    </a:lnTo>
                    <a:lnTo>
                      <a:pt x="314" y="791"/>
                    </a:lnTo>
                    <a:lnTo>
                      <a:pt x="286" y="795"/>
                    </a:lnTo>
                    <a:lnTo>
                      <a:pt x="256" y="796"/>
                    </a:lnTo>
                    <a:lnTo>
                      <a:pt x="226" y="796"/>
                    </a:lnTo>
                    <a:lnTo>
                      <a:pt x="195" y="792"/>
                    </a:lnTo>
                    <a:lnTo>
                      <a:pt x="165" y="787"/>
                    </a:lnTo>
                    <a:lnTo>
                      <a:pt x="135" y="780"/>
                    </a:lnTo>
                    <a:lnTo>
                      <a:pt x="105" y="770"/>
                    </a:lnTo>
                    <a:lnTo>
                      <a:pt x="76" y="758"/>
                    </a:lnTo>
                    <a:lnTo>
                      <a:pt x="48" y="744"/>
                    </a:lnTo>
                    <a:lnTo>
                      <a:pt x="24" y="727"/>
                    </a:lnTo>
                    <a:lnTo>
                      <a:pt x="0" y="708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D1AF9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9" name="Freeform 167"/>
              <p:cNvSpPr>
                <a:spLocks/>
              </p:cNvSpPr>
              <p:nvPr/>
            </p:nvSpPr>
            <p:spPr bwMode="auto">
              <a:xfrm>
                <a:off x="1530351" y="3297238"/>
                <a:ext cx="166688" cy="319087"/>
              </a:xfrm>
              <a:custGeom>
                <a:avLst/>
                <a:gdLst>
                  <a:gd name="T0" fmla="*/ 0 w 422"/>
                  <a:gd name="T1" fmla="*/ 2147483647 h 802"/>
                  <a:gd name="T2" fmla="*/ 2147483647 w 422"/>
                  <a:gd name="T3" fmla="*/ 0 h 802"/>
                  <a:gd name="T4" fmla="*/ 2147483647 w 422"/>
                  <a:gd name="T5" fmla="*/ 2147483647 h 802"/>
                  <a:gd name="T6" fmla="*/ 2147483647 w 422"/>
                  <a:gd name="T7" fmla="*/ 2147483647 h 802"/>
                  <a:gd name="T8" fmla="*/ 2147483647 w 422"/>
                  <a:gd name="T9" fmla="*/ 2147483647 h 802"/>
                  <a:gd name="T10" fmla="*/ 2147483647 w 422"/>
                  <a:gd name="T11" fmla="*/ 2147483647 h 802"/>
                  <a:gd name="T12" fmla="*/ 2147483647 w 422"/>
                  <a:gd name="T13" fmla="*/ 2147483647 h 802"/>
                  <a:gd name="T14" fmla="*/ 2147483647 w 422"/>
                  <a:gd name="T15" fmla="*/ 2147483647 h 802"/>
                  <a:gd name="T16" fmla="*/ 2147483647 w 422"/>
                  <a:gd name="T17" fmla="*/ 2147483647 h 802"/>
                  <a:gd name="T18" fmla="*/ 2147483647 w 422"/>
                  <a:gd name="T19" fmla="*/ 2147483647 h 802"/>
                  <a:gd name="T20" fmla="*/ 2147483647 w 422"/>
                  <a:gd name="T21" fmla="*/ 2147483647 h 802"/>
                  <a:gd name="T22" fmla="*/ 2147483647 w 422"/>
                  <a:gd name="T23" fmla="*/ 2147483647 h 802"/>
                  <a:gd name="T24" fmla="*/ 2147483647 w 422"/>
                  <a:gd name="T25" fmla="*/ 2147483647 h 802"/>
                  <a:gd name="T26" fmla="*/ 2147483647 w 422"/>
                  <a:gd name="T27" fmla="*/ 2147483647 h 802"/>
                  <a:gd name="T28" fmla="*/ 2147483647 w 422"/>
                  <a:gd name="T29" fmla="*/ 2147483647 h 802"/>
                  <a:gd name="T30" fmla="*/ 2147483647 w 422"/>
                  <a:gd name="T31" fmla="*/ 2147483647 h 802"/>
                  <a:gd name="T32" fmla="*/ 2147483647 w 422"/>
                  <a:gd name="T33" fmla="*/ 2147483647 h 802"/>
                  <a:gd name="T34" fmla="*/ 2147483647 w 422"/>
                  <a:gd name="T35" fmla="*/ 2147483647 h 802"/>
                  <a:gd name="T36" fmla="*/ 0 w 422"/>
                  <a:gd name="T37" fmla="*/ 2147483647 h 802"/>
                  <a:gd name="T38" fmla="*/ 0 w 422"/>
                  <a:gd name="T39" fmla="*/ 2147483647 h 80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22"/>
                  <a:gd name="T61" fmla="*/ 0 h 802"/>
                  <a:gd name="T62" fmla="*/ 422 w 422"/>
                  <a:gd name="T63" fmla="*/ 802 h 802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22" h="802">
                    <a:moveTo>
                      <a:pt x="0" y="8"/>
                    </a:moveTo>
                    <a:lnTo>
                      <a:pt x="422" y="0"/>
                    </a:lnTo>
                    <a:lnTo>
                      <a:pt x="422" y="747"/>
                    </a:lnTo>
                    <a:lnTo>
                      <a:pt x="406" y="759"/>
                    </a:lnTo>
                    <a:lnTo>
                      <a:pt x="387" y="771"/>
                    </a:lnTo>
                    <a:lnTo>
                      <a:pt x="365" y="780"/>
                    </a:lnTo>
                    <a:lnTo>
                      <a:pt x="341" y="788"/>
                    </a:lnTo>
                    <a:lnTo>
                      <a:pt x="314" y="795"/>
                    </a:lnTo>
                    <a:lnTo>
                      <a:pt x="286" y="799"/>
                    </a:lnTo>
                    <a:lnTo>
                      <a:pt x="256" y="801"/>
                    </a:lnTo>
                    <a:lnTo>
                      <a:pt x="226" y="802"/>
                    </a:lnTo>
                    <a:lnTo>
                      <a:pt x="195" y="801"/>
                    </a:lnTo>
                    <a:lnTo>
                      <a:pt x="165" y="798"/>
                    </a:lnTo>
                    <a:lnTo>
                      <a:pt x="135" y="793"/>
                    </a:lnTo>
                    <a:lnTo>
                      <a:pt x="105" y="786"/>
                    </a:lnTo>
                    <a:lnTo>
                      <a:pt x="76" y="778"/>
                    </a:lnTo>
                    <a:lnTo>
                      <a:pt x="48" y="766"/>
                    </a:lnTo>
                    <a:lnTo>
                      <a:pt x="24" y="753"/>
                    </a:lnTo>
                    <a:lnTo>
                      <a:pt x="0" y="738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51442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0" name="Freeform 169"/>
              <p:cNvSpPr>
                <a:spLocks/>
              </p:cNvSpPr>
              <p:nvPr/>
            </p:nvSpPr>
            <p:spPr bwMode="auto">
              <a:xfrm>
                <a:off x="1562101" y="3606800"/>
                <a:ext cx="58738" cy="15875"/>
              </a:xfrm>
              <a:custGeom>
                <a:avLst/>
                <a:gdLst>
                  <a:gd name="T0" fmla="*/ 0 w 150"/>
                  <a:gd name="T1" fmla="*/ 0 h 40"/>
                  <a:gd name="T2" fmla="*/ 2147483647 w 150"/>
                  <a:gd name="T3" fmla="*/ 2147483647 h 40"/>
                  <a:gd name="T4" fmla="*/ 2147483647 w 150"/>
                  <a:gd name="T5" fmla="*/ 2147483647 h 40"/>
                  <a:gd name="T6" fmla="*/ 2147483647 w 150"/>
                  <a:gd name="T7" fmla="*/ 2147483647 h 40"/>
                  <a:gd name="T8" fmla="*/ 2147483647 w 150"/>
                  <a:gd name="T9" fmla="*/ 2147483647 h 40"/>
                  <a:gd name="T10" fmla="*/ 2147483647 w 150"/>
                  <a:gd name="T11" fmla="*/ 2147483647 h 40"/>
                  <a:gd name="T12" fmla="*/ 2147483647 w 150"/>
                  <a:gd name="T13" fmla="*/ 2147483647 h 40"/>
                  <a:gd name="T14" fmla="*/ 2147483647 w 150"/>
                  <a:gd name="T15" fmla="*/ 2147483647 h 40"/>
                  <a:gd name="T16" fmla="*/ 0 w 150"/>
                  <a:gd name="T17" fmla="*/ 0 h 4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50"/>
                  <a:gd name="T28" fmla="*/ 0 h 40"/>
                  <a:gd name="T29" fmla="*/ 150 w 150"/>
                  <a:gd name="T30" fmla="*/ 40 h 4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50" h="40">
                    <a:moveTo>
                      <a:pt x="0" y="0"/>
                    </a:moveTo>
                    <a:lnTo>
                      <a:pt x="49" y="20"/>
                    </a:lnTo>
                    <a:lnTo>
                      <a:pt x="100" y="24"/>
                    </a:lnTo>
                    <a:lnTo>
                      <a:pt x="150" y="32"/>
                    </a:lnTo>
                    <a:lnTo>
                      <a:pt x="143" y="40"/>
                    </a:lnTo>
                    <a:lnTo>
                      <a:pt x="119" y="40"/>
                    </a:lnTo>
                    <a:lnTo>
                      <a:pt x="64" y="29"/>
                    </a:lnTo>
                    <a:lnTo>
                      <a:pt x="14" y="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BC9B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1" name="Freeform 171"/>
              <p:cNvSpPr>
                <a:spLocks/>
              </p:cNvSpPr>
              <p:nvPr/>
            </p:nvSpPr>
            <p:spPr bwMode="auto">
              <a:xfrm>
                <a:off x="1530351" y="3289300"/>
                <a:ext cx="166688" cy="11112"/>
              </a:xfrm>
              <a:custGeom>
                <a:avLst/>
                <a:gdLst>
                  <a:gd name="T0" fmla="*/ 0 w 422"/>
                  <a:gd name="T1" fmla="*/ 2147483647 h 30"/>
                  <a:gd name="T2" fmla="*/ 2147483647 w 422"/>
                  <a:gd name="T3" fmla="*/ 0 h 30"/>
                  <a:gd name="T4" fmla="*/ 2147483647 w 422"/>
                  <a:gd name="T5" fmla="*/ 0 h 30"/>
                  <a:gd name="T6" fmla="*/ 2147483647 w 422"/>
                  <a:gd name="T7" fmla="*/ 2147483647 h 30"/>
                  <a:gd name="T8" fmla="*/ 0 w 422"/>
                  <a:gd name="T9" fmla="*/ 2147483647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2"/>
                  <a:gd name="T16" fmla="*/ 0 h 30"/>
                  <a:gd name="T17" fmla="*/ 422 w 422"/>
                  <a:gd name="T18" fmla="*/ 30 h 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2" h="30">
                    <a:moveTo>
                      <a:pt x="0" y="30"/>
                    </a:moveTo>
                    <a:lnTo>
                      <a:pt x="24" y="0"/>
                    </a:lnTo>
                    <a:lnTo>
                      <a:pt x="422" y="0"/>
                    </a:lnTo>
                    <a:lnTo>
                      <a:pt x="422" y="3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776B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2" name="Freeform 173"/>
              <p:cNvSpPr>
                <a:spLocks/>
              </p:cNvSpPr>
              <p:nvPr/>
            </p:nvSpPr>
            <p:spPr bwMode="auto">
              <a:xfrm>
                <a:off x="1531938" y="3289300"/>
                <a:ext cx="6350" cy="304800"/>
              </a:xfrm>
              <a:custGeom>
                <a:avLst/>
                <a:gdLst>
                  <a:gd name="T0" fmla="*/ 2147483647 w 20"/>
                  <a:gd name="T1" fmla="*/ 0 h 771"/>
                  <a:gd name="T2" fmla="*/ 2147483647 w 20"/>
                  <a:gd name="T3" fmla="*/ 2147483647 h 771"/>
                  <a:gd name="T4" fmla="*/ 2147483647 w 20"/>
                  <a:gd name="T5" fmla="*/ 2147483647 h 771"/>
                  <a:gd name="T6" fmla="*/ 2147483647 w 20"/>
                  <a:gd name="T7" fmla="*/ 2147483647 h 771"/>
                  <a:gd name="T8" fmla="*/ 0 w 20"/>
                  <a:gd name="T9" fmla="*/ 2147483647 h 771"/>
                  <a:gd name="T10" fmla="*/ 2147483647 w 20"/>
                  <a:gd name="T11" fmla="*/ 0 h 77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0"/>
                  <a:gd name="T19" fmla="*/ 0 h 771"/>
                  <a:gd name="T20" fmla="*/ 20 w 20"/>
                  <a:gd name="T21" fmla="*/ 771 h 77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0" h="771">
                    <a:moveTo>
                      <a:pt x="20" y="0"/>
                    </a:moveTo>
                    <a:lnTo>
                      <a:pt x="20" y="65"/>
                    </a:lnTo>
                    <a:lnTo>
                      <a:pt x="20" y="771"/>
                    </a:lnTo>
                    <a:lnTo>
                      <a:pt x="1" y="723"/>
                    </a:lnTo>
                    <a:lnTo>
                      <a:pt x="0" y="28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3" name="Freeform 175"/>
              <p:cNvSpPr>
                <a:spLocks/>
              </p:cNvSpPr>
              <p:nvPr/>
            </p:nvSpPr>
            <p:spPr bwMode="auto">
              <a:xfrm>
                <a:off x="1695451" y="3275013"/>
                <a:ext cx="17463" cy="320675"/>
              </a:xfrm>
              <a:custGeom>
                <a:avLst/>
                <a:gdLst>
                  <a:gd name="T0" fmla="*/ 2147483647 w 42"/>
                  <a:gd name="T1" fmla="*/ 2147483647 h 809"/>
                  <a:gd name="T2" fmla="*/ 2147483647 w 42"/>
                  <a:gd name="T3" fmla="*/ 2147483647 h 809"/>
                  <a:gd name="T4" fmla="*/ 2147483647 w 42"/>
                  <a:gd name="T5" fmla="*/ 0 h 809"/>
                  <a:gd name="T6" fmla="*/ 2147483647 w 42"/>
                  <a:gd name="T7" fmla="*/ 2147483647 h 809"/>
                  <a:gd name="T8" fmla="*/ 2147483647 w 42"/>
                  <a:gd name="T9" fmla="*/ 2147483647 h 809"/>
                  <a:gd name="T10" fmla="*/ 0 w 42"/>
                  <a:gd name="T11" fmla="*/ 2147483647 h 809"/>
                  <a:gd name="T12" fmla="*/ 2147483647 w 42"/>
                  <a:gd name="T13" fmla="*/ 2147483647 h 8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2"/>
                  <a:gd name="T22" fmla="*/ 0 h 809"/>
                  <a:gd name="T23" fmla="*/ 42 w 42"/>
                  <a:gd name="T24" fmla="*/ 809 h 80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2" h="809">
                    <a:moveTo>
                      <a:pt x="2" y="39"/>
                    </a:moveTo>
                    <a:lnTo>
                      <a:pt x="31" y="20"/>
                    </a:lnTo>
                    <a:lnTo>
                      <a:pt x="42" y="0"/>
                    </a:lnTo>
                    <a:lnTo>
                      <a:pt x="42" y="746"/>
                    </a:lnTo>
                    <a:lnTo>
                      <a:pt x="25" y="788"/>
                    </a:lnTo>
                    <a:lnTo>
                      <a:pt x="0" y="809"/>
                    </a:lnTo>
                    <a:lnTo>
                      <a:pt x="2" y="39"/>
                    </a:lnTo>
                    <a:close/>
                  </a:path>
                </a:pathLst>
              </a:custGeom>
              <a:solidFill>
                <a:srgbClr val="776B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4" name="Freeform 177"/>
              <p:cNvSpPr>
                <a:spLocks/>
              </p:cNvSpPr>
              <p:nvPr/>
            </p:nvSpPr>
            <p:spPr bwMode="auto">
              <a:xfrm>
                <a:off x="1541463" y="3638550"/>
                <a:ext cx="26988" cy="28575"/>
              </a:xfrm>
              <a:custGeom>
                <a:avLst/>
                <a:gdLst>
                  <a:gd name="T0" fmla="*/ 2147483647 w 70"/>
                  <a:gd name="T1" fmla="*/ 0 h 71"/>
                  <a:gd name="T2" fmla="*/ 2147483647 w 70"/>
                  <a:gd name="T3" fmla="*/ 2147483647 h 71"/>
                  <a:gd name="T4" fmla="*/ 2147483647 w 70"/>
                  <a:gd name="T5" fmla="*/ 2147483647 h 71"/>
                  <a:gd name="T6" fmla="*/ 2147483647 w 70"/>
                  <a:gd name="T7" fmla="*/ 2147483647 h 71"/>
                  <a:gd name="T8" fmla="*/ 2147483647 w 70"/>
                  <a:gd name="T9" fmla="*/ 2147483647 h 71"/>
                  <a:gd name="T10" fmla="*/ 2147483647 w 70"/>
                  <a:gd name="T11" fmla="*/ 2147483647 h 71"/>
                  <a:gd name="T12" fmla="*/ 2147483647 w 70"/>
                  <a:gd name="T13" fmla="*/ 2147483647 h 71"/>
                  <a:gd name="T14" fmla="*/ 2147483647 w 70"/>
                  <a:gd name="T15" fmla="*/ 2147483647 h 71"/>
                  <a:gd name="T16" fmla="*/ 2147483647 w 70"/>
                  <a:gd name="T17" fmla="*/ 2147483647 h 71"/>
                  <a:gd name="T18" fmla="*/ 2147483647 w 70"/>
                  <a:gd name="T19" fmla="*/ 2147483647 h 71"/>
                  <a:gd name="T20" fmla="*/ 2147483647 w 70"/>
                  <a:gd name="T21" fmla="*/ 2147483647 h 71"/>
                  <a:gd name="T22" fmla="*/ 2147483647 w 70"/>
                  <a:gd name="T23" fmla="*/ 2147483647 h 71"/>
                  <a:gd name="T24" fmla="*/ 2147483647 w 70"/>
                  <a:gd name="T25" fmla="*/ 2147483647 h 71"/>
                  <a:gd name="T26" fmla="*/ 2147483647 w 70"/>
                  <a:gd name="T27" fmla="*/ 2147483647 h 71"/>
                  <a:gd name="T28" fmla="*/ 2147483647 w 70"/>
                  <a:gd name="T29" fmla="*/ 2147483647 h 71"/>
                  <a:gd name="T30" fmla="*/ 2147483647 w 70"/>
                  <a:gd name="T31" fmla="*/ 2147483647 h 71"/>
                  <a:gd name="T32" fmla="*/ 2147483647 w 70"/>
                  <a:gd name="T33" fmla="*/ 2147483647 h 71"/>
                  <a:gd name="T34" fmla="*/ 2147483647 w 70"/>
                  <a:gd name="T35" fmla="*/ 2147483647 h 71"/>
                  <a:gd name="T36" fmla="*/ 2147483647 w 70"/>
                  <a:gd name="T37" fmla="*/ 2147483647 h 71"/>
                  <a:gd name="T38" fmla="*/ 2147483647 w 70"/>
                  <a:gd name="T39" fmla="*/ 2147483647 h 71"/>
                  <a:gd name="T40" fmla="*/ 2147483647 w 70"/>
                  <a:gd name="T41" fmla="*/ 2147483647 h 71"/>
                  <a:gd name="T42" fmla="*/ 2147483647 w 70"/>
                  <a:gd name="T43" fmla="*/ 2147483647 h 71"/>
                  <a:gd name="T44" fmla="*/ 2147483647 w 70"/>
                  <a:gd name="T45" fmla="*/ 2147483647 h 71"/>
                  <a:gd name="T46" fmla="*/ 2147483647 w 70"/>
                  <a:gd name="T47" fmla="*/ 2147483647 h 71"/>
                  <a:gd name="T48" fmla="*/ 0 w 70"/>
                  <a:gd name="T49" fmla="*/ 2147483647 h 71"/>
                  <a:gd name="T50" fmla="*/ 2147483647 w 70"/>
                  <a:gd name="T51" fmla="*/ 2147483647 h 71"/>
                  <a:gd name="T52" fmla="*/ 2147483647 w 70"/>
                  <a:gd name="T53" fmla="*/ 2147483647 h 71"/>
                  <a:gd name="T54" fmla="*/ 2147483647 w 70"/>
                  <a:gd name="T55" fmla="*/ 2147483647 h 71"/>
                  <a:gd name="T56" fmla="*/ 2147483647 w 70"/>
                  <a:gd name="T57" fmla="*/ 2147483647 h 71"/>
                  <a:gd name="T58" fmla="*/ 2147483647 w 70"/>
                  <a:gd name="T59" fmla="*/ 2147483647 h 71"/>
                  <a:gd name="T60" fmla="*/ 2147483647 w 70"/>
                  <a:gd name="T61" fmla="*/ 2147483647 h 71"/>
                  <a:gd name="T62" fmla="*/ 2147483647 w 70"/>
                  <a:gd name="T63" fmla="*/ 2147483647 h 71"/>
                  <a:gd name="T64" fmla="*/ 2147483647 w 70"/>
                  <a:gd name="T65" fmla="*/ 0 h 7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70"/>
                  <a:gd name="T100" fmla="*/ 0 h 71"/>
                  <a:gd name="T101" fmla="*/ 70 w 70"/>
                  <a:gd name="T102" fmla="*/ 71 h 7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70" h="71">
                    <a:moveTo>
                      <a:pt x="35" y="0"/>
                    </a:moveTo>
                    <a:lnTo>
                      <a:pt x="43" y="1"/>
                    </a:lnTo>
                    <a:lnTo>
                      <a:pt x="49" y="3"/>
                    </a:lnTo>
                    <a:lnTo>
                      <a:pt x="55" y="6"/>
                    </a:lnTo>
                    <a:lnTo>
                      <a:pt x="61" y="11"/>
                    </a:lnTo>
                    <a:lnTo>
                      <a:pt x="65" y="16"/>
                    </a:lnTo>
                    <a:lnTo>
                      <a:pt x="68" y="22"/>
                    </a:lnTo>
                    <a:lnTo>
                      <a:pt x="69" y="29"/>
                    </a:lnTo>
                    <a:lnTo>
                      <a:pt x="70" y="36"/>
                    </a:lnTo>
                    <a:lnTo>
                      <a:pt x="69" y="44"/>
                    </a:lnTo>
                    <a:lnTo>
                      <a:pt x="68" y="50"/>
                    </a:lnTo>
                    <a:lnTo>
                      <a:pt x="65" y="55"/>
                    </a:lnTo>
                    <a:lnTo>
                      <a:pt x="61" y="61"/>
                    </a:lnTo>
                    <a:lnTo>
                      <a:pt x="55" y="65"/>
                    </a:lnTo>
                    <a:lnTo>
                      <a:pt x="49" y="68"/>
                    </a:lnTo>
                    <a:lnTo>
                      <a:pt x="43" y="70"/>
                    </a:lnTo>
                    <a:lnTo>
                      <a:pt x="35" y="71"/>
                    </a:lnTo>
                    <a:lnTo>
                      <a:pt x="28" y="70"/>
                    </a:lnTo>
                    <a:lnTo>
                      <a:pt x="21" y="68"/>
                    </a:lnTo>
                    <a:lnTo>
                      <a:pt x="16" y="65"/>
                    </a:lnTo>
                    <a:lnTo>
                      <a:pt x="11" y="61"/>
                    </a:lnTo>
                    <a:lnTo>
                      <a:pt x="6" y="55"/>
                    </a:lnTo>
                    <a:lnTo>
                      <a:pt x="3" y="50"/>
                    </a:lnTo>
                    <a:lnTo>
                      <a:pt x="1" y="44"/>
                    </a:lnTo>
                    <a:lnTo>
                      <a:pt x="0" y="36"/>
                    </a:lnTo>
                    <a:lnTo>
                      <a:pt x="1" y="29"/>
                    </a:lnTo>
                    <a:lnTo>
                      <a:pt x="3" y="22"/>
                    </a:lnTo>
                    <a:lnTo>
                      <a:pt x="6" y="16"/>
                    </a:lnTo>
                    <a:lnTo>
                      <a:pt x="11" y="11"/>
                    </a:lnTo>
                    <a:lnTo>
                      <a:pt x="16" y="6"/>
                    </a:lnTo>
                    <a:lnTo>
                      <a:pt x="21" y="3"/>
                    </a:lnTo>
                    <a:lnTo>
                      <a:pt x="28" y="1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5" name="Freeform 179"/>
              <p:cNvSpPr>
                <a:spLocks/>
              </p:cNvSpPr>
              <p:nvPr/>
            </p:nvSpPr>
            <p:spPr bwMode="auto">
              <a:xfrm>
                <a:off x="1582738" y="3638550"/>
                <a:ext cx="28575" cy="28575"/>
              </a:xfrm>
              <a:custGeom>
                <a:avLst/>
                <a:gdLst>
                  <a:gd name="T0" fmla="*/ 2147483647 w 70"/>
                  <a:gd name="T1" fmla="*/ 0 h 71"/>
                  <a:gd name="T2" fmla="*/ 2147483647 w 70"/>
                  <a:gd name="T3" fmla="*/ 2147483647 h 71"/>
                  <a:gd name="T4" fmla="*/ 2147483647 w 70"/>
                  <a:gd name="T5" fmla="*/ 2147483647 h 71"/>
                  <a:gd name="T6" fmla="*/ 2147483647 w 70"/>
                  <a:gd name="T7" fmla="*/ 2147483647 h 71"/>
                  <a:gd name="T8" fmla="*/ 2147483647 w 70"/>
                  <a:gd name="T9" fmla="*/ 2147483647 h 71"/>
                  <a:gd name="T10" fmla="*/ 2147483647 w 70"/>
                  <a:gd name="T11" fmla="*/ 2147483647 h 71"/>
                  <a:gd name="T12" fmla="*/ 2147483647 w 70"/>
                  <a:gd name="T13" fmla="*/ 2147483647 h 71"/>
                  <a:gd name="T14" fmla="*/ 2147483647 w 70"/>
                  <a:gd name="T15" fmla="*/ 2147483647 h 71"/>
                  <a:gd name="T16" fmla="*/ 2147483647 w 70"/>
                  <a:gd name="T17" fmla="*/ 2147483647 h 71"/>
                  <a:gd name="T18" fmla="*/ 2147483647 w 70"/>
                  <a:gd name="T19" fmla="*/ 2147483647 h 71"/>
                  <a:gd name="T20" fmla="*/ 2147483647 w 70"/>
                  <a:gd name="T21" fmla="*/ 2147483647 h 71"/>
                  <a:gd name="T22" fmla="*/ 2147483647 w 70"/>
                  <a:gd name="T23" fmla="*/ 2147483647 h 71"/>
                  <a:gd name="T24" fmla="*/ 2147483647 w 70"/>
                  <a:gd name="T25" fmla="*/ 2147483647 h 71"/>
                  <a:gd name="T26" fmla="*/ 2147483647 w 70"/>
                  <a:gd name="T27" fmla="*/ 2147483647 h 71"/>
                  <a:gd name="T28" fmla="*/ 2147483647 w 70"/>
                  <a:gd name="T29" fmla="*/ 2147483647 h 71"/>
                  <a:gd name="T30" fmla="*/ 2147483647 w 70"/>
                  <a:gd name="T31" fmla="*/ 2147483647 h 71"/>
                  <a:gd name="T32" fmla="*/ 2147483647 w 70"/>
                  <a:gd name="T33" fmla="*/ 2147483647 h 71"/>
                  <a:gd name="T34" fmla="*/ 2147483647 w 70"/>
                  <a:gd name="T35" fmla="*/ 2147483647 h 71"/>
                  <a:gd name="T36" fmla="*/ 2147483647 w 70"/>
                  <a:gd name="T37" fmla="*/ 2147483647 h 71"/>
                  <a:gd name="T38" fmla="*/ 2147483647 w 70"/>
                  <a:gd name="T39" fmla="*/ 2147483647 h 71"/>
                  <a:gd name="T40" fmla="*/ 2147483647 w 70"/>
                  <a:gd name="T41" fmla="*/ 2147483647 h 71"/>
                  <a:gd name="T42" fmla="*/ 2147483647 w 70"/>
                  <a:gd name="T43" fmla="*/ 2147483647 h 71"/>
                  <a:gd name="T44" fmla="*/ 2147483647 w 70"/>
                  <a:gd name="T45" fmla="*/ 2147483647 h 71"/>
                  <a:gd name="T46" fmla="*/ 2147483647 w 70"/>
                  <a:gd name="T47" fmla="*/ 2147483647 h 71"/>
                  <a:gd name="T48" fmla="*/ 0 w 70"/>
                  <a:gd name="T49" fmla="*/ 2147483647 h 71"/>
                  <a:gd name="T50" fmla="*/ 2147483647 w 70"/>
                  <a:gd name="T51" fmla="*/ 2147483647 h 71"/>
                  <a:gd name="T52" fmla="*/ 2147483647 w 70"/>
                  <a:gd name="T53" fmla="*/ 2147483647 h 71"/>
                  <a:gd name="T54" fmla="*/ 2147483647 w 70"/>
                  <a:gd name="T55" fmla="*/ 2147483647 h 71"/>
                  <a:gd name="T56" fmla="*/ 2147483647 w 70"/>
                  <a:gd name="T57" fmla="*/ 2147483647 h 71"/>
                  <a:gd name="T58" fmla="*/ 2147483647 w 70"/>
                  <a:gd name="T59" fmla="*/ 2147483647 h 71"/>
                  <a:gd name="T60" fmla="*/ 2147483647 w 70"/>
                  <a:gd name="T61" fmla="*/ 2147483647 h 71"/>
                  <a:gd name="T62" fmla="*/ 2147483647 w 70"/>
                  <a:gd name="T63" fmla="*/ 2147483647 h 71"/>
                  <a:gd name="T64" fmla="*/ 2147483647 w 70"/>
                  <a:gd name="T65" fmla="*/ 0 h 7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70"/>
                  <a:gd name="T100" fmla="*/ 0 h 71"/>
                  <a:gd name="T101" fmla="*/ 70 w 70"/>
                  <a:gd name="T102" fmla="*/ 71 h 7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70" h="71">
                    <a:moveTo>
                      <a:pt x="35" y="0"/>
                    </a:moveTo>
                    <a:lnTo>
                      <a:pt x="42" y="1"/>
                    </a:lnTo>
                    <a:lnTo>
                      <a:pt x="50" y="3"/>
                    </a:lnTo>
                    <a:lnTo>
                      <a:pt x="55" y="6"/>
                    </a:lnTo>
                    <a:lnTo>
                      <a:pt x="60" y="11"/>
                    </a:lnTo>
                    <a:lnTo>
                      <a:pt x="65" y="16"/>
                    </a:lnTo>
                    <a:lnTo>
                      <a:pt x="68" y="22"/>
                    </a:lnTo>
                    <a:lnTo>
                      <a:pt x="69" y="29"/>
                    </a:lnTo>
                    <a:lnTo>
                      <a:pt x="70" y="36"/>
                    </a:lnTo>
                    <a:lnTo>
                      <a:pt x="69" y="44"/>
                    </a:lnTo>
                    <a:lnTo>
                      <a:pt x="68" y="50"/>
                    </a:lnTo>
                    <a:lnTo>
                      <a:pt x="65" y="55"/>
                    </a:lnTo>
                    <a:lnTo>
                      <a:pt x="60" y="61"/>
                    </a:lnTo>
                    <a:lnTo>
                      <a:pt x="55" y="65"/>
                    </a:lnTo>
                    <a:lnTo>
                      <a:pt x="50" y="68"/>
                    </a:lnTo>
                    <a:lnTo>
                      <a:pt x="42" y="70"/>
                    </a:lnTo>
                    <a:lnTo>
                      <a:pt x="35" y="71"/>
                    </a:lnTo>
                    <a:lnTo>
                      <a:pt x="27" y="70"/>
                    </a:lnTo>
                    <a:lnTo>
                      <a:pt x="21" y="68"/>
                    </a:lnTo>
                    <a:lnTo>
                      <a:pt x="16" y="65"/>
                    </a:lnTo>
                    <a:lnTo>
                      <a:pt x="10" y="61"/>
                    </a:lnTo>
                    <a:lnTo>
                      <a:pt x="6" y="55"/>
                    </a:lnTo>
                    <a:lnTo>
                      <a:pt x="3" y="50"/>
                    </a:lnTo>
                    <a:lnTo>
                      <a:pt x="1" y="44"/>
                    </a:lnTo>
                    <a:lnTo>
                      <a:pt x="0" y="36"/>
                    </a:lnTo>
                    <a:lnTo>
                      <a:pt x="1" y="29"/>
                    </a:lnTo>
                    <a:lnTo>
                      <a:pt x="3" y="22"/>
                    </a:lnTo>
                    <a:lnTo>
                      <a:pt x="6" y="16"/>
                    </a:lnTo>
                    <a:lnTo>
                      <a:pt x="10" y="11"/>
                    </a:lnTo>
                    <a:lnTo>
                      <a:pt x="16" y="6"/>
                    </a:lnTo>
                    <a:lnTo>
                      <a:pt x="21" y="3"/>
                    </a:lnTo>
                    <a:lnTo>
                      <a:pt x="27" y="1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6" name="Freeform 181"/>
              <p:cNvSpPr>
                <a:spLocks/>
              </p:cNvSpPr>
              <p:nvPr/>
            </p:nvSpPr>
            <p:spPr bwMode="auto">
              <a:xfrm>
                <a:off x="1543051" y="3641725"/>
                <a:ext cx="23813" cy="22225"/>
              </a:xfrm>
              <a:custGeom>
                <a:avLst/>
                <a:gdLst>
                  <a:gd name="T0" fmla="*/ 2147483647 w 59"/>
                  <a:gd name="T1" fmla="*/ 0 h 59"/>
                  <a:gd name="T2" fmla="*/ 2147483647 w 59"/>
                  <a:gd name="T3" fmla="*/ 2147483647 h 59"/>
                  <a:gd name="T4" fmla="*/ 2147483647 w 59"/>
                  <a:gd name="T5" fmla="*/ 2147483647 h 59"/>
                  <a:gd name="T6" fmla="*/ 2147483647 w 59"/>
                  <a:gd name="T7" fmla="*/ 2147483647 h 59"/>
                  <a:gd name="T8" fmla="*/ 2147483647 w 59"/>
                  <a:gd name="T9" fmla="*/ 2147483647 h 59"/>
                  <a:gd name="T10" fmla="*/ 2147483647 w 59"/>
                  <a:gd name="T11" fmla="*/ 2147483647 h 59"/>
                  <a:gd name="T12" fmla="*/ 2147483647 w 59"/>
                  <a:gd name="T13" fmla="*/ 2147483647 h 59"/>
                  <a:gd name="T14" fmla="*/ 2147483647 w 59"/>
                  <a:gd name="T15" fmla="*/ 2147483647 h 59"/>
                  <a:gd name="T16" fmla="*/ 2147483647 w 59"/>
                  <a:gd name="T17" fmla="*/ 2147483647 h 59"/>
                  <a:gd name="T18" fmla="*/ 2147483647 w 59"/>
                  <a:gd name="T19" fmla="*/ 2147483647 h 59"/>
                  <a:gd name="T20" fmla="*/ 2147483647 w 59"/>
                  <a:gd name="T21" fmla="*/ 2147483647 h 59"/>
                  <a:gd name="T22" fmla="*/ 2147483647 w 59"/>
                  <a:gd name="T23" fmla="*/ 2147483647 h 59"/>
                  <a:gd name="T24" fmla="*/ 0 w 59"/>
                  <a:gd name="T25" fmla="*/ 2147483647 h 59"/>
                  <a:gd name="T26" fmla="*/ 2147483647 w 59"/>
                  <a:gd name="T27" fmla="*/ 2147483647 h 59"/>
                  <a:gd name="T28" fmla="*/ 2147483647 w 59"/>
                  <a:gd name="T29" fmla="*/ 2147483647 h 59"/>
                  <a:gd name="T30" fmla="*/ 2147483647 w 59"/>
                  <a:gd name="T31" fmla="*/ 2147483647 h 59"/>
                  <a:gd name="T32" fmla="*/ 2147483647 w 59"/>
                  <a:gd name="T33" fmla="*/ 0 h 5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9"/>
                  <a:gd name="T52" fmla="*/ 0 h 59"/>
                  <a:gd name="T53" fmla="*/ 59 w 59"/>
                  <a:gd name="T54" fmla="*/ 59 h 5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9" h="59">
                    <a:moveTo>
                      <a:pt x="30" y="0"/>
                    </a:moveTo>
                    <a:lnTo>
                      <a:pt x="42" y="2"/>
                    </a:lnTo>
                    <a:lnTo>
                      <a:pt x="50" y="9"/>
                    </a:lnTo>
                    <a:lnTo>
                      <a:pt x="57" y="18"/>
                    </a:lnTo>
                    <a:lnTo>
                      <a:pt x="59" y="30"/>
                    </a:lnTo>
                    <a:lnTo>
                      <a:pt x="57" y="42"/>
                    </a:lnTo>
                    <a:lnTo>
                      <a:pt x="50" y="50"/>
                    </a:lnTo>
                    <a:lnTo>
                      <a:pt x="42" y="57"/>
                    </a:lnTo>
                    <a:lnTo>
                      <a:pt x="30" y="59"/>
                    </a:lnTo>
                    <a:lnTo>
                      <a:pt x="18" y="57"/>
                    </a:lnTo>
                    <a:lnTo>
                      <a:pt x="9" y="50"/>
                    </a:lnTo>
                    <a:lnTo>
                      <a:pt x="2" y="42"/>
                    </a:lnTo>
                    <a:lnTo>
                      <a:pt x="0" y="30"/>
                    </a:lnTo>
                    <a:lnTo>
                      <a:pt x="2" y="18"/>
                    </a:lnTo>
                    <a:lnTo>
                      <a:pt x="9" y="9"/>
                    </a:lnTo>
                    <a:lnTo>
                      <a:pt x="18" y="2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473A2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7" name="Freeform 183"/>
              <p:cNvSpPr>
                <a:spLocks/>
              </p:cNvSpPr>
              <p:nvPr/>
            </p:nvSpPr>
            <p:spPr bwMode="auto">
              <a:xfrm>
                <a:off x="1584326" y="3641725"/>
                <a:ext cx="23813" cy="22225"/>
              </a:xfrm>
              <a:custGeom>
                <a:avLst/>
                <a:gdLst>
                  <a:gd name="T0" fmla="*/ 2147483647 w 59"/>
                  <a:gd name="T1" fmla="*/ 0 h 59"/>
                  <a:gd name="T2" fmla="*/ 2147483647 w 59"/>
                  <a:gd name="T3" fmla="*/ 2147483647 h 59"/>
                  <a:gd name="T4" fmla="*/ 2147483647 w 59"/>
                  <a:gd name="T5" fmla="*/ 2147483647 h 59"/>
                  <a:gd name="T6" fmla="*/ 2147483647 w 59"/>
                  <a:gd name="T7" fmla="*/ 2147483647 h 59"/>
                  <a:gd name="T8" fmla="*/ 2147483647 w 59"/>
                  <a:gd name="T9" fmla="*/ 2147483647 h 59"/>
                  <a:gd name="T10" fmla="*/ 2147483647 w 59"/>
                  <a:gd name="T11" fmla="*/ 2147483647 h 59"/>
                  <a:gd name="T12" fmla="*/ 2147483647 w 59"/>
                  <a:gd name="T13" fmla="*/ 2147483647 h 59"/>
                  <a:gd name="T14" fmla="*/ 2147483647 w 59"/>
                  <a:gd name="T15" fmla="*/ 2147483647 h 59"/>
                  <a:gd name="T16" fmla="*/ 2147483647 w 59"/>
                  <a:gd name="T17" fmla="*/ 2147483647 h 59"/>
                  <a:gd name="T18" fmla="*/ 2147483647 w 59"/>
                  <a:gd name="T19" fmla="*/ 2147483647 h 59"/>
                  <a:gd name="T20" fmla="*/ 2147483647 w 59"/>
                  <a:gd name="T21" fmla="*/ 2147483647 h 59"/>
                  <a:gd name="T22" fmla="*/ 2147483647 w 59"/>
                  <a:gd name="T23" fmla="*/ 2147483647 h 59"/>
                  <a:gd name="T24" fmla="*/ 0 w 59"/>
                  <a:gd name="T25" fmla="*/ 2147483647 h 59"/>
                  <a:gd name="T26" fmla="*/ 2147483647 w 59"/>
                  <a:gd name="T27" fmla="*/ 2147483647 h 59"/>
                  <a:gd name="T28" fmla="*/ 2147483647 w 59"/>
                  <a:gd name="T29" fmla="*/ 2147483647 h 59"/>
                  <a:gd name="T30" fmla="*/ 2147483647 w 59"/>
                  <a:gd name="T31" fmla="*/ 2147483647 h 59"/>
                  <a:gd name="T32" fmla="*/ 2147483647 w 59"/>
                  <a:gd name="T33" fmla="*/ 0 h 5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9"/>
                  <a:gd name="T52" fmla="*/ 0 h 59"/>
                  <a:gd name="T53" fmla="*/ 59 w 59"/>
                  <a:gd name="T54" fmla="*/ 59 h 5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9" h="59">
                    <a:moveTo>
                      <a:pt x="30" y="0"/>
                    </a:moveTo>
                    <a:lnTo>
                      <a:pt x="42" y="2"/>
                    </a:lnTo>
                    <a:lnTo>
                      <a:pt x="50" y="9"/>
                    </a:lnTo>
                    <a:lnTo>
                      <a:pt x="57" y="18"/>
                    </a:lnTo>
                    <a:lnTo>
                      <a:pt x="59" y="30"/>
                    </a:lnTo>
                    <a:lnTo>
                      <a:pt x="57" y="42"/>
                    </a:lnTo>
                    <a:lnTo>
                      <a:pt x="50" y="50"/>
                    </a:lnTo>
                    <a:lnTo>
                      <a:pt x="42" y="57"/>
                    </a:lnTo>
                    <a:lnTo>
                      <a:pt x="30" y="59"/>
                    </a:lnTo>
                    <a:lnTo>
                      <a:pt x="18" y="57"/>
                    </a:lnTo>
                    <a:lnTo>
                      <a:pt x="8" y="50"/>
                    </a:lnTo>
                    <a:lnTo>
                      <a:pt x="2" y="42"/>
                    </a:lnTo>
                    <a:lnTo>
                      <a:pt x="0" y="30"/>
                    </a:lnTo>
                    <a:lnTo>
                      <a:pt x="2" y="18"/>
                    </a:lnTo>
                    <a:lnTo>
                      <a:pt x="8" y="9"/>
                    </a:lnTo>
                    <a:lnTo>
                      <a:pt x="18" y="2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473A2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8" name="Freeform 185"/>
              <p:cNvSpPr>
                <a:spLocks/>
              </p:cNvSpPr>
              <p:nvPr/>
            </p:nvSpPr>
            <p:spPr bwMode="auto">
              <a:xfrm>
                <a:off x="1546226" y="3643313"/>
                <a:ext cx="20638" cy="19050"/>
              </a:xfrm>
              <a:custGeom>
                <a:avLst/>
                <a:gdLst>
                  <a:gd name="T0" fmla="*/ 2147483647 w 50"/>
                  <a:gd name="T1" fmla="*/ 0 h 52"/>
                  <a:gd name="T2" fmla="*/ 2147483647 w 50"/>
                  <a:gd name="T3" fmla="*/ 2147483647 h 52"/>
                  <a:gd name="T4" fmla="*/ 2147483647 w 50"/>
                  <a:gd name="T5" fmla="*/ 2147483647 h 52"/>
                  <a:gd name="T6" fmla="*/ 2147483647 w 50"/>
                  <a:gd name="T7" fmla="*/ 2147483647 h 52"/>
                  <a:gd name="T8" fmla="*/ 2147483647 w 50"/>
                  <a:gd name="T9" fmla="*/ 2147483647 h 52"/>
                  <a:gd name="T10" fmla="*/ 2147483647 w 50"/>
                  <a:gd name="T11" fmla="*/ 2147483647 h 52"/>
                  <a:gd name="T12" fmla="*/ 2147483647 w 50"/>
                  <a:gd name="T13" fmla="*/ 2147483647 h 52"/>
                  <a:gd name="T14" fmla="*/ 2147483647 w 50"/>
                  <a:gd name="T15" fmla="*/ 2147483647 h 52"/>
                  <a:gd name="T16" fmla="*/ 2147483647 w 50"/>
                  <a:gd name="T17" fmla="*/ 2147483647 h 52"/>
                  <a:gd name="T18" fmla="*/ 2147483647 w 50"/>
                  <a:gd name="T19" fmla="*/ 2147483647 h 52"/>
                  <a:gd name="T20" fmla="*/ 2147483647 w 50"/>
                  <a:gd name="T21" fmla="*/ 2147483647 h 52"/>
                  <a:gd name="T22" fmla="*/ 2147483647 w 50"/>
                  <a:gd name="T23" fmla="*/ 2147483647 h 52"/>
                  <a:gd name="T24" fmla="*/ 0 w 50"/>
                  <a:gd name="T25" fmla="*/ 2147483647 h 52"/>
                  <a:gd name="T26" fmla="*/ 2147483647 w 50"/>
                  <a:gd name="T27" fmla="*/ 2147483647 h 52"/>
                  <a:gd name="T28" fmla="*/ 2147483647 w 50"/>
                  <a:gd name="T29" fmla="*/ 2147483647 h 52"/>
                  <a:gd name="T30" fmla="*/ 2147483647 w 50"/>
                  <a:gd name="T31" fmla="*/ 2147483647 h 52"/>
                  <a:gd name="T32" fmla="*/ 2147483647 w 50"/>
                  <a:gd name="T33" fmla="*/ 0 h 5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0"/>
                  <a:gd name="T52" fmla="*/ 0 h 52"/>
                  <a:gd name="T53" fmla="*/ 50 w 50"/>
                  <a:gd name="T54" fmla="*/ 52 h 52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0" h="52">
                    <a:moveTo>
                      <a:pt x="24" y="0"/>
                    </a:moveTo>
                    <a:lnTo>
                      <a:pt x="34" y="3"/>
                    </a:lnTo>
                    <a:lnTo>
                      <a:pt x="43" y="8"/>
                    </a:lnTo>
                    <a:lnTo>
                      <a:pt x="48" y="16"/>
                    </a:lnTo>
                    <a:lnTo>
                      <a:pt x="50" y="26"/>
                    </a:lnTo>
                    <a:lnTo>
                      <a:pt x="48" y="36"/>
                    </a:lnTo>
                    <a:lnTo>
                      <a:pt x="43" y="44"/>
                    </a:lnTo>
                    <a:lnTo>
                      <a:pt x="34" y="50"/>
                    </a:lnTo>
                    <a:lnTo>
                      <a:pt x="24" y="52"/>
                    </a:lnTo>
                    <a:lnTo>
                      <a:pt x="15" y="50"/>
                    </a:lnTo>
                    <a:lnTo>
                      <a:pt x="7" y="44"/>
                    </a:lnTo>
                    <a:lnTo>
                      <a:pt x="2" y="36"/>
                    </a:lnTo>
                    <a:lnTo>
                      <a:pt x="0" y="26"/>
                    </a:lnTo>
                    <a:lnTo>
                      <a:pt x="2" y="16"/>
                    </a:lnTo>
                    <a:lnTo>
                      <a:pt x="7" y="8"/>
                    </a:lnTo>
                    <a:lnTo>
                      <a:pt x="15" y="3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776B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9" name="Freeform 187"/>
              <p:cNvSpPr>
                <a:spLocks/>
              </p:cNvSpPr>
              <p:nvPr/>
            </p:nvSpPr>
            <p:spPr bwMode="auto">
              <a:xfrm>
                <a:off x="1589088" y="3643313"/>
                <a:ext cx="19050" cy="19050"/>
              </a:xfrm>
              <a:custGeom>
                <a:avLst/>
                <a:gdLst>
                  <a:gd name="T0" fmla="*/ 2147483647 w 51"/>
                  <a:gd name="T1" fmla="*/ 0 h 52"/>
                  <a:gd name="T2" fmla="*/ 2147483647 w 51"/>
                  <a:gd name="T3" fmla="*/ 2147483647 h 52"/>
                  <a:gd name="T4" fmla="*/ 2147483647 w 51"/>
                  <a:gd name="T5" fmla="*/ 2147483647 h 52"/>
                  <a:gd name="T6" fmla="*/ 2147483647 w 51"/>
                  <a:gd name="T7" fmla="*/ 2147483647 h 52"/>
                  <a:gd name="T8" fmla="*/ 2147483647 w 51"/>
                  <a:gd name="T9" fmla="*/ 2147483647 h 52"/>
                  <a:gd name="T10" fmla="*/ 2147483647 w 51"/>
                  <a:gd name="T11" fmla="*/ 2147483647 h 52"/>
                  <a:gd name="T12" fmla="*/ 2147483647 w 51"/>
                  <a:gd name="T13" fmla="*/ 2147483647 h 52"/>
                  <a:gd name="T14" fmla="*/ 2147483647 w 51"/>
                  <a:gd name="T15" fmla="*/ 2147483647 h 52"/>
                  <a:gd name="T16" fmla="*/ 2147483647 w 51"/>
                  <a:gd name="T17" fmla="*/ 2147483647 h 52"/>
                  <a:gd name="T18" fmla="*/ 2147483647 w 51"/>
                  <a:gd name="T19" fmla="*/ 2147483647 h 52"/>
                  <a:gd name="T20" fmla="*/ 2147483647 w 51"/>
                  <a:gd name="T21" fmla="*/ 2147483647 h 52"/>
                  <a:gd name="T22" fmla="*/ 2147483647 w 51"/>
                  <a:gd name="T23" fmla="*/ 2147483647 h 52"/>
                  <a:gd name="T24" fmla="*/ 0 w 51"/>
                  <a:gd name="T25" fmla="*/ 2147483647 h 52"/>
                  <a:gd name="T26" fmla="*/ 2147483647 w 51"/>
                  <a:gd name="T27" fmla="*/ 2147483647 h 52"/>
                  <a:gd name="T28" fmla="*/ 2147483647 w 51"/>
                  <a:gd name="T29" fmla="*/ 2147483647 h 52"/>
                  <a:gd name="T30" fmla="*/ 2147483647 w 51"/>
                  <a:gd name="T31" fmla="*/ 2147483647 h 52"/>
                  <a:gd name="T32" fmla="*/ 2147483647 w 51"/>
                  <a:gd name="T33" fmla="*/ 0 h 5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1"/>
                  <a:gd name="T52" fmla="*/ 0 h 52"/>
                  <a:gd name="T53" fmla="*/ 51 w 51"/>
                  <a:gd name="T54" fmla="*/ 52 h 52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1" h="52">
                    <a:moveTo>
                      <a:pt x="25" y="0"/>
                    </a:moveTo>
                    <a:lnTo>
                      <a:pt x="35" y="3"/>
                    </a:lnTo>
                    <a:lnTo>
                      <a:pt x="43" y="8"/>
                    </a:lnTo>
                    <a:lnTo>
                      <a:pt x="49" y="16"/>
                    </a:lnTo>
                    <a:lnTo>
                      <a:pt x="51" y="26"/>
                    </a:lnTo>
                    <a:lnTo>
                      <a:pt x="49" y="36"/>
                    </a:lnTo>
                    <a:lnTo>
                      <a:pt x="43" y="44"/>
                    </a:lnTo>
                    <a:lnTo>
                      <a:pt x="35" y="50"/>
                    </a:lnTo>
                    <a:lnTo>
                      <a:pt x="25" y="52"/>
                    </a:lnTo>
                    <a:lnTo>
                      <a:pt x="15" y="50"/>
                    </a:lnTo>
                    <a:lnTo>
                      <a:pt x="8" y="44"/>
                    </a:lnTo>
                    <a:lnTo>
                      <a:pt x="3" y="36"/>
                    </a:lnTo>
                    <a:lnTo>
                      <a:pt x="0" y="26"/>
                    </a:lnTo>
                    <a:lnTo>
                      <a:pt x="3" y="16"/>
                    </a:lnTo>
                    <a:lnTo>
                      <a:pt x="8" y="8"/>
                    </a:lnTo>
                    <a:lnTo>
                      <a:pt x="15" y="3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776B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0" name="Freeform 189"/>
              <p:cNvSpPr>
                <a:spLocks/>
              </p:cNvSpPr>
              <p:nvPr/>
            </p:nvSpPr>
            <p:spPr bwMode="auto">
              <a:xfrm>
                <a:off x="1552576" y="3646488"/>
                <a:ext cx="14288" cy="14287"/>
              </a:xfrm>
              <a:custGeom>
                <a:avLst/>
                <a:gdLst>
                  <a:gd name="T0" fmla="*/ 2147483647 w 35"/>
                  <a:gd name="T1" fmla="*/ 0 h 35"/>
                  <a:gd name="T2" fmla="*/ 2147483647 w 35"/>
                  <a:gd name="T3" fmla="*/ 2147483647 h 35"/>
                  <a:gd name="T4" fmla="*/ 2147483647 w 35"/>
                  <a:gd name="T5" fmla="*/ 2147483647 h 35"/>
                  <a:gd name="T6" fmla="*/ 2147483647 w 35"/>
                  <a:gd name="T7" fmla="*/ 2147483647 h 35"/>
                  <a:gd name="T8" fmla="*/ 2147483647 w 35"/>
                  <a:gd name="T9" fmla="*/ 2147483647 h 35"/>
                  <a:gd name="T10" fmla="*/ 2147483647 w 35"/>
                  <a:gd name="T11" fmla="*/ 2147483647 h 35"/>
                  <a:gd name="T12" fmla="*/ 2147483647 w 35"/>
                  <a:gd name="T13" fmla="*/ 2147483647 h 35"/>
                  <a:gd name="T14" fmla="*/ 2147483647 w 35"/>
                  <a:gd name="T15" fmla="*/ 2147483647 h 35"/>
                  <a:gd name="T16" fmla="*/ 2147483647 w 35"/>
                  <a:gd name="T17" fmla="*/ 2147483647 h 35"/>
                  <a:gd name="T18" fmla="*/ 2147483647 w 35"/>
                  <a:gd name="T19" fmla="*/ 2147483647 h 35"/>
                  <a:gd name="T20" fmla="*/ 2147483647 w 35"/>
                  <a:gd name="T21" fmla="*/ 2147483647 h 35"/>
                  <a:gd name="T22" fmla="*/ 2147483647 w 35"/>
                  <a:gd name="T23" fmla="*/ 2147483647 h 35"/>
                  <a:gd name="T24" fmla="*/ 0 w 35"/>
                  <a:gd name="T25" fmla="*/ 2147483647 h 35"/>
                  <a:gd name="T26" fmla="*/ 2147483647 w 35"/>
                  <a:gd name="T27" fmla="*/ 2147483647 h 35"/>
                  <a:gd name="T28" fmla="*/ 2147483647 w 35"/>
                  <a:gd name="T29" fmla="*/ 2147483647 h 35"/>
                  <a:gd name="T30" fmla="*/ 2147483647 w 35"/>
                  <a:gd name="T31" fmla="*/ 2147483647 h 35"/>
                  <a:gd name="T32" fmla="*/ 2147483647 w 35"/>
                  <a:gd name="T33" fmla="*/ 0 h 3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5"/>
                  <a:gd name="T52" fmla="*/ 0 h 35"/>
                  <a:gd name="T53" fmla="*/ 35 w 35"/>
                  <a:gd name="T54" fmla="*/ 35 h 35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5" h="35">
                    <a:moveTo>
                      <a:pt x="17" y="0"/>
                    </a:moveTo>
                    <a:lnTo>
                      <a:pt x="24" y="1"/>
                    </a:lnTo>
                    <a:lnTo>
                      <a:pt x="30" y="5"/>
                    </a:lnTo>
                    <a:lnTo>
                      <a:pt x="34" y="11"/>
                    </a:lnTo>
                    <a:lnTo>
                      <a:pt x="35" y="17"/>
                    </a:lnTo>
                    <a:lnTo>
                      <a:pt x="34" y="25"/>
                    </a:lnTo>
                    <a:lnTo>
                      <a:pt x="30" y="30"/>
                    </a:lnTo>
                    <a:lnTo>
                      <a:pt x="24" y="34"/>
                    </a:lnTo>
                    <a:lnTo>
                      <a:pt x="17" y="35"/>
                    </a:lnTo>
                    <a:lnTo>
                      <a:pt x="10" y="34"/>
                    </a:lnTo>
                    <a:lnTo>
                      <a:pt x="5" y="30"/>
                    </a:lnTo>
                    <a:lnTo>
                      <a:pt x="1" y="25"/>
                    </a:lnTo>
                    <a:lnTo>
                      <a:pt x="0" y="17"/>
                    </a:lnTo>
                    <a:lnTo>
                      <a:pt x="1" y="11"/>
                    </a:lnTo>
                    <a:lnTo>
                      <a:pt x="5" y="5"/>
                    </a:lnTo>
                    <a:lnTo>
                      <a:pt x="10" y="1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1" name="Freeform 191"/>
              <p:cNvSpPr>
                <a:spLocks/>
              </p:cNvSpPr>
              <p:nvPr/>
            </p:nvSpPr>
            <p:spPr bwMode="auto">
              <a:xfrm>
                <a:off x="1593851" y="3646488"/>
                <a:ext cx="14288" cy="14287"/>
              </a:xfrm>
              <a:custGeom>
                <a:avLst/>
                <a:gdLst>
                  <a:gd name="T0" fmla="*/ 2147483647 w 36"/>
                  <a:gd name="T1" fmla="*/ 0 h 35"/>
                  <a:gd name="T2" fmla="*/ 2147483647 w 36"/>
                  <a:gd name="T3" fmla="*/ 2147483647 h 35"/>
                  <a:gd name="T4" fmla="*/ 2147483647 w 36"/>
                  <a:gd name="T5" fmla="*/ 2147483647 h 35"/>
                  <a:gd name="T6" fmla="*/ 2147483647 w 36"/>
                  <a:gd name="T7" fmla="*/ 2147483647 h 35"/>
                  <a:gd name="T8" fmla="*/ 2147483647 w 36"/>
                  <a:gd name="T9" fmla="*/ 2147483647 h 35"/>
                  <a:gd name="T10" fmla="*/ 2147483647 w 36"/>
                  <a:gd name="T11" fmla="*/ 2147483647 h 35"/>
                  <a:gd name="T12" fmla="*/ 2147483647 w 36"/>
                  <a:gd name="T13" fmla="*/ 2147483647 h 35"/>
                  <a:gd name="T14" fmla="*/ 2147483647 w 36"/>
                  <a:gd name="T15" fmla="*/ 2147483647 h 35"/>
                  <a:gd name="T16" fmla="*/ 2147483647 w 36"/>
                  <a:gd name="T17" fmla="*/ 2147483647 h 35"/>
                  <a:gd name="T18" fmla="*/ 2147483647 w 36"/>
                  <a:gd name="T19" fmla="*/ 2147483647 h 35"/>
                  <a:gd name="T20" fmla="*/ 2147483647 w 36"/>
                  <a:gd name="T21" fmla="*/ 2147483647 h 35"/>
                  <a:gd name="T22" fmla="*/ 2147483647 w 36"/>
                  <a:gd name="T23" fmla="*/ 2147483647 h 35"/>
                  <a:gd name="T24" fmla="*/ 0 w 36"/>
                  <a:gd name="T25" fmla="*/ 2147483647 h 35"/>
                  <a:gd name="T26" fmla="*/ 2147483647 w 36"/>
                  <a:gd name="T27" fmla="*/ 2147483647 h 35"/>
                  <a:gd name="T28" fmla="*/ 2147483647 w 36"/>
                  <a:gd name="T29" fmla="*/ 2147483647 h 35"/>
                  <a:gd name="T30" fmla="*/ 2147483647 w 36"/>
                  <a:gd name="T31" fmla="*/ 2147483647 h 35"/>
                  <a:gd name="T32" fmla="*/ 2147483647 w 36"/>
                  <a:gd name="T33" fmla="*/ 0 h 3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6"/>
                  <a:gd name="T52" fmla="*/ 0 h 35"/>
                  <a:gd name="T53" fmla="*/ 36 w 36"/>
                  <a:gd name="T54" fmla="*/ 35 h 35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6" h="35">
                    <a:moveTo>
                      <a:pt x="18" y="0"/>
                    </a:moveTo>
                    <a:lnTo>
                      <a:pt x="25" y="1"/>
                    </a:lnTo>
                    <a:lnTo>
                      <a:pt x="30" y="5"/>
                    </a:lnTo>
                    <a:lnTo>
                      <a:pt x="35" y="11"/>
                    </a:lnTo>
                    <a:lnTo>
                      <a:pt x="36" y="17"/>
                    </a:lnTo>
                    <a:lnTo>
                      <a:pt x="35" y="25"/>
                    </a:lnTo>
                    <a:lnTo>
                      <a:pt x="30" y="30"/>
                    </a:lnTo>
                    <a:lnTo>
                      <a:pt x="25" y="34"/>
                    </a:lnTo>
                    <a:lnTo>
                      <a:pt x="18" y="35"/>
                    </a:lnTo>
                    <a:lnTo>
                      <a:pt x="11" y="34"/>
                    </a:lnTo>
                    <a:lnTo>
                      <a:pt x="6" y="30"/>
                    </a:lnTo>
                    <a:lnTo>
                      <a:pt x="2" y="25"/>
                    </a:lnTo>
                    <a:lnTo>
                      <a:pt x="0" y="17"/>
                    </a:lnTo>
                    <a:lnTo>
                      <a:pt x="2" y="11"/>
                    </a:lnTo>
                    <a:lnTo>
                      <a:pt x="6" y="5"/>
                    </a:lnTo>
                    <a:lnTo>
                      <a:pt x="11" y="1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2" name="Freeform 193"/>
              <p:cNvSpPr>
                <a:spLocks/>
              </p:cNvSpPr>
              <p:nvPr/>
            </p:nvSpPr>
            <p:spPr bwMode="auto">
              <a:xfrm>
                <a:off x="1641476" y="3652838"/>
                <a:ext cx="9525" cy="9525"/>
              </a:xfrm>
              <a:custGeom>
                <a:avLst/>
                <a:gdLst>
                  <a:gd name="T0" fmla="*/ 2147483647 w 21"/>
                  <a:gd name="T1" fmla="*/ 0 h 23"/>
                  <a:gd name="T2" fmla="*/ 2147483647 w 21"/>
                  <a:gd name="T3" fmla="*/ 2147483647 h 23"/>
                  <a:gd name="T4" fmla="*/ 2147483647 w 21"/>
                  <a:gd name="T5" fmla="*/ 2147483647 h 23"/>
                  <a:gd name="T6" fmla="*/ 2147483647 w 21"/>
                  <a:gd name="T7" fmla="*/ 2147483647 h 23"/>
                  <a:gd name="T8" fmla="*/ 2147483647 w 21"/>
                  <a:gd name="T9" fmla="*/ 2147483647 h 23"/>
                  <a:gd name="T10" fmla="*/ 2147483647 w 21"/>
                  <a:gd name="T11" fmla="*/ 2147483647 h 23"/>
                  <a:gd name="T12" fmla="*/ 2147483647 w 21"/>
                  <a:gd name="T13" fmla="*/ 2147483647 h 23"/>
                  <a:gd name="T14" fmla="*/ 2147483647 w 21"/>
                  <a:gd name="T15" fmla="*/ 2147483647 h 23"/>
                  <a:gd name="T16" fmla="*/ 2147483647 w 21"/>
                  <a:gd name="T17" fmla="*/ 2147483647 h 23"/>
                  <a:gd name="T18" fmla="*/ 2147483647 w 21"/>
                  <a:gd name="T19" fmla="*/ 2147483647 h 23"/>
                  <a:gd name="T20" fmla="*/ 2147483647 w 21"/>
                  <a:gd name="T21" fmla="*/ 2147483647 h 23"/>
                  <a:gd name="T22" fmla="*/ 2147483647 w 21"/>
                  <a:gd name="T23" fmla="*/ 2147483647 h 23"/>
                  <a:gd name="T24" fmla="*/ 0 w 21"/>
                  <a:gd name="T25" fmla="*/ 2147483647 h 23"/>
                  <a:gd name="T26" fmla="*/ 2147483647 w 21"/>
                  <a:gd name="T27" fmla="*/ 2147483647 h 23"/>
                  <a:gd name="T28" fmla="*/ 2147483647 w 21"/>
                  <a:gd name="T29" fmla="*/ 2147483647 h 23"/>
                  <a:gd name="T30" fmla="*/ 2147483647 w 21"/>
                  <a:gd name="T31" fmla="*/ 2147483647 h 23"/>
                  <a:gd name="T32" fmla="*/ 2147483647 w 21"/>
                  <a:gd name="T33" fmla="*/ 0 h 2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"/>
                  <a:gd name="T52" fmla="*/ 0 h 23"/>
                  <a:gd name="T53" fmla="*/ 21 w 21"/>
                  <a:gd name="T54" fmla="*/ 23 h 2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" h="23">
                    <a:moveTo>
                      <a:pt x="11" y="0"/>
                    </a:moveTo>
                    <a:lnTo>
                      <a:pt x="15" y="1"/>
                    </a:lnTo>
                    <a:lnTo>
                      <a:pt x="18" y="3"/>
                    </a:lnTo>
                    <a:lnTo>
                      <a:pt x="20" y="7"/>
                    </a:lnTo>
                    <a:lnTo>
                      <a:pt x="21" y="12"/>
                    </a:lnTo>
                    <a:lnTo>
                      <a:pt x="20" y="16"/>
                    </a:lnTo>
                    <a:lnTo>
                      <a:pt x="18" y="20"/>
                    </a:lnTo>
                    <a:lnTo>
                      <a:pt x="15" y="22"/>
                    </a:lnTo>
                    <a:lnTo>
                      <a:pt x="11" y="23"/>
                    </a:lnTo>
                    <a:lnTo>
                      <a:pt x="6" y="22"/>
                    </a:lnTo>
                    <a:lnTo>
                      <a:pt x="3" y="20"/>
                    </a:lnTo>
                    <a:lnTo>
                      <a:pt x="1" y="16"/>
                    </a:lnTo>
                    <a:lnTo>
                      <a:pt x="0" y="12"/>
                    </a:lnTo>
                    <a:lnTo>
                      <a:pt x="1" y="7"/>
                    </a:lnTo>
                    <a:lnTo>
                      <a:pt x="3" y="3"/>
                    </a:lnTo>
                    <a:lnTo>
                      <a:pt x="6" y="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42352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3" name="Freeform 195"/>
              <p:cNvSpPr>
                <a:spLocks/>
              </p:cNvSpPr>
              <p:nvPr/>
            </p:nvSpPr>
            <p:spPr bwMode="auto">
              <a:xfrm>
                <a:off x="1658938" y="3652838"/>
                <a:ext cx="9525" cy="9525"/>
              </a:xfrm>
              <a:custGeom>
                <a:avLst/>
                <a:gdLst>
                  <a:gd name="T0" fmla="*/ 2147483647 w 21"/>
                  <a:gd name="T1" fmla="*/ 0 h 23"/>
                  <a:gd name="T2" fmla="*/ 2147483647 w 21"/>
                  <a:gd name="T3" fmla="*/ 2147483647 h 23"/>
                  <a:gd name="T4" fmla="*/ 2147483647 w 21"/>
                  <a:gd name="T5" fmla="*/ 2147483647 h 23"/>
                  <a:gd name="T6" fmla="*/ 2147483647 w 21"/>
                  <a:gd name="T7" fmla="*/ 2147483647 h 23"/>
                  <a:gd name="T8" fmla="*/ 2147483647 w 21"/>
                  <a:gd name="T9" fmla="*/ 2147483647 h 23"/>
                  <a:gd name="T10" fmla="*/ 2147483647 w 21"/>
                  <a:gd name="T11" fmla="*/ 2147483647 h 23"/>
                  <a:gd name="T12" fmla="*/ 2147483647 w 21"/>
                  <a:gd name="T13" fmla="*/ 2147483647 h 23"/>
                  <a:gd name="T14" fmla="*/ 2147483647 w 21"/>
                  <a:gd name="T15" fmla="*/ 2147483647 h 23"/>
                  <a:gd name="T16" fmla="*/ 2147483647 w 21"/>
                  <a:gd name="T17" fmla="*/ 2147483647 h 23"/>
                  <a:gd name="T18" fmla="*/ 2147483647 w 21"/>
                  <a:gd name="T19" fmla="*/ 2147483647 h 23"/>
                  <a:gd name="T20" fmla="*/ 2147483647 w 21"/>
                  <a:gd name="T21" fmla="*/ 2147483647 h 23"/>
                  <a:gd name="T22" fmla="*/ 2147483647 w 21"/>
                  <a:gd name="T23" fmla="*/ 2147483647 h 23"/>
                  <a:gd name="T24" fmla="*/ 0 w 21"/>
                  <a:gd name="T25" fmla="*/ 2147483647 h 23"/>
                  <a:gd name="T26" fmla="*/ 2147483647 w 21"/>
                  <a:gd name="T27" fmla="*/ 2147483647 h 23"/>
                  <a:gd name="T28" fmla="*/ 2147483647 w 21"/>
                  <a:gd name="T29" fmla="*/ 2147483647 h 23"/>
                  <a:gd name="T30" fmla="*/ 2147483647 w 21"/>
                  <a:gd name="T31" fmla="*/ 2147483647 h 23"/>
                  <a:gd name="T32" fmla="*/ 2147483647 w 21"/>
                  <a:gd name="T33" fmla="*/ 0 h 2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"/>
                  <a:gd name="T52" fmla="*/ 0 h 23"/>
                  <a:gd name="T53" fmla="*/ 21 w 21"/>
                  <a:gd name="T54" fmla="*/ 23 h 2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" h="23">
                    <a:moveTo>
                      <a:pt x="11" y="0"/>
                    </a:moveTo>
                    <a:lnTo>
                      <a:pt x="15" y="1"/>
                    </a:lnTo>
                    <a:lnTo>
                      <a:pt x="18" y="3"/>
                    </a:lnTo>
                    <a:lnTo>
                      <a:pt x="20" y="7"/>
                    </a:lnTo>
                    <a:lnTo>
                      <a:pt x="21" y="12"/>
                    </a:lnTo>
                    <a:lnTo>
                      <a:pt x="20" y="16"/>
                    </a:lnTo>
                    <a:lnTo>
                      <a:pt x="18" y="20"/>
                    </a:lnTo>
                    <a:lnTo>
                      <a:pt x="15" y="22"/>
                    </a:lnTo>
                    <a:lnTo>
                      <a:pt x="11" y="23"/>
                    </a:lnTo>
                    <a:lnTo>
                      <a:pt x="6" y="22"/>
                    </a:lnTo>
                    <a:lnTo>
                      <a:pt x="3" y="20"/>
                    </a:lnTo>
                    <a:lnTo>
                      <a:pt x="1" y="16"/>
                    </a:lnTo>
                    <a:lnTo>
                      <a:pt x="0" y="12"/>
                    </a:lnTo>
                    <a:lnTo>
                      <a:pt x="1" y="7"/>
                    </a:lnTo>
                    <a:lnTo>
                      <a:pt x="3" y="3"/>
                    </a:lnTo>
                    <a:lnTo>
                      <a:pt x="6" y="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42352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4" name="Freeform 197"/>
              <p:cNvSpPr>
                <a:spLocks/>
              </p:cNvSpPr>
              <p:nvPr/>
            </p:nvSpPr>
            <p:spPr bwMode="auto">
              <a:xfrm>
                <a:off x="1676401" y="3652838"/>
                <a:ext cx="7938" cy="9525"/>
              </a:xfrm>
              <a:custGeom>
                <a:avLst/>
                <a:gdLst>
                  <a:gd name="T0" fmla="*/ 2147483647 w 21"/>
                  <a:gd name="T1" fmla="*/ 0 h 23"/>
                  <a:gd name="T2" fmla="*/ 2147483647 w 21"/>
                  <a:gd name="T3" fmla="*/ 2147483647 h 23"/>
                  <a:gd name="T4" fmla="*/ 2147483647 w 21"/>
                  <a:gd name="T5" fmla="*/ 2147483647 h 23"/>
                  <a:gd name="T6" fmla="*/ 2147483647 w 21"/>
                  <a:gd name="T7" fmla="*/ 2147483647 h 23"/>
                  <a:gd name="T8" fmla="*/ 2147483647 w 21"/>
                  <a:gd name="T9" fmla="*/ 2147483647 h 23"/>
                  <a:gd name="T10" fmla="*/ 2147483647 w 21"/>
                  <a:gd name="T11" fmla="*/ 2147483647 h 23"/>
                  <a:gd name="T12" fmla="*/ 2147483647 w 21"/>
                  <a:gd name="T13" fmla="*/ 2147483647 h 23"/>
                  <a:gd name="T14" fmla="*/ 2147483647 w 21"/>
                  <a:gd name="T15" fmla="*/ 2147483647 h 23"/>
                  <a:gd name="T16" fmla="*/ 2147483647 w 21"/>
                  <a:gd name="T17" fmla="*/ 2147483647 h 23"/>
                  <a:gd name="T18" fmla="*/ 2147483647 w 21"/>
                  <a:gd name="T19" fmla="*/ 2147483647 h 23"/>
                  <a:gd name="T20" fmla="*/ 2147483647 w 21"/>
                  <a:gd name="T21" fmla="*/ 2147483647 h 23"/>
                  <a:gd name="T22" fmla="*/ 2147483647 w 21"/>
                  <a:gd name="T23" fmla="*/ 2147483647 h 23"/>
                  <a:gd name="T24" fmla="*/ 0 w 21"/>
                  <a:gd name="T25" fmla="*/ 2147483647 h 23"/>
                  <a:gd name="T26" fmla="*/ 2147483647 w 21"/>
                  <a:gd name="T27" fmla="*/ 2147483647 h 23"/>
                  <a:gd name="T28" fmla="*/ 2147483647 w 21"/>
                  <a:gd name="T29" fmla="*/ 2147483647 h 23"/>
                  <a:gd name="T30" fmla="*/ 2147483647 w 21"/>
                  <a:gd name="T31" fmla="*/ 2147483647 h 23"/>
                  <a:gd name="T32" fmla="*/ 2147483647 w 21"/>
                  <a:gd name="T33" fmla="*/ 0 h 2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"/>
                  <a:gd name="T52" fmla="*/ 0 h 23"/>
                  <a:gd name="T53" fmla="*/ 21 w 21"/>
                  <a:gd name="T54" fmla="*/ 23 h 2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" h="23">
                    <a:moveTo>
                      <a:pt x="10" y="0"/>
                    </a:moveTo>
                    <a:lnTo>
                      <a:pt x="16" y="1"/>
                    </a:lnTo>
                    <a:lnTo>
                      <a:pt x="19" y="3"/>
                    </a:lnTo>
                    <a:lnTo>
                      <a:pt x="20" y="7"/>
                    </a:lnTo>
                    <a:lnTo>
                      <a:pt x="21" y="12"/>
                    </a:lnTo>
                    <a:lnTo>
                      <a:pt x="20" y="16"/>
                    </a:lnTo>
                    <a:lnTo>
                      <a:pt x="19" y="20"/>
                    </a:lnTo>
                    <a:lnTo>
                      <a:pt x="16" y="22"/>
                    </a:lnTo>
                    <a:lnTo>
                      <a:pt x="10" y="23"/>
                    </a:lnTo>
                    <a:lnTo>
                      <a:pt x="6" y="22"/>
                    </a:lnTo>
                    <a:lnTo>
                      <a:pt x="3" y="20"/>
                    </a:lnTo>
                    <a:lnTo>
                      <a:pt x="1" y="16"/>
                    </a:lnTo>
                    <a:lnTo>
                      <a:pt x="0" y="12"/>
                    </a:lnTo>
                    <a:lnTo>
                      <a:pt x="1" y="7"/>
                    </a:lnTo>
                    <a:lnTo>
                      <a:pt x="3" y="3"/>
                    </a:lnTo>
                    <a:lnTo>
                      <a:pt x="6" y="1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42352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5" name="Freeform 199"/>
              <p:cNvSpPr>
                <a:spLocks/>
              </p:cNvSpPr>
              <p:nvPr/>
            </p:nvSpPr>
            <p:spPr bwMode="auto">
              <a:xfrm>
                <a:off x="1590676" y="3267075"/>
                <a:ext cx="42863" cy="14287"/>
              </a:xfrm>
              <a:custGeom>
                <a:avLst/>
                <a:gdLst>
                  <a:gd name="T0" fmla="*/ 2147483647 w 111"/>
                  <a:gd name="T1" fmla="*/ 0 h 36"/>
                  <a:gd name="T2" fmla="*/ 2147483647 w 111"/>
                  <a:gd name="T3" fmla="*/ 0 h 36"/>
                  <a:gd name="T4" fmla="*/ 2147483647 w 111"/>
                  <a:gd name="T5" fmla="*/ 2147483647 h 36"/>
                  <a:gd name="T6" fmla="*/ 2147483647 w 111"/>
                  <a:gd name="T7" fmla="*/ 2147483647 h 36"/>
                  <a:gd name="T8" fmla="*/ 2147483647 w 111"/>
                  <a:gd name="T9" fmla="*/ 2147483647 h 36"/>
                  <a:gd name="T10" fmla="*/ 2147483647 w 111"/>
                  <a:gd name="T11" fmla="*/ 2147483647 h 36"/>
                  <a:gd name="T12" fmla="*/ 2147483647 w 111"/>
                  <a:gd name="T13" fmla="*/ 2147483647 h 36"/>
                  <a:gd name="T14" fmla="*/ 2147483647 w 111"/>
                  <a:gd name="T15" fmla="*/ 2147483647 h 36"/>
                  <a:gd name="T16" fmla="*/ 2147483647 w 111"/>
                  <a:gd name="T17" fmla="*/ 2147483647 h 36"/>
                  <a:gd name="T18" fmla="*/ 2147483647 w 111"/>
                  <a:gd name="T19" fmla="*/ 2147483647 h 36"/>
                  <a:gd name="T20" fmla="*/ 2147483647 w 111"/>
                  <a:gd name="T21" fmla="*/ 2147483647 h 36"/>
                  <a:gd name="T22" fmla="*/ 2147483647 w 111"/>
                  <a:gd name="T23" fmla="*/ 2147483647 h 36"/>
                  <a:gd name="T24" fmla="*/ 2147483647 w 111"/>
                  <a:gd name="T25" fmla="*/ 2147483647 h 36"/>
                  <a:gd name="T26" fmla="*/ 2147483647 w 111"/>
                  <a:gd name="T27" fmla="*/ 2147483647 h 36"/>
                  <a:gd name="T28" fmla="*/ 2147483647 w 111"/>
                  <a:gd name="T29" fmla="*/ 2147483647 h 36"/>
                  <a:gd name="T30" fmla="*/ 2147483647 w 111"/>
                  <a:gd name="T31" fmla="*/ 2147483647 h 36"/>
                  <a:gd name="T32" fmla="*/ 2147483647 w 111"/>
                  <a:gd name="T33" fmla="*/ 2147483647 h 36"/>
                  <a:gd name="T34" fmla="*/ 2147483647 w 111"/>
                  <a:gd name="T35" fmla="*/ 2147483647 h 36"/>
                  <a:gd name="T36" fmla="*/ 2147483647 w 111"/>
                  <a:gd name="T37" fmla="*/ 2147483647 h 36"/>
                  <a:gd name="T38" fmla="*/ 2147483647 w 111"/>
                  <a:gd name="T39" fmla="*/ 2147483647 h 36"/>
                  <a:gd name="T40" fmla="*/ 2147483647 w 111"/>
                  <a:gd name="T41" fmla="*/ 2147483647 h 36"/>
                  <a:gd name="T42" fmla="*/ 2147483647 w 111"/>
                  <a:gd name="T43" fmla="*/ 2147483647 h 36"/>
                  <a:gd name="T44" fmla="*/ 2147483647 w 111"/>
                  <a:gd name="T45" fmla="*/ 2147483647 h 36"/>
                  <a:gd name="T46" fmla="*/ 2147483647 w 111"/>
                  <a:gd name="T47" fmla="*/ 2147483647 h 36"/>
                  <a:gd name="T48" fmla="*/ 0 w 111"/>
                  <a:gd name="T49" fmla="*/ 2147483647 h 36"/>
                  <a:gd name="T50" fmla="*/ 2147483647 w 111"/>
                  <a:gd name="T51" fmla="*/ 2147483647 h 36"/>
                  <a:gd name="T52" fmla="*/ 2147483647 w 111"/>
                  <a:gd name="T53" fmla="*/ 2147483647 h 36"/>
                  <a:gd name="T54" fmla="*/ 2147483647 w 111"/>
                  <a:gd name="T55" fmla="*/ 2147483647 h 36"/>
                  <a:gd name="T56" fmla="*/ 2147483647 w 111"/>
                  <a:gd name="T57" fmla="*/ 2147483647 h 36"/>
                  <a:gd name="T58" fmla="*/ 2147483647 w 111"/>
                  <a:gd name="T59" fmla="*/ 2147483647 h 36"/>
                  <a:gd name="T60" fmla="*/ 2147483647 w 111"/>
                  <a:gd name="T61" fmla="*/ 2147483647 h 36"/>
                  <a:gd name="T62" fmla="*/ 2147483647 w 111"/>
                  <a:gd name="T63" fmla="*/ 0 h 36"/>
                  <a:gd name="T64" fmla="*/ 2147483647 w 111"/>
                  <a:gd name="T65" fmla="*/ 0 h 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1"/>
                  <a:gd name="T100" fmla="*/ 0 h 36"/>
                  <a:gd name="T101" fmla="*/ 111 w 111"/>
                  <a:gd name="T102" fmla="*/ 36 h 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1" h="36">
                    <a:moveTo>
                      <a:pt x="55" y="0"/>
                    </a:moveTo>
                    <a:lnTo>
                      <a:pt x="67" y="0"/>
                    </a:lnTo>
                    <a:lnTo>
                      <a:pt x="77" y="1"/>
                    </a:lnTo>
                    <a:lnTo>
                      <a:pt x="86" y="3"/>
                    </a:lnTo>
                    <a:lnTo>
                      <a:pt x="95" y="5"/>
                    </a:lnTo>
                    <a:lnTo>
                      <a:pt x="101" y="7"/>
                    </a:lnTo>
                    <a:lnTo>
                      <a:pt x="107" y="11"/>
                    </a:lnTo>
                    <a:lnTo>
                      <a:pt x="110" y="14"/>
                    </a:lnTo>
                    <a:lnTo>
                      <a:pt x="111" y="18"/>
                    </a:lnTo>
                    <a:lnTo>
                      <a:pt x="110" y="21"/>
                    </a:lnTo>
                    <a:lnTo>
                      <a:pt x="107" y="25"/>
                    </a:lnTo>
                    <a:lnTo>
                      <a:pt x="101" y="28"/>
                    </a:lnTo>
                    <a:lnTo>
                      <a:pt x="95" y="31"/>
                    </a:lnTo>
                    <a:lnTo>
                      <a:pt x="86" y="33"/>
                    </a:lnTo>
                    <a:lnTo>
                      <a:pt x="77" y="35"/>
                    </a:lnTo>
                    <a:lnTo>
                      <a:pt x="67" y="36"/>
                    </a:lnTo>
                    <a:lnTo>
                      <a:pt x="55" y="36"/>
                    </a:lnTo>
                    <a:lnTo>
                      <a:pt x="44" y="36"/>
                    </a:lnTo>
                    <a:lnTo>
                      <a:pt x="34" y="35"/>
                    </a:lnTo>
                    <a:lnTo>
                      <a:pt x="24" y="33"/>
                    </a:lnTo>
                    <a:lnTo>
                      <a:pt x="16" y="31"/>
                    </a:lnTo>
                    <a:lnTo>
                      <a:pt x="9" y="28"/>
                    </a:lnTo>
                    <a:lnTo>
                      <a:pt x="4" y="25"/>
                    </a:lnTo>
                    <a:lnTo>
                      <a:pt x="1" y="21"/>
                    </a:lnTo>
                    <a:lnTo>
                      <a:pt x="0" y="18"/>
                    </a:lnTo>
                    <a:lnTo>
                      <a:pt x="1" y="14"/>
                    </a:lnTo>
                    <a:lnTo>
                      <a:pt x="4" y="11"/>
                    </a:lnTo>
                    <a:lnTo>
                      <a:pt x="9" y="7"/>
                    </a:lnTo>
                    <a:lnTo>
                      <a:pt x="16" y="5"/>
                    </a:lnTo>
                    <a:lnTo>
                      <a:pt x="24" y="3"/>
                    </a:lnTo>
                    <a:lnTo>
                      <a:pt x="34" y="1"/>
                    </a:lnTo>
                    <a:lnTo>
                      <a:pt x="44" y="0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63563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39" name="Gruppieren 233"/>
            <p:cNvGrpSpPr>
              <a:grpSpLocks/>
            </p:cNvGrpSpPr>
            <p:nvPr/>
          </p:nvGrpSpPr>
          <p:grpSpPr bwMode="auto">
            <a:xfrm>
              <a:off x="1535159" y="4352943"/>
              <a:ext cx="356524" cy="381292"/>
              <a:chOff x="1404938" y="3213100"/>
              <a:chExt cx="307976" cy="523875"/>
            </a:xfrm>
          </p:grpSpPr>
          <p:sp>
            <p:nvSpPr>
              <p:cNvPr id="177" name="Freeform 129"/>
              <p:cNvSpPr>
                <a:spLocks/>
              </p:cNvSpPr>
              <p:nvPr/>
            </p:nvSpPr>
            <p:spPr bwMode="auto">
              <a:xfrm>
                <a:off x="1404938" y="3446463"/>
                <a:ext cx="300038" cy="290512"/>
              </a:xfrm>
              <a:custGeom>
                <a:avLst/>
                <a:gdLst>
                  <a:gd name="T0" fmla="*/ 0 w 756"/>
                  <a:gd name="T1" fmla="*/ 0 h 730"/>
                  <a:gd name="T2" fmla="*/ 2147483647 w 756"/>
                  <a:gd name="T3" fmla="*/ 2147483647 h 730"/>
                  <a:gd name="T4" fmla="*/ 2147483647 w 756"/>
                  <a:gd name="T5" fmla="*/ 2147483647 h 730"/>
                  <a:gd name="T6" fmla="*/ 2147483647 w 756"/>
                  <a:gd name="T7" fmla="*/ 2147483647 h 730"/>
                  <a:gd name="T8" fmla="*/ 2147483647 w 756"/>
                  <a:gd name="T9" fmla="*/ 2147483647 h 730"/>
                  <a:gd name="T10" fmla="*/ 2147483647 w 756"/>
                  <a:gd name="T11" fmla="*/ 2147483647 h 730"/>
                  <a:gd name="T12" fmla="*/ 2147483647 w 756"/>
                  <a:gd name="T13" fmla="*/ 2147483647 h 730"/>
                  <a:gd name="T14" fmla="*/ 0 w 756"/>
                  <a:gd name="T15" fmla="*/ 0 h 73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56"/>
                  <a:gd name="T25" fmla="*/ 0 h 730"/>
                  <a:gd name="T26" fmla="*/ 756 w 756"/>
                  <a:gd name="T27" fmla="*/ 730 h 73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56" h="730">
                    <a:moveTo>
                      <a:pt x="0" y="0"/>
                    </a:moveTo>
                    <a:lnTo>
                      <a:pt x="136" y="633"/>
                    </a:lnTo>
                    <a:lnTo>
                      <a:pt x="232" y="730"/>
                    </a:lnTo>
                    <a:lnTo>
                      <a:pt x="720" y="729"/>
                    </a:lnTo>
                    <a:lnTo>
                      <a:pt x="756" y="624"/>
                    </a:lnTo>
                    <a:lnTo>
                      <a:pt x="632" y="80"/>
                    </a:lnTo>
                    <a:lnTo>
                      <a:pt x="586" y="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0919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8" name="Freeform 131"/>
              <p:cNvSpPr>
                <a:spLocks/>
              </p:cNvSpPr>
              <p:nvPr/>
            </p:nvSpPr>
            <p:spPr bwMode="auto">
              <a:xfrm>
                <a:off x="1466851" y="3213100"/>
                <a:ext cx="246063" cy="523875"/>
              </a:xfrm>
              <a:custGeom>
                <a:avLst/>
                <a:gdLst>
                  <a:gd name="T0" fmla="*/ 0 w 621"/>
                  <a:gd name="T1" fmla="*/ 0 h 1320"/>
                  <a:gd name="T2" fmla="*/ 0 w 621"/>
                  <a:gd name="T3" fmla="*/ 2147483647 h 1320"/>
                  <a:gd name="T4" fmla="*/ 2147483647 w 621"/>
                  <a:gd name="T5" fmla="*/ 2147483647 h 1320"/>
                  <a:gd name="T6" fmla="*/ 2147483647 w 621"/>
                  <a:gd name="T7" fmla="*/ 2147483647 h 1320"/>
                  <a:gd name="T8" fmla="*/ 2147483647 w 621"/>
                  <a:gd name="T9" fmla="*/ 2147483647 h 1320"/>
                  <a:gd name="T10" fmla="*/ 2147483647 w 621"/>
                  <a:gd name="T11" fmla="*/ 2147483647 h 1320"/>
                  <a:gd name="T12" fmla="*/ 2147483647 w 621"/>
                  <a:gd name="T13" fmla="*/ 2147483647 h 1320"/>
                  <a:gd name="T14" fmla="*/ 0 w 621"/>
                  <a:gd name="T15" fmla="*/ 0 h 132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21"/>
                  <a:gd name="T25" fmla="*/ 0 h 1320"/>
                  <a:gd name="T26" fmla="*/ 621 w 621"/>
                  <a:gd name="T27" fmla="*/ 1320 h 132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21" h="1320">
                    <a:moveTo>
                      <a:pt x="0" y="0"/>
                    </a:moveTo>
                    <a:lnTo>
                      <a:pt x="0" y="1144"/>
                    </a:lnTo>
                    <a:lnTo>
                      <a:pt x="75" y="1320"/>
                    </a:lnTo>
                    <a:lnTo>
                      <a:pt x="563" y="1318"/>
                    </a:lnTo>
                    <a:lnTo>
                      <a:pt x="621" y="1127"/>
                    </a:lnTo>
                    <a:lnTo>
                      <a:pt x="613" y="145"/>
                    </a:lnTo>
                    <a:lnTo>
                      <a:pt x="580" y="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1442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9" name="Freeform 133"/>
              <p:cNvSpPr>
                <a:spLocks/>
              </p:cNvSpPr>
              <p:nvPr/>
            </p:nvSpPr>
            <p:spPr bwMode="auto">
              <a:xfrm>
                <a:off x="1506538" y="3257550"/>
                <a:ext cx="200025" cy="479425"/>
              </a:xfrm>
              <a:custGeom>
                <a:avLst/>
                <a:gdLst>
                  <a:gd name="T0" fmla="*/ 0 w 506"/>
                  <a:gd name="T1" fmla="*/ 0 h 1208"/>
                  <a:gd name="T2" fmla="*/ 2147483647 w 506"/>
                  <a:gd name="T3" fmla="*/ 0 h 1208"/>
                  <a:gd name="T4" fmla="*/ 2147483647 w 506"/>
                  <a:gd name="T5" fmla="*/ 2147483647 h 1208"/>
                  <a:gd name="T6" fmla="*/ 2147483647 w 506"/>
                  <a:gd name="T7" fmla="*/ 2147483647 h 1208"/>
                  <a:gd name="T8" fmla="*/ 0 w 506"/>
                  <a:gd name="T9" fmla="*/ 2147483647 h 1208"/>
                  <a:gd name="T10" fmla="*/ 0 w 506"/>
                  <a:gd name="T11" fmla="*/ 2147483647 h 1208"/>
                  <a:gd name="T12" fmla="*/ 0 w 506"/>
                  <a:gd name="T13" fmla="*/ 0 h 12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06"/>
                  <a:gd name="T22" fmla="*/ 0 h 1208"/>
                  <a:gd name="T23" fmla="*/ 506 w 506"/>
                  <a:gd name="T24" fmla="*/ 1208 h 120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06" h="1208">
                    <a:moveTo>
                      <a:pt x="0" y="0"/>
                    </a:moveTo>
                    <a:lnTo>
                      <a:pt x="481" y="0"/>
                    </a:lnTo>
                    <a:lnTo>
                      <a:pt x="506" y="1015"/>
                    </a:lnTo>
                    <a:lnTo>
                      <a:pt x="480" y="1205"/>
                    </a:lnTo>
                    <a:lnTo>
                      <a:pt x="0" y="1208"/>
                    </a:lnTo>
                    <a:lnTo>
                      <a:pt x="0" y="10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0" name="Freeform 134"/>
              <p:cNvSpPr>
                <a:spLocks/>
              </p:cNvSpPr>
              <p:nvPr/>
            </p:nvSpPr>
            <p:spPr bwMode="auto">
              <a:xfrm>
                <a:off x="1506538" y="3257550"/>
                <a:ext cx="200025" cy="441325"/>
              </a:xfrm>
              <a:custGeom>
                <a:avLst/>
                <a:gdLst>
                  <a:gd name="T0" fmla="*/ 0 w 502"/>
                  <a:gd name="T1" fmla="*/ 0 h 1114"/>
                  <a:gd name="T2" fmla="*/ 2147483647 w 502"/>
                  <a:gd name="T3" fmla="*/ 0 h 1114"/>
                  <a:gd name="T4" fmla="*/ 2147483647 w 502"/>
                  <a:gd name="T5" fmla="*/ 0 h 1114"/>
                  <a:gd name="T6" fmla="*/ 2147483647 w 502"/>
                  <a:gd name="T7" fmla="*/ 0 h 1114"/>
                  <a:gd name="T8" fmla="*/ 2147483647 w 502"/>
                  <a:gd name="T9" fmla="*/ 0 h 1114"/>
                  <a:gd name="T10" fmla="*/ 2147483647 w 502"/>
                  <a:gd name="T11" fmla="*/ 0 h 1114"/>
                  <a:gd name="T12" fmla="*/ 2147483647 w 502"/>
                  <a:gd name="T13" fmla="*/ 0 h 1114"/>
                  <a:gd name="T14" fmla="*/ 2147483647 w 502"/>
                  <a:gd name="T15" fmla="*/ 0 h 1114"/>
                  <a:gd name="T16" fmla="*/ 2147483647 w 502"/>
                  <a:gd name="T17" fmla="*/ 0 h 1114"/>
                  <a:gd name="T18" fmla="*/ 2147483647 w 502"/>
                  <a:gd name="T19" fmla="*/ 0 h 1114"/>
                  <a:gd name="T20" fmla="*/ 2147483647 w 502"/>
                  <a:gd name="T21" fmla="*/ 0 h 1114"/>
                  <a:gd name="T22" fmla="*/ 2147483647 w 502"/>
                  <a:gd name="T23" fmla="*/ 0 h 1114"/>
                  <a:gd name="T24" fmla="*/ 2147483647 w 502"/>
                  <a:gd name="T25" fmla="*/ 0 h 1114"/>
                  <a:gd name="T26" fmla="*/ 2147483647 w 502"/>
                  <a:gd name="T27" fmla="*/ 0 h 1114"/>
                  <a:gd name="T28" fmla="*/ 2147483647 w 502"/>
                  <a:gd name="T29" fmla="*/ 0 h 1114"/>
                  <a:gd name="T30" fmla="*/ 2147483647 w 502"/>
                  <a:gd name="T31" fmla="*/ 0 h 1114"/>
                  <a:gd name="T32" fmla="*/ 2147483647 w 502"/>
                  <a:gd name="T33" fmla="*/ 0 h 1114"/>
                  <a:gd name="T34" fmla="*/ 2147483647 w 502"/>
                  <a:gd name="T35" fmla="*/ 2147483647 h 1114"/>
                  <a:gd name="T36" fmla="*/ 2147483647 w 502"/>
                  <a:gd name="T37" fmla="*/ 2147483647 h 1114"/>
                  <a:gd name="T38" fmla="*/ 2147483647 w 502"/>
                  <a:gd name="T39" fmla="*/ 2147483647 h 1114"/>
                  <a:gd name="T40" fmla="*/ 2147483647 w 502"/>
                  <a:gd name="T41" fmla="*/ 2147483647 h 1114"/>
                  <a:gd name="T42" fmla="*/ 2147483647 w 502"/>
                  <a:gd name="T43" fmla="*/ 2147483647 h 1114"/>
                  <a:gd name="T44" fmla="*/ 2147483647 w 502"/>
                  <a:gd name="T45" fmla="*/ 2147483647 h 1114"/>
                  <a:gd name="T46" fmla="*/ 2147483647 w 502"/>
                  <a:gd name="T47" fmla="*/ 2147483647 h 1114"/>
                  <a:gd name="T48" fmla="*/ 2147483647 w 502"/>
                  <a:gd name="T49" fmla="*/ 2147483647 h 1114"/>
                  <a:gd name="T50" fmla="*/ 2147483647 w 502"/>
                  <a:gd name="T51" fmla="*/ 2147483647 h 1114"/>
                  <a:gd name="T52" fmla="*/ 2147483647 w 502"/>
                  <a:gd name="T53" fmla="*/ 2147483647 h 1114"/>
                  <a:gd name="T54" fmla="*/ 2147483647 w 502"/>
                  <a:gd name="T55" fmla="*/ 2147483647 h 1114"/>
                  <a:gd name="T56" fmla="*/ 2147483647 w 502"/>
                  <a:gd name="T57" fmla="*/ 2147483647 h 1114"/>
                  <a:gd name="T58" fmla="*/ 2147483647 w 502"/>
                  <a:gd name="T59" fmla="*/ 2147483647 h 1114"/>
                  <a:gd name="T60" fmla="*/ 2147483647 w 502"/>
                  <a:gd name="T61" fmla="*/ 2147483647 h 1114"/>
                  <a:gd name="T62" fmla="*/ 2147483647 w 502"/>
                  <a:gd name="T63" fmla="*/ 2147483647 h 1114"/>
                  <a:gd name="T64" fmla="*/ 2147483647 w 502"/>
                  <a:gd name="T65" fmla="*/ 2147483647 h 1114"/>
                  <a:gd name="T66" fmla="*/ 2147483647 w 502"/>
                  <a:gd name="T67" fmla="*/ 2147483647 h 1114"/>
                  <a:gd name="T68" fmla="*/ 2147483647 w 502"/>
                  <a:gd name="T69" fmla="*/ 2147483647 h 1114"/>
                  <a:gd name="T70" fmla="*/ 2147483647 w 502"/>
                  <a:gd name="T71" fmla="*/ 2147483647 h 1114"/>
                  <a:gd name="T72" fmla="*/ 2147483647 w 502"/>
                  <a:gd name="T73" fmla="*/ 2147483647 h 1114"/>
                  <a:gd name="T74" fmla="*/ 2147483647 w 502"/>
                  <a:gd name="T75" fmla="*/ 2147483647 h 1114"/>
                  <a:gd name="T76" fmla="*/ 2147483647 w 502"/>
                  <a:gd name="T77" fmla="*/ 2147483647 h 1114"/>
                  <a:gd name="T78" fmla="*/ 2147483647 w 502"/>
                  <a:gd name="T79" fmla="*/ 2147483647 h 1114"/>
                  <a:gd name="T80" fmla="*/ 2147483647 w 502"/>
                  <a:gd name="T81" fmla="*/ 2147483647 h 1114"/>
                  <a:gd name="T82" fmla="*/ 2147483647 w 502"/>
                  <a:gd name="T83" fmla="*/ 2147483647 h 1114"/>
                  <a:gd name="T84" fmla="*/ 2147483647 w 502"/>
                  <a:gd name="T85" fmla="*/ 2147483647 h 1114"/>
                  <a:gd name="T86" fmla="*/ 2147483647 w 502"/>
                  <a:gd name="T87" fmla="*/ 2147483647 h 1114"/>
                  <a:gd name="T88" fmla="*/ 0 w 502"/>
                  <a:gd name="T89" fmla="*/ 2147483647 h 1114"/>
                  <a:gd name="T90" fmla="*/ 0 w 502"/>
                  <a:gd name="T91" fmla="*/ 2147483647 h 1114"/>
                  <a:gd name="T92" fmla="*/ 0 w 502"/>
                  <a:gd name="T93" fmla="*/ 2147483647 h 1114"/>
                  <a:gd name="T94" fmla="*/ 0 w 502"/>
                  <a:gd name="T95" fmla="*/ 2147483647 h 1114"/>
                  <a:gd name="T96" fmla="*/ 0 w 502"/>
                  <a:gd name="T97" fmla="*/ 0 h 1114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502"/>
                  <a:gd name="T148" fmla="*/ 0 h 1114"/>
                  <a:gd name="T149" fmla="*/ 502 w 502"/>
                  <a:gd name="T150" fmla="*/ 1114 h 1114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502" h="1114">
                    <a:moveTo>
                      <a:pt x="0" y="0"/>
                    </a:moveTo>
                    <a:lnTo>
                      <a:pt x="30" y="0"/>
                    </a:lnTo>
                    <a:lnTo>
                      <a:pt x="61" y="0"/>
                    </a:lnTo>
                    <a:lnTo>
                      <a:pt x="91" y="0"/>
                    </a:lnTo>
                    <a:lnTo>
                      <a:pt x="121" y="0"/>
                    </a:lnTo>
                    <a:lnTo>
                      <a:pt x="151" y="0"/>
                    </a:lnTo>
                    <a:lnTo>
                      <a:pt x="181" y="0"/>
                    </a:lnTo>
                    <a:lnTo>
                      <a:pt x="212" y="0"/>
                    </a:lnTo>
                    <a:lnTo>
                      <a:pt x="242" y="0"/>
                    </a:lnTo>
                    <a:lnTo>
                      <a:pt x="272" y="0"/>
                    </a:lnTo>
                    <a:lnTo>
                      <a:pt x="302" y="0"/>
                    </a:lnTo>
                    <a:lnTo>
                      <a:pt x="331" y="0"/>
                    </a:lnTo>
                    <a:lnTo>
                      <a:pt x="361" y="0"/>
                    </a:lnTo>
                    <a:lnTo>
                      <a:pt x="391" y="0"/>
                    </a:lnTo>
                    <a:lnTo>
                      <a:pt x="420" y="0"/>
                    </a:lnTo>
                    <a:lnTo>
                      <a:pt x="450" y="0"/>
                    </a:lnTo>
                    <a:lnTo>
                      <a:pt x="480" y="0"/>
                    </a:lnTo>
                    <a:lnTo>
                      <a:pt x="485" y="234"/>
                    </a:lnTo>
                    <a:lnTo>
                      <a:pt x="492" y="468"/>
                    </a:lnTo>
                    <a:lnTo>
                      <a:pt x="497" y="703"/>
                    </a:lnTo>
                    <a:lnTo>
                      <a:pt x="502" y="936"/>
                    </a:lnTo>
                    <a:lnTo>
                      <a:pt x="497" y="980"/>
                    </a:lnTo>
                    <a:lnTo>
                      <a:pt x="490" y="1024"/>
                    </a:lnTo>
                    <a:lnTo>
                      <a:pt x="485" y="1068"/>
                    </a:lnTo>
                    <a:lnTo>
                      <a:pt x="479" y="1111"/>
                    </a:lnTo>
                    <a:lnTo>
                      <a:pt x="449" y="1111"/>
                    </a:lnTo>
                    <a:lnTo>
                      <a:pt x="420" y="1111"/>
                    </a:lnTo>
                    <a:lnTo>
                      <a:pt x="390" y="1112"/>
                    </a:lnTo>
                    <a:lnTo>
                      <a:pt x="360" y="1112"/>
                    </a:lnTo>
                    <a:lnTo>
                      <a:pt x="331" y="1112"/>
                    </a:lnTo>
                    <a:lnTo>
                      <a:pt x="302" y="1112"/>
                    </a:lnTo>
                    <a:lnTo>
                      <a:pt x="272" y="1112"/>
                    </a:lnTo>
                    <a:lnTo>
                      <a:pt x="242" y="1112"/>
                    </a:lnTo>
                    <a:lnTo>
                      <a:pt x="212" y="1113"/>
                    </a:lnTo>
                    <a:lnTo>
                      <a:pt x="183" y="1113"/>
                    </a:lnTo>
                    <a:lnTo>
                      <a:pt x="153" y="1113"/>
                    </a:lnTo>
                    <a:lnTo>
                      <a:pt x="123" y="1113"/>
                    </a:lnTo>
                    <a:lnTo>
                      <a:pt x="93" y="1113"/>
                    </a:lnTo>
                    <a:lnTo>
                      <a:pt x="63" y="1114"/>
                    </a:lnTo>
                    <a:lnTo>
                      <a:pt x="34" y="1114"/>
                    </a:lnTo>
                    <a:lnTo>
                      <a:pt x="4" y="1114"/>
                    </a:lnTo>
                    <a:lnTo>
                      <a:pt x="4" y="1074"/>
                    </a:lnTo>
                    <a:lnTo>
                      <a:pt x="3" y="1033"/>
                    </a:lnTo>
                    <a:lnTo>
                      <a:pt x="2" y="993"/>
                    </a:lnTo>
                    <a:lnTo>
                      <a:pt x="0" y="952"/>
                    </a:lnTo>
                    <a:lnTo>
                      <a:pt x="0" y="714"/>
                    </a:lnTo>
                    <a:lnTo>
                      <a:pt x="0" y="476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72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1" name="Freeform 135"/>
              <p:cNvSpPr>
                <a:spLocks/>
              </p:cNvSpPr>
              <p:nvPr/>
            </p:nvSpPr>
            <p:spPr bwMode="auto">
              <a:xfrm>
                <a:off x="1506538" y="3257550"/>
                <a:ext cx="198438" cy="404812"/>
              </a:xfrm>
              <a:custGeom>
                <a:avLst/>
                <a:gdLst>
                  <a:gd name="T0" fmla="*/ 0 w 498"/>
                  <a:gd name="T1" fmla="*/ 0 h 1021"/>
                  <a:gd name="T2" fmla="*/ 2147483647 w 498"/>
                  <a:gd name="T3" fmla="*/ 0 h 1021"/>
                  <a:gd name="T4" fmla="*/ 2147483647 w 498"/>
                  <a:gd name="T5" fmla="*/ 0 h 1021"/>
                  <a:gd name="T6" fmla="*/ 2147483647 w 498"/>
                  <a:gd name="T7" fmla="*/ 0 h 1021"/>
                  <a:gd name="T8" fmla="*/ 2147483647 w 498"/>
                  <a:gd name="T9" fmla="*/ 0 h 1021"/>
                  <a:gd name="T10" fmla="*/ 2147483647 w 498"/>
                  <a:gd name="T11" fmla="*/ 0 h 1021"/>
                  <a:gd name="T12" fmla="*/ 2147483647 w 498"/>
                  <a:gd name="T13" fmla="*/ 0 h 1021"/>
                  <a:gd name="T14" fmla="*/ 2147483647 w 498"/>
                  <a:gd name="T15" fmla="*/ 0 h 1021"/>
                  <a:gd name="T16" fmla="*/ 2147483647 w 498"/>
                  <a:gd name="T17" fmla="*/ 0 h 1021"/>
                  <a:gd name="T18" fmla="*/ 2147483647 w 498"/>
                  <a:gd name="T19" fmla="*/ 0 h 1021"/>
                  <a:gd name="T20" fmla="*/ 2147483647 w 498"/>
                  <a:gd name="T21" fmla="*/ 0 h 1021"/>
                  <a:gd name="T22" fmla="*/ 2147483647 w 498"/>
                  <a:gd name="T23" fmla="*/ 0 h 1021"/>
                  <a:gd name="T24" fmla="*/ 2147483647 w 498"/>
                  <a:gd name="T25" fmla="*/ 0 h 1021"/>
                  <a:gd name="T26" fmla="*/ 2147483647 w 498"/>
                  <a:gd name="T27" fmla="*/ 0 h 1021"/>
                  <a:gd name="T28" fmla="*/ 2147483647 w 498"/>
                  <a:gd name="T29" fmla="*/ 0 h 1021"/>
                  <a:gd name="T30" fmla="*/ 2147483647 w 498"/>
                  <a:gd name="T31" fmla="*/ 0 h 1021"/>
                  <a:gd name="T32" fmla="*/ 2147483647 w 498"/>
                  <a:gd name="T33" fmla="*/ 0 h 1021"/>
                  <a:gd name="T34" fmla="*/ 2147483647 w 498"/>
                  <a:gd name="T35" fmla="*/ 2147483647 h 1021"/>
                  <a:gd name="T36" fmla="*/ 2147483647 w 498"/>
                  <a:gd name="T37" fmla="*/ 2147483647 h 1021"/>
                  <a:gd name="T38" fmla="*/ 2147483647 w 498"/>
                  <a:gd name="T39" fmla="*/ 2147483647 h 1021"/>
                  <a:gd name="T40" fmla="*/ 2147483647 w 498"/>
                  <a:gd name="T41" fmla="*/ 2147483647 h 1021"/>
                  <a:gd name="T42" fmla="*/ 2147483647 w 498"/>
                  <a:gd name="T43" fmla="*/ 2147483647 h 1021"/>
                  <a:gd name="T44" fmla="*/ 2147483647 w 498"/>
                  <a:gd name="T45" fmla="*/ 2147483647 h 1021"/>
                  <a:gd name="T46" fmla="*/ 2147483647 w 498"/>
                  <a:gd name="T47" fmla="*/ 2147483647 h 1021"/>
                  <a:gd name="T48" fmla="*/ 2147483647 w 498"/>
                  <a:gd name="T49" fmla="*/ 2147483647 h 1021"/>
                  <a:gd name="T50" fmla="*/ 2147483647 w 498"/>
                  <a:gd name="T51" fmla="*/ 2147483647 h 1021"/>
                  <a:gd name="T52" fmla="*/ 2147483647 w 498"/>
                  <a:gd name="T53" fmla="*/ 2147483647 h 1021"/>
                  <a:gd name="T54" fmla="*/ 2147483647 w 498"/>
                  <a:gd name="T55" fmla="*/ 2147483647 h 1021"/>
                  <a:gd name="T56" fmla="*/ 2147483647 w 498"/>
                  <a:gd name="T57" fmla="*/ 2147483647 h 1021"/>
                  <a:gd name="T58" fmla="*/ 2147483647 w 498"/>
                  <a:gd name="T59" fmla="*/ 2147483647 h 1021"/>
                  <a:gd name="T60" fmla="*/ 2147483647 w 498"/>
                  <a:gd name="T61" fmla="*/ 2147483647 h 1021"/>
                  <a:gd name="T62" fmla="*/ 2147483647 w 498"/>
                  <a:gd name="T63" fmla="*/ 2147483647 h 1021"/>
                  <a:gd name="T64" fmla="*/ 2147483647 w 498"/>
                  <a:gd name="T65" fmla="*/ 2147483647 h 1021"/>
                  <a:gd name="T66" fmla="*/ 2147483647 w 498"/>
                  <a:gd name="T67" fmla="*/ 2147483647 h 1021"/>
                  <a:gd name="T68" fmla="*/ 2147483647 w 498"/>
                  <a:gd name="T69" fmla="*/ 2147483647 h 1021"/>
                  <a:gd name="T70" fmla="*/ 2147483647 w 498"/>
                  <a:gd name="T71" fmla="*/ 2147483647 h 1021"/>
                  <a:gd name="T72" fmla="*/ 2147483647 w 498"/>
                  <a:gd name="T73" fmla="*/ 2147483647 h 1021"/>
                  <a:gd name="T74" fmla="*/ 2147483647 w 498"/>
                  <a:gd name="T75" fmla="*/ 2147483647 h 1021"/>
                  <a:gd name="T76" fmla="*/ 2147483647 w 498"/>
                  <a:gd name="T77" fmla="*/ 2147483647 h 1021"/>
                  <a:gd name="T78" fmla="*/ 2147483647 w 498"/>
                  <a:gd name="T79" fmla="*/ 2147483647 h 1021"/>
                  <a:gd name="T80" fmla="*/ 2147483647 w 498"/>
                  <a:gd name="T81" fmla="*/ 2147483647 h 1021"/>
                  <a:gd name="T82" fmla="*/ 2147483647 w 498"/>
                  <a:gd name="T83" fmla="*/ 2147483647 h 1021"/>
                  <a:gd name="T84" fmla="*/ 2147483647 w 498"/>
                  <a:gd name="T85" fmla="*/ 2147483647 h 1021"/>
                  <a:gd name="T86" fmla="*/ 2147483647 w 498"/>
                  <a:gd name="T87" fmla="*/ 2147483647 h 1021"/>
                  <a:gd name="T88" fmla="*/ 0 w 498"/>
                  <a:gd name="T89" fmla="*/ 2147483647 h 1021"/>
                  <a:gd name="T90" fmla="*/ 0 w 498"/>
                  <a:gd name="T91" fmla="*/ 2147483647 h 1021"/>
                  <a:gd name="T92" fmla="*/ 0 w 498"/>
                  <a:gd name="T93" fmla="*/ 2147483647 h 1021"/>
                  <a:gd name="T94" fmla="*/ 0 w 498"/>
                  <a:gd name="T95" fmla="*/ 2147483647 h 1021"/>
                  <a:gd name="T96" fmla="*/ 0 w 498"/>
                  <a:gd name="T97" fmla="*/ 0 h 1021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98"/>
                  <a:gd name="T148" fmla="*/ 0 h 1021"/>
                  <a:gd name="T149" fmla="*/ 498 w 498"/>
                  <a:gd name="T150" fmla="*/ 1021 h 1021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98" h="1021">
                    <a:moveTo>
                      <a:pt x="0" y="0"/>
                    </a:moveTo>
                    <a:lnTo>
                      <a:pt x="29" y="0"/>
                    </a:lnTo>
                    <a:lnTo>
                      <a:pt x="59" y="0"/>
                    </a:lnTo>
                    <a:lnTo>
                      <a:pt x="89" y="0"/>
                    </a:lnTo>
                    <a:lnTo>
                      <a:pt x="119" y="0"/>
                    </a:lnTo>
                    <a:lnTo>
                      <a:pt x="150" y="0"/>
                    </a:lnTo>
                    <a:lnTo>
                      <a:pt x="180" y="0"/>
                    </a:lnTo>
                    <a:lnTo>
                      <a:pt x="210" y="0"/>
                    </a:lnTo>
                    <a:lnTo>
                      <a:pt x="240" y="0"/>
                    </a:lnTo>
                    <a:lnTo>
                      <a:pt x="270" y="0"/>
                    </a:lnTo>
                    <a:lnTo>
                      <a:pt x="300" y="0"/>
                    </a:lnTo>
                    <a:lnTo>
                      <a:pt x="329" y="0"/>
                    </a:lnTo>
                    <a:lnTo>
                      <a:pt x="359" y="0"/>
                    </a:lnTo>
                    <a:lnTo>
                      <a:pt x="389" y="0"/>
                    </a:lnTo>
                    <a:lnTo>
                      <a:pt x="418" y="0"/>
                    </a:lnTo>
                    <a:lnTo>
                      <a:pt x="448" y="0"/>
                    </a:lnTo>
                    <a:lnTo>
                      <a:pt x="478" y="0"/>
                    </a:lnTo>
                    <a:lnTo>
                      <a:pt x="483" y="215"/>
                    </a:lnTo>
                    <a:lnTo>
                      <a:pt x="488" y="429"/>
                    </a:lnTo>
                    <a:lnTo>
                      <a:pt x="493" y="644"/>
                    </a:lnTo>
                    <a:lnTo>
                      <a:pt x="498" y="857"/>
                    </a:lnTo>
                    <a:lnTo>
                      <a:pt x="493" y="897"/>
                    </a:lnTo>
                    <a:lnTo>
                      <a:pt x="487" y="937"/>
                    </a:lnTo>
                    <a:lnTo>
                      <a:pt x="482" y="977"/>
                    </a:lnTo>
                    <a:lnTo>
                      <a:pt x="477" y="1017"/>
                    </a:lnTo>
                    <a:lnTo>
                      <a:pt x="448" y="1017"/>
                    </a:lnTo>
                    <a:lnTo>
                      <a:pt x="418" y="1017"/>
                    </a:lnTo>
                    <a:lnTo>
                      <a:pt x="389" y="1018"/>
                    </a:lnTo>
                    <a:lnTo>
                      <a:pt x="359" y="1018"/>
                    </a:lnTo>
                    <a:lnTo>
                      <a:pt x="330" y="1018"/>
                    </a:lnTo>
                    <a:lnTo>
                      <a:pt x="301" y="1018"/>
                    </a:lnTo>
                    <a:lnTo>
                      <a:pt x="271" y="1018"/>
                    </a:lnTo>
                    <a:lnTo>
                      <a:pt x="242" y="1018"/>
                    </a:lnTo>
                    <a:lnTo>
                      <a:pt x="212" y="1019"/>
                    </a:lnTo>
                    <a:lnTo>
                      <a:pt x="182" y="1019"/>
                    </a:lnTo>
                    <a:lnTo>
                      <a:pt x="152" y="1019"/>
                    </a:lnTo>
                    <a:lnTo>
                      <a:pt x="123" y="1019"/>
                    </a:lnTo>
                    <a:lnTo>
                      <a:pt x="93" y="1019"/>
                    </a:lnTo>
                    <a:lnTo>
                      <a:pt x="64" y="1021"/>
                    </a:lnTo>
                    <a:lnTo>
                      <a:pt x="34" y="1021"/>
                    </a:lnTo>
                    <a:lnTo>
                      <a:pt x="4" y="1021"/>
                    </a:lnTo>
                    <a:lnTo>
                      <a:pt x="3" y="983"/>
                    </a:lnTo>
                    <a:lnTo>
                      <a:pt x="2" y="946"/>
                    </a:lnTo>
                    <a:lnTo>
                      <a:pt x="1" y="910"/>
                    </a:lnTo>
                    <a:lnTo>
                      <a:pt x="0" y="872"/>
                    </a:lnTo>
                    <a:lnTo>
                      <a:pt x="0" y="653"/>
                    </a:lnTo>
                    <a:lnTo>
                      <a:pt x="0" y="436"/>
                    </a:lnTo>
                    <a:lnTo>
                      <a:pt x="0" y="2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75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2" name="Freeform 136"/>
              <p:cNvSpPr>
                <a:spLocks/>
              </p:cNvSpPr>
              <p:nvPr/>
            </p:nvSpPr>
            <p:spPr bwMode="auto">
              <a:xfrm>
                <a:off x="1508126" y="3257550"/>
                <a:ext cx="195263" cy="366712"/>
              </a:xfrm>
              <a:custGeom>
                <a:avLst/>
                <a:gdLst>
                  <a:gd name="T0" fmla="*/ 0 w 494"/>
                  <a:gd name="T1" fmla="*/ 0 h 927"/>
                  <a:gd name="T2" fmla="*/ 2147483647 w 494"/>
                  <a:gd name="T3" fmla="*/ 0 h 927"/>
                  <a:gd name="T4" fmla="*/ 2147483647 w 494"/>
                  <a:gd name="T5" fmla="*/ 0 h 927"/>
                  <a:gd name="T6" fmla="*/ 2147483647 w 494"/>
                  <a:gd name="T7" fmla="*/ 0 h 927"/>
                  <a:gd name="T8" fmla="*/ 2147483647 w 494"/>
                  <a:gd name="T9" fmla="*/ 0 h 927"/>
                  <a:gd name="T10" fmla="*/ 2147483647 w 494"/>
                  <a:gd name="T11" fmla="*/ 0 h 927"/>
                  <a:gd name="T12" fmla="*/ 2147483647 w 494"/>
                  <a:gd name="T13" fmla="*/ 0 h 927"/>
                  <a:gd name="T14" fmla="*/ 2147483647 w 494"/>
                  <a:gd name="T15" fmla="*/ 0 h 927"/>
                  <a:gd name="T16" fmla="*/ 2147483647 w 494"/>
                  <a:gd name="T17" fmla="*/ 0 h 927"/>
                  <a:gd name="T18" fmla="*/ 2147483647 w 494"/>
                  <a:gd name="T19" fmla="*/ 0 h 927"/>
                  <a:gd name="T20" fmla="*/ 2147483647 w 494"/>
                  <a:gd name="T21" fmla="*/ 0 h 927"/>
                  <a:gd name="T22" fmla="*/ 2147483647 w 494"/>
                  <a:gd name="T23" fmla="*/ 0 h 927"/>
                  <a:gd name="T24" fmla="*/ 2147483647 w 494"/>
                  <a:gd name="T25" fmla="*/ 0 h 927"/>
                  <a:gd name="T26" fmla="*/ 2147483647 w 494"/>
                  <a:gd name="T27" fmla="*/ 0 h 927"/>
                  <a:gd name="T28" fmla="*/ 2147483647 w 494"/>
                  <a:gd name="T29" fmla="*/ 0 h 927"/>
                  <a:gd name="T30" fmla="*/ 2147483647 w 494"/>
                  <a:gd name="T31" fmla="*/ 0 h 927"/>
                  <a:gd name="T32" fmla="*/ 2147483647 w 494"/>
                  <a:gd name="T33" fmla="*/ 0 h 927"/>
                  <a:gd name="T34" fmla="*/ 2147483647 w 494"/>
                  <a:gd name="T35" fmla="*/ 2147483647 h 927"/>
                  <a:gd name="T36" fmla="*/ 2147483647 w 494"/>
                  <a:gd name="T37" fmla="*/ 2147483647 h 927"/>
                  <a:gd name="T38" fmla="*/ 2147483647 w 494"/>
                  <a:gd name="T39" fmla="*/ 2147483647 h 927"/>
                  <a:gd name="T40" fmla="*/ 2147483647 w 494"/>
                  <a:gd name="T41" fmla="*/ 2147483647 h 927"/>
                  <a:gd name="T42" fmla="*/ 2147483647 w 494"/>
                  <a:gd name="T43" fmla="*/ 2147483647 h 927"/>
                  <a:gd name="T44" fmla="*/ 2147483647 w 494"/>
                  <a:gd name="T45" fmla="*/ 2147483647 h 927"/>
                  <a:gd name="T46" fmla="*/ 2147483647 w 494"/>
                  <a:gd name="T47" fmla="*/ 2147483647 h 927"/>
                  <a:gd name="T48" fmla="*/ 2147483647 w 494"/>
                  <a:gd name="T49" fmla="*/ 2147483647 h 927"/>
                  <a:gd name="T50" fmla="*/ 2147483647 w 494"/>
                  <a:gd name="T51" fmla="*/ 2147483647 h 927"/>
                  <a:gd name="T52" fmla="*/ 2147483647 w 494"/>
                  <a:gd name="T53" fmla="*/ 2147483647 h 927"/>
                  <a:gd name="T54" fmla="*/ 2147483647 w 494"/>
                  <a:gd name="T55" fmla="*/ 2147483647 h 927"/>
                  <a:gd name="T56" fmla="*/ 2147483647 w 494"/>
                  <a:gd name="T57" fmla="*/ 2147483647 h 927"/>
                  <a:gd name="T58" fmla="*/ 2147483647 w 494"/>
                  <a:gd name="T59" fmla="*/ 2147483647 h 927"/>
                  <a:gd name="T60" fmla="*/ 2147483647 w 494"/>
                  <a:gd name="T61" fmla="*/ 2147483647 h 927"/>
                  <a:gd name="T62" fmla="*/ 2147483647 w 494"/>
                  <a:gd name="T63" fmla="*/ 2147483647 h 927"/>
                  <a:gd name="T64" fmla="*/ 2147483647 w 494"/>
                  <a:gd name="T65" fmla="*/ 2147483647 h 927"/>
                  <a:gd name="T66" fmla="*/ 2147483647 w 494"/>
                  <a:gd name="T67" fmla="*/ 2147483647 h 927"/>
                  <a:gd name="T68" fmla="*/ 2147483647 w 494"/>
                  <a:gd name="T69" fmla="*/ 2147483647 h 927"/>
                  <a:gd name="T70" fmla="*/ 2147483647 w 494"/>
                  <a:gd name="T71" fmla="*/ 2147483647 h 927"/>
                  <a:gd name="T72" fmla="*/ 2147483647 w 494"/>
                  <a:gd name="T73" fmla="*/ 2147483647 h 927"/>
                  <a:gd name="T74" fmla="*/ 2147483647 w 494"/>
                  <a:gd name="T75" fmla="*/ 2147483647 h 927"/>
                  <a:gd name="T76" fmla="*/ 2147483647 w 494"/>
                  <a:gd name="T77" fmla="*/ 2147483647 h 927"/>
                  <a:gd name="T78" fmla="*/ 2147483647 w 494"/>
                  <a:gd name="T79" fmla="*/ 2147483647 h 927"/>
                  <a:gd name="T80" fmla="*/ 2147483647 w 494"/>
                  <a:gd name="T81" fmla="*/ 2147483647 h 927"/>
                  <a:gd name="T82" fmla="*/ 2147483647 w 494"/>
                  <a:gd name="T83" fmla="*/ 2147483647 h 927"/>
                  <a:gd name="T84" fmla="*/ 2147483647 w 494"/>
                  <a:gd name="T85" fmla="*/ 2147483647 h 927"/>
                  <a:gd name="T86" fmla="*/ 2147483647 w 494"/>
                  <a:gd name="T87" fmla="*/ 2147483647 h 927"/>
                  <a:gd name="T88" fmla="*/ 0 w 494"/>
                  <a:gd name="T89" fmla="*/ 2147483647 h 927"/>
                  <a:gd name="T90" fmla="*/ 0 w 494"/>
                  <a:gd name="T91" fmla="*/ 2147483647 h 927"/>
                  <a:gd name="T92" fmla="*/ 0 w 494"/>
                  <a:gd name="T93" fmla="*/ 2147483647 h 927"/>
                  <a:gd name="T94" fmla="*/ 0 w 494"/>
                  <a:gd name="T95" fmla="*/ 2147483647 h 927"/>
                  <a:gd name="T96" fmla="*/ 0 w 494"/>
                  <a:gd name="T97" fmla="*/ 0 h 927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94"/>
                  <a:gd name="T148" fmla="*/ 0 h 927"/>
                  <a:gd name="T149" fmla="*/ 494 w 494"/>
                  <a:gd name="T150" fmla="*/ 927 h 927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94" h="927">
                    <a:moveTo>
                      <a:pt x="0" y="0"/>
                    </a:moveTo>
                    <a:lnTo>
                      <a:pt x="30" y="0"/>
                    </a:lnTo>
                    <a:lnTo>
                      <a:pt x="59" y="0"/>
                    </a:lnTo>
                    <a:lnTo>
                      <a:pt x="88" y="0"/>
                    </a:lnTo>
                    <a:lnTo>
                      <a:pt x="118" y="0"/>
                    </a:lnTo>
                    <a:lnTo>
                      <a:pt x="148" y="0"/>
                    </a:lnTo>
                    <a:lnTo>
                      <a:pt x="178" y="0"/>
                    </a:lnTo>
                    <a:lnTo>
                      <a:pt x="208" y="0"/>
                    </a:lnTo>
                    <a:lnTo>
                      <a:pt x="238" y="0"/>
                    </a:lnTo>
                    <a:lnTo>
                      <a:pt x="268" y="0"/>
                    </a:lnTo>
                    <a:lnTo>
                      <a:pt x="298" y="0"/>
                    </a:lnTo>
                    <a:lnTo>
                      <a:pt x="327" y="0"/>
                    </a:lnTo>
                    <a:lnTo>
                      <a:pt x="357" y="0"/>
                    </a:lnTo>
                    <a:lnTo>
                      <a:pt x="387" y="0"/>
                    </a:lnTo>
                    <a:lnTo>
                      <a:pt x="416" y="0"/>
                    </a:lnTo>
                    <a:lnTo>
                      <a:pt x="446" y="0"/>
                    </a:lnTo>
                    <a:lnTo>
                      <a:pt x="476" y="0"/>
                    </a:lnTo>
                    <a:lnTo>
                      <a:pt x="480" y="195"/>
                    </a:lnTo>
                    <a:lnTo>
                      <a:pt x="485" y="390"/>
                    </a:lnTo>
                    <a:lnTo>
                      <a:pt x="490" y="584"/>
                    </a:lnTo>
                    <a:lnTo>
                      <a:pt x="494" y="779"/>
                    </a:lnTo>
                    <a:lnTo>
                      <a:pt x="490" y="816"/>
                    </a:lnTo>
                    <a:lnTo>
                      <a:pt x="484" y="852"/>
                    </a:lnTo>
                    <a:lnTo>
                      <a:pt x="480" y="888"/>
                    </a:lnTo>
                    <a:lnTo>
                      <a:pt x="476" y="925"/>
                    </a:lnTo>
                    <a:lnTo>
                      <a:pt x="447" y="925"/>
                    </a:lnTo>
                    <a:lnTo>
                      <a:pt x="417" y="925"/>
                    </a:lnTo>
                    <a:lnTo>
                      <a:pt x="388" y="925"/>
                    </a:lnTo>
                    <a:lnTo>
                      <a:pt x="358" y="926"/>
                    </a:lnTo>
                    <a:lnTo>
                      <a:pt x="330" y="926"/>
                    </a:lnTo>
                    <a:lnTo>
                      <a:pt x="300" y="926"/>
                    </a:lnTo>
                    <a:lnTo>
                      <a:pt x="270" y="926"/>
                    </a:lnTo>
                    <a:lnTo>
                      <a:pt x="241" y="926"/>
                    </a:lnTo>
                    <a:lnTo>
                      <a:pt x="211" y="926"/>
                    </a:lnTo>
                    <a:lnTo>
                      <a:pt x="182" y="926"/>
                    </a:lnTo>
                    <a:lnTo>
                      <a:pt x="152" y="926"/>
                    </a:lnTo>
                    <a:lnTo>
                      <a:pt x="122" y="926"/>
                    </a:lnTo>
                    <a:lnTo>
                      <a:pt x="94" y="927"/>
                    </a:lnTo>
                    <a:lnTo>
                      <a:pt x="64" y="927"/>
                    </a:lnTo>
                    <a:lnTo>
                      <a:pt x="35" y="927"/>
                    </a:lnTo>
                    <a:lnTo>
                      <a:pt x="5" y="927"/>
                    </a:lnTo>
                    <a:lnTo>
                      <a:pt x="4" y="892"/>
                    </a:lnTo>
                    <a:lnTo>
                      <a:pt x="2" y="859"/>
                    </a:lnTo>
                    <a:lnTo>
                      <a:pt x="1" y="825"/>
                    </a:lnTo>
                    <a:lnTo>
                      <a:pt x="0" y="792"/>
                    </a:lnTo>
                    <a:lnTo>
                      <a:pt x="0" y="594"/>
                    </a:lnTo>
                    <a:lnTo>
                      <a:pt x="0" y="396"/>
                    </a:lnTo>
                    <a:lnTo>
                      <a:pt x="0" y="1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B7C6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3" name="Freeform 137"/>
              <p:cNvSpPr>
                <a:spLocks/>
              </p:cNvSpPr>
              <p:nvPr/>
            </p:nvSpPr>
            <p:spPr bwMode="auto">
              <a:xfrm>
                <a:off x="1508126" y="3257550"/>
                <a:ext cx="195263" cy="330200"/>
              </a:xfrm>
              <a:custGeom>
                <a:avLst/>
                <a:gdLst>
                  <a:gd name="T0" fmla="*/ 0 w 492"/>
                  <a:gd name="T1" fmla="*/ 0 h 833"/>
                  <a:gd name="T2" fmla="*/ 2147483647 w 492"/>
                  <a:gd name="T3" fmla="*/ 0 h 833"/>
                  <a:gd name="T4" fmla="*/ 2147483647 w 492"/>
                  <a:gd name="T5" fmla="*/ 0 h 833"/>
                  <a:gd name="T6" fmla="*/ 2147483647 w 492"/>
                  <a:gd name="T7" fmla="*/ 0 h 833"/>
                  <a:gd name="T8" fmla="*/ 2147483647 w 492"/>
                  <a:gd name="T9" fmla="*/ 0 h 833"/>
                  <a:gd name="T10" fmla="*/ 2147483647 w 492"/>
                  <a:gd name="T11" fmla="*/ 0 h 833"/>
                  <a:gd name="T12" fmla="*/ 2147483647 w 492"/>
                  <a:gd name="T13" fmla="*/ 0 h 833"/>
                  <a:gd name="T14" fmla="*/ 2147483647 w 492"/>
                  <a:gd name="T15" fmla="*/ 0 h 833"/>
                  <a:gd name="T16" fmla="*/ 2147483647 w 492"/>
                  <a:gd name="T17" fmla="*/ 0 h 833"/>
                  <a:gd name="T18" fmla="*/ 2147483647 w 492"/>
                  <a:gd name="T19" fmla="*/ 0 h 833"/>
                  <a:gd name="T20" fmla="*/ 2147483647 w 492"/>
                  <a:gd name="T21" fmla="*/ 0 h 833"/>
                  <a:gd name="T22" fmla="*/ 2147483647 w 492"/>
                  <a:gd name="T23" fmla="*/ 0 h 833"/>
                  <a:gd name="T24" fmla="*/ 2147483647 w 492"/>
                  <a:gd name="T25" fmla="*/ 0 h 833"/>
                  <a:gd name="T26" fmla="*/ 2147483647 w 492"/>
                  <a:gd name="T27" fmla="*/ 0 h 833"/>
                  <a:gd name="T28" fmla="*/ 2147483647 w 492"/>
                  <a:gd name="T29" fmla="*/ 0 h 833"/>
                  <a:gd name="T30" fmla="*/ 2147483647 w 492"/>
                  <a:gd name="T31" fmla="*/ 0 h 833"/>
                  <a:gd name="T32" fmla="*/ 2147483647 w 492"/>
                  <a:gd name="T33" fmla="*/ 0 h 833"/>
                  <a:gd name="T34" fmla="*/ 2147483647 w 492"/>
                  <a:gd name="T35" fmla="*/ 2147483647 h 833"/>
                  <a:gd name="T36" fmla="*/ 2147483647 w 492"/>
                  <a:gd name="T37" fmla="*/ 2147483647 h 833"/>
                  <a:gd name="T38" fmla="*/ 2147483647 w 492"/>
                  <a:gd name="T39" fmla="*/ 2147483647 h 833"/>
                  <a:gd name="T40" fmla="*/ 2147483647 w 492"/>
                  <a:gd name="T41" fmla="*/ 2147483647 h 833"/>
                  <a:gd name="T42" fmla="*/ 2147483647 w 492"/>
                  <a:gd name="T43" fmla="*/ 2147483647 h 833"/>
                  <a:gd name="T44" fmla="*/ 2147483647 w 492"/>
                  <a:gd name="T45" fmla="*/ 2147483647 h 833"/>
                  <a:gd name="T46" fmla="*/ 2147483647 w 492"/>
                  <a:gd name="T47" fmla="*/ 2147483647 h 833"/>
                  <a:gd name="T48" fmla="*/ 2147483647 w 492"/>
                  <a:gd name="T49" fmla="*/ 2147483647 h 833"/>
                  <a:gd name="T50" fmla="*/ 2147483647 w 492"/>
                  <a:gd name="T51" fmla="*/ 2147483647 h 833"/>
                  <a:gd name="T52" fmla="*/ 2147483647 w 492"/>
                  <a:gd name="T53" fmla="*/ 2147483647 h 833"/>
                  <a:gd name="T54" fmla="*/ 2147483647 w 492"/>
                  <a:gd name="T55" fmla="*/ 2147483647 h 833"/>
                  <a:gd name="T56" fmla="*/ 2147483647 w 492"/>
                  <a:gd name="T57" fmla="*/ 2147483647 h 833"/>
                  <a:gd name="T58" fmla="*/ 2147483647 w 492"/>
                  <a:gd name="T59" fmla="*/ 2147483647 h 833"/>
                  <a:gd name="T60" fmla="*/ 2147483647 w 492"/>
                  <a:gd name="T61" fmla="*/ 2147483647 h 833"/>
                  <a:gd name="T62" fmla="*/ 2147483647 w 492"/>
                  <a:gd name="T63" fmla="*/ 2147483647 h 833"/>
                  <a:gd name="T64" fmla="*/ 2147483647 w 492"/>
                  <a:gd name="T65" fmla="*/ 2147483647 h 833"/>
                  <a:gd name="T66" fmla="*/ 2147483647 w 492"/>
                  <a:gd name="T67" fmla="*/ 2147483647 h 833"/>
                  <a:gd name="T68" fmla="*/ 2147483647 w 492"/>
                  <a:gd name="T69" fmla="*/ 2147483647 h 833"/>
                  <a:gd name="T70" fmla="*/ 2147483647 w 492"/>
                  <a:gd name="T71" fmla="*/ 2147483647 h 833"/>
                  <a:gd name="T72" fmla="*/ 2147483647 w 492"/>
                  <a:gd name="T73" fmla="*/ 2147483647 h 833"/>
                  <a:gd name="T74" fmla="*/ 2147483647 w 492"/>
                  <a:gd name="T75" fmla="*/ 2147483647 h 833"/>
                  <a:gd name="T76" fmla="*/ 2147483647 w 492"/>
                  <a:gd name="T77" fmla="*/ 2147483647 h 833"/>
                  <a:gd name="T78" fmla="*/ 2147483647 w 492"/>
                  <a:gd name="T79" fmla="*/ 2147483647 h 833"/>
                  <a:gd name="T80" fmla="*/ 2147483647 w 492"/>
                  <a:gd name="T81" fmla="*/ 2147483647 h 833"/>
                  <a:gd name="T82" fmla="*/ 2147483647 w 492"/>
                  <a:gd name="T83" fmla="*/ 2147483647 h 833"/>
                  <a:gd name="T84" fmla="*/ 2147483647 w 492"/>
                  <a:gd name="T85" fmla="*/ 2147483647 h 833"/>
                  <a:gd name="T86" fmla="*/ 2147483647 w 492"/>
                  <a:gd name="T87" fmla="*/ 2147483647 h 833"/>
                  <a:gd name="T88" fmla="*/ 0 w 492"/>
                  <a:gd name="T89" fmla="*/ 2147483647 h 833"/>
                  <a:gd name="T90" fmla="*/ 0 w 492"/>
                  <a:gd name="T91" fmla="*/ 2147483647 h 833"/>
                  <a:gd name="T92" fmla="*/ 0 w 492"/>
                  <a:gd name="T93" fmla="*/ 2147483647 h 833"/>
                  <a:gd name="T94" fmla="*/ 0 w 492"/>
                  <a:gd name="T95" fmla="*/ 2147483647 h 833"/>
                  <a:gd name="T96" fmla="*/ 0 w 492"/>
                  <a:gd name="T97" fmla="*/ 0 h 833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92"/>
                  <a:gd name="T148" fmla="*/ 0 h 833"/>
                  <a:gd name="T149" fmla="*/ 492 w 492"/>
                  <a:gd name="T150" fmla="*/ 833 h 833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92" h="833">
                    <a:moveTo>
                      <a:pt x="0" y="0"/>
                    </a:moveTo>
                    <a:lnTo>
                      <a:pt x="30" y="0"/>
                    </a:lnTo>
                    <a:lnTo>
                      <a:pt x="59" y="0"/>
                    </a:lnTo>
                    <a:lnTo>
                      <a:pt x="89" y="0"/>
                    </a:lnTo>
                    <a:lnTo>
                      <a:pt x="119" y="0"/>
                    </a:lnTo>
                    <a:lnTo>
                      <a:pt x="149" y="0"/>
                    </a:lnTo>
                    <a:lnTo>
                      <a:pt x="179" y="0"/>
                    </a:lnTo>
                    <a:lnTo>
                      <a:pt x="209" y="0"/>
                    </a:lnTo>
                    <a:lnTo>
                      <a:pt x="239" y="0"/>
                    </a:lnTo>
                    <a:lnTo>
                      <a:pt x="269" y="0"/>
                    </a:lnTo>
                    <a:lnTo>
                      <a:pt x="299" y="0"/>
                    </a:lnTo>
                    <a:lnTo>
                      <a:pt x="327" y="0"/>
                    </a:lnTo>
                    <a:lnTo>
                      <a:pt x="357" y="0"/>
                    </a:lnTo>
                    <a:lnTo>
                      <a:pt x="387" y="0"/>
                    </a:lnTo>
                    <a:lnTo>
                      <a:pt x="417" y="0"/>
                    </a:lnTo>
                    <a:lnTo>
                      <a:pt x="446" y="0"/>
                    </a:lnTo>
                    <a:lnTo>
                      <a:pt x="476" y="0"/>
                    </a:lnTo>
                    <a:lnTo>
                      <a:pt x="480" y="175"/>
                    </a:lnTo>
                    <a:lnTo>
                      <a:pt x="484" y="350"/>
                    </a:lnTo>
                    <a:lnTo>
                      <a:pt x="488" y="525"/>
                    </a:lnTo>
                    <a:lnTo>
                      <a:pt x="492" y="700"/>
                    </a:lnTo>
                    <a:lnTo>
                      <a:pt x="488" y="732"/>
                    </a:lnTo>
                    <a:lnTo>
                      <a:pt x="484" y="766"/>
                    </a:lnTo>
                    <a:lnTo>
                      <a:pt x="480" y="798"/>
                    </a:lnTo>
                    <a:lnTo>
                      <a:pt x="476" y="831"/>
                    </a:lnTo>
                    <a:lnTo>
                      <a:pt x="447" y="831"/>
                    </a:lnTo>
                    <a:lnTo>
                      <a:pt x="418" y="831"/>
                    </a:lnTo>
                    <a:lnTo>
                      <a:pt x="388" y="832"/>
                    </a:lnTo>
                    <a:lnTo>
                      <a:pt x="359" y="832"/>
                    </a:lnTo>
                    <a:lnTo>
                      <a:pt x="331" y="832"/>
                    </a:lnTo>
                    <a:lnTo>
                      <a:pt x="301" y="832"/>
                    </a:lnTo>
                    <a:lnTo>
                      <a:pt x="272" y="832"/>
                    </a:lnTo>
                    <a:lnTo>
                      <a:pt x="242" y="832"/>
                    </a:lnTo>
                    <a:lnTo>
                      <a:pt x="213" y="833"/>
                    </a:lnTo>
                    <a:lnTo>
                      <a:pt x="184" y="833"/>
                    </a:lnTo>
                    <a:lnTo>
                      <a:pt x="154" y="833"/>
                    </a:lnTo>
                    <a:lnTo>
                      <a:pt x="126" y="833"/>
                    </a:lnTo>
                    <a:lnTo>
                      <a:pt x="96" y="833"/>
                    </a:lnTo>
                    <a:lnTo>
                      <a:pt x="67" y="833"/>
                    </a:lnTo>
                    <a:lnTo>
                      <a:pt x="37" y="833"/>
                    </a:lnTo>
                    <a:lnTo>
                      <a:pt x="8" y="833"/>
                    </a:lnTo>
                    <a:lnTo>
                      <a:pt x="6" y="802"/>
                    </a:lnTo>
                    <a:lnTo>
                      <a:pt x="4" y="772"/>
                    </a:lnTo>
                    <a:lnTo>
                      <a:pt x="2" y="741"/>
                    </a:lnTo>
                    <a:lnTo>
                      <a:pt x="0" y="711"/>
                    </a:lnTo>
                    <a:lnTo>
                      <a:pt x="0" y="533"/>
                    </a:lnTo>
                    <a:lnTo>
                      <a:pt x="0" y="356"/>
                    </a:lnTo>
                    <a:lnTo>
                      <a:pt x="0" y="1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3846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4" name="Freeform 138"/>
              <p:cNvSpPr>
                <a:spLocks/>
              </p:cNvSpPr>
              <p:nvPr/>
            </p:nvSpPr>
            <p:spPr bwMode="auto">
              <a:xfrm>
                <a:off x="1508126" y="3257550"/>
                <a:ext cx="193675" cy="292100"/>
              </a:xfrm>
              <a:custGeom>
                <a:avLst/>
                <a:gdLst>
                  <a:gd name="T0" fmla="*/ 0 w 489"/>
                  <a:gd name="T1" fmla="*/ 0 h 739"/>
                  <a:gd name="T2" fmla="*/ 2147483647 w 489"/>
                  <a:gd name="T3" fmla="*/ 0 h 739"/>
                  <a:gd name="T4" fmla="*/ 2147483647 w 489"/>
                  <a:gd name="T5" fmla="*/ 0 h 739"/>
                  <a:gd name="T6" fmla="*/ 2147483647 w 489"/>
                  <a:gd name="T7" fmla="*/ 0 h 739"/>
                  <a:gd name="T8" fmla="*/ 2147483647 w 489"/>
                  <a:gd name="T9" fmla="*/ 0 h 739"/>
                  <a:gd name="T10" fmla="*/ 2147483647 w 489"/>
                  <a:gd name="T11" fmla="*/ 0 h 739"/>
                  <a:gd name="T12" fmla="*/ 2147483647 w 489"/>
                  <a:gd name="T13" fmla="*/ 0 h 739"/>
                  <a:gd name="T14" fmla="*/ 2147483647 w 489"/>
                  <a:gd name="T15" fmla="*/ 0 h 739"/>
                  <a:gd name="T16" fmla="*/ 2147483647 w 489"/>
                  <a:gd name="T17" fmla="*/ 0 h 739"/>
                  <a:gd name="T18" fmla="*/ 2147483647 w 489"/>
                  <a:gd name="T19" fmla="*/ 0 h 739"/>
                  <a:gd name="T20" fmla="*/ 2147483647 w 489"/>
                  <a:gd name="T21" fmla="*/ 0 h 739"/>
                  <a:gd name="T22" fmla="*/ 2147483647 w 489"/>
                  <a:gd name="T23" fmla="*/ 0 h 739"/>
                  <a:gd name="T24" fmla="*/ 2147483647 w 489"/>
                  <a:gd name="T25" fmla="*/ 0 h 739"/>
                  <a:gd name="T26" fmla="*/ 2147483647 w 489"/>
                  <a:gd name="T27" fmla="*/ 0 h 739"/>
                  <a:gd name="T28" fmla="*/ 2147483647 w 489"/>
                  <a:gd name="T29" fmla="*/ 0 h 739"/>
                  <a:gd name="T30" fmla="*/ 2147483647 w 489"/>
                  <a:gd name="T31" fmla="*/ 0 h 739"/>
                  <a:gd name="T32" fmla="*/ 2147483647 w 489"/>
                  <a:gd name="T33" fmla="*/ 0 h 739"/>
                  <a:gd name="T34" fmla="*/ 2147483647 w 489"/>
                  <a:gd name="T35" fmla="*/ 2147483647 h 739"/>
                  <a:gd name="T36" fmla="*/ 2147483647 w 489"/>
                  <a:gd name="T37" fmla="*/ 2147483647 h 739"/>
                  <a:gd name="T38" fmla="*/ 2147483647 w 489"/>
                  <a:gd name="T39" fmla="*/ 2147483647 h 739"/>
                  <a:gd name="T40" fmla="*/ 2147483647 w 489"/>
                  <a:gd name="T41" fmla="*/ 2147483647 h 739"/>
                  <a:gd name="T42" fmla="*/ 2147483647 w 489"/>
                  <a:gd name="T43" fmla="*/ 2147483647 h 739"/>
                  <a:gd name="T44" fmla="*/ 2147483647 w 489"/>
                  <a:gd name="T45" fmla="*/ 2147483647 h 739"/>
                  <a:gd name="T46" fmla="*/ 2147483647 w 489"/>
                  <a:gd name="T47" fmla="*/ 2147483647 h 739"/>
                  <a:gd name="T48" fmla="*/ 2147483647 w 489"/>
                  <a:gd name="T49" fmla="*/ 2147483647 h 739"/>
                  <a:gd name="T50" fmla="*/ 2147483647 w 489"/>
                  <a:gd name="T51" fmla="*/ 2147483647 h 739"/>
                  <a:gd name="T52" fmla="*/ 2147483647 w 489"/>
                  <a:gd name="T53" fmla="*/ 2147483647 h 739"/>
                  <a:gd name="T54" fmla="*/ 2147483647 w 489"/>
                  <a:gd name="T55" fmla="*/ 2147483647 h 739"/>
                  <a:gd name="T56" fmla="*/ 2147483647 w 489"/>
                  <a:gd name="T57" fmla="*/ 2147483647 h 739"/>
                  <a:gd name="T58" fmla="*/ 2147483647 w 489"/>
                  <a:gd name="T59" fmla="*/ 2147483647 h 739"/>
                  <a:gd name="T60" fmla="*/ 2147483647 w 489"/>
                  <a:gd name="T61" fmla="*/ 2147483647 h 739"/>
                  <a:gd name="T62" fmla="*/ 2147483647 w 489"/>
                  <a:gd name="T63" fmla="*/ 2147483647 h 739"/>
                  <a:gd name="T64" fmla="*/ 2147483647 w 489"/>
                  <a:gd name="T65" fmla="*/ 2147483647 h 739"/>
                  <a:gd name="T66" fmla="*/ 2147483647 w 489"/>
                  <a:gd name="T67" fmla="*/ 2147483647 h 739"/>
                  <a:gd name="T68" fmla="*/ 2147483647 w 489"/>
                  <a:gd name="T69" fmla="*/ 2147483647 h 739"/>
                  <a:gd name="T70" fmla="*/ 2147483647 w 489"/>
                  <a:gd name="T71" fmla="*/ 2147483647 h 739"/>
                  <a:gd name="T72" fmla="*/ 2147483647 w 489"/>
                  <a:gd name="T73" fmla="*/ 2147483647 h 739"/>
                  <a:gd name="T74" fmla="*/ 2147483647 w 489"/>
                  <a:gd name="T75" fmla="*/ 2147483647 h 739"/>
                  <a:gd name="T76" fmla="*/ 2147483647 w 489"/>
                  <a:gd name="T77" fmla="*/ 2147483647 h 739"/>
                  <a:gd name="T78" fmla="*/ 2147483647 w 489"/>
                  <a:gd name="T79" fmla="*/ 2147483647 h 739"/>
                  <a:gd name="T80" fmla="*/ 2147483647 w 489"/>
                  <a:gd name="T81" fmla="*/ 2147483647 h 739"/>
                  <a:gd name="T82" fmla="*/ 2147483647 w 489"/>
                  <a:gd name="T83" fmla="*/ 2147483647 h 739"/>
                  <a:gd name="T84" fmla="*/ 2147483647 w 489"/>
                  <a:gd name="T85" fmla="*/ 2147483647 h 739"/>
                  <a:gd name="T86" fmla="*/ 2147483647 w 489"/>
                  <a:gd name="T87" fmla="*/ 2147483647 h 739"/>
                  <a:gd name="T88" fmla="*/ 0 w 489"/>
                  <a:gd name="T89" fmla="*/ 2147483647 h 739"/>
                  <a:gd name="T90" fmla="*/ 0 w 489"/>
                  <a:gd name="T91" fmla="*/ 2147483647 h 739"/>
                  <a:gd name="T92" fmla="*/ 0 w 489"/>
                  <a:gd name="T93" fmla="*/ 2147483647 h 739"/>
                  <a:gd name="T94" fmla="*/ 0 w 489"/>
                  <a:gd name="T95" fmla="*/ 2147483647 h 739"/>
                  <a:gd name="T96" fmla="*/ 0 w 489"/>
                  <a:gd name="T97" fmla="*/ 0 h 73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89"/>
                  <a:gd name="T148" fmla="*/ 0 h 739"/>
                  <a:gd name="T149" fmla="*/ 489 w 489"/>
                  <a:gd name="T150" fmla="*/ 739 h 73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89" h="739">
                    <a:moveTo>
                      <a:pt x="0" y="0"/>
                    </a:moveTo>
                    <a:lnTo>
                      <a:pt x="30" y="0"/>
                    </a:lnTo>
                    <a:lnTo>
                      <a:pt x="60" y="0"/>
                    </a:lnTo>
                    <a:lnTo>
                      <a:pt x="88" y="0"/>
                    </a:lnTo>
                    <a:lnTo>
                      <a:pt x="118" y="0"/>
                    </a:lnTo>
                    <a:lnTo>
                      <a:pt x="148" y="0"/>
                    </a:lnTo>
                    <a:lnTo>
                      <a:pt x="178" y="0"/>
                    </a:lnTo>
                    <a:lnTo>
                      <a:pt x="208" y="0"/>
                    </a:lnTo>
                    <a:lnTo>
                      <a:pt x="238" y="0"/>
                    </a:lnTo>
                    <a:lnTo>
                      <a:pt x="268" y="0"/>
                    </a:lnTo>
                    <a:lnTo>
                      <a:pt x="298" y="0"/>
                    </a:lnTo>
                    <a:lnTo>
                      <a:pt x="326" y="0"/>
                    </a:lnTo>
                    <a:lnTo>
                      <a:pt x="356" y="0"/>
                    </a:lnTo>
                    <a:lnTo>
                      <a:pt x="386" y="0"/>
                    </a:lnTo>
                    <a:lnTo>
                      <a:pt x="416" y="0"/>
                    </a:lnTo>
                    <a:lnTo>
                      <a:pt x="445" y="0"/>
                    </a:lnTo>
                    <a:lnTo>
                      <a:pt x="475" y="0"/>
                    </a:lnTo>
                    <a:lnTo>
                      <a:pt x="478" y="155"/>
                    </a:lnTo>
                    <a:lnTo>
                      <a:pt x="482" y="311"/>
                    </a:lnTo>
                    <a:lnTo>
                      <a:pt x="485" y="466"/>
                    </a:lnTo>
                    <a:lnTo>
                      <a:pt x="489" y="621"/>
                    </a:lnTo>
                    <a:lnTo>
                      <a:pt x="485" y="650"/>
                    </a:lnTo>
                    <a:lnTo>
                      <a:pt x="482" y="679"/>
                    </a:lnTo>
                    <a:lnTo>
                      <a:pt x="478" y="708"/>
                    </a:lnTo>
                    <a:lnTo>
                      <a:pt x="475" y="738"/>
                    </a:lnTo>
                    <a:lnTo>
                      <a:pt x="446" y="738"/>
                    </a:lnTo>
                    <a:lnTo>
                      <a:pt x="417" y="738"/>
                    </a:lnTo>
                    <a:lnTo>
                      <a:pt x="388" y="738"/>
                    </a:lnTo>
                    <a:lnTo>
                      <a:pt x="360" y="738"/>
                    </a:lnTo>
                    <a:lnTo>
                      <a:pt x="331" y="738"/>
                    </a:lnTo>
                    <a:lnTo>
                      <a:pt x="301" y="738"/>
                    </a:lnTo>
                    <a:lnTo>
                      <a:pt x="272" y="738"/>
                    </a:lnTo>
                    <a:lnTo>
                      <a:pt x="243" y="738"/>
                    </a:lnTo>
                    <a:lnTo>
                      <a:pt x="214" y="739"/>
                    </a:lnTo>
                    <a:lnTo>
                      <a:pt x="184" y="739"/>
                    </a:lnTo>
                    <a:lnTo>
                      <a:pt x="156" y="739"/>
                    </a:lnTo>
                    <a:lnTo>
                      <a:pt x="127" y="739"/>
                    </a:lnTo>
                    <a:lnTo>
                      <a:pt x="98" y="739"/>
                    </a:lnTo>
                    <a:lnTo>
                      <a:pt x="68" y="739"/>
                    </a:lnTo>
                    <a:lnTo>
                      <a:pt x="39" y="739"/>
                    </a:lnTo>
                    <a:lnTo>
                      <a:pt x="10" y="739"/>
                    </a:lnTo>
                    <a:lnTo>
                      <a:pt x="7" y="712"/>
                    </a:lnTo>
                    <a:lnTo>
                      <a:pt x="5" y="685"/>
                    </a:lnTo>
                    <a:lnTo>
                      <a:pt x="2" y="658"/>
                    </a:lnTo>
                    <a:lnTo>
                      <a:pt x="0" y="631"/>
                    </a:lnTo>
                    <a:lnTo>
                      <a:pt x="0" y="473"/>
                    </a:lnTo>
                    <a:lnTo>
                      <a:pt x="0" y="315"/>
                    </a:lnTo>
                    <a:lnTo>
                      <a:pt x="0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A8C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5" name="Freeform 139"/>
              <p:cNvSpPr>
                <a:spLocks/>
              </p:cNvSpPr>
              <p:nvPr/>
            </p:nvSpPr>
            <p:spPr bwMode="auto">
              <a:xfrm>
                <a:off x="1508126" y="3257550"/>
                <a:ext cx="193675" cy="255587"/>
              </a:xfrm>
              <a:custGeom>
                <a:avLst/>
                <a:gdLst>
                  <a:gd name="T0" fmla="*/ 0 w 487"/>
                  <a:gd name="T1" fmla="*/ 0 h 645"/>
                  <a:gd name="T2" fmla="*/ 2147483647 w 487"/>
                  <a:gd name="T3" fmla="*/ 0 h 645"/>
                  <a:gd name="T4" fmla="*/ 2147483647 w 487"/>
                  <a:gd name="T5" fmla="*/ 0 h 645"/>
                  <a:gd name="T6" fmla="*/ 2147483647 w 487"/>
                  <a:gd name="T7" fmla="*/ 0 h 645"/>
                  <a:gd name="T8" fmla="*/ 2147483647 w 487"/>
                  <a:gd name="T9" fmla="*/ 0 h 645"/>
                  <a:gd name="T10" fmla="*/ 2147483647 w 487"/>
                  <a:gd name="T11" fmla="*/ 0 h 645"/>
                  <a:gd name="T12" fmla="*/ 2147483647 w 487"/>
                  <a:gd name="T13" fmla="*/ 0 h 645"/>
                  <a:gd name="T14" fmla="*/ 2147483647 w 487"/>
                  <a:gd name="T15" fmla="*/ 0 h 645"/>
                  <a:gd name="T16" fmla="*/ 2147483647 w 487"/>
                  <a:gd name="T17" fmla="*/ 0 h 645"/>
                  <a:gd name="T18" fmla="*/ 2147483647 w 487"/>
                  <a:gd name="T19" fmla="*/ 0 h 645"/>
                  <a:gd name="T20" fmla="*/ 2147483647 w 487"/>
                  <a:gd name="T21" fmla="*/ 0 h 645"/>
                  <a:gd name="T22" fmla="*/ 2147483647 w 487"/>
                  <a:gd name="T23" fmla="*/ 0 h 645"/>
                  <a:gd name="T24" fmla="*/ 2147483647 w 487"/>
                  <a:gd name="T25" fmla="*/ 0 h 645"/>
                  <a:gd name="T26" fmla="*/ 2147483647 w 487"/>
                  <a:gd name="T27" fmla="*/ 0 h 645"/>
                  <a:gd name="T28" fmla="*/ 2147483647 w 487"/>
                  <a:gd name="T29" fmla="*/ 0 h 645"/>
                  <a:gd name="T30" fmla="*/ 2147483647 w 487"/>
                  <a:gd name="T31" fmla="*/ 0 h 645"/>
                  <a:gd name="T32" fmla="*/ 2147483647 w 487"/>
                  <a:gd name="T33" fmla="*/ 0 h 645"/>
                  <a:gd name="T34" fmla="*/ 2147483647 w 487"/>
                  <a:gd name="T35" fmla="*/ 2147483647 h 645"/>
                  <a:gd name="T36" fmla="*/ 2147483647 w 487"/>
                  <a:gd name="T37" fmla="*/ 2147483647 h 645"/>
                  <a:gd name="T38" fmla="*/ 2147483647 w 487"/>
                  <a:gd name="T39" fmla="*/ 2147483647 h 645"/>
                  <a:gd name="T40" fmla="*/ 2147483647 w 487"/>
                  <a:gd name="T41" fmla="*/ 2147483647 h 645"/>
                  <a:gd name="T42" fmla="*/ 2147483647 w 487"/>
                  <a:gd name="T43" fmla="*/ 2147483647 h 645"/>
                  <a:gd name="T44" fmla="*/ 2147483647 w 487"/>
                  <a:gd name="T45" fmla="*/ 2147483647 h 645"/>
                  <a:gd name="T46" fmla="*/ 2147483647 w 487"/>
                  <a:gd name="T47" fmla="*/ 2147483647 h 645"/>
                  <a:gd name="T48" fmla="*/ 2147483647 w 487"/>
                  <a:gd name="T49" fmla="*/ 2147483647 h 645"/>
                  <a:gd name="T50" fmla="*/ 2147483647 w 487"/>
                  <a:gd name="T51" fmla="*/ 2147483647 h 645"/>
                  <a:gd name="T52" fmla="*/ 2147483647 w 487"/>
                  <a:gd name="T53" fmla="*/ 2147483647 h 645"/>
                  <a:gd name="T54" fmla="*/ 2147483647 w 487"/>
                  <a:gd name="T55" fmla="*/ 2147483647 h 645"/>
                  <a:gd name="T56" fmla="*/ 2147483647 w 487"/>
                  <a:gd name="T57" fmla="*/ 2147483647 h 645"/>
                  <a:gd name="T58" fmla="*/ 2147483647 w 487"/>
                  <a:gd name="T59" fmla="*/ 2147483647 h 645"/>
                  <a:gd name="T60" fmla="*/ 2147483647 w 487"/>
                  <a:gd name="T61" fmla="*/ 2147483647 h 645"/>
                  <a:gd name="T62" fmla="*/ 2147483647 w 487"/>
                  <a:gd name="T63" fmla="*/ 2147483647 h 645"/>
                  <a:gd name="T64" fmla="*/ 2147483647 w 487"/>
                  <a:gd name="T65" fmla="*/ 2147483647 h 645"/>
                  <a:gd name="T66" fmla="*/ 2147483647 w 487"/>
                  <a:gd name="T67" fmla="*/ 2147483647 h 645"/>
                  <a:gd name="T68" fmla="*/ 2147483647 w 487"/>
                  <a:gd name="T69" fmla="*/ 2147483647 h 645"/>
                  <a:gd name="T70" fmla="*/ 2147483647 w 487"/>
                  <a:gd name="T71" fmla="*/ 2147483647 h 645"/>
                  <a:gd name="T72" fmla="*/ 2147483647 w 487"/>
                  <a:gd name="T73" fmla="*/ 2147483647 h 645"/>
                  <a:gd name="T74" fmla="*/ 2147483647 w 487"/>
                  <a:gd name="T75" fmla="*/ 2147483647 h 645"/>
                  <a:gd name="T76" fmla="*/ 2147483647 w 487"/>
                  <a:gd name="T77" fmla="*/ 2147483647 h 645"/>
                  <a:gd name="T78" fmla="*/ 2147483647 w 487"/>
                  <a:gd name="T79" fmla="*/ 2147483647 h 645"/>
                  <a:gd name="T80" fmla="*/ 2147483647 w 487"/>
                  <a:gd name="T81" fmla="*/ 2147483647 h 645"/>
                  <a:gd name="T82" fmla="*/ 2147483647 w 487"/>
                  <a:gd name="T83" fmla="*/ 2147483647 h 645"/>
                  <a:gd name="T84" fmla="*/ 2147483647 w 487"/>
                  <a:gd name="T85" fmla="*/ 2147483647 h 645"/>
                  <a:gd name="T86" fmla="*/ 2147483647 w 487"/>
                  <a:gd name="T87" fmla="*/ 2147483647 h 645"/>
                  <a:gd name="T88" fmla="*/ 0 w 487"/>
                  <a:gd name="T89" fmla="*/ 2147483647 h 645"/>
                  <a:gd name="T90" fmla="*/ 0 w 487"/>
                  <a:gd name="T91" fmla="*/ 2147483647 h 645"/>
                  <a:gd name="T92" fmla="*/ 0 w 487"/>
                  <a:gd name="T93" fmla="*/ 2147483647 h 645"/>
                  <a:gd name="T94" fmla="*/ 0 w 487"/>
                  <a:gd name="T95" fmla="*/ 2147483647 h 645"/>
                  <a:gd name="T96" fmla="*/ 0 w 487"/>
                  <a:gd name="T97" fmla="*/ 0 h 645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87"/>
                  <a:gd name="T148" fmla="*/ 0 h 645"/>
                  <a:gd name="T149" fmla="*/ 487 w 487"/>
                  <a:gd name="T150" fmla="*/ 645 h 645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87" h="645">
                    <a:moveTo>
                      <a:pt x="0" y="0"/>
                    </a:moveTo>
                    <a:lnTo>
                      <a:pt x="30" y="0"/>
                    </a:lnTo>
                    <a:lnTo>
                      <a:pt x="60" y="0"/>
                    </a:lnTo>
                    <a:lnTo>
                      <a:pt x="89" y="0"/>
                    </a:lnTo>
                    <a:lnTo>
                      <a:pt x="119" y="0"/>
                    </a:lnTo>
                    <a:lnTo>
                      <a:pt x="149" y="0"/>
                    </a:lnTo>
                    <a:lnTo>
                      <a:pt x="179" y="0"/>
                    </a:lnTo>
                    <a:lnTo>
                      <a:pt x="208" y="0"/>
                    </a:lnTo>
                    <a:lnTo>
                      <a:pt x="238" y="0"/>
                    </a:lnTo>
                    <a:lnTo>
                      <a:pt x="268" y="0"/>
                    </a:lnTo>
                    <a:lnTo>
                      <a:pt x="298" y="0"/>
                    </a:lnTo>
                    <a:lnTo>
                      <a:pt x="327" y="0"/>
                    </a:lnTo>
                    <a:lnTo>
                      <a:pt x="356" y="0"/>
                    </a:lnTo>
                    <a:lnTo>
                      <a:pt x="386" y="0"/>
                    </a:lnTo>
                    <a:lnTo>
                      <a:pt x="416" y="0"/>
                    </a:lnTo>
                    <a:lnTo>
                      <a:pt x="445" y="0"/>
                    </a:lnTo>
                    <a:lnTo>
                      <a:pt x="475" y="0"/>
                    </a:lnTo>
                    <a:lnTo>
                      <a:pt x="478" y="136"/>
                    </a:lnTo>
                    <a:lnTo>
                      <a:pt x="481" y="271"/>
                    </a:lnTo>
                    <a:lnTo>
                      <a:pt x="483" y="407"/>
                    </a:lnTo>
                    <a:lnTo>
                      <a:pt x="487" y="542"/>
                    </a:lnTo>
                    <a:lnTo>
                      <a:pt x="483" y="568"/>
                    </a:lnTo>
                    <a:lnTo>
                      <a:pt x="480" y="593"/>
                    </a:lnTo>
                    <a:lnTo>
                      <a:pt x="477" y="618"/>
                    </a:lnTo>
                    <a:lnTo>
                      <a:pt x="475" y="644"/>
                    </a:lnTo>
                    <a:lnTo>
                      <a:pt x="446" y="644"/>
                    </a:lnTo>
                    <a:lnTo>
                      <a:pt x="417" y="644"/>
                    </a:lnTo>
                    <a:lnTo>
                      <a:pt x="388" y="644"/>
                    </a:lnTo>
                    <a:lnTo>
                      <a:pt x="360" y="644"/>
                    </a:lnTo>
                    <a:lnTo>
                      <a:pt x="331" y="644"/>
                    </a:lnTo>
                    <a:lnTo>
                      <a:pt x="302" y="644"/>
                    </a:lnTo>
                    <a:lnTo>
                      <a:pt x="273" y="644"/>
                    </a:lnTo>
                    <a:lnTo>
                      <a:pt x="244" y="644"/>
                    </a:lnTo>
                    <a:lnTo>
                      <a:pt x="215" y="645"/>
                    </a:lnTo>
                    <a:lnTo>
                      <a:pt x="187" y="645"/>
                    </a:lnTo>
                    <a:lnTo>
                      <a:pt x="158" y="645"/>
                    </a:lnTo>
                    <a:lnTo>
                      <a:pt x="129" y="645"/>
                    </a:lnTo>
                    <a:lnTo>
                      <a:pt x="100" y="645"/>
                    </a:lnTo>
                    <a:lnTo>
                      <a:pt x="70" y="645"/>
                    </a:lnTo>
                    <a:lnTo>
                      <a:pt x="41" y="645"/>
                    </a:lnTo>
                    <a:lnTo>
                      <a:pt x="13" y="645"/>
                    </a:lnTo>
                    <a:lnTo>
                      <a:pt x="9" y="621"/>
                    </a:lnTo>
                    <a:lnTo>
                      <a:pt x="6" y="598"/>
                    </a:lnTo>
                    <a:lnTo>
                      <a:pt x="3" y="574"/>
                    </a:lnTo>
                    <a:lnTo>
                      <a:pt x="0" y="551"/>
                    </a:lnTo>
                    <a:lnTo>
                      <a:pt x="0" y="413"/>
                    </a:lnTo>
                    <a:lnTo>
                      <a:pt x="0" y="276"/>
                    </a:lnTo>
                    <a:lnTo>
                      <a:pt x="0" y="1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D8E7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6" name="Freeform 140"/>
              <p:cNvSpPr>
                <a:spLocks/>
              </p:cNvSpPr>
              <p:nvPr/>
            </p:nvSpPr>
            <p:spPr bwMode="auto">
              <a:xfrm>
                <a:off x="1508126" y="3257550"/>
                <a:ext cx="192088" cy="219075"/>
              </a:xfrm>
              <a:custGeom>
                <a:avLst/>
                <a:gdLst>
                  <a:gd name="T0" fmla="*/ 0 w 484"/>
                  <a:gd name="T1" fmla="*/ 0 h 552"/>
                  <a:gd name="T2" fmla="*/ 2147483647 w 484"/>
                  <a:gd name="T3" fmla="*/ 0 h 552"/>
                  <a:gd name="T4" fmla="*/ 2147483647 w 484"/>
                  <a:gd name="T5" fmla="*/ 0 h 552"/>
                  <a:gd name="T6" fmla="*/ 2147483647 w 484"/>
                  <a:gd name="T7" fmla="*/ 0 h 552"/>
                  <a:gd name="T8" fmla="*/ 2147483647 w 484"/>
                  <a:gd name="T9" fmla="*/ 0 h 552"/>
                  <a:gd name="T10" fmla="*/ 2147483647 w 484"/>
                  <a:gd name="T11" fmla="*/ 0 h 552"/>
                  <a:gd name="T12" fmla="*/ 2147483647 w 484"/>
                  <a:gd name="T13" fmla="*/ 0 h 552"/>
                  <a:gd name="T14" fmla="*/ 2147483647 w 484"/>
                  <a:gd name="T15" fmla="*/ 0 h 552"/>
                  <a:gd name="T16" fmla="*/ 2147483647 w 484"/>
                  <a:gd name="T17" fmla="*/ 0 h 552"/>
                  <a:gd name="T18" fmla="*/ 2147483647 w 484"/>
                  <a:gd name="T19" fmla="*/ 0 h 552"/>
                  <a:gd name="T20" fmla="*/ 2147483647 w 484"/>
                  <a:gd name="T21" fmla="*/ 0 h 552"/>
                  <a:gd name="T22" fmla="*/ 2147483647 w 484"/>
                  <a:gd name="T23" fmla="*/ 0 h 552"/>
                  <a:gd name="T24" fmla="*/ 2147483647 w 484"/>
                  <a:gd name="T25" fmla="*/ 0 h 552"/>
                  <a:gd name="T26" fmla="*/ 2147483647 w 484"/>
                  <a:gd name="T27" fmla="*/ 0 h 552"/>
                  <a:gd name="T28" fmla="*/ 2147483647 w 484"/>
                  <a:gd name="T29" fmla="*/ 0 h 552"/>
                  <a:gd name="T30" fmla="*/ 2147483647 w 484"/>
                  <a:gd name="T31" fmla="*/ 0 h 552"/>
                  <a:gd name="T32" fmla="*/ 2147483647 w 484"/>
                  <a:gd name="T33" fmla="*/ 0 h 552"/>
                  <a:gd name="T34" fmla="*/ 2147483647 w 484"/>
                  <a:gd name="T35" fmla="*/ 2147483647 h 552"/>
                  <a:gd name="T36" fmla="*/ 2147483647 w 484"/>
                  <a:gd name="T37" fmla="*/ 2147483647 h 552"/>
                  <a:gd name="T38" fmla="*/ 2147483647 w 484"/>
                  <a:gd name="T39" fmla="*/ 2147483647 h 552"/>
                  <a:gd name="T40" fmla="*/ 2147483647 w 484"/>
                  <a:gd name="T41" fmla="*/ 2147483647 h 552"/>
                  <a:gd name="T42" fmla="*/ 2147483647 w 484"/>
                  <a:gd name="T43" fmla="*/ 2147483647 h 552"/>
                  <a:gd name="T44" fmla="*/ 2147483647 w 484"/>
                  <a:gd name="T45" fmla="*/ 2147483647 h 552"/>
                  <a:gd name="T46" fmla="*/ 2147483647 w 484"/>
                  <a:gd name="T47" fmla="*/ 2147483647 h 552"/>
                  <a:gd name="T48" fmla="*/ 2147483647 w 484"/>
                  <a:gd name="T49" fmla="*/ 2147483647 h 552"/>
                  <a:gd name="T50" fmla="*/ 2147483647 w 484"/>
                  <a:gd name="T51" fmla="*/ 2147483647 h 552"/>
                  <a:gd name="T52" fmla="*/ 2147483647 w 484"/>
                  <a:gd name="T53" fmla="*/ 2147483647 h 552"/>
                  <a:gd name="T54" fmla="*/ 2147483647 w 484"/>
                  <a:gd name="T55" fmla="*/ 2147483647 h 552"/>
                  <a:gd name="T56" fmla="*/ 2147483647 w 484"/>
                  <a:gd name="T57" fmla="*/ 2147483647 h 552"/>
                  <a:gd name="T58" fmla="*/ 2147483647 w 484"/>
                  <a:gd name="T59" fmla="*/ 2147483647 h 552"/>
                  <a:gd name="T60" fmla="*/ 2147483647 w 484"/>
                  <a:gd name="T61" fmla="*/ 2147483647 h 552"/>
                  <a:gd name="T62" fmla="*/ 2147483647 w 484"/>
                  <a:gd name="T63" fmla="*/ 2147483647 h 552"/>
                  <a:gd name="T64" fmla="*/ 2147483647 w 484"/>
                  <a:gd name="T65" fmla="*/ 2147483647 h 552"/>
                  <a:gd name="T66" fmla="*/ 2147483647 w 484"/>
                  <a:gd name="T67" fmla="*/ 2147483647 h 552"/>
                  <a:gd name="T68" fmla="*/ 2147483647 w 484"/>
                  <a:gd name="T69" fmla="*/ 2147483647 h 552"/>
                  <a:gd name="T70" fmla="*/ 2147483647 w 484"/>
                  <a:gd name="T71" fmla="*/ 2147483647 h 552"/>
                  <a:gd name="T72" fmla="*/ 2147483647 w 484"/>
                  <a:gd name="T73" fmla="*/ 2147483647 h 552"/>
                  <a:gd name="T74" fmla="*/ 2147483647 w 484"/>
                  <a:gd name="T75" fmla="*/ 2147483647 h 552"/>
                  <a:gd name="T76" fmla="*/ 2147483647 w 484"/>
                  <a:gd name="T77" fmla="*/ 2147483647 h 552"/>
                  <a:gd name="T78" fmla="*/ 2147483647 w 484"/>
                  <a:gd name="T79" fmla="*/ 2147483647 h 552"/>
                  <a:gd name="T80" fmla="*/ 2147483647 w 484"/>
                  <a:gd name="T81" fmla="*/ 2147483647 h 552"/>
                  <a:gd name="T82" fmla="*/ 2147483647 w 484"/>
                  <a:gd name="T83" fmla="*/ 2147483647 h 552"/>
                  <a:gd name="T84" fmla="*/ 2147483647 w 484"/>
                  <a:gd name="T85" fmla="*/ 2147483647 h 552"/>
                  <a:gd name="T86" fmla="*/ 2147483647 w 484"/>
                  <a:gd name="T87" fmla="*/ 2147483647 h 552"/>
                  <a:gd name="T88" fmla="*/ 0 w 484"/>
                  <a:gd name="T89" fmla="*/ 2147483647 h 552"/>
                  <a:gd name="T90" fmla="*/ 0 w 484"/>
                  <a:gd name="T91" fmla="*/ 2147483647 h 552"/>
                  <a:gd name="T92" fmla="*/ 0 w 484"/>
                  <a:gd name="T93" fmla="*/ 2147483647 h 552"/>
                  <a:gd name="T94" fmla="*/ 0 w 484"/>
                  <a:gd name="T95" fmla="*/ 2147483647 h 552"/>
                  <a:gd name="T96" fmla="*/ 0 w 484"/>
                  <a:gd name="T97" fmla="*/ 0 h 55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84"/>
                  <a:gd name="T148" fmla="*/ 0 h 552"/>
                  <a:gd name="T149" fmla="*/ 484 w 484"/>
                  <a:gd name="T150" fmla="*/ 552 h 552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84" h="552">
                    <a:moveTo>
                      <a:pt x="0" y="0"/>
                    </a:moveTo>
                    <a:lnTo>
                      <a:pt x="30" y="0"/>
                    </a:lnTo>
                    <a:lnTo>
                      <a:pt x="60" y="0"/>
                    </a:lnTo>
                    <a:lnTo>
                      <a:pt x="89" y="0"/>
                    </a:lnTo>
                    <a:lnTo>
                      <a:pt x="119" y="0"/>
                    </a:lnTo>
                    <a:lnTo>
                      <a:pt x="149" y="0"/>
                    </a:lnTo>
                    <a:lnTo>
                      <a:pt x="179" y="0"/>
                    </a:lnTo>
                    <a:lnTo>
                      <a:pt x="208" y="0"/>
                    </a:lnTo>
                    <a:lnTo>
                      <a:pt x="238" y="0"/>
                    </a:lnTo>
                    <a:lnTo>
                      <a:pt x="268" y="0"/>
                    </a:lnTo>
                    <a:lnTo>
                      <a:pt x="298" y="0"/>
                    </a:lnTo>
                    <a:lnTo>
                      <a:pt x="327" y="0"/>
                    </a:lnTo>
                    <a:lnTo>
                      <a:pt x="356" y="0"/>
                    </a:lnTo>
                    <a:lnTo>
                      <a:pt x="386" y="0"/>
                    </a:lnTo>
                    <a:lnTo>
                      <a:pt x="416" y="0"/>
                    </a:lnTo>
                    <a:lnTo>
                      <a:pt x="445" y="0"/>
                    </a:lnTo>
                    <a:lnTo>
                      <a:pt x="475" y="0"/>
                    </a:lnTo>
                    <a:lnTo>
                      <a:pt x="477" y="117"/>
                    </a:lnTo>
                    <a:lnTo>
                      <a:pt x="480" y="232"/>
                    </a:lnTo>
                    <a:lnTo>
                      <a:pt x="482" y="347"/>
                    </a:lnTo>
                    <a:lnTo>
                      <a:pt x="484" y="464"/>
                    </a:lnTo>
                    <a:lnTo>
                      <a:pt x="482" y="485"/>
                    </a:lnTo>
                    <a:lnTo>
                      <a:pt x="480" y="506"/>
                    </a:lnTo>
                    <a:lnTo>
                      <a:pt x="477" y="529"/>
                    </a:lnTo>
                    <a:lnTo>
                      <a:pt x="475" y="550"/>
                    </a:lnTo>
                    <a:lnTo>
                      <a:pt x="446" y="550"/>
                    </a:lnTo>
                    <a:lnTo>
                      <a:pt x="418" y="550"/>
                    </a:lnTo>
                    <a:lnTo>
                      <a:pt x="389" y="550"/>
                    </a:lnTo>
                    <a:lnTo>
                      <a:pt x="361" y="551"/>
                    </a:lnTo>
                    <a:lnTo>
                      <a:pt x="332" y="551"/>
                    </a:lnTo>
                    <a:lnTo>
                      <a:pt x="304" y="551"/>
                    </a:lnTo>
                    <a:lnTo>
                      <a:pt x="275" y="551"/>
                    </a:lnTo>
                    <a:lnTo>
                      <a:pt x="246" y="551"/>
                    </a:lnTo>
                    <a:lnTo>
                      <a:pt x="218" y="551"/>
                    </a:lnTo>
                    <a:lnTo>
                      <a:pt x="189" y="551"/>
                    </a:lnTo>
                    <a:lnTo>
                      <a:pt x="160" y="551"/>
                    </a:lnTo>
                    <a:lnTo>
                      <a:pt x="131" y="551"/>
                    </a:lnTo>
                    <a:lnTo>
                      <a:pt x="102" y="552"/>
                    </a:lnTo>
                    <a:lnTo>
                      <a:pt x="73" y="552"/>
                    </a:lnTo>
                    <a:lnTo>
                      <a:pt x="45" y="552"/>
                    </a:lnTo>
                    <a:lnTo>
                      <a:pt x="16" y="552"/>
                    </a:lnTo>
                    <a:lnTo>
                      <a:pt x="11" y="532"/>
                    </a:lnTo>
                    <a:lnTo>
                      <a:pt x="8" y="512"/>
                    </a:lnTo>
                    <a:lnTo>
                      <a:pt x="4" y="491"/>
                    </a:lnTo>
                    <a:lnTo>
                      <a:pt x="0" y="471"/>
                    </a:lnTo>
                    <a:lnTo>
                      <a:pt x="0" y="354"/>
                    </a:lnTo>
                    <a:lnTo>
                      <a:pt x="0" y="235"/>
                    </a:lnTo>
                    <a:lnTo>
                      <a:pt x="0" y="1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5967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7" name="Freeform 141"/>
              <p:cNvSpPr>
                <a:spLocks/>
              </p:cNvSpPr>
              <p:nvPr/>
            </p:nvSpPr>
            <p:spPr bwMode="auto">
              <a:xfrm>
                <a:off x="1508126" y="3257550"/>
                <a:ext cx="192088" cy="180975"/>
              </a:xfrm>
              <a:custGeom>
                <a:avLst/>
                <a:gdLst>
                  <a:gd name="T0" fmla="*/ 0 w 481"/>
                  <a:gd name="T1" fmla="*/ 0 h 458"/>
                  <a:gd name="T2" fmla="*/ 2147483647 w 481"/>
                  <a:gd name="T3" fmla="*/ 0 h 458"/>
                  <a:gd name="T4" fmla="*/ 2147483647 w 481"/>
                  <a:gd name="T5" fmla="*/ 0 h 458"/>
                  <a:gd name="T6" fmla="*/ 2147483647 w 481"/>
                  <a:gd name="T7" fmla="*/ 0 h 458"/>
                  <a:gd name="T8" fmla="*/ 2147483647 w 481"/>
                  <a:gd name="T9" fmla="*/ 0 h 458"/>
                  <a:gd name="T10" fmla="*/ 2147483647 w 481"/>
                  <a:gd name="T11" fmla="*/ 0 h 458"/>
                  <a:gd name="T12" fmla="*/ 2147483647 w 481"/>
                  <a:gd name="T13" fmla="*/ 0 h 458"/>
                  <a:gd name="T14" fmla="*/ 2147483647 w 481"/>
                  <a:gd name="T15" fmla="*/ 0 h 458"/>
                  <a:gd name="T16" fmla="*/ 2147483647 w 481"/>
                  <a:gd name="T17" fmla="*/ 0 h 458"/>
                  <a:gd name="T18" fmla="*/ 2147483647 w 481"/>
                  <a:gd name="T19" fmla="*/ 0 h 458"/>
                  <a:gd name="T20" fmla="*/ 2147483647 w 481"/>
                  <a:gd name="T21" fmla="*/ 0 h 458"/>
                  <a:gd name="T22" fmla="*/ 2147483647 w 481"/>
                  <a:gd name="T23" fmla="*/ 0 h 458"/>
                  <a:gd name="T24" fmla="*/ 2147483647 w 481"/>
                  <a:gd name="T25" fmla="*/ 0 h 458"/>
                  <a:gd name="T26" fmla="*/ 2147483647 w 481"/>
                  <a:gd name="T27" fmla="*/ 0 h 458"/>
                  <a:gd name="T28" fmla="*/ 2147483647 w 481"/>
                  <a:gd name="T29" fmla="*/ 0 h 458"/>
                  <a:gd name="T30" fmla="*/ 2147483647 w 481"/>
                  <a:gd name="T31" fmla="*/ 0 h 458"/>
                  <a:gd name="T32" fmla="*/ 2147483647 w 481"/>
                  <a:gd name="T33" fmla="*/ 0 h 458"/>
                  <a:gd name="T34" fmla="*/ 2147483647 w 481"/>
                  <a:gd name="T35" fmla="*/ 2147483647 h 458"/>
                  <a:gd name="T36" fmla="*/ 2147483647 w 481"/>
                  <a:gd name="T37" fmla="*/ 2147483647 h 458"/>
                  <a:gd name="T38" fmla="*/ 2147483647 w 481"/>
                  <a:gd name="T39" fmla="*/ 2147483647 h 458"/>
                  <a:gd name="T40" fmla="*/ 2147483647 w 481"/>
                  <a:gd name="T41" fmla="*/ 2147483647 h 458"/>
                  <a:gd name="T42" fmla="*/ 2147483647 w 481"/>
                  <a:gd name="T43" fmla="*/ 2147483647 h 458"/>
                  <a:gd name="T44" fmla="*/ 2147483647 w 481"/>
                  <a:gd name="T45" fmla="*/ 2147483647 h 458"/>
                  <a:gd name="T46" fmla="*/ 2147483647 w 481"/>
                  <a:gd name="T47" fmla="*/ 2147483647 h 458"/>
                  <a:gd name="T48" fmla="*/ 2147483647 w 481"/>
                  <a:gd name="T49" fmla="*/ 2147483647 h 458"/>
                  <a:gd name="T50" fmla="*/ 2147483647 w 481"/>
                  <a:gd name="T51" fmla="*/ 2147483647 h 458"/>
                  <a:gd name="T52" fmla="*/ 2147483647 w 481"/>
                  <a:gd name="T53" fmla="*/ 2147483647 h 458"/>
                  <a:gd name="T54" fmla="*/ 2147483647 w 481"/>
                  <a:gd name="T55" fmla="*/ 2147483647 h 458"/>
                  <a:gd name="T56" fmla="*/ 2147483647 w 481"/>
                  <a:gd name="T57" fmla="*/ 2147483647 h 458"/>
                  <a:gd name="T58" fmla="*/ 2147483647 w 481"/>
                  <a:gd name="T59" fmla="*/ 2147483647 h 458"/>
                  <a:gd name="T60" fmla="*/ 2147483647 w 481"/>
                  <a:gd name="T61" fmla="*/ 2147483647 h 458"/>
                  <a:gd name="T62" fmla="*/ 2147483647 w 481"/>
                  <a:gd name="T63" fmla="*/ 2147483647 h 458"/>
                  <a:gd name="T64" fmla="*/ 2147483647 w 481"/>
                  <a:gd name="T65" fmla="*/ 2147483647 h 458"/>
                  <a:gd name="T66" fmla="*/ 2147483647 w 481"/>
                  <a:gd name="T67" fmla="*/ 2147483647 h 458"/>
                  <a:gd name="T68" fmla="*/ 2147483647 w 481"/>
                  <a:gd name="T69" fmla="*/ 2147483647 h 458"/>
                  <a:gd name="T70" fmla="*/ 2147483647 w 481"/>
                  <a:gd name="T71" fmla="*/ 2147483647 h 458"/>
                  <a:gd name="T72" fmla="*/ 2147483647 w 481"/>
                  <a:gd name="T73" fmla="*/ 2147483647 h 458"/>
                  <a:gd name="T74" fmla="*/ 2147483647 w 481"/>
                  <a:gd name="T75" fmla="*/ 2147483647 h 458"/>
                  <a:gd name="T76" fmla="*/ 2147483647 w 481"/>
                  <a:gd name="T77" fmla="*/ 2147483647 h 458"/>
                  <a:gd name="T78" fmla="*/ 2147483647 w 481"/>
                  <a:gd name="T79" fmla="*/ 2147483647 h 458"/>
                  <a:gd name="T80" fmla="*/ 2147483647 w 481"/>
                  <a:gd name="T81" fmla="*/ 2147483647 h 458"/>
                  <a:gd name="T82" fmla="*/ 2147483647 w 481"/>
                  <a:gd name="T83" fmla="*/ 2147483647 h 458"/>
                  <a:gd name="T84" fmla="*/ 2147483647 w 481"/>
                  <a:gd name="T85" fmla="*/ 2147483647 h 458"/>
                  <a:gd name="T86" fmla="*/ 2147483647 w 481"/>
                  <a:gd name="T87" fmla="*/ 2147483647 h 458"/>
                  <a:gd name="T88" fmla="*/ 0 w 481"/>
                  <a:gd name="T89" fmla="*/ 2147483647 h 458"/>
                  <a:gd name="T90" fmla="*/ 0 w 481"/>
                  <a:gd name="T91" fmla="*/ 2147483647 h 458"/>
                  <a:gd name="T92" fmla="*/ 0 w 481"/>
                  <a:gd name="T93" fmla="*/ 2147483647 h 458"/>
                  <a:gd name="T94" fmla="*/ 0 w 481"/>
                  <a:gd name="T95" fmla="*/ 2147483647 h 458"/>
                  <a:gd name="T96" fmla="*/ 0 w 481"/>
                  <a:gd name="T97" fmla="*/ 0 h 45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81"/>
                  <a:gd name="T148" fmla="*/ 0 h 458"/>
                  <a:gd name="T149" fmla="*/ 481 w 481"/>
                  <a:gd name="T150" fmla="*/ 458 h 458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81" h="458">
                    <a:moveTo>
                      <a:pt x="0" y="0"/>
                    </a:moveTo>
                    <a:lnTo>
                      <a:pt x="30" y="0"/>
                    </a:lnTo>
                    <a:lnTo>
                      <a:pt x="60" y="0"/>
                    </a:lnTo>
                    <a:lnTo>
                      <a:pt x="89" y="0"/>
                    </a:lnTo>
                    <a:lnTo>
                      <a:pt x="119" y="0"/>
                    </a:lnTo>
                    <a:lnTo>
                      <a:pt x="149" y="0"/>
                    </a:lnTo>
                    <a:lnTo>
                      <a:pt x="178" y="0"/>
                    </a:lnTo>
                    <a:lnTo>
                      <a:pt x="208" y="0"/>
                    </a:lnTo>
                    <a:lnTo>
                      <a:pt x="238" y="0"/>
                    </a:lnTo>
                    <a:lnTo>
                      <a:pt x="268" y="0"/>
                    </a:lnTo>
                    <a:lnTo>
                      <a:pt x="298" y="0"/>
                    </a:lnTo>
                    <a:lnTo>
                      <a:pt x="326" y="0"/>
                    </a:lnTo>
                    <a:lnTo>
                      <a:pt x="356" y="0"/>
                    </a:lnTo>
                    <a:lnTo>
                      <a:pt x="386" y="0"/>
                    </a:lnTo>
                    <a:lnTo>
                      <a:pt x="415" y="0"/>
                    </a:lnTo>
                    <a:lnTo>
                      <a:pt x="445" y="0"/>
                    </a:lnTo>
                    <a:lnTo>
                      <a:pt x="474" y="0"/>
                    </a:lnTo>
                    <a:lnTo>
                      <a:pt x="476" y="96"/>
                    </a:lnTo>
                    <a:lnTo>
                      <a:pt x="477" y="192"/>
                    </a:lnTo>
                    <a:lnTo>
                      <a:pt x="479" y="288"/>
                    </a:lnTo>
                    <a:lnTo>
                      <a:pt x="481" y="385"/>
                    </a:lnTo>
                    <a:lnTo>
                      <a:pt x="479" y="403"/>
                    </a:lnTo>
                    <a:lnTo>
                      <a:pt x="477" y="421"/>
                    </a:lnTo>
                    <a:lnTo>
                      <a:pt x="476" y="439"/>
                    </a:lnTo>
                    <a:lnTo>
                      <a:pt x="474" y="457"/>
                    </a:lnTo>
                    <a:lnTo>
                      <a:pt x="446" y="457"/>
                    </a:lnTo>
                    <a:lnTo>
                      <a:pt x="417" y="457"/>
                    </a:lnTo>
                    <a:lnTo>
                      <a:pt x="388" y="457"/>
                    </a:lnTo>
                    <a:lnTo>
                      <a:pt x="361" y="457"/>
                    </a:lnTo>
                    <a:lnTo>
                      <a:pt x="332" y="457"/>
                    </a:lnTo>
                    <a:lnTo>
                      <a:pt x="304" y="457"/>
                    </a:lnTo>
                    <a:lnTo>
                      <a:pt x="275" y="457"/>
                    </a:lnTo>
                    <a:lnTo>
                      <a:pt x="246" y="457"/>
                    </a:lnTo>
                    <a:lnTo>
                      <a:pt x="219" y="457"/>
                    </a:lnTo>
                    <a:lnTo>
                      <a:pt x="190" y="457"/>
                    </a:lnTo>
                    <a:lnTo>
                      <a:pt x="161" y="457"/>
                    </a:lnTo>
                    <a:lnTo>
                      <a:pt x="132" y="457"/>
                    </a:lnTo>
                    <a:lnTo>
                      <a:pt x="103" y="458"/>
                    </a:lnTo>
                    <a:lnTo>
                      <a:pt x="76" y="458"/>
                    </a:lnTo>
                    <a:lnTo>
                      <a:pt x="47" y="458"/>
                    </a:lnTo>
                    <a:lnTo>
                      <a:pt x="18" y="458"/>
                    </a:lnTo>
                    <a:lnTo>
                      <a:pt x="14" y="441"/>
                    </a:lnTo>
                    <a:lnTo>
                      <a:pt x="9" y="424"/>
                    </a:lnTo>
                    <a:lnTo>
                      <a:pt x="4" y="408"/>
                    </a:lnTo>
                    <a:lnTo>
                      <a:pt x="0" y="391"/>
                    </a:lnTo>
                    <a:lnTo>
                      <a:pt x="0" y="293"/>
                    </a:lnTo>
                    <a:lnTo>
                      <a:pt x="0" y="196"/>
                    </a:lnTo>
                    <a:lnTo>
                      <a:pt x="0" y="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C9E8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8" name="Freeform 142"/>
              <p:cNvSpPr>
                <a:spLocks/>
              </p:cNvSpPr>
              <p:nvPr/>
            </p:nvSpPr>
            <p:spPr bwMode="auto">
              <a:xfrm>
                <a:off x="1509713" y="3257550"/>
                <a:ext cx="188913" cy="144462"/>
              </a:xfrm>
              <a:custGeom>
                <a:avLst/>
                <a:gdLst>
                  <a:gd name="T0" fmla="*/ 0 w 477"/>
                  <a:gd name="T1" fmla="*/ 0 h 364"/>
                  <a:gd name="T2" fmla="*/ 2147483647 w 477"/>
                  <a:gd name="T3" fmla="*/ 0 h 364"/>
                  <a:gd name="T4" fmla="*/ 2147483647 w 477"/>
                  <a:gd name="T5" fmla="*/ 0 h 364"/>
                  <a:gd name="T6" fmla="*/ 2147483647 w 477"/>
                  <a:gd name="T7" fmla="*/ 0 h 364"/>
                  <a:gd name="T8" fmla="*/ 2147483647 w 477"/>
                  <a:gd name="T9" fmla="*/ 0 h 364"/>
                  <a:gd name="T10" fmla="*/ 2147483647 w 477"/>
                  <a:gd name="T11" fmla="*/ 0 h 364"/>
                  <a:gd name="T12" fmla="*/ 2147483647 w 477"/>
                  <a:gd name="T13" fmla="*/ 0 h 364"/>
                  <a:gd name="T14" fmla="*/ 2147483647 w 477"/>
                  <a:gd name="T15" fmla="*/ 0 h 364"/>
                  <a:gd name="T16" fmla="*/ 2147483647 w 477"/>
                  <a:gd name="T17" fmla="*/ 0 h 364"/>
                  <a:gd name="T18" fmla="*/ 2147483647 w 477"/>
                  <a:gd name="T19" fmla="*/ 0 h 364"/>
                  <a:gd name="T20" fmla="*/ 2147483647 w 477"/>
                  <a:gd name="T21" fmla="*/ 0 h 364"/>
                  <a:gd name="T22" fmla="*/ 2147483647 w 477"/>
                  <a:gd name="T23" fmla="*/ 0 h 364"/>
                  <a:gd name="T24" fmla="*/ 2147483647 w 477"/>
                  <a:gd name="T25" fmla="*/ 0 h 364"/>
                  <a:gd name="T26" fmla="*/ 2147483647 w 477"/>
                  <a:gd name="T27" fmla="*/ 0 h 364"/>
                  <a:gd name="T28" fmla="*/ 2147483647 w 477"/>
                  <a:gd name="T29" fmla="*/ 0 h 364"/>
                  <a:gd name="T30" fmla="*/ 2147483647 w 477"/>
                  <a:gd name="T31" fmla="*/ 0 h 364"/>
                  <a:gd name="T32" fmla="*/ 2147483647 w 477"/>
                  <a:gd name="T33" fmla="*/ 0 h 364"/>
                  <a:gd name="T34" fmla="*/ 2147483647 w 477"/>
                  <a:gd name="T35" fmla="*/ 2147483647 h 364"/>
                  <a:gd name="T36" fmla="*/ 2147483647 w 477"/>
                  <a:gd name="T37" fmla="*/ 2147483647 h 364"/>
                  <a:gd name="T38" fmla="*/ 2147483647 w 477"/>
                  <a:gd name="T39" fmla="*/ 2147483647 h 364"/>
                  <a:gd name="T40" fmla="*/ 2147483647 w 477"/>
                  <a:gd name="T41" fmla="*/ 2147483647 h 364"/>
                  <a:gd name="T42" fmla="*/ 2147483647 w 477"/>
                  <a:gd name="T43" fmla="*/ 2147483647 h 364"/>
                  <a:gd name="T44" fmla="*/ 2147483647 w 477"/>
                  <a:gd name="T45" fmla="*/ 2147483647 h 364"/>
                  <a:gd name="T46" fmla="*/ 2147483647 w 477"/>
                  <a:gd name="T47" fmla="*/ 2147483647 h 364"/>
                  <a:gd name="T48" fmla="*/ 2147483647 w 477"/>
                  <a:gd name="T49" fmla="*/ 2147483647 h 364"/>
                  <a:gd name="T50" fmla="*/ 2147483647 w 477"/>
                  <a:gd name="T51" fmla="*/ 2147483647 h 364"/>
                  <a:gd name="T52" fmla="*/ 2147483647 w 477"/>
                  <a:gd name="T53" fmla="*/ 2147483647 h 364"/>
                  <a:gd name="T54" fmla="*/ 2147483647 w 477"/>
                  <a:gd name="T55" fmla="*/ 2147483647 h 364"/>
                  <a:gd name="T56" fmla="*/ 2147483647 w 477"/>
                  <a:gd name="T57" fmla="*/ 2147483647 h 364"/>
                  <a:gd name="T58" fmla="*/ 2147483647 w 477"/>
                  <a:gd name="T59" fmla="*/ 2147483647 h 364"/>
                  <a:gd name="T60" fmla="*/ 2147483647 w 477"/>
                  <a:gd name="T61" fmla="*/ 2147483647 h 364"/>
                  <a:gd name="T62" fmla="*/ 2147483647 w 477"/>
                  <a:gd name="T63" fmla="*/ 2147483647 h 364"/>
                  <a:gd name="T64" fmla="*/ 2147483647 w 477"/>
                  <a:gd name="T65" fmla="*/ 2147483647 h 364"/>
                  <a:gd name="T66" fmla="*/ 2147483647 w 477"/>
                  <a:gd name="T67" fmla="*/ 2147483647 h 364"/>
                  <a:gd name="T68" fmla="*/ 2147483647 w 477"/>
                  <a:gd name="T69" fmla="*/ 2147483647 h 364"/>
                  <a:gd name="T70" fmla="*/ 2147483647 w 477"/>
                  <a:gd name="T71" fmla="*/ 2147483647 h 364"/>
                  <a:gd name="T72" fmla="*/ 2147483647 w 477"/>
                  <a:gd name="T73" fmla="*/ 2147483647 h 364"/>
                  <a:gd name="T74" fmla="*/ 2147483647 w 477"/>
                  <a:gd name="T75" fmla="*/ 2147483647 h 364"/>
                  <a:gd name="T76" fmla="*/ 2147483647 w 477"/>
                  <a:gd name="T77" fmla="*/ 2147483647 h 364"/>
                  <a:gd name="T78" fmla="*/ 2147483647 w 477"/>
                  <a:gd name="T79" fmla="*/ 2147483647 h 364"/>
                  <a:gd name="T80" fmla="*/ 2147483647 w 477"/>
                  <a:gd name="T81" fmla="*/ 2147483647 h 364"/>
                  <a:gd name="T82" fmla="*/ 2147483647 w 477"/>
                  <a:gd name="T83" fmla="*/ 2147483647 h 364"/>
                  <a:gd name="T84" fmla="*/ 2147483647 w 477"/>
                  <a:gd name="T85" fmla="*/ 2147483647 h 364"/>
                  <a:gd name="T86" fmla="*/ 2147483647 w 477"/>
                  <a:gd name="T87" fmla="*/ 2147483647 h 364"/>
                  <a:gd name="T88" fmla="*/ 0 w 477"/>
                  <a:gd name="T89" fmla="*/ 2147483647 h 364"/>
                  <a:gd name="T90" fmla="*/ 0 w 477"/>
                  <a:gd name="T91" fmla="*/ 2147483647 h 364"/>
                  <a:gd name="T92" fmla="*/ 0 w 477"/>
                  <a:gd name="T93" fmla="*/ 2147483647 h 364"/>
                  <a:gd name="T94" fmla="*/ 0 w 477"/>
                  <a:gd name="T95" fmla="*/ 2147483647 h 364"/>
                  <a:gd name="T96" fmla="*/ 0 w 477"/>
                  <a:gd name="T97" fmla="*/ 0 h 364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77"/>
                  <a:gd name="T148" fmla="*/ 0 h 364"/>
                  <a:gd name="T149" fmla="*/ 477 w 477"/>
                  <a:gd name="T150" fmla="*/ 364 h 364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77" h="364">
                    <a:moveTo>
                      <a:pt x="0" y="0"/>
                    </a:moveTo>
                    <a:lnTo>
                      <a:pt x="30" y="0"/>
                    </a:lnTo>
                    <a:lnTo>
                      <a:pt x="60" y="0"/>
                    </a:lnTo>
                    <a:lnTo>
                      <a:pt x="88" y="0"/>
                    </a:lnTo>
                    <a:lnTo>
                      <a:pt x="118" y="0"/>
                    </a:lnTo>
                    <a:lnTo>
                      <a:pt x="148" y="0"/>
                    </a:lnTo>
                    <a:lnTo>
                      <a:pt x="178" y="0"/>
                    </a:lnTo>
                    <a:lnTo>
                      <a:pt x="207" y="0"/>
                    </a:lnTo>
                    <a:lnTo>
                      <a:pt x="237" y="0"/>
                    </a:lnTo>
                    <a:lnTo>
                      <a:pt x="267" y="0"/>
                    </a:lnTo>
                    <a:lnTo>
                      <a:pt x="297" y="0"/>
                    </a:lnTo>
                    <a:lnTo>
                      <a:pt x="325" y="0"/>
                    </a:lnTo>
                    <a:lnTo>
                      <a:pt x="355" y="0"/>
                    </a:lnTo>
                    <a:lnTo>
                      <a:pt x="385" y="0"/>
                    </a:lnTo>
                    <a:lnTo>
                      <a:pt x="414" y="0"/>
                    </a:lnTo>
                    <a:lnTo>
                      <a:pt x="444" y="0"/>
                    </a:lnTo>
                    <a:lnTo>
                      <a:pt x="473" y="0"/>
                    </a:lnTo>
                    <a:lnTo>
                      <a:pt x="474" y="76"/>
                    </a:lnTo>
                    <a:lnTo>
                      <a:pt x="475" y="153"/>
                    </a:lnTo>
                    <a:lnTo>
                      <a:pt x="476" y="230"/>
                    </a:lnTo>
                    <a:lnTo>
                      <a:pt x="477" y="306"/>
                    </a:lnTo>
                    <a:lnTo>
                      <a:pt x="476" y="319"/>
                    </a:lnTo>
                    <a:lnTo>
                      <a:pt x="475" y="334"/>
                    </a:lnTo>
                    <a:lnTo>
                      <a:pt x="474" y="348"/>
                    </a:lnTo>
                    <a:lnTo>
                      <a:pt x="473" y="363"/>
                    </a:lnTo>
                    <a:lnTo>
                      <a:pt x="445" y="363"/>
                    </a:lnTo>
                    <a:lnTo>
                      <a:pt x="416" y="363"/>
                    </a:lnTo>
                    <a:lnTo>
                      <a:pt x="388" y="363"/>
                    </a:lnTo>
                    <a:lnTo>
                      <a:pt x="361" y="363"/>
                    </a:lnTo>
                    <a:lnTo>
                      <a:pt x="332" y="363"/>
                    </a:lnTo>
                    <a:lnTo>
                      <a:pt x="304" y="363"/>
                    </a:lnTo>
                    <a:lnTo>
                      <a:pt x="275" y="363"/>
                    </a:lnTo>
                    <a:lnTo>
                      <a:pt x="248" y="363"/>
                    </a:lnTo>
                    <a:lnTo>
                      <a:pt x="219" y="364"/>
                    </a:lnTo>
                    <a:lnTo>
                      <a:pt x="191" y="364"/>
                    </a:lnTo>
                    <a:lnTo>
                      <a:pt x="162" y="364"/>
                    </a:lnTo>
                    <a:lnTo>
                      <a:pt x="133" y="364"/>
                    </a:lnTo>
                    <a:lnTo>
                      <a:pt x="106" y="364"/>
                    </a:lnTo>
                    <a:lnTo>
                      <a:pt x="77" y="364"/>
                    </a:lnTo>
                    <a:lnTo>
                      <a:pt x="49" y="364"/>
                    </a:lnTo>
                    <a:lnTo>
                      <a:pt x="20" y="364"/>
                    </a:lnTo>
                    <a:lnTo>
                      <a:pt x="15" y="350"/>
                    </a:lnTo>
                    <a:lnTo>
                      <a:pt x="11" y="338"/>
                    </a:lnTo>
                    <a:lnTo>
                      <a:pt x="5" y="325"/>
                    </a:lnTo>
                    <a:lnTo>
                      <a:pt x="0" y="311"/>
                    </a:lnTo>
                    <a:lnTo>
                      <a:pt x="0" y="233"/>
                    </a:lnTo>
                    <a:lnTo>
                      <a:pt x="0" y="155"/>
                    </a:lnTo>
                    <a:lnTo>
                      <a:pt x="0" y="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4A5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9" name="Freeform 143"/>
              <p:cNvSpPr>
                <a:spLocks/>
              </p:cNvSpPr>
              <p:nvPr/>
            </p:nvSpPr>
            <p:spPr bwMode="auto">
              <a:xfrm>
                <a:off x="1509713" y="3257550"/>
                <a:ext cx="187325" cy="106362"/>
              </a:xfrm>
              <a:custGeom>
                <a:avLst/>
                <a:gdLst>
                  <a:gd name="T0" fmla="*/ 0 w 474"/>
                  <a:gd name="T1" fmla="*/ 0 h 270"/>
                  <a:gd name="T2" fmla="*/ 2147483647 w 474"/>
                  <a:gd name="T3" fmla="*/ 0 h 270"/>
                  <a:gd name="T4" fmla="*/ 2147483647 w 474"/>
                  <a:gd name="T5" fmla="*/ 0 h 270"/>
                  <a:gd name="T6" fmla="*/ 2147483647 w 474"/>
                  <a:gd name="T7" fmla="*/ 0 h 270"/>
                  <a:gd name="T8" fmla="*/ 2147483647 w 474"/>
                  <a:gd name="T9" fmla="*/ 0 h 270"/>
                  <a:gd name="T10" fmla="*/ 2147483647 w 474"/>
                  <a:gd name="T11" fmla="*/ 0 h 270"/>
                  <a:gd name="T12" fmla="*/ 2147483647 w 474"/>
                  <a:gd name="T13" fmla="*/ 0 h 270"/>
                  <a:gd name="T14" fmla="*/ 2147483647 w 474"/>
                  <a:gd name="T15" fmla="*/ 0 h 270"/>
                  <a:gd name="T16" fmla="*/ 2147483647 w 474"/>
                  <a:gd name="T17" fmla="*/ 0 h 270"/>
                  <a:gd name="T18" fmla="*/ 2147483647 w 474"/>
                  <a:gd name="T19" fmla="*/ 0 h 270"/>
                  <a:gd name="T20" fmla="*/ 2147483647 w 474"/>
                  <a:gd name="T21" fmla="*/ 0 h 270"/>
                  <a:gd name="T22" fmla="*/ 2147483647 w 474"/>
                  <a:gd name="T23" fmla="*/ 0 h 270"/>
                  <a:gd name="T24" fmla="*/ 2147483647 w 474"/>
                  <a:gd name="T25" fmla="*/ 0 h 270"/>
                  <a:gd name="T26" fmla="*/ 2147483647 w 474"/>
                  <a:gd name="T27" fmla="*/ 0 h 270"/>
                  <a:gd name="T28" fmla="*/ 2147483647 w 474"/>
                  <a:gd name="T29" fmla="*/ 0 h 270"/>
                  <a:gd name="T30" fmla="*/ 2147483647 w 474"/>
                  <a:gd name="T31" fmla="*/ 0 h 270"/>
                  <a:gd name="T32" fmla="*/ 2147483647 w 474"/>
                  <a:gd name="T33" fmla="*/ 0 h 270"/>
                  <a:gd name="T34" fmla="*/ 2147483647 w 474"/>
                  <a:gd name="T35" fmla="*/ 2147483647 h 270"/>
                  <a:gd name="T36" fmla="*/ 2147483647 w 474"/>
                  <a:gd name="T37" fmla="*/ 2147483647 h 270"/>
                  <a:gd name="T38" fmla="*/ 2147483647 w 474"/>
                  <a:gd name="T39" fmla="*/ 2147483647 h 270"/>
                  <a:gd name="T40" fmla="*/ 2147483647 w 474"/>
                  <a:gd name="T41" fmla="*/ 2147483647 h 270"/>
                  <a:gd name="T42" fmla="*/ 2147483647 w 474"/>
                  <a:gd name="T43" fmla="*/ 2147483647 h 270"/>
                  <a:gd name="T44" fmla="*/ 2147483647 w 474"/>
                  <a:gd name="T45" fmla="*/ 2147483647 h 270"/>
                  <a:gd name="T46" fmla="*/ 2147483647 w 474"/>
                  <a:gd name="T47" fmla="*/ 2147483647 h 270"/>
                  <a:gd name="T48" fmla="*/ 2147483647 w 474"/>
                  <a:gd name="T49" fmla="*/ 2147483647 h 270"/>
                  <a:gd name="T50" fmla="*/ 2147483647 w 474"/>
                  <a:gd name="T51" fmla="*/ 2147483647 h 270"/>
                  <a:gd name="T52" fmla="*/ 2147483647 w 474"/>
                  <a:gd name="T53" fmla="*/ 2147483647 h 270"/>
                  <a:gd name="T54" fmla="*/ 2147483647 w 474"/>
                  <a:gd name="T55" fmla="*/ 2147483647 h 270"/>
                  <a:gd name="T56" fmla="*/ 2147483647 w 474"/>
                  <a:gd name="T57" fmla="*/ 2147483647 h 270"/>
                  <a:gd name="T58" fmla="*/ 2147483647 w 474"/>
                  <a:gd name="T59" fmla="*/ 2147483647 h 270"/>
                  <a:gd name="T60" fmla="*/ 2147483647 w 474"/>
                  <a:gd name="T61" fmla="*/ 2147483647 h 270"/>
                  <a:gd name="T62" fmla="*/ 2147483647 w 474"/>
                  <a:gd name="T63" fmla="*/ 2147483647 h 270"/>
                  <a:gd name="T64" fmla="*/ 2147483647 w 474"/>
                  <a:gd name="T65" fmla="*/ 2147483647 h 270"/>
                  <a:gd name="T66" fmla="*/ 2147483647 w 474"/>
                  <a:gd name="T67" fmla="*/ 2147483647 h 270"/>
                  <a:gd name="T68" fmla="*/ 2147483647 w 474"/>
                  <a:gd name="T69" fmla="*/ 2147483647 h 270"/>
                  <a:gd name="T70" fmla="*/ 2147483647 w 474"/>
                  <a:gd name="T71" fmla="*/ 2147483647 h 270"/>
                  <a:gd name="T72" fmla="*/ 2147483647 w 474"/>
                  <a:gd name="T73" fmla="*/ 2147483647 h 270"/>
                  <a:gd name="T74" fmla="*/ 2147483647 w 474"/>
                  <a:gd name="T75" fmla="*/ 2147483647 h 270"/>
                  <a:gd name="T76" fmla="*/ 2147483647 w 474"/>
                  <a:gd name="T77" fmla="*/ 2147483647 h 270"/>
                  <a:gd name="T78" fmla="*/ 2147483647 w 474"/>
                  <a:gd name="T79" fmla="*/ 2147483647 h 270"/>
                  <a:gd name="T80" fmla="*/ 2147483647 w 474"/>
                  <a:gd name="T81" fmla="*/ 2147483647 h 270"/>
                  <a:gd name="T82" fmla="*/ 2147483647 w 474"/>
                  <a:gd name="T83" fmla="*/ 2147483647 h 270"/>
                  <a:gd name="T84" fmla="*/ 2147483647 w 474"/>
                  <a:gd name="T85" fmla="*/ 2147483647 h 270"/>
                  <a:gd name="T86" fmla="*/ 2147483647 w 474"/>
                  <a:gd name="T87" fmla="*/ 2147483647 h 270"/>
                  <a:gd name="T88" fmla="*/ 0 w 474"/>
                  <a:gd name="T89" fmla="*/ 2147483647 h 270"/>
                  <a:gd name="T90" fmla="*/ 0 w 474"/>
                  <a:gd name="T91" fmla="*/ 2147483647 h 270"/>
                  <a:gd name="T92" fmla="*/ 0 w 474"/>
                  <a:gd name="T93" fmla="*/ 2147483647 h 270"/>
                  <a:gd name="T94" fmla="*/ 0 w 474"/>
                  <a:gd name="T95" fmla="*/ 2147483647 h 270"/>
                  <a:gd name="T96" fmla="*/ 0 w 474"/>
                  <a:gd name="T97" fmla="*/ 0 h 270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74"/>
                  <a:gd name="T148" fmla="*/ 0 h 270"/>
                  <a:gd name="T149" fmla="*/ 474 w 474"/>
                  <a:gd name="T150" fmla="*/ 270 h 270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74" h="270">
                    <a:moveTo>
                      <a:pt x="0" y="0"/>
                    </a:moveTo>
                    <a:lnTo>
                      <a:pt x="30" y="0"/>
                    </a:lnTo>
                    <a:lnTo>
                      <a:pt x="59" y="0"/>
                    </a:lnTo>
                    <a:lnTo>
                      <a:pt x="89" y="0"/>
                    </a:lnTo>
                    <a:lnTo>
                      <a:pt x="118" y="0"/>
                    </a:lnTo>
                    <a:lnTo>
                      <a:pt x="148" y="0"/>
                    </a:lnTo>
                    <a:lnTo>
                      <a:pt x="177" y="0"/>
                    </a:lnTo>
                    <a:lnTo>
                      <a:pt x="207" y="0"/>
                    </a:lnTo>
                    <a:lnTo>
                      <a:pt x="237" y="0"/>
                    </a:lnTo>
                    <a:lnTo>
                      <a:pt x="266" y="0"/>
                    </a:lnTo>
                    <a:lnTo>
                      <a:pt x="296" y="0"/>
                    </a:lnTo>
                    <a:lnTo>
                      <a:pt x="326" y="0"/>
                    </a:lnTo>
                    <a:lnTo>
                      <a:pt x="354" y="0"/>
                    </a:lnTo>
                    <a:lnTo>
                      <a:pt x="384" y="0"/>
                    </a:lnTo>
                    <a:lnTo>
                      <a:pt x="413" y="0"/>
                    </a:lnTo>
                    <a:lnTo>
                      <a:pt x="443" y="0"/>
                    </a:lnTo>
                    <a:lnTo>
                      <a:pt x="472" y="0"/>
                    </a:lnTo>
                    <a:lnTo>
                      <a:pt x="473" y="57"/>
                    </a:lnTo>
                    <a:lnTo>
                      <a:pt x="473" y="113"/>
                    </a:lnTo>
                    <a:lnTo>
                      <a:pt x="474" y="170"/>
                    </a:lnTo>
                    <a:lnTo>
                      <a:pt x="474" y="227"/>
                    </a:lnTo>
                    <a:lnTo>
                      <a:pt x="474" y="237"/>
                    </a:lnTo>
                    <a:lnTo>
                      <a:pt x="473" y="248"/>
                    </a:lnTo>
                    <a:lnTo>
                      <a:pt x="473" y="260"/>
                    </a:lnTo>
                    <a:lnTo>
                      <a:pt x="472" y="270"/>
                    </a:lnTo>
                    <a:lnTo>
                      <a:pt x="444" y="270"/>
                    </a:lnTo>
                    <a:lnTo>
                      <a:pt x="416" y="270"/>
                    </a:lnTo>
                    <a:lnTo>
                      <a:pt x="389" y="270"/>
                    </a:lnTo>
                    <a:lnTo>
                      <a:pt x="361" y="270"/>
                    </a:lnTo>
                    <a:lnTo>
                      <a:pt x="332" y="270"/>
                    </a:lnTo>
                    <a:lnTo>
                      <a:pt x="304" y="270"/>
                    </a:lnTo>
                    <a:lnTo>
                      <a:pt x="276" y="270"/>
                    </a:lnTo>
                    <a:lnTo>
                      <a:pt x="249" y="270"/>
                    </a:lnTo>
                    <a:lnTo>
                      <a:pt x="220" y="270"/>
                    </a:lnTo>
                    <a:lnTo>
                      <a:pt x="192" y="270"/>
                    </a:lnTo>
                    <a:lnTo>
                      <a:pt x="164" y="270"/>
                    </a:lnTo>
                    <a:lnTo>
                      <a:pt x="136" y="270"/>
                    </a:lnTo>
                    <a:lnTo>
                      <a:pt x="108" y="270"/>
                    </a:lnTo>
                    <a:lnTo>
                      <a:pt x="79" y="270"/>
                    </a:lnTo>
                    <a:lnTo>
                      <a:pt x="51" y="270"/>
                    </a:lnTo>
                    <a:lnTo>
                      <a:pt x="22" y="270"/>
                    </a:lnTo>
                    <a:lnTo>
                      <a:pt x="17" y="261"/>
                    </a:lnTo>
                    <a:lnTo>
                      <a:pt x="12" y="250"/>
                    </a:lnTo>
                    <a:lnTo>
                      <a:pt x="5" y="240"/>
                    </a:lnTo>
                    <a:lnTo>
                      <a:pt x="0" y="231"/>
                    </a:lnTo>
                    <a:lnTo>
                      <a:pt x="0" y="173"/>
                    </a:lnTo>
                    <a:lnTo>
                      <a:pt x="0" y="116"/>
                    </a:lnTo>
                    <a:lnTo>
                      <a:pt x="0" y="5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9A89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0" name="Freeform 144"/>
              <p:cNvSpPr>
                <a:spLocks/>
              </p:cNvSpPr>
              <p:nvPr/>
            </p:nvSpPr>
            <p:spPr bwMode="auto">
              <a:xfrm>
                <a:off x="1509713" y="3257550"/>
                <a:ext cx="187325" cy="69850"/>
              </a:xfrm>
              <a:custGeom>
                <a:avLst/>
                <a:gdLst>
                  <a:gd name="T0" fmla="*/ 0 w 472"/>
                  <a:gd name="T1" fmla="*/ 0 h 176"/>
                  <a:gd name="T2" fmla="*/ 2147483647 w 472"/>
                  <a:gd name="T3" fmla="*/ 0 h 176"/>
                  <a:gd name="T4" fmla="*/ 2147483647 w 472"/>
                  <a:gd name="T5" fmla="*/ 2147483647 h 176"/>
                  <a:gd name="T6" fmla="*/ 2147483647 w 472"/>
                  <a:gd name="T7" fmla="*/ 2147483647 h 176"/>
                  <a:gd name="T8" fmla="*/ 2147483647 w 472"/>
                  <a:gd name="T9" fmla="*/ 2147483647 h 176"/>
                  <a:gd name="T10" fmla="*/ 0 w 472"/>
                  <a:gd name="T11" fmla="*/ 2147483647 h 176"/>
                  <a:gd name="T12" fmla="*/ 0 w 472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72"/>
                  <a:gd name="T22" fmla="*/ 0 h 176"/>
                  <a:gd name="T23" fmla="*/ 472 w 472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72" h="176">
                    <a:moveTo>
                      <a:pt x="0" y="0"/>
                    </a:moveTo>
                    <a:lnTo>
                      <a:pt x="472" y="0"/>
                    </a:lnTo>
                    <a:lnTo>
                      <a:pt x="472" y="149"/>
                    </a:lnTo>
                    <a:lnTo>
                      <a:pt x="472" y="176"/>
                    </a:lnTo>
                    <a:lnTo>
                      <a:pt x="26" y="176"/>
                    </a:lnTo>
                    <a:lnTo>
                      <a:pt x="0" y="1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1AF9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1" name="Freeform 157"/>
              <p:cNvSpPr>
                <a:spLocks/>
              </p:cNvSpPr>
              <p:nvPr/>
            </p:nvSpPr>
            <p:spPr bwMode="auto">
              <a:xfrm>
                <a:off x="1695451" y="3236913"/>
                <a:ext cx="17463" cy="500062"/>
              </a:xfrm>
              <a:custGeom>
                <a:avLst/>
                <a:gdLst>
                  <a:gd name="T0" fmla="*/ 2147483647 w 45"/>
                  <a:gd name="T1" fmla="*/ 2147483647 h 1259"/>
                  <a:gd name="T2" fmla="*/ 2147483647 w 45"/>
                  <a:gd name="T3" fmla="*/ 0 h 1259"/>
                  <a:gd name="T4" fmla="*/ 2147483647 w 45"/>
                  <a:gd name="T5" fmla="*/ 2147483647 h 1259"/>
                  <a:gd name="T6" fmla="*/ 2147483647 w 45"/>
                  <a:gd name="T7" fmla="*/ 2147483647 h 1259"/>
                  <a:gd name="T8" fmla="*/ 2147483647 w 45"/>
                  <a:gd name="T9" fmla="*/ 2147483647 h 1259"/>
                  <a:gd name="T10" fmla="*/ 2147483647 w 45"/>
                  <a:gd name="T11" fmla="*/ 2147483647 h 1259"/>
                  <a:gd name="T12" fmla="*/ 0 w 45"/>
                  <a:gd name="T13" fmla="*/ 2147483647 h 1259"/>
                  <a:gd name="T14" fmla="*/ 2147483647 w 45"/>
                  <a:gd name="T15" fmla="*/ 2147483647 h 1259"/>
                  <a:gd name="T16" fmla="*/ 2147483647 w 45"/>
                  <a:gd name="T17" fmla="*/ 2147483647 h 1259"/>
                  <a:gd name="T18" fmla="*/ 2147483647 w 45"/>
                  <a:gd name="T19" fmla="*/ 2147483647 h 1259"/>
                  <a:gd name="T20" fmla="*/ 2147483647 w 45"/>
                  <a:gd name="T21" fmla="*/ 2147483647 h 125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5"/>
                  <a:gd name="T34" fmla="*/ 0 h 1259"/>
                  <a:gd name="T35" fmla="*/ 45 w 45"/>
                  <a:gd name="T36" fmla="*/ 1259 h 125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5" h="1259">
                    <a:moveTo>
                      <a:pt x="5" y="50"/>
                    </a:moveTo>
                    <a:lnTo>
                      <a:pt x="44" y="0"/>
                    </a:lnTo>
                    <a:lnTo>
                      <a:pt x="44" y="193"/>
                    </a:lnTo>
                    <a:lnTo>
                      <a:pt x="45" y="906"/>
                    </a:lnTo>
                    <a:lnTo>
                      <a:pt x="45" y="1069"/>
                    </a:lnTo>
                    <a:lnTo>
                      <a:pt x="7" y="1252"/>
                    </a:lnTo>
                    <a:lnTo>
                      <a:pt x="0" y="1259"/>
                    </a:lnTo>
                    <a:lnTo>
                      <a:pt x="4" y="1091"/>
                    </a:lnTo>
                    <a:lnTo>
                      <a:pt x="4" y="922"/>
                    </a:lnTo>
                    <a:lnTo>
                      <a:pt x="4" y="135"/>
                    </a:lnTo>
                    <a:lnTo>
                      <a:pt x="5" y="50"/>
                    </a:lnTo>
                    <a:close/>
                  </a:path>
                </a:pathLst>
              </a:custGeom>
              <a:solidFill>
                <a:srgbClr val="C9997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2" name="Freeform 159"/>
              <p:cNvSpPr>
                <a:spLocks/>
              </p:cNvSpPr>
              <p:nvPr/>
            </p:nvSpPr>
            <p:spPr bwMode="auto">
              <a:xfrm>
                <a:off x="1466851" y="3214688"/>
                <a:ext cx="246063" cy="42862"/>
              </a:xfrm>
              <a:custGeom>
                <a:avLst/>
                <a:gdLst>
                  <a:gd name="T0" fmla="*/ 0 w 621"/>
                  <a:gd name="T1" fmla="*/ 0 h 108"/>
                  <a:gd name="T2" fmla="*/ 2147483647 w 621"/>
                  <a:gd name="T3" fmla="*/ 0 h 108"/>
                  <a:gd name="T4" fmla="*/ 2147483647 w 621"/>
                  <a:gd name="T5" fmla="*/ 2147483647 h 108"/>
                  <a:gd name="T6" fmla="*/ 2147483647 w 621"/>
                  <a:gd name="T7" fmla="*/ 2147483647 h 108"/>
                  <a:gd name="T8" fmla="*/ 2147483647 w 621"/>
                  <a:gd name="T9" fmla="*/ 2147483647 h 108"/>
                  <a:gd name="T10" fmla="*/ 0 w 621"/>
                  <a:gd name="T11" fmla="*/ 0 h 10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1"/>
                  <a:gd name="T19" fmla="*/ 0 h 108"/>
                  <a:gd name="T20" fmla="*/ 621 w 621"/>
                  <a:gd name="T21" fmla="*/ 108 h 10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1" h="108">
                    <a:moveTo>
                      <a:pt x="0" y="0"/>
                    </a:moveTo>
                    <a:lnTo>
                      <a:pt x="555" y="0"/>
                    </a:lnTo>
                    <a:lnTo>
                      <a:pt x="621" y="58"/>
                    </a:lnTo>
                    <a:lnTo>
                      <a:pt x="580" y="108"/>
                    </a:lnTo>
                    <a:lnTo>
                      <a:pt x="105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EA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3" name="Freeform 161"/>
              <p:cNvSpPr>
                <a:spLocks/>
              </p:cNvSpPr>
              <p:nvPr/>
            </p:nvSpPr>
            <p:spPr bwMode="auto">
              <a:xfrm>
                <a:off x="1535113" y="3686175"/>
                <a:ext cx="133350" cy="34925"/>
              </a:xfrm>
              <a:custGeom>
                <a:avLst/>
                <a:gdLst>
                  <a:gd name="T0" fmla="*/ 2147483647 w 336"/>
                  <a:gd name="T1" fmla="*/ 0 h 89"/>
                  <a:gd name="T2" fmla="*/ 2147483647 w 336"/>
                  <a:gd name="T3" fmla="*/ 0 h 89"/>
                  <a:gd name="T4" fmla="*/ 2147483647 w 336"/>
                  <a:gd name="T5" fmla="*/ 2147483647 h 89"/>
                  <a:gd name="T6" fmla="*/ 2147483647 w 336"/>
                  <a:gd name="T7" fmla="*/ 2147483647 h 89"/>
                  <a:gd name="T8" fmla="*/ 2147483647 w 336"/>
                  <a:gd name="T9" fmla="*/ 2147483647 h 89"/>
                  <a:gd name="T10" fmla="*/ 2147483647 w 336"/>
                  <a:gd name="T11" fmla="*/ 2147483647 h 89"/>
                  <a:gd name="T12" fmla="*/ 2147483647 w 336"/>
                  <a:gd name="T13" fmla="*/ 2147483647 h 89"/>
                  <a:gd name="T14" fmla="*/ 2147483647 w 336"/>
                  <a:gd name="T15" fmla="*/ 2147483647 h 89"/>
                  <a:gd name="T16" fmla="*/ 2147483647 w 336"/>
                  <a:gd name="T17" fmla="*/ 2147483647 h 89"/>
                  <a:gd name="T18" fmla="*/ 2147483647 w 336"/>
                  <a:gd name="T19" fmla="*/ 2147483647 h 89"/>
                  <a:gd name="T20" fmla="*/ 2147483647 w 336"/>
                  <a:gd name="T21" fmla="*/ 2147483647 h 89"/>
                  <a:gd name="T22" fmla="*/ 2147483647 w 336"/>
                  <a:gd name="T23" fmla="*/ 2147483647 h 89"/>
                  <a:gd name="T24" fmla="*/ 2147483647 w 336"/>
                  <a:gd name="T25" fmla="*/ 2147483647 h 89"/>
                  <a:gd name="T26" fmla="*/ 2147483647 w 336"/>
                  <a:gd name="T27" fmla="*/ 2147483647 h 89"/>
                  <a:gd name="T28" fmla="*/ 2147483647 w 336"/>
                  <a:gd name="T29" fmla="*/ 2147483647 h 89"/>
                  <a:gd name="T30" fmla="*/ 2147483647 w 336"/>
                  <a:gd name="T31" fmla="*/ 2147483647 h 89"/>
                  <a:gd name="T32" fmla="*/ 2147483647 w 336"/>
                  <a:gd name="T33" fmla="*/ 2147483647 h 89"/>
                  <a:gd name="T34" fmla="*/ 2147483647 w 336"/>
                  <a:gd name="T35" fmla="*/ 2147483647 h 89"/>
                  <a:gd name="T36" fmla="*/ 2147483647 w 336"/>
                  <a:gd name="T37" fmla="*/ 2147483647 h 89"/>
                  <a:gd name="T38" fmla="*/ 2147483647 w 336"/>
                  <a:gd name="T39" fmla="*/ 2147483647 h 89"/>
                  <a:gd name="T40" fmla="*/ 2147483647 w 336"/>
                  <a:gd name="T41" fmla="*/ 2147483647 h 89"/>
                  <a:gd name="T42" fmla="*/ 2147483647 w 336"/>
                  <a:gd name="T43" fmla="*/ 2147483647 h 89"/>
                  <a:gd name="T44" fmla="*/ 2147483647 w 336"/>
                  <a:gd name="T45" fmla="*/ 2147483647 h 89"/>
                  <a:gd name="T46" fmla="*/ 2147483647 w 336"/>
                  <a:gd name="T47" fmla="*/ 2147483647 h 89"/>
                  <a:gd name="T48" fmla="*/ 2147483647 w 336"/>
                  <a:gd name="T49" fmla="*/ 2147483647 h 89"/>
                  <a:gd name="T50" fmla="*/ 2147483647 w 336"/>
                  <a:gd name="T51" fmla="*/ 2147483647 h 89"/>
                  <a:gd name="T52" fmla="*/ 2147483647 w 336"/>
                  <a:gd name="T53" fmla="*/ 2147483647 h 89"/>
                  <a:gd name="T54" fmla="*/ 0 w 336"/>
                  <a:gd name="T55" fmla="*/ 2147483647 h 89"/>
                  <a:gd name="T56" fmla="*/ 0 w 336"/>
                  <a:gd name="T57" fmla="*/ 2147483647 h 89"/>
                  <a:gd name="T58" fmla="*/ 2147483647 w 336"/>
                  <a:gd name="T59" fmla="*/ 2147483647 h 89"/>
                  <a:gd name="T60" fmla="*/ 2147483647 w 336"/>
                  <a:gd name="T61" fmla="*/ 2147483647 h 89"/>
                  <a:gd name="T62" fmla="*/ 2147483647 w 336"/>
                  <a:gd name="T63" fmla="*/ 2147483647 h 89"/>
                  <a:gd name="T64" fmla="*/ 2147483647 w 336"/>
                  <a:gd name="T65" fmla="*/ 2147483647 h 89"/>
                  <a:gd name="T66" fmla="*/ 2147483647 w 336"/>
                  <a:gd name="T67" fmla="*/ 2147483647 h 89"/>
                  <a:gd name="T68" fmla="*/ 2147483647 w 336"/>
                  <a:gd name="T69" fmla="*/ 2147483647 h 89"/>
                  <a:gd name="T70" fmla="*/ 2147483647 w 336"/>
                  <a:gd name="T71" fmla="*/ 2147483647 h 89"/>
                  <a:gd name="T72" fmla="*/ 2147483647 w 336"/>
                  <a:gd name="T73" fmla="*/ 0 h 89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336"/>
                  <a:gd name="T112" fmla="*/ 0 h 89"/>
                  <a:gd name="T113" fmla="*/ 336 w 336"/>
                  <a:gd name="T114" fmla="*/ 89 h 89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336" h="89">
                    <a:moveTo>
                      <a:pt x="44" y="0"/>
                    </a:moveTo>
                    <a:lnTo>
                      <a:pt x="295" y="0"/>
                    </a:lnTo>
                    <a:lnTo>
                      <a:pt x="303" y="1"/>
                    </a:lnTo>
                    <a:lnTo>
                      <a:pt x="311" y="4"/>
                    </a:lnTo>
                    <a:lnTo>
                      <a:pt x="318" y="8"/>
                    </a:lnTo>
                    <a:lnTo>
                      <a:pt x="324" y="13"/>
                    </a:lnTo>
                    <a:lnTo>
                      <a:pt x="329" y="21"/>
                    </a:lnTo>
                    <a:lnTo>
                      <a:pt x="333" y="28"/>
                    </a:lnTo>
                    <a:lnTo>
                      <a:pt x="335" y="37"/>
                    </a:lnTo>
                    <a:lnTo>
                      <a:pt x="336" y="45"/>
                    </a:lnTo>
                    <a:lnTo>
                      <a:pt x="335" y="54"/>
                    </a:lnTo>
                    <a:lnTo>
                      <a:pt x="333" y="62"/>
                    </a:lnTo>
                    <a:lnTo>
                      <a:pt x="329" y="70"/>
                    </a:lnTo>
                    <a:lnTo>
                      <a:pt x="324" y="76"/>
                    </a:lnTo>
                    <a:lnTo>
                      <a:pt x="318" y="81"/>
                    </a:lnTo>
                    <a:lnTo>
                      <a:pt x="311" y="86"/>
                    </a:lnTo>
                    <a:lnTo>
                      <a:pt x="303" y="88"/>
                    </a:lnTo>
                    <a:lnTo>
                      <a:pt x="295" y="89"/>
                    </a:lnTo>
                    <a:lnTo>
                      <a:pt x="44" y="89"/>
                    </a:lnTo>
                    <a:lnTo>
                      <a:pt x="35" y="88"/>
                    </a:lnTo>
                    <a:lnTo>
                      <a:pt x="27" y="86"/>
                    </a:lnTo>
                    <a:lnTo>
                      <a:pt x="19" y="81"/>
                    </a:lnTo>
                    <a:lnTo>
                      <a:pt x="13" y="76"/>
                    </a:lnTo>
                    <a:lnTo>
                      <a:pt x="8" y="70"/>
                    </a:lnTo>
                    <a:lnTo>
                      <a:pt x="3" y="62"/>
                    </a:lnTo>
                    <a:lnTo>
                      <a:pt x="1" y="54"/>
                    </a:lnTo>
                    <a:lnTo>
                      <a:pt x="0" y="45"/>
                    </a:lnTo>
                    <a:lnTo>
                      <a:pt x="1" y="37"/>
                    </a:lnTo>
                    <a:lnTo>
                      <a:pt x="3" y="28"/>
                    </a:lnTo>
                    <a:lnTo>
                      <a:pt x="8" y="21"/>
                    </a:lnTo>
                    <a:lnTo>
                      <a:pt x="13" y="13"/>
                    </a:lnTo>
                    <a:lnTo>
                      <a:pt x="19" y="8"/>
                    </a:lnTo>
                    <a:lnTo>
                      <a:pt x="27" y="4"/>
                    </a:lnTo>
                    <a:lnTo>
                      <a:pt x="35" y="1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4" name="Freeform 163"/>
              <p:cNvSpPr>
                <a:spLocks/>
              </p:cNvSpPr>
              <p:nvPr/>
            </p:nvSpPr>
            <p:spPr bwMode="auto">
              <a:xfrm>
                <a:off x="1544638" y="3684588"/>
                <a:ext cx="127000" cy="33337"/>
              </a:xfrm>
              <a:custGeom>
                <a:avLst/>
                <a:gdLst>
                  <a:gd name="T0" fmla="*/ 2147483647 w 323"/>
                  <a:gd name="T1" fmla="*/ 0 h 84"/>
                  <a:gd name="T2" fmla="*/ 2147483647 w 323"/>
                  <a:gd name="T3" fmla="*/ 0 h 84"/>
                  <a:gd name="T4" fmla="*/ 2147483647 w 323"/>
                  <a:gd name="T5" fmla="*/ 2147483647 h 84"/>
                  <a:gd name="T6" fmla="*/ 2147483647 w 323"/>
                  <a:gd name="T7" fmla="*/ 2147483647 h 84"/>
                  <a:gd name="T8" fmla="*/ 2147483647 w 323"/>
                  <a:gd name="T9" fmla="*/ 2147483647 h 84"/>
                  <a:gd name="T10" fmla="*/ 2147483647 w 323"/>
                  <a:gd name="T11" fmla="*/ 2147483647 h 84"/>
                  <a:gd name="T12" fmla="*/ 2147483647 w 323"/>
                  <a:gd name="T13" fmla="*/ 2147483647 h 84"/>
                  <a:gd name="T14" fmla="*/ 2147483647 w 323"/>
                  <a:gd name="T15" fmla="*/ 2147483647 h 84"/>
                  <a:gd name="T16" fmla="*/ 2147483647 w 323"/>
                  <a:gd name="T17" fmla="*/ 2147483647 h 84"/>
                  <a:gd name="T18" fmla="*/ 2147483647 w 323"/>
                  <a:gd name="T19" fmla="*/ 2147483647 h 84"/>
                  <a:gd name="T20" fmla="*/ 2147483647 w 323"/>
                  <a:gd name="T21" fmla="*/ 2147483647 h 84"/>
                  <a:gd name="T22" fmla="*/ 2147483647 w 323"/>
                  <a:gd name="T23" fmla="*/ 2147483647 h 84"/>
                  <a:gd name="T24" fmla="*/ 2147483647 w 323"/>
                  <a:gd name="T25" fmla="*/ 2147483647 h 84"/>
                  <a:gd name="T26" fmla="*/ 2147483647 w 323"/>
                  <a:gd name="T27" fmla="*/ 2147483647 h 84"/>
                  <a:gd name="T28" fmla="*/ 2147483647 w 323"/>
                  <a:gd name="T29" fmla="*/ 2147483647 h 84"/>
                  <a:gd name="T30" fmla="*/ 2147483647 w 323"/>
                  <a:gd name="T31" fmla="*/ 2147483647 h 84"/>
                  <a:gd name="T32" fmla="*/ 2147483647 w 323"/>
                  <a:gd name="T33" fmla="*/ 2147483647 h 84"/>
                  <a:gd name="T34" fmla="*/ 2147483647 w 323"/>
                  <a:gd name="T35" fmla="*/ 2147483647 h 84"/>
                  <a:gd name="T36" fmla="*/ 2147483647 w 323"/>
                  <a:gd name="T37" fmla="*/ 2147483647 h 84"/>
                  <a:gd name="T38" fmla="*/ 2147483647 w 323"/>
                  <a:gd name="T39" fmla="*/ 2147483647 h 84"/>
                  <a:gd name="T40" fmla="*/ 2147483647 w 323"/>
                  <a:gd name="T41" fmla="*/ 2147483647 h 84"/>
                  <a:gd name="T42" fmla="*/ 2147483647 w 323"/>
                  <a:gd name="T43" fmla="*/ 2147483647 h 84"/>
                  <a:gd name="T44" fmla="*/ 2147483647 w 323"/>
                  <a:gd name="T45" fmla="*/ 2147483647 h 84"/>
                  <a:gd name="T46" fmla="*/ 2147483647 w 323"/>
                  <a:gd name="T47" fmla="*/ 2147483647 h 84"/>
                  <a:gd name="T48" fmla="*/ 2147483647 w 323"/>
                  <a:gd name="T49" fmla="*/ 2147483647 h 84"/>
                  <a:gd name="T50" fmla="*/ 2147483647 w 323"/>
                  <a:gd name="T51" fmla="*/ 2147483647 h 84"/>
                  <a:gd name="T52" fmla="*/ 2147483647 w 323"/>
                  <a:gd name="T53" fmla="*/ 2147483647 h 84"/>
                  <a:gd name="T54" fmla="*/ 0 w 323"/>
                  <a:gd name="T55" fmla="*/ 2147483647 h 84"/>
                  <a:gd name="T56" fmla="*/ 0 w 323"/>
                  <a:gd name="T57" fmla="*/ 2147483647 h 84"/>
                  <a:gd name="T58" fmla="*/ 2147483647 w 323"/>
                  <a:gd name="T59" fmla="*/ 2147483647 h 84"/>
                  <a:gd name="T60" fmla="*/ 2147483647 w 323"/>
                  <a:gd name="T61" fmla="*/ 2147483647 h 84"/>
                  <a:gd name="T62" fmla="*/ 2147483647 w 323"/>
                  <a:gd name="T63" fmla="*/ 2147483647 h 84"/>
                  <a:gd name="T64" fmla="*/ 2147483647 w 323"/>
                  <a:gd name="T65" fmla="*/ 2147483647 h 84"/>
                  <a:gd name="T66" fmla="*/ 2147483647 w 323"/>
                  <a:gd name="T67" fmla="*/ 2147483647 h 84"/>
                  <a:gd name="T68" fmla="*/ 2147483647 w 323"/>
                  <a:gd name="T69" fmla="*/ 2147483647 h 84"/>
                  <a:gd name="T70" fmla="*/ 2147483647 w 323"/>
                  <a:gd name="T71" fmla="*/ 2147483647 h 84"/>
                  <a:gd name="T72" fmla="*/ 2147483647 w 323"/>
                  <a:gd name="T73" fmla="*/ 0 h 84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323"/>
                  <a:gd name="T112" fmla="*/ 0 h 84"/>
                  <a:gd name="T113" fmla="*/ 323 w 323"/>
                  <a:gd name="T114" fmla="*/ 84 h 84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323" h="84">
                    <a:moveTo>
                      <a:pt x="43" y="0"/>
                    </a:moveTo>
                    <a:lnTo>
                      <a:pt x="282" y="0"/>
                    </a:lnTo>
                    <a:lnTo>
                      <a:pt x="290" y="1"/>
                    </a:lnTo>
                    <a:lnTo>
                      <a:pt x="297" y="3"/>
                    </a:lnTo>
                    <a:lnTo>
                      <a:pt x="305" y="8"/>
                    </a:lnTo>
                    <a:lnTo>
                      <a:pt x="311" y="13"/>
                    </a:lnTo>
                    <a:lnTo>
                      <a:pt x="315" y="18"/>
                    </a:lnTo>
                    <a:lnTo>
                      <a:pt x="320" y="26"/>
                    </a:lnTo>
                    <a:lnTo>
                      <a:pt x="322" y="33"/>
                    </a:lnTo>
                    <a:lnTo>
                      <a:pt x="323" y="42"/>
                    </a:lnTo>
                    <a:lnTo>
                      <a:pt x="322" y="50"/>
                    </a:lnTo>
                    <a:lnTo>
                      <a:pt x="320" y="59"/>
                    </a:lnTo>
                    <a:lnTo>
                      <a:pt x="315" y="65"/>
                    </a:lnTo>
                    <a:lnTo>
                      <a:pt x="311" y="72"/>
                    </a:lnTo>
                    <a:lnTo>
                      <a:pt x="305" y="77"/>
                    </a:lnTo>
                    <a:lnTo>
                      <a:pt x="297" y="81"/>
                    </a:lnTo>
                    <a:lnTo>
                      <a:pt x="290" y="83"/>
                    </a:lnTo>
                    <a:lnTo>
                      <a:pt x="282" y="84"/>
                    </a:lnTo>
                    <a:lnTo>
                      <a:pt x="43" y="84"/>
                    </a:lnTo>
                    <a:lnTo>
                      <a:pt x="35" y="83"/>
                    </a:lnTo>
                    <a:lnTo>
                      <a:pt x="26" y="81"/>
                    </a:lnTo>
                    <a:lnTo>
                      <a:pt x="20" y="77"/>
                    </a:lnTo>
                    <a:lnTo>
                      <a:pt x="13" y="72"/>
                    </a:lnTo>
                    <a:lnTo>
                      <a:pt x="8" y="65"/>
                    </a:lnTo>
                    <a:lnTo>
                      <a:pt x="4" y="59"/>
                    </a:lnTo>
                    <a:lnTo>
                      <a:pt x="1" y="50"/>
                    </a:lnTo>
                    <a:lnTo>
                      <a:pt x="0" y="42"/>
                    </a:lnTo>
                    <a:lnTo>
                      <a:pt x="1" y="33"/>
                    </a:lnTo>
                    <a:lnTo>
                      <a:pt x="4" y="26"/>
                    </a:lnTo>
                    <a:lnTo>
                      <a:pt x="8" y="18"/>
                    </a:lnTo>
                    <a:lnTo>
                      <a:pt x="13" y="13"/>
                    </a:lnTo>
                    <a:lnTo>
                      <a:pt x="20" y="8"/>
                    </a:lnTo>
                    <a:lnTo>
                      <a:pt x="26" y="3"/>
                    </a:lnTo>
                    <a:lnTo>
                      <a:pt x="35" y="1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5" name="Freeform 165"/>
              <p:cNvSpPr>
                <a:spLocks/>
              </p:cNvSpPr>
              <p:nvPr/>
            </p:nvSpPr>
            <p:spPr bwMode="auto">
              <a:xfrm>
                <a:off x="1530351" y="3308350"/>
                <a:ext cx="166688" cy="315912"/>
              </a:xfrm>
              <a:custGeom>
                <a:avLst/>
                <a:gdLst>
                  <a:gd name="T0" fmla="*/ 0 w 422"/>
                  <a:gd name="T1" fmla="*/ 2147483647 h 796"/>
                  <a:gd name="T2" fmla="*/ 2147483647 w 422"/>
                  <a:gd name="T3" fmla="*/ 0 h 796"/>
                  <a:gd name="T4" fmla="*/ 2147483647 w 422"/>
                  <a:gd name="T5" fmla="*/ 2147483647 h 796"/>
                  <a:gd name="T6" fmla="*/ 2147483647 w 422"/>
                  <a:gd name="T7" fmla="*/ 2147483647 h 796"/>
                  <a:gd name="T8" fmla="*/ 2147483647 w 422"/>
                  <a:gd name="T9" fmla="*/ 2147483647 h 796"/>
                  <a:gd name="T10" fmla="*/ 2147483647 w 422"/>
                  <a:gd name="T11" fmla="*/ 2147483647 h 796"/>
                  <a:gd name="T12" fmla="*/ 2147483647 w 422"/>
                  <a:gd name="T13" fmla="*/ 2147483647 h 796"/>
                  <a:gd name="T14" fmla="*/ 2147483647 w 422"/>
                  <a:gd name="T15" fmla="*/ 2147483647 h 796"/>
                  <a:gd name="T16" fmla="*/ 2147483647 w 422"/>
                  <a:gd name="T17" fmla="*/ 2147483647 h 796"/>
                  <a:gd name="T18" fmla="*/ 2147483647 w 422"/>
                  <a:gd name="T19" fmla="*/ 2147483647 h 796"/>
                  <a:gd name="T20" fmla="*/ 2147483647 w 422"/>
                  <a:gd name="T21" fmla="*/ 2147483647 h 796"/>
                  <a:gd name="T22" fmla="*/ 2147483647 w 422"/>
                  <a:gd name="T23" fmla="*/ 2147483647 h 796"/>
                  <a:gd name="T24" fmla="*/ 2147483647 w 422"/>
                  <a:gd name="T25" fmla="*/ 2147483647 h 796"/>
                  <a:gd name="T26" fmla="*/ 2147483647 w 422"/>
                  <a:gd name="T27" fmla="*/ 2147483647 h 796"/>
                  <a:gd name="T28" fmla="*/ 2147483647 w 422"/>
                  <a:gd name="T29" fmla="*/ 2147483647 h 796"/>
                  <a:gd name="T30" fmla="*/ 2147483647 w 422"/>
                  <a:gd name="T31" fmla="*/ 2147483647 h 796"/>
                  <a:gd name="T32" fmla="*/ 2147483647 w 422"/>
                  <a:gd name="T33" fmla="*/ 2147483647 h 796"/>
                  <a:gd name="T34" fmla="*/ 2147483647 w 422"/>
                  <a:gd name="T35" fmla="*/ 2147483647 h 796"/>
                  <a:gd name="T36" fmla="*/ 0 w 422"/>
                  <a:gd name="T37" fmla="*/ 2147483647 h 796"/>
                  <a:gd name="T38" fmla="*/ 0 w 422"/>
                  <a:gd name="T39" fmla="*/ 2147483647 h 79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22"/>
                  <a:gd name="T61" fmla="*/ 0 h 796"/>
                  <a:gd name="T62" fmla="*/ 422 w 422"/>
                  <a:gd name="T63" fmla="*/ 796 h 79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22" h="796">
                    <a:moveTo>
                      <a:pt x="0" y="7"/>
                    </a:moveTo>
                    <a:lnTo>
                      <a:pt x="422" y="0"/>
                    </a:lnTo>
                    <a:lnTo>
                      <a:pt x="422" y="745"/>
                    </a:lnTo>
                    <a:lnTo>
                      <a:pt x="406" y="758"/>
                    </a:lnTo>
                    <a:lnTo>
                      <a:pt x="387" y="769"/>
                    </a:lnTo>
                    <a:lnTo>
                      <a:pt x="365" y="779"/>
                    </a:lnTo>
                    <a:lnTo>
                      <a:pt x="341" y="786"/>
                    </a:lnTo>
                    <a:lnTo>
                      <a:pt x="314" y="791"/>
                    </a:lnTo>
                    <a:lnTo>
                      <a:pt x="286" y="795"/>
                    </a:lnTo>
                    <a:lnTo>
                      <a:pt x="256" y="796"/>
                    </a:lnTo>
                    <a:lnTo>
                      <a:pt x="226" y="796"/>
                    </a:lnTo>
                    <a:lnTo>
                      <a:pt x="195" y="792"/>
                    </a:lnTo>
                    <a:lnTo>
                      <a:pt x="165" y="787"/>
                    </a:lnTo>
                    <a:lnTo>
                      <a:pt x="135" y="780"/>
                    </a:lnTo>
                    <a:lnTo>
                      <a:pt x="105" y="770"/>
                    </a:lnTo>
                    <a:lnTo>
                      <a:pt x="76" y="758"/>
                    </a:lnTo>
                    <a:lnTo>
                      <a:pt x="48" y="744"/>
                    </a:lnTo>
                    <a:lnTo>
                      <a:pt x="24" y="727"/>
                    </a:lnTo>
                    <a:lnTo>
                      <a:pt x="0" y="708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D1AF9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6" name="Freeform 167"/>
              <p:cNvSpPr>
                <a:spLocks/>
              </p:cNvSpPr>
              <p:nvPr/>
            </p:nvSpPr>
            <p:spPr bwMode="auto">
              <a:xfrm>
                <a:off x="1530351" y="3297238"/>
                <a:ext cx="166688" cy="319087"/>
              </a:xfrm>
              <a:custGeom>
                <a:avLst/>
                <a:gdLst>
                  <a:gd name="T0" fmla="*/ 0 w 422"/>
                  <a:gd name="T1" fmla="*/ 2147483647 h 802"/>
                  <a:gd name="T2" fmla="*/ 2147483647 w 422"/>
                  <a:gd name="T3" fmla="*/ 0 h 802"/>
                  <a:gd name="T4" fmla="*/ 2147483647 w 422"/>
                  <a:gd name="T5" fmla="*/ 2147483647 h 802"/>
                  <a:gd name="T6" fmla="*/ 2147483647 w 422"/>
                  <a:gd name="T7" fmla="*/ 2147483647 h 802"/>
                  <a:gd name="T8" fmla="*/ 2147483647 w 422"/>
                  <a:gd name="T9" fmla="*/ 2147483647 h 802"/>
                  <a:gd name="T10" fmla="*/ 2147483647 w 422"/>
                  <a:gd name="T11" fmla="*/ 2147483647 h 802"/>
                  <a:gd name="T12" fmla="*/ 2147483647 w 422"/>
                  <a:gd name="T13" fmla="*/ 2147483647 h 802"/>
                  <a:gd name="T14" fmla="*/ 2147483647 w 422"/>
                  <a:gd name="T15" fmla="*/ 2147483647 h 802"/>
                  <a:gd name="T16" fmla="*/ 2147483647 w 422"/>
                  <a:gd name="T17" fmla="*/ 2147483647 h 802"/>
                  <a:gd name="T18" fmla="*/ 2147483647 w 422"/>
                  <a:gd name="T19" fmla="*/ 2147483647 h 802"/>
                  <a:gd name="T20" fmla="*/ 2147483647 w 422"/>
                  <a:gd name="T21" fmla="*/ 2147483647 h 802"/>
                  <a:gd name="T22" fmla="*/ 2147483647 w 422"/>
                  <a:gd name="T23" fmla="*/ 2147483647 h 802"/>
                  <a:gd name="T24" fmla="*/ 2147483647 w 422"/>
                  <a:gd name="T25" fmla="*/ 2147483647 h 802"/>
                  <a:gd name="T26" fmla="*/ 2147483647 w 422"/>
                  <a:gd name="T27" fmla="*/ 2147483647 h 802"/>
                  <a:gd name="T28" fmla="*/ 2147483647 w 422"/>
                  <a:gd name="T29" fmla="*/ 2147483647 h 802"/>
                  <a:gd name="T30" fmla="*/ 2147483647 w 422"/>
                  <a:gd name="T31" fmla="*/ 2147483647 h 802"/>
                  <a:gd name="T32" fmla="*/ 2147483647 w 422"/>
                  <a:gd name="T33" fmla="*/ 2147483647 h 802"/>
                  <a:gd name="T34" fmla="*/ 2147483647 w 422"/>
                  <a:gd name="T35" fmla="*/ 2147483647 h 802"/>
                  <a:gd name="T36" fmla="*/ 0 w 422"/>
                  <a:gd name="T37" fmla="*/ 2147483647 h 802"/>
                  <a:gd name="T38" fmla="*/ 0 w 422"/>
                  <a:gd name="T39" fmla="*/ 2147483647 h 80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22"/>
                  <a:gd name="T61" fmla="*/ 0 h 802"/>
                  <a:gd name="T62" fmla="*/ 422 w 422"/>
                  <a:gd name="T63" fmla="*/ 802 h 802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22" h="802">
                    <a:moveTo>
                      <a:pt x="0" y="8"/>
                    </a:moveTo>
                    <a:lnTo>
                      <a:pt x="422" y="0"/>
                    </a:lnTo>
                    <a:lnTo>
                      <a:pt x="422" y="747"/>
                    </a:lnTo>
                    <a:lnTo>
                      <a:pt x="406" y="759"/>
                    </a:lnTo>
                    <a:lnTo>
                      <a:pt x="387" y="771"/>
                    </a:lnTo>
                    <a:lnTo>
                      <a:pt x="365" y="780"/>
                    </a:lnTo>
                    <a:lnTo>
                      <a:pt x="341" y="788"/>
                    </a:lnTo>
                    <a:lnTo>
                      <a:pt x="314" y="795"/>
                    </a:lnTo>
                    <a:lnTo>
                      <a:pt x="286" y="799"/>
                    </a:lnTo>
                    <a:lnTo>
                      <a:pt x="256" y="801"/>
                    </a:lnTo>
                    <a:lnTo>
                      <a:pt x="226" y="802"/>
                    </a:lnTo>
                    <a:lnTo>
                      <a:pt x="195" y="801"/>
                    </a:lnTo>
                    <a:lnTo>
                      <a:pt x="165" y="798"/>
                    </a:lnTo>
                    <a:lnTo>
                      <a:pt x="135" y="793"/>
                    </a:lnTo>
                    <a:lnTo>
                      <a:pt x="105" y="786"/>
                    </a:lnTo>
                    <a:lnTo>
                      <a:pt x="76" y="778"/>
                    </a:lnTo>
                    <a:lnTo>
                      <a:pt x="48" y="766"/>
                    </a:lnTo>
                    <a:lnTo>
                      <a:pt x="24" y="753"/>
                    </a:lnTo>
                    <a:lnTo>
                      <a:pt x="0" y="738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51442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7" name="Freeform 169"/>
              <p:cNvSpPr>
                <a:spLocks/>
              </p:cNvSpPr>
              <p:nvPr/>
            </p:nvSpPr>
            <p:spPr bwMode="auto">
              <a:xfrm>
                <a:off x="1562101" y="3606800"/>
                <a:ext cx="58738" cy="15875"/>
              </a:xfrm>
              <a:custGeom>
                <a:avLst/>
                <a:gdLst>
                  <a:gd name="T0" fmla="*/ 0 w 150"/>
                  <a:gd name="T1" fmla="*/ 0 h 40"/>
                  <a:gd name="T2" fmla="*/ 2147483647 w 150"/>
                  <a:gd name="T3" fmla="*/ 2147483647 h 40"/>
                  <a:gd name="T4" fmla="*/ 2147483647 w 150"/>
                  <a:gd name="T5" fmla="*/ 2147483647 h 40"/>
                  <a:gd name="T6" fmla="*/ 2147483647 w 150"/>
                  <a:gd name="T7" fmla="*/ 2147483647 h 40"/>
                  <a:gd name="T8" fmla="*/ 2147483647 w 150"/>
                  <a:gd name="T9" fmla="*/ 2147483647 h 40"/>
                  <a:gd name="T10" fmla="*/ 2147483647 w 150"/>
                  <a:gd name="T11" fmla="*/ 2147483647 h 40"/>
                  <a:gd name="T12" fmla="*/ 2147483647 w 150"/>
                  <a:gd name="T13" fmla="*/ 2147483647 h 40"/>
                  <a:gd name="T14" fmla="*/ 2147483647 w 150"/>
                  <a:gd name="T15" fmla="*/ 2147483647 h 40"/>
                  <a:gd name="T16" fmla="*/ 0 w 150"/>
                  <a:gd name="T17" fmla="*/ 0 h 4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50"/>
                  <a:gd name="T28" fmla="*/ 0 h 40"/>
                  <a:gd name="T29" fmla="*/ 150 w 150"/>
                  <a:gd name="T30" fmla="*/ 40 h 4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50" h="40">
                    <a:moveTo>
                      <a:pt x="0" y="0"/>
                    </a:moveTo>
                    <a:lnTo>
                      <a:pt x="49" y="20"/>
                    </a:lnTo>
                    <a:lnTo>
                      <a:pt x="100" y="24"/>
                    </a:lnTo>
                    <a:lnTo>
                      <a:pt x="150" y="32"/>
                    </a:lnTo>
                    <a:lnTo>
                      <a:pt x="143" y="40"/>
                    </a:lnTo>
                    <a:lnTo>
                      <a:pt x="119" y="40"/>
                    </a:lnTo>
                    <a:lnTo>
                      <a:pt x="64" y="29"/>
                    </a:lnTo>
                    <a:lnTo>
                      <a:pt x="14" y="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BC9B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8" name="Freeform 171"/>
              <p:cNvSpPr>
                <a:spLocks/>
              </p:cNvSpPr>
              <p:nvPr/>
            </p:nvSpPr>
            <p:spPr bwMode="auto">
              <a:xfrm>
                <a:off x="1530351" y="3289300"/>
                <a:ext cx="166688" cy="11112"/>
              </a:xfrm>
              <a:custGeom>
                <a:avLst/>
                <a:gdLst>
                  <a:gd name="T0" fmla="*/ 0 w 422"/>
                  <a:gd name="T1" fmla="*/ 2147483647 h 30"/>
                  <a:gd name="T2" fmla="*/ 2147483647 w 422"/>
                  <a:gd name="T3" fmla="*/ 0 h 30"/>
                  <a:gd name="T4" fmla="*/ 2147483647 w 422"/>
                  <a:gd name="T5" fmla="*/ 0 h 30"/>
                  <a:gd name="T6" fmla="*/ 2147483647 w 422"/>
                  <a:gd name="T7" fmla="*/ 2147483647 h 30"/>
                  <a:gd name="T8" fmla="*/ 0 w 422"/>
                  <a:gd name="T9" fmla="*/ 2147483647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2"/>
                  <a:gd name="T16" fmla="*/ 0 h 30"/>
                  <a:gd name="T17" fmla="*/ 422 w 422"/>
                  <a:gd name="T18" fmla="*/ 30 h 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2" h="30">
                    <a:moveTo>
                      <a:pt x="0" y="30"/>
                    </a:moveTo>
                    <a:lnTo>
                      <a:pt x="24" y="0"/>
                    </a:lnTo>
                    <a:lnTo>
                      <a:pt x="422" y="0"/>
                    </a:lnTo>
                    <a:lnTo>
                      <a:pt x="422" y="3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776B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9" name="Freeform 173"/>
              <p:cNvSpPr>
                <a:spLocks/>
              </p:cNvSpPr>
              <p:nvPr/>
            </p:nvSpPr>
            <p:spPr bwMode="auto">
              <a:xfrm>
                <a:off x="1531938" y="3289300"/>
                <a:ext cx="6350" cy="304800"/>
              </a:xfrm>
              <a:custGeom>
                <a:avLst/>
                <a:gdLst>
                  <a:gd name="T0" fmla="*/ 2147483647 w 20"/>
                  <a:gd name="T1" fmla="*/ 0 h 771"/>
                  <a:gd name="T2" fmla="*/ 2147483647 w 20"/>
                  <a:gd name="T3" fmla="*/ 2147483647 h 771"/>
                  <a:gd name="T4" fmla="*/ 2147483647 w 20"/>
                  <a:gd name="T5" fmla="*/ 2147483647 h 771"/>
                  <a:gd name="T6" fmla="*/ 2147483647 w 20"/>
                  <a:gd name="T7" fmla="*/ 2147483647 h 771"/>
                  <a:gd name="T8" fmla="*/ 0 w 20"/>
                  <a:gd name="T9" fmla="*/ 2147483647 h 771"/>
                  <a:gd name="T10" fmla="*/ 2147483647 w 20"/>
                  <a:gd name="T11" fmla="*/ 0 h 77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0"/>
                  <a:gd name="T19" fmla="*/ 0 h 771"/>
                  <a:gd name="T20" fmla="*/ 20 w 20"/>
                  <a:gd name="T21" fmla="*/ 771 h 77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0" h="771">
                    <a:moveTo>
                      <a:pt x="20" y="0"/>
                    </a:moveTo>
                    <a:lnTo>
                      <a:pt x="20" y="65"/>
                    </a:lnTo>
                    <a:lnTo>
                      <a:pt x="20" y="771"/>
                    </a:lnTo>
                    <a:lnTo>
                      <a:pt x="1" y="723"/>
                    </a:lnTo>
                    <a:lnTo>
                      <a:pt x="0" y="28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0" name="Freeform 175"/>
              <p:cNvSpPr>
                <a:spLocks/>
              </p:cNvSpPr>
              <p:nvPr/>
            </p:nvSpPr>
            <p:spPr bwMode="auto">
              <a:xfrm>
                <a:off x="1695451" y="3275013"/>
                <a:ext cx="17463" cy="320675"/>
              </a:xfrm>
              <a:custGeom>
                <a:avLst/>
                <a:gdLst>
                  <a:gd name="T0" fmla="*/ 2147483647 w 42"/>
                  <a:gd name="T1" fmla="*/ 2147483647 h 809"/>
                  <a:gd name="T2" fmla="*/ 2147483647 w 42"/>
                  <a:gd name="T3" fmla="*/ 2147483647 h 809"/>
                  <a:gd name="T4" fmla="*/ 2147483647 w 42"/>
                  <a:gd name="T5" fmla="*/ 0 h 809"/>
                  <a:gd name="T6" fmla="*/ 2147483647 w 42"/>
                  <a:gd name="T7" fmla="*/ 2147483647 h 809"/>
                  <a:gd name="T8" fmla="*/ 2147483647 w 42"/>
                  <a:gd name="T9" fmla="*/ 2147483647 h 809"/>
                  <a:gd name="T10" fmla="*/ 0 w 42"/>
                  <a:gd name="T11" fmla="*/ 2147483647 h 809"/>
                  <a:gd name="T12" fmla="*/ 2147483647 w 42"/>
                  <a:gd name="T13" fmla="*/ 2147483647 h 8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2"/>
                  <a:gd name="T22" fmla="*/ 0 h 809"/>
                  <a:gd name="T23" fmla="*/ 42 w 42"/>
                  <a:gd name="T24" fmla="*/ 809 h 80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2" h="809">
                    <a:moveTo>
                      <a:pt x="2" y="39"/>
                    </a:moveTo>
                    <a:lnTo>
                      <a:pt x="31" y="20"/>
                    </a:lnTo>
                    <a:lnTo>
                      <a:pt x="42" y="0"/>
                    </a:lnTo>
                    <a:lnTo>
                      <a:pt x="42" y="746"/>
                    </a:lnTo>
                    <a:lnTo>
                      <a:pt x="25" y="788"/>
                    </a:lnTo>
                    <a:lnTo>
                      <a:pt x="0" y="809"/>
                    </a:lnTo>
                    <a:lnTo>
                      <a:pt x="2" y="39"/>
                    </a:lnTo>
                    <a:close/>
                  </a:path>
                </a:pathLst>
              </a:custGeom>
              <a:solidFill>
                <a:srgbClr val="776B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1" name="Freeform 177"/>
              <p:cNvSpPr>
                <a:spLocks/>
              </p:cNvSpPr>
              <p:nvPr/>
            </p:nvSpPr>
            <p:spPr bwMode="auto">
              <a:xfrm>
                <a:off x="1541463" y="3638550"/>
                <a:ext cx="26988" cy="28575"/>
              </a:xfrm>
              <a:custGeom>
                <a:avLst/>
                <a:gdLst>
                  <a:gd name="T0" fmla="*/ 2147483647 w 70"/>
                  <a:gd name="T1" fmla="*/ 0 h 71"/>
                  <a:gd name="T2" fmla="*/ 2147483647 w 70"/>
                  <a:gd name="T3" fmla="*/ 2147483647 h 71"/>
                  <a:gd name="T4" fmla="*/ 2147483647 w 70"/>
                  <a:gd name="T5" fmla="*/ 2147483647 h 71"/>
                  <a:gd name="T6" fmla="*/ 2147483647 w 70"/>
                  <a:gd name="T7" fmla="*/ 2147483647 h 71"/>
                  <a:gd name="T8" fmla="*/ 2147483647 w 70"/>
                  <a:gd name="T9" fmla="*/ 2147483647 h 71"/>
                  <a:gd name="T10" fmla="*/ 2147483647 w 70"/>
                  <a:gd name="T11" fmla="*/ 2147483647 h 71"/>
                  <a:gd name="T12" fmla="*/ 2147483647 w 70"/>
                  <a:gd name="T13" fmla="*/ 2147483647 h 71"/>
                  <a:gd name="T14" fmla="*/ 2147483647 w 70"/>
                  <a:gd name="T15" fmla="*/ 2147483647 h 71"/>
                  <a:gd name="T16" fmla="*/ 2147483647 w 70"/>
                  <a:gd name="T17" fmla="*/ 2147483647 h 71"/>
                  <a:gd name="T18" fmla="*/ 2147483647 w 70"/>
                  <a:gd name="T19" fmla="*/ 2147483647 h 71"/>
                  <a:gd name="T20" fmla="*/ 2147483647 w 70"/>
                  <a:gd name="T21" fmla="*/ 2147483647 h 71"/>
                  <a:gd name="T22" fmla="*/ 2147483647 w 70"/>
                  <a:gd name="T23" fmla="*/ 2147483647 h 71"/>
                  <a:gd name="T24" fmla="*/ 2147483647 w 70"/>
                  <a:gd name="T25" fmla="*/ 2147483647 h 71"/>
                  <a:gd name="T26" fmla="*/ 2147483647 w 70"/>
                  <a:gd name="T27" fmla="*/ 2147483647 h 71"/>
                  <a:gd name="T28" fmla="*/ 2147483647 w 70"/>
                  <a:gd name="T29" fmla="*/ 2147483647 h 71"/>
                  <a:gd name="T30" fmla="*/ 2147483647 w 70"/>
                  <a:gd name="T31" fmla="*/ 2147483647 h 71"/>
                  <a:gd name="T32" fmla="*/ 2147483647 w 70"/>
                  <a:gd name="T33" fmla="*/ 2147483647 h 71"/>
                  <a:gd name="T34" fmla="*/ 2147483647 w 70"/>
                  <a:gd name="T35" fmla="*/ 2147483647 h 71"/>
                  <a:gd name="T36" fmla="*/ 2147483647 w 70"/>
                  <a:gd name="T37" fmla="*/ 2147483647 h 71"/>
                  <a:gd name="T38" fmla="*/ 2147483647 w 70"/>
                  <a:gd name="T39" fmla="*/ 2147483647 h 71"/>
                  <a:gd name="T40" fmla="*/ 2147483647 w 70"/>
                  <a:gd name="T41" fmla="*/ 2147483647 h 71"/>
                  <a:gd name="T42" fmla="*/ 2147483647 w 70"/>
                  <a:gd name="T43" fmla="*/ 2147483647 h 71"/>
                  <a:gd name="T44" fmla="*/ 2147483647 w 70"/>
                  <a:gd name="T45" fmla="*/ 2147483647 h 71"/>
                  <a:gd name="T46" fmla="*/ 2147483647 w 70"/>
                  <a:gd name="T47" fmla="*/ 2147483647 h 71"/>
                  <a:gd name="T48" fmla="*/ 0 w 70"/>
                  <a:gd name="T49" fmla="*/ 2147483647 h 71"/>
                  <a:gd name="T50" fmla="*/ 2147483647 w 70"/>
                  <a:gd name="T51" fmla="*/ 2147483647 h 71"/>
                  <a:gd name="T52" fmla="*/ 2147483647 w 70"/>
                  <a:gd name="T53" fmla="*/ 2147483647 h 71"/>
                  <a:gd name="T54" fmla="*/ 2147483647 w 70"/>
                  <a:gd name="T55" fmla="*/ 2147483647 h 71"/>
                  <a:gd name="T56" fmla="*/ 2147483647 w 70"/>
                  <a:gd name="T57" fmla="*/ 2147483647 h 71"/>
                  <a:gd name="T58" fmla="*/ 2147483647 w 70"/>
                  <a:gd name="T59" fmla="*/ 2147483647 h 71"/>
                  <a:gd name="T60" fmla="*/ 2147483647 w 70"/>
                  <a:gd name="T61" fmla="*/ 2147483647 h 71"/>
                  <a:gd name="T62" fmla="*/ 2147483647 w 70"/>
                  <a:gd name="T63" fmla="*/ 2147483647 h 71"/>
                  <a:gd name="T64" fmla="*/ 2147483647 w 70"/>
                  <a:gd name="T65" fmla="*/ 0 h 7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70"/>
                  <a:gd name="T100" fmla="*/ 0 h 71"/>
                  <a:gd name="T101" fmla="*/ 70 w 70"/>
                  <a:gd name="T102" fmla="*/ 71 h 7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70" h="71">
                    <a:moveTo>
                      <a:pt x="35" y="0"/>
                    </a:moveTo>
                    <a:lnTo>
                      <a:pt x="43" y="1"/>
                    </a:lnTo>
                    <a:lnTo>
                      <a:pt x="49" y="3"/>
                    </a:lnTo>
                    <a:lnTo>
                      <a:pt x="55" y="6"/>
                    </a:lnTo>
                    <a:lnTo>
                      <a:pt x="61" y="11"/>
                    </a:lnTo>
                    <a:lnTo>
                      <a:pt x="65" y="16"/>
                    </a:lnTo>
                    <a:lnTo>
                      <a:pt x="68" y="22"/>
                    </a:lnTo>
                    <a:lnTo>
                      <a:pt x="69" y="29"/>
                    </a:lnTo>
                    <a:lnTo>
                      <a:pt x="70" y="36"/>
                    </a:lnTo>
                    <a:lnTo>
                      <a:pt x="69" y="44"/>
                    </a:lnTo>
                    <a:lnTo>
                      <a:pt x="68" y="50"/>
                    </a:lnTo>
                    <a:lnTo>
                      <a:pt x="65" y="55"/>
                    </a:lnTo>
                    <a:lnTo>
                      <a:pt x="61" y="61"/>
                    </a:lnTo>
                    <a:lnTo>
                      <a:pt x="55" y="65"/>
                    </a:lnTo>
                    <a:lnTo>
                      <a:pt x="49" y="68"/>
                    </a:lnTo>
                    <a:lnTo>
                      <a:pt x="43" y="70"/>
                    </a:lnTo>
                    <a:lnTo>
                      <a:pt x="35" y="71"/>
                    </a:lnTo>
                    <a:lnTo>
                      <a:pt x="28" y="70"/>
                    </a:lnTo>
                    <a:lnTo>
                      <a:pt x="21" y="68"/>
                    </a:lnTo>
                    <a:lnTo>
                      <a:pt x="16" y="65"/>
                    </a:lnTo>
                    <a:lnTo>
                      <a:pt x="11" y="61"/>
                    </a:lnTo>
                    <a:lnTo>
                      <a:pt x="6" y="55"/>
                    </a:lnTo>
                    <a:lnTo>
                      <a:pt x="3" y="50"/>
                    </a:lnTo>
                    <a:lnTo>
                      <a:pt x="1" y="44"/>
                    </a:lnTo>
                    <a:lnTo>
                      <a:pt x="0" y="36"/>
                    </a:lnTo>
                    <a:lnTo>
                      <a:pt x="1" y="29"/>
                    </a:lnTo>
                    <a:lnTo>
                      <a:pt x="3" y="22"/>
                    </a:lnTo>
                    <a:lnTo>
                      <a:pt x="6" y="16"/>
                    </a:lnTo>
                    <a:lnTo>
                      <a:pt x="11" y="11"/>
                    </a:lnTo>
                    <a:lnTo>
                      <a:pt x="16" y="6"/>
                    </a:lnTo>
                    <a:lnTo>
                      <a:pt x="21" y="3"/>
                    </a:lnTo>
                    <a:lnTo>
                      <a:pt x="28" y="1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2" name="Freeform 179"/>
              <p:cNvSpPr>
                <a:spLocks/>
              </p:cNvSpPr>
              <p:nvPr/>
            </p:nvSpPr>
            <p:spPr bwMode="auto">
              <a:xfrm>
                <a:off x="1582738" y="3638550"/>
                <a:ext cx="28575" cy="28575"/>
              </a:xfrm>
              <a:custGeom>
                <a:avLst/>
                <a:gdLst>
                  <a:gd name="T0" fmla="*/ 2147483647 w 70"/>
                  <a:gd name="T1" fmla="*/ 0 h 71"/>
                  <a:gd name="T2" fmla="*/ 2147483647 w 70"/>
                  <a:gd name="T3" fmla="*/ 2147483647 h 71"/>
                  <a:gd name="T4" fmla="*/ 2147483647 w 70"/>
                  <a:gd name="T5" fmla="*/ 2147483647 h 71"/>
                  <a:gd name="T6" fmla="*/ 2147483647 w 70"/>
                  <a:gd name="T7" fmla="*/ 2147483647 h 71"/>
                  <a:gd name="T8" fmla="*/ 2147483647 w 70"/>
                  <a:gd name="T9" fmla="*/ 2147483647 h 71"/>
                  <a:gd name="T10" fmla="*/ 2147483647 w 70"/>
                  <a:gd name="T11" fmla="*/ 2147483647 h 71"/>
                  <a:gd name="T12" fmla="*/ 2147483647 w 70"/>
                  <a:gd name="T13" fmla="*/ 2147483647 h 71"/>
                  <a:gd name="T14" fmla="*/ 2147483647 w 70"/>
                  <a:gd name="T15" fmla="*/ 2147483647 h 71"/>
                  <a:gd name="T16" fmla="*/ 2147483647 w 70"/>
                  <a:gd name="T17" fmla="*/ 2147483647 h 71"/>
                  <a:gd name="T18" fmla="*/ 2147483647 w 70"/>
                  <a:gd name="T19" fmla="*/ 2147483647 h 71"/>
                  <a:gd name="T20" fmla="*/ 2147483647 w 70"/>
                  <a:gd name="T21" fmla="*/ 2147483647 h 71"/>
                  <a:gd name="T22" fmla="*/ 2147483647 w 70"/>
                  <a:gd name="T23" fmla="*/ 2147483647 h 71"/>
                  <a:gd name="T24" fmla="*/ 2147483647 w 70"/>
                  <a:gd name="T25" fmla="*/ 2147483647 h 71"/>
                  <a:gd name="T26" fmla="*/ 2147483647 w 70"/>
                  <a:gd name="T27" fmla="*/ 2147483647 h 71"/>
                  <a:gd name="T28" fmla="*/ 2147483647 w 70"/>
                  <a:gd name="T29" fmla="*/ 2147483647 h 71"/>
                  <a:gd name="T30" fmla="*/ 2147483647 w 70"/>
                  <a:gd name="T31" fmla="*/ 2147483647 h 71"/>
                  <a:gd name="T32" fmla="*/ 2147483647 w 70"/>
                  <a:gd name="T33" fmla="*/ 2147483647 h 71"/>
                  <a:gd name="T34" fmla="*/ 2147483647 w 70"/>
                  <a:gd name="T35" fmla="*/ 2147483647 h 71"/>
                  <a:gd name="T36" fmla="*/ 2147483647 w 70"/>
                  <a:gd name="T37" fmla="*/ 2147483647 h 71"/>
                  <a:gd name="T38" fmla="*/ 2147483647 w 70"/>
                  <a:gd name="T39" fmla="*/ 2147483647 h 71"/>
                  <a:gd name="T40" fmla="*/ 2147483647 w 70"/>
                  <a:gd name="T41" fmla="*/ 2147483647 h 71"/>
                  <a:gd name="T42" fmla="*/ 2147483647 w 70"/>
                  <a:gd name="T43" fmla="*/ 2147483647 h 71"/>
                  <a:gd name="T44" fmla="*/ 2147483647 w 70"/>
                  <a:gd name="T45" fmla="*/ 2147483647 h 71"/>
                  <a:gd name="T46" fmla="*/ 2147483647 w 70"/>
                  <a:gd name="T47" fmla="*/ 2147483647 h 71"/>
                  <a:gd name="T48" fmla="*/ 0 w 70"/>
                  <a:gd name="T49" fmla="*/ 2147483647 h 71"/>
                  <a:gd name="T50" fmla="*/ 2147483647 w 70"/>
                  <a:gd name="T51" fmla="*/ 2147483647 h 71"/>
                  <a:gd name="T52" fmla="*/ 2147483647 w 70"/>
                  <a:gd name="T53" fmla="*/ 2147483647 h 71"/>
                  <a:gd name="T54" fmla="*/ 2147483647 w 70"/>
                  <a:gd name="T55" fmla="*/ 2147483647 h 71"/>
                  <a:gd name="T56" fmla="*/ 2147483647 w 70"/>
                  <a:gd name="T57" fmla="*/ 2147483647 h 71"/>
                  <a:gd name="T58" fmla="*/ 2147483647 w 70"/>
                  <a:gd name="T59" fmla="*/ 2147483647 h 71"/>
                  <a:gd name="T60" fmla="*/ 2147483647 w 70"/>
                  <a:gd name="T61" fmla="*/ 2147483647 h 71"/>
                  <a:gd name="T62" fmla="*/ 2147483647 w 70"/>
                  <a:gd name="T63" fmla="*/ 2147483647 h 71"/>
                  <a:gd name="T64" fmla="*/ 2147483647 w 70"/>
                  <a:gd name="T65" fmla="*/ 0 h 7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70"/>
                  <a:gd name="T100" fmla="*/ 0 h 71"/>
                  <a:gd name="T101" fmla="*/ 70 w 70"/>
                  <a:gd name="T102" fmla="*/ 71 h 7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70" h="71">
                    <a:moveTo>
                      <a:pt x="35" y="0"/>
                    </a:moveTo>
                    <a:lnTo>
                      <a:pt x="42" y="1"/>
                    </a:lnTo>
                    <a:lnTo>
                      <a:pt x="50" y="3"/>
                    </a:lnTo>
                    <a:lnTo>
                      <a:pt x="55" y="6"/>
                    </a:lnTo>
                    <a:lnTo>
                      <a:pt x="60" y="11"/>
                    </a:lnTo>
                    <a:lnTo>
                      <a:pt x="65" y="16"/>
                    </a:lnTo>
                    <a:lnTo>
                      <a:pt x="68" y="22"/>
                    </a:lnTo>
                    <a:lnTo>
                      <a:pt x="69" y="29"/>
                    </a:lnTo>
                    <a:lnTo>
                      <a:pt x="70" y="36"/>
                    </a:lnTo>
                    <a:lnTo>
                      <a:pt x="69" y="44"/>
                    </a:lnTo>
                    <a:lnTo>
                      <a:pt x="68" y="50"/>
                    </a:lnTo>
                    <a:lnTo>
                      <a:pt x="65" y="55"/>
                    </a:lnTo>
                    <a:lnTo>
                      <a:pt x="60" y="61"/>
                    </a:lnTo>
                    <a:lnTo>
                      <a:pt x="55" y="65"/>
                    </a:lnTo>
                    <a:lnTo>
                      <a:pt x="50" y="68"/>
                    </a:lnTo>
                    <a:lnTo>
                      <a:pt x="42" y="70"/>
                    </a:lnTo>
                    <a:lnTo>
                      <a:pt x="35" y="71"/>
                    </a:lnTo>
                    <a:lnTo>
                      <a:pt x="27" y="70"/>
                    </a:lnTo>
                    <a:lnTo>
                      <a:pt x="21" y="68"/>
                    </a:lnTo>
                    <a:lnTo>
                      <a:pt x="16" y="65"/>
                    </a:lnTo>
                    <a:lnTo>
                      <a:pt x="10" y="61"/>
                    </a:lnTo>
                    <a:lnTo>
                      <a:pt x="6" y="55"/>
                    </a:lnTo>
                    <a:lnTo>
                      <a:pt x="3" y="50"/>
                    </a:lnTo>
                    <a:lnTo>
                      <a:pt x="1" y="44"/>
                    </a:lnTo>
                    <a:lnTo>
                      <a:pt x="0" y="36"/>
                    </a:lnTo>
                    <a:lnTo>
                      <a:pt x="1" y="29"/>
                    </a:lnTo>
                    <a:lnTo>
                      <a:pt x="3" y="22"/>
                    </a:lnTo>
                    <a:lnTo>
                      <a:pt x="6" y="16"/>
                    </a:lnTo>
                    <a:lnTo>
                      <a:pt x="10" y="11"/>
                    </a:lnTo>
                    <a:lnTo>
                      <a:pt x="16" y="6"/>
                    </a:lnTo>
                    <a:lnTo>
                      <a:pt x="21" y="3"/>
                    </a:lnTo>
                    <a:lnTo>
                      <a:pt x="27" y="1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3" name="Freeform 181"/>
              <p:cNvSpPr>
                <a:spLocks/>
              </p:cNvSpPr>
              <p:nvPr/>
            </p:nvSpPr>
            <p:spPr bwMode="auto">
              <a:xfrm>
                <a:off x="1543051" y="3641725"/>
                <a:ext cx="23813" cy="22225"/>
              </a:xfrm>
              <a:custGeom>
                <a:avLst/>
                <a:gdLst>
                  <a:gd name="T0" fmla="*/ 2147483647 w 59"/>
                  <a:gd name="T1" fmla="*/ 0 h 59"/>
                  <a:gd name="T2" fmla="*/ 2147483647 w 59"/>
                  <a:gd name="T3" fmla="*/ 2147483647 h 59"/>
                  <a:gd name="T4" fmla="*/ 2147483647 w 59"/>
                  <a:gd name="T5" fmla="*/ 2147483647 h 59"/>
                  <a:gd name="T6" fmla="*/ 2147483647 w 59"/>
                  <a:gd name="T7" fmla="*/ 2147483647 h 59"/>
                  <a:gd name="T8" fmla="*/ 2147483647 w 59"/>
                  <a:gd name="T9" fmla="*/ 2147483647 h 59"/>
                  <a:gd name="T10" fmla="*/ 2147483647 w 59"/>
                  <a:gd name="T11" fmla="*/ 2147483647 h 59"/>
                  <a:gd name="T12" fmla="*/ 2147483647 w 59"/>
                  <a:gd name="T13" fmla="*/ 2147483647 h 59"/>
                  <a:gd name="T14" fmla="*/ 2147483647 w 59"/>
                  <a:gd name="T15" fmla="*/ 2147483647 h 59"/>
                  <a:gd name="T16" fmla="*/ 2147483647 w 59"/>
                  <a:gd name="T17" fmla="*/ 2147483647 h 59"/>
                  <a:gd name="T18" fmla="*/ 2147483647 w 59"/>
                  <a:gd name="T19" fmla="*/ 2147483647 h 59"/>
                  <a:gd name="T20" fmla="*/ 2147483647 w 59"/>
                  <a:gd name="T21" fmla="*/ 2147483647 h 59"/>
                  <a:gd name="T22" fmla="*/ 2147483647 w 59"/>
                  <a:gd name="T23" fmla="*/ 2147483647 h 59"/>
                  <a:gd name="T24" fmla="*/ 0 w 59"/>
                  <a:gd name="T25" fmla="*/ 2147483647 h 59"/>
                  <a:gd name="T26" fmla="*/ 2147483647 w 59"/>
                  <a:gd name="T27" fmla="*/ 2147483647 h 59"/>
                  <a:gd name="T28" fmla="*/ 2147483647 w 59"/>
                  <a:gd name="T29" fmla="*/ 2147483647 h 59"/>
                  <a:gd name="T30" fmla="*/ 2147483647 w 59"/>
                  <a:gd name="T31" fmla="*/ 2147483647 h 59"/>
                  <a:gd name="T32" fmla="*/ 2147483647 w 59"/>
                  <a:gd name="T33" fmla="*/ 0 h 5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9"/>
                  <a:gd name="T52" fmla="*/ 0 h 59"/>
                  <a:gd name="T53" fmla="*/ 59 w 59"/>
                  <a:gd name="T54" fmla="*/ 59 h 5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9" h="59">
                    <a:moveTo>
                      <a:pt x="30" y="0"/>
                    </a:moveTo>
                    <a:lnTo>
                      <a:pt x="42" y="2"/>
                    </a:lnTo>
                    <a:lnTo>
                      <a:pt x="50" y="9"/>
                    </a:lnTo>
                    <a:lnTo>
                      <a:pt x="57" y="18"/>
                    </a:lnTo>
                    <a:lnTo>
                      <a:pt x="59" y="30"/>
                    </a:lnTo>
                    <a:lnTo>
                      <a:pt x="57" y="42"/>
                    </a:lnTo>
                    <a:lnTo>
                      <a:pt x="50" y="50"/>
                    </a:lnTo>
                    <a:lnTo>
                      <a:pt x="42" y="57"/>
                    </a:lnTo>
                    <a:lnTo>
                      <a:pt x="30" y="59"/>
                    </a:lnTo>
                    <a:lnTo>
                      <a:pt x="18" y="57"/>
                    </a:lnTo>
                    <a:lnTo>
                      <a:pt x="9" y="50"/>
                    </a:lnTo>
                    <a:lnTo>
                      <a:pt x="2" y="42"/>
                    </a:lnTo>
                    <a:lnTo>
                      <a:pt x="0" y="30"/>
                    </a:lnTo>
                    <a:lnTo>
                      <a:pt x="2" y="18"/>
                    </a:lnTo>
                    <a:lnTo>
                      <a:pt x="9" y="9"/>
                    </a:lnTo>
                    <a:lnTo>
                      <a:pt x="18" y="2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473A2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" name="Freeform 183"/>
              <p:cNvSpPr>
                <a:spLocks/>
              </p:cNvSpPr>
              <p:nvPr/>
            </p:nvSpPr>
            <p:spPr bwMode="auto">
              <a:xfrm>
                <a:off x="1584326" y="3641725"/>
                <a:ext cx="23813" cy="22225"/>
              </a:xfrm>
              <a:custGeom>
                <a:avLst/>
                <a:gdLst>
                  <a:gd name="T0" fmla="*/ 2147483647 w 59"/>
                  <a:gd name="T1" fmla="*/ 0 h 59"/>
                  <a:gd name="T2" fmla="*/ 2147483647 w 59"/>
                  <a:gd name="T3" fmla="*/ 2147483647 h 59"/>
                  <a:gd name="T4" fmla="*/ 2147483647 w 59"/>
                  <a:gd name="T5" fmla="*/ 2147483647 h 59"/>
                  <a:gd name="T6" fmla="*/ 2147483647 w 59"/>
                  <a:gd name="T7" fmla="*/ 2147483647 h 59"/>
                  <a:gd name="T8" fmla="*/ 2147483647 w 59"/>
                  <a:gd name="T9" fmla="*/ 2147483647 h 59"/>
                  <a:gd name="T10" fmla="*/ 2147483647 w 59"/>
                  <a:gd name="T11" fmla="*/ 2147483647 h 59"/>
                  <a:gd name="T12" fmla="*/ 2147483647 w 59"/>
                  <a:gd name="T13" fmla="*/ 2147483647 h 59"/>
                  <a:gd name="T14" fmla="*/ 2147483647 w 59"/>
                  <a:gd name="T15" fmla="*/ 2147483647 h 59"/>
                  <a:gd name="T16" fmla="*/ 2147483647 w 59"/>
                  <a:gd name="T17" fmla="*/ 2147483647 h 59"/>
                  <a:gd name="T18" fmla="*/ 2147483647 w 59"/>
                  <a:gd name="T19" fmla="*/ 2147483647 h 59"/>
                  <a:gd name="T20" fmla="*/ 2147483647 w 59"/>
                  <a:gd name="T21" fmla="*/ 2147483647 h 59"/>
                  <a:gd name="T22" fmla="*/ 2147483647 w 59"/>
                  <a:gd name="T23" fmla="*/ 2147483647 h 59"/>
                  <a:gd name="T24" fmla="*/ 0 w 59"/>
                  <a:gd name="T25" fmla="*/ 2147483647 h 59"/>
                  <a:gd name="T26" fmla="*/ 2147483647 w 59"/>
                  <a:gd name="T27" fmla="*/ 2147483647 h 59"/>
                  <a:gd name="T28" fmla="*/ 2147483647 w 59"/>
                  <a:gd name="T29" fmla="*/ 2147483647 h 59"/>
                  <a:gd name="T30" fmla="*/ 2147483647 w 59"/>
                  <a:gd name="T31" fmla="*/ 2147483647 h 59"/>
                  <a:gd name="T32" fmla="*/ 2147483647 w 59"/>
                  <a:gd name="T33" fmla="*/ 0 h 5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9"/>
                  <a:gd name="T52" fmla="*/ 0 h 59"/>
                  <a:gd name="T53" fmla="*/ 59 w 59"/>
                  <a:gd name="T54" fmla="*/ 59 h 5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9" h="59">
                    <a:moveTo>
                      <a:pt x="30" y="0"/>
                    </a:moveTo>
                    <a:lnTo>
                      <a:pt x="42" y="2"/>
                    </a:lnTo>
                    <a:lnTo>
                      <a:pt x="50" y="9"/>
                    </a:lnTo>
                    <a:lnTo>
                      <a:pt x="57" y="18"/>
                    </a:lnTo>
                    <a:lnTo>
                      <a:pt x="59" y="30"/>
                    </a:lnTo>
                    <a:lnTo>
                      <a:pt x="57" y="42"/>
                    </a:lnTo>
                    <a:lnTo>
                      <a:pt x="50" y="50"/>
                    </a:lnTo>
                    <a:lnTo>
                      <a:pt x="42" y="57"/>
                    </a:lnTo>
                    <a:lnTo>
                      <a:pt x="30" y="59"/>
                    </a:lnTo>
                    <a:lnTo>
                      <a:pt x="18" y="57"/>
                    </a:lnTo>
                    <a:lnTo>
                      <a:pt x="8" y="50"/>
                    </a:lnTo>
                    <a:lnTo>
                      <a:pt x="2" y="42"/>
                    </a:lnTo>
                    <a:lnTo>
                      <a:pt x="0" y="30"/>
                    </a:lnTo>
                    <a:lnTo>
                      <a:pt x="2" y="18"/>
                    </a:lnTo>
                    <a:lnTo>
                      <a:pt x="8" y="9"/>
                    </a:lnTo>
                    <a:lnTo>
                      <a:pt x="18" y="2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473A2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" name="Freeform 185"/>
              <p:cNvSpPr>
                <a:spLocks/>
              </p:cNvSpPr>
              <p:nvPr/>
            </p:nvSpPr>
            <p:spPr bwMode="auto">
              <a:xfrm>
                <a:off x="1546226" y="3643313"/>
                <a:ext cx="20638" cy="19050"/>
              </a:xfrm>
              <a:custGeom>
                <a:avLst/>
                <a:gdLst>
                  <a:gd name="T0" fmla="*/ 2147483647 w 50"/>
                  <a:gd name="T1" fmla="*/ 0 h 52"/>
                  <a:gd name="T2" fmla="*/ 2147483647 w 50"/>
                  <a:gd name="T3" fmla="*/ 2147483647 h 52"/>
                  <a:gd name="T4" fmla="*/ 2147483647 w 50"/>
                  <a:gd name="T5" fmla="*/ 2147483647 h 52"/>
                  <a:gd name="T6" fmla="*/ 2147483647 w 50"/>
                  <a:gd name="T7" fmla="*/ 2147483647 h 52"/>
                  <a:gd name="T8" fmla="*/ 2147483647 w 50"/>
                  <a:gd name="T9" fmla="*/ 2147483647 h 52"/>
                  <a:gd name="T10" fmla="*/ 2147483647 w 50"/>
                  <a:gd name="T11" fmla="*/ 2147483647 h 52"/>
                  <a:gd name="T12" fmla="*/ 2147483647 w 50"/>
                  <a:gd name="T13" fmla="*/ 2147483647 h 52"/>
                  <a:gd name="T14" fmla="*/ 2147483647 w 50"/>
                  <a:gd name="T15" fmla="*/ 2147483647 h 52"/>
                  <a:gd name="T16" fmla="*/ 2147483647 w 50"/>
                  <a:gd name="T17" fmla="*/ 2147483647 h 52"/>
                  <a:gd name="T18" fmla="*/ 2147483647 w 50"/>
                  <a:gd name="T19" fmla="*/ 2147483647 h 52"/>
                  <a:gd name="T20" fmla="*/ 2147483647 w 50"/>
                  <a:gd name="T21" fmla="*/ 2147483647 h 52"/>
                  <a:gd name="T22" fmla="*/ 2147483647 w 50"/>
                  <a:gd name="T23" fmla="*/ 2147483647 h 52"/>
                  <a:gd name="T24" fmla="*/ 0 w 50"/>
                  <a:gd name="T25" fmla="*/ 2147483647 h 52"/>
                  <a:gd name="T26" fmla="*/ 2147483647 w 50"/>
                  <a:gd name="T27" fmla="*/ 2147483647 h 52"/>
                  <a:gd name="T28" fmla="*/ 2147483647 w 50"/>
                  <a:gd name="T29" fmla="*/ 2147483647 h 52"/>
                  <a:gd name="T30" fmla="*/ 2147483647 w 50"/>
                  <a:gd name="T31" fmla="*/ 2147483647 h 52"/>
                  <a:gd name="T32" fmla="*/ 2147483647 w 50"/>
                  <a:gd name="T33" fmla="*/ 0 h 5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0"/>
                  <a:gd name="T52" fmla="*/ 0 h 52"/>
                  <a:gd name="T53" fmla="*/ 50 w 50"/>
                  <a:gd name="T54" fmla="*/ 52 h 52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0" h="52">
                    <a:moveTo>
                      <a:pt x="24" y="0"/>
                    </a:moveTo>
                    <a:lnTo>
                      <a:pt x="34" y="3"/>
                    </a:lnTo>
                    <a:lnTo>
                      <a:pt x="43" y="8"/>
                    </a:lnTo>
                    <a:lnTo>
                      <a:pt x="48" y="16"/>
                    </a:lnTo>
                    <a:lnTo>
                      <a:pt x="50" y="26"/>
                    </a:lnTo>
                    <a:lnTo>
                      <a:pt x="48" y="36"/>
                    </a:lnTo>
                    <a:lnTo>
                      <a:pt x="43" y="44"/>
                    </a:lnTo>
                    <a:lnTo>
                      <a:pt x="34" y="50"/>
                    </a:lnTo>
                    <a:lnTo>
                      <a:pt x="24" y="52"/>
                    </a:lnTo>
                    <a:lnTo>
                      <a:pt x="15" y="50"/>
                    </a:lnTo>
                    <a:lnTo>
                      <a:pt x="7" y="44"/>
                    </a:lnTo>
                    <a:lnTo>
                      <a:pt x="2" y="36"/>
                    </a:lnTo>
                    <a:lnTo>
                      <a:pt x="0" y="26"/>
                    </a:lnTo>
                    <a:lnTo>
                      <a:pt x="2" y="16"/>
                    </a:lnTo>
                    <a:lnTo>
                      <a:pt x="7" y="8"/>
                    </a:lnTo>
                    <a:lnTo>
                      <a:pt x="15" y="3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776B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6" name="Freeform 187"/>
              <p:cNvSpPr>
                <a:spLocks/>
              </p:cNvSpPr>
              <p:nvPr/>
            </p:nvSpPr>
            <p:spPr bwMode="auto">
              <a:xfrm>
                <a:off x="1589088" y="3643313"/>
                <a:ext cx="19050" cy="19050"/>
              </a:xfrm>
              <a:custGeom>
                <a:avLst/>
                <a:gdLst>
                  <a:gd name="T0" fmla="*/ 2147483647 w 51"/>
                  <a:gd name="T1" fmla="*/ 0 h 52"/>
                  <a:gd name="T2" fmla="*/ 2147483647 w 51"/>
                  <a:gd name="T3" fmla="*/ 2147483647 h 52"/>
                  <a:gd name="T4" fmla="*/ 2147483647 w 51"/>
                  <a:gd name="T5" fmla="*/ 2147483647 h 52"/>
                  <a:gd name="T6" fmla="*/ 2147483647 w 51"/>
                  <a:gd name="T7" fmla="*/ 2147483647 h 52"/>
                  <a:gd name="T8" fmla="*/ 2147483647 w 51"/>
                  <a:gd name="T9" fmla="*/ 2147483647 h 52"/>
                  <a:gd name="T10" fmla="*/ 2147483647 w 51"/>
                  <a:gd name="T11" fmla="*/ 2147483647 h 52"/>
                  <a:gd name="T12" fmla="*/ 2147483647 w 51"/>
                  <a:gd name="T13" fmla="*/ 2147483647 h 52"/>
                  <a:gd name="T14" fmla="*/ 2147483647 w 51"/>
                  <a:gd name="T15" fmla="*/ 2147483647 h 52"/>
                  <a:gd name="T16" fmla="*/ 2147483647 w 51"/>
                  <a:gd name="T17" fmla="*/ 2147483647 h 52"/>
                  <a:gd name="T18" fmla="*/ 2147483647 w 51"/>
                  <a:gd name="T19" fmla="*/ 2147483647 h 52"/>
                  <a:gd name="T20" fmla="*/ 2147483647 w 51"/>
                  <a:gd name="T21" fmla="*/ 2147483647 h 52"/>
                  <a:gd name="T22" fmla="*/ 2147483647 w 51"/>
                  <a:gd name="T23" fmla="*/ 2147483647 h 52"/>
                  <a:gd name="T24" fmla="*/ 0 w 51"/>
                  <a:gd name="T25" fmla="*/ 2147483647 h 52"/>
                  <a:gd name="T26" fmla="*/ 2147483647 w 51"/>
                  <a:gd name="T27" fmla="*/ 2147483647 h 52"/>
                  <a:gd name="T28" fmla="*/ 2147483647 w 51"/>
                  <a:gd name="T29" fmla="*/ 2147483647 h 52"/>
                  <a:gd name="T30" fmla="*/ 2147483647 w 51"/>
                  <a:gd name="T31" fmla="*/ 2147483647 h 52"/>
                  <a:gd name="T32" fmla="*/ 2147483647 w 51"/>
                  <a:gd name="T33" fmla="*/ 0 h 5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1"/>
                  <a:gd name="T52" fmla="*/ 0 h 52"/>
                  <a:gd name="T53" fmla="*/ 51 w 51"/>
                  <a:gd name="T54" fmla="*/ 52 h 52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1" h="52">
                    <a:moveTo>
                      <a:pt x="25" y="0"/>
                    </a:moveTo>
                    <a:lnTo>
                      <a:pt x="35" y="3"/>
                    </a:lnTo>
                    <a:lnTo>
                      <a:pt x="43" y="8"/>
                    </a:lnTo>
                    <a:lnTo>
                      <a:pt x="49" y="16"/>
                    </a:lnTo>
                    <a:lnTo>
                      <a:pt x="51" y="26"/>
                    </a:lnTo>
                    <a:lnTo>
                      <a:pt x="49" y="36"/>
                    </a:lnTo>
                    <a:lnTo>
                      <a:pt x="43" y="44"/>
                    </a:lnTo>
                    <a:lnTo>
                      <a:pt x="35" y="50"/>
                    </a:lnTo>
                    <a:lnTo>
                      <a:pt x="25" y="52"/>
                    </a:lnTo>
                    <a:lnTo>
                      <a:pt x="15" y="50"/>
                    </a:lnTo>
                    <a:lnTo>
                      <a:pt x="8" y="44"/>
                    </a:lnTo>
                    <a:lnTo>
                      <a:pt x="3" y="36"/>
                    </a:lnTo>
                    <a:lnTo>
                      <a:pt x="0" y="26"/>
                    </a:lnTo>
                    <a:lnTo>
                      <a:pt x="3" y="16"/>
                    </a:lnTo>
                    <a:lnTo>
                      <a:pt x="8" y="8"/>
                    </a:lnTo>
                    <a:lnTo>
                      <a:pt x="15" y="3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776B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7" name="Freeform 189"/>
              <p:cNvSpPr>
                <a:spLocks/>
              </p:cNvSpPr>
              <p:nvPr/>
            </p:nvSpPr>
            <p:spPr bwMode="auto">
              <a:xfrm>
                <a:off x="1552576" y="3646488"/>
                <a:ext cx="14288" cy="14287"/>
              </a:xfrm>
              <a:custGeom>
                <a:avLst/>
                <a:gdLst>
                  <a:gd name="T0" fmla="*/ 2147483647 w 35"/>
                  <a:gd name="T1" fmla="*/ 0 h 35"/>
                  <a:gd name="T2" fmla="*/ 2147483647 w 35"/>
                  <a:gd name="T3" fmla="*/ 2147483647 h 35"/>
                  <a:gd name="T4" fmla="*/ 2147483647 w 35"/>
                  <a:gd name="T5" fmla="*/ 2147483647 h 35"/>
                  <a:gd name="T6" fmla="*/ 2147483647 w 35"/>
                  <a:gd name="T7" fmla="*/ 2147483647 h 35"/>
                  <a:gd name="T8" fmla="*/ 2147483647 w 35"/>
                  <a:gd name="T9" fmla="*/ 2147483647 h 35"/>
                  <a:gd name="T10" fmla="*/ 2147483647 w 35"/>
                  <a:gd name="T11" fmla="*/ 2147483647 h 35"/>
                  <a:gd name="T12" fmla="*/ 2147483647 w 35"/>
                  <a:gd name="T13" fmla="*/ 2147483647 h 35"/>
                  <a:gd name="T14" fmla="*/ 2147483647 w 35"/>
                  <a:gd name="T15" fmla="*/ 2147483647 h 35"/>
                  <a:gd name="T16" fmla="*/ 2147483647 w 35"/>
                  <a:gd name="T17" fmla="*/ 2147483647 h 35"/>
                  <a:gd name="T18" fmla="*/ 2147483647 w 35"/>
                  <a:gd name="T19" fmla="*/ 2147483647 h 35"/>
                  <a:gd name="T20" fmla="*/ 2147483647 w 35"/>
                  <a:gd name="T21" fmla="*/ 2147483647 h 35"/>
                  <a:gd name="T22" fmla="*/ 2147483647 w 35"/>
                  <a:gd name="T23" fmla="*/ 2147483647 h 35"/>
                  <a:gd name="T24" fmla="*/ 0 w 35"/>
                  <a:gd name="T25" fmla="*/ 2147483647 h 35"/>
                  <a:gd name="T26" fmla="*/ 2147483647 w 35"/>
                  <a:gd name="T27" fmla="*/ 2147483647 h 35"/>
                  <a:gd name="T28" fmla="*/ 2147483647 w 35"/>
                  <a:gd name="T29" fmla="*/ 2147483647 h 35"/>
                  <a:gd name="T30" fmla="*/ 2147483647 w 35"/>
                  <a:gd name="T31" fmla="*/ 2147483647 h 35"/>
                  <a:gd name="T32" fmla="*/ 2147483647 w 35"/>
                  <a:gd name="T33" fmla="*/ 0 h 3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5"/>
                  <a:gd name="T52" fmla="*/ 0 h 35"/>
                  <a:gd name="T53" fmla="*/ 35 w 35"/>
                  <a:gd name="T54" fmla="*/ 35 h 35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5" h="35">
                    <a:moveTo>
                      <a:pt x="17" y="0"/>
                    </a:moveTo>
                    <a:lnTo>
                      <a:pt x="24" y="1"/>
                    </a:lnTo>
                    <a:lnTo>
                      <a:pt x="30" y="5"/>
                    </a:lnTo>
                    <a:lnTo>
                      <a:pt x="34" y="11"/>
                    </a:lnTo>
                    <a:lnTo>
                      <a:pt x="35" y="17"/>
                    </a:lnTo>
                    <a:lnTo>
                      <a:pt x="34" y="25"/>
                    </a:lnTo>
                    <a:lnTo>
                      <a:pt x="30" y="30"/>
                    </a:lnTo>
                    <a:lnTo>
                      <a:pt x="24" y="34"/>
                    </a:lnTo>
                    <a:lnTo>
                      <a:pt x="17" y="35"/>
                    </a:lnTo>
                    <a:lnTo>
                      <a:pt x="10" y="34"/>
                    </a:lnTo>
                    <a:lnTo>
                      <a:pt x="5" y="30"/>
                    </a:lnTo>
                    <a:lnTo>
                      <a:pt x="1" y="25"/>
                    </a:lnTo>
                    <a:lnTo>
                      <a:pt x="0" y="17"/>
                    </a:lnTo>
                    <a:lnTo>
                      <a:pt x="1" y="11"/>
                    </a:lnTo>
                    <a:lnTo>
                      <a:pt x="5" y="5"/>
                    </a:lnTo>
                    <a:lnTo>
                      <a:pt x="10" y="1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8" name="Freeform 191"/>
              <p:cNvSpPr>
                <a:spLocks/>
              </p:cNvSpPr>
              <p:nvPr/>
            </p:nvSpPr>
            <p:spPr bwMode="auto">
              <a:xfrm>
                <a:off x="1593851" y="3646488"/>
                <a:ext cx="14288" cy="14287"/>
              </a:xfrm>
              <a:custGeom>
                <a:avLst/>
                <a:gdLst>
                  <a:gd name="T0" fmla="*/ 2147483647 w 36"/>
                  <a:gd name="T1" fmla="*/ 0 h 35"/>
                  <a:gd name="T2" fmla="*/ 2147483647 w 36"/>
                  <a:gd name="T3" fmla="*/ 2147483647 h 35"/>
                  <a:gd name="T4" fmla="*/ 2147483647 w 36"/>
                  <a:gd name="T5" fmla="*/ 2147483647 h 35"/>
                  <a:gd name="T6" fmla="*/ 2147483647 w 36"/>
                  <a:gd name="T7" fmla="*/ 2147483647 h 35"/>
                  <a:gd name="T8" fmla="*/ 2147483647 w 36"/>
                  <a:gd name="T9" fmla="*/ 2147483647 h 35"/>
                  <a:gd name="T10" fmla="*/ 2147483647 w 36"/>
                  <a:gd name="T11" fmla="*/ 2147483647 h 35"/>
                  <a:gd name="T12" fmla="*/ 2147483647 w 36"/>
                  <a:gd name="T13" fmla="*/ 2147483647 h 35"/>
                  <a:gd name="T14" fmla="*/ 2147483647 w 36"/>
                  <a:gd name="T15" fmla="*/ 2147483647 h 35"/>
                  <a:gd name="T16" fmla="*/ 2147483647 w 36"/>
                  <a:gd name="T17" fmla="*/ 2147483647 h 35"/>
                  <a:gd name="T18" fmla="*/ 2147483647 w 36"/>
                  <a:gd name="T19" fmla="*/ 2147483647 h 35"/>
                  <a:gd name="T20" fmla="*/ 2147483647 w 36"/>
                  <a:gd name="T21" fmla="*/ 2147483647 h 35"/>
                  <a:gd name="T22" fmla="*/ 2147483647 w 36"/>
                  <a:gd name="T23" fmla="*/ 2147483647 h 35"/>
                  <a:gd name="T24" fmla="*/ 0 w 36"/>
                  <a:gd name="T25" fmla="*/ 2147483647 h 35"/>
                  <a:gd name="T26" fmla="*/ 2147483647 w 36"/>
                  <a:gd name="T27" fmla="*/ 2147483647 h 35"/>
                  <a:gd name="T28" fmla="*/ 2147483647 w 36"/>
                  <a:gd name="T29" fmla="*/ 2147483647 h 35"/>
                  <a:gd name="T30" fmla="*/ 2147483647 w 36"/>
                  <a:gd name="T31" fmla="*/ 2147483647 h 35"/>
                  <a:gd name="T32" fmla="*/ 2147483647 w 36"/>
                  <a:gd name="T33" fmla="*/ 0 h 3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6"/>
                  <a:gd name="T52" fmla="*/ 0 h 35"/>
                  <a:gd name="T53" fmla="*/ 36 w 36"/>
                  <a:gd name="T54" fmla="*/ 35 h 35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6" h="35">
                    <a:moveTo>
                      <a:pt x="18" y="0"/>
                    </a:moveTo>
                    <a:lnTo>
                      <a:pt x="25" y="1"/>
                    </a:lnTo>
                    <a:lnTo>
                      <a:pt x="30" y="5"/>
                    </a:lnTo>
                    <a:lnTo>
                      <a:pt x="35" y="11"/>
                    </a:lnTo>
                    <a:lnTo>
                      <a:pt x="36" y="17"/>
                    </a:lnTo>
                    <a:lnTo>
                      <a:pt x="35" y="25"/>
                    </a:lnTo>
                    <a:lnTo>
                      <a:pt x="30" y="30"/>
                    </a:lnTo>
                    <a:lnTo>
                      <a:pt x="25" y="34"/>
                    </a:lnTo>
                    <a:lnTo>
                      <a:pt x="18" y="35"/>
                    </a:lnTo>
                    <a:lnTo>
                      <a:pt x="11" y="34"/>
                    </a:lnTo>
                    <a:lnTo>
                      <a:pt x="6" y="30"/>
                    </a:lnTo>
                    <a:lnTo>
                      <a:pt x="2" y="25"/>
                    </a:lnTo>
                    <a:lnTo>
                      <a:pt x="0" y="17"/>
                    </a:lnTo>
                    <a:lnTo>
                      <a:pt x="2" y="11"/>
                    </a:lnTo>
                    <a:lnTo>
                      <a:pt x="6" y="5"/>
                    </a:lnTo>
                    <a:lnTo>
                      <a:pt x="11" y="1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9" name="Freeform 193"/>
              <p:cNvSpPr>
                <a:spLocks/>
              </p:cNvSpPr>
              <p:nvPr/>
            </p:nvSpPr>
            <p:spPr bwMode="auto">
              <a:xfrm>
                <a:off x="1641476" y="3652838"/>
                <a:ext cx="9525" cy="9525"/>
              </a:xfrm>
              <a:custGeom>
                <a:avLst/>
                <a:gdLst>
                  <a:gd name="T0" fmla="*/ 2147483647 w 21"/>
                  <a:gd name="T1" fmla="*/ 0 h 23"/>
                  <a:gd name="T2" fmla="*/ 2147483647 w 21"/>
                  <a:gd name="T3" fmla="*/ 2147483647 h 23"/>
                  <a:gd name="T4" fmla="*/ 2147483647 w 21"/>
                  <a:gd name="T5" fmla="*/ 2147483647 h 23"/>
                  <a:gd name="T6" fmla="*/ 2147483647 w 21"/>
                  <a:gd name="T7" fmla="*/ 2147483647 h 23"/>
                  <a:gd name="T8" fmla="*/ 2147483647 w 21"/>
                  <a:gd name="T9" fmla="*/ 2147483647 h 23"/>
                  <a:gd name="T10" fmla="*/ 2147483647 w 21"/>
                  <a:gd name="T11" fmla="*/ 2147483647 h 23"/>
                  <a:gd name="T12" fmla="*/ 2147483647 w 21"/>
                  <a:gd name="T13" fmla="*/ 2147483647 h 23"/>
                  <a:gd name="T14" fmla="*/ 2147483647 w 21"/>
                  <a:gd name="T15" fmla="*/ 2147483647 h 23"/>
                  <a:gd name="T16" fmla="*/ 2147483647 w 21"/>
                  <a:gd name="T17" fmla="*/ 2147483647 h 23"/>
                  <a:gd name="T18" fmla="*/ 2147483647 w 21"/>
                  <a:gd name="T19" fmla="*/ 2147483647 h 23"/>
                  <a:gd name="T20" fmla="*/ 2147483647 w 21"/>
                  <a:gd name="T21" fmla="*/ 2147483647 h 23"/>
                  <a:gd name="T22" fmla="*/ 2147483647 w 21"/>
                  <a:gd name="T23" fmla="*/ 2147483647 h 23"/>
                  <a:gd name="T24" fmla="*/ 0 w 21"/>
                  <a:gd name="T25" fmla="*/ 2147483647 h 23"/>
                  <a:gd name="T26" fmla="*/ 2147483647 w 21"/>
                  <a:gd name="T27" fmla="*/ 2147483647 h 23"/>
                  <a:gd name="T28" fmla="*/ 2147483647 w 21"/>
                  <a:gd name="T29" fmla="*/ 2147483647 h 23"/>
                  <a:gd name="T30" fmla="*/ 2147483647 w 21"/>
                  <a:gd name="T31" fmla="*/ 2147483647 h 23"/>
                  <a:gd name="T32" fmla="*/ 2147483647 w 21"/>
                  <a:gd name="T33" fmla="*/ 0 h 2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"/>
                  <a:gd name="T52" fmla="*/ 0 h 23"/>
                  <a:gd name="T53" fmla="*/ 21 w 21"/>
                  <a:gd name="T54" fmla="*/ 23 h 2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" h="23">
                    <a:moveTo>
                      <a:pt x="11" y="0"/>
                    </a:moveTo>
                    <a:lnTo>
                      <a:pt x="15" y="1"/>
                    </a:lnTo>
                    <a:lnTo>
                      <a:pt x="18" y="3"/>
                    </a:lnTo>
                    <a:lnTo>
                      <a:pt x="20" y="7"/>
                    </a:lnTo>
                    <a:lnTo>
                      <a:pt x="21" y="12"/>
                    </a:lnTo>
                    <a:lnTo>
                      <a:pt x="20" y="16"/>
                    </a:lnTo>
                    <a:lnTo>
                      <a:pt x="18" y="20"/>
                    </a:lnTo>
                    <a:lnTo>
                      <a:pt x="15" y="22"/>
                    </a:lnTo>
                    <a:lnTo>
                      <a:pt x="11" y="23"/>
                    </a:lnTo>
                    <a:lnTo>
                      <a:pt x="6" y="22"/>
                    </a:lnTo>
                    <a:lnTo>
                      <a:pt x="3" y="20"/>
                    </a:lnTo>
                    <a:lnTo>
                      <a:pt x="1" y="16"/>
                    </a:lnTo>
                    <a:lnTo>
                      <a:pt x="0" y="12"/>
                    </a:lnTo>
                    <a:lnTo>
                      <a:pt x="1" y="7"/>
                    </a:lnTo>
                    <a:lnTo>
                      <a:pt x="3" y="3"/>
                    </a:lnTo>
                    <a:lnTo>
                      <a:pt x="6" y="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42352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10" name="Freeform 195"/>
              <p:cNvSpPr>
                <a:spLocks/>
              </p:cNvSpPr>
              <p:nvPr/>
            </p:nvSpPr>
            <p:spPr bwMode="auto">
              <a:xfrm>
                <a:off x="1658938" y="3652838"/>
                <a:ext cx="9525" cy="9525"/>
              </a:xfrm>
              <a:custGeom>
                <a:avLst/>
                <a:gdLst>
                  <a:gd name="T0" fmla="*/ 2147483647 w 21"/>
                  <a:gd name="T1" fmla="*/ 0 h 23"/>
                  <a:gd name="T2" fmla="*/ 2147483647 w 21"/>
                  <a:gd name="T3" fmla="*/ 2147483647 h 23"/>
                  <a:gd name="T4" fmla="*/ 2147483647 w 21"/>
                  <a:gd name="T5" fmla="*/ 2147483647 h 23"/>
                  <a:gd name="T6" fmla="*/ 2147483647 w 21"/>
                  <a:gd name="T7" fmla="*/ 2147483647 h 23"/>
                  <a:gd name="T8" fmla="*/ 2147483647 w 21"/>
                  <a:gd name="T9" fmla="*/ 2147483647 h 23"/>
                  <a:gd name="T10" fmla="*/ 2147483647 w 21"/>
                  <a:gd name="T11" fmla="*/ 2147483647 h 23"/>
                  <a:gd name="T12" fmla="*/ 2147483647 w 21"/>
                  <a:gd name="T13" fmla="*/ 2147483647 h 23"/>
                  <a:gd name="T14" fmla="*/ 2147483647 w 21"/>
                  <a:gd name="T15" fmla="*/ 2147483647 h 23"/>
                  <a:gd name="T16" fmla="*/ 2147483647 w 21"/>
                  <a:gd name="T17" fmla="*/ 2147483647 h 23"/>
                  <a:gd name="T18" fmla="*/ 2147483647 w 21"/>
                  <a:gd name="T19" fmla="*/ 2147483647 h 23"/>
                  <a:gd name="T20" fmla="*/ 2147483647 w 21"/>
                  <a:gd name="T21" fmla="*/ 2147483647 h 23"/>
                  <a:gd name="T22" fmla="*/ 2147483647 w 21"/>
                  <a:gd name="T23" fmla="*/ 2147483647 h 23"/>
                  <a:gd name="T24" fmla="*/ 0 w 21"/>
                  <a:gd name="T25" fmla="*/ 2147483647 h 23"/>
                  <a:gd name="T26" fmla="*/ 2147483647 w 21"/>
                  <a:gd name="T27" fmla="*/ 2147483647 h 23"/>
                  <a:gd name="T28" fmla="*/ 2147483647 w 21"/>
                  <a:gd name="T29" fmla="*/ 2147483647 h 23"/>
                  <a:gd name="T30" fmla="*/ 2147483647 w 21"/>
                  <a:gd name="T31" fmla="*/ 2147483647 h 23"/>
                  <a:gd name="T32" fmla="*/ 2147483647 w 21"/>
                  <a:gd name="T33" fmla="*/ 0 h 2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"/>
                  <a:gd name="T52" fmla="*/ 0 h 23"/>
                  <a:gd name="T53" fmla="*/ 21 w 21"/>
                  <a:gd name="T54" fmla="*/ 23 h 2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" h="23">
                    <a:moveTo>
                      <a:pt x="11" y="0"/>
                    </a:moveTo>
                    <a:lnTo>
                      <a:pt x="15" y="1"/>
                    </a:lnTo>
                    <a:lnTo>
                      <a:pt x="18" y="3"/>
                    </a:lnTo>
                    <a:lnTo>
                      <a:pt x="20" y="7"/>
                    </a:lnTo>
                    <a:lnTo>
                      <a:pt x="21" y="12"/>
                    </a:lnTo>
                    <a:lnTo>
                      <a:pt x="20" y="16"/>
                    </a:lnTo>
                    <a:lnTo>
                      <a:pt x="18" y="20"/>
                    </a:lnTo>
                    <a:lnTo>
                      <a:pt x="15" y="22"/>
                    </a:lnTo>
                    <a:lnTo>
                      <a:pt x="11" y="23"/>
                    </a:lnTo>
                    <a:lnTo>
                      <a:pt x="6" y="22"/>
                    </a:lnTo>
                    <a:lnTo>
                      <a:pt x="3" y="20"/>
                    </a:lnTo>
                    <a:lnTo>
                      <a:pt x="1" y="16"/>
                    </a:lnTo>
                    <a:lnTo>
                      <a:pt x="0" y="12"/>
                    </a:lnTo>
                    <a:lnTo>
                      <a:pt x="1" y="7"/>
                    </a:lnTo>
                    <a:lnTo>
                      <a:pt x="3" y="3"/>
                    </a:lnTo>
                    <a:lnTo>
                      <a:pt x="6" y="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42352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11" name="Freeform 197"/>
              <p:cNvSpPr>
                <a:spLocks/>
              </p:cNvSpPr>
              <p:nvPr/>
            </p:nvSpPr>
            <p:spPr bwMode="auto">
              <a:xfrm>
                <a:off x="1676401" y="3652838"/>
                <a:ext cx="7938" cy="9525"/>
              </a:xfrm>
              <a:custGeom>
                <a:avLst/>
                <a:gdLst>
                  <a:gd name="T0" fmla="*/ 2147483647 w 21"/>
                  <a:gd name="T1" fmla="*/ 0 h 23"/>
                  <a:gd name="T2" fmla="*/ 2147483647 w 21"/>
                  <a:gd name="T3" fmla="*/ 2147483647 h 23"/>
                  <a:gd name="T4" fmla="*/ 2147483647 w 21"/>
                  <a:gd name="T5" fmla="*/ 2147483647 h 23"/>
                  <a:gd name="T6" fmla="*/ 2147483647 w 21"/>
                  <a:gd name="T7" fmla="*/ 2147483647 h 23"/>
                  <a:gd name="T8" fmla="*/ 2147483647 w 21"/>
                  <a:gd name="T9" fmla="*/ 2147483647 h 23"/>
                  <a:gd name="T10" fmla="*/ 2147483647 w 21"/>
                  <a:gd name="T11" fmla="*/ 2147483647 h 23"/>
                  <a:gd name="T12" fmla="*/ 2147483647 w 21"/>
                  <a:gd name="T13" fmla="*/ 2147483647 h 23"/>
                  <a:gd name="T14" fmla="*/ 2147483647 w 21"/>
                  <a:gd name="T15" fmla="*/ 2147483647 h 23"/>
                  <a:gd name="T16" fmla="*/ 2147483647 w 21"/>
                  <a:gd name="T17" fmla="*/ 2147483647 h 23"/>
                  <a:gd name="T18" fmla="*/ 2147483647 w 21"/>
                  <a:gd name="T19" fmla="*/ 2147483647 h 23"/>
                  <a:gd name="T20" fmla="*/ 2147483647 w 21"/>
                  <a:gd name="T21" fmla="*/ 2147483647 h 23"/>
                  <a:gd name="T22" fmla="*/ 2147483647 w 21"/>
                  <a:gd name="T23" fmla="*/ 2147483647 h 23"/>
                  <a:gd name="T24" fmla="*/ 0 w 21"/>
                  <a:gd name="T25" fmla="*/ 2147483647 h 23"/>
                  <a:gd name="T26" fmla="*/ 2147483647 w 21"/>
                  <a:gd name="T27" fmla="*/ 2147483647 h 23"/>
                  <a:gd name="T28" fmla="*/ 2147483647 w 21"/>
                  <a:gd name="T29" fmla="*/ 2147483647 h 23"/>
                  <a:gd name="T30" fmla="*/ 2147483647 w 21"/>
                  <a:gd name="T31" fmla="*/ 2147483647 h 23"/>
                  <a:gd name="T32" fmla="*/ 2147483647 w 21"/>
                  <a:gd name="T33" fmla="*/ 0 h 2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"/>
                  <a:gd name="T52" fmla="*/ 0 h 23"/>
                  <a:gd name="T53" fmla="*/ 21 w 21"/>
                  <a:gd name="T54" fmla="*/ 23 h 2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" h="23">
                    <a:moveTo>
                      <a:pt x="10" y="0"/>
                    </a:moveTo>
                    <a:lnTo>
                      <a:pt x="16" y="1"/>
                    </a:lnTo>
                    <a:lnTo>
                      <a:pt x="19" y="3"/>
                    </a:lnTo>
                    <a:lnTo>
                      <a:pt x="20" y="7"/>
                    </a:lnTo>
                    <a:lnTo>
                      <a:pt x="21" y="12"/>
                    </a:lnTo>
                    <a:lnTo>
                      <a:pt x="20" y="16"/>
                    </a:lnTo>
                    <a:lnTo>
                      <a:pt x="19" y="20"/>
                    </a:lnTo>
                    <a:lnTo>
                      <a:pt x="16" y="22"/>
                    </a:lnTo>
                    <a:lnTo>
                      <a:pt x="10" y="23"/>
                    </a:lnTo>
                    <a:lnTo>
                      <a:pt x="6" y="22"/>
                    </a:lnTo>
                    <a:lnTo>
                      <a:pt x="3" y="20"/>
                    </a:lnTo>
                    <a:lnTo>
                      <a:pt x="1" y="16"/>
                    </a:lnTo>
                    <a:lnTo>
                      <a:pt x="0" y="12"/>
                    </a:lnTo>
                    <a:lnTo>
                      <a:pt x="1" y="7"/>
                    </a:lnTo>
                    <a:lnTo>
                      <a:pt x="3" y="3"/>
                    </a:lnTo>
                    <a:lnTo>
                      <a:pt x="6" y="1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42352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12" name="Freeform 199"/>
              <p:cNvSpPr>
                <a:spLocks/>
              </p:cNvSpPr>
              <p:nvPr/>
            </p:nvSpPr>
            <p:spPr bwMode="auto">
              <a:xfrm>
                <a:off x="1590676" y="3267075"/>
                <a:ext cx="42863" cy="14287"/>
              </a:xfrm>
              <a:custGeom>
                <a:avLst/>
                <a:gdLst>
                  <a:gd name="T0" fmla="*/ 2147483647 w 111"/>
                  <a:gd name="T1" fmla="*/ 0 h 36"/>
                  <a:gd name="T2" fmla="*/ 2147483647 w 111"/>
                  <a:gd name="T3" fmla="*/ 0 h 36"/>
                  <a:gd name="T4" fmla="*/ 2147483647 w 111"/>
                  <a:gd name="T5" fmla="*/ 2147483647 h 36"/>
                  <a:gd name="T6" fmla="*/ 2147483647 w 111"/>
                  <a:gd name="T7" fmla="*/ 2147483647 h 36"/>
                  <a:gd name="T8" fmla="*/ 2147483647 w 111"/>
                  <a:gd name="T9" fmla="*/ 2147483647 h 36"/>
                  <a:gd name="T10" fmla="*/ 2147483647 w 111"/>
                  <a:gd name="T11" fmla="*/ 2147483647 h 36"/>
                  <a:gd name="T12" fmla="*/ 2147483647 w 111"/>
                  <a:gd name="T13" fmla="*/ 2147483647 h 36"/>
                  <a:gd name="T14" fmla="*/ 2147483647 w 111"/>
                  <a:gd name="T15" fmla="*/ 2147483647 h 36"/>
                  <a:gd name="T16" fmla="*/ 2147483647 w 111"/>
                  <a:gd name="T17" fmla="*/ 2147483647 h 36"/>
                  <a:gd name="T18" fmla="*/ 2147483647 w 111"/>
                  <a:gd name="T19" fmla="*/ 2147483647 h 36"/>
                  <a:gd name="T20" fmla="*/ 2147483647 w 111"/>
                  <a:gd name="T21" fmla="*/ 2147483647 h 36"/>
                  <a:gd name="T22" fmla="*/ 2147483647 w 111"/>
                  <a:gd name="T23" fmla="*/ 2147483647 h 36"/>
                  <a:gd name="T24" fmla="*/ 2147483647 w 111"/>
                  <a:gd name="T25" fmla="*/ 2147483647 h 36"/>
                  <a:gd name="T26" fmla="*/ 2147483647 w 111"/>
                  <a:gd name="T27" fmla="*/ 2147483647 h 36"/>
                  <a:gd name="T28" fmla="*/ 2147483647 w 111"/>
                  <a:gd name="T29" fmla="*/ 2147483647 h 36"/>
                  <a:gd name="T30" fmla="*/ 2147483647 w 111"/>
                  <a:gd name="T31" fmla="*/ 2147483647 h 36"/>
                  <a:gd name="T32" fmla="*/ 2147483647 w 111"/>
                  <a:gd name="T33" fmla="*/ 2147483647 h 36"/>
                  <a:gd name="T34" fmla="*/ 2147483647 w 111"/>
                  <a:gd name="T35" fmla="*/ 2147483647 h 36"/>
                  <a:gd name="T36" fmla="*/ 2147483647 w 111"/>
                  <a:gd name="T37" fmla="*/ 2147483647 h 36"/>
                  <a:gd name="T38" fmla="*/ 2147483647 w 111"/>
                  <a:gd name="T39" fmla="*/ 2147483647 h 36"/>
                  <a:gd name="T40" fmla="*/ 2147483647 w 111"/>
                  <a:gd name="T41" fmla="*/ 2147483647 h 36"/>
                  <a:gd name="T42" fmla="*/ 2147483647 w 111"/>
                  <a:gd name="T43" fmla="*/ 2147483647 h 36"/>
                  <a:gd name="T44" fmla="*/ 2147483647 w 111"/>
                  <a:gd name="T45" fmla="*/ 2147483647 h 36"/>
                  <a:gd name="T46" fmla="*/ 2147483647 w 111"/>
                  <a:gd name="T47" fmla="*/ 2147483647 h 36"/>
                  <a:gd name="T48" fmla="*/ 0 w 111"/>
                  <a:gd name="T49" fmla="*/ 2147483647 h 36"/>
                  <a:gd name="T50" fmla="*/ 2147483647 w 111"/>
                  <a:gd name="T51" fmla="*/ 2147483647 h 36"/>
                  <a:gd name="T52" fmla="*/ 2147483647 w 111"/>
                  <a:gd name="T53" fmla="*/ 2147483647 h 36"/>
                  <a:gd name="T54" fmla="*/ 2147483647 w 111"/>
                  <a:gd name="T55" fmla="*/ 2147483647 h 36"/>
                  <a:gd name="T56" fmla="*/ 2147483647 w 111"/>
                  <a:gd name="T57" fmla="*/ 2147483647 h 36"/>
                  <a:gd name="T58" fmla="*/ 2147483647 w 111"/>
                  <a:gd name="T59" fmla="*/ 2147483647 h 36"/>
                  <a:gd name="T60" fmla="*/ 2147483647 w 111"/>
                  <a:gd name="T61" fmla="*/ 2147483647 h 36"/>
                  <a:gd name="T62" fmla="*/ 2147483647 w 111"/>
                  <a:gd name="T63" fmla="*/ 0 h 36"/>
                  <a:gd name="T64" fmla="*/ 2147483647 w 111"/>
                  <a:gd name="T65" fmla="*/ 0 h 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1"/>
                  <a:gd name="T100" fmla="*/ 0 h 36"/>
                  <a:gd name="T101" fmla="*/ 111 w 111"/>
                  <a:gd name="T102" fmla="*/ 36 h 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1" h="36">
                    <a:moveTo>
                      <a:pt x="55" y="0"/>
                    </a:moveTo>
                    <a:lnTo>
                      <a:pt x="67" y="0"/>
                    </a:lnTo>
                    <a:lnTo>
                      <a:pt x="77" y="1"/>
                    </a:lnTo>
                    <a:lnTo>
                      <a:pt x="86" y="3"/>
                    </a:lnTo>
                    <a:lnTo>
                      <a:pt x="95" y="5"/>
                    </a:lnTo>
                    <a:lnTo>
                      <a:pt x="101" y="7"/>
                    </a:lnTo>
                    <a:lnTo>
                      <a:pt x="107" y="11"/>
                    </a:lnTo>
                    <a:lnTo>
                      <a:pt x="110" y="14"/>
                    </a:lnTo>
                    <a:lnTo>
                      <a:pt x="111" y="18"/>
                    </a:lnTo>
                    <a:lnTo>
                      <a:pt x="110" y="21"/>
                    </a:lnTo>
                    <a:lnTo>
                      <a:pt x="107" y="25"/>
                    </a:lnTo>
                    <a:lnTo>
                      <a:pt x="101" y="28"/>
                    </a:lnTo>
                    <a:lnTo>
                      <a:pt x="95" y="31"/>
                    </a:lnTo>
                    <a:lnTo>
                      <a:pt x="86" y="33"/>
                    </a:lnTo>
                    <a:lnTo>
                      <a:pt x="77" y="35"/>
                    </a:lnTo>
                    <a:lnTo>
                      <a:pt x="67" y="36"/>
                    </a:lnTo>
                    <a:lnTo>
                      <a:pt x="55" y="36"/>
                    </a:lnTo>
                    <a:lnTo>
                      <a:pt x="44" y="36"/>
                    </a:lnTo>
                    <a:lnTo>
                      <a:pt x="34" y="35"/>
                    </a:lnTo>
                    <a:lnTo>
                      <a:pt x="24" y="33"/>
                    </a:lnTo>
                    <a:lnTo>
                      <a:pt x="16" y="31"/>
                    </a:lnTo>
                    <a:lnTo>
                      <a:pt x="9" y="28"/>
                    </a:lnTo>
                    <a:lnTo>
                      <a:pt x="4" y="25"/>
                    </a:lnTo>
                    <a:lnTo>
                      <a:pt x="1" y="21"/>
                    </a:lnTo>
                    <a:lnTo>
                      <a:pt x="0" y="18"/>
                    </a:lnTo>
                    <a:lnTo>
                      <a:pt x="1" y="14"/>
                    </a:lnTo>
                    <a:lnTo>
                      <a:pt x="4" y="11"/>
                    </a:lnTo>
                    <a:lnTo>
                      <a:pt x="9" y="7"/>
                    </a:lnTo>
                    <a:lnTo>
                      <a:pt x="16" y="5"/>
                    </a:lnTo>
                    <a:lnTo>
                      <a:pt x="24" y="3"/>
                    </a:lnTo>
                    <a:lnTo>
                      <a:pt x="34" y="1"/>
                    </a:lnTo>
                    <a:lnTo>
                      <a:pt x="44" y="0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63563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</p:grpSp>
        <p:graphicFrame>
          <p:nvGraphicFramePr>
            <p:cNvPr id="213" name="Object 201"/>
            <p:cNvGraphicFramePr>
              <a:graphicFrameLocks noChangeAspect="1"/>
            </p:cNvGraphicFramePr>
            <p:nvPr/>
          </p:nvGraphicFramePr>
          <p:xfrm>
            <a:off x="1189662" y="3692151"/>
            <a:ext cx="371226" cy="269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3" name="Bitmap Image" r:id="rId8" imgW="609524" imgH="200159" progId="PBrush">
                    <p:embed/>
                  </p:oleObj>
                </mc:Choice>
                <mc:Fallback>
                  <p:oleObj name="Bitmap Image" r:id="rId8" imgW="609524" imgH="200159" progId="PBrush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9662" y="3692151"/>
                          <a:ext cx="371226" cy="269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76" name="Gruppieren 275"/>
            <p:cNvGrpSpPr/>
            <p:nvPr/>
          </p:nvGrpSpPr>
          <p:grpSpPr>
            <a:xfrm>
              <a:off x="5641443" y="4872404"/>
              <a:ext cx="385517" cy="465833"/>
              <a:chOff x="3714744" y="-285774"/>
              <a:chExt cx="976314" cy="571502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pic>
            <p:nvPicPr>
              <p:cNvPr id="215" name="Picture 203" descr="Bild mit Zinskurve">
                <a:hlinkClick r:id="rId9" tooltip="Überblick über die Themenbereiche"/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/>
              <a:stretch>
                <a:fillRect/>
              </a:stretch>
            </p:blipFill>
            <p:spPr bwMode="auto">
              <a:xfrm>
                <a:off x="3714744" y="-142898"/>
                <a:ext cx="762000" cy="428626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</p:pic>
          <p:pic>
            <p:nvPicPr>
              <p:cNvPr id="216" name="Picture 205" descr="Bild mit statistischer Grafik">
                <a:hlinkClick r:id="rId11" tooltip="Pressematerial zur Wirtschaftsprognose"/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/>
              <a:srcRect/>
              <a:stretch>
                <a:fillRect/>
              </a:stretch>
            </p:blipFill>
            <p:spPr bwMode="auto">
              <a:xfrm>
                <a:off x="3929058" y="-285774"/>
                <a:ext cx="762000" cy="428626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</p:pic>
        </p:grpSp>
        <p:grpSp>
          <p:nvGrpSpPr>
            <p:cNvPr id="214" name="Gruppieren 283"/>
            <p:cNvGrpSpPr>
              <a:grpSpLocks/>
            </p:cNvGrpSpPr>
            <p:nvPr/>
          </p:nvGrpSpPr>
          <p:grpSpPr bwMode="auto">
            <a:xfrm>
              <a:off x="8094094" y="5374323"/>
              <a:ext cx="523760" cy="621109"/>
              <a:chOff x="6500826" y="5857892"/>
              <a:chExt cx="523876" cy="714380"/>
            </a:xfrm>
          </p:grpSpPr>
          <p:pic>
            <p:nvPicPr>
              <p:cNvPr id="218" name="Grafik 217" descr="test.gif"/>
              <p:cNvPicPr>
                <a:picLocks noChangeAspect="1"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6644202" y="5857892"/>
                <a:ext cx="380500" cy="571504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19" name="Grafik 218" descr="test.gif"/>
              <p:cNvPicPr>
                <a:picLocks noChangeAspect="1"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6572515" y="5929330"/>
                <a:ext cx="380498" cy="571504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20" name="Grafik 219" descr="test.gif"/>
              <p:cNvPicPr>
                <a:picLocks noChangeAspect="1"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6500826" y="6000768"/>
                <a:ext cx="380500" cy="571504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pic>
          <p:nvPicPr>
            <p:cNvPr id="221" name="Picture 215" descr="http://t2.gstatic.com/images?q=tbn:Dw9OdPAbM1-DPM:">
              <a:hlinkClick r:id="rId14"/>
            </p:cNvPr>
            <p:cNvPicPr>
              <a:picLocks noChangeAspect="1" noChangeArrowheads="1"/>
            </p:cNvPicPr>
            <p:nvPr/>
          </p:nvPicPr>
          <p:blipFill>
            <a:blip r:embed="rId15" cstate="print"/>
            <a:srcRect/>
            <a:stretch>
              <a:fillRect/>
            </a:stretch>
          </p:blipFill>
          <p:spPr bwMode="auto">
            <a:xfrm>
              <a:off x="5629680" y="5571155"/>
              <a:ext cx="396950" cy="372661"/>
            </a:xfrm>
            <a:prstGeom prst="rect">
              <a:avLst/>
            </a:prstGeom>
            <a:noFill/>
            <a:ln w="38100"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</p:pic>
        <p:grpSp>
          <p:nvGrpSpPr>
            <p:cNvPr id="217" name="Group 222"/>
            <p:cNvGrpSpPr>
              <a:grpSpLocks noChangeAspect="1"/>
            </p:cNvGrpSpPr>
            <p:nvPr/>
          </p:nvGrpSpPr>
          <p:grpSpPr bwMode="auto">
            <a:xfrm>
              <a:off x="614215" y="1900912"/>
              <a:ext cx="698041" cy="512222"/>
              <a:chOff x="242" y="900"/>
              <a:chExt cx="422" cy="37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23" name="AutoShape 221"/>
              <p:cNvSpPr>
                <a:spLocks noChangeAspect="1" noChangeArrowheads="1" noTextEdit="1"/>
              </p:cNvSpPr>
              <p:nvPr/>
            </p:nvSpPr>
            <p:spPr bwMode="auto">
              <a:xfrm>
                <a:off x="242" y="900"/>
                <a:ext cx="422" cy="3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4" name="Freeform 224"/>
              <p:cNvSpPr>
                <a:spLocks/>
              </p:cNvSpPr>
              <p:nvPr/>
            </p:nvSpPr>
            <p:spPr bwMode="auto">
              <a:xfrm>
                <a:off x="287" y="935"/>
                <a:ext cx="332" cy="332"/>
              </a:xfrm>
              <a:custGeom>
                <a:avLst/>
                <a:gdLst/>
                <a:ahLst/>
                <a:cxnLst>
                  <a:cxn ang="0">
                    <a:pos x="0" y="428"/>
                  </a:cxn>
                  <a:cxn ang="0">
                    <a:pos x="912" y="0"/>
                  </a:cxn>
                  <a:cxn ang="0">
                    <a:pos x="1661" y="478"/>
                  </a:cxn>
                  <a:cxn ang="0">
                    <a:pos x="1652" y="1049"/>
                  </a:cxn>
                  <a:cxn ang="0">
                    <a:pos x="625" y="1658"/>
                  </a:cxn>
                  <a:cxn ang="0">
                    <a:pos x="5" y="1108"/>
                  </a:cxn>
                  <a:cxn ang="0">
                    <a:pos x="0" y="428"/>
                  </a:cxn>
                </a:cxnLst>
                <a:rect l="0" t="0" r="r" b="b"/>
                <a:pathLst>
                  <a:path w="1661" h="1658">
                    <a:moveTo>
                      <a:pt x="0" y="428"/>
                    </a:moveTo>
                    <a:lnTo>
                      <a:pt x="912" y="0"/>
                    </a:lnTo>
                    <a:lnTo>
                      <a:pt x="1661" y="478"/>
                    </a:lnTo>
                    <a:lnTo>
                      <a:pt x="1652" y="1049"/>
                    </a:lnTo>
                    <a:lnTo>
                      <a:pt x="625" y="1658"/>
                    </a:lnTo>
                    <a:lnTo>
                      <a:pt x="5" y="1108"/>
                    </a:lnTo>
                    <a:lnTo>
                      <a:pt x="0" y="42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5" name="Freeform 225"/>
              <p:cNvSpPr>
                <a:spLocks/>
              </p:cNvSpPr>
              <p:nvPr/>
            </p:nvSpPr>
            <p:spPr bwMode="auto">
              <a:xfrm>
                <a:off x="364" y="941"/>
                <a:ext cx="186" cy="234"/>
              </a:xfrm>
              <a:custGeom>
                <a:avLst/>
                <a:gdLst/>
                <a:ahLst/>
                <a:cxnLst>
                  <a:cxn ang="0">
                    <a:pos x="352" y="302"/>
                  </a:cxn>
                  <a:cxn ang="0">
                    <a:pos x="400" y="279"/>
                  </a:cxn>
                  <a:cxn ang="0">
                    <a:pos x="480" y="239"/>
                  </a:cxn>
                  <a:cxn ang="0">
                    <a:pos x="580" y="190"/>
                  </a:cxn>
                  <a:cxn ang="0">
                    <a:pos x="684" y="138"/>
                  </a:cxn>
                  <a:cxn ang="0">
                    <a:pos x="784" y="89"/>
                  </a:cxn>
                  <a:cxn ang="0">
                    <a:pos x="864" y="49"/>
                  </a:cxn>
                  <a:cxn ang="0">
                    <a:pos x="913" y="26"/>
                  </a:cxn>
                  <a:cxn ang="0">
                    <a:pos x="925" y="18"/>
                  </a:cxn>
                  <a:cxn ang="0">
                    <a:pos x="926" y="10"/>
                  </a:cxn>
                  <a:cxn ang="0">
                    <a:pos x="919" y="2"/>
                  </a:cxn>
                  <a:cxn ang="0">
                    <a:pos x="906" y="0"/>
                  </a:cxn>
                  <a:cxn ang="0">
                    <a:pos x="889" y="8"/>
                  </a:cxn>
                  <a:cxn ang="0">
                    <a:pos x="841" y="31"/>
                  </a:cxn>
                  <a:cxn ang="0">
                    <a:pos x="765" y="71"/>
                  </a:cxn>
                  <a:cxn ang="0">
                    <a:pos x="672" y="119"/>
                  </a:cxn>
                  <a:cxn ang="0">
                    <a:pos x="572" y="170"/>
                  </a:cxn>
                  <a:cxn ang="0">
                    <a:pos x="478" y="217"/>
                  </a:cxn>
                  <a:cxn ang="0">
                    <a:pos x="401" y="255"/>
                  </a:cxn>
                  <a:cxn ang="0">
                    <a:pos x="353" y="279"/>
                  </a:cxn>
                  <a:cxn ang="0">
                    <a:pos x="336" y="272"/>
                  </a:cxn>
                  <a:cxn ang="0">
                    <a:pos x="327" y="245"/>
                  </a:cxn>
                  <a:cxn ang="0">
                    <a:pos x="305" y="239"/>
                  </a:cxn>
                  <a:cxn ang="0">
                    <a:pos x="279" y="251"/>
                  </a:cxn>
                  <a:cxn ang="0">
                    <a:pos x="239" y="270"/>
                  </a:cxn>
                  <a:cxn ang="0">
                    <a:pos x="192" y="294"/>
                  </a:cxn>
                  <a:cxn ang="0">
                    <a:pos x="143" y="318"/>
                  </a:cxn>
                  <a:cxn ang="0">
                    <a:pos x="96" y="343"/>
                  </a:cxn>
                  <a:cxn ang="0">
                    <a:pos x="56" y="362"/>
                  </a:cxn>
                  <a:cxn ang="0">
                    <a:pos x="30" y="376"/>
                  </a:cxn>
                  <a:cxn ang="0">
                    <a:pos x="12" y="395"/>
                  </a:cxn>
                  <a:cxn ang="0">
                    <a:pos x="0" y="438"/>
                  </a:cxn>
                  <a:cxn ang="0">
                    <a:pos x="2" y="503"/>
                  </a:cxn>
                  <a:cxn ang="0">
                    <a:pos x="9" y="682"/>
                  </a:cxn>
                  <a:cxn ang="0">
                    <a:pos x="20" y="912"/>
                  </a:cxn>
                  <a:cxn ang="0">
                    <a:pos x="30" y="1084"/>
                  </a:cxn>
                  <a:cxn ang="0">
                    <a:pos x="35" y="1121"/>
                  </a:cxn>
                  <a:cxn ang="0">
                    <a:pos x="46" y="1138"/>
                  </a:cxn>
                  <a:cxn ang="0">
                    <a:pos x="59" y="1157"/>
                  </a:cxn>
                  <a:cxn ang="0">
                    <a:pos x="67" y="1167"/>
                  </a:cxn>
                  <a:cxn ang="0">
                    <a:pos x="65" y="1163"/>
                  </a:cxn>
                  <a:cxn ang="0">
                    <a:pos x="52" y="1131"/>
                  </a:cxn>
                  <a:cxn ang="0">
                    <a:pos x="46" y="1088"/>
                  </a:cxn>
                  <a:cxn ang="0">
                    <a:pos x="37" y="931"/>
                  </a:cxn>
                  <a:cxn ang="0">
                    <a:pos x="27" y="714"/>
                  </a:cxn>
                  <a:cxn ang="0">
                    <a:pos x="17" y="531"/>
                  </a:cxn>
                  <a:cxn ang="0">
                    <a:pos x="15" y="477"/>
                  </a:cxn>
                  <a:cxn ang="0">
                    <a:pos x="14" y="460"/>
                  </a:cxn>
                  <a:cxn ang="0">
                    <a:pos x="17" y="436"/>
                  </a:cxn>
                  <a:cxn ang="0">
                    <a:pos x="28" y="408"/>
                  </a:cxn>
                  <a:cxn ang="0">
                    <a:pos x="48" y="392"/>
                  </a:cxn>
                  <a:cxn ang="0">
                    <a:pos x="76" y="377"/>
                  </a:cxn>
                  <a:cxn ang="0">
                    <a:pos x="113" y="358"/>
                  </a:cxn>
                  <a:cxn ang="0">
                    <a:pos x="156" y="336"/>
                  </a:cxn>
                  <a:cxn ang="0">
                    <a:pos x="200" y="313"/>
                  </a:cxn>
                  <a:cxn ang="0">
                    <a:pos x="240" y="293"/>
                  </a:cxn>
                  <a:cxn ang="0">
                    <a:pos x="273" y="275"/>
                  </a:cxn>
                  <a:cxn ang="0">
                    <a:pos x="296" y="263"/>
                  </a:cxn>
                  <a:cxn ang="0">
                    <a:pos x="308" y="257"/>
                  </a:cxn>
                  <a:cxn ang="0">
                    <a:pos x="320" y="267"/>
                  </a:cxn>
                  <a:cxn ang="0">
                    <a:pos x="329" y="284"/>
                  </a:cxn>
                  <a:cxn ang="0">
                    <a:pos x="338" y="301"/>
                  </a:cxn>
                </a:cxnLst>
                <a:rect l="0" t="0" r="r" b="b"/>
                <a:pathLst>
                  <a:path w="927" h="1169">
                    <a:moveTo>
                      <a:pt x="345" y="307"/>
                    </a:moveTo>
                    <a:lnTo>
                      <a:pt x="352" y="302"/>
                    </a:lnTo>
                    <a:lnTo>
                      <a:pt x="371" y="294"/>
                    </a:lnTo>
                    <a:lnTo>
                      <a:pt x="400" y="279"/>
                    </a:lnTo>
                    <a:lnTo>
                      <a:pt x="437" y="261"/>
                    </a:lnTo>
                    <a:lnTo>
                      <a:pt x="480" y="239"/>
                    </a:lnTo>
                    <a:lnTo>
                      <a:pt x="528" y="216"/>
                    </a:lnTo>
                    <a:lnTo>
                      <a:pt x="580" y="190"/>
                    </a:lnTo>
                    <a:lnTo>
                      <a:pt x="632" y="165"/>
                    </a:lnTo>
                    <a:lnTo>
                      <a:pt x="684" y="138"/>
                    </a:lnTo>
                    <a:lnTo>
                      <a:pt x="736" y="113"/>
                    </a:lnTo>
                    <a:lnTo>
                      <a:pt x="784" y="89"/>
                    </a:lnTo>
                    <a:lnTo>
                      <a:pt x="827" y="67"/>
                    </a:lnTo>
                    <a:lnTo>
                      <a:pt x="864" y="49"/>
                    </a:lnTo>
                    <a:lnTo>
                      <a:pt x="894" y="35"/>
                    </a:lnTo>
                    <a:lnTo>
                      <a:pt x="913" y="26"/>
                    </a:lnTo>
                    <a:lnTo>
                      <a:pt x="921" y="22"/>
                    </a:lnTo>
                    <a:lnTo>
                      <a:pt x="925" y="18"/>
                    </a:lnTo>
                    <a:lnTo>
                      <a:pt x="927" y="14"/>
                    </a:lnTo>
                    <a:lnTo>
                      <a:pt x="926" y="10"/>
                    </a:lnTo>
                    <a:lnTo>
                      <a:pt x="924" y="5"/>
                    </a:lnTo>
                    <a:lnTo>
                      <a:pt x="919" y="2"/>
                    </a:lnTo>
                    <a:lnTo>
                      <a:pt x="914" y="0"/>
                    </a:lnTo>
                    <a:lnTo>
                      <a:pt x="906" y="0"/>
                    </a:lnTo>
                    <a:lnTo>
                      <a:pt x="899" y="2"/>
                    </a:lnTo>
                    <a:lnTo>
                      <a:pt x="889" y="8"/>
                    </a:lnTo>
                    <a:lnTo>
                      <a:pt x="870" y="17"/>
                    </a:lnTo>
                    <a:lnTo>
                      <a:pt x="841" y="31"/>
                    </a:lnTo>
                    <a:lnTo>
                      <a:pt x="806" y="49"/>
                    </a:lnTo>
                    <a:lnTo>
                      <a:pt x="765" y="71"/>
                    </a:lnTo>
                    <a:lnTo>
                      <a:pt x="720" y="94"/>
                    </a:lnTo>
                    <a:lnTo>
                      <a:pt x="672" y="119"/>
                    </a:lnTo>
                    <a:lnTo>
                      <a:pt x="621" y="144"/>
                    </a:lnTo>
                    <a:lnTo>
                      <a:pt x="572" y="170"/>
                    </a:lnTo>
                    <a:lnTo>
                      <a:pt x="524" y="194"/>
                    </a:lnTo>
                    <a:lnTo>
                      <a:pt x="478" y="217"/>
                    </a:lnTo>
                    <a:lnTo>
                      <a:pt x="438" y="238"/>
                    </a:lnTo>
                    <a:lnTo>
                      <a:pt x="401" y="255"/>
                    </a:lnTo>
                    <a:lnTo>
                      <a:pt x="374" y="269"/>
                    </a:lnTo>
                    <a:lnTo>
                      <a:pt x="353" y="279"/>
                    </a:lnTo>
                    <a:lnTo>
                      <a:pt x="344" y="283"/>
                    </a:lnTo>
                    <a:lnTo>
                      <a:pt x="336" y="272"/>
                    </a:lnTo>
                    <a:lnTo>
                      <a:pt x="332" y="259"/>
                    </a:lnTo>
                    <a:lnTo>
                      <a:pt x="327" y="245"/>
                    </a:lnTo>
                    <a:lnTo>
                      <a:pt x="313" y="236"/>
                    </a:lnTo>
                    <a:lnTo>
                      <a:pt x="305" y="239"/>
                    </a:lnTo>
                    <a:lnTo>
                      <a:pt x="295" y="245"/>
                    </a:lnTo>
                    <a:lnTo>
                      <a:pt x="279" y="251"/>
                    </a:lnTo>
                    <a:lnTo>
                      <a:pt x="260" y="261"/>
                    </a:lnTo>
                    <a:lnTo>
                      <a:pt x="239" y="270"/>
                    </a:lnTo>
                    <a:lnTo>
                      <a:pt x="217" y="282"/>
                    </a:lnTo>
                    <a:lnTo>
                      <a:pt x="192" y="294"/>
                    </a:lnTo>
                    <a:lnTo>
                      <a:pt x="168" y="307"/>
                    </a:lnTo>
                    <a:lnTo>
                      <a:pt x="143" y="318"/>
                    </a:lnTo>
                    <a:lnTo>
                      <a:pt x="118" y="331"/>
                    </a:lnTo>
                    <a:lnTo>
                      <a:pt x="96" y="343"/>
                    </a:lnTo>
                    <a:lnTo>
                      <a:pt x="75" y="354"/>
                    </a:lnTo>
                    <a:lnTo>
                      <a:pt x="56" y="362"/>
                    </a:lnTo>
                    <a:lnTo>
                      <a:pt x="42" y="371"/>
                    </a:lnTo>
                    <a:lnTo>
                      <a:pt x="30" y="376"/>
                    </a:lnTo>
                    <a:lnTo>
                      <a:pt x="23" y="380"/>
                    </a:lnTo>
                    <a:lnTo>
                      <a:pt x="12" y="395"/>
                    </a:lnTo>
                    <a:lnTo>
                      <a:pt x="4" y="414"/>
                    </a:lnTo>
                    <a:lnTo>
                      <a:pt x="0" y="438"/>
                    </a:lnTo>
                    <a:lnTo>
                      <a:pt x="0" y="465"/>
                    </a:lnTo>
                    <a:lnTo>
                      <a:pt x="2" y="503"/>
                    </a:lnTo>
                    <a:lnTo>
                      <a:pt x="5" y="580"/>
                    </a:lnTo>
                    <a:lnTo>
                      <a:pt x="9" y="682"/>
                    </a:lnTo>
                    <a:lnTo>
                      <a:pt x="15" y="798"/>
                    </a:lnTo>
                    <a:lnTo>
                      <a:pt x="20" y="912"/>
                    </a:lnTo>
                    <a:lnTo>
                      <a:pt x="25" y="1012"/>
                    </a:lnTo>
                    <a:lnTo>
                      <a:pt x="30" y="1084"/>
                    </a:lnTo>
                    <a:lnTo>
                      <a:pt x="32" y="1115"/>
                    </a:lnTo>
                    <a:lnTo>
                      <a:pt x="35" y="1121"/>
                    </a:lnTo>
                    <a:lnTo>
                      <a:pt x="39" y="1130"/>
                    </a:lnTo>
                    <a:lnTo>
                      <a:pt x="46" y="1138"/>
                    </a:lnTo>
                    <a:lnTo>
                      <a:pt x="52" y="1148"/>
                    </a:lnTo>
                    <a:lnTo>
                      <a:pt x="59" y="1157"/>
                    </a:lnTo>
                    <a:lnTo>
                      <a:pt x="63" y="1163"/>
                    </a:lnTo>
                    <a:lnTo>
                      <a:pt x="67" y="1167"/>
                    </a:lnTo>
                    <a:lnTo>
                      <a:pt x="68" y="1169"/>
                    </a:lnTo>
                    <a:lnTo>
                      <a:pt x="65" y="1163"/>
                    </a:lnTo>
                    <a:lnTo>
                      <a:pt x="60" y="1148"/>
                    </a:lnTo>
                    <a:lnTo>
                      <a:pt x="52" y="1131"/>
                    </a:lnTo>
                    <a:lnTo>
                      <a:pt x="48" y="1116"/>
                    </a:lnTo>
                    <a:lnTo>
                      <a:pt x="46" y="1088"/>
                    </a:lnTo>
                    <a:lnTo>
                      <a:pt x="42" y="1023"/>
                    </a:lnTo>
                    <a:lnTo>
                      <a:pt x="37" y="931"/>
                    </a:lnTo>
                    <a:lnTo>
                      <a:pt x="32" y="824"/>
                    </a:lnTo>
                    <a:lnTo>
                      <a:pt x="27" y="714"/>
                    </a:lnTo>
                    <a:lnTo>
                      <a:pt x="21" y="612"/>
                    </a:lnTo>
                    <a:lnTo>
                      <a:pt x="17" y="531"/>
                    </a:lnTo>
                    <a:lnTo>
                      <a:pt x="15" y="480"/>
                    </a:lnTo>
                    <a:lnTo>
                      <a:pt x="15" y="477"/>
                    </a:lnTo>
                    <a:lnTo>
                      <a:pt x="14" y="471"/>
                    </a:lnTo>
                    <a:lnTo>
                      <a:pt x="14" y="460"/>
                    </a:lnTo>
                    <a:lnTo>
                      <a:pt x="15" y="449"/>
                    </a:lnTo>
                    <a:lnTo>
                      <a:pt x="17" y="436"/>
                    </a:lnTo>
                    <a:lnTo>
                      <a:pt x="21" y="422"/>
                    </a:lnTo>
                    <a:lnTo>
                      <a:pt x="28" y="408"/>
                    </a:lnTo>
                    <a:lnTo>
                      <a:pt x="38" y="396"/>
                    </a:lnTo>
                    <a:lnTo>
                      <a:pt x="48" y="392"/>
                    </a:lnTo>
                    <a:lnTo>
                      <a:pt x="61" y="385"/>
                    </a:lnTo>
                    <a:lnTo>
                      <a:pt x="76" y="377"/>
                    </a:lnTo>
                    <a:lnTo>
                      <a:pt x="94" y="369"/>
                    </a:lnTo>
                    <a:lnTo>
                      <a:pt x="113" y="358"/>
                    </a:lnTo>
                    <a:lnTo>
                      <a:pt x="134" y="347"/>
                    </a:lnTo>
                    <a:lnTo>
                      <a:pt x="156" y="336"/>
                    </a:lnTo>
                    <a:lnTo>
                      <a:pt x="177" y="325"/>
                    </a:lnTo>
                    <a:lnTo>
                      <a:pt x="200" y="313"/>
                    </a:lnTo>
                    <a:lnTo>
                      <a:pt x="220" y="302"/>
                    </a:lnTo>
                    <a:lnTo>
                      <a:pt x="240" y="293"/>
                    </a:lnTo>
                    <a:lnTo>
                      <a:pt x="257" y="283"/>
                    </a:lnTo>
                    <a:lnTo>
                      <a:pt x="273" y="275"/>
                    </a:lnTo>
                    <a:lnTo>
                      <a:pt x="286" y="268"/>
                    </a:lnTo>
                    <a:lnTo>
                      <a:pt x="296" y="263"/>
                    </a:lnTo>
                    <a:lnTo>
                      <a:pt x="302" y="260"/>
                    </a:lnTo>
                    <a:lnTo>
                      <a:pt x="308" y="257"/>
                    </a:lnTo>
                    <a:lnTo>
                      <a:pt x="315" y="261"/>
                    </a:lnTo>
                    <a:lnTo>
                      <a:pt x="320" y="267"/>
                    </a:lnTo>
                    <a:lnTo>
                      <a:pt x="324" y="275"/>
                    </a:lnTo>
                    <a:lnTo>
                      <a:pt x="329" y="284"/>
                    </a:lnTo>
                    <a:lnTo>
                      <a:pt x="333" y="294"/>
                    </a:lnTo>
                    <a:lnTo>
                      <a:pt x="338" y="301"/>
                    </a:lnTo>
                    <a:lnTo>
                      <a:pt x="345" y="30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6" name="Freeform 226"/>
              <p:cNvSpPr>
                <a:spLocks/>
              </p:cNvSpPr>
              <p:nvPr/>
            </p:nvSpPr>
            <p:spPr bwMode="auto">
              <a:xfrm>
                <a:off x="378" y="1167"/>
                <a:ext cx="10" cy="8"/>
              </a:xfrm>
              <a:custGeom>
                <a:avLst/>
                <a:gdLst/>
                <a:ahLst/>
                <a:cxnLst>
                  <a:cxn ang="0">
                    <a:pos x="1" y="31"/>
                  </a:cxn>
                  <a:cxn ang="0">
                    <a:pos x="47" y="0"/>
                  </a:cxn>
                  <a:cxn ang="0">
                    <a:pos x="50" y="18"/>
                  </a:cxn>
                  <a:cxn ang="0">
                    <a:pos x="49" y="19"/>
                  </a:cxn>
                  <a:cxn ang="0">
                    <a:pos x="46" y="21"/>
                  </a:cxn>
                  <a:cxn ang="0">
                    <a:pos x="41" y="23"/>
                  </a:cxn>
                  <a:cxn ang="0">
                    <a:pos x="35" y="27"/>
                  </a:cxn>
                  <a:cxn ang="0">
                    <a:pos x="28" y="32"/>
                  </a:cxn>
                  <a:cxn ang="0">
                    <a:pos x="22" y="35"/>
                  </a:cxn>
                  <a:cxn ang="0">
                    <a:pos x="15" y="39"/>
                  </a:cxn>
                  <a:cxn ang="0">
                    <a:pos x="10" y="42"/>
                  </a:cxn>
                  <a:cxn ang="0">
                    <a:pos x="2" y="42"/>
                  </a:cxn>
                  <a:cxn ang="0">
                    <a:pos x="0" y="38"/>
                  </a:cxn>
                  <a:cxn ang="0">
                    <a:pos x="0" y="33"/>
                  </a:cxn>
                  <a:cxn ang="0">
                    <a:pos x="1" y="31"/>
                  </a:cxn>
                </a:cxnLst>
                <a:rect l="0" t="0" r="r" b="b"/>
                <a:pathLst>
                  <a:path w="50" h="42">
                    <a:moveTo>
                      <a:pt x="1" y="31"/>
                    </a:moveTo>
                    <a:lnTo>
                      <a:pt x="47" y="0"/>
                    </a:lnTo>
                    <a:lnTo>
                      <a:pt x="50" y="18"/>
                    </a:lnTo>
                    <a:lnTo>
                      <a:pt x="49" y="19"/>
                    </a:lnTo>
                    <a:lnTo>
                      <a:pt x="46" y="21"/>
                    </a:lnTo>
                    <a:lnTo>
                      <a:pt x="41" y="23"/>
                    </a:lnTo>
                    <a:lnTo>
                      <a:pt x="35" y="27"/>
                    </a:lnTo>
                    <a:lnTo>
                      <a:pt x="28" y="32"/>
                    </a:lnTo>
                    <a:lnTo>
                      <a:pt x="22" y="35"/>
                    </a:lnTo>
                    <a:lnTo>
                      <a:pt x="15" y="39"/>
                    </a:lnTo>
                    <a:lnTo>
                      <a:pt x="10" y="42"/>
                    </a:lnTo>
                    <a:lnTo>
                      <a:pt x="2" y="42"/>
                    </a:lnTo>
                    <a:lnTo>
                      <a:pt x="0" y="38"/>
                    </a:lnTo>
                    <a:lnTo>
                      <a:pt x="0" y="33"/>
                    </a:lnTo>
                    <a:lnTo>
                      <a:pt x="1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7" name="Freeform 227"/>
              <p:cNvSpPr>
                <a:spLocks/>
              </p:cNvSpPr>
              <p:nvPr/>
            </p:nvSpPr>
            <p:spPr bwMode="auto">
              <a:xfrm>
                <a:off x="394" y="1181"/>
                <a:ext cx="11" cy="8"/>
              </a:xfrm>
              <a:custGeom>
                <a:avLst/>
                <a:gdLst/>
                <a:ahLst/>
                <a:cxnLst>
                  <a:cxn ang="0">
                    <a:pos x="1" y="31"/>
                  </a:cxn>
                  <a:cxn ang="0">
                    <a:pos x="47" y="0"/>
                  </a:cxn>
                  <a:cxn ang="0">
                    <a:pos x="51" y="18"/>
                  </a:cxn>
                  <a:cxn ang="0">
                    <a:pos x="50" y="19"/>
                  </a:cxn>
                  <a:cxn ang="0">
                    <a:pos x="46" y="20"/>
                  </a:cxn>
                  <a:cxn ang="0">
                    <a:pos x="41" y="24"/>
                  </a:cxn>
                  <a:cxn ang="0">
                    <a:pos x="36" y="27"/>
                  </a:cxn>
                  <a:cxn ang="0">
                    <a:pos x="28" y="31"/>
                  </a:cxn>
                  <a:cxn ang="0">
                    <a:pos x="22" y="35"/>
                  </a:cxn>
                  <a:cxn ang="0">
                    <a:pos x="15" y="40"/>
                  </a:cxn>
                  <a:cxn ang="0">
                    <a:pos x="10" y="43"/>
                  </a:cxn>
                  <a:cxn ang="0">
                    <a:pos x="3" y="43"/>
                  </a:cxn>
                  <a:cxn ang="0">
                    <a:pos x="0" y="38"/>
                  </a:cxn>
                  <a:cxn ang="0">
                    <a:pos x="0" y="33"/>
                  </a:cxn>
                  <a:cxn ang="0">
                    <a:pos x="1" y="31"/>
                  </a:cxn>
                </a:cxnLst>
                <a:rect l="0" t="0" r="r" b="b"/>
                <a:pathLst>
                  <a:path w="51" h="43">
                    <a:moveTo>
                      <a:pt x="1" y="31"/>
                    </a:moveTo>
                    <a:lnTo>
                      <a:pt x="47" y="0"/>
                    </a:lnTo>
                    <a:lnTo>
                      <a:pt x="51" y="18"/>
                    </a:lnTo>
                    <a:lnTo>
                      <a:pt x="50" y="19"/>
                    </a:lnTo>
                    <a:lnTo>
                      <a:pt x="46" y="20"/>
                    </a:lnTo>
                    <a:lnTo>
                      <a:pt x="41" y="24"/>
                    </a:lnTo>
                    <a:lnTo>
                      <a:pt x="36" y="27"/>
                    </a:lnTo>
                    <a:lnTo>
                      <a:pt x="28" y="31"/>
                    </a:lnTo>
                    <a:lnTo>
                      <a:pt x="22" y="35"/>
                    </a:lnTo>
                    <a:lnTo>
                      <a:pt x="15" y="40"/>
                    </a:lnTo>
                    <a:lnTo>
                      <a:pt x="10" y="43"/>
                    </a:lnTo>
                    <a:lnTo>
                      <a:pt x="3" y="43"/>
                    </a:lnTo>
                    <a:lnTo>
                      <a:pt x="0" y="38"/>
                    </a:lnTo>
                    <a:lnTo>
                      <a:pt x="0" y="33"/>
                    </a:lnTo>
                    <a:lnTo>
                      <a:pt x="1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8" name="Freeform 228"/>
              <p:cNvSpPr>
                <a:spLocks/>
              </p:cNvSpPr>
              <p:nvPr/>
            </p:nvSpPr>
            <p:spPr bwMode="auto">
              <a:xfrm>
                <a:off x="410" y="1193"/>
                <a:ext cx="10" cy="9"/>
              </a:xfrm>
              <a:custGeom>
                <a:avLst/>
                <a:gdLst/>
                <a:ahLst/>
                <a:cxnLst>
                  <a:cxn ang="0">
                    <a:pos x="1" y="32"/>
                  </a:cxn>
                  <a:cxn ang="0">
                    <a:pos x="47" y="0"/>
                  </a:cxn>
                  <a:cxn ang="0">
                    <a:pos x="51" y="18"/>
                  </a:cxn>
                  <a:cxn ang="0">
                    <a:pos x="49" y="19"/>
                  </a:cxn>
                  <a:cxn ang="0">
                    <a:pos x="46" y="21"/>
                  </a:cxn>
                  <a:cxn ang="0">
                    <a:pos x="41" y="24"/>
                  </a:cxn>
                  <a:cxn ang="0">
                    <a:pos x="36" y="28"/>
                  </a:cxn>
                  <a:cxn ang="0">
                    <a:pos x="29" y="32"/>
                  </a:cxn>
                  <a:cxn ang="0">
                    <a:pos x="23" y="35"/>
                  </a:cxn>
                  <a:cxn ang="0">
                    <a:pos x="16" y="40"/>
                  </a:cxn>
                  <a:cxn ang="0">
                    <a:pos x="11" y="43"/>
                  </a:cxn>
                  <a:cxn ang="0">
                    <a:pos x="4" y="43"/>
                  </a:cxn>
                  <a:cxn ang="0">
                    <a:pos x="0" y="39"/>
                  </a:cxn>
                  <a:cxn ang="0">
                    <a:pos x="0" y="34"/>
                  </a:cxn>
                  <a:cxn ang="0">
                    <a:pos x="1" y="32"/>
                  </a:cxn>
                </a:cxnLst>
                <a:rect l="0" t="0" r="r" b="b"/>
                <a:pathLst>
                  <a:path w="51" h="43">
                    <a:moveTo>
                      <a:pt x="1" y="32"/>
                    </a:moveTo>
                    <a:lnTo>
                      <a:pt x="47" y="0"/>
                    </a:lnTo>
                    <a:lnTo>
                      <a:pt x="51" y="18"/>
                    </a:lnTo>
                    <a:lnTo>
                      <a:pt x="49" y="19"/>
                    </a:lnTo>
                    <a:lnTo>
                      <a:pt x="46" y="21"/>
                    </a:lnTo>
                    <a:lnTo>
                      <a:pt x="41" y="24"/>
                    </a:lnTo>
                    <a:lnTo>
                      <a:pt x="36" y="28"/>
                    </a:lnTo>
                    <a:lnTo>
                      <a:pt x="29" y="32"/>
                    </a:lnTo>
                    <a:lnTo>
                      <a:pt x="23" y="35"/>
                    </a:lnTo>
                    <a:lnTo>
                      <a:pt x="16" y="40"/>
                    </a:lnTo>
                    <a:lnTo>
                      <a:pt x="11" y="43"/>
                    </a:lnTo>
                    <a:lnTo>
                      <a:pt x="4" y="43"/>
                    </a:lnTo>
                    <a:lnTo>
                      <a:pt x="0" y="39"/>
                    </a:lnTo>
                    <a:lnTo>
                      <a:pt x="0" y="34"/>
                    </a:lnTo>
                    <a:lnTo>
                      <a:pt x="1" y="3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9" name="Freeform 229"/>
              <p:cNvSpPr>
                <a:spLocks/>
              </p:cNvSpPr>
              <p:nvPr/>
            </p:nvSpPr>
            <p:spPr bwMode="auto">
              <a:xfrm>
                <a:off x="366" y="945"/>
                <a:ext cx="237" cy="268"/>
              </a:xfrm>
              <a:custGeom>
                <a:avLst/>
                <a:gdLst/>
                <a:ahLst/>
                <a:cxnLst>
                  <a:cxn ang="0">
                    <a:pos x="275" y="1285"/>
                  </a:cxn>
                  <a:cxn ang="0">
                    <a:pos x="278" y="1258"/>
                  </a:cxn>
                  <a:cxn ang="0">
                    <a:pos x="216" y="1285"/>
                  </a:cxn>
                  <a:cxn ang="0">
                    <a:pos x="187" y="1232"/>
                  </a:cxn>
                  <a:cxn ang="0">
                    <a:pos x="182" y="1196"/>
                  </a:cxn>
                  <a:cxn ang="0">
                    <a:pos x="136" y="1222"/>
                  </a:cxn>
                  <a:cxn ang="0">
                    <a:pos x="99" y="1167"/>
                  </a:cxn>
                  <a:cxn ang="0">
                    <a:pos x="103" y="1125"/>
                  </a:cxn>
                  <a:cxn ang="0">
                    <a:pos x="60" y="1153"/>
                  </a:cxn>
                  <a:cxn ang="0">
                    <a:pos x="30" y="1102"/>
                  </a:cxn>
                  <a:cxn ang="0">
                    <a:pos x="0" y="444"/>
                  </a:cxn>
                  <a:cxn ang="0">
                    <a:pos x="12" y="392"/>
                  </a:cxn>
                  <a:cxn ang="0">
                    <a:pos x="304" y="237"/>
                  </a:cxn>
                  <a:cxn ang="0">
                    <a:pos x="337" y="279"/>
                  </a:cxn>
                  <a:cxn ang="0">
                    <a:pos x="909" y="0"/>
                  </a:cxn>
                  <a:cxn ang="0">
                    <a:pos x="910" y="44"/>
                  </a:cxn>
                  <a:cxn ang="0">
                    <a:pos x="939" y="40"/>
                  </a:cxn>
                  <a:cxn ang="0">
                    <a:pos x="951" y="79"/>
                  </a:cxn>
                  <a:cxn ang="0">
                    <a:pos x="983" y="75"/>
                  </a:cxn>
                  <a:cxn ang="0">
                    <a:pos x="996" y="111"/>
                  </a:cxn>
                  <a:cxn ang="0">
                    <a:pos x="1023" y="106"/>
                  </a:cxn>
                  <a:cxn ang="0">
                    <a:pos x="1033" y="140"/>
                  </a:cxn>
                  <a:cxn ang="0">
                    <a:pos x="1061" y="139"/>
                  </a:cxn>
                  <a:cxn ang="0">
                    <a:pos x="1070" y="174"/>
                  </a:cxn>
                  <a:cxn ang="0">
                    <a:pos x="1101" y="168"/>
                  </a:cxn>
                  <a:cxn ang="0">
                    <a:pos x="1110" y="199"/>
                  </a:cxn>
                  <a:cxn ang="0">
                    <a:pos x="1144" y="182"/>
                  </a:cxn>
                  <a:cxn ang="0">
                    <a:pos x="1158" y="239"/>
                  </a:cxn>
                  <a:cxn ang="0">
                    <a:pos x="1186" y="249"/>
                  </a:cxn>
                  <a:cxn ang="0">
                    <a:pos x="1186" y="818"/>
                  </a:cxn>
                  <a:cxn ang="0">
                    <a:pos x="338" y="1331"/>
                  </a:cxn>
                  <a:cxn ang="0">
                    <a:pos x="308" y="1344"/>
                  </a:cxn>
                  <a:cxn ang="0">
                    <a:pos x="275" y="1285"/>
                  </a:cxn>
                </a:cxnLst>
                <a:rect l="0" t="0" r="r" b="b"/>
                <a:pathLst>
                  <a:path w="1186" h="1344">
                    <a:moveTo>
                      <a:pt x="275" y="1285"/>
                    </a:moveTo>
                    <a:lnTo>
                      <a:pt x="278" y="1258"/>
                    </a:lnTo>
                    <a:lnTo>
                      <a:pt x="216" y="1285"/>
                    </a:lnTo>
                    <a:lnTo>
                      <a:pt x="187" y="1232"/>
                    </a:lnTo>
                    <a:lnTo>
                      <a:pt x="182" y="1196"/>
                    </a:lnTo>
                    <a:lnTo>
                      <a:pt x="136" y="1222"/>
                    </a:lnTo>
                    <a:lnTo>
                      <a:pt x="99" y="1167"/>
                    </a:lnTo>
                    <a:lnTo>
                      <a:pt x="103" y="1125"/>
                    </a:lnTo>
                    <a:lnTo>
                      <a:pt x="60" y="1153"/>
                    </a:lnTo>
                    <a:lnTo>
                      <a:pt x="30" y="1102"/>
                    </a:lnTo>
                    <a:lnTo>
                      <a:pt x="0" y="444"/>
                    </a:lnTo>
                    <a:lnTo>
                      <a:pt x="12" y="392"/>
                    </a:lnTo>
                    <a:lnTo>
                      <a:pt x="304" y="237"/>
                    </a:lnTo>
                    <a:lnTo>
                      <a:pt x="337" y="279"/>
                    </a:lnTo>
                    <a:lnTo>
                      <a:pt x="909" y="0"/>
                    </a:lnTo>
                    <a:lnTo>
                      <a:pt x="910" y="44"/>
                    </a:lnTo>
                    <a:lnTo>
                      <a:pt x="939" y="40"/>
                    </a:lnTo>
                    <a:lnTo>
                      <a:pt x="951" y="79"/>
                    </a:lnTo>
                    <a:lnTo>
                      <a:pt x="983" y="75"/>
                    </a:lnTo>
                    <a:lnTo>
                      <a:pt x="996" y="111"/>
                    </a:lnTo>
                    <a:lnTo>
                      <a:pt x="1023" y="106"/>
                    </a:lnTo>
                    <a:lnTo>
                      <a:pt x="1033" y="140"/>
                    </a:lnTo>
                    <a:lnTo>
                      <a:pt x="1061" y="139"/>
                    </a:lnTo>
                    <a:lnTo>
                      <a:pt x="1070" y="174"/>
                    </a:lnTo>
                    <a:lnTo>
                      <a:pt x="1101" y="168"/>
                    </a:lnTo>
                    <a:lnTo>
                      <a:pt x="1110" y="199"/>
                    </a:lnTo>
                    <a:lnTo>
                      <a:pt x="1144" y="182"/>
                    </a:lnTo>
                    <a:lnTo>
                      <a:pt x="1158" y="239"/>
                    </a:lnTo>
                    <a:lnTo>
                      <a:pt x="1186" y="249"/>
                    </a:lnTo>
                    <a:lnTo>
                      <a:pt x="1186" y="818"/>
                    </a:lnTo>
                    <a:lnTo>
                      <a:pt x="338" y="1331"/>
                    </a:lnTo>
                    <a:lnTo>
                      <a:pt x="308" y="1344"/>
                    </a:lnTo>
                    <a:lnTo>
                      <a:pt x="275" y="128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0" name="Freeform 230"/>
              <p:cNvSpPr>
                <a:spLocks/>
              </p:cNvSpPr>
              <p:nvPr/>
            </p:nvSpPr>
            <p:spPr bwMode="auto">
              <a:xfrm>
                <a:off x="413" y="978"/>
                <a:ext cx="185" cy="234"/>
              </a:xfrm>
              <a:custGeom>
                <a:avLst/>
                <a:gdLst/>
                <a:ahLst/>
                <a:cxnLst>
                  <a:cxn ang="0">
                    <a:pos x="352" y="302"/>
                  </a:cxn>
                  <a:cxn ang="0">
                    <a:pos x="400" y="278"/>
                  </a:cxn>
                  <a:cxn ang="0">
                    <a:pos x="480" y="240"/>
                  </a:cxn>
                  <a:cxn ang="0">
                    <a:pos x="579" y="191"/>
                  </a:cxn>
                  <a:cxn ang="0">
                    <a:pos x="685" y="139"/>
                  </a:cxn>
                  <a:cxn ang="0">
                    <a:pos x="784" y="89"/>
                  </a:cxn>
                  <a:cxn ang="0">
                    <a:pos x="864" y="50"/>
                  </a:cxn>
                  <a:cxn ang="0">
                    <a:pos x="912" y="25"/>
                  </a:cxn>
                  <a:cxn ang="0">
                    <a:pos x="925" y="18"/>
                  </a:cxn>
                  <a:cxn ang="0">
                    <a:pos x="926" y="9"/>
                  </a:cxn>
                  <a:cxn ang="0">
                    <a:pos x="920" y="2"/>
                  </a:cxn>
                  <a:cxn ang="0">
                    <a:pos x="907" y="0"/>
                  </a:cxn>
                  <a:cxn ang="0">
                    <a:pos x="889" y="7"/>
                  </a:cxn>
                  <a:cxn ang="0">
                    <a:pos x="841" y="32"/>
                  </a:cxn>
                  <a:cxn ang="0">
                    <a:pos x="764" y="71"/>
                  </a:cxn>
                  <a:cxn ang="0">
                    <a:pos x="671" y="119"/>
                  </a:cxn>
                  <a:cxn ang="0">
                    <a:pos x="572" y="170"/>
                  </a:cxn>
                  <a:cxn ang="0">
                    <a:pos x="478" y="218"/>
                  </a:cxn>
                  <a:cxn ang="0">
                    <a:pos x="401" y="255"/>
                  </a:cxn>
                  <a:cxn ang="0">
                    <a:pos x="352" y="278"/>
                  </a:cxn>
                  <a:cxn ang="0">
                    <a:pos x="335" y="272"/>
                  </a:cxn>
                  <a:cxn ang="0">
                    <a:pos x="325" y="245"/>
                  </a:cxn>
                  <a:cxn ang="0">
                    <a:pos x="305" y="239"/>
                  </a:cxn>
                  <a:cxn ang="0">
                    <a:pos x="278" y="251"/>
                  </a:cxn>
                  <a:cxn ang="0">
                    <a:pos x="238" y="270"/>
                  </a:cxn>
                  <a:cxn ang="0">
                    <a:pos x="191" y="293"/>
                  </a:cxn>
                  <a:cxn ang="0">
                    <a:pos x="142" y="318"/>
                  </a:cxn>
                  <a:cxn ang="0">
                    <a:pos x="95" y="342"/>
                  </a:cxn>
                  <a:cxn ang="0">
                    <a:pos x="56" y="362"/>
                  </a:cxn>
                  <a:cxn ang="0">
                    <a:pos x="29" y="376"/>
                  </a:cxn>
                  <a:cxn ang="0">
                    <a:pos x="11" y="395"/>
                  </a:cxn>
                  <a:cxn ang="0">
                    <a:pos x="0" y="438"/>
                  </a:cxn>
                  <a:cxn ang="0">
                    <a:pos x="2" y="503"/>
                  </a:cxn>
                  <a:cxn ang="0">
                    <a:pos x="10" y="682"/>
                  </a:cxn>
                  <a:cxn ang="0">
                    <a:pos x="21" y="912"/>
                  </a:cxn>
                  <a:cxn ang="0">
                    <a:pos x="29" y="1084"/>
                  </a:cxn>
                  <a:cxn ang="0">
                    <a:pos x="36" y="1121"/>
                  </a:cxn>
                  <a:cxn ang="0">
                    <a:pos x="46" y="1138"/>
                  </a:cxn>
                  <a:cxn ang="0">
                    <a:pos x="59" y="1156"/>
                  </a:cxn>
                  <a:cxn ang="0">
                    <a:pos x="68" y="1167"/>
                  </a:cxn>
                  <a:cxn ang="0">
                    <a:pos x="65" y="1163"/>
                  </a:cxn>
                  <a:cxn ang="0">
                    <a:pos x="53" y="1129"/>
                  </a:cxn>
                  <a:cxn ang="0">
                    <a:pos x="46" y="1088"/>
                  </a:cxn>
                  <a:cxn ang="0">
                    <a:pos x="38" y="931"/>
                  </a:cxn>
                  <a:cxn ang="0">
                    <a:pos x="26" y="714"/>
                  </a:cxn>
                  <a:cxn ang="0">
                    <a:pos x="17" y="530"/>
                  </a:cxn>
                  <a:cxn ang="0">
                    <a:pos x="15" y="477"/>
                  </a:cxn>
                  <a:cxn ang="0">
                    <a:pos x="14" y="461"/>
                  </a:cxn>
                  <a:cxn ang="0">
                    <a:pos x="17" y="435"/>
                  </a:cxn>
                  <a:cxn ang="0">
                    <a:pos x="28" y="408"/>
                  </a:cxn>
                  <a:cxn ang="0">
                    <a:pos x="48" y="392"/>
                  </a:cxn>
                  <a:cxn ang="0">
                    <a:pos x="76" y="377"/>
                  </a:cxn>
                  <a:cxn ang="0">
                    <a:pos x="114" y="357"/>
                  </a:cxn>
                  <a:cxn ang="0">
                    <a:pos x="155" y="336"/>
                  </a:cxn>
                  <a:cxn ang="0">
                    <a:pos x="199" y="314"/>
                  </a:cxn>
                  <a:cxn ang="0">
                    <a:pos x="238" y="292"/>
                  </a:cxn>
                  <a:cxn ang="0">
                    <a:pos x="273" y="275"/>
                  </a:cxn>
                  <a:cxn ang="0">
                    <a:pos x="295" y="262"/>
                  </a:cxn>
                  <a:cxn ang="0">
                    <a:pos x="307" y="257"/>
                  </a:cxn>
                  <a:cxn ang="0">
                    <a:pos x="319" y="267"/>
                  </a:cxn>
                  <a:cxn ang="0">
                    <a:pos x="327" y="284"/>
                  </a:cxn>
                  <a:cxn ang="0">
                    <a:pos x="338" y="301"/>
                  </a:cxn>
                </a:cxnLst>
                <a:rect l="0" t="0" r="r" b="b"/>
                <a:pathLst>
                  <a:path w="926" h="1169">
                    <a:moveTo>
                      <a:pt x="344" y="306"/>
                    </a:moveTo>
                    <a:lnTo>
                      <a:pt x="352" y="302"/>
                    </a:lnTo>
                    <a:lnTo>
                      <a:pt x="371" y="293"/>
                    </a:lnTo>
                    <a:lnTo>
                      <a:pt x="400" y="278"/>
                    </a:lnTo>
                    <a:lnTo>
                      <a:pt x="437" y="260"/>
                    </a:lnTo>
                    <a:lnTo>
                      <a:pt x="480" y="240"/>
                    </a:lnTo>
                    <a:lnTo>
                      <a:pt x="528" y="215"/>
                    </a:lnTo>
                    <a:lnTo>
                      <a:pt x="579" y="191"/>
                    </a:lnTo>
                    <a:lnTo>
                      <a:pt x="631" y="164"/>
                    </a:lnTo>
                    <a:lnTo>
                      <a:pt x="685" y="139"/>
                    </a:lnTo>
                    <a:lnTo>
                      <a:pt x="736" y="113"/>
                    </a:lnTo>
                    <a:lnTo>
                      <a:pt x="784" y="89"/>
                    </a:lnTo>
                    <a:lnTo>
                      <a:pt x="827" y="68"/>
                    </a:lnTo>
                    <a:lnTo>
                      <a:pt x="864" y="50"/>
                    </a:lnTo>
                    <a:lnTo>
                      <a:pt x="893" y="35"/>
                    </a:lnTo>
                    <a:lnTo>
                      <a:pt x="912" y="25"/>
                    </a:lnTo>
                    <a:lnTo>
                      <a:pt x="921" y="21"/>
                    </a:lnTo>
                    <a:lnTo>
                      <a:pt x="925" y="18"/>
                    </a:lnTo>
                    <a:lnTo>
                      <a:pt x="926" y="14"/>
                    </a:lnTo>
                    <a:lnTo>
                      <a:pt x="926" y="9"/>
                    </a:lnTo>
                    <a:lnTo>
                      <a:pt x="924" y="5"/>
                    </a:lnTo>
                    <a:lnTo>
                      <a:pt x="920" y="2"/>
                    </a:lnTo>
                    <a:lnTo>
                      <a:pt x="913" y="0"/>
                    </a:lnTo>
                    <a:lnTo>
                      <a:pt x="907" y="0"/>
                    </a:lnTo>
                    <a:lnTo>
                      <a:pt x="898" y="2"/>
                    </a:lnTo>
                    <a:lnTo>
                      <a:pt x="889" y="7"/>
                    </a:lnTo>
                    <a:lnTo>
                      <a:pt x="870" y="17"/>
                    </a:lnTo>
                    <a:lnTo>
                      <a:pt x="841" y="32"/>
                    </a:lnTo>
                    <a:lnTo>
                      <a:pt x="805" y="50"/>
                    </a:lnTo>
                    <a:lnTo>
                      <a:pt x="764" y="71"/>
                    </a:lnTo>
                    <a:lnTo>
                      <a:pt x="719" y="94"/>
                    </a:lnTo>
                    <a:lnTo>
                      <a:pt x="671" y="119"/>
                    </a:lnTo>
                    <a:lnTo>
                      <a:pt x="621" y="144"/>
                    </a:lnTo>
                    <a:lnTo>
                      <a:pt x="572" y="170"/>
                    </a:lnTo>
                    <a:lnTo>
                      <a:pt x="522" y="194"/>
                    </a:lnTo>
                    <a:lnTo>
                      <a:pt x="478" y="218"/>
                    </a:lnTo>
                    <a:lnTo>
                      <a:pt x="436" y="238"/>
                    </a:lnTo>
                    <a:lnTo>
                      <a:pt x="401" y="255"/>
                    </a:lnTo>
                    <a:lnTo>
                      <a:pt x="372" y="269"/>
                    </a:lnTo>
                    <a:lnTo>
                      <a:pt x="352" y="278"/>
                    </a:lnTo>
                    <a:lnTo>
                      <a:pt x="342" y="283"/>
                    </a:lnTo>
                    <a:lnTo>
                      <a:pt x="335" y="272"/>
                    </a:lnTo>
                    <a:lnTo>
                      <a:pt x="330" y="258"/>
                    </a:lnTo>
                    <a:lnTo>
                      <a:pt x="325" y="245"/>
                    </a:lnTo>
                    <a:lnTo>
                      <a:pt x="311" y="236"/>
                    </a:lnTo>
                    <a:lnTo>
                      <a:pt x="305" y="239"/>
                    </a:lnTo>
                    <a:lnTo>
                      <a:pt x="293" y="244"/>
                    </a:lnTo>
                    <a:lnTo>
                      <a:pt x="278" y="251"/>
                    </a:lnTo>
                    <a:lnTo>
                      <a:pt x="260" y="260"/>
                    </a:lnTo>
                    <a:lnTo>
                      <a:pt x="238" y="270"/>
                    </a:lnTo>
                    <a:lnTo>
                      <a:pt x="216" y="282"/>
                    </a:lnTo>
                    <a:lnTo>
                      <a:pt x="191" y="293"/>
                    </a:lnTo>
                    <a:lnTo>
                      <a:pt x="167" y="306"/>
                    </a:lnTo>
                    <a:lnTo>
                      <a:pt x="142" y="318"/>
                    </a:lnTo>
                    <a:lnTo>
                      <a:pt x="118" y="331"/>
                    </a:lnTo>
                    <a:lnTo>
                      <a:pt x="95" y="342"/>
                    </a:lnTo>
                    <a:lnTo>
                      <a:pt x="74" y="353"/>
                    </a:lnTo>
                    <a:lnTo>
                      <a:pt x="56" y="362"/>
                    </a:lnTo>
                    <a:lnTo>
                      <a:pt x="41" y="370"/>
                    </a:lnTo>
                    <a:lnTo>
                      <a:pt x="29" y="376"/>
                    </a:lnTo>
                    <a:lnTo>
                      <a:pt x="23" y="380"/>
                    </a:lnTo>
                    <a:lnTo>
                      <a:pt x="11" y="395"/>
                    </a:lnTo>
                    <a:lnTo>
                      <a:pt x="4" y="414"/>
                    </a:lnTo>
                    <a:lnTo>
                      <a:pt x="0" y="438"/>
                    </a:lnTo>
                    <a:lnTo>
                      <a:pt x="0" y="464"/>
                    </a:lnTo>
                    <a:lnTo>
                      <a:pt x="2" y="503"/>
                    </a:lnTo>
                    <a:lnTo>
                      <a:pt x="6" y="580"/>
                    </a:lnTo>
                    <a:lnTo>
                      <a:pt x="10" y="682"/>
                    </a:lnTo>
                    <a:lnTo>
                      <a:pt x="15" y="797"/>
                    </a:lnTo>
                    <a:lnTo>
                      <a:pt x="21" y="912"/>
                    </a:lnTo>
                    <a:lnTo>
                      <a:pt x="25" y="1012"/>
                    </a:lnTo>
                    <a:lnTo>
                      <a:pt x="29" y="1084"/>
                    </a:lnTo>
                    <a:lnTo>
                      <a:pt x="32" y="1114"/>
                    </a:lnTo>
                    <a:lnTo>
                      <a:pt x="36" y="1121"/>
                    </a:lnTo>
                    <a:lnTo>
                      <a:pt x="40" y="1129"/>
                    </a:lnTo>
                    <a:lnTo>
                      <a:pt x="46" y="1138"/>
                    </a:lnTo>
                    <a:lnTo>
                      <a:pt x="53" y="1148"/>
                    </a:lnTo>
                    <a:lnTo>
                      <a:pt x="59" y="1156"/>
                    </a:lnTo>
                    <a:lnTo>
                      <a:pt x="63" y="1163"/>
                    </a:lnTo>
                    <a:lnTo>
                      <a:pt x="68" y="1167"/>
                    </a:lnTo>
                    <a:lnTo>
                      <a:pt x="69" y="1169"/>
                    </a:lnTo>
                    <a:lnTo>
                      <a:pt x="65" y="1163"/>
                    </a:lnTo>
                    <a:lnTo>
                      <a:pt x="59" y="1147"/>
                    </a:lnTo>
                    <a:lnTo>
                      <a:pt x="53" y="1129"/>
                    </a:lnTo>
                    <a:lnTo>
                      <a:pt x="48" y="1116"/>
                    </a:lnTo>
                    <a:lnTo>
                      <a:pt x="46" y="1088"/>
                    </a:lnTo>
                    <a:lnTo>
                      <a:pt x="42" y="1023"/>
                    </a:lnTo>
                    <a:lnTo>
                      <a:pt x="38" y="931"/>
                    </a:lnTo>
                    <a:lnTo>
                      <a:pt x="32" y="824"/>
                    </a:lnTo>
                    <a:lnTo>
                      <a:pt x="26" y="714"/>
                    </a:lnTo>
                    <a:lnTo>
                      <a:pt x="22" y="612"/>
                    </a:lnTo>
                    <a:lnTo>
                      <a:pt x="17" y="530"/>
                    </a:lnTo>
                    <a:lnTo>
                      <a:pt x="15" y="479"/>
                    </a:lnTo>
                    <a:lnTo>
                      <a:pt x="15" y="477"/>
                    </a:lnTo>
                    <a:lnTo>
                      <a:pt x="14" y="471"/>
                    </a:lnTo>
                    <a:lnTo>
                      <a:pt x="14" y="461"/>
                    </a:lnTo>
                    <a:lnTo>
                      <a:pt x="15" y="448"/>
                    </a:lnTo>
                    <a:lnTo>
                      <a:pt x="17" y="435"/>
                    </a:lnTo>
                    <a:lnTo>
                      <a:pt x="22" y="422"/>
                    </a:lnTo>
                    <a:lnTo>
                      <a:pt x="28" y="408"/>
                    </a:lnTo>
                    <a:lnTo>
                      <a:pt x="39" y="396"/>
                    </a:lnTo>
                    <a:lnTo>
                      <a:pt x="48" y="392"/>
                    </a:lnTo>
                    <a:lnTo>
                      <a:pt x="61" y="385"/>
                    </a:lnTo>
                    <a:lnTo>
                      <a:pt x="76" y="377"/>
                    </a:lnTo>
                    <a:lnTo>
                      <a:pt x="94" y="368"/>
                    </a:lnTo>
                    <a:lnTo>
                      <a:pt x="114" y="357"/>
                    </a:lnTo>
                    <a:lnTo>
                      <a:pt x="134" y="347"/>
                    </a:lnTo>
                    <a:lnTo>
                      <a:pt x="155" y="336"/>
                    </a:lnTo>
                    <a:lnTo>
                      <a:pt x="178" y="324"/>
                    </a:lnTo>
                    <a:lnTo>
                      <a:pt x="199" y="314"/>
                    </a:lnTo>
                    <a:lnTo>
                      <a:pt x="219" y="303"/>
                    </a:lnTo>
                    <a:lnTo>
                      <a:pt x="238" y="292"/>
                    </a:lnTo>
                    <a:lnTo>
                      <a:pt x="257" y="283"/>
                    </a:lnTo>
                    <a:lnTo>
                      <a:pt x="273" y="275"/>
                    </a:lnTo>
                    <a:lnTo>
                      <a:pt x="285" y="268"/>
                    </a:lnTo>
                    <a:lnTo>
                      <a:pt x="295" y="262"/>
                    </a:lnTo>
                    <a:lnTo>
                      <a:pt x="300" y="259"/>
                    </a:lnTo>
                    <a:lnTo>
                      <a:pt x="307" y="257"/>
                    </a:lnTo>
                    <a:lnTo>
                      <a:pt x="313" y="260"/>
                    </a:lnTo>
                    <a:lnTo>
                      <a:pt x="319" y="267"/>
                    </a:lnTo>
                    <a:lnTo>
                      <a:pt x="323" y="274"/>
                    </a:lnTo>
                    <a:lnTo>
                      <a:pt x="327" y="284"/>
                    </a:lnTo>
                    <a:lnTo>
                      <a:pt x="332" y="293"/>
                    </a:lnTo>
                    <a:lnTo>
                      <a:pt x="338" y="301"/>
                    </a:lnTo>
                    <a:lnTo>
                      <a:pt x="344" y="30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1" name="Freeform 231"/>
              <p:cNvSpPr>
                <a:spLocks/>
              </p:cNvSpPr>
              <p:nvPr/>
            </p:nvSpPr>
            <p:spPr bwMode="auto">
              <a:xfrm>
                <a:off x="396" y="968"/>
                <a:ext cx="185" cy="234"/>
              </a:xfrm>
              <a:custGeom>
                <a:avLst/>
                <a:gdLst/>
                <a:ahLst/>
                <a:cxnLst>
                  <a:cxn ang="0">
                    <a:pos x="352" y="303"/>
                  </a:cxn>
                  <a:cxn ang="0">
                    <a:pos x="400" y="279"/>
                  </a:cxn>
                  <a:cxn ang="0">
                    <a:pos x="479" y="241"/>
                  </a:cxn>
                  <a:cxn ang="0">
                    <a:pos x="579" y="192"/>
                  </a:cxn>
                  <a:cxn ang="0">
                    <a:pos x="684" y="139"/>
                  </a:cxn>
                  <a:cxn ang="0">
                    <a:pos x="784" y="90"/>
                  </a:cxn>
                  <a:cxn ang="0">
                    <a:pos x="864" y="51"/>
                  </a:cxn>
                  <a:cxn ang="0">
                    <a:pos x="913" y="27"/>
                  </a:cxn>
                  <a:cxn ang="0">
                    <a:pos x="924" y="20"/>
                  </a:cxn>
                  <a:cxn ang="0">
                    <a:pos x="926" y="11"/>
                  </a:cxn>
                  <a:cxn ang="0">
                    <a:pos x="919" y="3"/>
                  </a:cxn>
                  <a:cxn ang="0">
                    <a:pos x="906" y="0"/>
                  </a:cxn>
                  <a:cxn ang="0">
                    <a:pos x="889" y="9"/>
                  </a:cxn>
                  <a:cxn ang="0">
                    <a:pos x="841" y="33"/>
                  </a:cxn>
                  <a:cxn ang="0">
                    <a:pos x="764" y="72"/>
                  </a:cxn>
                  <a:cxn ang="0">
                    <a:pos x="671" y="120"/>
                  </a:cxn>
                  <a:cxn ang="0">
                    <a:pos x="571" y="170"/>
                  </a:cxn>
                  <a:cxn ang="0">
                    <a:pos x="478" y="218"/>
                  </a:cxn>
                  <a:cxn ang="0">
                    <a:pos x="401" y="256"/>
                  </a:cxn>
                  <a:cxn ang="0">
                    <a:pos x="353" y="279"/>
                  </a:cxn>
                  <a:cxn ang="0">
                    <a:pos x="336" y="273"/>
                  </a:cxn>
                  <a:cxn ang="0">
                    <a:pos x="327" y="246"/>
                  </a:cxn>
                  <a:cxn ang="0">
                    <a:pos x="305" y="241"/>
                  </a:cxn>
                  <a:cxn ang="0">
                    <a:pos x="278" y="252"/>
                  </a:cxn>
                  <a:cxn ang="0">
                    <a:pos x="239" y="272"/>
                  </a:cxn>
                  <a:cxn ang="0">
                    <a:pos x="192" y="295"/>
                  </a:cxn>
                  <a:cxn ang="0">
                    <a:pos x="143" y="320"/>
                  </a:cxn>
                  <a:cxn ang="0">
                    <a:pos x="96" y="343"/>
                  </a:cxn>
                  <a:cxn ang="0">
                    <a:pos x="56" y="364"/>
                  </a:cxn>
                  <a:cxn ang="0">
                    <a:pos x="30" y="377"/>
                  </a:cxn>
                  <a:cxn ang="0">
                    <a:pos x="12" y="397"/>
                  </a:cxn>
                  <a:cxn ang="0">
                    <a:pos x="0" y="438"/>
                  </a:cxn>
                  <a:cxn ang="0">
                    <a:pos x="2" y="503"/>
                  </a:cxn>
                  <a:cxn ang="0">
                    <a:pos x="9" y="684"/>
                  </a:cxn>
                  <a:cxn ang="0">
                    <a:pos x="20" y="913"/>
                  </a:cxn>
                  <a:cxn ang="0">
                    <a:pos x="30" y="1085"/>
                  </a:cxn>
                  <a:cxn ang="0">
                    <a:pos x="35" y="1122"/>
                  </a:cxn>
                  <a:cxn ang="0">
                    <a:pos x="46" y="1140"/>
                  </a:cxn>
                  <a:cxn ang="0">
                    <a:pos x="58" y="1157"/>
                  </a:cxn>
                  <a:cxn ang="0">
                    <a:pos x="67" y="1168"/>
                  </a:cxn>
                  <a:cxn ang="0">
                    <a:pos x="65" y="1163"/>
                  </a:cxn>
                  <a:cxn ang="0">
                    <a:pos x="52" y="1131"/>
                  </a:cxn>
                  <a:cxn ang="0">
                    <a:pos x="46" y="1090"/>
                  </a:cxn>
                  <a:cxn ang="0">
                    <a:pos x="37" y="932"/>
                  </a:cxn>
                  <a:cxn ang="0">
                    <a:pos x="26" y="715"/>
                  </a:cxn>
                  <a:cxn ang="0">
                    <a:pos x="17" y="531"/>
                  </a:cxn>
                  <a:cxn ang="0">
                    <a:pos x="15" y="479"/>
                  </a:cxn>
                  <a:cxn ang="0">
                    <a:pos x="14" y="462"/>
                  </a:cxn>
                  <a:cxn ang="0">
                    <a:pos x="17" y="437"/>
                  </a:cxn>
                  <a:cxn ang="0">
                    <a:pos x="28" y="409"/>
                  </a:cxn>
                  <a:cxn ang="0">
                    <a:pos x="48" y="392"/>
                  </a:cxn>
                  <a:cxn ang="0">
                    <a:pos x="76" y="378"/>
                  </a:cxn>
                  <a:cxn ang="0">
                    <a:pos x="113" y="359"/>
                  </a:cxn>
                  <a:cxn ang="0">
                    <a:pos x="156" y="337"/>
                  </a:cxn>
                  <a:cxn ang="0">
                    <a:pos x="199" y="314"/>
                  </a:cxn>
                  <a:cxn ang="0">
                    <a:pos x="240" y="294"/>
                  </a:cxn>
                  <a:cxn ang="0">
                    <a:pos x="273" y="276"/>
                  </a:cxn>
                  <a:cxn ang="0">
                    <a:pos x="296" y="264"/>
                  </a:cxn>
                  <a:cxn ang="0">
                    <a:pos x="308" y="259"/>
                  </a:cxn>
                  <a:cxn ang="0">
                    <a:pos x="320" y="267"/>
                  </a:cxn>
                  <a:cxn ang="0">
                    <a:pos x="329" y="285"/>
                  </a:cxn>
                  <a:cxn ang="0">
                    <a:pos x="338" y="302"/>
                  </a:cxn>
                </a:cxnLst>
                <a:rect l="0" t="0" r="r" b="b"/>
                <a:pathLst>
                  <a:path w="927" h="1170">
                    <a:moveTo>
                      <a:pt x="345" y="307"/>
                    </a:moveTo>
                    <a:lnTo>
                      <a:pt x="352" y="303"/>
                    </a:lnTo>
                    <a:lnTo>
                      <a:pt x="371" y="294"/>
                    </a:lnTo>
                    <a:lnTo>
                      <a:pt x="400" y="279"/>
                    </a:lnTo>
                    <a:lnTo>
                      <a:pt x="436" y="261"/>
                    </a:lnTo>
                    <a:lnTo>
                      <a:pt x="479" y="241"/>
                    </a:lnTo>
                    <a:lnTo>
                      <a:pt x="527" y="216"/>
                    </a:lnTo>
                    <a:lnTo>
                      <a:pt x="579" y="192"/>
                    </a:lnTo>
                    <a:lnTo>
                      <a:pt x="632" y="165"/>
                    </a:lnTo>
                    <a:lnTo>
                      <a:pt x="684" y="139"/>
                    </a:lnTo>
                    <a:lnTo>
                      <a:pt x="735" y="114"/>
                    </a:lnTo>
                    <a:lnTo>
                      <a:pt x="784" y="90"/>
                    </a:lnTo>
                    <a:lnTo>
                      <a:pt x="827" y="69"/>
                    </a:lnTo>
                    <a:lnTo>
                      <a:pt x="864" y="51"/>
                    </a:lnTo>
                    <a:lnTo>
                      <a:pt x="894" y="37"/>
                    </a:lnTo>
                    <a:lnTo>
                      <a:pt x="913" y="27"/>
                    </a:lnTo>
                    <a:lnTo>
                      <a:pt x="921" y="23"/>
                    </a:lnTo>
                    <a:lnTo>
                      <a:pt x="924" y="20"/>
                    </a:lnTo>
                    <a:lnTo>
                      <a:pt x="927" y="15"/>
                    </a:lnTo>
                    <a:lnTo>
                      <a:pt x="926" y="11"/>
                    </a:lnTo>
                    <a:lnTo>
                      <a:pt x="923" y="7"/>
                    </a:lnTo>
                    <a:lnTo>
                      <a:pt x="919" y="3"/>
                    </a:lnTo>
                    <a:lnTo>
                      <a:pt x="914" y="0"/>
                    </a:lnTo>
                    <a:lnTo>
                      <a:pt x="906" y="0"/>
                    </a:lnTo>
                    <a:lnTo>
                      <a:pt x="899" y="4"/>
                    </a:lnTo>
                    <a:lnTo>
                      <a:pt x="889" y="9"/>
                    </a:lnTo>
                    <a:lnTo>
                      <a:pt x="869" y="19"/>
                    </a:lnTo>
                    <a:lnTo>
                      <a:pt x="841" y="33"/>
                    </a:lnTo>
                    <a:lnTo>
                      <a:pt x="806" y="51"/>
                    </a:lnTo>
                    <a:lnTo>
                      <a:pt x="764" y="72"/>
                    </a:lnTo>
                    <a:lnTo>
                      <a:pt x="719" y="96"/>
                    </a:lnTo>
                    <a:lnTo>
                      <a:pt x="671" y="120"/>
                    </a:lnTo>
                    <a:lnTo>
                      <a:pt x="621" y="145"/>
                    </a:lnTo>
                    <a:lnTo>
                      <a:pt x="571" y="170"/>
                    </a:lnTo>
                    <a:lnTo>
                      <a:pt x="523" y="195"/>
                    </a:lnTo>
                    <a:lnTo>
                      <a:pt x="478" y="218"/>
                    </a:lnTo>
                    <a:lnTo>
                      <a:pt x="436" y="239"/>
                    </a:lnTo>
                    <a:lnTo>
                      <a:pt x="401" y="256"/>
                    </a:lnTo>
                    <a:lnTo>
                      <a:pt x="373" y="270"/>
                    </a:lnTo>
                    <a:lnTo>
                      <a:pt x="353" y="279"/>
                    </a:lnTo>
                    <a:lnTo>
                      <a:pt x="344" y="283"/>
                    </a:lnTo>
                    <a:lnTo>
                      <a:pt x="336" y="273"/>
                    </a:lnTo>
                    <a:lnTo>
                      <a:pt x="332" y="259"/>
                    </a:lnTo>
                    <a:lnTo>
                      <a:pt x="327" y="246"/>
                    </a:lnTo>
                    <a:lnTo>
                      <a:pt x="313" y="238"/>
                    </a:lnTo>
                    <a:lnTo>
                      <a:pt x="305" y="241"/>
                    </a:lnTo>
                    <a:lnTo>
                      <a:pt x="294" y="245"/>
                    </a:lnTo>
                    <a:lnTo>
                      <a:pt x="278" y="252"/>
                    </a:lnTo>
                    <a:lnTo>
                      <a:pt x="260" y="261"/>
                    </a:lnTo>
                    <a:lnTo>
                      <a:pt x="239" y="272"/>
                    </a:lnTo>
                    <a:lnTo>
                      <a:pt x="217" y="282"/>
                    </a:lnTo>
                    <a:lnTo>
                      <a:pt x="192" y="295"/>
                    </a:lnTo>
                    <a:lnTo>
                      <a:pt x="167" y="307"/>
                    </a:lnTo>
                    <a:lnTo>
                      <a:pt x="143" y="320"/>
                    </a:lnTo>
                    <a:lnTo>
                      <a:pt x="118" y="331"/>
                    </a:lnTo>
                    <a:lnTo>
                      <a:pt x="96" y="343"/>
                    </a:lnTo>
                    <a:lnTo>
                      <a:pt x="75" y="354"/>
                    </a:lnTo>
                    <a:lnTo>
                      <a:pt x="56" y="364"/>
                    </a:lnTo>
                    <a:lnTo>
                      <a:pt x="41" y="371"/>
                    </a:lnTo>
                    <a:lnTo>
                      <a:pt x="30" y="377"/>
                    </a:lnTo>
                    <a:lnTo>
                      <a:pt x="23" y="381"/>
                    </a:lnTo>
                    <a:lnTo>
                      <a:pt x="12" y="397"/>
                    </a:lnTo>
                    <a:lnTo>
                      <a:pt x="4" y="416"/>
                    </a:lnTo>
                    <a:lnTo>
                      <a:pt x="0" y="438"/>
                    </a:lnTo>
                    <a:lnTo>
                      <a:pt x="0" y="465"/>
                    </a:lnTo>
                    <a:lnTo>
                      <a:pt x="2" y="503"/>
                    </a:lnTo>
                    <a:lnTo>
                      <a:pt x="5" y="580"/>
                    </a:lnTo>
                    <a:lnTo>
                      <a:pt x="9" y="684"/>
                    </a:lnTo>
                    <a:lnTo>
                      <a:pt x="15" y="799"/>
                    </a:lnTo>
                    <a:lnTo>
                      <a:pt x="20" y="913"/>
                    </a:lnTo>
                    <a:lnTo>
                      <a:pt x="25" y="1013"/>
                    </a:lnTo>
                    <a:lnTo>
                      <a:pt x="30" y="1085"/>
                    </a:lnTo>
                    <a:lnTo>
                      <a:pt x="32" y="1115"/>
                    </a:lnTo>
                    <a:lnTo>
                      <a:pt x="35" y="1122"/>
                    </a:lnTo>
                    <a:lnTo>
                      <a:pt x="39" y="1130"/>
                    </a:lnTo>
                    <a:lnTo>
                      <a:pt x="46" y="1140"/>
                    </a:lnTo>
                    <a:lnTo>
                      <a:pt x="52" y="1148"/>
                    </a:lnTo>
                    <a:lnTo>
                      <a:pt x="58" y="1157"/>
                    </a:lnTo>
                    <a:lnTo>
                      <a:pt x="63" y="1163"/>
                    </a:lnTo>
                    <a:lnTo>
                      <a:pt x="67" y="1168"/>
                    </a:lnTo>
                    <a:lnTo>
                      <a:pt x="68" y="1170"/>
                    </a:lnTo>
                    <a:lnTo>
                      <a:pt x="65" y="1163"/>
                    </a:lnTo>
                    <a:lnTo>
                      <a:pt x="60" y="1148"/>
                    </a:lnTo>
                    <a:lnTo>
                      <a:pt x="52" y="1131"/>
                    </a:lnTo>
                    <a:lnTo>
                      <a:pt x="48" y="1117"/>
                    </a:lnTo>
                    <a:lnTo>
                      <a:pt x="46" y="1090"/>
                    </a:lnTo>
                    <a:lnTo>
                      <a:pt x="41" y="1023"/>
                    </a:lnTo>
                    <a:lnTo>
                      <a:pt x="37" y="932"/>
                    </a:lnTo>
                    <a:lnTo>
                      <a:pt x="32" y="825"/>
                    </a:lnTo>
                    <a:lnTo>
                      <a:pt x="26" y="715"/>
                    </a:lnTo>
                    <a:lnTo>
                      <a:pt x="21" y="613"/>
                    </a:lnTo>
                    <a:lnTo>
                      <a:pt x="17" y="531"/>
                    </a:lnTo>
                    <a:lnTo>
                      <a:pt x="15" y="481"/>
                    </a:lnTo>
                    <a:lnTo>
                      <a:pt x="15" y="479"/>
                    </a:lnTo>
                    <a:lnTo>
                      <a:pt x="14" y="472"/>
                    </a:lnTo>
                    <a:lnTo>
                      <a:pt x="14" y="462"/>
                    </a:lnTo>
                    <a:lnTo>
                      <a:pt x="15" y="450"/>
                    </a:lnTo>
                    <a:lnTo>
                      <a:pt x="17" y="437"/>
                    </a:lnTo>
                    <a:lnTo>
                      <a:pt x="21" y="423"/>
                    </a:lnTo>
                    <a:lnTo>
                      <a:pt x="28" y="409"/>
                    </a:lnTo>
                    <a:lnTo>
                      <a:pt x="38" y="398"/>
                    </a:lnTo>
                    <a:lnTo>
                      <a:pt x="48" y="392"/>
                    </a:lnTo>
                    <a:lnTo>
                      <a:pt x="61" y="386"/>
                    </a:lnTo>
                    <a:lnTo>
                      <a:pt x="76" y="378"/>
                    </a:lnTo>
                    <a:lnTo>
                      <a:pt x="94" y="369"/>
                    </a:lnTo>
                    <a:lnTo>
                      <a:pt x="113" y="359"/>
                    </a:lnTo>
                    <a:lnTo>
                      <a:pt x="134" y="349"/>
                    </a:lnTo>
                    <a:lnTo>
                      <a:pt x="156" y="337"/>
                    </a:lnTo>
                    <a:lnTo>
                      <a:pt x="177" y="326"/>
                    </a:lnTo>
                    <a:lnTo>
                      <a:pt x="199" y="314"/>
                    </a:lnTo>
                    <a:lnTo>
                      <a:pt x="220" y="304"/>
                    </a:lnTo>
                    <a:lnTo>
                      <a:pt x="240" y="294"/>
                    </a:lnTo>
                    <a:lnTo>
                      <a:pt x="257" y="285"/>
                    </a:lnTo>
                    <a:lnTo>
                      <a:pt x="273" y="276"/>
                    </a:lnTo>
                    <a:lnTo>
                      <a:pt x="286" y="270"/>
                    </a:lnTo>
                    <a:lnTo>
                      <a:pt x="296" y="264"/>
                    </a:lnTo>
                    <a:lnTo>
                      <a:pt x="302" y="261"/>
                    </a:lnTo>
                    <a:lnTo>
                      <a:pt x="308" y="259"/>
                    </a:lnTo>
                    <a:lnTo>
                      <a:pt x="315" y="261"/>
                    </a:lnTo>
                    <a:lnTo>
                      <a:pt x="320" y="267"/>
                    </a:lnTo>
                    <a:lnTo>
                      <a:pt x="324" y="276"/>
                    </a:lnTo>
                    <a:lnTo>
                      <a:pt x="329" y="285"/>
                    </a:lnTo>
                    <a:lnTo>
                      <a:pt x="333" y="294"/>
                    </a:lnTo>
                    <a:lnTo>
                      <a:pt x="338" y="302"/>
                    </a:lnTo>
                    <a:lnTo>
                      <a:pt x="345" y="30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2" name="Freeform 232"/>
              <p:cNvSpPr>
                <a:spLocks/>
              </p:cNvSpPr>
              <p:nvPr/>
            </p:nvSpPr>
            <p:spPr bwMode="auto">
              <a:xfrm>
                <a:off x="379" y="955"/>
                <a:ext cx="186" cy="234"/>
              </a:xfrm>
              <a:custGeom>
                <a:avLst/>
                <a:gdLst/>
                <a:ahLst/>
                <a:cxnLst>
                  <a:cxn ang="0">
                    <a:pos x="353" y="303"/>
                  </a:cxn>
                  <a:cxn ang="0">
                    <a:pos x="401" y="279"/>
                  </a:cxn>
                  <a:cxn ang="0">
                    <a:pos x="480" y="241"/>
                  </a:cxn>
                  <a:cxn ang="0">
                    <a:pos x="579" y="192"/>
                  </a:cxn>
                  <a:cxn ang="0">
                    <a:pos x="685" y="139"/>
                  </a:cxn>
                  <a:cxn ang="0">
                    <a:pos x="784" y="90"/>
                  </a:cxn>
                  <a:cxn ang="0">
                    <a:pos x="865" y="51"/>
                  </a:cxn>
                  <a:cxn ang="0">
                    <a:pos x="913" y="27"/>
                  </a:cxn>
                  <a:cxn ang="0">
                    <a:pos x="924" y="20"/>
                  </a:cxn>
                  <a:cxn ang="0">
                    <a:pos x="925" y="11"/>
                  </a:cxn>
                  <a:cxn ang="0">
                    <a:pos x="919" y="3"/>
                  </a:cxn>
                  <a:cxn ang="0">
                    <a:pos x="906" y="0"/>
                  </a:cxn>
                  <a:cxn ang="0">
                    <a:pos x="889" y="9"/>
                  </a:cxn>
                  <a:cxn ang="0">
                    <a:pos x="841" y="33"/>
                  </a:cxn>
                  <a:cxn ang="0">
                    <a:pos x="765" y="72"/>
                  </a:cxn>
                  <a:cxn ang="0">
                    <a:pos x="671" y="120"/>
                  </a:cxn>
                  <a:cxn ang="0">
                    <a:pos x="572" y="170"/>
                  </a:cxn>
                  <a:cxn ang="0">
                    <a:pos x="479" y="218"/>
                  </a:cxn>
                  <a:cxn ang="0">
                    <a:pos x="402" y="256"/>
                  </a:cxn>
                  <a:cxn ang="0">
                    <a:pos x="353" y="279"/>
                  </a:cxn>
                  <a:cxn ang="0">
                    <a:pos x="336" y="273"/>
                  </a:cxn>
                  <a:cxn ang="0">
                    <a:pos x="326" y="246"/>
                  </a:cxn>
                  <a:cxn ang="0">
                    <a:pos x="305" y="241"/>
                  </a:cxn>
                  <a:cxn ang="0">
                    <a:pos x="278" y="252"/>
                  </a:cxn>
                  <a:cxn ang="0">
                    <a:pos x="239" y="272"/>
                  </a:cxn>
                  <a:cxn ang="0">
                    <a:pos x="192" y="295"/>
                  </a:cxn>
                  <a:cxn ang="0">
                    <a:pos x="143" y="320"/>
                  </a:cxn>
                  <a:cxn ang="0">
                    <a:pos x="96" y="343"/>
                  </a:cxn>
                  <a:cxn ang="0">
                    <a:pos x="56" y="364"/>
                  </a:cxn>
                  <a:cxn ang="0">
                    <a:pos x="30" y="377"/>
                  </a:cxn>
                  <a:cxn ang="0">
                    <a:pos x="11" y="397"/>
                  </a:cxn>
                  <a:cxn ang="0">
                    <a:pos x="0" y="438"/>
                  </a:cxn>
                  <a:cxn ang="0">
                    <a:pos x="2" y="503"/>
                  </a:cxn>
                  <a:cxn ang="0">
                    <a:pos x="9" y="684"/>
                  </a:cxn>
                  <a:cxn ang="0">
                    <a:pos x="20" y="913"/>
                  </a:cxn>
                  <a:cxn ang="0">
                    <a:pos x="30" y="1085"/>
                  </a:cxn>
                  <a:cxn ang="0">
                    <a:pos x="35" y="1122"/>
                  </a:cxn>
                  <a:cxn ang="0">
                    <a:pos x="46" y="1140"/>
                  </a:cxn>
                  <a:cxn ang="0">
                    <a:pos x="58" y="1157"/>
                  </a:cxn>
                  <a:cxn ang="0">
                    <a:pos x="68" y="1168"/>
                  </a:cxn>
                  <a:cxn ang="0">
                    <a:pos x="66" y="1163"/>
                  </a:cxn>
                  <a:cxn ang="0">
                    <a:pos x="52" y="1131"/>
                  </a:cxn>
                  <a:cxn ang="0">
                    <a:pos x="46" y="1090"/>
                  </a:cxn>
                  <a:cxn ang="0">
                    <a:pos x="37" y="932"/>
                  </a:cxn>
                  <a:cxn ang="0">
                    <a:pos x="26" y="715"/>
                  </a:cxn>
                  <a:cxn ang="0">
                    <a:pos x="17" y="531"/>
                  </a:cxn>
                  <a:cxn ang="0">
                    <a:pos x="15" y="479"/>
                  </a:cxn>
                  <a:cxn ang="0">
                    <a:pos x="13" y="462"/>
                  </a:cxn>
                  <a:cxn ang="0">
                    <a:pos x="17" y="437"/>
                  </a:cxn>
                  <a:cxn ang="0">
                    <a:pos x="28" y="409"/>
                  </a:cxn>
                  <a:cxn ang="0">
                    <a:pos x="49" y="392"/>
                  </a:cxn>
                  <a:cxn ang="0">
                    <a:pos x="76" y="378"/>
                  </a:cxn>
                  <a:cxn ang="0">
                    <a:pos x="113" y="359"/>
                  </a:cxn>
                  <a:cxn ang="0">
                    <a:pos x="156" y="337"/>
                  </a:cxn>
                  <a:cxn ang="0">
                    <a:pos x="199" y="314"/>
                  </a:cxn>
                  <a:cxn ang="0">
                    <a:pos x="240" y="294"/>
                  </a:cxn>
                  <a:cxn ang="0">
                    <a:pos x="273" y="276"/>
                  </a:cxn>
                  <a:cxn ang="0">
                    <a:pos x="295" y="264"/>
                  </a:cxn>
                  <a:cxn ang="0">
                    <a:pos x="308" y="259"/>
                  </a:cxn>
                  <a:cxn ang="0">
                    <a:pos x="320" y="267"/>
                  </a:cxn>
                  <a:cxn ang="0">
                    <a:pos x="328" y="285"/>
                  </a:cxn>
                  <a:cxn ang="0">
                    <a:pos x="338" y="302"/>
                  </a:cxn>
                </a:cxnLst>
                <a:rect l="0" t="0" r="r" b="b"/>
                <a:pathLst>
                  <a:path w="926" h="1170">
                    <a:moveTo>
                      <a:pt x="345" y="307"/>
                    </a:moveTo>
                    <a:lnTo>
                      <a:pt x="353" y="303"/>
                    </a:lnTo>
                    <a:lnTo>
                      <a:pt x="372" y="294"/>
                    </a:lnTo>
                    <a:lnTo>
                      <a:pt x="401" y="279"/>
                    </a:lnTo>
                    <a:lnTo>
                      <a:pt x="437" y="261"/>
                    </a:lnTo>
                    <a:lnTo>
                      <a:pt x="480" y="241"/>
                    </a:lnTo>
                    <a:lnTo>
                      <a:pt x="528" y="216"/>
                    </a:lnTo>
                    <a:lnTo>
                      <a:pt x="579" y="192"/>
                    </a:lnTo>
                    <a:lnTo>
                      <a:pt x="633" y="165"/>
                    </a:lnTo>
                    <a:lnTo>
                      <a:pt x="685" y="139"/>
                    </a:lnTo>
                    <a:lnTo>
                      <a:pt x="736" y="114"/>
                    </a:lnTo>
                    <a:lnTo>
                      <a:pt x="784" y="90"/>
                    </a:lnTo>
                    <a:lnTo>
                      <a:pt x="827" y="69"/>
                    </a:lnTo>
                    <a:lnTo>
                      <a:pt x="865" y="51"/>
                    </a:lnTo>
                    <a:lnTo>
                      <a:pt x="893" y="37"/>
                    </a:lnTo>
                    <a:lnTo>
                      <a:pt x="913" y="27"/>
                    </a:lnTo>
                    <a:lnTo>
                      <a:pt x="921" y="23"/>
                    </a:lnTo>
                    <a:lnTo>
                      <a:pt x="924" y="20"/>
                    </a:lnTo>
                    <a:lnTo>
                      <a:pt x="926" y="15"/>
                    </a:lnTo>
                    <a:lnTo>
                      <a:pt x="925" y="11"/>
                    </a:lnTo>
                    <a:lnTo>
                      <a:pt x="923" y="7"/>
                    </a:lnTo>
                    <a:lnTo>
                      <a:pt x="919" y="3"/>
                    </a:lnTo>
                    <a:lnTo>
                      <a:pt x="914" y="0"/>
                    </a:lnTo>
                    <a:lnTo>
                      <a:pt x="906" y="0"/>
                    </a:lnTo>
                    <a:lnTo>
                      <a:pt x="899" y="4"/>
                    </a:lnTo>
                    <a:lnTo>
                      <a:pt x="889" y="9"/>
                    </a:lnTo>
                    <a:lnTo>
                      <a:pt x="870" y="19"/>
                    </a:lnTo>
                    <a:lnTo>
                      <a:pt x="841" y="33"/>
                    </a:lnTo>
                    <a:lnTo>
                      <a:pt x="806" y="51"/>
                    </a:lnTo>
                    <a:lnTo>
                      <a:pt x="765" y="72"/>
                    </a:lnTo>
                    <a:lnTo>
                      <a:pt x="719" y="96"/>
                    </a:lnTo>
                    <a:lnTo>
                      <a:pt x="671" y="120"/>
                    </a:lnTo>
                    <a:lnTo>
                      <a:pt x="622" y="145"/>
                    </a:lnTo>
                    <a:lnTo>
                      <a:pt x="572" y="170"/>
                    </a:lnTo>
                    <a:lnTo>
                      <a:pt x="524" y="195"/>
                    </a:lnTo>
                    <a:lnTo>
                      <a:pt x="479" y="218"/>
                    </a:lnTo>
                    <a:lnTo>
                      <a:pt x="437" y="239"/>
                    </a:lnTo>
                    <a:lnTo>
                      <a:pt x="402" y="256"/>
                    </a:lnTo>
                    <a:lnTo>
                      <a:pt x="373" y="270"/>
                    </a:lnTo>
                    <a:lnTo>
                      <a:pt x="353" y="279"/>
                    </a:lnTo>
                    <a:lnTo>
                      <a:pt x="343" y="283"/>
                    </a:lnTo>
                    <a:lnTo>
                      <a:pt x="336" y="273"/>
                    </a:lnTo>
                    <a:lnTo>
                      <a:pt x="332" y="259"/>
                    </a:lnTo>
                    <a:lnTo>
                      <a:pt x="326" y="246"/>
                    </a:lnTo>
                    <a:lnTo>
                      <a:pt x="312" y="238"/>
                    </a:lnTo>
                    <a:lnTo>
                      <a:pt x="305" y="241"/>
                    </a:lnTo>
                    <a:lnTo>
                      <a:pt x="294" y="245"/>
                    </a:lnTo>
                    <a:lnTo>
                      <a:pt x="278" y="252"/>
                    </a:lnTo>
                    <a:lnTo>
                      <a:pt x="260" y="261"/>
                    </a:lnTo>
                    <a:lnTo>
                      <a:pt x="239" y="272"/>
                    </a:lnTo>
                    <a:lnTo>
                      <a:pt x="216" y="282"/>
                    </a:lnTo>
                    <a:lnTo>
                      <a:pt x="192" y="295"/>
                    </a:lnTo>
                    <a:lnTo>
                      <a:pt x="167" y="307"/>
                    </a:lnTo>
                    <a:lnTo>
                      <a:pt x="143" y="320"/>
                    </a:lnTo>
                    <a:lnTo>
                      <a:pt x="118" y="331"/>
                    </a:lnTo>
                    <a:lnTo>
                      <a:pt x="96" y="343"/>
                    </a:lnTo>
                    <a:lnTo>
                      <a:pt x="74" y="354"/>
                    </a:lnTo>
                    <a:lnTo>
                      <a:pt x="56" y="364"/>
                    </a:lnTo>
                    <a:lnTo>
                      <a:pt x="41" y="371"/>
                    </a:lnTo>
                    <a:lnTo>
                      <a:pt x="30" y="377"/>
                    </a:lnTo>
                    <a:lnTo>
                      <a:pt x="23" y="381"/>
                    </a:lnTo>
                    <a:lnTo>
                      <a:pt x="11" y="397"/>
                    </a:lnTo>
                    <a:lnTo>
                      <a:pt x="4" y="416"/>
                    </a:lnTo>
                    <a:lnTo>
                      <a:pt x="0" y="438"/>
                    </a:lnTo>
                    <a:lnTo>
                      <a:pt x="0" y="465"/>
                    </a:lnTo>
                    <a:lnTo>
                      <a:pt x="2" y="503"/>
                    </a:lnTo>
                    <a:lnTo>
                      <a:pt x="5" y="580"/>
                    </a:lnTo>
                    <a:lnTo>
                      <a:pt x="9" y="684"/>
                    </a:lnTo>
                    <a:lnTo>
                      <a:pt x="15" y="799"/>
                    </a:lnTo>
                    <a:lnTo>
                      <a:pt x="20" y="913"/>
                    </a:lnTo>
                    <a:lnTo>
                      <a:pt x="25" y="1013"/>
                    </a:lnTo>
                    <a:lnTo>
                      <a:pt x="30" y="1085"/>
                    </a:lnTo>
                    <a:lnTo>
                      <a:pt x="32" y="1115"/>
                    </a:lnTo>
                    <a:lnTo>
                      <a:pt x="35" y="1122"/>
                    </a:lnTo>
                    <a:lnTo>
                      <a:pt x="40" y="1130"/>
                    </a:lnTo>
                    <a:lnTo>
                      <a:pt x="46" y="1140"/>
                    </a:lnTo>
                    <a:lnTo>
                      <a:pt x="52" y="1148"/>
                    </a:lnTo>
                    <a:lnTo>
                      <a:pt x="58" y="1157"/>
                    </a:lnTo>
                    <a:lnTo>
                      <a:pt x="64" y="1163"/>
                    </a:lnTo>
                    <a:lnTo>
                      <a:pt x="68" y="1168"/>
                    </a:lnTo>
                    <a:lnTo>
                      <a:pt x="69" y="1170"/>
                    </a:lnTo>
                    <a:lnTo>
                      <a:pt x="66" y="1163"/>
                    </a:lnTo>
                    <a:lnTo>
                      <a:pt x="59" y="1148"/>
                    </a:lnTo>
                    <a:lnTo>
                      <a:pt x="52" y="1131"/>
                    </a:lnTo>
                    <a:lnTo>
                      <a:pt x="48" y="1117"/>
                    </a:lnTo>
                    <a:lnTo>
                      <a:pt x="46" y="1090"/>
                    </a:lnTo>
                    <a:lnTo>
                      <a:pt x="42" y="1023"/>
                    </a:lnTo>
                    <a:lnTo>
                      <a:pt x="37" y="932"/>
                    </a:lnTo>
                    <a:lnTo>
                      <a:pt x="32" y="825"/>
                    </a:lnTo>
                    <a:lnTo>
                      <a:pt x="26" y="715"/>
                    </a:lnTo>
                    <a:lnTo>
                      <a:pt x="21" y="613"/>
                    </a:lnTo>
                    <a:lnTo>
                      <a:pt x="17" y="531"/>
                    </a:lnTo>
                    <a:lnTo>
                      <a:pt x="15" y="481"/>
                    </a:lnTo>
                    <a:lnTo>
                      <a:pt x="15" y="479"/>
                    </a:lnTo>
                    <a:lnTo>
                      <a:pt x="13" y="472"/>
                    </a:lnTo>
                    <a:lnTo>
                      <a:pt x="13" y="462"/>
                    </a:lnTo>
                    <a:lnTo>
                      <a:pt x="15" y="450"/>
                    </a:lnTo>
                    <a:lnTo>
                      <a:pt x="17" y="437"/>
                    </a:lnTo>
                    <a:lnTo>
                      <a:pt x="21" y="423"/>
                    </a:lnTo>
                    <a:lnTo>
                      <a:pt x="28" y="409"/>
                    </a:lnTo>
                    <a:lnTo>
                      <a:pt x="39" y="398"/>
                    </a:lnTo>
                    <a:lnTo>
                      <a:pt x="49" y="392"/>
                    </a:lnTo>
                    <a:lnTo>
                      <a:pt x="60" y="386"/>
                    </a:lnTo>
                    <a:lnTo>
                      <a:pt x="76" y="378"/>
                    </a:lnTo>
                    <a:lnTo>
                      <a:pt x="94" y="369"/>
                    </a:lnTo>
                    <a:lnTo>
                      <a:pt x="113" y="359"/>
                    </a:lnTo>
                    <a:lnTo>
                      <a:pt x="134" y="349"/>
                    </a:lnTo>
                    <a:lnTo>
                      <a:pt x="156" y="337"/>
                    </a:lnTo>
                    <a:lnTo>
                      <a:pt x="177" y="326"/>
                    </a:lnTo>
                    <a:lnTo>
                      <a:pt x="199" y="314"/>
                    </a:lnTo>
                    <a:lnTo>
                      <a:pt x="220" y="304"/>
                    </a:lnTo>
                    <a:lnTo>
                      <a:pt x="240" y="294"/>
                    </a:lnTo>
                    <a:lnTo>
                      <a:pt x="257" y="285"/>
                    </a:lnTo>
                    <a:lnTo>
                      <a:pt x="273" y="276"/>
                    </a:lnTo>
                    <a:lnTo>
                      <a:pt x="286" y="270"/>
                    </a:lnTo>
                    <a:lnTo>
                      <a:pt x="295" y="264"/>
                    </a:lnTo>
                    <a:lnTo>
                      <a:pt x="302" y="261"/>
                    </a:lnTo>
                    <a:lnTo>
                      <a:pt x="308" y="259"/>
                    </a:lnTo>
                    <a:lnTo>
                      <a:pt x="315" y="261"/>
                    </a:lnTo>
                    <a:lnTo>
                      <a:pt x="320" y="267"/>
                    </a:lnTo>
                    <a:lnTo>
                      <a:pt x="324" y="276"/>
                    </a:lnTo>
                    <a:lnTo>
                      <a:pt x="328" y="285"/>
                    </a:lnTo>
                    <a:lnTo>
                      <a:pt x="333" y="294"/>
                    </a:lnTo>
                    <a:lnTo>
                      <a:pt x="338" y="302"/>
                    </a:lnTo>
                    <a:lnTo>
                      <a:pt x="345" y="30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3" name="Freeform 233"/>
              <p:cNvSpPr>
                <a:spLocks/>
              </p:cNvSpPr>
              <p:nvPr/>
            </p:nvSpPr>
            <p:spPr bwMode="auto">
              <a:xfrm>
                <a:off x="371" y="948"/>
                <a:ext cx="187" cy="227"/>
              </a:xfrm>
              <a:custGeom>
                <a:avLst/>
                <a:gdLst/>
                <a:ahLst/>
                <a:cxnLst>
                  <a:cxn ang="0">
                    <a:pos x="412" y="268"/>
                  </a:cxn>
                  <a:cxn ang="0">
                    <a:pos x="509" y="221"/>
                  </a:cxn>
                  <a:cxn ang="0">
                    <a:pos x="604" y="174"/>
                  </a:cxn>
                  <a:cxn ang="0">
                    <a:pos x="695" y="132"/>
                  </a:cxn>
                  <a:cxn ang="0">
                    <a:pos x="776" y="93"/>
                  </a:cxn>
                  <a:cxn ang="0">
                    <a:pos x="845" y="60"/>
                  </a:cxn>
                  <a:cxn ang="0">
                    <a:pos x="895" y="37"/>
                  </a:cxn>
                  <a:cxn ang="0">
                    <a:pos x="923" y="23"/>
                  </a:cxn>
                  <a:cxn ang="0">
                    <a:pos x="932" y="17"/>
                  </a:cxn>
                  <a:cxn ang="0">
                    <a:pos x="933" y="10"/>
                  </a:cxn>
                  <a:cxn ang="0">
                    <a:pos x="927" y="3"/>
                  </a:cxn>
                  <a:cxn ang="0">
                    <a:pos x="915" y="0"/>
                  </a:cxn>
                  <a:cxn ang="0">
                    <a:pos x="904" y="4"/>
                  </a:cxn>
                  <a:cxn ang="0">
                    <a:pos x="882" y="14"/>
                  </a:cxn>
                  <a:cxn ang="0">
                    <a:pos x="844" y="32"/>
                  </a:cxn>
                  <a:cxn ang="0">
                    <a:pos x="791" y="57"/>
                  </a:cxn>
                  <a:cxn ang="0">
                    <a:pos x="727" y="88"/>
                  </a:cxn>
                  <a:cxn ang="0">
                    <a:pos x="655" y="123"/>
                  </a:cxn>
                  <a:cxn ang="0">
                    <a:pos x="576" y="161"/>
                  </a:cxn>
                  <a:cxn ang="0">
                    <a:pos x="493" y="201"/>
                  </a:cxn>
                  <a:cxn ang="0">
                    <a:pos x="409" y="242"/>
                  </a:cxn>
                  <a:cxn ang="0">
                    <a:pos x="327" y="281"/>
                  </a:cxn>
                  <a:cxn ang="0">
                    <a:pos x="249" y="320"/>
                  </a:cxn>
                  <a:cxn ang="0">
                    <a:pos x="176" y="356"/>
                  </a:cxn>
                  <a:cxn ang="0">
                    <a:pos x="114" y="388"/>
                  </a:cxn>
                  <a:cxn ang="0">
                    <a:pos x="62" y="415"/>
                  </a:cxn>
                  <a:cxn ang="0">
                    <a:pos x="25" y="435"/>
                  </a:cxn>
                  <a:cxn ang="0">
                    <a:pos x="4" y="448"/>
                  </a:cxn>
                  <a:cxn ang="0">
                    <a:pos x="0" y="483"/>
                  </a:cxn>
                  <a:cxn ang="0">
                    <a:pos x="10" y="653"/>
                  </a:cxn>
                  <a:cxn ang="0">
                    <a:pos x="26" y="875"/>
                  </a:cxn>
                  <a:cxn ang="0">
                    <a:pos x="37" y="1043"/>
                  </a:cxn>
                  <a:cxn ang="0">
                    <a:pos x="38" y="1091"/>
                  </a:cxn>
                  <a:cxn ang="0">
                    <a:pos x="33" y="1127"/>
                  </a:cxn>
                  <a:cxn ang="0">
                    <a:pos x="40" y="1125"/>
                  </a:cxn>
                  <a:cxn ang="0">
                    <a:pos x="51" y="1081"/>
                  </a:cxn>
                  <a:cxn ang="0">
                    <a:pos x="51" y="1055"/>
                  </a:cxn>
                  <a:cxn ang="0">
                    <a:pos x="42" y="898"/>
                  </a:cxn>
                  <a:cxn ang="0">
                    <a:pos x="30" y="679"/>
                  </a:cxn>
                  <a:cxn ang="0">
                    <a:pos x="24" y="508"/>
                  </a:cxn>
                  <a:cxn ang="0">
                    <a:pos x="27" y="471"/>
                  </a:cxn>
                  <a:cxn ang="0">
                    <a:pos x="31" y="467"/>
                  </a:cxn>
                  <a:cxn ang="0">
                    <a:pos x="38" y="461"/>
                  </a:cxn>
                  <a:cxn ang="0">
                    <a:pos x="50" y="453"/>
                  </a:cxn>
                  <a:cxn ang="0">
                    <a:pos x="62" y="434"/>
                  </a:cxn>
                  <a:cxn ang="0">
                    <a:pos x="92" y="417"/>
                  </a:cxn>
                  <a:cxn ang="0">
                    <a:pos x="124" y="400"/>
                  </a:cxn>
                  <a:cxn ang="0">
                    <a:pos x="158" y="382"/>
                  </a:cxn>
                  <a:cxn ang="0">
                    <a:pos x="194" y="362"/>
                  </a:cxn>
                  <a:cxn ang="0">
                    <a:pos x="232" y="342"/>
                  </a:cxn>
                  <a:cxn ang="0">
                    <a:pos x="272" y="323"/>
                  </a:cxn>
                  <a:cxn ang="0">
                    <a:pos x="314" y="301"/>
                  </a:cxn>
                  <a:cxn ang="0">
                    <a:pos x="357" y="280"/>
                  </a:cxn>
                </a:cxnLst>
                <a:rect l="0" t="0" r="r" b="b"/>
                <a:pathLst>
                  <a:path w="933" h="1134">
                    <a:moveTo>
                      <a:pt x="364" y="292"/>
                    </a:moveTo>
                    <a:lnTo>
                      <a:pt x="412" y="268"/>
                    </a:lnTo>
                    <a:lnTo>
                      <a:pt x="460" y="245"/>
                    </a:lnTo>
                    <a:lnTo>
                      <a:pt x="509" y="221"/>
                    </a:lnTo>
                    <a:lnTo>
                      <a:pt x="557" y="198"/>
                    </a:lnTo>
                    <a:lnTo>
                      <a:pt x="604" y="174"/>
                    </a:lnTo>
                    <a:lnTo>
                      <a:pt x="651" y="153"/>
                    </a:lnTo>
                    <a:lnTo>
                      <a:pt x="695" y="132"/>
                    </a:lnTo>
                    <a:lnTo>
                      <a:pt x="738" y="111"/>
                    </a:lnTo>
                    <a:lnTo>
                      <a:pt x="776" y="93"/>
                    </a:lnTo>
                    <a:lnTo>
                      <a:pt x="813" y="76"/>
                    </a:lnTo>
                    <a:lnTo>
                      <a:pt x="845" y="60"/>
                    </a:lnTo>
                    <a:lnTo>
                      <a:pt x="871" y="47"/>
                    </a:lnTo>
                    <a:lnTo>
                      <a:pt x="895" y="37"/>
                    </a:lnTo>
                    <a:lnTo>
                      <a:pt x="912" y="28"/>
                    </a:lnTo>
                    <a:lnTo>
                      <a:pt x="923" y="23"/>
                    </a:lnTo>
                    <a:lnTo>
                      <a:pt x="928" y="21"/>
                    </a:lnTo>
                    <a:lnTo>
                      <a:pt x="932" y="17"/>
                    </a:lnTo>
                    <a:lnTo>
                      <a:pt x="933" y="14"/>
                    </a:lnTo>
                    <a:lnTo>
                      <a:pt x="933" y="10"/>
                    </a:lnTo>
                    <a:lnTo>
                      <a:pt x="930" y="6"/>
                    </a:lnTo>
                    <a:lnTo>
                      <a:pt x="927" y="3"/>
                    </a:lnTo>
                    <a:lnTo>
                      <a:pt x="922" y="0"/>
                    </a:lnTo>
                    <a:lnTo>
                      <a:pt x="915" y="0"/>
                    </a:lnTo>
                    <a:lnTo>
                      <a:pt x="909" y="1"/>
                    </a:lnTo>
                    <a:lnTo>
                      <a:pt x="904" y="4"/>
                    </a:lnTo>
                    <a:lnTo>
                      <a:pt x="896" y="8"/>
                    </a:lnTo>
                    <a:lnTo>
                      <a:pt x="882" y="14"/>
                    </a:lnTo>
                    <a:lnTo>
                      <a:pt x="865" y="23"/>
                    </a:lnTo>
                    <a:lnTo>
                      <a:pt x="844" y="32"/>
                    </a:lnTo>
                    <a:lnTo>
                      <a:pt x="819" y="44"/>
                    </a:lnTo>
                    <a:lnTo>
                      <a:pt x="791" y="57"/>
                    </a:lnTo>
                    <a:lnTo>
                      <a:pt x="760" y="72"/>
                    </a:lnTo>
                    <a:lnTo>
                      <a:pt x="727" y="88"/>
                    </a:lnTo>
                    <a:lnTo>
                      <a:pt x="692" y="105"/>
                    </a:lnTo>
                    <a:lnTo>
                      <a:pt x="655" y="123"/>
                    </a:lnTo>
                    <a:lnTo>
                      <a:pt x="616" y="141"/>
                    </a:lnTo>
                    <a:lnTo>
                      <a:pt x="576" y="161"/>
                    </a:lnTo>
                    <a:lnTo>
                      <a:pt x="535" y="181"/>
                    </a:lnTo>
                    <a:lnTo>
                      <a:pt x="493" y="201"/>
                    </a:lnTo>
                    <a:lnTo>
                      <a:pt x="452" y="221"/>
                    </a:lnTo>
                    <a:lnTo>
                      <a:pt x="409" y="242"/>
                    </a:lnTo>
                    <a:lnTo>
                      <a:pt x="368" y="262"/>
                    </a:lnTo>
                    <a:lnTo>
                      <a:pt x="327" y="281"/>
                    </a:lnTo>
                    <a:lnTo>
                      <a:pt x="287" y="301"/>
                    </a:lnTo>
                    <a:lnTo>
                      <a:pt x="249" y="320"/>
                    </a:lnTo>
                    <a:lnTo>
                      <a:pt x="211" y="339"/>
                    </a:lnTo>
                    <a:lnTo>
                      <a:pt x="176" y="356"/>
                    </a:lnTo>
                    <a:lnTo>
                      <a:pt x="144" y="372"/>
                    </a:lnTo>
                    <a:lnTo>
                      <a:pt x="114" y="388"/>
                    </a:lnTo>
                    <a:lnTo>
                      <a:pt x="87" y="402"/>
                    </a:lnTo>
                    <a:lnTo>
                      <a:pt x="62" y="415"/>
                    </a:lnTo>
                    <a:lnTo>
                      <a:pt x="42" y="425"/>
                    </a:lnTo>
                    <a:lnTo>
                      <a:pt x="25" y="435"/>
                    </a:lnTo>
                    <a:lnTo>
                      <a:pt x="13" y="442"/>
                    </a:lnTo>
                    <a:lnTo>
                      <a:pt x="4" y="448"/>
                    </a:lnTo>
                    <a:lnTo>
                      <a:pt x="1" y="451"/>
                    </a:lnTo>
                    <a:lnTo>
                      <a:pt x="0" y="483"/>
                    </a:lnTo>
                    <a:lnTo>
                      <a:pt x="3" y="556"/>
                    </a:lnTo>
                    <a:lnTo>
                      <a:pt x="10" y="653"/>
                    </a:lnTo>
                    <a:lnTo>
                      <a:pt x="17" y="764"/>
                    </a:lnTo>
                    <a:lnTo>
                      <a:pt x="26" y="875"/>
                    </a:lnTo>
                    <a:lnTo>
                      <a:pt x="33" y="972"/>
                    </a:lnTo>
                    <a:lnTo>
                      <a:pt x="37" y="1043"/>
                    </a:lnTo>
                    <a:lnTo>
                      <a:pt x="40" y="1073"/>
                    </a:lnTo>
                    <a:lnTo>
                      <a:pt x="38" y="1091"/>
                    </a:lnTo>
                    <a:lnTo>
                      <a:pt x="35" y="1111"/>
                    </a:lnTo>
                    <a:lnTo>
                      <a:pt x="33" y="1127"/>
                    </a:lnTo>
                    <a:lnTo>
                      <a:pt x="34" y="1134"/>
                    </a:lnTo>
                    <a:lnTo>
                      <a:pt x="40" y="1125"/>
                    </a:lnTo>
                    <a:lnTo>
                      <a:pt x="47" y="1102"/>
                    </a:lnTo>
                    <a:lnTo>
                      <a:pt x="51" y="1081"/>
                    </a:lnTo>
                    <a:lnTo>
                      <a:pt x="53" y="1077"/>
                    </a:lnTo>
                    <a:lnTo>
                      <a:pt x="51" y="1055"/>
                    </a:lnTo>
                    <a:lnTo>
                      <a:pt x="47" y="991"/>
                    </a:lnTo>
                    <a:lnTo>
                      <a:pt x="42" y="898"/>
                    </a:lnTo>
                    <a:lnTo>
                      <a:pt x="35" y="789"/>
                    </a:lnTo>
                    <a:lnTo>
                      <a:pt x="30" y="679"/>
                    </a:lnTo>
                    <a:lnTo>
                      <a:pt x="26" y="581"/>
                    </a:lnTo>
                    <a:lnTo>
                      <a:pt x="24" y="508"/>
                    </a:lnTo>
                    <a:lnTo>
                      <a:pt x="26" y="472"/>
                    </a:lnTo>
                    <a:lnTo>
                      <a:pt x="27" y="471"/>
                    </a:lnTo>
                    <a:lnTo>
                      <a:pt x="28" y="469"/>
                    </a:lnTo>
                    <a:lnTo>
                      <a:pt x="31" y="467"/>
                    </a:lnTo>
                    <a:lnTo>
                      <a:pt x="34" y="464"/>
                    </a:lnTo>
                    <a:lnTo>
                      <a:pt x="38" y="461"/>
                    </a:lnTo>
                    <a:lnTo>
                      <a:pt x="44" y="457"/>
                    </a:lnTo>
                    <a:lnTo>
                      <a:pt x="50" y="453"/>
                    </a:lnTo>
                    <a:lnTo>
                      <a:pt x="58" y="449"/>
                    </a:lnTo>
                    <a:lnTo>
                      <a:pt x="62" y="434"/>
                    </a:lnTo>
                    <a:lnTo>
                      <a:pt x="77" y="425"/>
                    </a:lnTo>
                    <a:lnTo>
                      <a:pt x="92" y="417"/>
                    </a:lnTo>
                    <a:lnTo>
                      <a:pt x="107" y="408"/>
                    </a:lnTo>
                    <a:lnTo>
                      <a:pt x="124" y="400"/>
                    </a:lnTo>
                    <a:lnTo>
                      <a:pt x="141" y="390"/>
                    </a:lnTo>
                    <a:lnTo>
                      <a:pt x="158" y="382"/>
                    </a:lnTo>
                    <a:lnTo>
                      <a:pt x="176" y="372"/>
                    </a:lnTo>
                    <a:lnTo>
                      <a:pt x="194" y="362"/>
                    </a:lnTo>
                    <a:lnTo>
                      <a:pt x="213" y="353"/>
                    </a:lnTo>
                    <a:lnTo>
                      <a:pt x="232" y="342"/>
                    </a:lnTo>
                    <a:lnTo>
                      <a:pt x="252" y="332"/>
                    </a:lnTo>
                    <a:lnTo>
                      <a:pt x="272" y="323"/>
                    </a:lnTo>
                    <a:lnTo>
                      <a:pt x="293" y="312"/>
                    </a:lnTo>
                    <a:lnTo>
                      <a:pt x="314" y="301"/>
                    </a:lnTo>
                    <a:lnTo>
                      <a:pt x="335" y="291"/>
                    </a:lnTo>
                    <a:lnTo>
                      <a:pt x="357" y="280"/>
                    </a:lnTo>
                    <a:lnTo>
                      <a:pt x="364" y="29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4" name="Freeform 234"/>
              <p:cNvSpPr>
                <a:spLocks/>
              </p:cNvSpPr>
              <p:nvPr/>
            </p:nvSpPr>
            <p:spPr bwMode="auto">
              <a:xfrm>
                <a:off x="386" y="963"/>
                <a:ext cx="187" cy="227"/>
              </a:xfrm>
              <a:custGeom>
                <a:avLst/>
                <a:gdLst/>
                <a:ahLst/>
                <a:cxnLst>
                  <a:cxn ang="0">
                    <a:pos x="421" y="270"/>
                  </a:cxn>
                  <a:cxn ang="0">
                    <a:pos x="517" y="223"/>
                  </a:cxn>
                  <a:cxn ang="0">
                    <a:pos x="612" y="176"/>
                  </a:cxn>
                  <a:cxn ang="0">
                    <a:pos x="700" y="132"/>
                  </a:cxn>
                  <a:cxn ang="0">
                    <a:pos x="780" y="94"/>
                  </a:cxn>
                  <a:cxn ang="0">
                    <a:pos x="848" y="62"/>
                  </a:cxn>
                  <a:cxn ang="0">
                    <a:pos x="897" y="37"/>
                  </a:cxn>
                  <a:cxn ang="0">
                    <a:pos x="925" y="23"/>
                  </a:cxn>
                  <a:cxn ang="0">
                    <a:pos x="934" y="18"/>
                  </a:cxn>
                  <a:cxn ang="0">
                    <a:pos x="935" y="11"/>
                  </a:cxn>
                  <a:cxn ang="0">
                    <a:pos x="929" y="3"/>
                  </a:cxn>
                  <a:cxn ang="0">
                    <a:pos x="917" y="0"/>
                  </a:cxn>
                  <a:cxn ang="0">
                    <a:pos x="906" y="4"/>
                  </a:cxn>
                  <a:cxn ang="0">
                    <a:pos x="884" y="15"/>
                  </a:cxn>
                  <a:cxn ang="0">
                    <a:pos x="846" y="33"/>
                  </a:cxn>
                  <a:cxn ang="0">
                    <a:pos x="793" y="58"/>
                  </a:cxn>
                  <a:cxn ang="0">
                    <a:pos x="729" y="88"/>
                  </a:cxn>
                  <a:cxn ang="0">
                    <a:pos x="657" y="123"/>
                  </a:cxn>
                  <a:cxn ang="0">
                    <a:pos x="579" y="161"/>
                  </a:cxn>
                  <a:cxn ang="0">
                    <a:pos x="496" y="201"/>
                  </a:cxn>
                  <a:cxn ang="0">
                    <a:pos x="413" y="241"/>
                  </a:cxn>
                  <a:cxn ang="0">
                    <a:pos x="331" y="281"/>
                  </a:cxn>
                  <a:cxn ang="0">
                    <a:pos x="252" y="320"/>
                  </a:cxn>
                  <a:cxn ang="0">
                    <a:pos x="180" y="355"/>
                  </a:cxn>
                  <a:cxn ang="0">
                    <a:pos x="117" y="387"/>
                  </a:cxn>
                  <a:cxn ang="0">
                    <a:pos x="65" y="414"/>
                  </a:cxn>
                  <a:cxn ang="0">
                    <a:pos x="28" y="434"/>
                  </a:cxn>
                  <a:cxn ang="0">
                    <a:pos x="6" y="448"/>
                  </a:cxn>
                  <a:cxn ang="0">
                    <a:pos x="0" y="485"/>
                  </a:cxn>
                  <a:cxn ang="0">
                    <a:pos x="9" y="654"/>
                  </a:cxn>
                  <a:cxn ang="0">
                    <a:pos x="27" y="875"/>
                  </a:cxn>
                  <a:cxn ang="0">
                    <a:pos x="39" y="1043"/>
                  </a:cxn>
                  <a:cxn ang="0">
                    <a:pos x="39" y="1091"/>
                  </a:cxn>
                  <a:cxn ang="0">
                    <a:pos x="34" y="1127"/>
                  </a:cxn>
                  <a:cxn ang="0">
                    <a:pos x="41" y="1124"/>
                  </a:cxn>
                  <a:cxn ang="0">
                    <a:pos x="53" y="1082"/>
                  </a:cxn>
                  <a:cxn ang="0">
                    <a:pos x="53" y="1055"/>
                  </a:cxn>
                  <a:cxn ang="0">
                    <a:pos x="43" y="896"/>
                  </a:cxn>
                  <a:cxn ang="0">
                    <a:pos x="30" y="676"/>
                  </a:cxn>
                  <a:cxn ang="0">
                    <a:pos x="24" y="505"/>
                  </a:cxn>
                  <a:cxn ang="0">
                    <a:pos x="30" y="470"/>
                  </a:cxn>
                  <a:cxn ang="0">
                    <a:pos x="46" y="460"/>
                  </a:cxn>
                  <a:cxn ang="0">
                    <a:pos x="67" y="425"/>
                  </a:cxn>
                  <a:cxn ang="0">
                    <a:pos x="90" y="412"/>
                  </a:cxn>
                  <a:cxn ang="0">
                    <a:pos x="116" y="398"/>
                  </a:cxn>
                  <a:cxn ang="0">
                    <a:pos x="147" y="382"/>
                  </a:cxn>
                  <a:cxn ang="0">
                    <a:pos x="182" y="364"/>
                  </a:cxn>
                  <a:cxn ang="0">
                    <a:pos x="220" y="345"/>
                  </a:cxn>
                  <a:cxn ang="0">
                    <a:pos x="263" y="323"/>
                  </a:cxn>
                  <a:cxn ang="0">
                    <a:pos x="308" y="301"/>
                  </a:cxn>
                  <a:cxn ang="0">
                    <a:pos x="358" y="276"/>
                  </a:cxn>
                </a:cxnLst>
                <a:rect l="0" t="0" r="r" b="b"/>
                <a:pathLst>
                  <a:path w="935" h="1135">
                    <a:moveTo>
                      <a:pt x="373" y="293"/>
                    </a:moveTo>
                    <a:lnTo>
                      <a:pt x="421" y="270"/>
                    </a:lnTo>
                    <a:lnTo>
                      <a:pt x="469" y="247"/>
                    </a:lnTo>
                    <a:lnTo>
                      <a:pt x="517" y="223"/>
                    </a:lnTo>
                    <a:lnTo>
                      <a:pt x="565" y="200"/>
                    </a:lnTo>
                    <a:lnTo>
                      <a:pt x="612" y="176"/>
                    </a:lnTo>
                    <a:lnTo>
                      <a:pt x="657" y="154"/>
                    </a:lnTo>
                    <a:lnTo>
                      <a:pt x="700" y="132"/>
                    </a:lnTo>
                    <a:lnTo>
                      <a:pt x="742" y="112"/>
                    </a:lnTo>
                    <a:lnTo>
                      <a:pt x="780" y="94"/>
                    </a:lnTo>
                    <a:lnTo>
                      <a:pt x="816" y="77"/>
                    </a:lnTo>
                    <a:lnTo>
                      <a:pt x="848" y="62"/>
                    </a:lnTo>
                    <a:lnTo>
                      <a:pt x="874" y="48"/>
                    </a:lnTo>
                    <a:lnTo>
                      <a:pt x="897" y="37"/>
                    </a:lnTo>
                    <a:lnTo>
                      <a:pt x="914" y="29"/>
                    </a:lnTo>
                    <a:lnTo>
                      <a:pt x="925" y="23"/>
                    </a:lnTo>
                    <a:lnTo>
                      <a:pt x="930" y="21"/>
                    </a:lnTo>
                    <a:lnTo>
                      <a:pt x="934" y="18"/>
                    </a:lnTo>
                    <a:lnTo>
                      <a:pt x="935" y="15"/>
                    </a:lnTo>
                    <a:lnTo>
                      <a:pt x="935" y="11"/>
                    </a:lnTo>
                    <a:lnTo>
                      <a:pt x="932" y="6"/>
                    </a:lnTo>
                    <a:lnTo>
                      <a:pt x="929" y="3"/>
                    </a:lnTo>
                    <a:lnTo>
                      <a:pt x="924" y="1"/>
                    </a:lnTo>
                    <a:lnTo>
                      <a:pt x="917" y="0"/>
                    </a:lnTo>
                    <a:lnTo>
                      <a:pt x="911" y="2"/>
                    </a:lnTo>
                    <a:lnTo>
                      <a:pt x="906" y="4"/>
                    </a:lnTo>
                    <a:lnTo>
                      <a:pt x="898" y="8"/>
                    </a:lnTo>
                    <a:lnTo>
                      <a:pt x="884" y="15"/>
                    </a:lnTo>
                    <a:lnTo>
                      <a:pt x="867" y="22"/>
                    </a:lnTo>
                    <a:lnTo>
                      <a:pt x="846" y="33"/>
                    </a:lnTo>
                    <a:lnTo>
                      <a:pt x="821" y="45"/>
                    </a:lnTo>
                    <a:lnTo>
                      <a:pt x="793" y="58"/>
                    </a:lnTo>
                    <a:lnTo>
                      <a:pt x="762" y="72"/>
                    </a:lnTo>
                    <a:lnTo>
                      <a:pt x="729" y="88"/>
                    </a:lnTo>
                    <a:lnTo>
                      <a:pt x="694" y="106"/>
                    </a:lnTo>
                    <a:lnTo>
                      <a:pt x="657" y="123"/>
                    </a:lnTo>
                    <a:lnTo>
                      <a:pt x="618" y="142"/>
                    </a:lnTo>
                    <a:lnTo>
                      <a:pt x="579" y="161"/>
                    </a:lnTo>
                    <a:lnTo>
                      <a:pt x="538" y="180"/>
                    </a:lnTo>
                    <a:lnTo>
                      <a:pt x="496" y="201"/>
                    </a:lnTo>
                    <a:lnTo>
                      <a:pt x="455" y="221"/>
                    </a:lnTo>
                    <a:lnTo>
                      <a:pt x="413" y="241"/>
                    </a:lnTo>
                    <a:lnTo>
                      <a:pt x="371" y="261"/>
                    </a:lnTo>
                    <a:lnTo>
                      <a:pt x="331" y="281"/>
                    </a:lnTo>
                    <a:lnTo>
                      <a:pt x="290" y="301"/>
                    </a:lnTo>
                    <a:lnTo>
                      <a:pt x="252" y="320"/>
                    </a:lnTo>
                    <a:lnTo>
                      <a:pt x="216" y="338"/>
                    </a:lnTo>
                    <a:lnTo>
                      <a:pt x="180" y="355"/>
                    </a:lnTo>
                    <a:lnTo>
                      <a:pt x="147" y="373"/>
                    </a:lnTo>
                    <a:lnTo>
                      <a:pt x="117" y="387"/>
                    </a:lnTo>
                    <a:lnTo>
                      <a:pt x="90" y="401"/>
                    </a:lnTo>
                    <a:lnTo>
                      <a:pt x="65" y="414"/>
                    </a:lnTo>
                    <a:lnTo>
                      <a:pt x="45" y="426"/>
                    </a:lnTo>
                    <a:lnTo>
                      <a:pt x="28" y="434"/>
                    </a:lnTo>
                    <a:lnTo>
                      <a:pt x="15" y="443"/>
                    </a:lnTo>
                    <a:lnTo>
                      <a:pt x="6" y="448"/>
                    </a:lnTo>
                    <a:lnTo>
                      <a:pt x="2" y="452"/>
                    </a:lnTo>
                    <a:lnTo>
                      <a:pt x="0" y="485"/>
                    </a:lnTo>
                    <a:lnTo>
                      <a:pt x="3" y="556"/>
                    </a:lnTo>
                    <a:lnTo>
                      <a:pt x="9" y="654"/>
                    </a:lnTo>
                    <a:lnTo>
                      <a:pt x="17" y="764"/>
                    </a:lnTo>
                    <a:lnTo>
                      <a:pt x="27" y="875"/>
                    </a:lnTo>
                    <a:lnTo>
                      <a:pt x="34" y="973"/>
                    </a:lnTo>
                    <a:lnTo>
                      <a:pt x="39" y="1043"/>
                    </a:lnTo>
                    <a:lnTo>
                      <a:pt x="41" y="1074"/>
                    </a:lnTo>
                    <a:lnTo>
                      <a:pt x="39" y="1091"/>
                    </a:lnTo>
                    <a:lnTo>
                      <a:pt x="36" y="1110"/>
                    </a:lnTo>
                    <a:lnTo>
                      <a:pt x="34" y="1127"/>
                    </a:lnTo>
                    <a:lnTo>
                      <a:pt x="36" y="1135"/>
                    </a:lnTo>
                    <a:lnTo>
                      <a:pt x="41" y="1124"/>
                    </a:lnTo>
                    <a:lnTo>
                      <a:pt x="49" y="1102"/>
                    </a:lnTo>
                    <a:lnTo>
                      <a:pt x="53" y="1082"/>
                    </a:lnTo>
                    <a:lnTo>
                      <a:pt x="55" y="1077"/>
                    </a:lnTo>
                    <a:lnTo>
                      <a:pt x="53" y="1055"/>
                    </a:lnTo>
                    <a:lnTo>
                      <a:pt x="49" y="990"/>
                    </a:lnTo>
                    <a:lnTo>
                      <a:pt x="43" y="896"/>
                    </a:lnTo>
                    <a:lnTo>
                      <a:pt x="36" y="787"/>
                    </a:lnTo>
                    <a:lnTo>
                      <a:pt x="30" y="676"/>
                    </a:lnTo>
                    <a:lnTo>
                      <a:pt x="25" y="576"/>
                    </a:lnTo>
                    <a:lnTo>
                      <a:pt x="24" y="505"/>
                    </a:lnTo>
                    <a:lnTo>
                      <a:pt x="27" y="472"/>
                    </a:lnTo>
                    <a:lnTo>
                      <a:pt x="30" y="470"/>
                    </a:lnTo>
                    <a:lnTo>
                      <a:pt x="36" y="465"/>
                    </a:lnTo>
                    <a:lnTo>
                      <a:pt x="46" y="460"/>
                    </a:lnTo>
                    <a:lnTo>
                      <a:pt x="58" y="454"/>
                    </a:lnTo>
                    <a:lnTo>
                      <a:pt x="67" y="425"/>
                    </a:lnTo>
                    <a:lnTo>
                      <a:pt x="78" y="418"/>
                    </a:lnTo>
                    <a:lnTo>
                      <a:pt x="90" y="412"/>
                    </a:lnTo>
                    <a:lnTo>
                      <a:pt x="102" y="406"/>
                    </a:lnTo>
                    <a:lnTo>
                      <a:pt x="116" y="398"/>
                    </a:lnTo>
                    <a:lnTo>
                      <a:pt x="131" y="391"/>
                    </a:lnTo>
                    <a:lnTo>
                      <a:pt x="147" y="382"/>
                    </a:lnTo>
                    <a:lnTo>
                      <a:pt x="164" y="374"/>
                    </a:lnTo>
                    <a:lnTo>
                      <a:pt x="182" y="364"/>
                    </a:lnTo>
                    <a:lnTo>
                      <a:pt x="201" y="354"/>
                    </a:lnTo>
                    <a:lnTo>
                      <a:pt x="220" y="345"/>
                    </a:lnTo>
                    <a:lnTo>
                      <a:pt x="241" y="334"/>
                    </a:lnTo>
                    <a:lnTo>
                      <a:pt x="263" y="323"/>
                    </a:lnTo>
                    <a:lnTo>
                      <a:pt x="285" y="313"/>
                    </a:lnTo>
                    <a:lnTo>
                      <a:pt x="308" y="301"/>
                    </a:lnTo>
                    <a:lnTo>
                      <a:pt x="332" y="289"/>
                    </a:lnTo>
                    <a:lnTo>
                      <a:pt x="358" y="276"/>
                    </a:lnTo>
                    <a:lnTo>
                      <a:pt x="373" y="29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5" name="Freeform 235"/>
              <p:cNvSpPr>
                <a:spLocks/>
              </p:cNvSpPr>
              <p:nvPr/>
            </p:nvSpPr>
            <p:spPr bwMode="auto">
              <a:xfrm>
                <a:off x="402" y="975"/>
                <a:ext cx="187" cy="227"/>
              </a:xfrm>
              <a:custGeom>
                <a:avLst/>
                <a:gdLst/>
                <a:ahLst/>
                <a:cxnLst>
                  <a:cxn ang="0">
                    <a:pos x="428" y="260"/>
                  </a:cxn>
                  <a:cxn ang="0">
                    <a:pos x="524" y="214"/>
                  </a:cxn>
                  <a:cxn ang="0">
                    <a:pos x="617" y="169"/>
                  </a:cxn>
                  <a:cxn ang="0">
                    <a:pos x="706" y="128"/>
                  </a:cxn>
                  <a:cxn ang="0">
                    <a:pos x="785" y="89"/>
                  </a:cxn>
                  <a:cxn ang="0">
                    <a:pos x="850" y="58"/>
                  </a:cxn>
                  <a:cxn ang="0">
                    <a:pos x="898" y="36"/>
                  </a:cxn>
                  <a:cxn ang="0">
                    <a:pos x="926" y="23"/>
                  </a:cxn>
                  <a:cxn ang="0">
                    <a:pos x="934" y="18"/>
                  </a:cxn>
                  <a:cxn ang="0">
                    <a:pos x="935" y="10"/>
                  </a:cxn>
                  <a:cxn ang="0">
                    <a:pos x="929" y="3"/>
                  </a:cxn>
                  <a:cxn ang="0">
                    <a:pos x="917" y="0"/>
                  </a:cxn>
                  <a:cxn ang="0">
                    <a:pos x="906" y="4"/>
                  </a:cxn>
                  <a:cxn ang="0">
                    <a:pos x="884" y="14"/>
                  </a:cxn>
                  <a:cxn ang="0">
                    <a:pos x="846" y="33"/>
                  </a:cxn>
                  <a:cxn ang="0">
                    <a:pos x="794" y="57"/>
                  </a:cxn>
                  <a:cxn ang="0">
                    <a:pos x="730" y="87"/>
                  </a:cxn>
                  <a:cxn ang="0">
                    <a:pos x="659" y="123"/>
                  </a:cxn>
                  <a:cxn ang="0">
                    <a:pos x="580" y="160"/>
                  </a:cxn>
                  <a:cxn ang="0">
                    <a:pos x="497" y="200"/>
                  </a:cxn>
                  <a:cxn ang="0">
                    <a:pos x="414" y="241"/>
                  </a:cxn>
                  <a:cxn ang="0">
                    <a:pos x="332" y="281"/>
                  </a:cxn>
                  <a:cxn ang="0">
                    <a:pos x="254" y="319"/>
                  </a:cxn>
                  <a:cxn ang="0">
                    <a:pos x="182" y="355"/>
                  </a:cxn>
                  <a:cxn ang="0">
                    <a:pos x="118" y="387"/>
                  </a:cxn>
                  <a:cxn ang="0">
                    <a:pos x="67" y="414"/>
                  </a:cxn>
                  <a:cxn ang="0">
                    <a:pos x="29" y="434"/>
                  </a:cxn>
                  <a:cxn ang="0">
                    <a:pos x="7" y="448"/>
                  </a:cxn>
                  <a:cxn ang="0">
                    <a:pos x="0" y="484"/>
                  </a:cxn>
                  <a:cxn ang="0">
                    <a:pos x="8" y="653"/>
                  </a:cxn>
                  <a:cxn ang="0">
                    <a:pos x="25" y="874"/>
                  </a:cxn>
                  <a:cxn ang="0">
                    <a:pos x="39" y="1043"/>
                  </a:cxn>
                  <a:cxn ang="0">
                    <a:pos x="40" y="1091"/>
                  </a:cxn>
                  <a:cxn ang="0">
                    <a:pos x="35" y="1126"/>
                  </a:cxn>
                  <a:cxn ang="0">
                    <a:pos x="41" y="1124"/>
                  </a:cxn>
                  <a:cxn ang="0">
                    <a:pos x="53" y="1080"/>
                  </a:cxn>
                  <a:cxn ang="0">
                    <a:pos x="53" y="1055"/>
                  </a:cxn>
                  <a:cxn ang="0">
                    <a:pos x="44" y="898"/>
                  </a:cxn>
                  <a:cxn ang="0">
                    <a:pos x="32" y="679"/>
                  </a:cxn>
                  <a:cxn ang="0">
                    <a:pos x="26" y="507"/>
                  </a:cxn>
                  <a:cxn ang="0">
                    <a:pos x="29" y="471"/>
                  </a:cxn>
                  <a:cxn ang="0">
                    <a:pos x="34" y="465"/>
                  </a:cxn>
                  <a:cxn ang="0">
                    <a:pos x="43" y="459"/>
                  </a:cxn>
                  <a:cxn ang="0">
                    <a:pos x="56" y="450"/>
                  </a:cxn>
                  <a:cxn ang="0">
                    <a:pos x="75" y="416"/>
                  </a:cxn>
                  <a:cxn ang="0">
                    <a:pos x="99" y="402"/>
                  </a:cxn>
                  <a:cxn ang="0">
                    <a:pos x="127" y="387"/>
                  </a:cxn>
                  <a:cxn ang="0">
                    <a:pos x="158" y="371"/>
                  </a:cxn>
                  <a:cxn ang="0">
                    <a:pos x="192" y="353"/>
                  </a:cxn>
                  <a:cxn ang="0">
                    <a:pos x="230" y="334"/>
                  </a:cxn>
                  <a:cxn ang="0">
                    <a:pos x="272" y="314"/>
                  </a:cxn>
                  <a:cxn ang="0">
                    <a:pos x="317" y="291"/>
                  </a:cxn>
                  <a:cxn ang="0">
                    <a:pos x="366" y="267"/>
                  </a:cxn>
                </a:cxnLst>
                <a:rect l="0" t="0" r="r" b="b"/>
                <a:pathLst>
                  <a:path w="935" h="1134">
                    <a:moveTo>
                      <a:pt x="381" y="284"/>
                    </a:moveTo>
                    <a:lnTo>
                      <a:pt x="428" y="260"/>
                    </a:lnTo>
                    <a:lnTo>
                      <a:pt x="476" y="238"/>
                    </a:lnTo>
                    <a:lnTo>
                      <a:pt x="524" y="214"/>
                    </a:lnTo>
                    <a:lnTo>
                      <a:pt x="571" y="192"/>
                    </a:lnTo>
                    <a:lnTo>
                      <a:pt x="617" y="169"/>
                    </a:lnTo>
                    <a:lnTo>
                      <a:pt x="663" y="148"/>
                    </a:lnTo>
                    <a:lnTo>
                      <a:pt x="706" y="128"/>
                    </a:lnTo>
                    <a:lnTo>
                      <a:pt x="746" y="108"/>
                    </a:lnTo>
                    <a:lnTo>
                      <a:pt x="785" y="89"/>
                    </a:lnTo>
                    <a:lnTo>
                      <a:pt x="819" y="73"/>
                    </a:lnTo>
                    <a:lnTo>
                      <a:pt x="850" y="58"/>
                    </a:lnTo>
                    <a:lnTo>
                      <a:pt x="876" y="47"/>
                    </a:lnTo>
                    <a:lnTo>
                      <a:pt x="898" y="36"/>
                    </a:lnTo>
                    <a:lnTo>
                      <a:pt x="915" y="29"/>
                    </a:lnTo>
                    <a:lnTo>
                      <a:pt x="926" y="23"/>
                    </a:lnTo>
                    <a:lnTo>
                      <a:pt x="930" y="21"/>
                    </a:lnTo>
                    <a:lnTo>
                      <a:pt x="934" y="18"/>
                    </a:lnTo>
                    <a:lnTo>
                      <a:pt x="935" y="15"/>
                    </a:lnTo>
                    <a:lnTo>
                      <a:pt x="935" y="10"/>
                    </a:lnTo>
                    <a:lnTo>
                      <a:pt x="933" y="6"/>
                    </a:lnTo>
                    <a:lnTo>
                      <a:pt x="929" y="3"/>
                    </a:lnTo>
                    <a:lnTo>
                      <a:pt x="923" y="1"/>
                    </a:lnTo>
                    <a:lnTo>
                      <a:pt x="917" y="0"/>
                    </a:lnTo>
                    <a:lnTo>
                      <a:pt x="911" y="2"/>
                    </a:lnTo>
                    <a:lnTo>
                      <a:pt x="906" y="4"/>
                    </a:lnTo>
                    <a:lnTo>
                      <a:pt x="898" y="8"/>
                    </a:lnTo>
                    <a:lnTo>
                      <a:pt x="884" y="14"/>
                    </a:lnTo>
                    <a:lnTo>
                      <a:pt x="867" y="22"/>
                    </a:lnTo>
                    <a:lnTo>
                      <a:pt x="846" y="33"/>
                    </a:lnTo>
                    <a:lnTo>
                      <a:pt x="822" y="43"/>
                    </a:lnTo>
                    <a:lnTo>
                      <a:pt x="794" y="57"/>
                    </a:lnTo>
                    <a:lnTo>
                      <a:pt x="763" y="71"/>
                    </a:lnTo>
                    <a:lnTo>
                      <a:pt x="730" y="87"/>
                    </a:lnTo>
                    <a:lnTo>
                      <a:pt x="695" y="104"/>
                    </a:lnTo>
                    <a:lnTo>
                      <a:pt x="659" y="123"/>
                    </a:lnTo>
                    <a:lnTo>
                      <a:pt x="620" y="141"/>
                    </a:lnTo>
                    <a:lnTo>
                      <a:pt x="580" y="160"/>
                    </a:lnTo>
                    <a:lnTo>
                      <a:pt x="539" y="180"/>
                    </a:lnTo>
                    <a:lnTo>
                      <a:pt x="497" y="200"/>
                    </a:lnTo>
                    <a:lnTo>
                      <a:pt x="456" y="220"/>
                    </a:lnTo>
                    <a:lnTo>
                      <a:pt x="414" y="241"/>
                    </a:lnTo>
                    <a:lnTo>
                      <a:pt x="372" y="260"/>
                    </a:lnTo>
                    <a:lnTo>
                      <a:pt x="332" y="281"/>
                    </a:lnTo>
                    <a:lnTo>
                      <a:pt x="292" y="301"/>
                    </a:lnTo>
                    <a:lnTo>
                      <a:pt x="254" y="319"/>
                    </a:lnTo>
                    <a:lnTo>
                      <a:pt x="217" y="338"/>
                    </a:lnTo>
                    <a:lnTo>
                      <a:pt x="182" y="355"/>
                    </a:lnTo>
                    <a:lnTo>
                      <a:pt x="149" y="371"/>
                    </a:lnTo>
                    <a:lnTo>
                      <a:pt x="118" y="387"/>
                    </a:lnTo>
                    <a:lnTo>
                      <a:pt x="92" y="401"/>
                    </a:lnTo>
                    <a:lnTo>
                      <a:pt x="67" y="414"/>
                    </a:lnTo>
                    <a:lnTo>
                      <a:pt x="46" y="426"/>
                    </a:lnTo>
                    <a:lnTo>
                      <a:pt x="29" y="434"/>
                    </a:lnTo>
                    <a:lnTo>
                      <a:pt x="16" y="443"/>
                    </a:lnTo>
                    <a:lnTo>
                      <a:pt x="7" y="448"/>
                    </a:lnTo>
                    <a:lnTo>
                      <a:pt x="3" y="451"/>
                    </a:lnTo>
                    <a:lnTo>
                      <a:pt x="0" y="484"/>
                    </a:lnTo>
                    <a:lnTo>
                      <a:pt x="2" y="556"/>
                    </a:lnTo>
                    <a:lnTo>
                      <a:pt x="8" y="653"/>
                    </a:lnTo>
                    <a:lnTo>
                      <a:pt x="17" y="764"/>
                    </a:lnTo>
                    <a:lnTo>
                      <a:pt x="25" y="874"/>
                    </a:lnTo>
                    <a:lnTo>
                      <a:pt x="34" y="971"/>
                    </a:lnTo>
                    <a:lnTo>
                      <a:pt x="39" y="1043"/>
                    </a:lnTo>
                    <a:lnTo>
                      <a:pt x="41" y="1074"/>
                    </a:lnTo>
                    <a:lnTo>
                      <a:pt x="40" y="1091"/>
                    </a:lnTo>
                    <a:lnTo>
                      <a:pt x="37" y="1110"/>
                    </a:lnTo>
                    <a:lnTo>
                      <a:pt x="35" y="1126"/>
                    </a:lnTo>
                    <a:lnTo>
                      <a:pt x="36" y="1134"/>
                    </a:lnTo>
                    <a:lnTo>
                      <a:pt x="41" y="1124"/>
                    </a:lnTo>
                    <a:lnTo>
                      <a:pt x="49" y="1102"/>
                    </a:lnTo>
                    <a:lnTo>
                      <a:pt x="53" y="1080"/>
                    </a:lnTo>
                    <a:lnTo>
                      <a:pt x="55" y="1076"/>
                    </a:lnTo>
                    <a:lnTo>
                      <a:pt x="53" y="1055"/>
                    </a:lnTo>
                    <a:lnTo>
                      <a:pt x="49" y="991"/>
                    </a:lnTo>
                    <a:lnTo>
                      <a:pt x="44" y="898"/>
                    </a:lnTo>
                    <a:lnTo>
                      <a:pt x="38" y="790"/>
                    </a:lnTo>
                    <a:lnTo>
                      <a:pt x="32" y="679"/>
                    </a:lnTo>
                    <a:lnTo>
                      <a:pt x="29" y="581"/>
                    </a:lnTo>
                    <a:lnTo>
                      <a:pt x="26" y="507"/>
                    </a:lnTo>
                    <a:lnTo>
                      <a:pt x="28" y="472"/>
                    </a:lnTo>
                    <a:lnTo>
                      <a:pt x="29" y="471"/>
                    </a:lnTo>
                    <a:lnTo>
                      <a:pt x="31" y="468"/>
                    </a:lnTo>
                    <a:lnTo>
                      <a:pt x="34" y="465"/>
                    </a:lnTo>
                    <a:lnTo>
                      <a:pt x="38" y="462"/>
                    </a:lnTo>
                    <a:lnTo>
                      <a:pt x="43" y="459"/>
                    </a:lnTo>
                    <a:lnTo>
                      <a:pt x="49" y="455"/>
                    </a:lnTo>
                    <a:lnTo>
                      <a:pt x="56" y="450"/>
                    </a:lnTo>
                    <a:lnTo>
                      <a:pt x="64" y="446"/>
                    </a:lnTo>
                    <a:lnTo>
                      <a:pt x="75" y="416"/>
                    </a:lnTo>
                    <a:lnTo>
                      <a:pt x="86" y="410"/>
                    </a:lnTo>
                    <a:lnTo>
                      <a:pt x="99" y="402"/>
                    </a:lnTo>
                    <a:lnTo>
                      <a:pt x="112" y="396"/>
                    </a:lnTo>
                    <a:lnTo>
                      <a:pt x="127" y="387"/>
                    </a:lnTo>
                    <a:lnTo>
                      <a:pt x="142" y="380"/>
                    </a:lnTo>
                    <a:lnTo>
                      <a:pt x="158" y="371"/>
                    </a:lnTo>
                    <a:lnTo>
                      <a:pt x="175" y="363"/>
                    </a:lnTo>
                    <a:lnTo>
                      <a:pt x="192" y="353"/>
                    </a:lnTo>
                    <a:lnTo>
                      <a:pt x="211" y="344"/>
                    </a:lnTo>
                    <a:lnTo>
                      <a:pt x="230" y="334"/>
                    </a:lnTo>
                    <a:lnTo>
                      <a:pt x="251" y="323"/>
                    </a:lnTo>
                    <a:lnTo>
                      <a:pt x="272" y="314"/>
                    </a:lnTo>
                    <a:lnTo>
                      <a:pt x="295" y="302"/>
                    </a:lnTo>
                    <a:lnTo>
                      <a:pt x="317" y="291"/>
                    </a:lnTo>
                    <a:lnTo>
                      <a:pt x="341" y="278"/>
                    </a:lnTo>
                    <a:lnTo>
                      <a:pt x="366" y="267"/>
                    </a:lnTo>
                    <a:lnTo>
                      <a:pt x="381" y="28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6" name="Freeform 236"/>
              <p:cNvSpPr>
                <a:spLocks/>
              </p:cNvSpPr>
              <p:nvPr/>
            </p:nvSpPr>
            <p:spPr bwMode="auto">
              <a:xfrm>
                <a:off x="420" y="989"/>
                <a:ext cx="187" cy="226"/>
              </a:xfrm>
              <a:custGeom>
                <a:avLst/>
                <a:gdLst/>
                <a:ahLst/>
                <a:cxnLst>
                  <a:cxn ang="0">
                    <a:pos x="33" y="1124"/>
                  </a:cxn>
                  <a:cxn ang="0">
                    <a:pos x="38" y="1089"/>
                  </a:cxn>
                  <a:cxn ang="0">
                    <a:pos x="38" y="1043"/>
                  </a:cxn>
                  <a:cxn ang="0">
                    <a:pos x="25" y="876"/>
                  </a:cxn>
                  <a:cxn ang="0">
                    <a:pos x="9" y="655"/>
                  </a:cxn>
                  <a:cxn ang="0">
                    <a:pos x="0" y="484"/>
                  </a:cxn>
                  <a:cxn ang="0">
                    <a:pos x="4" y="448"/>
                  </a:cxn>
                  <a:cxn ang="0">
                    <a:pos x="24" y="436"/>
                  </a:cxn>
                  <a:cxn ang="0">
                    <a:pos x="61" y="415"/>
                  </a:cxn>
                  <a:cxn ang="0">
                    <a:pos x="113" y="390"/>
                  </a:cxn>
                  <a:cxn ang="0">
                    <a:pos x="176" y="358"/>
                  </a:cxn>
                  <a:cxn ang="0">
                    <a:pos x="247" y="323"/>
                  </a:cxn>
                  <a:cxn ang="0">
                    <a:pos x="326" y="283"/>
                  </a:cxn>
                  <a:cxn ang="0">
                    <a:pos x="409" y="244"/>
                  </a:cxn>
                  <a:cxn ang="0">
                    <a:pos x="492" y="203"/>
                  </a:cxn>
                  <a:cxn ang="0">
                    <a:pos x="574" y="162"/>
                  </a:cxn>
                  <a:cxn ang="0">
                    <a:pos x="653" y="124"/>
                  </a:cxn>
                  <a:cxn ang="0">
                    <a:pos x="726" y="90"/>
                  </a:cxn>
                  <a:cxn ang="0">
                    <a:pos x="790" y="59"/>
                  </a:cxn>
                  <a:cxn ang="0">
                    <a:pos x="843" y="33"/>
                  </a:cxn>
                  <a:cxn ang="0">
                    <a:pos x="882" y="15"/>
                  </a:cxn>
                  <a:cxn ang="0">
                    <a:pos x="904" y="4"/>
                  </a:cxn>
                  <a:cxn ang="0">
                    <a:pos x="915" y="0"/>
                  </a:cxn>
                  <a:cxn ang="0">
                    <a:pos x="926" y="3"/>
                  </a:cxn>
                  <a:cxn ang="0">
                    <a:pos x="933" y="11"/>
                  </a:cxn>
                  <a:cxn ang="0">
                    <a:pos x="932" y="18"/>
                  </a:cxn>
                  <a:cxn ang="0">
                    <a:pos x="923" y="24"/>
                  </a:cxn>
                  <a:cxn ang="0">
                    <a:pos x="902" y="33"/>
                  </a:cxn>
                  <a:cxn ang="0">
                    <a:pos x="864" y="52"/>
                  </a:cxn>
                  <a:cxn ang="0">
                    <a:pos x="812" y="77"/>
                  </a:cxn>
                  <a:cxn ang="0">
                    <a:pos x="749" y="108"/>
                  </a:cxn>
                  <a:cxn ang="0">
                    <a:pos x="678" y="143"/>
                  </a:cxn>
                  <a:cxn ang="0">
                    <a:pos x="599" y="182"/>
                  </a:cxn>
                  <a:cxn ang="0">
                    <a:pos x="516" y="221"/>
                  </a:cxn>
                  <a:cxn ang="0">
                    <a:pos x="433" y="263"/>
                  </a:cxn>
                  <a:cxn ang="0">
                    <a:pos x="352" y="303"/>
                  </a:cxn>
                  <a:cxn ang="0">
                    <a:pos x="273" y="342"/>
                  </a:cxn>
                  <a:cxn ang="0">
                    <a:pos x="201" y="378"/>
                  </a:cxn>
                  <a:cxn ang="0">
                    <a:pos x="138" y="410"/>
                  </a:cxn>
                  <a:cxn ang="0">
                    <a:pos x="87" y="437"/>
                  </a:cxn>
                  <a:cxn ang="0">
                    <a:pos x="50" y="457"/>
                  </a:cxn>
                  <a:cxn ang="0">
                    <a:pos x="28" y="469"/>
                  </a:cxn>
                  <a:cxn ang="0">
                    <a:pos x="23" y="504"/>
                  </a:cxn>
                  <a:cxn ang="0">
                    <a:pos x="29" y="675"/>
                  </a:cxn>
                  <a:cxn ang="0">
                    <a:pos x="41" y="895"/>
                  </a:cxn>
                  <a:cxn ang="0">
                    <a:pos x="52" y="1054"/>
                  </a:cxn>
                  <a:cxn ang="0">
                    <a:pos x="52" y="1082"/>
                  </a:cxn>
                  <a:cxn ang="0">
                    <a:pos x="40" y="1126"/>
                  </a:cxn>
                </a:cxnLst>
                <a:rect l="0" t="0" r="r" b="b"/>
                <a:pathLst>
                  <a:path w="933" h="1134">
                    <a:moveTo>
                      <a:pt x="35" y="1134"/>
                    </a:moveTo>
                    <a:lnTo>
                      <a:pt x="33" y="1124"/>
                    </a:lnTo>
                    <a:lnTo>
                      <a:pt x="35" y="1107"/>
                    </a:lnTo>
                    <a:lnTo>
                      <a:pt x="38" y="1089"/>
                    </a:lnTo>
                    <a:lnTo>
                      <a:pt x="40" y="1074"/>
                    </a:lnTo>
                    <a:lnTo>
                      <a:pt x="38" y="1043"/>
                    </a:lnTo>
                    <a:lnTo>
                      <a:pt x="33" y="973"/>
                    </a:lnTo>
                    <a:lnTo>
                      <a:pt x="25" y="876"/>
                    </a:lnTo>
                    <a:lnTo>
                      <a:pt x="17" y="765"/>
                    </a:lnTo>
                    <a:lnTo>
                      <a:pt x="9" y="655"/>
                    </a:lnTo>
                    <a:lnTo>
                      <a:pt x="3" y="556"/>
                    </a:lnTo>
                    <a:lnTo>
                      <a:pt x="0" y="484"/>
                    </a:lnTo>
                    <a:lnTo>
                      <a:pt x="1" y="451"/>
                    </a:lnTo>
                    <a:lnTo>
                      <a:pt x="4" y="448"/>
                    </a:lnTo>
                    <a:lnTo>
                      <a:pt x="12" y="443"/>
                    </a:lnTo>
                    <a:lnTo>
                      <a:pt x="24" y="436"/>
                    </a:lnTo>
                    <a:lnTo>
                      <a:pt x="41" y="426"/>
                    </a:lnTo>
                    <a:lnTo>
                      <a:pt x="61" y="415"/>
                    </a:lnTo>
                    <a:lnTo>
                      <a:pt x="85" y="404"/>
                    </a:lnTo>
                    <a:lnTo>
                      <a:pt x="113" y="390"/>
                    </a:lnTo>
                    <a:lnTo>
                      <a:pt x="143" y="374"/>
                    </a:lnTo>
                    <a:lnTo>
                      <a:pt x="176" y="358"/>
                    </a:lnTo>
                    <a:lnTo>
                      <a:pt x="211" y="341"/>
                    </a:lnTo>
                    <a:lnTo>
                      <a:pt x="247" y="323"/>
                    </a:lnTo>
                    <a:lnTo>
                      <a:pt x="286" y="303"/>
                    </a:lnTo>
                    <a:lnTo>
                      <a:pt x="326" y="283"/>
                    </a:lnTo>
                    <a:lnTo>
                      <a:pt x="367" y="264"/>
                    </a:lnTo>
                    <a:lnTo>
                      <a:pt x="409" y="244"/>
                    </a:lnTo>
                    <a:lnTo>
                      <a:pt x="450" y="223"/>
                    </a:lnTo>
                    <a:lnTo>
                      <a:pt x="492" y="203"/>
                    </a:lnTo>
                    <a:lnTo>
                      <a:pt x="533" y="183"/>
                    </a:lnTo>
                    <a:lnTo>
                      <a:pt x="574" y="162"/>
                    </a:lnTo>
                    <a:lnTo>
                      <a:pt x="615" y="143"/>
                    </a:lnTo>
                    <a:lnTo>
                      <a:pt x="653" y="124"/>
                    </a:lnTo>
                    <a:lnTo>
                      <a:pt x="690" y="107"/>
                    </a:lnTo>
                    <a:lnTo>
                      <a:pt x="726" y="90"/>
                    </a:lnTo>
                    <a:lnTo>
                      <a:pt x="760" y="74"/>
                    </a:lnTo>
                    <a:lnTo>
                      <a:pt x="790" y="59"/>
                    </a:lnTo>
                    <a:lnTo>
                      <a:pt x="818" y="45"/>
                    </a:lnTo>
                    <a:lnTo>
                      <a:pt x="843" y="33"/>
                    </a:lnTo>
                    <a:lnTo>
                      <a:pt x="864" y="24"/>
                    </a:lnTo>
                    <a:lnTo>
                      <a:pt x="882" y="15"/>
                    </a:lnTo>
                    <a:lnTo>
                      <a:pt x="895" y="9"/>
                    </a:lnTo>
                    <a:lnTo>
                      <a:pt x="904" y="4"/>
                    </a:lnTo>
                    <a:lnTo>
                      <a:pt x="908" y="2"/>
                    </a:lnTo>
                    <a:lnTo>
                      <a:pt x="915" y="0"/>
                    </a:lnTo>
                    <a:lnTo>
                      <a:pt x="921" y="1"/>
                    </a:lnTo>
                    <a:lnTo>
                      <a:pt x="926" y="3"/>
                    </a:lnTo>
                    <a:lnTo>
                      <a:pt x="931" y="7"/>
                    </a:lnTo>
                    <a:lnTo>
                      <a:pt x="933" y="11"/>
                    </a:lnTo>
                    <a:lnTo>
                      <a:pt x="933" y="15"/>
                    </a:lnTo>
                    <a:lnTo>
                      <a:pt x="932" y="18"/>
                    </a:lnTo>
                    <a:lnTo>
                      <a:pt x="927" y="21"/>
                    </a:lnTo>
                    <a:lnTo>
                      <a:pt x="923" y="24"/>
                    </a:lnTo>
                    <a:lnTo>
                      <a:pt x="915" y="28"/>
                    </a:lnTo>
                    <a:lnTo>
                      <a:pt x="902" y="33"/>
                    </a:lnTo>
                    <a:lnTo>
                      <a:pt x="885" y="42"/>
                    </a:lnTo>
                    <a:lnTo>
                      <a:pt x="864" y="52"/>
                    </a:lnTo>
                    <a:lnTo>
                      <a:pt x="840" y="64"/>
                    </a:lnTo>
                    <a:lnTo>
                      <a:pt x="812" y="77"/>
                    </a:lnTo>
                    <a:lnTo>
                      <a:pt x="782" y="92"/>
                    </a:lnTo>
                    <a:lnTo>
                      <a:pt x="749" y="108"/>
                    </a:lnTo>
                    <a:lnTo>
                      <a:pt x="714" y="125"/>
                    </a:lnTo>
                    <a:lnTo>
                      <a:pt x="678" y="143"/>
                    </a:lnTo>
                    <a:lnTo>
                      <a:pt x="639" y="161"/>
                    </a:lnTo>
                    <a:lnTo>
                      <a:pt x="599" y="182"/>
                    </a:lnTo>
                    <a:lnTo>
                      <a:pt x="558" y="201"/>
                    </a:lnTo>
                    <a:lnTo>
                      <a:pt x="516" y="221"/>
                    </a:lnTo>
                    <a:lnTo>
                      <a:pt x="475" y="241"/>
                    </a:lnTo>
                    <a:lnTo>
                      <a:pt x="433" y="263"/>
                    </a:lnTo>
                    <a:lnTo>
                      <a:pt x="393" y="283"/>
                    </a:lnTo>
                    <a:lnTo>
                      <a:pt x="352" y="303"/>
                    </a:lnTo>
                    <a:lnTo>
                      <a:pt x="311" y="323"/>
                    </a:lnTo>
                    <a:lnTo>
                      <a:pt x="273" y="342"/>
                    </a:lnTo>
                    <a:lnTo>
                      <a:pt x="237" y="360"/>
                    </a:lnTo>
                    <a:lnTo>
                      <a:pt x="201" y="378"/>
                    </a:lnTo>
                    <a:lnTo>
                      <a:pt x="168" y="394"/>
                    </a:lnTo>
                    <a:lnTo>
                      <a:pt x="138" y="410"/>
                    </a:lnTo>
                    <a:lnTo>
                      <a:pt x="112" y="424"/>
                    </a:lnTo>
                    <a:lnTo>
                      <a:pt x="87" y="437"/>
                    </a:lnTo>
                    <a:lnTo>
                      <a:pt x="67" y="448"/>
                    </a:lnTo>
                    <a:lnTo>
                      <a:pt x="50" y="457"/>
                    </a:lnTo>
                    <a:lnTo>
                      <a:pt x="37" y="464"/>
                    </a:lnTo>
                    <a:lnTo>
                      <a:pt x="28" y="469"/>
                    </a:lnTo>
                    <a:lnTo>
                      <a:pt x="25" y="472"/>
                    </a:lnTo>
                    <a:lnTo>
                      <a:pt x="23" y="504"/>
                    </a:lnTo>
                    <a:lnTo>
                      <a:pt x="25" y="576"/>
                    </a:lnTo>
                    <a:lnTo>
                      <a:pt x="29" y="675"/>
                    </a:lnTo>
                    <a:lnTo>
                      <a:pt x="35" y="785"/>
                    </a:lnTo>
                    <a:lnTo>
                      <a:pt x="41" y="895"/>
                    </a:lnTo>
                    <a:lnTo>
                      <a:pt x="48" y="989"/>
                    </a:lnTo>
                    <a:lnTo>
                      <a:pt x="52" y="1054"/>
                    </a:lnTo>
                    <a:lnTo>
                      <a:pt x="54" y="1076"/>
                    </a:lnTo>
                    <a:lnTo>
                      <a:pt x="52" y="1082"/>
                    </a:lnTo>
                    <a:lnTo>
                      <a:pt x="47" y="1103"/>
                    </a:lnTo>
                    <a:lnTo>
                      <a:pt x="40" y="1126"/>
                    </a:lnTo>
                    <a:lnTo>
                      <a:pt x="35" y="113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7" name="Freeform 237"/>
              <p:cNvSpPr>
                <a:spLocks/>
              </p:cNvSpPr>
              <p:nvPr/>
            </p:nvSpPr>
            <p:spPr bwMode="auto">
              <a:xfrm>
                <a:off x="546" y="944"/>
                <a:ext cx="4" cy="9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18" y="36"/>
                  </a:cxn>
                  <a:cxn ang="0">
                    <a:pos x="0" y="44"/>
                  </a:cxn>
                  <a:cxn ang="0">
                    <a:pos x="3" y="7"/>
                  </a:cxn>
                  <a:cxn ang="0">
                    <a:pos x="20" y="0"/>
                  </a:cxn>
                </a:cxnLst>
                <a:rect l="0" t="0" r="r" b="b"/>
                <a:pathLst>
                  <a:path w="20" h="44">
                    <a:moveTo>
                      <a:pt x="20" y="0"/>
                    </a:moveTo>
                    <a:lnTo>
                      <a:pt x="18" y="36"/>
                    </a:lnTo>
                    <a:lnTo>
                      <a:pt x="0" y="44"/>
                    </a:lnTo>
                    <a:lnTo>
                      <a:pt x="3" y="7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8" name="Freeform 238"/>
              <p:cNvSpPr>
                <a:spLocks/>
              </p:cNvSpPr>
              <p:nvPr/>
            </p:nvSpPr>
            <p:spPr bwMode="auto">
              <a:xfrm>
                <a:off x="553" y="951"/>
                <a:ext cx="5" cy="9"/>
              </a:xfrm>
              <a:custGeom>
                <a:avLst/>
                <a:gdLst/>
                <a:ahLst/>
                <a:cxnLst>
                  <a:cxn ang="0">
                    <a:pos x="21" y="0"/>
                  </a:cxn>
                  <a:cxn ang="0">
                    <a:pos x="19" y="37"/>
                  </a:cxn>
                  <a:cxn ang="0">
                    <a:pos x="0" y="44"/>
                  </a:cxn>
                  <a:cxn ang="0">
                    <a:pos x="2" y="8"/>
                  </a:cxn>
                  <a:cxn ang="0">
                    <a:pos x="21" y="0"/>
                  </a:cxn>
                </a:cxnLst>
                <a:rect l="0" t="0" r="r" b="b"/>
                <a:pathLst>
                  <a:path w="21" h="44">
                    <a:moveTo>
                      <a:pt x="21" y="0"/>
                    </a:moveTo>
                    <a:lnTo>
                      <a:pt x="19" y="37"/>
                    </a:lnTo>
                    <a:lnTo>
                      <a:pt x="0" y="44"/>
                    </a:lnTo>
                    <a:lnTo>
                      <a:pt x="2" y="8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9" name="Freeform 239"/>
              <p:cNvSpPr>
                <a:spLocks/>
              </p:cNvSpPr>
              <p:nvPr/>
            </p:nvSpPr>
            <p:spPr bwMode="auto">
              <a:xfrm>
                <a:off x="562" y="958"/>
                <a:ext cx="4" cy="9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19" y="36"/>
                  </a:cxn>
                  <a:cxn ang="0">
                    <a:pos x="0" y="44"/>
                  </a:cxn>
                  <a:cxn ang="0">
                    <a:pos x="2" y="8"/>
                  </a:cxn>
                  <a:cxn ang="0">
                    <a:pos x="20" y="0"/>
                  </a:cxn>
                </a:cxnLst>
                <a:rect l="0" t="0" r="r" b="b"/>
                <a:pathLst>
                  <a:path w="20" h="44">
                    <a:moveTo>
                      <a:pt x="20" y="0"/>
                    </a:moveTo>
                    <a:lnTo>
                      <a:pt x="19" y="36"/>
                    </a:lnTo>
                    <a:lnTo>
                      <a:pt x="0" y="44"/>
                    </a:lnTo>
                    <a:lnTo>
                      <a:pt x="2" y="8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0" name="Freeform 240"/>
              <p:cNvSpPr>
                <a:spLocks/>
              </p:cNvSpPr>
              <p:nvPr/>
            </p:nvSpPr>
            <p:spPr bwMode="auto">
              <a:xfrm>
                <a:off x="570" y="964"/>
                <a:ext cx="5" cy="9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19" y="37"/>
                  </a:cxn>
                  <a:cxn ang="0">
                    <a:pos x="0" y="45"/>
                  </a:cxn>
                  <a:cxn ang="0">
                    <a:pos x="2" y="8"/>
                  </a:cxn>
                  <a:cxn ang="0">
                    <a:pos x="22" y="0"/>
                  </a:cxn>
                </a:cxnLst>
                <a:rect l="0" t="0" r="r" b="b"/>
                <a:pathLst>
                  <a:path w="22" h="45">
                    <a:moveTo>
                      <a:pt x="22" y="0"/>
                    </a:moveTo>
                    <a:lnTo>
                      <a:pt x="19" y="37"/>
                    </a:lnTo>
                    <a:lnTo>
                      <a:pt x="0" y="45"/>
                    </a:lnTo>
                    <a:lnTo>
                      <a:pt x="2" y="8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1" name="Freeform 241"/>
              <p:cNvSpPr>
                <a:spLocks/>
              </p:cNvSpPr>
              <p:nvPr/>
            </p:nvSpPr>
            <p:spPr bwMode="auto">
              <a:xfrm>
                <a:off x="578" y="971"/>
                <a:ext cx="4" cy="9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18" y="36"/>
                  </a:cxn>
                  <a:cxn ang="0">
                    <a:pos x="0" y="44"/>
                  </a:cxn>
                  <a:cxn ang="0">
                    <a:pos x="2" y="8"/>
                  </a:cxn>
                  <a:cxn ang="0">
                    <a:pos x="20" y="0"/>
                  </a:cxn>
                </a:cxnLst>
                <a:rect l="0" t="0" r="r" b="b"/>
                <a:pathLst>
                  <a:path w="20" h="44">
                    <a:moveTo>
                      <a:pt x="20" y="0"/>
                    </a:moveTo>
                    <a:lnTo>
                      <a:pt x="18" y="36"/>
                    </a:lnTo>
                    <a:lnTo>
                      <a:pt x="0" y="44"/>
                    </a:lnTo>
                    <a:lnTo>
                      <a:pt x="2" y="8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2" name="Freeform 242"/>
              <p:cNvSpPr>
                <a:spLocks/>
              </p:cNvSpPr>
              <p:nvPr/>
            </p:nvSpPr>
            <p:spPr bwMode="auto">
              <a:xfrm>
                <a:off x="586" y="978"/>
                <a:ext cx="4" cy="9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19" y="35"/>
                  </a:cxn>
                  <a:cxn ang="0">
                    <a:pos x="0" y="44"/>
                  </a:cxn>
                  <a:cxn ang="0">
                    <a:pos x="2" y="7"/>
                  </a:cxn>
                  <a:cxn ang="0">
                    <a:pos x="20" y="0"/>
                  </a:cxn>
                </a:cxnLst>
                <a:rect l="0" t="0" r="r" b="b"/>
                <a:pathLst>
                  <a:path w="20" h="44">
                    <a:moveTo>
                      <a:pt x="20" y="0"/>
                    </a:moveTo>
                    <a:lnTo>
                      <a:pt x="19" y="35"/>
                    </a:lnTo>
                    <a:lnTo>
                      <a:pt x="0" y="44"/>
                    </a:lnTo>
                    <a:lnTo>
                      <a:pt x="2" y="7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3" name="Freeform 243"/>
              <p:cNvSpPr>
                <a:spLocks/>
              </p:cNvSpPr>
              <p:nvPr/>
            </p:nvSpPr>
            <p:spPr bwMode="auto">
              <a:xfrm>
                <a:off x="594" y="981"/>
                <a:ext cx="5" cy="13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23" y="55"/>
                  </a:cxn>
                  <a:cxn ang="0">
                    <a:pos x="4" y="66"/>
                  </a:cxn>
                  <a:cxn ang="0">
                    <a:pos x="0" y="8"/>
                  </a:cxn>
                  <a:cxn ang="0">
                    <a:pos x="20" y="0"/>
                  </a:cxn>
                </a:cxnLst>
                <a:rect l="0" t="0" r="r" b="b"/>
                <a:pathLst>
                  <a:path w="23" h="66">
                    <a:moveTo>
                      <a:pt x="20" y="0"/>
                    </a:moveTo>
                    <a:lnTo>
                      <a:pt x="23" y="55"/>
                    </a:lnTo>
                    <a:lnTo>
                      <a:pt x="4" y="66"/>
                    </a:lnTo>
                    <a:lnTo>
                      <a:pt x="0" y="8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4" name="Freeform 244"/>
              <p:cNvSpPr>
                <a:spLocks/>
              </p:cNvSpPr>
              <p:nvPr/>
            </p:nvSpPr>
            <p:spPr bwMode="auto">
              <a:xfrm>
                <a:off x="427" y="991"/>
                <a:ext cx="180" cy="224"/>
              </a:xfrm>
              <a:custGeom>
                <a:avLst/>
                <a:gdLst/>
                <a:ahLst/>
                <a:cxnLst>
                  <a:cxn ang="0">
                    <a:pos x="62" y="1055"/>
                  </a:cxn>
                  <a:cxn ang="0">
                    <a:pos x="866" y="576"/>
                  </a:cxn>
                  <a:cxn ang="0">
                    <a:pos x="870" y="7"/>
                  </a:cxn>
                  <a:cxn ang="0">
                    <a:pos x="897" y="0"/>
                  </a:cxn>
                  <a:cxn ang="0">
                    <a:pos x="893" y="599"/>
                  </a:cxn>
                  <a:cxn ang="0">
                    <a:pos x="76" y="1074"/>
                  </a:cxn>
                  <a:cxn ang="0">
                    <a:pos x="72" y="1077"/>
                  </a:cxn>
                  <a:cxn ang="0">
                    <a:pos x="64" y="1084"/>
                  </a:cxn>
                  <a:cxn ang="0">
                    <a:pos x="52" y="1094"/>
                  </a:cxn>
                  <a:cxn ang="0">
                    <a:pos x="38" y="1104"/>
                  </a:cxn>
                  <a:cxn ang="0">
                    <a:pos x="24" y="1114"/>
                  </a:cxn>
                  <a:cxn ang="0">
                    <a:pos x="13" y="1120"/>
                  </a:cxn>
                  <a:cxn ang="0">
                    <a:pos x="4" y="1122"/>
                  </a:cxn>
                  <a:cxn ang="0">
                    <a:pos x="0" y="1118"/>
                  </a:cxn>
                  <a:cxn ang="0">
                    <a:pos x="2" y="1108"/>
                  </a:cxn>
                  <a:cxn ang="0">
                    <a:pos x="8" y="1098"/>
                  </a:cxn>
                  <a:cxn ang="0">
                    <a:pos x="18" y="1087"/>
                  </a:cxn>
                  <a:cxn ang="0">
                    <a:pos x="30" y="1077"/>
                  </a:cxn>
                  <a:cxn ang="0">
                    <a:pos x="42" y="1069"/>
                  </a:cxn>
                  <a:cxn ang="0">
                    <a:pos x="52" y="1061"/>
                  </a:cxn>
                  <a:cxn ang="0">
                    <a:pos x="59" y="1057"/>
                  </a:cxn>
                  <a:cxn ang="0">
                    <a:pos x="62" y="1055"/>
                  </a:cxn>
                </a:cxnLst>
                <a:rect l="0" t="0" r="r" b="b"/>
                <a:pathLst>
                  <a:path w="897" h="1122">
                    <a:moveTo>
                      <a:pt x="62" y="1055"/>
                    </a:moveTo>
                    <a:lnTo>
                      <a:pt x="866" y="576"/>
                    </a:lnTo>
                    <a:lnTo>
                      <a:pt x="870" y="7"/>
                    </a:lnTo>
                    <a:lnTo>
                      <a:pt x="897" y="0"/>
                    </a:lnTo>
                    <a:lnTo>
                      <a:pt x="893" y="599"/>
                    </a:lnTo>
                    <a:lnTo>
                      <a:pt x="76" y="1074"/>
                    </a:lnTo>
                    <a:lnTo>
                      <a:pt x="72" y="1077"/>
                    </a:lnTo>
                    <a:lnTo>
                      <a:pt x="64" y="1084"/>
                    </a:lnTo>
                    <a:lnTo>
                      <a:pt x="52" y="1094"/>
                    </a:lnTo>
                    <a:lnTo>
                      <a:pt x="38" y="1104"/>
                    </a:lnTo>
                    <a:lnTo>
                      <a:pt x="24" y="1114"/>
                    </a:lnTo>
                    <a:lnTo>
                      <a:pt x="13" y="1120"/>
                    </a:lnTo>
                    <a:lnTo>
                      <a:pt x="4" y="1122"/>
                    </a:lnTo>
                    <a:lnTo>
                      <a:pt x="0" y="1118"/>
                    </a:lnTo>
                    <a:lnTo>
                      <a:pt x="2" y="1108"/>
                    </a:lnTo>
                    <a:lnTo>
                      <a:pt x="8" y="1098"/>
                    </a:lnTo>
                    <a:lnTo>
                      <a:pt x="18" y="1087"/>
                    </a:lnTo>
                    <a:lnTo>
                      <a:pt x="30" y="1077"/>
                    </a:lnTo>
                    <a:lnTo>
                      <a:pt x="42" y="1069"/>
                    </a:lnTo>
                    <a:lnTo>
                      <a:pt x="52" y="1061"/>
                    </a:lnTo>
                    <a:lnTo>
                      <a:pt x="59" y="1057"/>
                    </a:lnTo>
                    <a:lnTo>
                      <a:pt x="62" y="105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5" name="Freeform 245"/>
              <p:cNvSpPr>
                <a:spLocks/>
              </p:cNvSpPr>
              <p:nvPr/>
            </p:nvSpPr>
            <p:spPr bwMode="auto">
              <a:xfrm>
                <a:off x="293" y="1021"/>
                <a:ext cx="124" cy="243"/>
              </a:xfrm>
              <a:custGeom>
                <a:avLst/>
                <a:gdLst/>
                <a:ahLst/>
                <a:cxnLst>
                  <a:cxn ang="0">
                    <a:pos x="619" y="506"/>
                  </a:cxn>
                  <a:cxn ang="0">
                    <a:pos x="39" y="0"/>
                  </a:cxn>
                  <a:cxn ang="0">
                    <a:pos x="0" y="18"/>
                  </a:cxn>
                  <a:cxn ang="0">
                    <a:pos x="3" y="664"/>
                  </a:cxn>
                  <a:cxn ang="0">
                    <a:pos x="624" y="1215"/>
                  </a:cxn>
                  <a:cxn ang="0">
                    <a:pos x="619" y="506"/>
                  </a:cxn>
                </a:cxnLst>
                <a:rect l="0" t="0" r="r" b="b"/>
                <a:pathLst>
                  <a:path w="624" h="1215">
                    <a:moveTo>
                      <a:pt x="619" y="506"/>
                    </a:moveTo>
                    <a:lnTo>
                      <a:pt x="39" y="0"/>
                    </a:lnTo>
                    <a:lnTo>
                      <a:pt x="0" y="18"/>
                    </a:lnTo>
                    <a:lnTo>
                      <a:pt x="3" y="664"/>
                    </a:lnTo>
                    <a:lnTo>
                      <a:pt x="624" y="1215"/>
                    </a:lnTo>
                    <a:lnTo>
                      <a:pt x="619" y="506"/>
                    </a:lnTo>
                    <a:close/>
                  </a:path>
                </a:pathLst>
              </a:custGeom>
              <a:solidFill>
                <a:srgbClr val="7FB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6" name="Freeform 246"/>
              <p:cNvSpPr>
                <a:spLocks/>
              </p:cNvSpPr>
              <p:nvPr/>
            </p:nvSpPr>
            <p:spPr bwMode="auto">
              <a:xfrm>
                <a:off x="296" y="1025"/>
                <a:ext cx="117" cy="103"/>
              </a:xfrm>
              <a:custGeom>
                <a:avLst/>
                <a:gdLst/>
                <a:ahLst/>
                <a:cxnLst>
                  <a:cxn ang="0">
                    <a:pos x="25" y="0"/>
                  </a:cxn>
                  <a:cxn ang="0">
                    <a:pos x="587" y="491"/>
                  </a:cxn>
                  <a:cxn ang="0">
                    <a:pos x="587" y="517"/>
                  </a:cxn>
                  <a:cxn ang="0">
                    <a:pos x="0" y="8"/>
                  </a:cxn>
                  <a:cxn ang="0">
                    <a:pos x="25" y="0"/>
                  </a:cxn>
                </a:cxnLst>
                <a:rect l="0" t="0" r="r" b="b"/>
                <a:pathLst>
                  <a:path w="587" h="517">
                    <a:moveTo>
                      <a:pt x="25" y="0"/>
                    </a:moveTo>
                    <a:lnTo>
                      <a:pt x="587" y="491"/>
                    </a:lnTo>
                    <a:lnTo>
                      <a:pt x="587" y="517"/>
                    </a:lnTo>
                    <a:lnTo>
                      <a:pt x="0" y="8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7" name="Freeform 247"/>
              <p:cNvSpPr>
                <a:spLocks/>
              </p:cNvSpPr>
              <p:nvPr/>
            </p:nvSpPr>
            <p:spPr bwMode="auto">
              <a:xfrm>
                <a:off x="412" y="994"/>
                <a:ext cx="217" cy="281"/>
              </a:xfrm>
              <a:custGeom>
                <a:avLst/>
                <a:gdLst/>
                <a:ahLst/>
                <a:cxnLst>
                  <a:cxn ang="0">
                    <a:pos x="0" y="1394"/>
                  </a:cxn>
                  <a:cxn ang="0">
                    <a:pos x="0" y="541"/>
                  </a:cxn>
                  <a:cxn ang="0">
                    <a:pos x="1057" y="0"/>
                  </a:cxn>
                  <a:cxn ang="0">
                    <a:pos x="1084" y="16"/>
                  </a:cxn>
                  <a:cxn ang="0">
                    <a:pos x="1086" y="855"/>
                  </a:cxn>
                  <a:cxn ang="0">
                    <a:pos x="40" y="1405"/>
                  </a:cxn>
                  <a:cxn ang="0">
                    <a:pos x="0" y="1394"/>
                  </a:cxn>
                </a:cxnLst>
                <a:rect l="0" t="0" r="r" b="b"/>
                <a:pathLst>
                  <a:path w="1086" h="1405">
                    <a:moveTo>
                      <a:pt x="0" y="1394"/>
                    </a:moveTo>
                    <a:lnTo>
                      <a:pt x="0" y="541"/>
                    </a:lnTo>
                    <a:lnTo>
                      <a:pt x="1057" y="0"/>
                    </a:lnTo>
                    <a:lnTo>
                      <a:pt x="1084" y="16"/>
                    </a:lnTo>
                    <a:lnTo>
                      <a:pt x="1086" y="855"/>
                    </a:lnTo>
                    <a:lnTo>
                      <a:pt x="40" y="1405"/>
                    </a:lnTo>
                    <a:lnTo>
                      <a:pt x="0" y="139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8" name="Freeform 248"/>
              <p:cNvSpPr>
                <a:spLocks/>
              </p:cNvSpPr>
              <p:nvPr/>
            </p:nvSpPr>
            <p:spPr bwMode="auto">
              <a:xfrm>
                <a:off x="419" y="1002"/>
                <a:ext cx="207" cy="268"/>
              </a:xfrm>
              <a:custGeom>
                <a:avLst/>
                <a:gdLst/>
                <a:ahLst/>
                <a:cxnLst>
                  <a:cxn ang="0">
                    <a:pos x="1030" y="0"/>
                  </a:cxn>
                  <a:cxn ang="0">
                    <a:pos x="1031" y="793"/>
                  </a:cxn>
                  <a:cxn ang="0">
                    <a:pos x="1" y="1340"/>
                  </a:cxn>
                  <a:cxn ang="0">
                    <a:pos x="0" y="536"/>
                  </a:cxn>
                  <a:cxn ang="0">
                    <a:pos x="1030" y="0"/>
                  </a:cxn>
                </a:cxnLst>
                <a:rect l="0" t="0" r="r" b="b"/>
                <a:pathLst>
                  <a:path w="1031" h="1340">
                    <a:moveTo>
                      <a:pt x="1030" y="0"/>
                    </a:moveTo>
                    <a:lnTo>
                      <a:pt x="1031" y="793"/>
                    </a:lnTo>
                    <a:lnTo>
                      <a:pt x="1" y="1340"/>
                    </a:lnTo>
                    <a:lnTo>
                      <a:pt x="0" y="536"/>
                    </a:lnTo>
                    <a:lnTo>
                      <a:pt x="1030" y="0"/>
                    </a:lnTo>
                    <a:close/>
                  </a:path>
                </a:pathLst>
              </a:custGeom>
              <a:solidFill>
                <a:srgbClr val="7FB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9" name="Freeform 249"/>
              <p:cNvSpPr>
                <a:spLocks/>
              </p:cNvSpPr>
              <p:nvPr/>
            </p:nvSpPr>
            <p:spPr bwMode="auto">
              <a:xfrm>
                <a:off x="495" y="1064"/>
                <a:ext cx="66" cy="85"/>
              </a:xfrm>
              <a:custGeom>
                <a:avLst/>
                <a:gdLst/>
                <a:ahLst/>
                <a:cxnLst>
                  <a:cxn ang="0">
                    <a:pos x="0" y="418"/>
                  </a:cxn>
                  <a:cxn ang="0">
                    <a:pos x="0" y="162"/>
                  </a:cxn>
                  <a:cxn ang="0">
                    <a:pos x="318" y="0"/>
                  </a:cxn>
                  <a:cxn ang="0">
                    <a:pos x="326" y="6"/>
                  </a:cxn>
                  <a:cxn ang="0">
                    <a:pos x="326" y="252"/>
                  </a:cxn>
                  <a:cxn ang="0">
                    <a:pos x="13" y="422"/>
                  </a:cxn>
                  <a:cxn ang="0">
                    <a:pos x="0" y="418"/>
                  </a:cxn>
                </a:cxnLst>
                <a:rect l="0" t="0" r="r" b="b"/>
                <a:pathLst>
                  <a:path w="326" h="422">
                    <a:moveTo>
                      <a:pt x="0" y="418"/>
                    </a:moveTo>
                    <a:lnTo>
                      <a:pt x="0" y="162"/>
                    </a:lnTo>
                    <a:lnTo>
                      <a:pt x="318" y="0"/>
                    </a:lnTo>
                    <a:lnTo>
                      <a:pt x="326" y="6"/>
                    </a:lnTo>
                    <a:lnTo>
                      <a:pt x="326" y="252"/>
                    </a:lnTo>
                    <a:lnTo>
                      <a:pt x="13" y="422"/>
                    </a:lnTo>
                    <a:lnTo>
                      <a:pt x="0" y="41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50" name="Freeform 250"/>
              <p:cNvSpPr>
                <a:spLocks/>
              </p:cNvSpPr>
              <p:nvPr/>
            </p:nvSpPr>
            <p:spPr bwMode="auto">
              <a:xfrm>
                <a:off x="498" y="1067"/>
                <a:ext cx="62" cy="80"/>
              </a:xfrm>
              <a:custGeom>
                <a:avLst/>
                <a:gdLst/>
                <a:ahLst/>
                <a:cxnLst>
                  <a:cxn ang="0">
                    <a:pos x="310" y="0"/>
                  </a:cxn>
                  <a:cxn ang="0">
                    <a:pos x="306" y="234"/>
                  </a:cxn>
                  <a:cxn ang="0">
                    <a:pos x="1" y="401"/>
                  </a:cxn>
                  <a:cxn ang="0">
                    <a:pos x="0" y="160"/>
                  </a:cxn>
                  <a:cxn ang="0">
                    <a:pos x="310" y="0"/>
                  </a:cxn>
                </a:cxnLst>
                <a:rect l="0" t="0" r="r" b="b"/>
                <a:pathLst>
                  <a:path w="310" h="401">
                    <a:moveTo>
                      <a:pt x="310" y="0"/>
                    </a:moveTo>
                    <a:lnTo>
                      <a:pt x="306" y="234"/>
                    </a:lnTo>
                    <a:lnTo>
                      <a:pt x="1" y="401"/>
                    </a:lnTo>
                    <a:lnTo>
                      <a:pt x="0" y="160"/>
                    </a:lnTo>
                    <a:lnTo>
                      <a:pt x="310" y="0"/>
                    </a:lnTo>
                    <a:close/>
                  </a:path>
                </a:pathLst>
              </a:custGeom>
              <a:solidFill>
                <a:srgbClr val="7FB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51" name="Freeform 251"/>
              <p:cNvSpPr>
                <a:spLocks/>
              </p:cNvSpPr>
              <p:nvPr/>
            </p:nvSpPr>
            <p:spPr bwMode="auto">
              <a:xfrm>
                <a:off x="503" y="1078"/>
                <a:ext cx="51" cy="58"/>
              </a:xfrm>
              <a:custGeom>
                <a:avLst/>
                <a:gdLst/>
                <a:ahLst/>
                <a:cxnLst>
                  <a:cxn ang="0">
                    <a:pos x="255" y="0"/>
                  </a:cxn>
                  <a:cxn ang="0">
                    <a:pos x="252" y="155"/>
                  </a:cxn>
                  <a:cxn ang="0">
                    <a:pos x="2" y="290"/>
                  </a:cxn>
                  <a:cxn ang="0">
                    <a:pos x="0" y="128"/>
                  </a:cxn>
                  <a:cxn ang="0">
                    <a:pos x="255" y="0"/>
                  </a:cxn>
                </a:cxnLst>
                <a:rect l="0" t="0" r="r" b="b"/>
                <a:pathLst>
                  <a:path w="255" h="290">
                    <a:moveTo>
                      <a:pt x="255" y="0"/>
                    </a:moveTo>
                    <a:lnTo>
                      <a:pt x="252" y="155"/>
                    </a:lnTo>
                    <a:lnTo>
                      <a:pt x="2" y="290"/>
                    </a:lnTo>
                    <a:lnTo>
                      <a:pt x="0" y="128"/>
                    </a:lnTo>
                    <a:lnTo>
                      <a:pt x="2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52" name="Freeform 252"/>
              <p:cNvSpPr>
                <a:spLocks/>
              </p:cNvSpPr>
              <p:nvPr/>
            </p:nvSpPr>
            <p:spPr bwMode="auto">
              <a:xfrm>
                <a:off x="499" y="1139"/>
                <a:ext cx="77" cy="54"/>
              </a:xfrm>
              <a:custGeom>
                <a:avLst/>
                <a:gdLst/>
                <a:ahLst/>
                <a:cxnLst>
                  <a:cxn ang="0">
                    <a:pos x="2" y="204"/>
                  </a:cxn>
                  <a:cxn ang="0">
                    <a:pos x="2" y="224"/>
                  </a:cxn>
                  <a:cxn ang="0">
                    <a:pos x="15" y="228"/>
                  </a:cxn>
                  <a:cxn ang="0">
                    <a:pos x="28" y="224"/>
                  </a:cxn>
                  <a:cxn ang="0">
                    <a:pos x="43" y="219"/>
                  </a:cxn>
                  <a:cxn ang="0">
                    <a:pos x="56" y="217"/>
                  </a:cxn>
                  <a:cxn ang="0">
                    <a:pos x="65" y="222"/>
                  </a:cxn>
                  <a:cxn ang="0">
                    <a:pos x="73" y="238"/>
                  </a:cxn>
                  <a:cxn ang="0">
                    <a:pos x="85" y="257"/>
                  </a:cxn>
                  <a:cxn ang="0">
                    <a:pos x="101" y="270"/>
                  </a:cxn>
                  <a:cxn ang="0">
                    <a:pos x="120" y="271"/>
                  </a:cxn>
                  <a:cxn ang="0">
                    <a:pos x="150" y="264"/>
                  </a:cxn>
                  <a:cxn ang="0">
                    <a:pos x="189" y="248"/>
                  </a:cxn>
                  <a:cxn ang="0">
                    <a:pos x="236" y="223"/>
                  </a:cxn>
                  <a:cxn ang="0">
                    <a:pos x="289" y="189"/>
                  </a:cxn>
                  <a:cxn ang="0">
                    <a:pos x="337" y="150"/>
                  </a:cxn>
                  <a:cxn ang="0">
                    <a:pos x="371" y="114"/>
                  </a:cxn>
                  <a:cxn ang="0">
                    <a:pos x="385" y="86"/>
                  </a:cxn>
                  <a:cxn ang="0">
                    <a:pos x="379" y="70"/>
                  </a:cxn>
                  <a:cxn ang="0">
                    <a:pos x="366" y="63"/>
                  </a:cxn>
                  <a:cxn ang="0">
                    <a:pos x="352" y="59"/>
                  </a:cxn>
                  <a:cxn ang="0">
                    <a:pos x="342" y="53"/>
                  </a:cxn>
                  <a:cxn ang="0">
                    <a:pos x="342" y="44"/>
                  </a:cxn>
                  <a:cxn ang="0">
                    <a:pos x="352" y="38"/>
                  </a:cxn>
                  <a:cxn ang="0">
                    <a:pos x="361" y="17"/>
                  </a:cxn>
                  <a:cxn ang="0">
                    <a:pos x="352" y="1"/>
                  </a:cxn>
                  <a:cxn ang="0">
                    <a:pos x="335" y="2"/>
                  </a:cxn>
                  <a:cxn ang="0">
                    <a:pos x="317" y="11"/>
                  </a:cxn>
                  <a:cxn ang="0">
                    <a:pos x="295" y="23"/>
                  </a:cxn>
                  <a:cxn ang="0">
                    <a:pos x="278" y="35"/>
                  </a:cxn>
                  <a:cxn ang="0">
                    <a:pos x="269" y="52"/>
                  </a:cxn>
                  <a:cxn ang="0">
                    <a:pos x="276" y="68"/>
                  </a:cxn>
                  <a:cxn ang="0">
                    <a:pos x="281" y="72"/>
                  </a:cxn>
                  <a:cxn ang="0">
                    <a:pos x="301" y="75"/>
                  </a:cxn>
                  <a:cxn ang="0">
                    <a:pos x="315" y="71"/>
                  </a:cxn>
                  <a:cxn ang="0">
                    <a:pos x="326" y="75"/>
                  </a:cxn>
                  <a:cxn ang="0">
                    <a:pos x="323" y="93"/>
                  </a:cxn>
                  <a:cxn ang="0">
                    <a:pos x="303" y="115"/>
                  </a:cxn>
                  <a:cxn ang="0">
                    <a:pos x="275" y="140"/>
                  </a:cxn>
                  <a:cxn ang="0">
                    <a:pos x="248" y="160"/>
                  </a:cxn>
                  <a:cxn ang="0">
                    <a:pos x="230" y="173"/>
                  </a:cxn>
                  <a:cxn ang="0">
                    <a:pos x="197" y="194"/>
                  </a:cxn>
                  <a:cxn ang="0">
                    <a:pos x="157" y="216"/>
                  </a:cxn>
                  <a:cxn ang="0">
                    <a:pos x="121" y="227"/>
                  </a:cxn>
                  <a:cxn ang="0">
                    <a:pos x="96" y="218"/>
                  </a:cxn>
                  <a:cxn ang="0">
                    <a:pos x="85" y="204"/>
                  </a:cxn>
                  <a:cxn ang="0">
                    <a:pos x="87" y="190"/>
                  </a:cxn>
                  <a:cxn ang="0">
                    <a:pos x="96" y="182"/>
                  </a:cxn>
                  <a:cxn ang="0">
                    <a:pos x="107" y="159"/>
                  </a:cxn>
                  <a:cxn ang="0">
                    <a:pos x="99" y="145"/>
                  </a:cxn>
                  <a:cxn ang="0">
                    <a:pos x="82" y="147"/>
                  </a:cxn>
                  <a:cxn ang="0">
                    <a:pos x="58" y="159"/>
                  </a:cxn>
                  <a:cxn ang="0">
                    <a:pos x="32" y="174"/>
                  </a:cxn>
                  <a:cxn ang="0">
                    <a:pos x="11" y="189"/>
                  </a:cxn>
                </a:cxnLst>
                <a:rect l="0" t="0" r="r" b="b"/>
                <a:pathLst>
                  <a:path w="385" h="272">
                    <a:moveTo>
                      <a:pt x="6" y="194"/>
                    </a:moveTo>
                    <a:lnTo>
                      <a:pt x="2" y="204"/>
                    </a:lnTo>
                    <a:lnTo>
                      <a:pt x="0" y="214"/>
                    </a:lnTo>
                    <a:lnTo>
                      <a:pt x="2" y="224"/>
                    </a:lnTo>
                    <a:lnTo>
                      <a:pt x="9" y="228"/>
                    </a:lnTo>
                    <a:lnTo>
                      <a:pt x="15" y="228"/>
                    </a:lnTo>
                    <a:lnTo>
                      <a:pt x="21" y="227"/>
                    </a:lnTo>
                    <a:lnTo>
                      <a:pt x="28" y="224"/>
                    </a:lnTo>
                    <a:lnTo>
                      <a:pt x="37" y="222"/>
                    </a:lnTo>
                    <a:lnTo>
                      <a:pt x="43" y="219"/>
                    </a:lnTo>
                    <a:lnTo>
                      <a:pt x="51" y="218"/>
                    </a:lnTo>
                    <a:lnTo>
                      <a:pt x="56" y="217"/>
                    </a:lnTo>
                    <a:lnTo>
                      <a:pt x="60" y="218"/>
                    </a:lnTo>
                    <a:lnTo>
                      <a:pt x="65" y="222"/>
                    </a:lnTo>
                    <a:lnTo>
                      <a:pt x="69" y="229"/>
                    </a:lnTo>
                    <a:lnTo>
                      <a:pt x="73" y="238"/>
                    </a:lnTo>
                    <a:lnTo>
                      <a:pt x="79" y="248"/>
                    </a:lnTo>
                    <a:lnTo>
                      <a:pt x="85" y="257"/>
                    </a:lnTo>
                    <a:lnTo>
                      <a:pt x="92" y="265"/>
                    </a:lnTo>
                    <a:lnTo>
                      <a:pt x="101" y="270"/>
                    </a:lnTo>
                    <a:lnTo>
                      <a:pt x="110" y="272"/>
                    </a:lnTo>
                    <a:lnTo>
                      <a:pt x="120" y="271"/>
                    </a:lnTo>
                    <a:lnTo>
                      <a:pt x="134" y="268"/>
                    </a:lnTo>
                    <a:lnTo>
                      <a:pt x="150" y="264"/>
                    </a:lnTo>
                    <a:lnTo>
                      <a:pt x="168" y="257"/>
                    </a:lnTo>
                    <a:lnTo>
                      <a:pt x="189" y="248"/>
                    </a:lnTo>
                    <a:lnTo>
                      <a:pt x="211" y="237"/>
                    </a:lnTo>
                    <a:lnTo>
                      <a:pt x="236" y="223"/>
                    </a:lnTo>
                    <a:lnTo>
                      <a:pt x="262" y="207"/>
                    </a:lnTo>
                    <a:lnTo>
                      <a:pt x="289" y="189"/>
                    </a:lnTo>
                    <a:lnTo>
                      <a:pt x="315" y="170"/>
                    </a:lnTo>
                    <a:lnTo>
                      <a:pt x="337" y="150"/>
                    </a:lnTo>
                    <a:lnTo>
                      <a:pt x="356" y="131"/>
                    </a:lnTo>
                    <a:lnTo>
                      <a:pt x="371" y="114"/>
                    </a:lnTo>
                    <a:lnTo>
                      <a:pt x="381" y="98"/>
                    </a:lnTo>
                    <a:lnTo>
                      <a:pt x="385" y="86"/>
                    </a:lnTo>
                    <a:lnTo>
                      <a:pt x="384" y="77"/>
                    </a:lnTo>
                    <a:lnTo>
                      <a:pt x="379" y="70"/>
                    </a:lnTo>
                    <a:lnTo>
                      <a:pt x="372" y="66"/>
                    </a:lnTo>
                    <a:lnTo>
                      <a:pt x="366" y="63"/>
                    </a:lnTo>
                    <a:lnTo>
                      <a:pt x="358" y="61"/>
                    </a:lnTo>
                    <a:lnTo>
                      <a:pt x="352" y="59"/>
                    </a:lnTo>
                    <a:lnTo>
                      <a:pt x="347" y="56"/>
                    </a:lnTo>
                    <a:lnTo>
                      <a:pt x="342" y="53"/>
                    </a:lnTo>
                    <a:lnTo>
                      <a:pt x="341" y="49"/>
                    </a:lnTo>
                    <a:lnTo>
                      <a:pt x="342" y="44"/>
                    </a:lnTo>
                    <a:lnTo>
                      <a:pt x="347" y="41"/>
                    </a:lnTo>
                    <a:lnTo>
                      <a:pt x="352" y="38"/>
                    </a:lnTo>
                    <a:lnTo>
                      <a:pt x="357" y="30"/>
                    </a:lnTo>
                    <a:lnTo>
                      <a:pt x="361" y="17"/>
                    </a:lnTo>
                    <a:lnTo>
                      <a:pt x="358" y="7"/>
                    </a:lnTo>
                    <a:lnTo>
                      <a:pt x="352" y="1"/>
                    </a:lnTo>
                    <a:lnTo>
                      <a:pt x="342" y="0"/>
                    </a:lnTo>
                    <a:lnTo>
                      <a:pt x="335" y="2"/>
                    </a:lnTo>
                    <a:lnTo>
                      <a:pt x="326" y="6"/>
                    </a:lnTo>
                    <a:lnTo>
                      <a:pt x="317" y="11"/>
                    </a:lnTo>
                    <a:lnTo>
                      <a:pt x="306" y="17"/>
                    </a:lnTo>
                    <a:lnTo>
                      <a:pt x="295" y="23"/>
                    </a:lnTo>
                    <a:lnTo>
                      <a:pt x="287" y="30"/>
                    </a:lnTo>
                    <a:lnTo>
                      <a:pt x="278" y="35"/>
                    </a:lnTo>
                    <a:lnTo>
                      <a:pt x="273" y="41"/>
                    </a:lnTo>
                    <a:lnTo>
                      <a:pt x="269" y="52"/>
                    </a:lnTo>
                    <a:lnTo>
                      <a:pt x="271" y="62"/>
                    </a:lnTo>
                    <a:lnTo>
                      <a:pt x="276" y="68"/>
                    </a:lnTo>
                    <a:lnTo>
                      <a:pt x="278" y="71"/>
                    </a:lnTo>
                    <a:lnTo>
                      <a:pt x="281" y="72"/>
                    </a:lnTo>
                    <a:lnTo>
                      <a:pt x="290" y="74"/>
                    </a:lnTo>
                    <a:lnTo>
                      <a:pt x="301" y="75"/>
                    </a:lnTo>
                    <a:lnTo>
                      <a:pt x="308" y="74"/>
                    </a:lnTo>
                    <a:lnTo>
                      <a:pt x="315" y="71"/>
                    </a:lnTo>
                    <a:lnTo>
                      <a:pt x="321" y="71"/>
                    </a:lnTo>
                    <a:lnTo>
                      <a:pt x="326" y="75"/>
                    </a:lnTo>
                    <a:lnTo>
                      <a:pt x="327" y="84"/>
                    </a:lnTo>
                    <a:lnTo>
                      <a:pt x="323" y="93"/>
                    </a:lnTo>
                    <a:lnTo>
                      <a:pt x="315" y="103"/>
                    </a:lnTo>
                    <a:lnTo>
                      <a:pt x="303" y="115"/>
                    </a:lnTo>
                    <a:lnTo>
                      <a:pt x="289" y="128"/>
                    </a:lnTo>
                    <a:lnTo>
                      <a:pt x="275" y="140"/>
                    </a:lnTo>
                    <a:lnTo>
                      <a:pt x="261" y="151"/>
                    </a:lnTo>
                    <a:lnTo>
                      <a:pt x="248" y="160"/>
                    </a:lnTo>
                    <a:lnTo>
                      <a:pt x="240" y="166"/>
                    </a:lnTo>
                    <a:lnTo>
                      <a:pt x="230" y="173"/>
                    </a:lnTo>
                    <a:lnTo>
                      <a:pt x="215" y="182"/>
                    </a:lnTo>
                    <a:lnTo>
                      <a:pt x="197" y="194"/>
                    </a:lnTo>
                    <a:lnTo>
                      <a:pt x="178" y="206"/>
                    </a:lnTo>
                    <a:lnTo>
                      <a:pt x="157" y="216"/>
                    </a:lnTo>
                    <a:lnTo>
                      <a:pt x="138" y="224"/>
                    </a:lnTo>
                    <a:lnTo>
                      <a:pt x="121" y="227"/>
                    </a:lnTo>
                    <a:lnTo>
                      <a:pt x="110" y="226"/>
                    </a:lnTo>
                    <a:lnTo>
                      <a:pt x="96" y="218"/>
                    </a:lnTo>
                    <a:lnTo>
                      <a:pt x="88" y="210"/>
                    </a:lnTo>
                    <a:lnTo>
                      <a:pt x="85" y="204"/>
                    </a:lnTo>
                    <a:lnTo>
                      <a:pt x="85" y="196"/>
                    </a:lnTo>
                    <a:lnTo>
                      <a:pt x="87" y="190"/>
                    </a:lnTo>
                    <a:lnTo>
                      <a:pt x="90" y="187"/>
                    </a:lnTo>
                    <a:lnTo>
                      <a:pt x="96" y="182"/>
                    </a:lnTo>
                    <a:lnTo>
                      <a:pt x="102" y="172"/>
                    </a:lnTo>
                    <a:lnTo>
                      <a:pt x="107" y="159"/>
                    </a:lnTo>
                    <a:lnTo>
                      <a:pt x="105" y="149"/>
                    </a:lnTo>
                    <a:lnTo>
                      <a:pt x="99" y="145"/>
                    </a:lnTo>
                    <a:lnTo>
                      <a:pt x="89" y="145"/>
                    </a:lnTo>
                    <a:lnTo>
                      <a:pt x="82" y="147"/>
                    </a:lnTo>
                    <a:lnTo>
                      <a:pt x="71" y="153"/>
                    </a:lnTo>
                    <a:lnTo>
                      <a:pt x="58" y="159"/>
                    </a:lnTo>
                    <a:lnTo>
                      <a:pt x="44" y="166"/>
                    </a:lnTo>
                    <a:lnTo>
                      <a:pt x="32" y="174"/>
                    </a:lnTo>
                    <a:lnTo>
                      <a:pt x="20" y="181"/>
                    </a:lnTo>
                    <a:lnTo>
                      <a:pt x="11" y="189"/>
                    </a:lnTo>
                    <a:lnTo>
                      <a:pt x="6" y="19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53" name="Freeform 253"/>
              <p:cNvSpPr>
                <a:spLocks/>
              </p:cNvSpPr>
              <p:nvPr/>
            </p:nvSpPr>
            <p:spPr bwMode="auto">
              <a:xfrm>
                <a:off x="501" y="1141"/>
                <a:ext cx="73" cy="50"/>
              </a:xfrm>
              <a:custGeom>
                <a:avLst/>
                <a:gdLst/>
                <a:ahLst/>
                <a:cxnLst>
                  <a:cxn ang="0">
                    <a:pos x="2" y="194"/>
                  </a:cxn>
                  <a:cxn ang="0">
                    <a:pos x="1" y="204"/>
                  </a:cxn>
                  <a:cxn ang="0">
                    <a:pos x="11" y="208"/>
                  </a:cxn>
                  <a:cxn ang="0">
                    <a:pos x="24" y="204"/>
                  </a:cxn>
                  <a:cxn ang="0">
                    <a:pos x="38" y="201"/>
                  </a:cxn>
                  <a:cxn ang="0">
                    <a:pos x="49" y="199"/>
                  </a:cxn>
                  <a:cxn ang="0">
                    <a:pos x="56" y="204"/>
                  </a:cxn>
                  <a:cxn ang="0">
                    <a:pos x="69" y="219"/>
                  </a:cxn>
                  <a:cxn ang="0">
                    <a:pos x="84" y="237"/>
                  </a:cxn>
                  <a:cxn ang="0">
                    <a:pos x="101" y="251"/>
                  </a:cxn>
                  <a:cxn ang="0">
                    <a:pos x="119" y="252"/>
                  </a:cxn>
                  <a:cxn ang="0">
                    <a:pos x="147" y="243"/>
                  </a:cxn>
                  <a:cxn ang="0">
                    <a:pos x="184" y="227"/>
                  </a:cxn>
                  <a:cxn ang="0">
                    <a:pos x="227" y="204"/>
                  </a:cxn>
                  <a:cxn ang="0">
                    <a:pos x="271" y="177"/>
                  </a:cxn>
                  <a:cxn ang="0">
                    <a:pos x="314" y="141"/>
                  </a:cxn>
                  <a:cxn ang="0">
                    <a:pos x="348" y="107"/>
                  </a:cxn>
                  <a:cxn ang="0">
                    <a:pos x="365" y="80"/>
                  </a:cxn>
                  <a:cxn ang="0">
                    <a:pos x="361" y="67"/>
                  </a:cxn>
                  <a:cxn ang="0">
                    <a:pos x="347" y="59"/>
                  </a:cxn>
                  <a:cxn ang="0">
                    <a:pos x="332" y="53"/>
                  </a:cxn>
                  <a:cxn ang="0">
                    <a:pos x="322" y="46"/>
                  </a:cxn>
                  <a:cxn ang="0">
                    <a:pos x="323" y="37"/>
                  </a:cxn>
                  <a:cxn ang="0">
                    <a:pos x="332" y="27"/>
                  </a:cxn>
                  <a:cxn ang="0">
                    <a:pos x="341" y="10"/>
                  </a:cxn>
                  <a:cxn ang="0">
                    <a:pos x="338" y="0"/>
                  </a:cxn>
                  <a:cxn ang="0">
                    <a:pos x="324" y="4"/>
                  </a:cxn>
                  <a:cxn ang="0">
                    <a:pos x="308" y="11"/>
                  </a:cxn>
                  <a:cxn ang="0">
                    <a:pos x="290" y="21"/>
                  </a:cxn>
                  <a:cxn ang="0">
                    <a:pos x="275" y="31"/>
                  </a:cxn>
                  <a:cxn ang="0">
                    <a:pos x="267" y="43"/>
                  </a:cxn>
                  <a:cxn ang="0">
                    <a:pos x="275" y="53"/>
                  </a:cxn>
                  <a:cxn ang="0">
                    <a:pos x="279" y="55"/>
                  </a:cxn>
                  <a:cxn ang="0">
                    <a:pos x="293" y="57"/>
                  </a:cxn>
                  <a:cxn ang="0">
                    <a:pos x="301" y="56"/>
                  </a:cxn>
                  <a:cxn ang="0">
                    <a:pos x="311" y="57"/>
                  </a:cxn>
                  <a:cxn ang="0">
                    <a:pos x="322" y="61"/>
                  </a:cxn>
                  <a:cxn ang="0">
                    <a:pos x="329" y="69"/>
                  </a:cxn>
                  <a:cxn ang="0">
                    <a:pos x="325" y="82"/>
                  </a:cxn>
                  <a:cxn ang="0">
                    <a:pos x="305" y="106"/>
                  </a:cxn>
                  <a:cxn ang="0">
                    <a:pos x="276" y="136"/>
                  </a:cxn>
                  <a:cxn ang="0">
                    <a:pos x="250" y="158"/>
                  </a:cxn>
                  <a:cxn ang="0">
                    <a:pos x="233" y="170"/>
                  </a:cxn>
                  <a:cxn ang="0">
                    <a:pos x="197" y="190"/>
                  </a:cxn>
                  <a:cxn ang="0">
                    <a:pos x="150" y="214"/>
                  </a:cxn>
                  <a:cxn ang="0">
                    <a:pos x="111" y="227"/>
                  </a:cxn>
                  <a:cxn ang="0">
                    <a:pos x="93" y="222"/>
                  </a:cxn>
                  <a:cxn ang="0">
                    <a:pos x="80" y="212"/>
                  </a:cxn>
                  <a:cxn ang="0">
                    <a:pos x="70" y="200"/>
                  </a:cxn>
                  <a:cxn ang="0">
                    <a:pos x="64" y="190"/>
                  </a:cxn>
                  <a:cxn ang="0">
                    <a:pos x="66" y="181"/>
                  </a:cxn>
                  <a:cxn ang="0">
                    <a:pos x="75" y="172"/>
                  </a:cxn>
                  <a:cxn ang="0">
                    <a:pos x="86" y="154"/>
                  </a:cxn>
                  <a:cxn ang="0">
                    <a:pos x="80" y="147"/>
                  </a:cxn>
                  <a:cxn ang="0">
                    <a:pos x="66" y="150"/>
                  </a:cxn>
                  <a:cxn ang="0">
                    <a:pos x="48" y="158"/>
                  </a:cxn>
                  <a:cxn ang="0">
                    <a:pos x="27" y="170"/>
                  </a:cxn>
                  <a:cxn ang="0">
                    <a:pos x="11" y="182"/>
                  </a:cxn>
                </a:cxnLst>
                <a:rect l="0" t="0" r="r" b="b"/>
                <a:pathLst>
                  <a:path w="365" h="253">
                    <a:moveTo>
                      <a:pt x="7" y="186"/>
                    </a:moveTo>
                    <a:lnTo>
                      <a:pt x="2" y="194"/>
                    </a:lnTo>
                    <a:lnTo>
                      <a:pt x="0" y="200"/>
                    </a:lnTo>
                    <a:lnTo>
                      <a:pt x="1" y="204"/>
                    </a:lnTo>
                    <a:lnTo>
                      <a:pt x="7" y="208"/>
                    </a:lnTo>
                    <a:lnTo>
                      <a:pt x="11" y="208"/>
                    </a:lnTo>
                    <a:lnTo>
                      <a:pt x="17" y="206"/>
                    </a:lnTo>
                    <a:lnTo>
                      <a:pt x="24" y="204"/>
                    </a:lnTo>
                    <a:lnTo>
                      <a:pt x="30" y="202"/>
                    </a:lnTo>
                    <a:lnTo>
                      <a:pt x="38" y="201"/>
                    </a:lnTo>
                    <a:lnTo>
                      <a:pt x="44" y="200"/>
                    </a:lnTo>
                    <a:lnTo>
                      <a:pt x="49" y="199"/>
                    </a:lnTo>
                    <a:lnTo>
                      <a:pt x="53" y="200"/>
                    </a:lnTo>
                    <a:lnTo>
                      <a:pt x="56" y="204"/>
                    </a:lnTo>
                    <a:lnTo>
                      <a:pt x="61" y="211"/>
                    </a:lnTo>
                    <a:lnTo>
                      <a:pt x="69" y="219"/>
                    </a:lnTo>
                    <a:lnTo>
                      <a:pt x="76" y="229"/>
                    </a:lnTo>
                    <a:lnTo>
                      <a:pt x="84" y="237"/>
                    </a:lnTo>
                    <a:lnTo>
                      <a:pt x="92" y="246"/>
                    </a:lnTo>
                    <a:lnTo>
                      <a:pt x="101" y="251"/>
                    </a:lnTo>
                    <a:lnTo>
                      <a:pt x="109" y="253"/>
                    </a:lnTo>
                    <a:lnTo>
                      <a:pt x="119" y="252"/>
                    </a:lnTo>
                    <a:lnTo>
                      <a:pt x="132" y="248"/>
                    </a:lnTo>
                    <a:lnTo>
                      <a:pt x="147" y="243"/>
                    </a:lnTo>
                    <a:lnTo>
                      <a:pt x="165" y="235"/>
                    </a:lnTo>
                    <a:lnTo>
                      <a:pt x="184" y="227"/>
                    </a:lnTo>
                    <a:lnTo>
                      <a:pt x="205" y="216"/>
                    </a:lnTo>
                    <a:lnTo>
                      <a:pt x="227" y="204"/>
                    </a:lnTo>
                    <a:lnTo>
                      <a:pt x="249" y="192"/>
                    </a:lnTo>
                    <a:lnTo>
                      <a:pt x="271" y="177"/>
                    </a:lnTo>
                    <a:lnTo>
                      <a:pt x="294" y="159"/>
                    </a:lnTo>
                    <a:lnTo>
                      <a:pt x="314" y="141"/>
                    </a:lnTo>
                    <a:lnTo>
                      <a:pt x="333" y="123"/>
                    </a:lnTo>
                    <a:lnTo>
                      <a:pt x="348" y="107"/>
                    </a:lnTo>
                    <a:lnTo>
                      <a:pt x="360" y="92"/>
                    </a:lnTo>
                    <a:lnTo>
                      <a:pt x="365" y="80"/>
                    </a:lnTo>
                    <a:lnTo>
                      <a:pt x="365" y="72"/>
                    </a:lnTo>
                    <a:lnTo>
                      <a:pt x="361" y="67"/>
                    </a:lnTo>
                    <a:lnTo>
                      <a:pt x="355" y="62"/>
                    </a:lnTo>
                    <a:lnTo>
                      <a:pt x="347" y="59"/>
                    </a:lnTo>
                    <a:lnTo>
                      <a:pt x="340" y="56"/>
                    </a:lnTo>
                    <a:lnTo>
                      <a:pt x="332" y="53"/>
                    </a:lnTo>
                    <a:lnTo>
                      <a:pt x="326" y="49"/>
                    </a:lnTo>
                    <a:lnTo>
                      <a:pt x="322" y="46"/>
                    </a:lnTo>
                    <a:lnTo>
                      <a:pt x="321" y="43"/>
                    </a:lnTo>
                    <a:lnTo>
                      <a:pt x="323" y="37"/>
                    </a:lnTo>
                    <a:lnTo>
                      <a:pt x="327" y="32"/>
                    </a:lnTo>
                    <a:lnTo>
                      <a:pt x="332" y="27"/>
                    </a:lnTo>
                    <a:lnTo>
                      <a:pt x="338" y="19"/>
                    </a:lnTo>
                    <a:lnTo>
                      <a:pt x="341" y="10"/>
                    </a:lnTo>
                    <a:lnTo>
                      <a:pt x="341" y="4"/>
                    </a:lnTo>
                    <a:lnTo>
                      <a:pt x="338" y="0"/>
                    </a:lnTo>
                    <a:lnTo>
                      <a:pt x="330" y="1"/>
                    </a:lnTo>
                    <a:lnTo>
                      <a:pt x="324" y="4"/>
                    </a:lnTo>
                    <a:lnTo>
                      <a:pt x="316" y="7"/>
                    </a:lnTo>
                    <a:lnTo>
                      <a:pt x="308" y="11"/>
                    </a:lnTo>
                    <a:lnTo>
                      <a:pt x="298" y="15"/>
                    </a:lnTo>
                    <a:lnTo>
                      <a:pt x="290" y="21"/>
                    </a:lnTo>
                    <a:lnTo>
                      <a:pt x="281" y="26"/>
                    </a:lnTo>
                    <a:lnTo>
                      <a:pt x="275" y="31"/>
                    </a:lnTo>
                    <a:lnTo>
                      <a:pt x="269" y="36"/>
                    </a:lnTo>
                    <a:lnTo>
                      <a:pt x="267" y="43"/>
                    </a:lnTo>
                    <a:lnTo>
                      <a:pt x="270" y="49"/>
                    </a:lnTo>
                    <a:lnTo>
                      <a:pt x="275" y="53"/>
                    </a:lnTo>
                    <a:lnTo>
                      <a:pt x="277" y="54"/>
                    </a:lnTo>
                    <a:lnTo>
                      <a:pt x="279" y="55"/>
                    </a:lnTo>
                    <a:lnTo>
                      <a:pt x="285" y="56"/>
                    </a:lnTo>
                    <a:lnTo>
                      <a:pt x="293" y="57"/>
                    </a:lnTo>
                    <a:lnTo>
                      <a:pt x="298" y="57"/>
                    </a:lnTo>
                    <a:lnTo>
                      <a:pt x="301" y="56"/>
                    </a:lnTo>
                    <a:lnTo>
                      <a:pt x="306" y="56"/>
                    </a:lnTo>
                    <a:lnTo>
                      <a:pt x="311" y="57"/>
                    </a:lnTo>
                    <a:lnTo>
                      <a:pt x="316" y="59"/>
                    </a:lnTo>
                    <a:lnTo>
                      <a:pt x="322" y="61"/>
                    </a:lnTo>
                    <a:lnTo>
                      <a:pt x="326" y="66"/>
                    </a:lnTo>
                    <a:lnTo>
                      <a:pt x="329" y="69"/>
                    </a:lnTo>
                    <a:lnTo>
                      <a:pt x="329" y="74"/>
                    </a:lnTo>
                    <a:lnTo>
                      <a:pt x="325" y="82"/>
                    </a:lnTo>
                    <a:lnTo>
                      <a:pt x="316" y="92"/>
                    </a:lnTo>
                    <a:lnTo>
                      <a:pt x="305" y="106"/>
                    </a:lnTo>
                    <a:lnTo>
                      <a:pt x="291" y="121"/>
                    </a:lnTo>
                    <a:lnTo>
                      <a:pt x="276" y="136"/>
                    </a:lnTo>
                    <a:lnTo>
                      <a:pt x="262" y="149"/>
                    </a:lnTo>
                    <a:lnTo>
                      <a:pt x="250" y="158"/>
                    </a:lnTo>
                    <a:lnTo>
                      <a:pt x="243" y="165"/>
                    </a:lnTo>
                    <a:lnTo>
                      <a:pt x="233" y="170"/>
                    </a:lnTo>
                    <a:lnTo>
                      <a:pt x="217" y="180"/>
                    </a:lnTo>
                    <a:lnTo>
                      <a:pt x="197" y="190"/>
                    </a:lnTo>
                    <a:lnTo>
                      <a:pt x="173" y="202"/>
                    </a:lnTo>
                    <a:lnTo>
                      <a:pt x="150" y="214"/>
                    </a:lnTo>
                    <a:lnTo>
                      <a:pt x="128" y="222"/>
                    </a:lnTo>
                    <a:lnTo>
                      <a:pt x="111" y="227"/>
                    </a:lnTo>
                    <a:lnTo>
                      <a:pt x="101" y="227"/>
                    </a:lnTo>
                    <a:lnTo>
                      <a:pt x="93" y="222"/>
                    </a:lnTo>
                    <a:lnTo>
                      <a:pt x="87" y="217"/>
                    </a:lnTo>
                    <a:lnTo>
                      <a:pt x="80" y="212"/>
                    </a:lnTo>
                    <a:lnTo>
                      <a:pt x="75" y="206"/>
                    </a:lnTo>
                    <a:lnTo>
                      <a:pt x="70" y="200"/>
                    </a:lnTo>
                    <a:lnTo>
                      <a:pt x="66" y="195"/>
                    </a:lnTo>
                    <a:lnTo>
                      <a:pt x="64" y="190"/>
                    </a:lnTo>
                    <a:lnTo>
                      <a:pt x="64" y="186"/>
                    </a:lnTo>
                    <a:lnTo>
                      <a:pt x="66" y="181"/>
                    </a:lnTo>
                    <a:lnTo>
                      <a:pt x="70" y="178"/>
                    </a:lnTo>
                    <a:lnTo>
                      <a:pt x="75" y="172"/>
                    </a:lnTo>
                    <a:lnTo>
                      <a:pt x="81" y="164"/>
                    </a:lnTo>
                    <a:lnTo>
                      <a:pt x="86" y="154"/>
                    </a:lnTo>
                    <a:lnTo>
                      <a:pt x="85" y="149"/>
                    </a:lnTo>
                    <a:lnTo>
                      <a:pt x="80" y="147"/>
                    </a:lnTo>
                    <a:lnTo>
                      <a:pt x="73" y="148"/>
                    </a:lnTo>
                    <a:lnTo>
                      <a:pt x="66" y="150"/>
                    </a:lnTo>
                    <a:lnTo>
                      <a:pt x="59" y="153"/>
                    </a:lnTo>
                    <a:lnTo>
                      <a:pt x="48" y="158"/>
                    </a:lnTo>
                    <a:lnTo>
                      <a:pt x="38" y="164"/>
                    </a:lnTo>
                    <a:lnTo>
                      <a:pt x="27" y="170"/>
                    </a:lnTo>
                    <a:lnTo>
                      <a:pt x="18" y="177"/>
                    </a:lnTo>
                    <a:lnTo>
                      <a:pt x="11" y="182"/>
                    </a:lnTo>
                    <a:lnTo>
                      <a:pt x="7" y="18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54" name="Freeform 254"/>
              <p:cNvSpPr>
                <a:spLocks/>
              </p:cNvSpPr>
              <p:nvPr/>
            </p:nvSpPr>
            <p:spPr bwMode="auto">
              <a:xfrm>
                <a:off x="467" y="938"/>
                <a:ext cx="38" cy="25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189" y="121"/>
                  </a:cxn>
                  <a:cxn ang="0">
                    <a:pos x="170" y="127"/>
                  </a:cxn>
                  <a:cxn ang="0">
                    <a:pos x="0" y="7"/>
                  </a:cxn>
                  <a:cxn ang="0">
                    <a:pos x="11" y="0"/>
                  </a:cxn>
                </a:cxnLst>
                <a:rect l="0" t="0" r="r" b="b"/>
                <a:pathLst>
                  <a:path w="189" h="127">
                    <a:moveTo>
                      <a:pt x="11" y="0"/>
                    </a:moveTo>
                    <a:lnTo>
                      <a:pt x="189" y="121"/>
                    </a:lnTo>
                    <a:lnTo>
                      <a:pt x="170" y="127"/>
                    </a:lnTo>
                    <a:lnTo>
                      <a:pt x="0" y="7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7FB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22" name="Gruppieren 357"/>
            <p:cNvGrpSpPr>
              <a:grpSpLocks/>
            </p:cNvGrpSpPr>
            <p:nvPr/>
          </p:nvGrpSpPr>
          <p:grpSpPr bwMode="auto">
            <a:xfrm>
              <a:off x="5778528" y="1935791"/>
              <a:ext cx="1488579" cy="1242219"/>
              <a:chOff x="5214942" y="1643050"/>
              <a:chExt cx="1285884" cy="1143008"/>
            </a:xfrm>
          </p:grpSpPr>
          <p:grpSp>
            <p:nvGrpSpPr>
              <p:cNvPr id="255" name="Gruppieren 337"/>
              <p:cNvGrpSpPr>
                <a:grpSpLocks/>
              </p:cNvGrpSpPr>
              <p:nvPr/>
            </p:nvGrpSpPr>
            <p:grpSpPr bwMode="auto">
              <a:xfrm>
                <a:off x="5214942" y="1643050"/>
                <a:ext cx="857256" cy="1143008"/>
                <a:chOff x="5214942" y="1643050"/>
                <a:chExt cx="857256" cy="1143008"/>
              </a:xfrm>
            </p:grpSpPr>
            <p:sp>
              <p:nvSpPr>
                <p:cNvPr id="269" name="Flussdiagramm: Verbindungsstelle 268"/>
                <p:cNvSpPr/>
                <p:nvPr/>
              </p:nvSpPr>
              <p:spPr bwMode="auto">
                <a:xfrm>
                  <a:off x="5214942" y="1928802"/>
                  <a:ext cx="857256" cy="857256"/>
                </a:xfrm>
                <a:prstGeom prst="flowChartConnector">
                  <a:avLst/>
                </a:prstGeom>
                <a:solidFill>
                  <a:srgbClr val="CCFF99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isometricOffAxis1Top">
                    <a:rot lat="17931907" lon="17866408" rev="3914403"/>
                  </a:camera>
                  <a:lightRig rig="flat" dir="t"/>
                </a:scene3d>
                <a:sp3d extrusionH="63500" contourW="12700" prstMaterial="clear">
                  <a:bevelT/>
                  <a:bevelB/>
                  <a:extrusionClr>
                    <a:srgbClr val="CCFF99"/>
                  </a:extrusionClr>
                  <a:contourClr>
                    <a:srgbClr val="CCFF99"/>
                  </a:contourClr>
                </a:sp3d>
              </p:spPr>
              <p:txBody>
                <a:bodyPr/>
                <a:lstStyle/>
                <a:p>
                  <a:pPr defTabSz="913925">
                    <a:defRPr/>
                  </a:pPr>
                  <a:endParaRPr lang="de-DE" sz="10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0" name="Flussdiagramm: Verbindungsstelle 269"/>
                <p:cNvSpPr/>
                <p:nvPr/>
              </p:nvSpPr>
              <p:spPr bwMode="auto">
                <a:xfrm>
                  <a:off x="5214942" y="1785926"/>
                  <a:ext cx="857256" cy="857256"/>
                </a:xfrm>
                <a:prstGeom prst="flowChartConnector">
                  <a:avLst/>
                </a:prstGeom>
                <a:solidFill>
                  <a:srgbClr val="CCFF99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isometricOffAxis1Top">
                    <a:rot lat="17931907" lon="17866408" rev="3914403"/>
                  </a:camera>
                  <a:lightRig rig="flat" dir="t"/>
                </a:scene3d>
                <a:sp3d extrusionH="63500" contourW="12700" prstMaterial="clear">
                  <a:bevelT/>
                  <a:bevelB/>
                  <a:extrusionClr>
                    <a:srgbClr val="CCFF99"/>
                  </a:extrusionClr>
                  <a:contourClr>
                    <a:srgbClr val="CCFF99"/>
                  </a:contourClr>
                </a:sp3d>
              </p:spPr>
              <p:txBody>
                <a:bodyPr/>
                <a:lstStyle/>
                <a:p>
                  <a:pPr defTabSz="913925">
                    <a:defRPr/>
                  </a:pPr>
                  <a:endParaRPr lang="de-DE" sz="10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1" name="Flussdiagramm: Verbindungsstelle 270"/>
                <p:cNvSpPr/>
                <p:nvPr/>
              </p:nvSpPr>
              <p:spPr bwMode="auto">
                <a:xfrm>
                  <a:off x="5214942" y="1643050"/>
                  <a:ext cx="857256" cy="857256"/>
                </a:xfrm>
                <a:prstGeom prst="flowChartConnector">
                  <a:avLst/>
                </a:prstGeom>
                <a:solidFill>
                  <a:srgbClr val="CCFF99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isometricOffAxis1Top">
                    <a:rot lat="17931907" lon="17866408" rev="3914403"/>
                  </a:camera>
                  <a:lightRig rig="flat" dir="t"/>
                </a:scene3d>
                <a:sp3d extrusionH="63500" contourW="12700" prstMaterial="clear">
                  <a:bevelT/>
                  <a:bevelB/>
                  <a:extrusionClr>
                    <a:srgbClr val="CCFF99"/>
                  </a:extrusionClr>
                  <a:contourClr>
                    <a:srgbClr val="CCFF99"/>
                  </a:contourClr>
                </a:sp3d>
              </p:spPr>
              <p:txBody>
                <a:bodyPr/>
                <a:lstStyle/>
                <a:p>
                  <a:pPr defTabSz="913925">
                    <a:defRPr/>
                  </a:pPr>
                  <a:endParaRPr lang="de-DE" sz="1000" dirty="0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257" name="Text Box 60"/>
              <p:cNvSpPr txBox="1">
                <a:spLocks noChangeArrowheads="1"/>
              </p:cNvSpPr>
              <p:nvPr/>
            </p:nvSpPr>
            <p:spPr bwMode="auto">
              <a:xfrm>
                <a:off x="5329247" y="2239956"/>
                <a:ext cx="671513" cy="2462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defTabSz="913925"/>
                <a:r>
                  <a:rPr lang="de-DE" sz="1000" b="1" dirty="0">
                    <a:solidFill>
                      <a:srgbClr val="000000"/>
                    </a:solidFill>
                  </a:rPr>
                  <a:t>Makro</a:t>
                </a:r>
              </a:p>
            </p:txBody>
          </p:sp>
          <p:grpSp>
            <p:nvGrpSpPr>
              <p:cNvPr id="256" name="Gruppieren 356"/>
              <p:cNvGrpSpPr/>
              <p:nvPr/>
            </p:nvGrpSpPr>
            <p:grpSpPr>
              <a:xfrm>
                <a:off x="5929322" y="1981124"/>
                <a:ext cx="571504" cy="590620"/>
                <a:chOff x="5929322" y="2124000"/>
                <a:chExt cx="571504" cy="590620"/>
              </a:xfrm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grpSpPr>
            <p:grpSp>
              <p:nvGrpSpPr>
                <p:cNvPr id="258" name="Gruppieren 350"/>
                <p:cNvGrpSpPr/>
                <p:nvPr/>
              </p:nvGrpSpPr>
              <p:grpSpPr>
                <a:xfrm>
                  <a:off x="6143636" y="2124000"/>
                  <a:ext cx="357190" cy="571504"/>
                  <a:chOff x="6143636" y="2143116"/>
                  <a:chExt cx="357190" cy="571504"/>
                </a:xfrm>
              </p:grpSpPr>
              <p:sp>
                <p:nvSpPr>
                  <p:cNvPr id="265" name="Rechteck 264"/>
                  <p:cNvSpPr/>
                  <p:nvPr/>
                </p:nvSpPr>
                <p:spPr bwMode="auto">
                  <a:xfrm>
                    <a:off x="6143636" y="2357430"/>
                    <a:ext cx="214314" cy="285752"/>
                  </a:xfrm>
                  <a:prstGeom prst="rect">
                    <a:avLst/>
                  </a:prstGeom>
                  <a:solidFill>
                    <a:srgbClr val="CCFF99"/>
                  </a:solidFill>
                  <a:ln w="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isometricOffAxis1Top">
                      <a:rot lat="17931907" lon="17866408" rev="3914403"/>
                    </a:camera>
                    <a:lightRig rig="freezing" dir="t"/>
                  </a:scene3d>
                  <a:sp3d extrusionH="190500" contourW="12700" prstMaterial="clear">
                    <a:bevelT w="12700" h="12700"/>
                    <a:bevelB w="12700" h="12700"/>
                    <a:extrusionClr>
                      <a:srgbClr val="CCFF99"/>
                    </a:extrusionClr>
                    <a:contourClr>
                      <a:srgbClr val="CCFF99"/>
                    </a:contourClr>
                  </a:sp3d>
                </p:spPr>
                <p:txBody>
                  <a:bodyPr/>
                  <a:lstStyle/>
                  <a:p>
                    <a:pPr defTabSz="913925">
                      <a:defRPr/>
                    </a:pPr>
                    <a:endParaRPr lang="de-DE" sz="1000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66" name="Rechteck 265"/>
                  <p:cNvSpPr/>
                  <p:nvPr/>
                </p:nvSpPr>
                <p:spPr bwMode="auto">
                  <a:xfrm>
                    <a:off x="6286512" y="2428868"/>
                    <a:ext cx="214314" cy="285752"/>
                  </a:xfrm>
                  <a:prstGeom prst="rect">
                    <a:avLst/>
                  </a:prstGeom>
                  <a:solidFill>
                    <a:srgbClr val="CCFF99"/>
                  </a:solidFill>
                  <a:ln w="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isometricOffAxis1Top">
                      <a:rot lat="17931907" lon="17866408" rev="3914403"/>
                    </a:camera>
                    <a:lightRig rig="freezing" dir="t"/>
                  </a:scene3d>
                  <a:sp3d extrusionH="190500" contourW="12700" prstMaterial="clear">
                    <a:bevelT w="12700" h="12700"/>
                    <a:bevelB w="12700" h="12700"/>
                    <a:extrusionClr>
                      <a:srgbClr val="CCFF99"/>
                    </a:extrusionClr>
                    <a:contourClr>
                      <a:srgbClr val="CCFF99"/>
                    </a:contourClr>
                  </a:sp3d>
                </p:spPr>
                <p:txBody>
                  <a:bodyPr/>
                  <a:lstStyle/>
                  <a:p>
                    <a:pPr defTabSz="913925">
                      <a:defRPr/>
                    </a:pPr>
                    <a:endParaRPr lang="de-DE" sz="1000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67" name="Rechteck 266"/>
                  <p:cNvSpPr/>
                  <p:nvPr/>
                </p:nvSpPr>
                <p:spPr bwMode="auto">
                  <a:xfrm>
                    <a:off x="6143636" y="2143116"/>
                    <a:ext cx="214314" cy="285752"/>
                  </a:xfrm>
                  <a:prstGeom prst="rect">
                    <a:avLst/>
                  </a:prstGeom>
                  <a:solidFill>
                    <a:srgbClr val="CCFF99"/>
                  </a:solidFill>
                  <a:ln w="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isometricOffAxis1Top">
                      <a:rot lat="17931907" lon="17866408" rev="3914403"/>
                    </a:camera>
                    <a:lightRig rig="freezing" dir="t"/>
                  </a:scene3d>
                  <a:sp3d extrusionH="190500" contourW="12700" prstMaterial="clear">
                    <a:bevelT w="12700" h="12700"/>
                    <a:bevelB w="12700" h="12700"/>
                    <a:extrusionClr>
                      <a:srgbClr val="CCFF99"/>
                    </a:extrusionClr>
                    <a:contourClr>
                      <a:srgbClr val="CCFF99"/>
                    </a:contourClr>
                  </a:sp3d>
                </p:spPr>
                <p:txBody>
                  <a:bodyPr/>
                  <a:lstStyle/>
                  <a:p>
                    <a:pPr defTabSz="913925">
                      <a:defRPr/>
                    </a:pPr>
                    <a:endParaRPr lang="de-DE" sz="1000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68" name="Rechteck 267"/>
                  <p:cNvSpPr/>
                  <p:nvPr/>
                </p:nvSpPr>
                <p:spPr bwMode="auto">
                  <a:xfrm>
                    <a:off x="6286512" y="2214554"/>
                    <a:ext cx="214314" cy="285752"/>
                  </a:xfrm>
                  <a:prstGeom prst="rect">
                    <a:avLst/>
                  </a:prstGeom>
                  <a:solidFill>
                    <a:srgbClr val="CCFF99"/>
                  </a:solidFill>
                  <a:ln w="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isometricOffAxis1Top">
                      <a:rot lat="17931907" lon="17866408" rev="3914403"/>
                    </a:camera>
                    <a:lightRig rig="freezing" dir="t"/>
                  </a:scene3d>
                  <a:sp3d extrusionH="190500" contourW="12700" prstMaterial="clear">
                    <a:bevelT w="12700" h="12700"/>
                    <a:bevelB w="12700" h="12700"/>
                    <a:extrusionClr>
                      <a:srgbClr val="CCFF99"/>
                    </a:extrusionClr>
                    <a:contourClr>
                      <a:srgbClr val="CCFF99"/>
                    </a:contourClr>
                  </a:sp3d>
                </p:spPr>
                <p:txBody>
                  <a:bodyPr/>
                  <a:lstStyle/>
                  <a:p>
                    <a:pPr defTabSz="913925">
                      <a:defRPr/>
                    </a:pPr>
                    <a:endParaRPr lang="de-DE" sz="1000" dirty="0">
                      <a:solidFill>
                        <a:srgbClr val="000000"/>
                      </a:solidFill>
                    </a:endParaRPr>
                  </a:p>
                </p:txBody>
              </p:sp>
            </p:grpSp>
            <p:grpSp>
              <p:nvGrpSpPr>
                <p:cNvPr id="259" name="Gruppieren 351"/>
                <p:cNvGrpSpPr/>
                <p:nvPr/>
              </p:nvGrpSpPr>
              <p:grpSpPr>
                <a:xfrm>
                  <a:off x="5929322" y="2143116"/>
                  <a:ext cx="357190" cy="571504"/>
                  <a:chOff x="6143636" y="2143116"/>
                  <a:chExt cx="357190" cy="571504"/>
                </a:xfrm>
              </p:grpSpPr>
              <p:sp>
                <p:nvSpPr>
                  <p:cNvPr id="261" name="Rechteck 260"/>
                  <p:cNvSpPr/>
                  <p:nvPr/>
                </p:nvSpPr>
                <p:spPr bwMode="auto">
                  <a:xfrm>
                    <a:off x="6143636" y="2357430"/>
                    <a:ext cx="214314" cy="285752"/>
                  </a:xfrm>
                  <a:prstGeom prst="rect">
                    <a:avLst/>
                  </a:prstGeom>
                  <a:solidFill>
                    <a:srgbClr val="CCFF99"/>
                  </a:solidFill>
                  <a:ln w="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isometricOffAxis1Top">
                      <a:rot lat="17931907" lon="17866408" rev="3914403"/>
                    </a:camera>
                    <a:lightRig rig="freezing" dir="t"/>
                  </a:scene3d>
                  <a:sp3d extrusionH="190500" contourW="12700" prstMaterial="clear">
                    <a:bevelT w="12700" h="12700"/>
                    <a:bevelB w="12700" h="12700"/>
                    <a:extrusionClr>
                      <a:srgbClr val="CCFF99"/>
                    </a:extrusionClr>
                    <a:contourClr>
                      <a:srgbClr val="CCFF99"/>
                    </a:contourClr>
                  </a:sp3d>
                </p:spPr>
                <p:txBody>
                  <a:bodyPr/>
                  <a:lstStyle/>
                  <a:p>
                    <a:pPr defTabSz="913925">
                      <a:defRPr/>
                    </a:pPr>
                    <a:endParaRPr lang="de-DE" sz="1000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62" name="Rechteck 261"/>
                  <p:cNvSpPr/>
                  <p:nvPr/>
                </p:nvSpPr>
                <p:spPr bwMode="auto">
                  <a:xfrm>
                    <a:off x="6286512" y="2428868"/>
                    <a:ext cx="214314" cy="285752"/>
                  </a:xfrm>
                  <a:prstGeom prst="rect">
                    <a:avLst/>
                  </a:prstGeom>
                  <a:solidFill>
                    <a:srgbClr val="CCFF99"/>
                  </a:solidFill>
                  <a:ln w="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isometricOffAxis1Top">
                      <a:rot lat="17931907" lon="17866408" rev="3914403"/>
                    </a:camera>
                    <a:lightRig rig="freezing" dir="t"/>
                  </a:scene3d>
                  <a:sp3d extrusionH="190500" contourW="12700" prstMaterial="clear">
                    <a:bevelT w="12700" h="12700"/>
                    <a:bevelB w="12700" h="12700"/>
                    <a:extrusionClr>
                      <a:srgbClr val="CCFF99"/>
                    </a:extrusionClr>
                    <a:contourClr>
                      <a:srgbClr val="CCFF99"/>
                    </a:contourClr>
                  </a:sp3d>
                </p:spPr>
                <p:txBody>
                  <a:bodyPr/>
                  <a:lstStyle/>
                  <a:p>
                    <a:pPr defTabSz="913925">
                      <a:defRPr/>
                    </a:pPr>
                    <a:endParaRPr lang="de-DE" sz="1000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63" name="Rechteck 262"/>
                  <p:cNvSpPr/>
                  <p:nvPr/>
                </p:nvSpPr>
                <p:spPr bwMode="auto">
                  <a:xfrm>
                    <a:off x="6143636" y="2143116"/>
                    <a:ext cx="214314" cy="285752"/>
                  </a:xfrm>
                  <a:prstGeom prst="rect">
                    <a:avLst/>
                  </a:prstGeom>
                  <a:solidFill>
                    <a:srgbClr val="CCFF99"/>
                  </a:solidFill>
                  <a:ln w="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isometricOffAxis1Top">
                      <a:rot lat="17931907" lon="17866408" rev="3914403"/>
                    </a:camera>
                    <a:lightRig rig="freezing" dir="t"/>
                  </a:scene3d>
                  <a:sp3d extrusionH="190500" contourW="12700" prstMaterial="clear">
                    <a:bevelT w="12700" h="12700"/>
                    <a:bevelB w="12700" h="12700"/>
                    <a:extrusionClr>
                      <a:srgbClr val="CCFF99"/>
                    </a:extrusionClr>
                    <a:contourClr>
                      <a:srgbClr val="CCFF99"/>
                    </a:contourClr>
                  </a:sp3d>
                </p:spPr>
                <p:txBody>
                  <a:bodyPr/>
                  <a:lstStyle/>
                  <a:p>
                    <a:pPr defTabSz="913925">
                      <a:defRPr/>
                    </a:pPr>
                    <a:endParaRPr lang="de-DE" sz="1000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64" name="Rechteck 263"/>
                  <p:cNvSpPr/>
                  <p:nvPr/>
                </p:nvSpPr>
                <p:spPr bwMode="auto">
                  <a:xfrm>
                    <a:off x="6286512" y="2214554"/>
                    <a:ext cx="214314" cy="285752"/>
                  </a:xfrm>
                  <a:prstGeom prst="rect">
                    <a:avLst/>
                  </a:prstGeom>
                  <a:solidFill>
                    <a:srgbClr val="CCFF99"/>
                  </a:solidFill>
                  <a:ln w="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isometricOffAxis1Top">
                      <a:rot lat="17931907" lon="17866408" rev="3914403"/>
                    </a:camera>
                    <a:lightRig rig="freezing" dir="t"/>
                  </a:scene3d>
                  <a:sp3d extrusionH="190500" contourW="12700" prstMaterial="clear">
                    <a:bevelT w="12700" h="12700"/>
                    <a:bevelB w="12700" h="12700"/>
                    <a:extrusionClr>
                      <a:srgbClr val="CCFF99"/>
                    </a:extrusionClr>
                    <a:contourClr>
                      <a:srgbClr val="CCFF99"/>
                    </a:contourClr>
                  </a:sp3d>
                </p:spPr>
                <p:txBody>
                  <a:bodyPr/>
                  <a:lstStyle/>
                  <a:p>
                    <a:pPr defTabSz="913925">
                      <a:defRPr/>
                    </a:pPr>
                    <a:endParaRPr lang="de-DE" sz="1000" dirty="0">
                      <a:solidFill>
                        <a:srgbClr val="000000"/>
                      </a:solidFill>
                    </a:endParaRPr>
                  </a:p>
                </p:txBody>
              </p:sp>
            </p:grpSp>
          </p:grpSp>
        </p:grpSp>
        <p:pic>
          <p:nvPicPr>
            <p:cNvPr id="272" name="Grafik 417" descr="test.png"/>
            <p:cNvPicPr>
              <a:picLocks noChangeAspect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3880130" y="3849154"/>
              <a:ext cx="823313" cy="3916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73" name="Rechteck 418"/>
            <p:cNvSpPr>
              <a:spLocks noChangeArrowheads="1"/>
            </p:cNvSpPr>
            <p:nvPr/>
          </p:nvSpPr>
          <p:spPr bwMode="auto">
            <a:xfrm>
              <a:off x="3413342" y="2363667"/>
              <a:ext cx="1406347" cy="280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3071" tIns="51536" rIns="103071" bIns="51536">
              <a:spAutoFit/>
            </a:bodyPr>
            <a:lstStyle/>
            <a:p>
              <a:pPr defTabSz="913925"/>
              <a:r>
                <a:rPr lang="de-DE" sz="1000" dirty="0" smtClean="0">
                  <a:solidFill>
                    <a:srgbClr val="000000"/>
                  </a:solidFill>
                </a:rPr>
                <a:t>Banking </a:t>
              </a:r>
              <a:r>
                <a:rPr lang="de-DE" sz="1000" dirty="0" err="1" smtClean="0">
                  <a:solidFill>
                    <a:srgbClr val="000000"/>
                  </a:solidFill>
                </a:rPr>
                <a:t>Statistics</a:t>
              </a:r>
              <a:endParaRPr lang="de-DE" sz="1000" dirty="0">
                <a:solidFill>
                  <a:srgbClr val="000000"/>
                </a:solidFill>
              </a:endParaRPr>
            </a:p>
          </p:txBody>
        </p:sp>
        <p:sp>
          <p:nvSpPr>
            <p:cNvPr id="274" name="Rechteck 419"/>
            <p:cNvSpPr>
              <a:spLocks noChangeArrowheads="1"/>
            </p:cNvSpPr>
            <p:nvPr/>
          </p:nvSpPr>
          <p:spPr bwMode="auto">
            <a:xfrm>
              <a:off x="3150937" y="2975718"/>
              <a:ext cx="1827591" cy="280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3071" tIns="51536" rIns="103071" bIns="51536">
              <a:spAutoFit/>
            </a:bodyPr>
            <a:lstStyle/>
            <a:p>
              <a:pPr defTabSz="913925"/>
              <a:r>
                <a:rPr lang="de-DE" sz="1000" dirty="0" smtClean="0">
                  <a:solidFill>
                    <a:srgbClr val="000000"/>
                  </a:solidFill>
                </a:rPr>
                <a:t>Capital </a:t>
              </a:r>
              <a:r>
                <a:rPr lang="de-DE" sz="1000" dirty="0" err="1" smtClean="0">
                  <a:solidFill>
                    <a:srgbClr val="000000"/>
                  </a:solidFill>
                </a:rPr>
                <a:t>market</a:t>
              </a:r>
              <a:r>
                <a:rPr lang="de-DE" sz="1000" dirty="0" smtClean="0">
                  <a:solidFill>
                    <a:srgbClr val="000000"/>
                  </a:solidFill>
                </a:rPr>
                <a:t> </a:t>
              </a:r>
              <a:r>
                <a:rPr lang="de-DE" sz="1000" dirty="0" err="1" smtClean="0">
                  <a:solidFill>
                    <a:srgbClr val="000000"/>
                  </a:solidFill>
                </a:rPr>
                <a:t>Statistics</a:t>
              </a:r>
              <a:endParaRPr lang="de-DE" sz="1000" dirty="0">
                <a:solidFill>
                  <a:srgbClr val="000000"/>
                </a:solidFill>
              </a:endParaRPr>
            </a:p>
          </p:txBody>
        </p:sp>
        <p:sp>
          <p:nvSpPr>
            <p:cNvPr id="275" name="Rechteck 420"/>
            <p:cNvSpPr>
              <a:spLocks noChangeArrowheads="1"/>
            </p:cNvSpPr>
            <p:nvPr/>
          </p:nvSpPr>
          <p:spPr bwMode="auto">
            <a:xfrm>
              <a:off x="3192811" y="3574830"/>
              <a:ext cx="1547380" cy="280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3071" tIns="51536" rIns="103071" bIns="51536">
              <a:spAutoFit/>
            </a:bodyPr>
            <a:lstStyle/>
            <a:p>
              <a:pPr defTabSz="913925"/>
              <a:r>
                <a:rPr lang="de-DE" sz="1000" dirty="0" smtClean="0">
                  <a:solidFill>
                    <a:srgbClr val="000000"/>
                  </a:solidFill>
                </a:rPr>
                <a:t>Enterprise </a:t>
              </a:r>
              <a:r>
                <a:rPr lang="de-DE" sz="1000" dirty="0" err="1" smtClean="0">
                  <a:solidFill>
                    <a:srgbClr val="000000"/>
                  </a:solidFill>
                </a:rPr>
                <a:t>Statistics</a:t>
              </a:r>
              <a:endParaRPr lang="de-DE" sz="1000" dirty="0">
                <a:solidFill>
                  <a:srgbClr val="000000"/>
                </a:solidFill>
              </a:endParaRPr>
            </a:p>
          </p:txBody>
        </p:sp>
        <p:sp>
          <p:nvSpPr>
            <p:cNvPr id="276" name="Rechteck 421"/>
            <p:cNvSpPr>
              <a:spLocks noChangeArrowheads="1"/>
            </p:cNvSpPr>
            <p:nvPr/>
          </p:nvSpPr>
          <p:spPr bwMode="auto">
            <a:xfrm>
              <a:off x="3110112" y="4163160"/>
              <a:ext cx="1883262" cy="280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3071" tIns="51536" rIns="103071" bIns="51536">
              <a:spAutoFit/>
            </a:bodyPr>
            <a:lstStyle/>
            <a:p>
              <a:pPr defTabSz="913925"/>
              <a:r>
                <a:rPr lang="de-DE" sz="1000" dirty="0" err="1" smtClean="0">
                  <a:solidFill>
                    <a:srgbClr val="000000"/>
                  </a:solidFill>
                </a:rPr>
                <a:t>External</a:t>
              </a:r>
              <a:r>
                <a:rPr lang="de-DE" sz="1000" dirty="0" smtClean="0">
                  <a:solidFill>
                    <a:srgbClr val="000000"/>
                  </a:solidFill>
                </a:rPr>
                <a:t> </a:t>
              </a:r>
              <a:r>
                <a:rPr lang="de-DE" sz="1000" dirty="0" err="1" smtClean="0">
                  <a:solidFill>
                    <a:srgbClr val="000000"/>
                  </a:solidFill>
                </a:rPr>
                <a:t>Sector</a:t>
              </a:r>
              <a:r>
                <a:rPr lang="de-DE" sz="1000" dirty="0" smtClean="0">
                  <a:solidFill>
                    <a:srgbClr val="000000"/>
                  </a:solidFill>
                </a:rPr>
                <a:t> </a:t>
              </a:r>
              <a:r>
                <a:rPr lang="de-DE" sz="1000" dirty="0" err="1" smtClean="0">
                  <a:solidFill>
                    <a:srgbClr val="000000"/>
                  </a:solidFill>
                </a:rPr>
                <a:t>Statistics</a:t>
              </a:r>
              <a:endParaRPr lang="de-DE" sz="1000" dirty="0">
                <a:solidFill>
                  <a:srgbClr val="000000"/>
                </a:solidFill>
              </a:endParaRPr>
            </a:p>
          </p:txBody>
        </p:sp>
        <p:pic>
          <p:nvPicPr>
            <p:cNvPr id="277" name="Grafik 422" descr="test.png"/>
            <p:cNvPicPr>
              <a:picLocks noChangeAspect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3301238" y="3852604"/>
              <a:ext cx="823313" cy="3916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78" name="Grafik 423" descr="test.png"/>
            <p:cNvPicPr>
              <a:picLocks noChangeAspect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3858077" y="3257374"/>
              <a:ext cx="823313" cy="3916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79" name="Grafik 424" descr="test.png"/>
            <p:cNvPicPr>
              <a:picLocks noChangeAspect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3279184" y="3260825"/>
              <a:ext cx="823313" cy="3916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0" name="Grafik 425" descr="test.png"/>
            <p:cNvPicPr>
              <a:picLocks noChangeAspect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3876454" y="2631089"/>
              <a:ext cx="823313" cy="3916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1" name="Grafik 426" descr="test.png"/>
            <p:cNvPicPr>
              <a:picLocks noChangeAspect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3297562" y="2634540"/>
              <a:ext cx="823313" cy="3916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2" name="Grafik 427" descr="test.png"/>
            <p:cNvPicPr>
              <a:picLocks noChangeAspect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3876454" y="2046211"/>
              <a:ext cx="823313" cy="3916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3" name="Grafik 428" descr="test.png"/>
            <p:cNvPicPr>
              <a:picLocks noChangeAspect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3297562" y="2049661"/>
              <a:ext cx="823313" cy="3916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84" name="Rechteck 285"/>
            <p:cNvSpPr>
              <a:spLocks noChangeArrowheads="1"/>
            </p:cNvSpPr>
            <p:nvPr/>
          </p:nvSpPr>
          <p:spPr bwMode="auto">
            <a:xfrm>
              <a:off x="542774" y="5795296"/>
              <a:ext cx="1496625" cy="4476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103071" tIns="51536" rIns="103071" bIns="51536">
              <a:spAutoFit/>
            </a:bodyPr>
            <a:lstStyle/>
            <a:p>
              <a:pPr defTabSz="913925"/>
              <a:r>
                <a:rPr lang="de-DE" sz="1000" b="1" dirty="0" smtClean="0">
                  <a:solidFill>
                    <a:srgbClr val="000000"/>
                  </a:solidFill>
                </a:rPr>
                <a:t>Data Exchange, </a:t>
              </a:r>
              <a:r>
                <a:rPr lang="de-DE" sz="1000" b="1" dirty="0">
                  <a:solidFill>
                    <a:srgbClr val="000000"/>
                  </a:solidFill>
                </a:rPr>
                <a:t>Downloads</a:t>
              </a:r>
              <a:endParaRPr lang="de-DE" sz="1000" dirty="0">
                <a:solidFill>
                  <a:srgbClr val="000000"/>
                </a:solidFill>
              </a:endParaRPr>
            </a:p>
          </p:txBody>
        </p:sp>
        <p:grpSp>
          <p:nvGrpSpPr>
            <p:cNvPr id="260" name="Gruppieren 286"/>
            <p:cNvGrpSpPr>
              <a:grpSpLocks/>
            </p:cNvGrpSpPr>
            <p:nvPr/>
          </p:nvGrpSpPr>
          <p:grpSpPr bwMode="auto">
            <a:xfrm>
              <a:off x="651200" y="5370872"/>
              <a:ext cx="463113" cy="452030"/>
              <a:chOff x="6950076" y="1928802"/>
              <a:chExt cx="550882" cy="488960"/>
            </a:xfrm>
          </p:grpSpPr>
          <p:pic>
            <p:nvPicPr>
              <p:cNvPr id="286" name="Picture 61" descr="test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6950076" y="1928802"/>
                <a:ext cx="488960" cy="488960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sp>
            <p:nvSpPr>
              <p:cNvPr id="287" name="Pfeil nach links und rechts 286"/>
              <p:cNvSpPr/>
              <p:nvPr/>
            </p:nvSpPr>
            <p:spPr bwMode="auto">
              <a:xfrm>
                <a:off x="7072494" y="2072503"/>
                <a:ext cx="428464" cy="285538"/>
              </a:xfrm>
              <a:prstGeom prst="leftRightArrow">
                <a:avLst>
                  <a:gd name="adj1" fmla="val 24902"/>
                  <a:gd name="adj2" fmla="val 50000"/>
                </a:avLst>
              </a:prstGeom>
              <a:gradFill flip="none" rotWithShape="1">
                <a:gsLst>
                  <a:gs pos="0">
                    <a:srgbClr val="03D4A8"/>
                  </a:gs>
                  <a:gs pos="25000">
                    <a:srgbClr val="21D6E0"/>
                  </a:gs>
                  <a:gs pos="75000">
                    <a:srgbClr val="0087E6"/>
                  </a:gs>
                  <a:gs pos="100000">
                    <a:srgbClr val="005CBF"/>
                  </a:gs>
                </a:gsLst>
                <a:lin ang="8100000" scaled="0"/>
                <a:tileRect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85" name="Group 443"/>
            <p:cNvGrpSpPr>
              <a:grpSpLocks noChangeAspect="1"/>
            </p:cNvGrpSpPr>
            <p:nvPr/>
          </p:nvGrpSpPr>
          <p:grpSpPr bwMode="auto">
            <a:xfrm>
              <a:off x="1312791" y="2803619"/>
              <a:ext cx="863743" cy="474458"/>
              <a:chOff x="720" y="1630"/>
              <a:chExt cx="470" cy="275"/>
            </a:xfrm>
          </p:grpSpPr>
          <p:sp>
            <p:nvSpPr>
              <p:cNvPr id="289" name="AutoShape 442"/>
              <p:cNvSpPr>
                <a:spLocks noChangeAspect="1" noChangeArrowheads="1" noTextEdit="1"/>
              </p:cNvSpPr>
              <p:nvPr/>
            </p:nvSpPr>
            <p:spPr bwMode="auto">
              <a:xfrm>
                <a:off x="720" y="1630"/>
                <a:ext cx="470" cy="2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0" name="Freeform 444"/>
              <p:cNvSpPr>
                <a:spLocks/>
              </p:cNvSpPr>
              <p:nvPr/>
            </p:nvSpPr>
            <p:spPr bwMode="auto">
              <a:xfrm>
                <a:off x="720" y="1662"/>
                <a:ext cx="318" cy="237"/>
              </a:xfrm>
              <a:custGeom>
                <a:avLst/>
                <a:gdLst>
                  <a:gd name="T0" fmla="*/ 0 w 1590"/>
                  <a:gd name="T1" fmla="*/ 0 h 1187"/>
                  <a:gd name="T2" fmla="*/ 0 w 1590"/>
                  <a:gd name="T3" fmla="*/ 0 h 1187"/>
                  <a:gd name="T4" fmla="*/ 0 w 1590"/>
                  <a:gd name="T5" fmla="*/ 0 h 1187"/>
                  <a:gd name="T6" fmla="*/ 0 w 1590"/>
                  <a:gd name="T7" fmla="*/ 0 h 1187"/>
                  <a:gd name="T8" fmla="*/ 0 w 1590"/>
                  <a:gd name="T9" fmla="*/ 0 h 1187"/>
                  <a:gd name="T10" fmla="*/ 0 w 1590"/>
                  <a:gd name="T11" fmla="*/ 0 h 1187"/>
                  <a:gd name="T12" fmla="*/ 0 w 1590"/>
                  <a:gd name="T13" fmla="*/ 0 h 1187"/>
                  <a:gd name="T14" fmla="*/ 0 w 1590"/>
                  <a:gd name="T15" fmla="*/ 0 h 1187"/>
                  <a:gd name="T16" fmla="*/ 0 w 1590"/>
                  <a:gd name="T17" fmla="*/ 0 h 1187"/>
                  <a:gd name="T18" fmla="*/ 1 w 1590"/>
                  <a:gd name="T19" fmla="*/ 0 h 1187"/>
                  <a:gd name="T20" fmla="*/ 1 w 1590"/>
                  <a:gd name="T21" fmla="*/ 0 h 1187"/>
                  <a:gd name="T22" fmla="*/ 1 w 1590"/>
                  <a:gd name="T23" fmla="*/ 0 h 1187"/>
                  <a:gd name="T24" fmla="*/ 0 w 1590"/>
                  <a:gd name="T25" fmla="*/ 0 h 1187"/>
                  <a:gd name="T26" fmla="*/ 0 w 1590"/>
                  <a:gd name="T27" fmla="*/ 0 h 1187"/>
                  <a:gd name="T28" fmla="*/ 0 w 1590"/>
                  <a:gd name="T29" fmla="*/ 0 h 1187"/>
                  <a:gd name="T30" fmla="*/ 0 w 1590"/>
                  <a:gd name="T31" fmla="*/ 0 h 1187"/>
                  <a:gd name="T32" fmla="*/ 0 w 1590"/>
                  <a:gd name="T33" fmla="*/ 0 h 1187"/>
                  <a:gd name="T34" fmla="*/ 0 w 1590"/>
                  <a:gd name="T35" fmla="*/ 0 h 1187"/>
                  <a:gd name="T36" fmla="*/ 0 w 1590"/>
                  <a:gd name="T37" fmla="*/ 0 h 1187"/>
                  <a:gd name="T38" fmla="*/ 0 w 1590"/>
                  <a:gd name="T39" fmla="*/ 0 h 1187"/>
                  <a:gd name="T40" fmla="*/ 0 w 1590"/>
                  <a:gd name="T41" fmla="*/ 0 h 1187"/>
                  <a:gd name="T42" fmla="*/ 0 w 1590"/>
                  <a:gd name="T43" fmla="*/ 0 h 1187"/>
                  <a:gd name="T44" fmla="*/ 0 w 1590"/>
                  <a:gd name="T45" fmla="*/ 0 h 1187"/>
                  <a:gd name="T46" fmla="*/ 0 w 1590"/>
                  <a:gd name="T47" fmla="*/ 0 h 1187"/>
                  <a:gd name="T48" fmla="*/ 0 w 1590"/>
                  <a:gd name="T49" fmla="*/ 0 h 1187"/>
                  <a:gd name="T50" fmla="*/ 0 w 1590"/>
                  <a:gd name="T51" fmla="*/ 0 h 1187"/>
                  <a:gd name="T52" fmla="*/ 0 w 1590"/>
                  <a:gd name="T53" fmla="*/ 0 h 1187"/>
                  <a:gd name="T54" fmla="*/ 0 w 1590"/>
                  <a:gd name="T55" fmla="*/ 0 h 1187"/>
                  <a:gd name="T56" fmla="*/ 0 w 1590"/>
                  <a:gd name="T57" fmla="*/ 0 h 1187"/>
                  <a:gd name="T58" fmla="*/ 0 w 1590"/>
                  <a:gd name="T59" fmla="*/ 0 h 1187"/>
                  <a:gd name="T60" fmla="*/ 0 w 1590"/>
                  <a:gd name="T61" fmla="*/ 0 h 1187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1590"/>
                  <a:gd name="T94" fmla="*/ 0 h 1187"/>
                  <a:gd name="T95" fmla="*/ 1590 w 1590"/>
                  <a:gd name="T96" fmla="*/ 1187 h 1187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1590" h="1187">
                    <a:moveTo>
                      <a:pt x="11" y="459"/>
                    </a:moveTo>
                    <a:lnTo>
                      <a:pt x="94" y="421"/>
                    </a:lnTo>
                    <a:lnTo>
                      <a:pt x="111" y="423"/>
                    </a:lnTo>
                    <a:lnTo>
                      <a:pt x="130" y="410"/>
                    </a:lnTo>
                    <a:lnTo>
                      <a:pt x="131" y="393"/>
                    </a:lnTo>
                    <a:lnTo>
                      <a:pt x="677" y="64"/>
                    </a:lnTo>
                    <a:lnTo>
                      <a:pt x="684" y="50"/>
                    </a:lnTo>
                    <a:lnTo>
                      <a:pt x="750" y="13"/>
                    </a:lnTo>
                    <a:lnTo>
                      <a:pt x="882" y="0"/>
                    </a:lnTo>
                    <a:lnTo>
                      <a:pt x="1569" y="393"/>
                    </a:lnTo>
                    <a:lnTo>
                      <a:pt x="1590" y="465"/>
                    </a:lnTo>
                    <a:lnTo>
                      <a:pt x="1589" y="524"/>
                    </a:lnTo>
                    <a:lnTo>
                      <a:pt x="1496" y="593"/>
                    </a:lnTo>
                    <a:lnTo>
                      <a:pt x="1478" y="583"/>
                    </a:lnTo>
                    <a:lnTo>
                      <a:pt x="806" y="1076"/>
                    </a:lnTo>
                    <a:lnTo>
                      <a:pt x="806" y="1099"/>
                    </a:lnTo>
                    <a:lnTo>
                      <a:pt x="686" y="1169"/>
                    </a:lnTo>
                    <a:lnTo>
                      <a:pt x="683" y="1172"/>
                    </a:lnTo>
                    <a:lnTo>
                      <a:pt x="674" y="1175"/>
                    </a:lnTo>
                    <a:lnTo>
                      <a:pt x="661" y="1181"/>
                    </a:lnTo>
                    <a:lnTo>
                      <a:pt x="646" y="1186"/>
                    </a:lnTo>
                    <a:lnTo>
                      <a:pt x="627" y="1187"/>
                    </a:lnTo>
                    <a:lnTo>
                      <a:pt x="608" y="1185"/>
                    </a:lnTo>
                    <a:lnTo>
                      <a:pt x="588" y="1177"/>
                    </a:lnTo>
                    <a:lnTo>
                      <a:pt x="570" y="1160"/>
                    </a:lnTo>
                    <a:lnTo>
                      <a:pt x="76" y="630"/>
                    </a:lnTo>
                    <a:lnTo>
                      <a:pt x="80" y="598"/>
                    </a:lnTo>
                    <a:lnTo>
                      <a:pt x="69" y="586"/>
                    </a:lnTo>
                    <a:lnTo>
                      <a:pt x="46" y="597"/>
                    </a:lnTo>
                    <a:lnTo>
                      <a:pt x="0" y="528"/>
                    </a:lnTo>
                    <a:lnTo>
                      <a:pt x="11" y="45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1" name="Freeform 445"/>
              <p:cNvSpPr>
                <a:spLocks/>
              </p:cNvSpPr>
              <p:nvPr/>
            </p:nvSpPr>
            <p:spPr bwMode="auto">
              <a:xfrm>
                <a:off x="728" y="1670"/>
                <a:ext cx="298" cy="220"/>
              </a:xfrm>
              <a:custGeom>
                <a:avLst/>
                <a:gdLst>
                  <a:gd name="T0" fmla="*/ 0 w 1489"/>
                  <a:gd name="T1" fmla="*/ 0 h 1102"/>
                  <a:gd name="T2" fmla="*/ 0 w 1489"/>
                  <a:gd name="T3" fmla="*/ 0 h 1102"/>
                  <a:gd name="T4" fmla="*/ 0 w 1489"/>
                  <a:gd name="T5" fmla="*/ 0 h 1102"/>
                  <a:gd name="T6" fmla="*/ 0 w 1489"/>
                  <a:gd name="T7" fmla="*/ 0 h 1102"/>
                  <a:gd name="T8" fmla="*/ 0 w 1489"/>
                  <a:gd name="T9" fmla="*/ 0 h 1102"/>
                  <a:gd name="T10" fmla="*/ 0 w 1489"/>
                  <a:gd name="T11" fmla="*/ 0 h 1102"/>
                  <a:gd name="T12" fmla="*/ 0 w 1489"/>
                  <a:gd name="T13" fmla="*/ 0 h 1102"/>
                  <a:gd name="T14" fmla="*/ 0 w 1489"/>
                  <a:gd name="T15" fmla="*/ 0 h 1102"/>
                  <a:gd name="T16" fmla="*/ 0 w 1489"/>
                  <a:gd name="T17" fmla="*/ 0 h 1102"/>
                  <a:gd name="T18" fmla="*/ 0 w 1489"/>
                  <a:gd name="T19" fmla="*/ 0 h 1102"/>
                  <a:gd name="T20" fmla="*/ 0 w 1489"/>
                  <a:gd name="T21" fmla="*/ 0 h 1102"/>
                  <a:gd name="T22" fmla="*/ 0 w 1489"/>
                  <a:gd name="T23" fmla="*/ 0 h 1102"/>
                  <a:gd name="T24" fmla="*/ 0 w 1489"/>
                  <a:gd name="T25" fmla="*/ 0 h 1102"/>
                  <a:gd name="T26" fmla="*/ 0 w 1489"/>
                  <a:gd name="T27" fmla="*/ 0 h 1102"/>
                  <a:gd name="T28" fmla="*/ 0 w 1489"/>
                  <a:gd name="T29" fmla="*/ 0 h 1102"/>
                  <a:gd name="T30" fmla="*/ 0 w 1489"/>
                  <a:gd name="T31" fmla="*/ 0 h 1102"/>
                  <a:gd name="T32" fmla="*/ 0 w 1489"/>
                  <a:gd name="T33" fmla="*/ 0 h 1102"/>
                  <a:gd name="T34" fmla="*/ 0 w 1489"/>
                  <a:gd name="T35" fmla="*/ 0 h 1102"/>
                  <a:gd name="T36" fmla="*/ 0 w 1489"/>
                  <a:gd name="T37" fmla="*/ 0 h 1102"/>
                  <a:gd name="T38" fmla="*/ 0 w 1489"/>
                  <a:gd name="T39" fmla="*/ 0 h 1102"/>
                  <a:gd name="T40" fmla="*/ 0 w 1489"/>
                  <a:gd name="T41" fmla="*/ 0 h 1102"/>
                  <a:gd name="T42" fmla="*/ 0 w 1489"/>
                  <a:gd name="T43" fmla="*/ 0 h 1102"/>
                  <a:gd name="T44" fmla="*/ 0 w 1489"/>
                  <a:gd name="T45" fmla="*/ 0 h 1102"/>
                  <a:gd name="T46" fmla="*/ 0 w 1489"/>
                  <a:gd name="T47" fmla="*/ 0 h 1102"/>
                  <a:gd name="T48" fmla="*/ 0 w 1489"/>
                  <a:gd name="T49" fmla="*/ 0 h 1102"/>
                  <a:gd name="T50" fmla="*/ 0 w 1489"/>
                  <a:gd name="T51" fmla="*/ 0 h 1102"/>
                  <a:gd name="T52" fmla="*/ 0 w 1489"/>
                  <a:gd name="T53" fmla="*/ 0 h 1102"/>
                  <a:gd name="T54" fmla="*/ 0 w 1489"/>
                  <a:gd name="T55" fmla="*/ 0 h 1102"/>
                  <a:gd name="T56" fmla="*/ 0 w 1489"/>
                  <a:gd name="T57" fmla="*/ 0 h 1102"/>
                  <a:gd name="T58" fmla="*/ 0 w 1489"/>
                  <a:gd name="T59" fmla="*/ 0 h 1102"/>
                  <a:gd name="T60" fmla="*/ 0 w 1489"/>
                  <a:gd name="T61" fmla="*/ 0 h 1102"/>
                  <a:gd name="T62" fmla="*/ 0 w 1489"/>
                  <a:gd name="T63" fmla="*/ 0 h 1102"/>
                  <a:gd name="T64" fmla="*/ 0 w 1489"/>
                  <a:gd name="T65" fmla="*/ 0 h 1102"/>
                  <a:gd name="T66" fmla="*/ 0 w 1489"/>
                  <a:gd name="T67" fmla="*/ 0 h 1102"/>
                  <a:gd name="T68" fmla="*/ 0 w 1489"/>
                  <a:gd name="T69" fmla="*/ 0 h 1102"/>
                  <a:gd name="T70" fmla="*/ 0 w 1489"/>
                  <a:gd name="T71" fmla="*/ 0 h 1102"/>
                  <a:gd name="T72" fmla="*/ 0 w 1489"/>
                  <a:gd name="T73" fmla="*/ 0 h 1102"/>
                  <a:gd name="T74" fmla="*/ 0 w 1489"/>
                  <a:gd name="T75" fmla="*/ 0 h 1102"/>
                  <a:gd name="T76" fmla="*/ 0 w 1489"/>
                  <a:gd name="T77" fmla="*/ 0 h 1102"/>
                  <a:gd name="T78" fmla="*/ 0 w 1489"/>
                  <a:gd name="T79" fmla="*/ 0 h 1102"/>
                  <a:gd name="T80" fmla="*/ 0 w 1489"/>
                  <a:gd name="T81" fmla="*/ 0 h 1102"/>
                  <a:gd name="T82" fmla="*/ 0 w 1489"/>
                  <a:gd name="T83" fmla="*/ 0 h 1102"/>
                  <a:gd name="T84" fmla="*/ 0 w 1489"/>
                  <a:gd name="T85" fmla="*/ 0 h 1102"/>
                  <a:gd name="T86" fmla="*/ 0 w 1489"/>
                  <a:gd name="T87" fmla="*/ 0 h 1102"/>
                  <a:gd name="T88" fmla="*/ 0 w 1489"/>
                  <a:gd name="T89" fmla="*/ 0 h 1102"/>
                  <a:gd name="T90" fmla="*/ 0 w 1489"/>
                  <a:gd name="T91" fmla="*/ 0 h 1102"/>
                  <a:gd name="T92" fmla="*/ 0 w 1489"/>
                  <a:gd name="T93" fmla="*/ 0 h 1102"/>
                  <a:gd name="T94" fmla="*/ 0 w 1489"/>
                  <a:gd name="T95" fmla="*/ 0 h 1102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1489"/>
                  <a:gd name="T145" fmla="*/ 0 h 1102"/>
                  <a:gd name="T146" fmla="*/ 1489 w 1489"/>
                  <a:gd name="T147" fmla="*/ 1102 h 1102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1489" h="1102">
                    <a:moveTo>
                      <a:pt x="1482" y="425"/>
                    </a:moveTo>
                    <a:lnTo>
                      <a:pt x="1483" y="425"/>
                    </a:lnTo>
                    <a:lnTo>
                      <a:pt x="1485" y="422"/>
                    </a:lnTo>
                    <a:lnTo>
                      <a:pt x="1487" y="419"/>
                    </a:lnTo>
                    <a:lnTo>
                      <a:pt x="1489" y="413"/>
                    </a:lnTo>
                    <a:lnTo>
                      <a:pt x="1486" y="405"/>
                    </a:lnTo>
                    <a:lnTo>
                      <a:pt x="1482" y="399"/>
                    </a:lnTo>
                    <a:lnTo>
                      <a:pt x="1476" y="394"/>
                    </a:lnTo>
                    <a:lnTo>
                      <a:pt x="1469" y="390"/>
                    </a:lnTo>
                    <a:lnTo>
                      <a:pt x="1415" y="358"/>
                    </a:lnTo>
                    <a:lnTo>
                      <a:pt x="1402" y="367"/>
                    </a:lnTo>
                    <a:lnTo>
                      <a:pt x="1413" y="374"/>
                    </a:lnTo>
                    <a:lnTo>
                      <a:pt x="1383" y="394"/>
                    </a:lnTo>
                    <a:lnTo>
                      <a:pt x="1368" y="405"/>
                    </a:lnTo>
                    <a:lnTo>
                      <a:pt x="1367" y="404"/>
                    </a:lnTo>
                    <a:lnTo>
                      <a:pt x="1365" y="405"/>
                    </a:lnTo>
                    <a:lnTo>
                      <a:pt x="1333" y="382"/>
                    </a:lnTo>
                    <a:lnTo>
                      <a:pt x="1380" y="352"/>
                    </a:lnTo>
                    <a:lnTo>
                      <a:pt x="1398" y="364"/>
                    </a:lnTo>
                    <a:lnTo>
                      <a:pt x="1407" y="353"/>
                    </a:lnTo>
                    <a:lnTo>
                      <a:pt x="806" y="0"/>
                    </a:lnTo>
                    <a:lnTo>
                      <a:pt x="731" y="0"/>
                    </a:lnTo>
                    <a:lnTo>
                      <a:pt x="683" y="24"/>
                    </a:lnTo>
                    <a:lnTo>
                      <a:pt x="683" y="33"/>
                    </a:lnTo>
                    <a:lnTo>
                      <a:pt x="623" y="67"/>
                    </a:lnTo>
                    <a:lnTo>
                      <a:pt x="622" y="80"/>
                    </a:lnTo>
                    <a:lnTo>
                      <a:pt x="616" y="83"/>
                    </a:lnTo>
                    <a:lnTo>
                      <a:pt x="606" y="80"/>
                    </a:lnTo>
                    <a:lnTo>
                      <a:pt x="221" y="308"/>
                    </a:lnTo>
                    <a:lnTo>
                      <a:pt x="217" y="316"/>
                    </a:lnTo>
                    <a:lnTo>
                      <a:pt x="115" y="373"/>
                    </a:lnTo>
                    <a:lnTo>
                      <a:pt x="112" y="392"/>
                    </a:lnTo>
                    <a:lnTo>
                      <a:pt x="70" y="416"/>
                    </a:lnTo>
                    <a:lnTo>
                      <a:pt x="52" y="403"/>
                    </a:lnTo>
                    <a:lnTo>
                      <a:pt x="0" y="432"/>
                    </a:lnTo>
                    <a:lnTo>
                      <a:pt x="582" y="1045"/>
                    </a:lnTo>
                    <a:lnTo>
                      <a:pt x="573" y="1096"/>
                    </a:lnTo>
                    <a:lnTo>
                      <a:pt x="576" y="1097"/>
                    </a:lnTo>
                    <a:lnTo>
                      <a:pt x="581" y="1099"/>
                    </a:lnTo>
                    <a:lnTo>
                      <a:pt x="585" y="1101"/>
                    </a:lnTo>
                    <a:lnTo>
                      <a:pt x="590" y="1101"/>
                    </a:lnTo>
                    <a:lnTo>
                      <a:pt x="596" y="1102"/>
                    </a:lnTo>
                    <a:lnTo>
                      <a:pt x="600" y="1102"/>
                    </a:lnTo>
                    <a:lnTo>
                      <a:pt x="606" y="1101"/>
                    </a:lnTo>
                    <a:lnTo>
                      <a:pt x="612" y="1099"/>
                    </a:lnTo>
                    <a:lnTo>
                      <a:pt x="622" y="1046"/>
                    </a:lnTo>
                    <a:lnTo>
                      <a:pt x="1482" y="425"/>
                    </a:lnTo>
                    <a:close/>
                  </a:path>
                </a:pathLst>
              </a:custGeom>
              <a:solidFill>
                <a:srgbClr val="6B2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2" name="Freeform 446"/>
              <p:cNvSpPr>
                <a:spLocks/>
              </p:cNvSpPr>
              <p:nvPr/>
            </p:nvSpPr>
            <p:spPr bwMode="auto">
              <a:xfrm>
                <a:off x="851" y="1752"/>
                <a:ext cx="176" cy="137"/>
              </a:xfrm>
              <a:custGeom>
                <a:avLst/>
                <a:gdLst>
                  <a:gd name="T0" fmla="*/ 0 w 881"/>
                  <a:gd name="T1" fmla="*/ 0 h 686"/>
                  <a:gd name="T2" fmla="*/ 0 w 881"/>
                  <a:gd name="T3" fmla="*/ 0 h 686"/>
                  <a:gd name="T4" fmla="*/ 0 w 881"/>
                  <a:gd name="T5" fmla="*/ 0 h 686"/>
                  <a:gd name="T6" fmla="*/ 0 w 881"/>
                  <a:gd name="T7" fmla="*/ 0 h 686"/>
                  <a:gd name="T8" fmla="*/ 0 w 881"/>
                  <a:gd name="T9" fmla="*/ 0 h 686"/>
                  <a:gd name="T10" fmla="*/ 0 w 881"/>
                  <a:gd name="T11" fmla="*/ 0 h 686"/>
                  <a:gd name="T12" fmla="*/ 0 w 881"/>
                  <a:gd name="T13" fmla="*/ 0 h 686"/>
                  <a:gd name="T14" fmla="*/ 0 w 881"/>
                  <a:gd name="T15" fmla="*/ 0 h 686"/>
                  <a:gd name="T16" fmla="*/ 0 w 881"/>
                  <a:gd name="T17" fmla="*/ 0 h 686"/>
                  <a:gd name="T18" fmla="*/ 0 w 881"/>
                  <a:gd name="T19" fmla="*/ 0 h 686"/>
                  <a:gd name="T20" fmla="*/ 0 w 881"/>
                  <a:gd name="T21" fmla="*/ 0 h 686"/>
                  <a:gd name="T22" fmla="*/ 0 w 881"/>
                  <a:gd name="T23" fmla="*/ 0 h 686"/>
                  <a:gd name="T24" fmla="*/ 0 w 881"/>
                  <a:gd name="T25" fmla="*/ 0 h 686"/>
                  <a:gd name="T26" fmla="*/ 0 w 881"/>
                  <a:gd name="T27" fmla="*/ 0 h 686"/>
                  <a:gd name="T28" fmla="*/ 0 w 881"/>
                  <a:gd name="T29" fmla="*/ 0 h 686"/>
                  <a:gd name="T30" fmla="*/ 0 w 881"/>
                  <a:gd name="T31" fmla="*/ 0 h 686"/>
                  <a:gd name="T32" fmla="*/ 0 w 881"/>
                  <a:gd name="T33" fmla="*/ 0 h 686"/>
                  <a:gd name="T34" fmla="*/ 0 w 881"/>
                  <a:gd name="T35" fmla="*/ 0 h 686"/>
                  <a:gd name="T36" fmla="*/ 0 w 881"/>
                  <a:gd name="T37" fmla="*/ 0 h 686"/>
                  <a:gd name="T38" fmla="*/ 0 w 881"/>
                  <a:gd name="T39" fmla="*/ 0 h 686"/>
                  <a:gd name="T40" fmla="*/ 0 w 881"/>
                  <a:gd name="T41" fmla="*/ 0 h 686"/>
                  <a:gd name="T42" fmla="*/ 0 w 881"/>
                  <a:gd name="T43" fmla="*/ 0 h 68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881"/>
                  <a:gd name="T67" fmla="*/ 0 h 686"/>
                  <a:gd name="T68" fmla="*/ 881 w 881"/>
                  <a:gd name="T69" fmla="*/ 686 h 68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881" h="686">
                    <a:moveTo>
                      <a:pt x="877" y="0"/>
                    </a:moveTo>
                    <a:lnTo>
                      <a:pt x="875" y="6"/>
                    </a:lnTo>
                    <a:lnTo>
                      <a:pt x="873" y="9"/>
                    </a:lnTo>
                    <a:lnTo>
                      <a:pt x="871" y="12"/>
                    </a:lnTo>
                    <a:lnTo>
                      <a:pt x="870" y="12"/>
                    </a:lnTo>
                    <a:lnTo>
                      <a:pt x="10" y="633"/>
                    </a:lnTo>
                    <a:lnTo>
                      <a:pt x="0" y="686"/>
                    </a:lnTo>
                    <a:lnTo>
                      <a:pt x="5" y="684"/>
                    </a:lnTo>
                    <a:lnTo>
                      <a:pt x="10" y="683"/>
                    </a:lnTo>
                    <a:lnTo>
                      <a:pt x="15" y="681"/>
                    </a:lnTo>
                    <a:lnTo>
                      <a:pt x="19" y="678"/>
                    </a:lnTo>
                    <a:lnTo>
                      <a:pt x="112" y="614"/>
                    </a:lnTo>
                    <a:lnTo>
                      <a:pt x="112" y="601"/>
                    </a:lnTo>
                    <a:lnTo>
                      <a:pt x="806" y="88"/>
                    </a:lnTo>
                    <a:lnTo>
                      <a:pt x="815" y="95"/>
                    </a:lnTo>
                    <a:lnTo>
                      <a:pt x="873" y="46"/>
                    </a:lnTo>
                    <a:lnTo>
                      <a:pt x="881" y="15"/>
                    </a:lnTo>
                    <a:lnTo>
                      <a:pt x="881" y="8"/>
                    </a:lnTo>
                    <a:lnTo>
                      <a:pt x="880" y="6"/>
                    </a:lnTo>
                    <a:lnTo>
                      <a:pt x="880" y="4"/>
                    </a:lnTo>
                    <a:lnTo>
                      <a:pt x="879" y="2"/>
                    </a:lnTo>
                    <a:lnTo>
                      <a:pt x="877" y="0"/>
                    </a:lnTo>
                    <a:close/>
                  </a:path>
                </a:pathLst>
              </a:custGeom>
              <a:solidFill>
                <a:srgbClr val="2B0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3" name="Freeform 447"/>
              <p:cNvSpPr>
                <a:spLocks/>
              </p:cNvSpPr>
              <p:nvPr/>
            </p:nvSpPr>
            <p:spPr bwMode="auto">
              <a:xfrm>
                <a:off x="1027" y="1754"/>
                <a:ext cx="1" cy="1"/>
              </a:xfrm>
              <a:custGeom>
                <a:avLst/>
                <a:gdLst>
                  <a:gd name="T0" fmla="*/ 0 w 1"/>
                  <a:gd name="T1" fmla="*/ 0 h 7"/>
                  <a:gd name="T2" fmla="*/ 0 w 1"/>
                  <a:gd name="T3" fmla="*/ 0 h 7"/>
                  <a:gd name="T4" fmla="*/ 1 w 1"/>
                  <a:gd name="T5" fmla="*/ 0 h 7"/>
                  <a:gd name="T6" fmla="*/ 1 w 1"/>
                  <a:gd name="T7" fmla="*/ 0 h 7"/>
                  <a:gd name="T8" fmla="*/ 1 w 1"/>
                  <a:gd name="T9" fmla="*/ 0 h 7"/>
                  <a:gd name="T10" fmla="*/ 0 w 1"/>
                  <a:gd name="T11" fmla="*/ 0 h 7"/>
                  <a:gd name="T12" fmla="*/ 0 w 1"/>
                  <a:gd name="T13" fmla="*/ 0 h 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"/>
                  <a:gd name="T22" fmla="*/ 0 h 7"/>
                  <a:gd name="T23" fmla="*/ 1 w 1"/>
                  <a:gd name="T24" fmla="*/ 7 h 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" h="7">
                    <a:moveTo>
                      <a:pt x="0" y="0"/>
                    </a:moveTo>
                    <a:lnTo>
                      <a:pt x="0" y="7"/>
                    </a:lnTo>
                    <a:lnTo>
                      <a:pt x="1" y="5"/>
                    </a:lnTo>
                    <a:lnTo>
                      <a:pt x="1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B2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4" name="Freeform 448"/>
              <p:cNvSpPr>
                <a:spLocks/>
              </p:cNvSpPr>
              <p:nvPr/>
            </p:nvSpPr>
            <p:spPr bwMode="auto">
              <a:xfrm>
                <a:off x="742" y="1752"/>
                <a:ext cx="86" cy="35"/>
              </a:xfrm>
              <a:custGeom>
                <a:avLst/>
                <a:gdLst>
                  <a:gd name="T0" fmla="*/ 0 w 428"/>
                  <a:gd name="T1" fmla="*/ 0 h 173"/>
                  <a:gd name="T2" fmla="*/ 0 w 428"/>
                  <a:gd name="T3" fmla="*/ 0 h 173"/>
                  <a:gd name="T4" fmla="*/ 0 w 428"/>
                  <a:gd name="T5" fmla="*/ 0 h 173"/>
                  <a:gd name="T6" fmla="*/ 0 w 428"/>
                  <a:gd name="T7" fmla="*/ 0 h 173"/>
                  <a:gd name="T8" fmla="*/ 0 w 428"/>
                  <a:gd name="T9" fmla="*/ 0 h 173"/>
                  <a:gd name="T10" fmla="*/ 0 w 428"/>
                  <a:gd name="T11" fmla="*/ 0 h 173"/>
                  <a:gd name="T12" fmla="*/ 0 w 428"/>
                  <a:gd name="T13" fmla="*/ 0 h 173"/>
                  <a:gd name="T14" fmla="*/ 0 w 428"/>
                  <a:gd name="T15" fmla="*/ 0 h 173"/>
                  <a:gd name="T16" fmla="*/ 0 w 428"/>
                  <a:gd name="T17" fmla="*/ 0 h 173"/>
                  <a:gd name="T18" fmla="*/ 0 w 428"/>
                  <a:gd name="T19" fmla="*/ 0 h 173"/>
                  <a:gd name="T20" fmla="*/ 0 w 428"/>
                  <a:gd name="T21" fmla="*/ 0 h 173"/>
                  <a:gd name="T22" fmla="*/ 0 w 428"/>
                  <a:gd name="T23" fmla="*/ 0 h 173"/>
                  <a:gd name="T24" fmla="*/ 0 w 428"/>
                  <a:gd name="T25" fmla="*/ 0 h 173"/>
                  <a:gd name="T26" fmla="*/ 0 w 428"/>
                  <a:gd name="T27" fmla="*/ 0 h 173"/>
                  <a:gd name="T28" fmla="*/ 0 w 428"/>
                  <a:gd name="T29" fmla="*/ 0 h 173"/>
                  <a:gd name="T30" fmla="*/ 0 w 428"/>
                  <a:gd name="T31" fmla="*/ 0 h 173"/>
                  <a:gd name="T32" fmla="*/ 0 w 428"/>
                  <a:gd name="T33" fmla="*/ 0 h 173"/>
                  <a:gd name="T34" fmla="*/ 0 w 428"/>
                  <a:gd name="T35" fmla="*/ 0 h 173"/>
                  <a:gd name="T36" fmla="*/ 0 w 428"/>
                  <a:gd name="T37" fmla="*/ 0 h 173"/>
                  <a:gd name="T38" fmla="*/ 0 w 428"/>
                  <a:gd name="T39" fmla="*/ 0 h 173"/>
                  <a:gd name="T40" fmla="*/ 0 w 428"/>
                  <a:gd name="T41" fmla="*/ 0 h 173"/>
                  <a:gd name="T42" fmla="*/ 0 w 428"/>
                  <a:gd name="T43" fmla="*/ 0 h 173"/>
                  <a:gd name="T44" fmla="*/ 0 w 428"/>
                  <a:gd name="T45" fmla="*/ 0 h 173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428"/>
                  <a:gd name="T70" fmla="*/ 0 h 173"/>
                  <a:gd name="T71" fmla="*/ 428 w 428"/>
                  <a:gd name="T72" fmla="*/ 173 h 173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428" h="173">
                    <a:moveTo>
                      <a:pt x="0" y="2"/>
                    </a:moveTo>
                    <a:lnTo>
                      <a:pt x="160" y="164"/>
                    </a:lnTo>
                    <a:lnTo>
                      <a:pt x="161" y="166"/>
                    </a:lnTo>
                    <a:lnTo>
                      <a:pt x="163" y="167"/>
                    </a:lnTo>
                    <a:lnTo>
                      <a:pt x="168" y="169"/>
                    </a:lnTo>
                    <a:lnTo>
                      <a:pt x="174" y="171"/>
                    </a:lnTo>
                    <a:lnTo>
                      <a:pt x="181" y="173"/>
                    </a:lnTo>
                    <a:lnTo>
                      <a:pt x="189" y="173"/>
                    </a:lnTo>
                    <a:lnTo>
                      <a:pt x="199" y="169"/>
                    </a:lnTo>
                    <a:lnTo>
                      <a:pt x="209" y="163"/>
                    </a:lnTo>
                    <a:lnTo>
                      <a:pt x="428" y="27"/>
                    </a:lnTo>
                    <a:lnTo>
                      <a:pt x="423" y="24"/>
                    </a:lnTo>
                    <a:lnTo>
                      <a:pt x="207" y="156"/>
                    </a:lnTo>
                    <a:lnTo>
                      <a:pt x="206" y="157"/>
                    </a:lnTo>
                    <a:lnTo>
                      <a:pt x="204" y="158"/>
                    </a:lnTo>
                    <a:lnTo>
                      <a:pt x="200" y="161"/>
                    </a:lnTo>
                    <a:lnTo>
                      <a:pt x="194" y="163"/>
                    </a:lnTo>
                    <a:lnTo>
                      <a:pt x="188" y="164"/>
                    </a:lnTo>
                    <a:lnTo>
                      <a:pt x="180" y="164"/>
                    </a:lnTo>
                    <a:lnTo>
                      <a:pt x="172" y="162"/>
                    </a:lnTo>
                    <a:lnTo>
                      <a:pt x="162" y="157"/>
                    </a:lnTo>
                    <a:lnTo>
                      <a:pt x="7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2B0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5" name="Freeform 449"/>
              <p:cNvSpPr>
                <a:spLocks/>
              </p:cNvSpPr>
              <p:nvPr/>
            </p:nvSpPr>
            <p:spPr bwMode="auto">
              <a:xfrm>
                <a:off x="1008" y="1740"/>
                <a:ext cx="3" cy="3"/>
              </a:xfrm>
              <a:custGeom>
                <a:avLst/>
                <a:gdLst>
                  <a:gd name="T0" fmla="*/ 0 w 17"/>
                  <a:gd name="T1" fmla="*/ 0 h 14"/>
                  <a:gd name="T2" fmla="*/ 0 w 17"/>
                  <a:gd name="T3" fmla="*/ 0 h 14"/>
                  <a:gd name="T4" fmla="*/ 0 w 17"/>
                  <a:gd name="T5" fmla="*/ 0 h 14"/>
                  <a:gd name="T6" fmla="*/ 0 w 17"/>
                  <a:gd name="T7" fmla="*/ 0 h 14"/>
                  <a:gd name="T8" fmla="*/ 0 w 17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4"/>
                  <a:gd name="T17" fmla="*/ 17 w 17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4">
                    <a:moveTo>
                      <a:pt x="4" y="14"/>
                    </a:moveTo>
                    <a:lnTo>
                      <a:pt x="17" y="5"/>
                    </a:lnTo>
                    <a:lnTo>
                      <a:pt x="9" y="0"/>
                    </a:lnTo>
                    <a:lnTo>
                      <a:pt x="0" y="11"/>
                    </a:ln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6B2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6" name="Freeform 450"/>
              <p:cNvSpPr>
                <a:spLocks/>
              </p:cNvSpPr>
              <p:nvPr/>
            </p:nvSpPr>
            <p:spPr bwMode="auto">
              <a:xfrm>
                <a:off x="995" y="1740"/>
                <a:ext cx="13" cy="11"/>
              </a:xfrm>
              <a:custGeom>
                <a:avLst/>
                <a:gdLst>
                  <a:gd name="T0" fmla="*/ 0 w 65"/>
                  <a:gd name="T1" fmla="*/ 0 h 53"/>
                  <a:gd name="T2" fmla="*/ 0 w 65"/>
                  <a:gd name="T3" fmla="*/ 0 h 53"/>
                  <a:gd name="T4" fmla="*/ 0 w 65"/>
                  <a:gd name="T5" fmla="*/ 0 h 53"/>
                  <a:gd name="T6" fmla="*/ 0 w 65"/>
                  <a:gd name="T7" fmla="*/ 0 h 53"/>
                  <a:gd name="T8" fmla="*/ 0 w 65"/>
                  <a:gd name="T9" fmla="*/ 0 h 53"/>
                  <a:gd name="T10" fmla="*/ 0 w 65"/>
                  <a:gd name="T11" fmla="*/ 0 h 53"/>
                  <a:gd name="T12" fmla="*/ 0 w 65"/>
                  <a:gd name="T13" fmla="*/ 0 h 53"/>
                  <a:gd name="T14" fmla="*/ 0 w 65"/>
                  <a:gd name="T15" fmla="*/ 0 h 53"/>
                  <a:gd name="T16" fmla="*/ 0 w 65"/>
                  <a:gd name="T17" fmla="*/ 0 h 5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65"/>
                  <a:gd name="T28" fmla="*/ 0 h 53"/>
                  <a:gd name="T29" fmla="*/ 65 w 65"/>
                  <a:gd name="T30" fmla="*/ 53 h 5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65" h="53">
                    <a:moveTo>
                      <a:pt x="40" y="34"/>
                    </a:moveTo>
                    <a:lnTo>
                      <a:pt x="42" y="36"/>
                    </a:lnTo>
                    <a:lnTo>
                      <a:pt x="65" y="12"/>
                    </a:lnTo>
                    <a:lnTo>
                      <a:pt x="47" y="0"/>
                    </a:lnTo>
                    <a:lnTo>
                      <a:pt x="0" y="30"/>
                    </a:lnTo>
                    <a:lnTo>
                      <a:pt x="32" y="53"/>
                    </a:lnTo>
                    <a:lnTo>
                      <a:pt x="34" y="52"/>
                    </a:lnTo>
                    <a:lnTo>
                      <a:pt x="24" y="45"/>
                    </a:lnTo>
                    <a:lnTo>
                      <a:pt x="40" y="34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7" name="Freeform 451"/>
              <p:cNvSpPr>
                <a:spLocks/>
              </p:cNvSpPr>
              <p:nvPr/>
            </p:nvSpPr>
            <p:spPr bwMode="auto">
              <a:xfrm>
                <a:off x="1003" y="1742"/>
                <a:ext cx="6" cy="5"/>
              </a:xfrm>
              <a:custGeom>
                <a:avLst/>
                <a:gdLst>
                  <a:gd name="T0" fmla="*/ 0 w 27"/>
                  <a:gd name="T1" fmla="*/ 0 h 25"/>
                  <a:gd name="T2" fmla="*/ 0 w 27"/>
                  <a:gd name="T3" fmla="*/ 0 h 25"/>
                  <a:gd name="T4" fmla="*/ 0 w 27"/>
                  <a:gd name="T5" fmla="*/ 0 h 25"/>
                  <a:gd name="T6" fmla="*/ 0 w 27"/>
                  <a:gd name="T7" fmla="*/ 0 h 25"/>
                  <a:gd name="T8" fmla="*/ 0 w 27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"/>
                  <a:gd name="T16" fmla="*/ 0 h 25"/>
                  <a:gd name="T17" fmla="*/ 27 w 27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" h="25">
                    <a:moveTo>
                      <a:pt x="0" y="24"/>
                    </a:moveTo>
                    <a:lnTo>
                      <a:pt x="1" y="25"/>
                    </a:lnTo>
                    <a:lnTo>
                      <a:pt x="27" y="3"/>
                    </a:lnTo>
                    <a:lnTo>
                      <a:pt x="23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8" name="Freeform 452"/>
              <p:cNvSpPr>
                <a:spLocks/>
              </p:cNvSpPr>
              <p:nvPr/>
            </p:nvSpPr>
            <p:spPr bwMode="auto">
              <a:xfrm>
                <a:off x="1004" y="1743"/>
                <a:ext cx="7" cy="5"/>
              </a:xfrm>
              <a:custGeom>
                <a:avLst/>
                <a:gdLst>
                  <a:gd name="T0" fmla="*/ 0 w 37"/>
                  <a:gd name="T1" fmla="*/ 0 h 27"/>
                  <a:gd name="T2" fmla="*/ 0 w 37"/>
                  <a:gd name="T3" fmla="*/ 0 h 27"/>
                  <a:gd name="T4" fmla="*/ 0 w 37"/>
                  <a:gd name="T5" fmla="*/ 0 h 27"/>
                  <a:gd name="T6" fmla="*/ 0 w 37"/>
                  <a:gd name="T7" fmla="*/ 0 h 27"/>
                  <a:gd name="T8" fmla="*/ 0 w 37"/>
                  <a:gd name="T9" fmla="*/ 0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27"/>
                  <a:gd name="T17" fmla="*/ 37 w 37"/>
                  <a:gd name="T18" fmla="*/ 27 h 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27">
                    <a:moveTo>
                      <a:pt x="7" y="27"/>
                    </a:moveTo>
                    <a:lnTo>
                      <a:pt x="37" y="7"/>
                    </a:lnTo>
                    <a:lnTo>
                      <a:pt x="26" y="0"/>
                    </a:lnTo>
                    <a:lnTo>
                      <a:pt x="0" y="22"/>
                    </a:lnTo>
                    <a:lnTo>
                      <a:pt x="7" y="27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9" name="Freeform 453"/>
              <p:cNvSpPr>
                <a:spLocks/>
              </p:cNvSpPr>
              <p:nvPr/>
            </p:nvSpPr>
            <p:spPr bwMode="auto">
              <a:xfrm>
                <a:off x="1002" y="1748"/>
                <a:ext cx="3" cy="3"/>
              </a:xfrm>
              <a:custGeom>
                <a:avLst/>
                <a:gdLst>
                  <a:gd name="T0" fmla="*/ 0 w 16"/>
                  <a:gd name="T1" fmla="*/ 0 h 11"/>
                  <a:gd name="T2" fmla="*/ 0 w 16"/>
                  <a:gd name="T3" fmla="*/ 0 h 11"/>
                  <a:gd name="T4" fmla="*/ 0 w 16"/>
                  <a:gd name="T5" fmla="*/ 0 h 11"/>
                  <a:gd name="T6" fmla="*/ 0 w 16"/>
                  <a:gd name="T7" fmla="*/ 0 h 11"/>
                  <a:gd name="T8" fmla="*/ 0 w 16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"/>
                  <a:gd name="T16" fmla="*/ 0 h 11"/>
                  <a:gd name="T17" fmla="*/ 16 w 16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" h="11">
                    <a:moveTo>
                      <a:pt x="1" y="11"/>
                    </a:moveTo>
                    <a:lnTo>
                      <a:pt x="16" y="0"/>
                    </a:lnTo>
                    <a:lnTo>
                      <a:pt x="0" y="10"/>
                    </a:lnTo>
                    <a:lnTo>
                      <a:pt x="1" y="1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0" name="Freeform 454"/>
              <p:cNvSpPr>
                <a:spLocks/>
              </p:cNvSpPr>
              <p:nvPr/>
            </p:nvSpPr>
            <p:spPr bwMode="auto">
              <a:xfrm>
                <a:off x="773" y="1686"/>
                <a:ext cx="116" cy="78"/>
              </a:xfrm>
              <a:custGeom>
                <a:avLst/>
                <a:gdLst>
                  <a:gd name="T0" fmla="*/ 0 w 580"/>
                  <a:gd name="T1" fmla="*/ 0 h 391"/>
                  <a:gd name="T2" fmla="*/ 0 w 580"/>
                  <a:gd name="T3" fmla="*/ 0 h 391"/>
                  <a:gd name="T4" fmla="*/ 0 w 580"/>
                  <a:gd name="T5" fmla="*/ 0 h 391"/>
                  <a:gd name="T6" fmla="*/ 0 w 580"/>
                  <a:gd name="T7" fmla="*/ 0 h 391"/>
                  <a:gd name="T8" fmla="*/ 0 w 580"/>
                  <a:gd name="T9" fmla="*/ 0 h 391"/>
                  <a:gd name="T10" fmla="*/ 0 w 580"/>
                  <a:gd name="T11" fmla="*/ 0 h 391"/>
                  <a:gd name="T12" fmla="*/ 0 w 580"/>
                  <a:gd name="T13" fmla="*/ 0 h 391"/>
                  <a:gd name="T14" fmla="*/ 0 w 580"/>
                  <a:gd name="T15" fmla="*/ 0 h 391"/>
                  <a:gd name="T16" fmla="*/ 0 w 580"/>
                  <a:gd name="T17" fmla="*/ 0 h 391"/>
                  <a:gd name="T18" fmla="*/ 0 w 580"/>
                  <a:gd name="T19" fmla="*/ 0 h 391"/>
                  <a:gd name="T20" fmla="*/ 0 w 580"/>
                  <a:gd name="T21" fmla="*/ 0 h 391"/>
                  <a:gd name="T22" fmla="*/ 0 w 580"/>
                  <a:gd name="T23" fmla="*/ 0 h 391"/>
                  <a:gd name="T24" fmla="*/ 0 w 580"/>
                  <a:gd name="T25" fmla="*/ 0 h 391"/>
                  <a:gd name="T26" fmla="*/ 0 w 580"/>
                  <a:gd name="T27" fmla="*/ 0 h 391"/>
                  <a:gd name="T28" fmla="*/ 0 w 580"/>
                  <a:gd name="T29" fmla="*/ 0 h 391"/>
                  <a:gd name="T30" fmla="*/ 0 w 580"/>
                  <a:gd name="T31" fmla="*/ 0 h 391"/>
                  <a:gd name="T32" fmla="*/ 0 w 580"/>
                  <a:gd name="T33" fmla="*/ 0 h 391"/>
                  <a:gd name="T34" fmla="*/ 0 w 580"/>
                  <a:gd name="T35" fmla="*/ 0 h 391"/>
                  <a:gd name="T36" fmla="*/ 0 w 580"/>
                  <a:gd name="T37" fmla="*/ 0 h 391"/>
                  <a:gd name="T38" fmla="*/ 0 w 580"/>
                  <a:gd name="T39" fmla="*/ 0 h 391"/>
                  <a:gd name="T40" fmla="*/ 0 w 580"/>
                  <a:gd name="T41" fmla="*/ 0 h 391"/>
                  <a:gd name="T42" fmla="*/ 0 w 580"/>
                  <a:gd name="T43" fmla="*/ 0 h 39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580"/>
                  <a:gd name="T67" fmla="*/ 0 h 391"/>
                  <a:gd name="T68" fmla="*/ 580 w 580"/>
                  <a:gd name="T69" fmla="*/ 391 h 391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580" h="391">
                    <a:moveTo>
                      <a:pt x="236" y="384"/>
                    </a:moveTo>
                    <a:lnTo>
                      <a:pt x="220" y="389"/>
                    </a:lnTo>
                    <a:lnTo>
                      <a:pt x="205" y="391"/>
                    </a:lnTo>
                    <a:lnTo>
                      <a:pt x="193" y="390"/>
                    </a:lnTo>
                    <a:lnTo>
                      <a:pt x="183" y="389"/>
                    </a:lnTo>
                    <a:lnTo>
                      <a:pt x="174" y="385"/>
                    </a:lnTo>
                    <a:lnTo>
                      <a:pt x="168" y="383"/>
                    </a:lnTo>
                    <a:lnTo>
                      <a:pt x="165" y="380"/>
                    </a:lnTo>
                    <a:lnTo>
                      <a:pt x="164" y="379"/>
                    </a:lnTo>
                    <a:lnTo>
                      <a:pt x="6" y="234"/>
                    </a:lnTo>
                    <a:lnTo>
                      <a:pt x="0" y="228"/>
                    </a:lnTo>
                    <a:lnTo>
                      <a:pt x="385" y="0"/>
                    </a:lnTo>
                    <a:lnTo>
                      <a:pt x="570" y="132"/>
                    </a:lnTo>
                    <a:lnTo>
                      <a:pt x="571" y="133"/>
                    </a:lnTo>
                    <a:lnTo>
                      <a:pt x="574" y="136"/>
                    </a:lnTo>
                    <a:lnTo>
                      <a:pt x="577" y="141"/>
                    </a:lnTo>
                    <a:lnTo>
                      <a:pt x="578" y="147"/>
                    </a:lnTo>
                    <a:lnTo>
                      <a:pt x="580" y="154"/>
                    </a:lnTo>
                    <a:lnTo>
                      <a:pt x="576" y="162"/>
                    </a:lnTo>
                    <a:lnTo>
                      <a:pt x="570" y="170"/>
                    </a:lnTo>
                    <a:lnTo>
                      <a:pt x="558" y="180"/>
                    </a:lnTo>
                    <a:lnTo>
                      <a:pt x="236" y="384"/>
                    </a:lnTo>
                    <a:close/>
                  </a:path>
                </a:pathLst>
              </a:custGeom>
              <a:solidFill>
                <a:srgbClr val="A0828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1" name="Freeform 455"/>
              <p:cNvSpPr>
                <a:spLocks/>
              </p:cNvSpPr>
              <p:nvPr/>
            </p:nvSpPr>
            <p:spPr bwMode="auto">
              <a:xfrm>
                <a:off x="772" y="1731"/>
                <a:ext cx="2" cy="2"/>
              </a:xfrm>
              <a:custGeom>
                <a:avLst/>
                <a:gdLst>
                  <a:gd name="T0" fmla="*/ 0 w 9"/>
                  <a:gd name="T1" fmla="*/ 0 h 8"/>
                  <a:gd name="T2" fmla="*/ 0 w 9"/>
                  <a:gd name="T3" fmla="*/ 0 h 8"/>
                  <a:gd name="T4" fmla="*/ 0 w 9"/>
                  <a:gd name="T5" fmla="*/ 0 h 8"/>
                  <a:gd name="T6" fmla="*/ 0 w 9"/>
                  <a:gd name="T7" fmla="*/ 0 h 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8"/>
                  <a:gd name="T14" fmla="*/ 9 w 9"/>
                  <a:gd name="T15" fmla="*/ 8 h 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8">
                    <a:moveTo>
                      <a:pt x="0" y="8"/>
                    </a:moveTo>
                    <a:lnTo>
                      <a:pt x="9" y="3"/>
                    </a:lnTo>
                    <a:lnTo>
                      <a:pt x="4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A0388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2" name="Freeform 456"/>
              <p:cNvSpPr>
                <a:spLocks/>
              </p:cNvSpPr>
              <p:nvPr/>
            </p:nvSpPr>
            <p:spPr bwMode="auto">
              <a:xfrm>
                <a:off x="827" y="1698"/>
                <a:ext cx="46" cy="33"/>
              </a:xfrm>
              <a:custGeom>
                <a:avLst/>
                <a:gdLst>
                  <a:gd name="T0" fmla="*/ 0 w 230"/>
                  <a:gd name="T1" fmla="*/ 0 h 162"/>
                  <a:gd name="T2" fmla="*/ 0 w 230"/>
                  <a:gd name="T3" fmla="*/ 0 h 162"/>
                  <a:gd name="T4" fmla="*/ 0 w 230"/>
                  <a:gd name="T5" fmla="*/ 0 h 162"/>
                  <a:gd name="T6" fmla="*/ 0 w 230"/>
                  <a:gd name="T7" fmla="*/ 0 h 162"/>
                  <a:gd name="T8" fmla="*/ 0 w 230"/>
                  <a:gd name="T9" fmla="*/ 0 h 1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0"/>
                  <a:gd name="T16" fmla="*/ 0 h 162"/>
                  <a:gd name="T17" fmla="*/ 230 w 230"/>
                  <a:gd name="T18" fmla="*/ 162 h 1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0" h="162">
                    <a:moveTo>
                      <a:pt x="93" y="0"/>
                    </a:moveTo>
                    <a:lnTo>
                      <a:pt x="230" y="103"/>
                    </a:lnTo>
                    <a:lnTo>
                      <a:pt x="134" y="162"/>
                    </a:lnTo>
                    <a:lnTo>
                      <a:pt x="0" y="54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rgbClr val="6B2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3" name="Freeform 457"/>
              <p:cNvSpPr>
                <a:spLocks/>
              </p:cNvSpPr>
              <p:nvPr/>
            </p:nvSpPr>
            <p:spPr bwMode="auto">
              <a:xfrm>
                <a:off x="727" y="1756"/>
                <a:ext cx="118" cy="133"/>
              </a:xfrm>
              <a:custGeom>
                <a:avLst/>
                <a:gdLst>
                  <a:gd name="T0" fmla="*/ 0 w 589"/>
                  <a:gd name="T1" fmla="*/ 0 h 664"/>
                  <a:gd name="T2" fmla="*/ 0 w 589"/>
                  <a:gd name="T3" fmla="*/ 0 h 664"/>
                  <a:gd name="T4" fmla="*/ 0 w 589"/>
                  <a:gd name="T5" fmla="*/ 0 h 664"/>
                  <a:gd name="T6" fmla="*/ 0 w 589"/>
                  <a:gd name="T7" fmla="*/ 0 h 664"/>
                  <a:gd name="T8" fmla="*/ 0 w 589"/>
                  <a:gd name="T9" fmla="*/ 0 h 664"/>
                  <a:gd name="T10" fmla="*/ 0 w 589"/>
                  <a:gd name="T11" fmla="*/ 0 h 664"/>
                  <a:gd name="T12" fmla="*/ 0 w 589"/>
                  <a:gd name="T13" fmla="*/ 0 h 664"/>
                  <a:gd name="T14" fmla="*/ 0 w 589"/>
                  <a:gd name="T15" fmla="*/ 0 h 664"/>
                  <a:gd name="T16" fmla="*/ 0 w 589"/>
                  <a:gd name="T17" fmla="*/ 0 h 664"/>
                  <a:gd name="T18" fmla="*/ 0 w 589"/>
                  <a:gd name="T19" fmla="*/ 0 h 664"/>
                  <a:gd name="T20" fmla="*/ 0 w 589"/>
                  <a:gd name="T21" fmla="*/ 0 h 664"/>
                  <a:gd name="T22" fmla="*/ 0 w 589"/>
                  <a:gd name="T23" fmla="*/ 0 h 664"/>
                  <a:gd name="T24" fmla="*/ 0 w 589"/>
                  <a:gd name="T25" fmla="*/ 0 h 664"/>
                  <a:gd name="T26" fmla="*/ 0 w 589"/>
                  <a:gd name="T27" fmla="*/ 0 h 66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589"/>
                  <a:gd name="T43" fmla="*/ 0 h 664"/>
                  <a:gd name="T44" fmla="*/ 589 w 589"/>
                  <a:gd name="T45" fmla="*/ 664 h 66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589" h="664">
                    <a:moveTo>
                      <a:pt x="7" y="0"/>
                    </a:moveTo>
                    <a:lnTo>
                      <a:pt x="6" y="0"/>
                    </a:lnTo>
                    <a:lnTo>
                      <a:pt x="0" y="43"/>
                    </a:lnTo>
                    <a:lnTo>
                      <a:pt x="34" y="81"/>
                    </a:lnTo>
                    <a:lnTo>
                      <a:pt x="39" y="56"/>
                    </a:lnTo>
                    <a:lnTo>
                      <a:pt x="73" y="93"/>
                    </a:lnTo>
                    <a:lnTo>
                      <a:pt x="69" y="118"/>
                    </a:lnTo>
                    <a:lnTo>
                      <a:pt x="570" y="657"/>
                    </a:lnTo>
                    <a:lnTo>
                      <a:pt x="572" y="658"/>
                    </a:lnTo>
                    <a:lnTo>
                      <a:pt x="573" y="659"/>
                    </a:lnTo>
                    <a:lnTo>
                      <a:pt x="576" y="662"/>
                    </a:lnTo>
                    <a:lnTo>
                      <a:pt x="580" y="664"/>
                    </a:lnTo>
                    <a:lnTo>
                      <a:pt x="589" y="613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A549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4" name="Freeform 458"/>
              <p:cNvSpPr>
                <a:spLocks/>
              </p:cNvSpPr>
              <p:nvPr/>
            </p:nvSpPr>
            <p:spPr bwMode="auto">
              <a:xfrm>
                <a:off x="734" y="1767"/>
                <a:ext cx="3" cy="5"/>
              </a:xfrm>
              <a:custGeom>
                <a:avLst/>
                <a:gdLst>
                  <a:gd name="T0" fmla="*/ 0 w 18"/>
                  <a:gd name="T1" fmla="*/ 0 h 25"/>
                  <a:gd name="T2" fmla="*/ 0 w 18"/>
                  <a:gd name="T3" fmla="*/ 0 h 25"/>
                  <a:gd name="T4" fmla="*/ 0 w 18"/>
                  <a:gd name="T5" fmla="*/ 0 h 25"/>
                  <a:gd name="T6" fmla="*/ 0 w 18"/>
                  <a:gd name="T7" fmla="*/ 0 h 2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"/>
                  <a:gd name="T13" fmla="*/ 0 h 25"/>
                  <a:gd name="T14" fmla="*/ 18 w 18"/>
                  <a:gd name="T15" fmla="*/ 25 h 2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" h="25">
                    <a:moveTo>
                      <a:pt x="5" y="0"/>
                    </a:moveTo>
                    <a:lnTo>
                      <a:pt x="0" y="25"/>
                    </a:lnTo>
                    <a:lnTo>
                      <a:pt x="18" y="14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4400A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5" name="Freeform 459"/>
              <p:cNvSpPr>
                <a:spLocks/>
              </p:cNvSpPr>
              <p:nvPr/>
            </p:nvSpPr>
            <p:spPr bwMode="auto">
              <a:xfrm>
                <a:off x="793" y="1708"/>
                <a:ext cx="207" cy="155"/>
              </a:xfrm>
              <a:custGeom>
                <a:avLst/>
                <a:gdLst>
                  <a:gd name="T0" fmla="*/ 0 w 1036"/>
                  <a:gd name="T1" fmla="*/ 0 h 772"/>
                  <a:gd name="T2" fmla="*/ 0 w 1036"/>
                  <a:gd name="T3" fmla="*/ 0 h 772"/>
                  <a:gd name="T4" fmla="*/ 0 w 1036"/>
                  <a:gd name="T5" fmla="*/ 0 h 772"/>
                  <a:gd name="T6" fmla="*/ 0 w 1036"/>
                  <a:gd name="T7" fmla="*/ 0 h 772"/>
                  <a:gd name="T8" fmla="*/ 0 w 1036"/>
                  <a:gd name="T9" fmla="*/ 0 h 772"/>
                  <a:gd name="T10" fmla="*/ 0 w 1036"/>
                  <a:gd name="T11" fmla="*/ 0 h 772"/>
                  <a:gd name="T12" fmla="*/ 0 w 1036"/>
                  <a:gd name="T13" fmla="*/ 0 h 772"/>
                  <a:gd name="T14" fmla="*/ 0 w 1036"/>
                  <a:gd name="T15" fmla="*/ 0 h 772"/>
                  <a:gd name="T16" fmla="*/ 0 w 1036"/>
                  <a:gd name="T17" fmla="*/ 0 h 772"/>
                  <a:gd name="T18" fmla="*/ 0 w 1036"/>
                  <a:gd name="T19" fmla="*/ 0 h 772"/>
                  <a:gd name="T20" fmla="*/ 0 w 1036"/>
                  <a:gd name="T21" fmla="*/ 0 h 772"/>
                  <a:gd name="T22" fmla="*/ 0 w 1036"/>
                  <a:gd name="T23" fmla="*/ 0 h 772"/>
                  <a:gd name="T24" fmla="*/ 0 w 1036"/>
                  <a:gd name="T25" fmla="*/ 0 h 772"/>
                  <a:gd name="T26" fmla="*/ 0 w 1036"/>
                  <a:gd name="T27" fmla="*/ 0 h 772"/>
                  <a:gd name="T28" fmla="*/ 0 w 1036"/>
                  <a:gd name="T29" fmla="*/ 0 h 772"/>
                  <a:gd name="T30" fmla="*/ 0 w 1036"/>
                  <a:gd name="T31" fmla="*/ 0 h 772"/>
                  <a:gd name="T32" fmla="*/ 0 w 1036"/>
                  <a:gd name="T33" fmla="*/ 0 h 772"/>
                  <a:gd name="T34" fmla="*/ 0 w 1036"/>
                  <a:gd name="T35" fmla="*/ 0 h 772"/>
                  <a:gd name="T36" fmla="*/ 0 w 1036"/>
                  <a:gd name="T37" fmla="*/ 0 h 772"/>
                  <a:gd name="T38" fmla="*/ 0 w 1036"/>
                  <a:gd name="T39" fmla="*/ 0 h 772"/>
                  <a:gd name="T40" fmla="*/ 0 w 1036"/>
                  <a:gd name="T41" fmla="*/ 0 h 772"/>
                  <a:gd name="T42" fmla="*/ 0 w 1036"/>
                  <a:gd name="T43" fmla="*/ 0 h 772"/>
                  <a:gd name="T44" fmla="*/ 0 w 1036"/>
                  <a:gd name="T45" fmla="*/ 0 h 772"/>
                  <a:gd name="T46" fmla="*/ 0 w 1036"/>
                  <a:gd name="T47" fmla="*/ 0 h 772"/>
                  <a:gd name="T48" fmla="*/ 0 w 1036"/>
                  <a:gd name="T49" fmla="*/ 0 h 772"/>
                  <a:gd name="T50" fmla="*/ 0 w 1036"/>
                  <a:gd name="T51" fmla="*/ 0 h 772"/>
                  <a:gd name="T52" fmla="*/ 0 w 1036"/>
                  <a:gd name="T53" fmla="*/ 0 h 772"/>
                  <a:gd name="T54" fmla="*/ 0 w 1036"/>
                  <a:gd name="T55" fmla="*/ 0 h 772"/>
                  <a:gd name="T56" fmla="*/ 0 w 1036"/>
                  <a:gd name="T57" fmla="*/ 0 h 772"/>
                  <a:gd name="T58" fmla="*/ 0 w 1036"/>
                  <a:gd name="T59" fmla="*/ 0 h 772"/>
                  <a:gd name="T60" fmla="*/ 0 w 1036"/>
                  <a:gd name="T61" fmla="*/ 0 h 772"/>
                  <a:gd name="T62" fmla="*/ 0 w 1036"/>
                  <a:gd name="T63" fmla="*/ 0 h 772"/>
                  <a:gd name="T64" fmla="*/ 0 w 1036"/>
                  <a:gd name="T65" fmla="*/ 0 h 77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36"/>
                  <a:gd name="T100" fmla="*/ 0 h 772"/>
                  <a:gd name="T101" fmla="*/ 1036 w 1036"/>
                  <a:gd name="T102" fmla="*/ 772 h 772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36" h="772">
                    <a:moveTo>
                      <a:pt x="2" y="446"/>
                    </a:moveTo>
                    <a:lnTo>
                      <a:pt x="292" y="756"/>
                    </a:lnTo>
                    <a:lnTo>
                      <a:pt x="294" y="757"/>
                    </a:lnTo>
                    <a:lnTo>
                      <a:pt x="297" y="760"/>
                    </a:lnTo>
                    <a:lnTo>
                      <a:pt x="302" y="765"/>
                    </a:lnTo>
                    <a:lnTo>
                      <a:pt x="309" y="768"/>
                    </a:lnTo>
                    <a:lnTo>
                      <a:pt x="317" y="771"/>
                    </a:lnTo>
                    <a:lnTo>
                      <a:pt x="328" y="772"/>
                    </a:lnTo>
                    <a:lnTo>
                      <a:pt x="340" y="772"/>
                    </a:lnTo>
                    <a:lnTo>
                      <a:pt x="353" y="767"/>
                    </a:lnTo>
                    <a:lnTo>
                      <a:pt x="1024" y="268"/>
                    </a:lnTo>
                    <a:lnTo>
                      <a:pt x="1025" y="267"/>
                    </a:lnTo>
                    <a:lnTo>
                      <a:pt x="1029" y="263"/>
                    </a:lnTo>
                    <a:lnTo>
                      <a:pt x="1032" y="257"/>
                    </a:lnTo>
                    <a:lnTo>
                      <a:pt x="1036" y="248"/>
                    </a:lnTo>
                    <a:lnTo>
                      <a:pt x="1036" y="239"/>
                    </a:lnTo>
                    <a:lnTo>
                      <a:pt x="1034" y="227"/>
                    </a:lnTo>
                    <a:lnTo>
                      <a:pt x="1025" y="216"/>
                    </a:lnTo>
                    <a:lnTo>
                      <a:pt x="1010" y="204"/>
                    </a:lnTo>
                    <a:lnTo>
                      <a:pt x="671" y="3"/>
                    </a:lnTo>
                    <a:lnTo>
                      <a:pt x="670" y="3"/>
                    </a:lnTo>
                    <a:lnTo>
                      <a:pt x="668" y="1"/>
                    </a:lnTo>
                    <a:lnTo>
                      <a:pt x="664" y="0"/>
                    </a:lnTo>
                    <a:lnTo>
                      <a:pt x="659" y="0"/>
                    </a:lnTo>
                    <a:lnTo>
                      <a:pt x="654" y="0"/>
                    </a:lnTo>
                    <a:lnTo>
                      <a:pt x="646" y="1"/>
                    </a:lnTo>
                    <a:lnTo>
                      <a:pt x="638" y="4"/>
                    </a:lnTo>
                    <a:lnTo>
                      <a:pt x="628" y="9"/>
                    </a:lnTo>
                    <a:lnTo>
                      <a:pt x="22" y="403"/>
                    </a:lnTo>
                    <a:lnTo>
                      <a:pt x="17" y="408"/>
                    </a:lnTo>
                    <a:lnTo>
                      <a:pt x="9" y="418"/>
                    </a:lnTo>
                    <a:lnTo>
                      <a:pt x="0" y="432"/>
                    </a:lnTo>
                    <a:lnTo>
                      <a:pt x="2" y="446"/>
                    </a:lnTo>
                    <a:close/>
                  </a:path>
                </a:pathLst>
              </a:custGeom>
              <a:solidFill>
                <a:srgbClr val="EAEA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6" name="Freeform 460"/>
              <p:cNvSpPr>
                <a:spLocks/>
              </p:cNvSpPr>
              <p:nvPr/>
            </p:nvSpPr>
            <p:spPr bwMode="auto">
              <a:xfrm>
                <a:off x="810" y="1719"/>
                <a:ext cx="116" cy="78"/>
              </a:xfrm>
              <a:custGeom>
                <a:avLst/>
                <a:gdLst>
                  <a:gd name="T0" fmla="*/ 0 w 583"/>
                  <a:gd name="T1" fmla="*/ 0 h 388"/>
                  <a:gd name="T2" fmla="*/ 0 w 583"/>
                  <a:gd name="T3" fmla="*/ 0 h 388"/>
                  <a:gd name="T4" fmla="*/ 0 w 583"/>
                  <a:gd name="T5" fmla="*/ 0 h 388"/>
                  <a:gd name="T6" fmla="*/ 0 w 583"/>
                  <a:gd name="T7" fmla="*/ 0 h 388"/>
                  <a:gd name="T8" fmla="*/ 0 w 583"/>
                  <a:gd name="T9" fmla="*/ 0 h 3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3"/>
                  <a:gd name="T16" fmla="*/ 0 h 388"/>
                  <a:gd name="T17" fmla="*/ 583 w 583"/>
                  <a:gd name="T18" fmla="*/ 388 h 3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3" h="388">
                    <a:moveTo>
                      <a:pt x="0" y="383"/>
                    </a:moveTo>
                    <a:lnTo>
                      <a:pt x="2" y="388"/>
                    </a:lnTo>
                    <a:lnTo>
                      <a:pt x="583" y="5"/>
                    </a:lnTo>
                    <a:lnTo>
                      <a:pt x="579" y="0"/>
                    </a:lnTo>
                    <a:lnTo>
                      <a:pt x="0" y="38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7" name="Freeform 461"/>
              <p:cNvSpPr>
                <a:spLocks/>
              </p:cNvSpPr>
              <p:nvPr/>
            </p:nvSpPr>
            <p:spPr bwMode="auto">
              <a:xfrm>
                <a:off x="818" y="1724"/>
                <a:ext cx="117" cy="80"/>
              </a:xfrm>
              <a:custGeom>
                <a:avLst/>
                <a:gdLst>
                  <a:gd name="T0" fmla="*/ 0 w 585"/>
                  <a:gd name="T1" fmla="*/ 0 h 398"/>
                  <a:gd name="T2" fmla="*/ 0 w 585"/>
                  <a:gd name="T3" fmla="*/ 0 h 398"/>
                  <a:gd name="T4" fmla="*/ 0 w 585"/>
                  <a:gd name="T5" fmla="*/ 0 h 398"/>
                  <a:gd name="T6" fmla="*/ 0 w 585"/>
                  <a:gd name="T7" fmla="*/ 0 h 398"/>
                  <a:gd name="T8" fmla="*/ 0 w 585"/>
                  <a:gd name="T9" fmla="*/ 0 h 39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5"/>
                  <a:gd name="T16" fmla="*/ 0 h 398"/>
                  <a:gd name="T17" fmla="*/ 585 w 585"/>
                  <a:gd name="T18" fmla="*/ 398 h 39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5" h="398">
                    <a:moveTo>
                      <a:pt x="0" y="392"/>
                    </a:moveTo>
                    <a:lnTo>
                      <a:pt x="2" y="398"/>
                    </a:lnTo>
                    <a:lnTo>
                      <a:pt x="585" y="5"/>
                    </a:lnTo>
                    <a:lnTo>
                      <a:pt x="581" y="0"/>
                    </a:lnTo>
                    <a:lnTo>
                      <a:pt x="0" y="39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8" name="Freeform 462"/>
              <p:cNvSpPr>
                <a:spLocks/>
              </p:cNvSpPr>
              <p:nvPr/>
            </p:nvSpPr>
            <p:spPr bwMode="auto">
              <a:xfrm>
                <a:off x="827" y="1729"/>
                <a:ext cx="117" cy="82"/>
              </a:xfrm>
              <a:custGeom>
                <a:avLst/>
                <a:gdLst>
                  <a:gd name="T0" fmla="*/ 0 w 586"/>
                  <a:gd name="T1" fmla="*/ 0 h 409"/>
                  <a:gd name="T2" fmla="*/ 0 w 586"/>
                  <a:gd name="T3" fmla="*/ 0 h 409"/>
                  <a:gd name="T4" fmla="*/ 0 w 586"/>
                  <a:gd name="T5" fmla="*/ 0 h 409"/>
                  <a:gd name="T6" fmla="*/ 0 w 586"/>
                  <a:gd name="T7" fmla="*/ 0 h 409"/>
                  <a:gd name="T8" fmla="*/ 0 w 586"/>
                  <a:gd name="T9" fmla="*/ 0 h 40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6"/>
                  <a:gd name="T16" fmla="*/ 0 h 409"/>
                  <a:gd name="T17" fmla="*/ 586 w 586"/>
                  <a:gd name="T18" fmla="*/ 409 h 40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6" h="409">
                    <a:moveTo>
                      <a:pt x="0" y="403"/>
                    </a:moveTo>
                    <a:lnTo>
                      <a:pt x="2" y="409"/>
                    </a:lnTo>
                    <a:lnTo>
                      <a:pt x="586" y="5"/>
                    </a:lnTo>
                    <a:lnTo>
                      <a:pt x="584" y="0"/>
                    </a:lnTo>
                    <a:lnTo>
                      <a:pt x="0" y="40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9" name="Freeform 463"/>
              <p:cNvSpPr>
                <a:spLocks/>
              </p:cNvSpPr>
              <p:nvPr/>
            </p:nvSpPr>
            <p:spPr bwMode="auto">
              <a:xfrm>
                <a:off x="835" y="1734"/>
                <a:ext cx="118" cy="84"/>
              </a:xfrm>
              <a:custGeom>
                <a:avLst/>
                <a:gdLst>
                  <a:gd name="T0" fmla="*/ 0 w 589"/>
                  <a:gd name="T1" fmla="*/ 0 h 420"/>
                  <a:gd name="T2" fmla="*/ 0 w 589"/>
                  <a:gd name="T3" fmla="*/ 0 h 420"/>
                  <a:gd name="T4" fmla="*/ 0 w 589"/>
                  <a:gd name="T5" fmla="*/ 0 h 420"/>
                  <a:gd name="T6" fmla="*/ 0 w 589"/>
                  <a:gd name="T7" fmla="*/ 0 h 420"/>
                  <a:gd name="T8" fmla="*/ 0 w 589"/>
                  <a:gd name="T9" fmla="*/ 0 h 4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9"/>
                  <a:gd name="T16" fmla="*/ 0 h 420"/>
                  <a:gd name="T17" fmla="*/ 589 w 589"/>
                  <a:gd name="T18" fmla="*/ 420 h 4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9" h="420">
                    <a:moveTo>
                      <a:pt x="0" y="414"/>
                    </a:moveTo>
                    <a:lnTo>
                      <a:pt x="2" y="420"/>
                    </a:lnTo>
                    <a:lnTo>
                      <a:pt x="589" y="5"/>
                    </a:lnTo>
                    <a:lnTo>
                      <a:pt x="586" y="0"/>
                    </a:lnTo>
                    <a:lnTo>
                      <a:pt x="0" y="41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0" name="Freeform 464"/>
              <p:cNvSpPr>
                <a:spLocks/>
              </p:cNvSpPr>
              <p:nvPr/>
            </p:nvSpPr>
            <p:spPr bwMode="auto">
              <a:xfrm>
                <a:off x="844" y="1739"/>
                <a:ext cx="118" cy="87"/>
              </a:xfrm>
              <a:custGeom>
                <a:avLst/>
                <a:gdLst>
                  <a:gd name="T0" fmla="*/ 0 w 592"/>
                  <a:gd name="T1" fmla="*/ 0 h 432"/>
                  <a:gd name="T2" fmla="*/ 0 w 592"/>
                  <a:gd name="T3" fmla="*/ 0 h 432"/>
                  <a:gd name="T4" fmla="*/ 0 w 592"/>
                  <a:gd name="T5" fmla="*/ 0 h 432"/>
                  <a:gd name="T6" fmla="*/ 0 w 592"/>
                  <a:gd name="T7" fmla="*/ 0 h 432"/>
                  <a:gd name="T8" fmla="*/ 0 w 592"/>
                  <a:gd name="T9" fmla="*/ 0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92"/>
                  <a:gd name="T16" fmla="*/ 0 h 432"/>
                  <a:gd name="T17" fmla="*/ 592 w 592"/>
                  <a:gd name="T18" fmla="*/ 432 h 4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92" h="432">
                    <a:moveTo>
                      <a:pt x="0" y="427"/>
                    </a:moveTo>
                    <a:lnTo>
                      <a:pt x="2" y="432"/>
                    </a:lnTo>
                    <a:lnTo>
                      <a:pt x="592" y="5"/>
                    </a:lnTo>
                    <a:lnTo>
                      <a:pt x="588" y="0"/>
                    </a:lnTo>
                    <a:lnTo>
                      <a:pt x="0" y="42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1" name="Freeform 465"/>
              <p:cNvSpPr>
                <a:spLocks/>
              </p:cNvSpPr>
              <p:nvPr/>
            </p:nvSpPr>
            <p:spPr bwMode="auto">
              <a:xfrm>
                <a:off x="853" y="1745"/>
                <a:ext cx="119" cy="88"/>
              </a:xfrm>
              <a:custGeom>
                <a:avLst/>
                <a:gdLst>
                  <a:gd name="T0" fmla="*/ 0 w 593"/>
                  <a:gd name="T1" fmla="*/ 0 h 443"/>
                  <a:gd name="T2" fmla="*/ 0 w 593"/>
                  <a:gd name="T3" fmla="*/ 0 h 443"/>
                  <a:gd name="T4" fmla="*/ 0 w 593"/>
                  <a:gd name="T5" fmla="*/ 0 h 443"/>
                  <a:gd name="T6" fmla="*/ 0 w 593"/>
                  <a:gd name="T7" fmla="*/ 0 h 443"/>
                  <a:gd name="T8" fmla="*/ 0 w 593"/>
                  <a:gd name="T9" fmla="*/ 0 h 4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93"/>
                  <a:gd name="T16" fmla="*/ 0 h 443"/>
                  <a:gd name="T17" fmla="*/ 593 w 593"/>
                  <a:gd name="T18" fmla="*/ 443 h 4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93" h="443">
                    <a:moveTo>
                      <a:pt x="0" y="438"/>
                    </a:moveTo>
                    <a:lnTo>
                      <a:pt x="2" y="443"/>
                    </a:lnTo>
                    <a:lnTo>
                      <a:pt x="593" y="6"/>
                    </a:lnTo>
                    <a:lnTo>
                      <a:pt x="590" y="0"/>
                    </a:lnTo>
                    <a:lnTo>
                      <a:pt x="0" y="43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2" name="Freeform 466"/>
              <p:cNvSpPr>
                <a:spLocks/>
              </p:cNvSpPr>
              <p:nvPr/>
            </p:nvSpPr>
            <p:spPr bwMode="auto">
              <a:xfrm>
                <a:off x="862" y="1750"/>
                <a:ext cx="119" cy="91"/>
              </a:xfrm>
              <a:custGeom>
                <a:avLst/>
                <a:gdLst>
                  <a:gd name="T0" fmla="*/ 0 w 596"/>
                  <a:gd name="T1" fmla="*/ 0 h 456"/>
                  <a:gd name="T2" fmla="*/ 0 w 596"/>
                  <a:gd name="T3" fmla="*/ 0 h 456"/>
                  <a:gd name="T4" fmla="*/ 0 w 596"/>
                  <a:gd name="T5" fmla="*/ 0 h 456"/>
                  <a:gd name="T6" fmla="*/ 0 w 596"/>
                  <a:gd name="T7" fmla="*/ 0 h 456"/>
                  <a:gd name="T8" fmla="*/ 0 w 596"/>
                  <a:gd name="T9" fmla="*/ 0 h 4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96"/>
                  <a:gd name="T16" fmla="*/ 0 h 456"/>
                  <a:gd name="T17" fmla="*/ 596 w 596"/>
                  <a:gd name="T18" fmla="*/ 456 h 4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96" h="456">
                    <a:moveTo>
                      <a:pt x="0" y="450"/>
                    </a:moveTo>
                    <a:lnTo>
                      <a:pt x="4" y="456"/>
                    </a:lnTo>
                    <a:lnTo>
                      <a:pt x="596" y="6"/>
                    </a:lnTo>
                    <a:lnTo>
                      <a:pt x="593" y="0"/>
                    </a:lnTo>
                    <a:lnTo>
                      <a:pt x="0" y="45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3" name="Freeform 467"/>
              <p:cNvSpPr>
                <a:spLocks/>
              </p:cNvSpPr>
              <p:nvPr/>
            </p:nvSpPr>
            <p:spPr bwMode="auto">
              <a:xfrm>
                <a:off x="827" y="1698"/>
                <a:ext cx="46" cy="21"/>
              </a:xfrm>
              <a:custGeom>
                <a:avLst/>
                <a:gdLst>
                  <a:gd name="T0" fmla="*/ 0 w 230"/>
                  <a:gd name="T1" fmla="*/ 0 h 104"/>
                  <a:gd name="T2" fmla="*/ 0 w 230"/>
                  <a:gd name="T3" fmla="*/ 0 h 104"/>
                  <a:gd name="T4" fmla="*/ 0 w 230"/>
                  <a:gd name="T5" fmla="*/ 0 h 104"/>
                  <a:gd name="T6" fmla="*/ 0 w 230"/>
                  <a:gd name="T7" fmla="*/ 0 h 104"/>
                  <a:gd name="T8" fmla="*/ 0 w 230"/>
                  <a:gd name="T9" fmla="*/ 0 h 104"/>
                  <a:gd name="T10" fmla="*/ 0 w 230"/>
                  <a:gd name="T11" fmla="*/ 0 h 104"/>
                  <a:gd name="T12" fmla="*/ 0 w 230"/>
                  <a:gd name="T13" fmla="*/ 0 h 1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30"/>
                  <a:gd name="T22" fmla="*/ 0 h 104"/>
                  <a:gd name="T23" fmla="*/ 230 w 230"/>
                  <a:gd name="T24" fmla="*/ 104 h 1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30" h="104">
                    <a:moveTo>
                      <a:pt x="0" y="54"/>
                    </a:moveTo>
                    <a:lnTo>
                      <a:pt x="93" y="0"/>
                    </a:lnTo>
                    <a:lnTo>
                      <a:pt x="230" y="103"/>
                    </a:lnTo>
                    <a:lnTo>
                      <a:pt x="225" y="104"/>
                    </a:lnTo>
                    <a:lnTo>
                      <a:pt x="93" y="5"/>
                    </a:lnTo>
                    <a:lnTo>
                      <a:pt x="5" y="56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4" name="Freeform 468"/>
              <p:cNvSpPr>
                <a:spLocks/>
              </p:cNvSpPr>
              <p:nvPr/>
            </p:nvSpPr>
            <p:spPr bwMode="auto">
              <a:xfrm>
                <a:off x="772" y="1718"/>
                <a:ext cx="116" cy="47"/>
              </a:xfrm>
              <a:custGeom>
                <a:avLst/>
                <a:gdLst>
                  <a:gd name="T0" fmla="*/ 0 w 578"/>
                  <a:gd name="T1" fmla="*/ 0 h 234"/>
                  <a:gd name="T2" fmla="*/ 0 w 578"/>
                  <a:gd name="T3" fmla="*/ 0 h 234"/>
                  <a:gd name="T4" fmla="*/ 0 w 578"/>
                  <a:gd name="T5" fmla="*/ 0 h 234"/>
                  <a:gd name="T6" fmla="*/ 0 w 578"/>
                  <a:gd name="T7" fmla="*/ 0 h 234"/>
                  <a:gd name="T8" fmla="*/ 0 w 578"/>
                  <a:gd name="T9" fmla="*/ 0 h 234"/>
                  <a:gd name="T10" fmla="*/ 0 w 578"/>
                  <a:gd name="T11" fmla="*/ 0 h 234"/>
                  <a:gd name="T12" fmla="*/ 0 w 578"/>
                  <a:gd name="T13" fmla="*/ 0 h 234"/>
                  <a:gd name="T14" fmla="*/ 0 w 578"/>
                  <a:gd name="T15" fmla="*/ 0 h 234"/>
                  <a:gd name="T16" fmla="*/ 0 w 578"/>
                  <a:gd name="T17" fmla="*/ 0 h 234"/>
                  <a:gd name="T18" fmla="*/ 0 w 578"/>
                  <a:gd name="T19" fmla="*/ 0 h 234"/>
                  <a:gd name="T20" fmla="*/ 0 w 578"/>
                  <a:gd name="T21" fmla="*/ 0 h 234"/>
                  <a:gd name="T22" fmla="*/ 0 w 578"/>
                  <a:gd name="T23" fmla="*/ 0 h 234"/>
                  <a:gd name="T24" fmla="*/ 0 w 578"/>
                  <a:gd name="T25" fmla="*/ 0 h 234"/>
                  <a:gd name="T26" fmla="*/ 0 w 578"/>
                  <a:gd name="T27" fmla="*/ 0 h 234"/>
                  <a:gd name="T28" fmla="*/ 0 w 578"/>
                  <a:gd name="T29" fmla="*/ 0 h 234"/>
                  <a:gd name="T30" fmla="*/ 0 w 578"/>
                  <a:gd name="T31" fmla="*/ 0 h 234"/>
                  <a:gd name="T32" fmla="*/ 0 w 578"/>
                  <a:gd name="T33" fmla="*/ 0 h 234"/>
                  <a:gd name="T34" fmla="*/ 0 w 578"/>
                  <a:gd name="T35" fmla="*/ 0 h 234"/>
                  <a:gd name="T36" fmla="*/ 0 w 578"/>
                  <a:gd name="T37" fmla="*/ 0 h 234"/>
                  <a:gd name="T38" fmla="*/ 0 w 578"/>
                  <a:gd name="T39" fmla="*/ 0 h 234"/>
                  <a:gd name="T40" fmla="*/ 0 w 578"/>
                  <a:gd name="T41" fmla="*/ 0 h 234"/>
                  <a:gd name="T42" fmla="*/ 0 w 578"/>
                  <a:gd name="T43" fmla="*/ 0 h 234"/>
                  <a:gd name="T44" fmla="*/ 0 w 578"/>
                  <a:gd name="T45" fmla="*/ 0 h 234"/>
                  <a:gd name="T46" fmla="*/ 0 w 578"/>
                  <a:gd name="T47" fmla="*/ 0 h 234"/>
                  <a:gd name="T48" fmla="*/ 0 w 578"/>
                  <a:gd name="T49" fmla="*/ 0 h 234"/>
                  <a:gd name="T50" fmla="*/ 0 w 578"/>
                  <a:gd name="T51" fmla="*/ 0 h 234"/>
                  <a:gd name="T52" fmla="*/ 0 w 578"/>
                  <a:gd name="T53" fmla="*/ 0 h 234"/>
                  <a:gd name="T54" fmla="*/ 0 w 578"/>
                  <a:gd name="T55" fmla="*/ 0 h 234"/>
                  <a:gd name="T56" fmla="*/ 0 w 578"/>
                  <a:gd name="T57" fmla="*/ 0 h 234"/>
                  <a:gd name="T58" fmla="*/ 0 w 578"/>
                  <a:gd name="T59" fmla="*/ 0 h 234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578"/>
                  <a:gd name="T91" fmla="*/ 0 h 234"/>
                  <a:gd name="T92" fmla="*/ 578 w 578"/>
                  <a:gd name="T93" fmla="*/ 234 h 234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578" h="234">
                    <a:moveTo>
                      <a:pt x="0" y="72"/>
                    </a:moveTo>
                    <a:lnTo>
                      <a:pt x="165" y="224"/>
                    </a:lnTo>
                    <a:lnTo>
                      <a:pt x="166" y="225"/>
                    </a:lnTo>
                    <a:lnTo>
                      <a:pt x="171" y="228"/>
                    </a:lnTo>
                    <a:lnTo>
                      <a:pt x="177" y="230"/>
                    </a:lnTo>
                    <a:lnTo>
                      <a:pt x="186" y="233"/>
                    </a:lnTo>
                    <a:lnTo>
                      <a:pt x="197" y="234"/>
                    </a:lnTo>
                    <a:lnTo>
                      <a:pt x="210" y="234"/>
                    </a:lnTo>
                    <a:lnTo>
                      <a:pt x="223" y="233"/>
                    </a:lnTo>
                    <a:lnTo>
                      <a:pt x="239" y="227"/>
                    </a:lnTo>
                    <a:lnTo>
                      <a:pt x="566" y="18"/>
                    </a:lnTo>
                    <a:lnTo>
                      <a:pt x="569" y="17"/>
                    </a:lnTo>
                    <a:lnTo>
                      <a:pt x="572" y="12"/>
                    </a:lnTo>
                    <a:lnTo>
                      <a:pt x="576" y="6"/>
                    </a:lnTo>
                    <a:lnTo>
                      <a:pt x="578" y="0"/>
                    </a:lnTo>
                    <a:lnTo>
                      <a:pt x="577" y="2"/>
                    </a:lnTo>
                    <a:lnTo>
                      <a:pt x="572" y="7"/>
                    </a:lnTo>
                    <a:lnTo>
                      <a:pt x="567" y="12"/>
                    </a:lnTo>
                    <a:lnTo>
                      <a:pt x="561" y="16"/>
                    </a:lnTo>
                    <a:lnTo>
                      <a:pt x="237" y="222"/>
                    </a:lnTo>
                    <a:lnTo>
                      <a:pt x="235" y="223"/>
                    </a:lnTo>
                    <a:lnTo>
                      <a:pt x="230" y="224"/>
                    </a:lnTo>
                    <a:lnTo>
                      <a:pt x="223" y="227"/>
                    </a:lnTo>
                    <a:lnTo>
                      <a:pt x="213" y="228"/>
                    </a:lnTo>
                    <a:lnTo>
                      <a:pt x="202" y="229"/>
                    </a:lnTo>
                    <a:lnTo>
                      <a:pt x="190" y="229"/>
                    </a:lnTo>
                    <a:lnTo>
                      <a:pt x="178" y="227"/>
                    </a:lnTo>
                    <a:lnTo>
                      <a:pt x="167" y="221"/>
                    </a:lnTo>
                    <a:lnTo>
                      <a:pt x="6" y="69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5" name="Freeform 469"/>
              <p:cNvSpPr>
                <a:spLocks/>
              </p:cNvSpPr>
              <p:nvPr/>
            </p:nvSpPr>
            <p:spPr bwMode="auto">
              <a:xfrm>
                <a:off x="833" y="1856"/>
                <a:ext cx="15" cy="12"/>
              </a:xfrm>
              <a:custGeom>
                <a:avLst/>
                <a:gdLst>
                  <a:gd name="T0" fmla="*/ 0 w 78"/>
                  <a:gd name="T1" fmla="*/ 0 h 60"/>
                  <a:gd name="T2" fmla="*/ 0 w 78"/>
                  <a:gd name="T3" fmla="*/ 0 h 60"/>
                  <a:gd name="T4" fmla="*/ 0 w 78"/>
                  <a:gd name="T5" fmla="*/ 0 h 60"/>
                  <a:gd name="T6" fmla="*/ 0 w 78"/>
                  <a:gd name="T7" fmla="*/ 0 h 60"/>
                  <a:gd name="T8" fmla="*/ 0 w 78"/>
                  <a:gd name="T9" fmla="*/ 0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60"/>
                  <a:gd name="T17" fmla="*/ 78 w 78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60">
                    <a:moveTo>
                      <a:pt x="0" y="30"/>
                    </a:moveTo>
                    <a:lnTo>
                      <a:pt x="28" y="60"/>
                    </a:lnTo>
                    <a:lnTo>
                      <a:pt x="78" y="28"/>
                    </a:lnTo>
                    <a:lnTo>
                      <a:pt x="47" y="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2B0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6" name="Freeform 470"/>
              <p:cNvSpPr>
                <a:spLocks/>
              </p:cNvSpPr>
              <p:nvPr/>
            </p:nvSpPr>
            <p:spPr bwMode="auto">
              <a:xfrm>
                <a:off x="728" y="1756"/>
                <a:ext cx="125" cy="133"/>
              </a:xfrm>
              <a:custGeom>
                <a:avLst/>
                <a:gdLst>
                  <a:gd name="T0" fmla="*/ 0 w 625"/>
                  <a:gd name="T1" fmla="*/ 0 h 667"/>
                  <a:gd name="T2" fmla="*/ 0 w 625"/>
                  <a:gd name="T3" fmla="*/ 0 h 667"/>
                  <a:gd name="T4" fmla="*/ 0 w 625"/>
                  <a:gd name="T5" fmla="*/ 0 h 667"/>
                  <a:gd name="T6" fmla="*/ 0 w 625"/>
                  <a:gd name="T7" fmla="*/ 0 h 667"/>
                  <a:gd name="T8" fmla="*/ 0 w 625"/>
                  <a:gd name="T9" fmla="*/ 0 h 667"/>
                  <a:gd name="T10" fmla="*/ 0 w 625"/>
                  <a:gd name="T11" fmla="*/ 0 h 667"/>
                  <a:gd name="T12" fmla="*/ 0 w 625"/>
                  <a:gd name="T13" fmla="*/ 0 h 667"/>
                  <a:gd name="T14" fmla="*/ 0 w 625"/>
                  <a:gd name="T15" fmla="*/ 0 h 667"/>
                  <a:gd name="T16" fmla="*/ 0 w 625"/>
                  <a:gd name="T17" fmla="*/ 0 h 667"/>
                  <a:gd name="T18" fmla="*/ 0 w 625"/>
                  <a:gd name="T19" fmla="*/ 0 h 667"/>
                  <a:gd name="T20" fmla="*/ 0 w 625"/>
                  <a:gd name="T21" fmla="*/ 0 h 667"/>
                  <a:gd name="T22" fmla="*/ 0 w 625"/>
                  <a:gd name="T23" fmla="*/ 0 h 667"/>
                  <a:gd name="T24" fmla="*/ 0 w 625"/>
                  <a:gd name="T25" fmla="*/ 0 h 667"/>
                  <a:gd name="T26" fmla="*/ 0 w 625"/>
                  <a:gd name="T27" fmla="*/ 0 h 667"/>
                  <a:gd name="T28" fmla="*/ 0 w 625"/>
                  <a:gd name="T29" fmla="*/ 0 h 667"/>
                  <a:gd name="T30" fmla="*/ 0 w 625"/>
                  <a:gd name="T31" fmla="*/ 0 h 667"/>
                  <a:gd name="T32" fmla="*/ 0 w 625"/>
                  <a:gd name="T33" fmla="*/ 0 h 667"/>
                  <a:gd name="T34" fmla="*/ 0 w 625"/>
                  <a:gd name="T35" fmla="*/ 0 h 667"/>
                  <a:gd name="T36" fmla="*/ 0 w 625"/>
                  <a:gd name="T37" fmla="*/ 0 h 667"/>
                  <a:gd name="T38" fmla="*/ 0 w 625"/>
                  <a:gd name="T39" fmla="*/ 0 h 667"/>
                  <a:gd name="T40" fmla="*/ 0 w 625"/>
                  <a:gd name="T41" fmla="*/ 0 h 667"/>
                  <a:gd name="T42" fmla="*/ 0 w 625"/>
                  <a:gd name="T43" fmla="*/ 0 h 66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25"/>
                  <a:gd name="T67" fmla="*/ 0 h 667"/>
                  <a:gd name="T68" fmla="*/ 625 w 625"/>
                  <a:gd name="T69" fmla="*/ 667 h 667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25" h="667">
                    <a:moveTo>
                      <a:pt x="3" y="0"/>
                    </a:moveTo>
                    <a:lnTo>
                      <a:pt x="585" y="613"/>
                    </a:lnTo>
                    <a:lnTo>
                      <a:pt x="587" y="613"/>
                    </a:lnTo>
                    <a:lnTo>
                      <a:pt x="589" y="615"/>
                    </a:lnTo>
                    <a:lnTo>
                      <a:pt x="594" y="616"/>
                    </a:lnTo>
                    <a:lnTo>
                      <a:pt x="599" y="619"/>
                    </a:lnTo>
                    <a:lnTo>
                      <a:pt x="605" y="620"/>
                    </a:lnTo>
                    <a:lnTo>
                      <a:pt x="612" y="619"/>
                    </a:lnTo>
                    <a:lnTo>
                      <a:pt x="619" y="617"/>
                    </a:lnTo>
                    <a:lnTo>
                      <a:pt x="625" y="614"/>
                    </a:lnTo>
                    <a:lnTo>
                      <a:pt x="616" y="663"/>
                    </a:lnTo>
                    <a:lnTo>
                      <a:pt x="615" y="663"/>
                    </a:lnTo>
                    <a:lnTo>
                      <a:pt x="613" y="664"/>
                    </a:lnTo>
                    <a:lnTo>
                      <a:pt x="609" y="666"/>
                    </a:lnTo>
                    <a:lnTo>
                      <a:pt x="603" y="666"/>
                    </a:lnTo>
                    <a:lnTo>
                      <a:pt x="597" y="667"/>
                    </a:lnTo>
                    <a:lnTo>
                      <a:pt x="590" y="666"/>
                    </a:lnTo>
                    <a:lnTo>
                      <a:pt x="583" y="665"/>
                    </a:lnTo>
                    <a:lnTo>
                      <a:pt x="575" y="660"/>
                    </a:lnTo>
                    <a:lnTo>
                      <a:pt x="582" y="625"/>
                    </a:lnTo>
                    <a:lnTo>
                      <a:pt x="0" y="8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F984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7" name="Freeform 471"/>
              <p:cNvSpPr>
                <a:spLocks/>
              </p:cNvSpPr>
              <p:nvPr/>
            </p:nvSpPr>
            <p:spPr bwMode="auto">
              <a:xfrm>
                <a:off x="842" y="1857"/>
                <a:ext cx="4" cy="5"/>
              </a:xfrm>
              <a:custGeom>
                <a:avLst/>
                <a:gdLst>
                  <a:gd name="T0" fmla="*/ 0 w 23"/>
                  <a:gd name="T1" fmla="*/ 0 h 25"/>
                  <a:gd name="T2" fmla="*/ 0 w 23"/>
                  <a:gd name="T3" fmla="*/ 0 h 25"/>
                  <a:gd name="T4" fmla="*/ 0 w 23"/>
                  <a:gd name="T5" fmla="*/ 0 h 25"/>
                  <a:gd name="T6" fmla="*/ 0 w 23"/>
                  <a:gd name="T7" fmla="*/ 0 h 25"/>
                  <a:gd name="T8" fmla="*/ 0 w 23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"/>
                  <a:gd name="T16" fmla="*/ 0 h 25"/>
                  <a:gd name="T17" fmla="*/ 23 w 23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" h="25">
                    <a:moveTo>
                      <a:pt x="0" y="0"/>
                    </a:moveTo>
                    <a:lnTo>
                      <a:pt x="0" y="15"/>
                    </a:lnTo>
                    <a:lnTo>
                      <a:pt x="15" y="25"/>
                    </a:lnTo>
                    <a:lnTo>
                      <a:pt x="23" y="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8" name="Freeform 472"/>
              <p:cNvSpPr>
                <a:spLocks/>
              </p:cNvSpPr>
              <p:nvPr/>
            </p:nvSpPr>
            <p:spPr bwMode="auto">
              <a:xfrm>
                <a:off x="774" y="1731"/>
                <a:ext cx="45" cy="33"/>
              </a:xfrm>
              <a:custGeom>
                <a:avLst/>
                <a:gdLst>
                  <a:gd name="T0" fmla="*/ 0 w 228"/>
                  <a:gd name="T1" fmla="*/ 0 h 164"/>
                  <a:gd name="T2" fmla="*/ 0 w 228"/>
                  <a:gd name="T3" fmla="*/ 0 h 164"/>
                  <a:gd name="T4" fmla="*/ 0 w 228"/>
                  <a:gd name="T5" fmla="*/ 0 h 164"/>
                  <a:gd name="T6" fmla="*/ 0 w 228"/>
                  <a:gd name="T7" fmla="*/ 0 h 164"/>
                  <a:gd name="T8" fmla="*/ 0 w 228"/>
                  <a:gd name="T9" fmla="*/ 0 h 164"/>
                  <a:gd name="T10" fmla="*/ 0 w 228"/>
                  <a:gd name="T11" fmla="*/ 0 h 164"/>
                  <a:gd name="T12" fmla="*/ 0 w 228"/>
                  <a:gd name="T13" fmla="*/ 0 h 164"/>
                  <a:gd name="T14" fmla="*/ 0 w 228"/>
                  <a:gd name="T15" fmla="*/ 0 h 164"/>
                  <a:gd name="T16" fmla="*/ 0 w 228"/>
                  <a:gd name="T17" fmla="*/ 0 h 164"/>
                  <a:gd name="T18" fmla="*/ 0 w 228"/>
                  <a:gd name="T19" fmla="*/ 0 h 164"/>
                  <a:gd name="T20" fmla="*/ 0 w 228"/>
                  <a:gd name="T21" fmla="*/ 0 h 164"/>
                  <a:gd name="T22" fmla="*/ 0 w 228"/>
                  <a:gd name="T23" fmla="*/ 0 h 164"/>
                  <a:gd name="T24" fmla="*/ 0 w 228"/>
                  <a:gd name="T25" fmla="*/ 0 h 164"/>
                  <a:gd name="T26" fmla="*/ 0 w 228"/>
                  <a:gd name="T27" fmla="*/ 0 h 164"/>
                  <a:gd name="T28" fmla="*/ 0 w 228"/>
                  <a:gd name="T29" fmla="*/ 0 h 164"/>
                  <a:gd name="T30" fmla="*/ 0 w 228"/>
                  <a:gd name="T31" fmla="*/ 0 h 164"/>
                  <a:gd name="T32" fmla="*/ 0 w 228"/>
                  <a:gd name="T33" fmla="*/ 0 h 164"/>
                  <a:gd name="T34" fmla="*/ 0 w 228"/>
                  <a:gd name="T35" fmla="*/ 0 h 164"/>
                  <a:gd name="T36" fmla="*/ 0 w 228"/>
                  <a:gd name="T37" fmla="*/ 0 h 164"/>
                  <a:gd name="T38" fmla="*/ 0 w 228"/>
                  <a:gd name="T39" fmla="*/ 0 h 16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28"/>
                  <a:gd name="T61" fmla="*/ 0 h 164"/>
                  <a:gd name="T62" fmla="*/ 228 w 228"/>
                  <a:gd name="T63" fmla="*/ 164 h 16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28" h="164">
                    <a:moveTo>
                      <a:pt x="6" y="0"/>
                    </a:moveTo>
                    <a:lnTo>
                      <a:pt x="168" y="151"/>
                    </a:lnTo>
                    <a:lnTo>
                      <a:pt x="170" y="152"/>
                    </a:lnTo>
                    <a:lnTo>
                      <a:pt x="172" y="153"/>
                    </a:lnTo>
                    <a:lnTo>
                      <a:pt x="175" y="155"/>
                    </a:lnTo>
                    <a:lnTo>
                      <a:pt x="181" y="157"/>
                    </a:lnTo>
                    <a:lnTo>
                      <a:pt x="190" y="159"/>
                    </a:lnTo>
                    <a:lnTo>
                      <a:pt x="201" y="159"/>
                    </a:lnTo>
                    <a:lnTo>
                      <a:pt x="212" y="157"/>
                    </a:lnTo>
                    <a:lnTo>
                      <a:pt x="228" y="153"/>
                    </a:lnTo>
                    <a:lnTo>
                      <a:pt x="227" y="154"/>
                    </a:lnTo>
                    <a:lnTo>
                      <a:pt x="223" y="157"/>
                    </a:lnTo>
                    <a:lnTo>
                      <a:pt x="216" y="159"/>
                    </a:lnTo>
                    <a:lnTo>
                      <a:pt x="209" y="161"/>
                    </a:lnTo>
                    <a:lnTo>
                      <a:pt x="199" y="164"/>
                    </a:lnTo>
                    <a:lnTo>
                      <a:pt x="189" y="163"/>
                    </a:lnTo>
                    <a:lnTo>
                      <a:pt x="177" y="160"/>
                    </a:lnTo>
                    <a:lnTo>
                      <a:pt x="165" y="154"/>
                    </a:lnTo>
                    <a:lnTo>
                      <a:pt x="0" y="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E8E0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9" name="Freeform 473"/>
              <p:cNvSpPr>
                <a:spLocks/>
              </p:cNvSpPr>
              <p:nvPr/>
            </p:nvSpPr>
            <p:spPr bwMode="auto">
              <a:xfrm>
                <a:off x="847" y="1697"/>
                <a:ext cx="27" cy="21"/>
              </a:xfrm>
              <a:custGeom>
                <a:avLst/>
                <a:gdLst>
                  <a:gd name="T0" fmla="*/ 0 w 138"/>
                  <a:gd name="T1" fmla="*/ 0 h 103"/>
                  <a:gd name="T2" fmla="*/ 0 w 138"/>
                  <a:gd name="T3" fmla="*/ 0 h 103"/>
                  <a:gd name="T4" fmla="*/ 0 w 138"/>
                  <a:gd name="T5" fmla="*/ 0 h 103"/>
                  <a:gd name="T6" fmla="*/ 0 w 138"/>
                  <a:gd name="T7" fmla="*/ 0 h 103"/>
                  <a:gd name="T8" fmla="*/ 0 w 138"/>
                  <a:gd name="T9" fmla="*/ 0 h 1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8"/>
                  <a:gd name="T16" fmla="*/ 0 h 103"/>
                  <a:gd name="T17" fmla="*/ 138 w 138"/>
                  <a:gd name="T18" fmla="*/ 103 h 1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8" h="103">
                    <a:moveTo>
                      <a:pt x="0" y="1"/>
                    </a:moveTo>
                    <a:lnTo>
                      <a:pt x="133" y="103"/>
                    </a:lnTo>
                    <a:lnTo>
                      <a:pt x="138" y="100"/>
                    </a:lnTo>
                    <a:lnTo>
                      <a:pt x="6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8E0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0" name="Freeform 474"/>
              <p:cNvSpPr>
                <a:spLocks/>
              </p:cNvSpPr>
              <p:nvPr/>
            </p:nvSpPr>
            <p:spPr bwMode="auto">
              <a:xfrm>
                <a:off x="788" y="1714"/>
                <a:ext cx="16" cy="37"/>
              </a:xfrm>
              <a:custGeom>
                <a:avLst/>
                <a:gdLst>
                  <a:gd name="T0" fmla="*/ 0 w 78"/>
                  <a:gd name="T1" fmla="*/ 0 h 185"/>
                  <a:gd name="T2" fmla="*/ 0 w 78"/>
                  <a:gd name="T3" fmla="*/ 0 h 185"/>
                  <a:gd name="T4" fmla="*/ 0 w 78"/>
                  <a:gd name="T5" fmla="*/ 0 h 185"/>
                  <a:gd name="T6" fmla="*/ 0 w 78"/>
                  <a:gd name="T7" fmla="*/ 0 h 185"/>
                  <a:gd name="T8" fmla="*/ 0 w 78"/>
                  <a:gd name="T9" fmla="*/ 0 h 18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185"/>
                  <a:gd name="T17" fmla="*/ 78 w 78"/>
                  <a:gd name="T18" fmla="*/ 185 h 18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185">
                    <a:moveTo>
                      <a:pt x="8" y="44"/>
                    </a:moveTo>
                    <a:lnTo>
                      <a:pt x="0" y="131"/>
                    </a:lnTo>
                    <a:lnTo>
                      <a:pt x="58" y="185"/>
                    </a:lnTo>
                    <a:lnTo>
                      <a:pt x="78" y="0"/>
                    </a:lnTo>
                    <a:lnTo>
                      <a:pt x="8" y="44"/>
                    </a:lnTo>
                    <a:close/>
                  </a:path>
                </a:pathLst>
              </a:custGeom>
              <a:solidFill>
                <a:srgbClr val="AF969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1" name="Freeform 475"/>
              <p:cNvSpPr>
                <a:spLocks/>
              </p:cNvSpPr>
              <p:nvPr/>
            </p:nvSpPr>
            <p:spPr bwMode="auto">
              <a:xfrm>
                <a:off x="803" y="1710"/>
                <a:ext cx="10" cy="50"/>
              </a:xfrm>
              <a:custGeom>
                <a:avLst/>
                <a:gdLst>
                  <a:gd name="T0" fmla="*/ 0 w 48"/>
                  <a:gd name="T1" fmla="*/ 0 h 252"/>
                  <a:gd name="T2" fmla="*/ 0 w 48"/>
                  <a:gd name="T3" fmla="*/ 0 h 252"/>
                  <a:gd name="T4" fmla="*/ 0 w 48"/>
                  <a:gd name="T5" fmla="*/ 0 h 252"/>
                  <a:gd name="T6" fmla="*/ 0 w 48"/>
                  <a:gd name="T7" fmla="*/ 0 h 252"/>
                  <a:gd name="T8" fmla="*/ 0 w 48"/>
                  <a:gd name="T9" fmla="*/ 0 h 2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252"/>
                  <a:gd name="T17" fmla="*/ 48 w 48"/>
                  <a:gd name="T18" fmla="*/ 252 h 2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252">
                    <a:moveTo>
                      <a:pt x="19" y="18"/>
                    </a:moveTo>
                    <a:lnTo>
                      <a:pt x="0" y="223"/>
                    </a:lnTo>
                    <a:lnTo>
                      <a:pt x="26" y="252"/>
                    </a:lnTo>
                    <a:lnTo>
                      <a:pt x="48" y="0"/>
                    </a:lnTo>
                    <a:lnTo>
                      <a:pt x="19" y="18"/>
                    </a:lnTo>
                    <a:close/>
                  </a:path>
                </a:pathLst>
              </a:custGeom>
              <a:solidFill>
                <a:srgbClr val="BFAA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2" name="Freeform 476"/>
              <p:cNvSpPr>
                <a:spLocks/>
              </p:cNvSpPr>
              <p:nvPr/>
            </p:nvSpPr>
            <p:spPr bwMode="auto">
              <a:xfrm>
                <a:off x="743" y="1762"/>
                <a:ext cx="10" cy="11"/>
              </a:xfrm>
              <a:custGeom>
                <a:avLst/>
                <a:gdLst>
                  <a:gd name="T0" fmla="*/ 0 w 50"/>
                  <a:gd name="T1" fmla="*/ 0 h 55"/>
                  <a:gd name="T2" fmla="*/ 0 w 50"/>
                  <a:gd name="T3" fmla="*/ 0 h 55"/>
                  <a:gd name="T4" fmla="*/ 0 w 50"/>
                  <a:gd name="T5" fmla="*/ 0 h 55"/>
                  <a:gd name="T6" fmla="*/ 0 w 50"/>
                  <a:gd name="T7" fmla="*/ 0 h 55"/>
                  <a:gd name="T8" fmla="*/ 0 w 50"/>
                  <a:gd name="T9" fmla="*/ 0 h 55"/>
                  <a:gd name="T10" fmla="*/ 0 w 50"/>
                  <a:gd name="T11" fmla="*/ 0 h 55"/>
                  <a:gd name="T12" fmla="*/ 0 w 50"/>
                  <a:gd name="T13" fmla="*/ 0 h 55"/>
                  <a:gd name="T14" fmla="*/ 0 w 50"/>
                  <a:gd name="T15" fmla="*/ 0 h 5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0"/>
                  <a:gd name="T25" fmla="*/ 0 h 55"/>
                  <a:gd name="T26" fmla="*/ 50 w 50"/>
                  <a:gd name="T27" fmla="*/ 55 h 55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0" h="55">
                    <a:moveTo>
                      <a:pt x="0" y="0"/>
                    </a:moveTo>
                    <a:lnTo>
                      <a:pt x="37" y="15"/>
                    </a:lnTo>
                    <a:lnTo>
                      <a:pt x="30" y="19"/>
                    </a:lnTo>
                    <a:lnTo>
                      <a:pt x="50" y="42"/>
                    </a:lnTo>
                    <a:lnTo>
                      <a:pt x="33" y="55"/>
                    </a:lnTo>
                    <a:lnTo>
                      <a:pt x="14" y="32"/>
                    </a:lnTo>
                    <a:lnTo>
                      <a:pt x="8" y="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549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3" name="Freeform 477"/>
              <p:cNvSpPr>
                <a:spLocks/>
              </p:cNvSpPr>
              <p:nvPr/>
            </p:nvSpPr>
            <p:spPr bwMode="auto">
              <a:xfrm>
                <a:off x="743" y="1762"/>
                <a:ext cx="7" cy="3"/>
              </a:xfrm>
              <a:custGeom>
                <a:avLst/>
                <a:gdLst>
                  <a:gd name="T0" fmla="*/ 0 w 37"/>
                  <a:gd name="T1" fmla="*/ 0 h 16"/>
                  <a:gd name="T2" fmla="*/ 0 w 37"/>
                  <a:gd name="T3" fmla="*/ 0 h 16"/>
                  <a:gd name="T4" fmla="*/ 0 w 37"/>
                  <a:gd name="T5" fmla="*/ 0 h 16"/>
                  <a:gd name="T6" fmla="*/ 0 w 37"/>
                  <a:gd name="T7" fmla="*/ 0 h 16"/>
                  <a:gd name="T8" fmla="*/ 0 w 37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16"/>
                  <a:gd name="T17" fmla="*/ 37 w 37"/>
                  <a:gd name="T18" fmla="*/ 16 h 1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16">
                    <a:moveTo>
                      <a:pt x="0" y="0"/>
                    </a:moveTo>
                    <a:lnTo>
                      <a:pt x="37" y="15"/>
                    </a:lnTo>
                    <a:lnTo>
                      <a:pt x="35" y="1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984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4" name="Freeform 478"/>
              <p:cNvSpPr>
                <a:spLocks/>
              </p:cNvSpPr>
              <p:nvPr/>
            </p:nvSpPr>
            <p:spPr bwMode="auto">
              <a:xfrm>
                <a:off x="749" y="1765"/>
                <a:ext cx="4" cy="5"/>
              </a:xfrm>
              <a:custGeom>
                <a:avLst/>
                <a:gdLst>
                  <a:gd name="T0" fmla="*/ 0 w 21"/>
                  <a:gd name="T1" fmla="*/ 0 h 25"/>
                  <a:gd name="T2" fmla="*/ 0 w 21"/>
                  <a:gd name="T3" fmla="*/ 0 h 25"/>
                  <a:gd name="T4" fmla="*/ 0 w 21"/>
                  <a:gd name="T5" fmla="*/ 0 h 25"/>
                  <a:gd name="T6" fmla="*/ 0 w 21"/>
                  <a:gd name="T7" fmla="*/ 0 h 25"/>
                  <a:gd name="T8" fmla="*/ 0 w 21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25"/>
                  <a:gd name="T17" fmla="*/ 21 w 21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25">
                    <a:moveTo>
                      <a:pt x="1" y="0"/>
                    </a:moveTo>
                    <a:lnTo>
                      <a:pt x="21" y="23"/>
                    </a:lnTo>
                    <a:lnTo>
                      <a:pt x="19" y="25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984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5" name="Freeform 479"/>
              <p:cNvSpPr>
                <a:spLocks/>
              </p:cNvSpPr>
              <p:nvPr/>
            </p:nvSpPr>
            <p:spPr bwMode="auto">
              <a:xfrm>
                <a:off x="853" y="1752"/>
                <a:ext cx="174" cy="129"/>
              </a:xfrm>
              <a:custGeom>
                <a:avLst/>
                <a:gdLst>
                  <a:gd name="T0" fmla="*/ 0 w 871"/>
                  <a:gd name="T1" fmla="*/ 0 h 642"/>
                  <a:gd name="T2" fmla="*/ 0 w 871"/>
                  <a:gd name="T3" fmla="*/ 0 h 642"/>
                  <a:gd name="T4" fmla="*/ 0 w 871"/>
                  <a:gd name="T5" fmla="*/ 0 h 642"/>
                  <a:gd name="T6" fmla="*/ 0 w 871"/>
                  <a:gd name="T7" fmla="*/ 0 h 642"/>
                  <a:gd name="T8" fmla="*/ 0 w 871"/>
                  <a:gd name="T9" fmla="*/ 0 h 642"/>
                  <a:gd name="T10" fmla="*/ 0 w 871"/>
                  <a:gd name="T11" fmla="*/ 0 h 642"/>
                  <a:gd name="T12" fmla="*/ 0 w 871"/>
                  <a:gd name="T13" fmla="*/ 0 h 6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71"/>
                  <a:gd name="T22" fmla="*/ 0 h 642"/>
                  <a:gd name="T23" fmla="*/ 871 w 871"/>
                  <a:gd name="T24" fmla="*/ 642 h 64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71" h="642">
                    <a:moveTo>
                      <a:pt x="0" y="633"/>
                    </a:moveTo>
                    <a:lnTo>
                      <a:pt x="860" y="12"/>
                    </a:lnTo>
                    <a:lnTo>
                      <a:pt x="867" y="0"/>
                    </a:lnTo>
                    <a:lnTo>
                      <a:pt x="871" y="15"/>
                    </a:lnTo>
                    <a:lnTo>
                      <a:pt x="864" y="21"/>
                    </a:lnTo>
                    <a:lnTo>
                      <a:pt x="0" y="642"/>
                    </a:lnTo>
                    <a:lnTo>
                      <a:pt x="0" y="633"/>
                    </a:lnTo>
                    <a:close/>
                  </a:path>
                </a:pathLst>
              </a:custGeom>
              <a:solidFill>
                <a:srgbClr val="00005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6" name="Freeform 480"/>
              <p:cNvSpPr>
                <a:spLocks/>
              </p:cNvSpPr>
              <p:nvPr/>
            </p:nvSpPr>
            <p:spPr bwMode="auto">
              <a:xfrm>
                <a:off x="853" y="1683"/>
                <a:ext cx="2" cy="3"/>
              </a:xfrm>
              <a:custGeom>
                <a:avLst/>
                <a:gdLst>
                  <a:gd name="T0" fmla="*/ 0 w 9"/>
                  <a:gd name="T1" fmla="*/ 0 h 13"/>
                  <a:gd name="T2" fmla="*/ 0 w 9"/>
                  <a:gd name="T3" fmla="*/ 0 h 13"/>
                  <a:gd name="T4" fmla="*/ 0 w 9"/>
                  <a:gd name="T5" fmla="*/ 0 h 13"/>
                  <a:gd name="T6" fmla="*/ 0 w 9"/>
                  <a:gd name="T7" fmla="*/ 0 h 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13"/>
                  <a:gd name="T14" fmla="*/ 9 w 9"/>
                  <a:gd name="T15" fmla="*/ 13 h 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13">
                    <a:moveTo>
                      <a:pt x="1" y="0"/>
                    </a:moveTo>
                    <a:lnTo>
                      <a:pt x="9" y="6"/>
                    </a:lnTo>
                    <a:lnTo>
                      <a:pt x="0" y="1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B0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7" name="Freeform 481"/>
              <p:cNvSpPr>
                <a:spLocks/>
              </p:cNvSpPr>
              <p:nvPr/>
            </p:nvSpPr>
            <p:spPr bwMode="auto">
              <a:xfrm>
                <a:off x="865" y="1674"/>
                <a:ext cx="1" cy="2"/>
              </a:xfrm>
              <a:custGeom>
                <a:avLst/>
                <a:gdLst>
                  <a:gd name="T0" fmla="*/ 0 w 7"/>
                  <a:gd name="T1" fmla="*/ 0 h 9"/>
                  <a:gd name="T2" fmla="*/ 0 w 7"/>
                  <a:gd name="T3" fmla="*/ 0 h 9"/>
                  <a:gd name="T4" fmla="*/ 0 w 7"/>
                  <a:gd name="T5" fmla="*/ 0 h 9"/>
                  <a:gd name="T6" fmla="*/ 0 w 7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9"/>
                  <a:gd name="T14" fmla="*/ 7 w 7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9">
                    <a:moveTo>
                      <a:pt x="0" y="0"/>
                    </a:moveTo>
                    <a:lnTo>
                      <a:pt x="7" y="5"/>
                    </a:lnTo>
                    <a:lnTo>
                      <a:pt x="0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B0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8" name="Freeform 482"/>
              <p:cNvSpPr>
                <a:spLocks/>
              </p:cNvSpPr>
              <p:nvPr/>
            </p:nvSpPr>
            <p:spPr bwMode="auto">
              <a:xfrm>
                <a:off x="851" y="1630"/>
                <a:ext cx="339" cy="227"/>
              </a:xfrm>
              <a:custGeom>
                <a:avLst/>
                <a:gdLst>
                  <a:gd name="T0" fmla="*/ 0 w 1697"/>
                  <a:gd name="T1" fmla="*/ 0 h 1135"/>
                  <a:gd name="T2" fmla="*/ 0 w 1697"/>
                  <a:gd name="T3" fmla="*/ 0 h 1135"/>
                  <a:gd name="T4" fmla="*/ 0 w 1697"/>
                  <a:gd name="T5" fmla="*/ 0 h 1135"/>
                  <a:gd name="T6" fmla="*/ 0 w 1697"/>
                  <a:gd name="T7" fmla="*/ 0 h 1135"/>
                  <a:gd name="T8" fmla="*/ 0 w 1697"/>
                  <a:gd name="T9" fmla="*/ 0 h 1135"/>
                  <a:gd name="T10" fmla="*/ 0 w 1697"/>
                  <a:gd name="T11" fmla="*/ 0 h 1135"/>
                  <a:gd name="T12" fmla="*/ 0 w 1697"/>
                  <a:gd name="T13" fmla="*/ 0 h 1135"/>
                  <a:gd name="T14" fmla="*/ 0 w 1697"/>
                  <a:gd name="T15" fmla="*/ 0 h 1135"/>
                  <a:gd name="T16" fmla="*/ 0 w 1697"/>
                  <a:gd name="T17" fmla="*/ 0 h 1135"/>
                  <a:gd name="T18" fmla="*/ 1 w 1697"/>
                  <a:gd name="T19" fmla="*/ 0 h 1135"/>
                  <a:gd name="T20" fmla="*/ 1 w 1697"/>
                  <a:gd name="T21" fmla="*/ 0 h 1135"/>
                  <a:gd name="T22" fmla="*/ 1 w 1697"/>
                  <a:gd name="T23" fmla="*/ 0 h 1135"/>
                  <a:gd name="T24" fmla="*/ 1 w 1697"/>
                  <a:gd name="T25" fmla="*/ 0 h 1135"/>
                  <a:gd name="T26" fmla="*/ 0 w 1697"/>
                  <a:gd name="T27" fmla="*/ 0 h 1135"/>
                  <a:gd name="T28" fmla="*/ 0 w 1697"/>
                  <a:gd name="T29" fmla="*/ 0 h 1135"/>
                  <a:gd name="T30" fmla="*/ 0 w 1697"/>
                  <a:gd name="T31" fmla="*/ 0 h 1135"/>
                  <a:gd name="T32" fmla="*/ 0 w 1697"/>
                  <a:gd name="T33" fmla="*/ 0 h 1135"/>
                  <a:gd name="T34" fmla="*/ 0 w 1697"/>
                  <a:gd name="T35" fmla="*/ 0 h 1135"/>
                  <a:gd name="T36" fmla="*/ 0 w 1697"/>
                  <a:gd name="T37" fmla="*/ 0 h 1135"/>
                  <a:gd name="T38" fmla="*/ 0 w 1697"/>
                  <a:gd name="T39" fmla="*/ 0 h 1135"/>
                  <a:gd name="T40" fmla="*/ 0 w 1697"/>
                  <a:gd name="T41" fmla="*/ 0 h 1135"/>
                  <a:gd name="T42" fmla="*/ 0 w 1697"/>
                  <a:gd name="T43" fmla="*/ 0 h 1135"/>
                  <a:gd name="T44" fmla="*/ 0 w 1697"/>
                  <a:gd name="T45" fmla="*/ 0 h 1135"/>
                  <a:gd name="T46" fmla="*/ 0 w 1697"/>
                  <a:gd name="T47" fmla="*/ 0 h 1135"/>
                  <a:gd name="T48" fmla="*/ 0 w 1697"/>
                  <a:gd name="T49" fmla="*/ 0 h 1135"/>
                  <a:gd name="T50" fmla="*/ 0 w 1697"/>
                  <a:gd name="T51" fmla="*/ 0 h 1135"/>
                  <a:gd name="T52" fmla="*/ 0 w 1697"/>
                  <a:gd name="T53" fmla="*/ 0 h 1135"/>
                  <a:gd name="T54" fmla="*/ 0 w 1697"/>
                  <a:gd name="T55" fmla="*/ 0 h 1135"/>
                  <a:gd name="T56" fmla="*/ 0 w 1697"/>
                  <a:gd name="T57" fmla="*/ 0 h 1135"/>
                  <a:gd name="T58" fmla="*/ 0 w 1697"/>
                  <a:gd name="T59" fmla="*/ 0 h 1135"/>
                  <a:gd name="T60" fmla="*/ 0 w 1697"/>
                  <a:gd name="T61" fmla="*/ 0 h 1135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1697"/>
                  <a:gd name="T94" fmla="*/ 0 h 1135"/>
                  <a:gd name="T95" fmla="*/ 1697 w 1697"/>
                  <a:gd name="T96" fmla="*/ 1135 h 1135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1697" h="1135">
                    <a:moveTo>
                      <a:pt x="14" y="372"/>
                    </a:moveTo>
                    <a:lnTo>
                      <a:pt x="103" y="342"/>
                    </a:lnTo>
                    <a:lnTo>
                      <a:pt x="122" y="347"/>
                    </a:lnTo>
                    <a:lnTo>
                      <a:pt x="142" y="335"/>
                    </a:lnTo>
                    <a:lnTo>
                      <a:pt x="144" y="320"/>
                    </a:lnTo>
                    <a:lnTo>
                      <a:pt x="738" y="45"/>
                    </a:lnTo>
                    <a:lnTo>
                      <a:pt x="746" y="32"/>
                    </a:lnTo>
                    <a:lnTo>
                      <a:pt x="820" y="1"/>
                    </a:lnTo>
                    <a:lnTo>
                      <a:pt x="962" y="0"/>
                    </a:lnTo>
                    <a:lnTo>
                      <a:pt x="1680" y="458"/>
                    </a:lnTo>
                    <a:lnTo>
                      <a:pt x="1697" y="531"/>
                    </a:lnTo>
                    <a:lnTo>
                      <a:pt x="1690" y="588"/>
                    </a:lnTo>
                    <a:lnTo>
                      <a:pt x="1583" y="648"/>
                    </a:lnTo>
                    <a:lnTo>
                      <a:pt x="1564" y="636"/>
                    </a:lnTo>
                    <a:lnTo>
                      <a:pt x="806" y="1048"/>
                    </a:lnTo>
                    <a:lnTo>
                      <a:pt x="804" y="1070"/>
                    </a:lnTo>
                    <a:lnTo>
                      <a:pt x="673" y="1123"/>
                    </a:lnTo>
                    <a:lnTo>
                      <a:pt x="670" y="1125"/>
                    </a:lnTo>
                    <a:lnTo>
                      <a:pt x="661" y="1128"/>
                    </a:lnTo>
                    <a:lnTo>
                      <a:pt x="647" y="1132"/>
                    </a:lnTo>
                    <a:lnTo>
                      <a:pt x="630" y="1135"/>
                    </a:lnTo>
                    <a:lnTo>
                      <a:pt x="611" y="1135"/>
                    </a:lnTo>
                    <a:lnTo>
                      <a:pt x="591" y="1131"/>
                    </a:lnTo>
                    <a:lnTo>
                      <a:pt x="571" y="1120"/>
                    </a:lnTo>
                    <a:lnTo>
                      <a:pt x="553" y="1102"/>
                    </a:lnTo>
                    <a:lnTo>
                      <a:pt x="74" y="543"/>
                    </a:lnTo>
                    <a:lnTo>
                      <a:pt x="79" y="514"/>
                    </a:lnTo>
                    <a:lnTo>
                      <a:pt x="68" y="501"/>
                    </a:lnTo>
                    <a:lnTo>
                      <a:pt x="44" y="509"/>
                    </a:lnTo>
                    <a:lnTo>
                      <a:pt x="0" y="438"/>
                    </a:lnTo>
                    <a:lnTo>
                      <a:pt x="14" y="37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9" name="Freeform 483"/>
              <p:cNvSpPr>
                <a:spLocks/>
              </p:cNvSpPr>
              <p:nvPr/>
            </p:nvSpPr>
            <p:spPr bwMode="auto">
              <a:xfrm>
                <a:off x="860" y="1636"/>
                <a:ext cx="317" cy="212"/>
              </a:xfrm>
              <a:custGeom>
                <a:avLst/>
                <a:gdLst>
                  <a:gd name="T0" fmla="*/ 1 w 1587"/>
                  <a:gd name="T1" fmla="*/ 0 h 1062"/>
                  <a:gd name="T2" fmla="*/ 1 w 1587"/>
                  <a:gd name="T3" fmla="*/ 0 h 1062"/>
                  <a:gd name="T4" fmla="*/ 1 w 1587"/>
                  <a:gd name="T5" fmla="*/ 0 h 1062"/>
                  <a:gd name="T6" fmla="*/ 1 w 1587"/>
                  <a:gd name="T7" fmla="*/ 0 h 1062"/>
                  <a:gd name="T8" fmla="*/ 1 w 1587"/>
                  <a:gd name="T9" fmla="*/ 0 h 1062"/>
                  <a:gd name="T10" fmla="*/ 1 w 1587"/>
                  <a:gd name="T11" fmla="*/ 0 h 1062"/>
                  <a:gd name="T12" fmla="*/ 1 w 1587"/>
                  <a:gd name="T13" fmla="*/ 0 h 1062"/>
                  <a:gd name="T14" fmla="*/ 1 w 1587"/>
                  <a:gd name="T15" fmla="*/ 0 h 1062"/>
                  <a:gd name="T16" fmla="*/ 1 w 1587"/>
                  <a:gd name="T17" fmla="*/ 0 h 1062"/>
                  <a:gd name="T18" fmla="*/ 0 w 1587"/>
                  <a:gd name="T19" fmla="*/ 0 h 1062"/>
                  <a:gd name="T20" fmla="*/ 0 w 1587"/>
                  <a:gd name="T21" fmla="*/ 0 h 1062"/>
                  <a:gd name="T22" fmla="*/ 0 w 1587"/>
                  <a:gd name="T23" fmla="*/ 0 h 1062"/>
                  <a:gd name="T24" fmla="*/ 0 w 1587"/>
                  <a:gd name="T25" fmla="*/ 0 h 1062"/>
                  <a:gd name="T26" fmla="*/ 0 w 1587"/>
                  <a:gd name="T27" fmla="*/ 0 h 1062"/>
                  <a:gd name="T28" fmla="*/ 0 w 1587"/>
                  <a:gd name="T29" fmla="*/ 0 h 1062"/>
                  <a:gd name="T30" fmla="*/ 0 w 1587"/>
                  <a:gd name="T31" fmla="*/ 0 h 1062"/>
                  <a:gd name="T32" fmla="*/ 0 w 1587"/>
                  <a:gd name="T33" fmla="*/ 0 h 1062"/>
                  <a:gd name="T34" fmla="*/ 0 w 1587"/>
                  <a:gd name="T35" fmla="*/ 0 h 1062"/>
                  <a:gd name="T36" fmla="*/ 0 w 1587"/>
                  <a:gd name="T37" fmla="*/ 0 h 1062"/>
                  <a:gd name="T38" fmla="*/ 0 w 1587"/>
                  <a:gd name="T39" fmla="*/ 0 h 1062"/>
                  <a:gd name="T40" fmla="*/ 0 w 1587"/>
                  <a:gd name="T41" fmla="*/ 0 h 1062"/>
                  <a:gd name="T42" fmla="*/ 0 w 1587"/>
                  <a:gd name="T43" fmla="*/ 0 h 1062"/>
                  <a:gd name="T44" fmla="*/ 0 w 1587"/>
                  <a:gd name="T45" fmla="*/ 0 h 1062"/>
                  <a:gd name="T46" fmla="*/ 0 w 1587"/>
                  <a:gd name="T47" fmla="*/ 0 h 1062"/>
                  <a:gd name="T48" fmla="*/ 0 w 1587"/>
                  <a:gd name="T49" fmla="*/ 0 h 1062"/>
                  <a:gd name="T50" fmla="*/ 0 w 1587"/>
                  <a:gd name="T51" fmla="*/ 0 h 1062"/>
                  <a:gd name="T52" fmla="*/ 0 w 1587"/>
                  <a:gd name="T53" fmla="*/ 0 h 1062"/>
                  <a:gd name="T54" fmla="*/ 0 w 1587"/>
                  <a:gd name="T55" fmla="*/ 0 h 1062"/>
                  <a:gd name="T56" fmla="*/ 0 w 1587"/>
                  <a:gd name="T57" fmla="*/ 0 h 1062"/>
                  <a:gd name="T58" fmla="*/ 0 w 1587"/>
                  <a:gd name="T59" fmla="*/ 0 h 1062"/>
                  <a:gd name="T60" fmla="*/ 0 w 1587"/>
                  <a:gd name="T61" fmla="*/ 0 h 1062"/>
                  <a:gd name="T62" fmla="*/ 0 w 1587"/>
                  <a:gd name="T63" fmla="*/ 0 h 1062"/>
                  <a:gd name="T64" fmla="*/ 0 w 1587"/>
                  <a:gd name="T65" fmla="*/ 0 h 1062"/>
                  <a:gd name="T66" fmla="*/ 0 w 1587"/>
                  <a:gd name="T67" fmla="*/ 0 h 1062"/>
                  <a:gd name="T68" fmla="*/ 0 w 1587"/>
                  <a:gd name="T69" fmla="*/ 0 h 1062"/>
                  <a:gd name="T70" fmla="*/ 0 w 1587"/>
                  <a:gd name="T71" fmla="*/ 0 h 1062"/>
                  <a:gd name="T72" fmla="*/ 0 w 1587"/>
                  <a:gd name="T73" fmla="*/ 0 h 1062"/>
                  <a:gd name="T74" fmla="*/ 0 w 1587"/>
                  <a:gd name="T75" fmla="*/ 0 h 1062"/>
                  <a:gd name="T76" fmla="*/ 0 w 1587"/>
                  <a:gd name="T77" fmla="*/ 0 h 1062"/>
                  <a:gd name="T78" fmla="*/ 0 w 1587"/>
                  <a:gd name="T79" fmla="*/ 0 h 1062"/>
                  <a:gd name="T80" fmla="*/ 0 w 1587"/>
                  <a:gd name="T81" fmla="*/ 0 h 1062"/>
                  <a:gd name="T82" fmla="*/ 0 w 1587"/>
                  <a:gd name="T83" fmla="*/ 0 h 1062"/>
                  <a:gd name="T84" fmla="*/ 0 w 1587"/>
                  <a:gd name="T85" fmla="*/ 0 h 1062"/>
                  <a:gd name="T86" fmla="*/ 0 w 1587"/>
                  <a:gd name="T87" fmla="*/ 0 h 1062"/>
                  <a:gd name="T88" fmla="*/ 0 w 1587"/>
                  <a:gd name="T89" fmla="*/ 0 h 1062"/>
                  <a:gd name="T90" fmla="*/ 0 w 1587"/>
                  <a:gd name="T91" fmla="*/ 0 h 1062"/>
                  <a:gd name="T92" fmla="*/ 0 w 1587"/>
                  <a:gd name="T93" fmla="*/ 0 h 1062"/>
                  <a:gd name="T94" fmla="*/ 1 w 1587"/>
                  <a:gd name="T95" fmla="*/ 0 h 1062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1587"/>
                  <a:gd name="T145" fmla="*/ 0 h 1062"/>
                  <a:gd name="T146" fmla="*/ 1587 w 1587"/>
                  <a:gd name="T147" fmla="*/ 1062 h 1062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1587" h="1062">
                    <a:moveTo>
                      <a:pt x="1577" y="493"/>
                    </a:moveTo>
                    <a:lnTo>
                      <a:pt x="1578" y="493"/>
                    </a:lnTo>
                    <a:lnTo>
                      <a:pt x="1581" y="491"/>
                    </a:lnTo>
                    <a:lnTo>
                      <a:pt x="1583" y="489"/>
                    </a:lnTo>
                    <a:lnTo>
                      <a:pt x="1587" y="483"/>
                    </a:lnTo>
                    <a:lnTo>
                      <a:pt x="1583" y="475"/>
                    </a:lnTo>
                    <a:lnTo>
                      <a:pt x="1580" y="469"/>
                    </a:lnTo>
                    <a:lnTo>
                      <a:pt x="1574" y="462"/>
                    </a:lnTo>
                    <a:lnTo>
                      <a:pt x="1567" y="458"/>
                    </a:lnTo>
                    <a:lnTo>
                      <a:pt x="1509" y="421"/>
                    </a:lnTo>
                    <a:lnTo>
                      <a:pt x="1495" y="429"/>
                    </a:lnTo>
                    <a:lnTo>
                      <a:pt x="1506" y="437"/>
                    </a:lnTo>
                    <a:lnTo>
                      <a:pt x="1472" y="453"/>
                    </a:lnTo>
                    <a:lnTo>
                      <a:pt x="1472" y="454"/>
                    </a:lnTo>
                    <a:lnTo>
                      <a:pt x="1453" y="464"/>
                    </a:lnTo>
                    <a:lnTo>
                      <a:pt x="1452" y="462"/>
                    </a:lnTo>
                    <a:lnTo>
                      <a:pt x="1419" y="436"/>
                    </a:lnTo>
                    <a:lnTo>
                      <a:pt x="1471" y="411"/>
                    </a:lnTo>
                    <a:lnTo>
                      <a:pt x="1489" y="425"/>
                    </a:lnTo>
                    <a:lnTo>
                      <a:pt x="1501" y="415"/>
                    </a:lnTo>
                    <a:lnTo>
                      <a:pt x="877" y="7"/>
                    </a:lnTo>
                    <a:lnTo>
                      <a:pt x="796" y="0"/>
                    </a:lnTo>
                    <a:lnTo>
                      <a:pt x="742" y="20"/>
                    </a:lnTo>
                    <a:lnTo>
                      <a:pt x="742" y="28"/>
                    </a:lnTo>
                    <a:lnTo>
                      <a:pt x="675" y="57"/>
                    </a:lnTo>
                    <a:lnTo>
                      <a:pt x="673" y="70"/>
                    </a:lnTo>
                    <a:lnTo>
                      <a:pt x="667" y="72"/>
                    </a:lnTo>
                    <a:lnTo>
                      <a:pt x="657" y="68"/>
                    </a:lnTo>
                    <a:lnTo>
                      <a:pt x="237" y="256"/>
                    </a:lnTo>
                    <a:lnTo>
                      <a:pt x="232" y="263"/>
                    </a:lnTo>
                    <a:lnTo>
                      <a:pt x="122" y="311"/>
                    </a:lnTo>
                    <a:lnTo>
                      <a:pt x="117" y="330"/>
                    </a:lnTo>
                    <a:lnTo>
                      <a:pt x="73" y="349"/>
                    </a:lnTo>
                    <a:lnTo>
                      <a:pt x="56" y="335"/>
                    </a:lnTo>
                    <a:lnTo>
                      <a:pt x="0" y="357"/>
                    </a:lnTo>
                    <a:lnTo>
                      <a:pt x="567" y="1006"/>
                    </a:lnTo>
                    <a:lnTo>
                      <a:pt x="555" y="1054"/>
                    </a:lnTo>
                    <a:lnTo>
                      <a:pt x="558" y="1056"/>
                    </a:lnTo>
                    <a:lnTo>
                      <a:pt x="562" y="1057"/>
                    </a:lnTo>
                    <a:lnTo>
                      <a:pt x="567" y="1060"/>
                    </a:lnTo>
                    <a:lnTo>
                      <a:pt x="572" y="1061"/>
                    </a:lnTo>
                    <a:lnTo>
                      <a:pt x="576" y="1062"/>
                    </a:lnTo>
                    <a:lnTo>
                      <a:pt x="582" y="1062"/>
                    </a:lnTo>
                    <a:lnTo>
                      <a:pt x="589" y="1062"/>
                    </a:lnTo>
                    <a:lnTo>
                      <a:pt x="595" y="1062"/>
                    </a:lnTo>
                    <a:lnTo>
                      <a:pt x="608" y="1012"/>
                    </a:lnTo>
                    <a:lnTo>
                      <a:pt x="1577" y="493"/>
                    </a:lnTo>
                    <a:close/>
                  </a:path>
                </a:pathLst>
              </a:custGeom>
              <a:solidFill>
                <a:srgbClr val="1970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0" name="Freeform 484"/>
              <p:cNvSpPr>
                <a:spLocks/>
              </p:cNvSpPr>
              <p:nvPr/>
            </p:nvSpPr>
            <p:spPr bwMode="auto">
              <a:xfrm>
                <a:off x="979" y="1732"/>
                <a:ext cx="199" cy="116"/>
              </a:xfrm>
              <a:custGeom>
                <a:avLst/>
                <a:gdLst>
                  <a:gd name="T0" fmla="*/ 0 w 994"/>
                  <a:gd name="T1" fmla="*/ 0 h 579"/>
                  <a:gd name="T2" fmla="*/ 0 w 994"/>
                  <a:gd name="T3" fmla="*/ 0 h 579"/>
                  <a:gd name="T4" fmla="*/ 0 w 994"/>
                  <a:gd name="T5" fmla="*/ 0 h 579"/>
                  <a:gd name="T6" fmla="*/ 0 w 994"/>
                  <a:gd name="T7" fmla="*/ 0 h 579"/>
                  <a:gd name="T8" fmla="*/ 0 w 994"/>
                  <a:gd name="T9" fmla="*/ 0 h 579"/>
                  <a:gd name="T10" fmla="*/ 0 w 994"/>
                  <a:gd name="T11" fmla="*/ 0 h 579"/>
                  <a:gd name="T12" fmla="*/ 0 w 994"/>
                  <a:gd name="T13" fmla="*/ 0 h 579"/>
                  <a:gd name="T14" fmla="*/ 0 w 994"/>
                  <a:gd name="T15" fmla="*/ 0 h 579"/>
                  <a:gd name="T16" fmla="*/ 0 w 994"/>
                  <a:gd name="T17" fmla="*/ 0 h 579"/>
                  <a:gd name="T18" fmla="*/ 0 w 994"/>
                  <a:gd name="T19" fmla="*/ 0 h 579"/>
                  <a:gd name="T20" fmla="*/ 0 w 994"/>
                  <a:gd name="T21" fmla="*/ 0 h 579"/>
                  <a:gd name="T22" fmla="*/ 0 w 994"/>
                  <a:gd name="T23" fmla="*/ 0 h 579"/>
                  <a:gd name="T24" fmla="*/ 0 w 994"/>
                  <a:gd name="T25" fmla="*/ 0 h 579"/>
                  <a:gd name="T26" fmla="*/ 0 w 994"/>
                  <a:gd name="T27" fmla="*/ 0 h 579"/>
                  <a:gd name="T28" fmla="*/ 0 w 994"/>
                  <a:gd name="T29" fmla="*/ 0 h 579"/>
                  <a:gd name="T30" fmla="*/ 0 w 994"/>
                  <a:gd name="T31" fmla="*/ 0 h 579"/>
                  <a:gd name="T32" fmla="*/ 0 w 994"/>
                  <a:gd name="T33" fmla="*/ 0 h 579"/>
                  <a:gd name="T34" fmla="*/ 0 w 994"/>
                  <a:gd name="T35" fmla="*/ 0 h 579"/>
                  <a:gd name="T36" fmla="*/ 0 w 994"/>
                  <a:gd name="T37" fmla="*/ 0 h 579"/>
                  <a:gd name="T38" fmla="*/ 0 w 994"/>
                  <a:gd name="T39" fmla="*/ 0 h 579"/>
                  <a:gd name="T40" fmla="*/ 0 w 994"/>
                  <a:gd name="T41" fmla="*/ 0 h 579"/>
                  <a:gd name="T42" fmla="*/ 0 w 994"/>
                  <a:gd name="T43" fmla="*/ 0 h 579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994"/>
                  <a:gd name="T67" fmla="*/ 0 h 579"/>
                  <a:gd name="T68" fmla="*/ 994 w 994"/>
                  <a:gd name="T69" fmla="*/ 579 h 579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994" h="579">
                    <a:moveTo>
                      <a:pt x="992" y="0"/>
                    </a:moveTo>
                    <a:lnTo>
                      <a:pt x="988" y="6"/>
                    </a:lnTo>
                    <a:lnTo>
                      <a:pt x="986" y="8"/>
                    </a:lnTo>
                    <a:lnTo>
                      <a:pt x="983" y="10"/>
                    </a:lnTo>
                    <a:lnTo>
                      <a:pt x="982" y="10"/>
                    </a:lnTo>
                    <a:lnTo>
                      <a:pt x="13" y="529"/>
                    </a:lnTo>
                    <a:lnTo>
                      <a:pt x="0" y="579"/>
                    </a:lnTo>
                    <a:lnTo>
                      <a:pt x="5" y="578"/>
                    </a:lnTo>
                    <a:lnTo>
                      <a:pt x="10" y="577"/>
                    </a:lnTo>
                    <a:lnTo>
                      <a:pt x="16" y="574"/>
                    </a:lnTo>
                    <a:lnTo>
                      <a:pt x="21" y="573"/>
                    </a:lnTo>
                    <a:lnTo>
                      <a:pt x="122" y="521"/>
                    </a:lnTo>
                    <a:lnTo>
                      <a:pt x="123" y="509"/>
                    </a:lnTo>
                    <a:lnTo>
                      <a:pt x="907" y="78"/>
                    </a:lnTo>
                    <a:lnTo>
                      <a:pt x="917" y="87"/>
                    </a:lnTo>
                    <a:lnTo>
                      <a:pt x="982" y="44"/>
                    </a:lnTo>
                    <a:lnTo>
                      <a:pt x="994" y="15"/>
                    </a:lnTo>
                    <a:lnTo>
                      <a:pt x="994" y="8"/>
                    </a:lnTo>
                    <a:lnTo>
                      <a:pt x="993" y="6"/>
                    </a:lnTo>
                    <a:lnTo>
                      <a:pt x="993" y="4"/>
                    </a:lnTo>
                    <a:lnTo>
                      <a:pt x="993" y="2"/>
                    </a:lnTo>
                    <a:lnTo>
                      <a:pt x="992" y="0"/>
                    </a:lnTo>
                    <a:close/>
                  </a:path>
                </a:pathLst>
              </a:custGeom>
              <a:solidFill>
                <a:srgbClr val="003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1" name="Freeform 485"/>
              <p:cNvSpPr>
                <a:spLocks/>
              </p:cNvSpPr>
              <p:nvPr/>
            </p:nvSpPr>
            <p:spPr bwMode="auto">
              <a:xfrm>
                <a:off x="1178" y="1734"/>
                <a:ext cx="1" cy="1"/>
              </a:xfrm>
              <a:custGeom>
                <a:avLst/>
                <a:gdLst>
                  <a:gd name="T0" fmla="*/ 0 w 1"/>
                  <a:gd name="T1" fmla="*/ 0 h 7"/>
                  <a:gd name="T2" fmla="*/ 0 w 1"/>
                  <a:gd name="T3" fmla="*/ 0 h 7"/>
                  <a:gd name="T4" fmla="*/ 1 w 1"/>
                  <a:gd name="T5" fmla="*/ 0 h 7"/>
                  <a:gd name="T6" fmla="*/ 1 w 1"/>
                  <a:gd name="T7" fmla="*/ 0 h 7"/>
                  <a:gd name="T8" fmla="*/ 1 w 1"/>
                  <a:gd name="T9" fmla="*/ 0 h 7"/>
                  <a:gd name="T10" fmla="*/ 0 w 1"/>
                  <a:gd name="T11" fmla="*/ 0 h 7"/>
                  <a:gd name="T12" fmla="*/ 0 w 1"/>
                  <a:gd name="T13" fmla="*/ 0 h 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"/>
                  <a:gd name="T22" fmla="*/ 0 h 7"/>
                  <a:gd name="T23" fmla="*/ 1 w 1"/>
                  <a:gd name="T24" fmla="*/ 7 h 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" h="7">
                    <a:moveTo>
                      <a:pt x="0" y="0"/>
                    </a:moveTo>
                    <a:lnTo>
                      <a:pt x="0" y="7"/>
                    </a:lnTo>
                    <a:lnTo>
                      <a:pt x="1" y="5"/>
                    </a:lnTo>
                    <a:lnTo>
                      <a:pt x="1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70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2" name="Freeform 486"/>
              <p:cNvSpPr>
                <a:spLocks/>
              </p:cNvSpPr>
              <p:nvPr/>
            </p:nvSpPr>
            <p:spPr bwMode="auto">
              <a:xfrm>
                <a:off x="875" y="1705"/>
                <a:ext cx="89" cy="37"/>
              </a:xfrm>
              <a:custGeom>
                <a:avLst/>
                <a:gdLst>
                  <a:gd name="T0" fmla="*/ 0 w 445"/>
                  <a:gd name="T1" fmla="*/ 0 h 184"/>
                  <a:gd name="T2" fmla="*/ 0 w 445"/>
                  <a:gd name="T3" fmla="*/ 0 h 184"/>
                  <a:gd name="T4" fmla="*/ 0 w 445"/>
                  <a:gd name="T5" fmla="*/ 0 h 184"/>
                  <a:gd name="T6" fmla="*/ 0 w 445"/>
                  <a:gd name="T7" fmla="*/ 0 h 184"/>
                  <a:gd name="T8" fmla="*/ 0 w 445"/>
                  <a:gd name="T9" fmla="*/ 0 h 184"/>
                  <a:gd name="T10" fmla="*/ 0 w 445"/>
                  <a:gd name="T11" fmla="*/ 0 h 184"/>
                  <a:gd name="T12" fmla="*/ 0 w 445"/>
                  <a:gd name="T13" fmla="*/ 0 h 184"/>
                  <a:gd name="T14" fmla="*/ 0 w 445"/>
                  <a:gd name="T15" fmla="*/ 0 h 184"/>
                  <a:gd name="T16" fmla="*/ 0 w 445"/>
                  <a:gd name="T17" fmla="*/ 0 h 184"/>
                  <a:gd name="T18" fmla="*/ 0 w 445"/>
                  <a:gd name="T19" fmla="*/ 0 h 184"/>
                  <a:gd name="T20" fmla="*/ 0 w 445"/>
                  <a:gd name="T21" fmla="*/ 0 h 184"/>
                  <a:gd name="T22" fmla="*/ 0 w 445"/>
                  <a:gd name="T23" fmla="*/ 0 h 184"/>
                  <a:gd name="T24" fmla="*/ 0 w 445"/>
                  <a:gd name="T25" fmla="*/ 0 h 184"/>
                  <a:gd name="T26" fmla="*/ 0 w 445"/>
                  <a:gd name="T27" fmla="*/ 0 h 184"/>
                  <a:gd name="T28" fmla="*/ 0 w 445"/>
                  <a:gd name="T29" fmla="*/ 0 h 184"/>
                  <a:gd name="T30" fmla="*/ 0 w 445"/>
                  <a:gd name="T31" fmla="*/ 0 h 184"/>
                  <a:gd name="T32" fmla="*/ 0 w 445"/>
                  <a:gd name="T33" fmla="*/ 0 h 184"/>
                  <a:gd name="T34" fmla="*/ 0 w 445"/>
                  <a:gd name="T35" fmla="*/ 0 h 184"/>
                  <a:gd name="T36" fmla="*/ 0 w 445"/>
                  <a:gd name="T37" fmla="*/ 0 h 184"/>
                  <a:gd name="T38" fmla="*/ 0 w 445"/>
                  <a:gd name="T39" fmla="*/ 0 h 184"/>
                  <a:gd name="T40" fmla="*/ 0 w 445"/>
                  <a:gd name="T41" fmla="*/ 0 h 184"/>
                  <a:gd name="T42" fmla="*/ 0 w 445"/>
                  <a:gd name="T43" fmla="*/ 0 h 184"/>
                  <a:gd name="T44" fmla="*/ 0 w 445"/>
                  <a:gd name="T45" fmla="*/ 0 h 18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445"/>
                  <a:gd name="T70" fmla="*/ 0 h 184"/>
                  <a:gd name="T71" fmla="*/ 445 w 445"/>
                  <a:gd name="T72" fmla="*/ 184 h 184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445" h="184">
                    <a:moveTo>
                      <a:pt x="0" y="2"/>
                    </a:moveTo>
                    <a:lnTo>
                      <a:pt x="157" y="173"/>
                    </a:lnTo>
                    <a:lnTo>
                      <a:pt x="158" y="174"/>
                    </a:lnTo>
                    <a:lnTo>
                      <a:pt x="160" y="176"/>
                    </a:lnTo>
                    <a:lnTo>
                      <a:pt x="165" y="179"/>
                    </a:lnTo>
                    <a:lnTo>
                      <a:pt x="172" y="182"/>
                    </a:lnTo>
                    <a:lnTo>
                      <a:pt x="179" y="183"/>
                    </a:lnTo>
                    <a:lnTo>
                      <a:pt x="187" y="184"/>
                    </a:lnTo>
                    <a:lnTo>
                      <a:pt x="197" y="182"/>
                    </a:lnTo>
                    <a:lnTo>
                      <a:pt x="208" y="177"/>
                    </a:lnTo>
                    <a:lnTo>
                      <a:pt x="445" y="68"/>
                    </a:lnTo>
                    <a:lnTo>
                      <a:pt x="440" y="63"/>
                    </a:lnTo>
                    <a:lnTo>
                      <a:pt x="207" y="170"/>
                    </a:lnTo>
                    <a:lnTo>
                      <a:pt x="205" y="171"/>
                    </a:lnTo>
                    <a:lnTo>
                      <a:pt x="203" y="173"/>
                    </a:lnTo>
                    <a:lnTo>
                      <a:pt x="198" y="174"/>
                    </a:lnTo>
                    <a:lnTo>
                      <a:pt x="193" y="175"/>
                    </a:lnTo>
                    <a:lnTo>
                      <a:pt x="186" y="176"/>
                    </a:lnTo>
                    <a:lnTo>
                      <a:pt x="178" y="175"/>
                    </a:lnTo>
                    <a:lnTo>
                      <a:pt x="170" y="173"/>
                    </a:lnTo>
                    <a:lnTo>
                      <a:pt x="160" y="167"/>
                    </a:lnTo>
                    <a:lnTo>
                      <a:pt x="8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3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3" name="Freeform 487"/>
              <p:cNvSpPr>
                <a:spLocks/>
              </p:cNvSpPr>
              <p:nvPr/>
            </p:nvSpPr>
            <p:spPr bwMode="auto">
              <a:xfrm>
                <a:off x="1158" y="1719"/>
                <a:ext cx="4" cy="3"/>
              </a:xfrm>
              <a:custGeom>
                <a:avLst/>
                <a:gdLst>
                  <a:gd name="T0" fmla="*/ 0 w 20"/>
                  <a:gd name="T1" fmla="*/ 0 h 14"/>
                  <a:gd name="T2" fmla="*/ 0 w 20"/>
                  <a:gd name="T3" fmla="*/ 0 h 14"/>
                  <a:gd name="T4" fmla="*/ 0 w 20"/>
                  <a:gd name="T5" fmla="*/ 0 h 14"/>
                  <a:gd name="T6" fmla="*/ 0 w 20"/>
                  <a:gd name="T7" fmla="*/ 0 h 14"/>
                  <a:gd name="T8" fmla="*/ 0 w 20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14"/>
                  <a:gd name="T17" fmla="*/ 20 w 20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14">
                    <a:moveTo>
                      <a:pt x="6" y="14"/>
                    </a:moveTo>
                    <a:lnTo>
                      <a:pt x="20" y="6"/>
                    </a:lnTo>
                    <a:lnTo>
                      <a:pt x="12" y="0"/>
                    </a:lnTo>
                    <a:lnTo>
                      <a:pt x="0" y="10"/>
                    </a:lnTo>
                    <a:lnTo>
                      <a:pt x="6" y="14"/>
                    </a:lnTo>
                    <a:close/>
                  </a:path>
                </a:pathLst>
              </a:custGeom>
              <a:solidFill>
                <a:srgbClr val="1970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4" name="Freeform 488"/>
              <p:cNvSpPr>
                <a:spLocks/>
              </p:cNvSpPr>
              <p:nvPr/>
            </p:nvSpPr>
            <p:spPr bwMode="auto">
              <a:xfrm>
                <a:off x="1144" y="1718"/>
                <a:ext cx="14" cy="10"/>
              </a:xfrm>
              <a:custGeom>
                <a:avLst/>
                <a:gdLst>
                  <a:gd name="T0" fmla="*/ 0 w 70"/>
                  <a:gd name="T1" fmla="*/ 0 h 51"/>
                  <a:gd name="T2" fmla="*/ 0 w 70"/>
                  <a:gd name="T3" fmla="*/ 0 h 51"/>
                  <a:gd name="T4" fmla="*/ 0 w 70"/>
                  <a:gd name="T5" fmla="*/ 0 h 51"/>
                  <a:gd name="T6" fmla="*/ 0 w 70"/>
                  <a:gd name="T7" fmla="*/ 0 h 51"/>
                  <a:gd name="T8" fmla="*/ 0 w 70"/>
                  <a:gd name="T9" fmla="*/ 0 h 51"/>
                  <a:gd name="T10" fmla="*/ 0 w 70"/>
                  <a:gd name="T11" fmla="*/ 0 h 51"/>
                  <a:gd name="T12" fmla="*/ 0 w 70"/>
                  <a:gd name="T13" fmla="*/ 0 h 51"/>
                  <a:gd name="T14" fmla="*/ 0 w 70"/>
                  <a:gd name="T15" fmla="*/ 0 h 51"/>
                  <a:gd name="T16" fmla="*/ 0 w 70"/>
                  <a:gd name="T17" fmla="*/ 0 h 5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0"/>
                  <a:gd name="T28" fmla="*/ 0 h 51"/>
                  <a:gd name="T29" fmla="*/ 70 w 70"/>
                  <a:gd name="T30" fmla="*/ 51 h 5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0" h="51">
                    <a:moveTo>
                      <a:pt x="42" y="33"/>
                    </a:moveTo>
                    <a:lnTo>
                      <a:pt x="45" y="36"/>
                    </a:lnTo>
                    <a:lnTo>
                      <a:pt x="70" y="14"/>
                    </a:lnTo>
                    <a:lnTo>
                      <a:pt x="52" y="0"/>
                    </a:lnTo>
                    <a:lnTo>
                      <a:pt x="0" y="25"/>
                    </a:lnTo>
                    <a:lnTo>
                      <a:pt x="33" y="51"/>
                    </a:lnTo>
                    <a:lnTo>
                      <a:pt x="24" y="43"/>
                    </a:lnTo>
                    <a:lnTo>
                      <a:pt x="42" y="33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5" name="Freeform 489"/>
              <p:cNvSpPr>
                <a:spLocks/>
              </p:cNvSpPr>
              <p:nvPr/>
            </p:nvSpPr>
            <p:spPr bwMode="auto">
              <a:xfrm>
                <a:off x="1153" y="1721"/>
                <a:ext cx="6" cy="4"/>
              </a:xfrm>
              <a:custGeom>
                <a:avLst/>
                <a:gdLst>
                  <a:gd name="T0" fmla="*/ 0 w 31"/>
                  <a:gd name="T1" fmla="*/ 0 h 23"/>
                  <a:gd name="T2" fmla="*/ 0 w 31"/>
                  <a:gd name="T3" fmla="*/ 0 h 23"/>
                  <a:gd name="T4" fmla="*/ 0 w 31"/>
                  <a:gd name="T5" fmla="*/ 0 h 23"/>
                  <a:gd name="T6" fmla="*/ 0 w 31"/>
                  <a:gd name="T7" fmla="*/ 0 h 23"/>
                  <a:gd name="T8" fmla="*/ 0 w 31"/>
                  <a:gd name="T9" fmla="*/ 0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1"/>
                  <a:gd name="T16" fmla="*/ 0 h 23"/>
                  <a:gd name="T17" fmla="*/ 31 w 31"/>
                  <a:gd name="T18" fmla="*/ 23 h 2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1" h="23">
                    <a:moveTo>
                      <a:pt x="0" y="22"/>
                    </a:moveTo>
                    <a:lnTo>
                      <a:pt x="1" y="23"/>
                    </a:lnTo>
                    <a:lnTo>
                      <a:pt x="31" y="4"/>
                    </a:lnTo>
                    <a:lnTo>
                      <a:pt x="25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6" name="Freeform 490"/>
              <p:cNvSpPr>
                <a:spLocks/>
              </p:cNvSpPr>
              <p:nvPr/>
            </p:nvSpPr>
            <p:spPr bwMode="auto">
              <a:xfrm>
                <a:off x="1153" y="1722"/>
                <a:ext cx="8" cy="4"/>
              </a:xfrm>
              <a:custGeom>
                <a:avLst/>
                <a:gdLst>
                  <a:gd name="T0" fmla="*/ 0 w 41"/>
                  <a:gd name="T1" fmla="*/ 0 h 24"/>
                  <a:gd name="T2" fmla="*/ 0 w 41"/>
                  <a:gd name="T3" fmla="*/ 0 h 24"/>
                  <a:gd name="T4" fmla="*/ 0 w 41"/>
                  <a:gd name="T5" fmla="*/ 0 h 24"/>
                  <a:gd name="T6" fmla="*/ 0 w 41"/>
                  <a:gd name="T7" fmla="*/ 0 h 24"/>
                  <a:gd name="T8" fmla="*/ 0 w 41"/>
                  <a:gd name="T9" fmla="*/ 0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1"/>
                  <a:gd name="T16" fmla="*/ 0 h 24"/>
                  <a:gd name="T17" fmla="*/ 41 w 41"/>
                  <a:gd name="T18" fmla="*/ 24 h 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1" h="24">
                    <a:moveTo>
                      <a:pt x="7" y="24"/>
                    </a:moveTo>
                    <a:lnTo>
                      <a:pt x="41" y="8"/>
                    </a:lnTo>
                    <a:lnTo>
                      <a:pt x="30" y="0"/>
                    </a:lnTo>
                    <a:lnTo>
                      <a:pt x="0" y="19"/>
                    </a:lnTo>
                    <a:lnTo>
                      <a:pt x="7" y="24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7" name="Freeform 491"/>
              <p:cNvSpPr>
                <a:spLocks/>
              </p:cNvSpPr>
              <p:nvPr/>
            </p:nvSpPr>
            <p:spPr bwMode="auto">
              <a:xfrm>
                <a:off x="1150" y="1726"/>
                <a:ext cx="4" cy="3"/>
              </a:xfrm>
              <a:custGeom>
                <a:avLst/>
                <a:gdLst>
                  <a:gd name="T0" fmla="*/ 0 w 20"/>
                  <a:gd name="T1" fmla="*/ 0 h 11"/>
                  <a:gd name="T2" fmla="*/ 0 w 20"/>
                  <a:gd name="T3" fmla="*/ 0 h 11"/>
                  <a:gd name="T4" fmla="*/ 0 w 20"/>
                  <a:gd name="T5" fmla="*/ 0 h 11"/>
                  <a:gd name="T6" fmla="*/ 0 w 20"/>
                  <a:gd name="T7" fmla="*/ 0 h 11"/>
                  <a:gd name="T8" fmla="*/ 0 w 20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11"/>
                  <a:gd name="T17" fmla="*/ 20 w 20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11">
                    <a:moveTo>
                      <a:pt x="1" y="11"/>
                    </a:moveTo>
                    <a:lnTo>
                      <a:pt x="20" y="1"/>
                    </a:lnTo>
                    <a:lnTo>
                      <a:pt x="20" y="0"/>
                    </a:lnTo>
                    <a:lnTo>
                      <a:pt x="0" y="9"/>
                    </a:lnTo>
                    <a:lnTo>
                      <a:pt x="1" y="1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8" name="Freeform 492"/>
              <p:cNvSpPr>
                <a:spLocks/>
              </p:cNvSpPr>
              <p:nvPr/>
            </p:nvSpPr>
            <p:spPr bwMode="auto">
              <a:xfrm>
                <a:off x="907" y="1649"/>
                <a:ext cx="124" cy="74"/>
              </a:xfrm>
              <a:custGeom>
                <a:avLst/>
                <a:gdLst>
                  <a:gd name="T0" fmla="*/ 0 w 616"/>
                  <a:gd name="T1" fmla="*/ 0 h 368"/>
                  <a:gd name="T2" fmla="*/ 0 w 616"/>
                  <a:gd name="T3" fmla="*/ 0 h 368"/>
                  <a:gd name="T4" fmla="*/ 0 w 616"/>
                  <a:gd name="T5" fmla="*/ 0 h 368"/>
                  <a:gd name="T6" fmla="*/ 0 w 616"/>
                  <a:gd name="T7" fmla="*/ 0 h 368"/>
                  <a:gd name="T8" fmla="*/ 0 w 616"/>
                  <a:gd name="T9" fmla="*/ 0 h 368"/>
                  <a:gd name="T10" fmla="*/ 0 w 616"/>
                  <a:gd name="T11" fmla="*/ 0 h 368"/>
                  <a:gd name="T12" fmla="*/ 0 w 616"/>
                  <a:gd name="T13" fmla="*/ 0 h 368"/>
                  <a:gd name="T14" fmla="*/ 0 w 616"/>
                  <a:gd name="T15" fmla="*/ 0 h 368"/>
                  <a:gd name="T16" fmla="*/ 0 w 616"/>
                  <a:gd name="T17" fmla="*/ 0 h 368"/>
                  <a:gd name="T18" fmla="*/ 0 w 616"/>
                  <a:gd name="T19" fmla="*/ 0 h 368"/>
                  <a:gd name="T20" fmla="*/ 0 w 616"/>
                  <a:gd name="T21" fmla="*/ 0 h 368"/>
                  <a:gd name="T22" fmla="*/ 0 w 616"/>
                  <a:gd name="T23" fmla="*/ 0 h 368"/>
                  <a:gd name="T24" fmla="*/ 0 w 616"/>
                  <a:gd name="T25" fmla="*/ 0 h 368"/>
                  <a:gd name="T26" fmla="*/ 0 w 616"/>
                  <a:gd name="T27" fmla="*/ 0 h 368"/>
                  <a:gd name="T28" fmla="*/ 0 w 616"/>
                  <a:gd name="T29" fmla="*/ 0 h 368"/>
                  <a:gd name="T30" fmla="*/ 0 w 616"/>
                  <a:gd name="T31" fmla="*/ 0 h 368"/>
                  <a:gd name="T32" fmla="*/ 0 w 616"/>
                  <a:gd name="T33" fmla="*/ 0 h 368"/>
                  <a:gd name="T34" fmla="*/ 0 w 616"/>
                  <a:gd name="T35" fmla="*/ 0 h 368"/>
                  <a:gd name="T36" fmla="*/ 0 w 616"/>
                  <a:gd name="T37" fmla="*/ 0 h 368"/>
                  <a:gd name="T38" fmla="*/ 0 w 616"/>
                  <a:gd name="T39" fmla="*/ 0 h 368"/>
                  <a:gd name="T40" fmla="*/ 0 w 616"/>
                  <a:gd name="T41" fmla="*/ 0 h 368"/>
                  <a:gd name="T42" fmla="*/ 0 w 616"/>
                  <a:gd name="T43" fmla="*/ 0 h 36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16"/>
                  <a:gd name="T67" fmla="*/ 0 h 368"/>
                  <a:gd name="T68" fmla="*/ 616 w 616"/>
                  <a:gd name="T69" fmla="*/ 368 h 368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16" h="368">
                    <a:moveTo>
                      <a:pt x="238" y="365"/>
                    </a:moveTo>
                    <a:lnTo>
                      <a:pt x="220" y="368"/>
                    </a:lnTo>
                    <a:lnTo>
                      <a:pt x="205" y="368"/>
                    </a:lnTo>
                    <a:lnTo>
                      <a:pt x="192" y="367"/>
                    </a:lnTo>
                    <a:lnTo>
                      <a:pt x="181" y="363"/>
                    </a:lnTo>
                    <a:lnTo>
                      <a:pt x="172" y="360"/>
                    </a:lnTo>
                    <a:lnTo>
                      <a:pt x="166" y="356"/>
                    </a:lnTo>
                    <a:lnTo>
                      <a:pt x="163" y="354"/>
                    </a:lnTo>
                    <a:lnTo>
                      <a:pt x="162" y="353"/>
                    </a:lnTo>
                    <a:lnTo>
                      <a:pt x="6" y="194"/>
                    </a:lnTo>
                    <a:lnTo>
                      <a:pt x="0" y="188"/>
                    </a:lnTo>
                    <a:lnTo>
                      <a:pt x="420" y="0"/>
                    </a:lnTo>
                    <a:lnTo>
                      <a:pt x="607" y="147"/>
                    </a:lnTo>
                    <a:lnTo>
                      <a:pt x="609" y="149"/>
                    </a:lnTo>
                    <a:lnTo>
                      <a:pt x="611" y="152"/>
                    </a:lnTo>
                    <a:lnTo>
                      <a:pt x="613" y="157"/>
                    </a:lnTo>
                    <a:lnTo>
                      <a:pt x="616" y="163"/>
                    </a:lnTo>
                    <a:lnTo>
                      <a:pt x="616" y="170"/>
                    </a:lnTo>
                    <a:lnTo>
                      <a:pt x="612" y="177"/>
                    </a:lnTo>
                    <a:lnTo>
                      <a:pt x="605" y="184"/>
                    </a:lnTo>
                    <a:lnTo>
                      <a:pt x="592" y="193"/>
                    </a:lnTo>
                    <a:lnTo>
                      <a:pt x="238" y="365"/>
                    </a:lnTo>
                    <a:close/>
                  </a:path>
                </a:pathLst>
              </a:custGeom>
              <a:solidFill>
                <a:srgbClr val="A0828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9" name="Freeform 493"/>
              <p:cNvSpPr>
                <a:spLocks/>
              </p:cNvSpPr>
              <p:nvPr/>
            </p:nvSpPr>
            <p:spPr bwMode="auto">
              <a:xfrm>
                <a:off x="906" y="1687"/>
                <a:ext cx="2" cy="1"/>
              </a:xfrm>
              <a:custGeom>
                <a:avLst/>
                <a:gdLst>
                  <a:gd name="T0" fmla="*/ 0 w 9"/>
                  <a:gd name="T1" fmla="*/ 0 h 7"/>
                  <a:gd name="T2" fmla="*/ 0 w 9"/>
                  <a:gd name="T3" fmla="*/ 0 h 7"/>
                  <a:gd name="T4" fmla="*/ 0 w 9"/>
                  <a:gd name="T5" fmla="*/ 0 h 7"/>
                  <a:gd name="T6" fmla="*/ 0 w 9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7"/>
                  <a:gd name="T14" fmla="*/ 9 w 9"/>
                  <a:gd name="T15" fmla="*/ 7 h 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7">
                    <a:moveTo>
                      <a:pt x="0" y="7"/>
                    </a:moveTo>
                    <a:lnTo>
                      <a:pt x="9" y="5"/>
                    </a:lnTo>
                    <a:lnTo>
                      <a:pt x="5" y="0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A0828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0" name="Freeform 494"/>
              <p:cNvSpPr>
                <a:spLocks/>
              </p:cNvSpPr>
              <p:nvPr/>
            </p:nvSpPr>
            <p:spPr bwMode="auto">
              <a:xfrm>
                <a:off x="966" y="1661"/>
                <a:ext cx="48" cy="33"/>
              </a:xfrm>
              <a:custGeom>
                <a:avLst/>
                <a:gdLst>
                  <a:gd name="T0" fmla="*/ 0 w 239"/>
                  <a:gd name="T1" fmla="*/ 0 h 164"/>
                  <a:gd name="T2" fmla="*/ 0 w 239"/>
                  <a:gd name="T3" fmla="*/ 0 h 164"/>
                  <a:gd name="T4" fmla="*/ 0 w 239"/>
                  <a:gd name="T5" fmla="*/ 0 h 164"/>
                  <a:gd name="T6" fmla="*/ 0 w 239"/>
                  <a:gd name="T7" fmla="*/ 0 h 164"/>
                  <a:gd name="T8" fmla="*/ 0 w 239"/>
                  <a:gd name="T9" fmla="*/ 0 h 1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9"/>
                  <a:gd name="T16" fmla="*/ 0 h 164"/>
                  <a:gd name="T17" fmla="*/ 239 w 239"/>
                  <a:gd name="T18" fmla="*/ 164 h 16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9" h="164">
                    <a:moveTo>
                      <a:pt x="101" y="0"/>
                    </a:moveTo>
                    <a:lnTo>
                      <a:pt x="239" y="114"/>
                    </a:lnTo>
                    <a:lnTo>
                      <a:pt x="133" y="164"/>
                    </a:lnTo>
                    <a:lnTo>
                      <a:pt x="0" y="45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1970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1" name="Freeform 495"/>
              <p:cNvSpPr>
                <a:spLocks/>
              </p:cNvSpPr>
              <p:nvPr/>
            </p:nvSpPr>
            <p:spPr bwMode="auto">
              <a:xfrm>
                <a:off x="858" y="1707"/>
                <a:ext cx="115" cy="140"/>
              </a:xfrm>
              <a:custGeom>
                <a:avLst/>
                <a:gdLst>
                  <a:gd name="T0" fmla="*/ 0 w 578"/>
                  <a:gd name="T1" fmla="*/ 0 h 697"/>
                  <a:gd name="T2" fmla="*/ 0 w 578"/>
                  <a:gd name="T3" fmla="*/ 0 h 697"/>
                  <a:gd name="T4" fmla="*/ 0 w 578"/>
                  <a:gd name="T5" fmla="*/ 0 h 697"/>
                  <a:gd name="T6" fmla="*/ 0 w 578"/>
                  <a:gd name="T7" fmla="*/ 0 h 697"/>
                  <a:gd name="T8" fmla="*/ 0 w 578"/>
                  <a:gd name="T9" fmla="*/ 0 h 697"/>
                  <a:gd name="T10" fmla="*/ 0 w 578"/>
                  <a:gd name="T11" fmla="*/ 0 h 697"/>
                  <a:gd name="T12" fmla="*/ 0 w 578"/>
                  <a:gd name="T13" fmla="*/ 0 h 697"/>
                  <a:gd name="T14" fmla="*/ 0 w 578"/>
                  <a:gd name="T15" fmla="*/ 0 h 697"/>
                  <a:gd name="T16" fmla="*/ 0 w 578"/>
                  <a:gd name="T17" fmla="*/ 0 h 697"/>
                  <a:gd name="T18" fmla="*/ 0 w 578"/>
                  <a:gd name="T19" fmla="*/ 0 h 697"/>
                  <a:gd name="T20" fmla="*/ 0 w 578"/>
                  <a:gd name="T21" fmla="*/ 0 h 697"/>
                  <a:gd name="T22" fmla="*/ 0 w 578"/>
                  <a:gd name="T23" fmla="*/ 0 h 697"/>
                  <a:gd name="T24" fmla="*/ 0 w 578"/>
                  <a:gd name="T25" fmla="*/ 0 h 697"/>
                  <a:gd name="T26" fmla="*/ 0 w 578"/>
                  <a:gd name="T27" fmla="*/ 0 h 697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578"/>
                  <a:gd name="T43" fmla="*/ 0 h 697"/>
                  <a:gd name="T44" fmla="*/ 578 w 578"/>
                  <a:gd name="T45" fmla="*/ 697 h 697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578" h="697">
                    <a:moveTo>
                      <a:pt x="11" y="0"/>
                    </a:moveTo>
                    <a:lnTo>
                      <a:pt x="9" y="0"/>
                    </a:lnTo>
                    <a:lnTo>
                      <a:pt x="0" y="42"/>
                    </a:lnTo>
                    <a:lnTo>
                      <a:pt x="34" y="81"/>
                    </a:lnTo>
                    <a:lnTo>
                      <a:pt x="40" y="58"/>
                    </a:lnTo>
                    <a:lnTo>
                      <a:pt x="74" y="97"/>
                    </a:lnTo>
                    <a:lnTo>
                      <a:pt x="68" y="121"/>
                    </a:lnTo>
                    <a:lnTo>
                      <a:pt x="555" y="690"/>
                    </a:lnTo>
                    <a:lnTo>
                      <a:pt x="556" y="691"/>
                    </a:lnTo>
                    <a:lnTo>
                      <a:pt x="558" y="692"/>
                    </a:lnTo>
                    <a:lnTo>
                      <a:pt x="561" y="694"/>
                    </a:lnTo>
                    <a:lnTo>
                      <a:pt x="566" y="697"/>
                    </a:lnTo>
                    <a:lnTo>
                      <a:pt x="578" y="64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5493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2" name="Freeform 496"/>
              <p:cNvSpPr>
                <a:spLocks/>
              </p:cNvSpPr>
              <p:nvPr/>
            </p:nvSpPr>
            <p:spPr bwMode="auto">
              <a:xfrm>
                <a:off x="865" y="1719"/>
                <a:ext cx="3" cy="4"/>
              </a:xfrm>
              <a:custGeom>
                <a:avLst/>
                <a:gdLst>
                  <a:gd name="T0" fmla="*/ 0 w 19"/>
                  <a:gd name="T1" fmla="*/ 0 h 23"/>
                  <a:gd name="T2" fmla="*/ 0 w 19"/>
                  <a:gd name="T3" fmla="*/ 0 h 23"/>
                  <a:gd name="T4" fmla="*/ 0 w 19"/>
                  <a:gd name="T5" fmla="*/ 0 h 23"/>
                  <a:gd name="T6" fmla="*/ 0 w 19"/>
                  <a:gd name="T7" fmla="*/ 0 h 2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23"/>
                  <a:gd name="T14" fmla="*/ 19 w 19"/>
                  <a:gd name="T15" fmla="*/ 23 h 2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23">
                    <a:moveTo>
                      <a:pt x="6" y="0"/>
                    </a:moveTo>
                    <a:lnTo>
                      <a:pt x="0" y="23"/>
                    </a:lnTo>
                    <a:lnTo>
                      <a:pt x="19" y="15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49A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3" name="Freeform 497"/>
              <p:cNvSpPr>
                <a:spLocks/>
              </p:cNvSpPr>
              <p:nvPr/>
            </p:nvSpPr>
            <p:spPr bwMode="auto">
              <a:xfrm>
                <a:off x="924" y="1678"/>
                <a:ext cx="224" cy="145"/>
              </a:xfrm>
              <a:custGeom>
                <a:avLst/>
                <a:gdLst>
                  <a:gd name="T0" fmla="*/ 0 w 1118"/>
                  <a:gd name="T1" fmla="*/ 0 h 724"/>
                  <a:gd name="T2" fmla="*/ 0 w 1118"/>
                  <a:gd name="T3" fmla="*/ 0 h 724"/>
                  <a:gd name="T4" fmla="*/ 0 w 1118"/>
                  <a:gd name="T5" fmla="*/ 0 h 724"/>
                  <a:gd name="T6" fmla="*/ 0 w 1118"/>
                  <a:gd name="T7" fmla="*/ 0 h 724"/>
                  <a:gd name="T8" fmla="*/ 0 w 1118"/>
                  <a:gd name="T9" fmla="*/ 0 h 724"/>
                  <a:gd name="T10" fmla="*/ 0 w 1118"/>
                  <a:gd name="T11" fmla="*/ 0 h 724"/>
                  <a:gd name="T12" fmla="*/ 0 w 1118"/>
                  <a:gd name="T13" fmla="*/ 0 h 724"/>
                  <a:gd name="T14" fmla="*/ 0 w 1118"/>
                  <a:gd name="T15" fmla="*/ 0 h 724"/>
                  <a:gd name="T16" fmla="*/ 0 w 1118"/>
                  <a:gd name="T17" fmla="*/ 0 h 724"/>
                  <a:gd name="T18" fmla="*/ 0 w 1118"/>
                  <a:gd name="T19" fmla="*/ 0 h 724"/>
                  <a:gd name="T20" fmla="*/ 0 w 1118"/>
                  <a:gd name="T21" fmla="*/ 0 h 724"/>
                  <a:gd name="T22" fmla="*/ 0 w 1118"/>
                  <a:gd name="T23" fmla="*/ 0 h 724"/>
                  <a:gd name="T24" fmla="*/ 0 w 1118"/>
                  <a:gd name="T25" fmla="*/ 0 h 724"/>
                  <a:gd name="T26" fmla="*/ 0 w 1118"/>
                  <a:gd name="T27" fmla="*/ 0 h 724"/>
                  <a:gd name="T28" fmla="*/ 0 w 1118"/>
                  <a:gd name="T29" fmla="*/ 0 h 724"/>
                  <a:gd name="T30" fmla="*/ 0 w 1118"/>
                  <a:gd name="T31" fmla="*/ 0 h 724"/>
                  <a:gd name="T32" fmla="*/ 0 w 1118"/>
                  <a:gd name="T33" fmla="*/ 0 h 724"/>
                  <a:gd name="T34" fmla="*/ 0 w 1118"/>
                  <a:gd name="T35" fmla="*/ 0 h 724"/>
                  <a:gd name="T36" fmla="*/ 0 w 1118"/>
                  <a:gd name="T37" fmla="*/ 0 h 724"/>
                  <a:gd name="T38" fmla="*/ 0 w 1118"/>
                  <a:gd name="T39" fmla="*/ 0 h 724"/>
                  <a:gd name="T40" fmla="*/ 0 w 1118"/>
                  <a:gd name="T41" fmla="*/ 0 h 724"/>
                  <a:gd name="T42" fmla="*/ 0 w 1118"/>
                  <a:gd name="T43" fmla="*/ 0 h 724"/>
                  <a:gd name="T44" fmla="*/ 0 w 1118"/>
                  <a:gd name="T45" fmla="*/ 0 h 724"/>
                  <a:gd name="T46" fmla="*/ 0 w 1118"/>
                  <a:gd name="T47" fmla="*/ 0 h 724"/>
                  <a:gd name="T48" fmla="*/ 0 w 1118"/>
                  <a:gd name="T49" fmla="*/ 0 h 724"/>
                  <a:gd name="T50" fmla="*/ 0 w 1118"/>
                  <a:gd name="T51" fmla="*/ 0 h 724"/>
                  <a:gd name="T52" fmla="*/ 0 w 1118"/>
                  <a:gd name="T53" fmla="*/ 0 h 724"/>
                  <a:gd name="T54" fmla="*/ 0 w 1118"/>
                  <a:gd name="T55" fmla="*/ 0 h 724"/>
                  <a:gd name="T56" fmla="*/ 0 w 1118"/>
                  <a:gd name="T57" fmla="*/ 0 h 724"/>
                  <a:gd name="T58" fmla="*/ 0 w 1118"/>
                  <a:gd name="T59" fmla="*/ 0 h 724"/>
                  <a:gd name="T60" fmla="*/ 0 w 1118"/>
                  <a:gd name="T61" fmla="*/ 0 h 724"/>
                  <a:gd name="T62" fmla="*/ 0 w 1118"/>
                  <a:gd name="T63" fmla="*/ 0 h 724"/>
                  <a:gd name="T64" fmla="*/ 0 w 1118"/>
                  <a:gd name="T65" fmla="*/ 0 h 72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18"/>
                  <a:gd name="T100" fmla="*/ 0 h 724"/>
                  <a:gd name="T101" fmla="*/ 1118 w 1118"/>
                  <a:gd name="T102" fmla="*/ 724 h 72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18" h="724">
                    <a:moveTo>
                      <a:pt x="0" y="375"/>
                    </a:moveTo>
                    <a:lnTo>
                      <a:pt x="284" y="705"/>
                    </a:lnTo>
                    <a:lnTo>
                      <a:pt x="285" y="706"/>
                    </a:lnTo>
                    <a:lnTo>
                      <a:pt x="289" y="710"/>
                    </a:lnTo>
                    <a:lnTo>
                      <a:pt x="294" y="713"/>
                    </a:lnTo>
                    <a:lnTo>
                      <a:pt x="301" y="718"/>
                    </a:lnTo>
                    <a:lnTo>
                      <a:pt x="309" y="722"/>
                    </a:lnTo>
                    <a:lnTo>
                      <a:pt x="320" y="724"/>
                    </a:lnTo>
                    <a:lnTo>
                      <a:pt x="333" y="724"/>
                    </a:lnTo>
                    <a:lnTo>
                      <a:pt x="347" y="722"/>
                    </a:lnTo>
                    <a:lnTo>
                      <a:pt x="1103" y="303"/>
                    </a:lnTo>
                    <a:lnTo>
                      <a:pt x="1104" y="302"/>
                    </a:lnTo>
                    <a:lnTo>
                      <a:pt x="1109" y="298"/>
                    </a:lnTo>
                    <a:lnTo>
                      <a:pt x="1113" y="292"/>
                    </a:lnTo>
                    <a:lnTo>
                      <a:pt x="1117" y="284"/>
                    </a:lnTo>
                    <a:lnTo>
                      <a:pt x="1118" y="274"/>
                    </a:lnTo>
                    <a:lnTo>
                      <a:pt x="1116" y="264"/>
                    </a:lnTo>
                    <a:lnTo>
                      <a:pt x="1109" y="252"/>
                    </a:lnTo>
                    <a:lnTo>
                      <a:pt x="1093" y="239"/>
                    </a:lnTo>
                    <a:lnTo>
                      <a:pt x="741" y="5"/>
                    </a:lnTo>
                    <a:lnTo>
                      <a:pt x="739" y="5"/>
                    </a:lnTo>
                    <a:lnTo>
                      <a:pt x="737" y="4"/>
                    </a:lnTo>
                    <a:lnTo>
                      <a:pt x="733" y="1"/>
                    </a:lnTo>
                    <a:lnTo>
                      <a:pt x="729" y="0"/>
                    </a:lnTo>
                    <a:lnTo>
                      <a:pt x="721" y="0"/>
                    </a:lnTo>
                    <a:lnTo>
                      <a:pt x="713" y="0"/>
                    </a:lnTo>
                    <a:lnTo>
                      <a:pt x="705" y="2"/>
                    </a:lnTo>
                    <a:lnTo>
                      <a:pt x="694" y="6"/>
                    </a:lnTo>
                    <a:lnTo>
                      <a:pt x="24" y="335"/>
                    </a:lnTo>
                    <a:lnTo>
                      <a:pt x="20" y="339"/>
                    </a:lnTo>
                    <a:lnTo>
                      <a:pt x="9" y="348"/>
                    </a:lnTo>
                    <a:lnTo>
                      <a:pt x="0" y="361"/>
                    </a:lnTo>
                    <a:lnTo>
                      <a:pt x="0" y="375"/>
                    </a:lnTo>
                    <a:close/>
                  </a:path>
                </a:pathLst>
              </a:custGeom>
              <a:solidFill>
                <a:srgbClr val="EAEA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4" name="Freeform 498"/>
              <p:cNvSpPr>
                <a:spLocks/>
              </p:cNvSpPr>
              <p:nvPr/>
            </p:nvSpPr>
            <p:spPr bwMode="auto">
              <a:xfrm>
                <a:off x="942" y="1690"/>
                <a:ext cx="129" cy="65"/>
              </a:xfrm>
              <a:custGeom>
                <a:avLst/>
                <a:gdLst>
                  <a:gd name="T0" fmla="*/ 0 w 643"/>
                  <a:gd name="T1" fmla="*/ 0 h 325"/>
                  <a:gd name="T2" fmla="*/ 0 w 643"/>
                  <a:gd name="T3" fmla="*/ 0 h 325"/>
                  <a:gd name="T4" fmla="*/ 0 w 643"/>
                  <a:gd name="T5" fmla="*/ 0 h 325"/>
                  <a:gd name="T6" fmla="*/ 0 w 643"/>
                  <a:gd name="T7" fmla="*/ 0 h 325"/>
                  <a:gd name="T8" fmla="*/ 0 w 643"/>
                  <a:gd name="T9" fmla="*/ 0 h 3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43"/>
                  <a:gd name="T16" fmla="*/ 0 h 325"/>
                  <a:gd name="T17" fmla="*/ 643 w 643"/>
                  <a:gd name="T18" fmla="*/ 325 h 3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43" h="325">
                    <a:moveTo>
                      <a:pt x="0" y="320"/>
                    </a:moveTo>
                    <a:lnTo>
                      <a:pt x="2" y="325"/>
                    </a:lnTo>
                    <a:lnTo>
                      <a:pt x="643" y="5"/>
                    </a:lnTo>
                    <a:lnTo>
                      <a:pt x="640" y="0"/>
                    </a:lnTo>
                    <a:lnTo>
                      <a:pt x="0" y="32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5" name="Freeform 499"/>
              <p:cNvSpPr>
                <a:spLocks/>
              </p:cNvSpPr>
              <p:nvPr/>
            </p:nvSpPr>
            <p:spPr bwMode="auto">
              <a:xfrm>
                <a:off x="950" y="1695"/>
                <a:ext cx="130" cy="67"/>
              </a:xfrm>
              <a:custGeom>
                <a:avLst/>
                <a:gdLst>
                  <a:gd name="T0" fmla="*/ 0 w 647"/>
                  <a:gd name="T1" fmla="*/ 0 h 334"/>
                  <a:gd name="T2" fmla="*/ 0 w 647"/>
                  <a:gd name="T3" fmla="*/ 0 h 334"/>
                  <a:gd name="T4" fmla="*/ 0 w 647"/>
                  <a:gd name="T5" fmla="*/ 0 h 334"/>
                  <a:gd name="T6" fmla="*/ 0 w 647"/>
                  <a:gd name="T7" fmla="*/ 0 h 334"/>
                  <a:gd name="T8" fmla="*/ 0 w 647"/>
                  <a:gd name="T9" fmla="*/ 0 h 3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47"/>
                  <a:gd name="T16" fmla="*/ 0 h 334"/>
                  <a:gd name="T17" fmla="*/ 647 w 647"/>
                  <a:gd name="T18" fmla="*/ 334 h 3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47" h="334">
                    <a:moveTo>
                      <a:pt x="0" y="329"/>
                    </a:moveTo>
                    <a:lnTo>
                      <a:pt x="3" y="334"/>
                    </a:lnTo>
                    <a:lnTo>
                      <a:pt x="647" y="5"/>
                    </a:lnTo>
                    <a:lnTo>
                      <a:pt x="645" y="0"/>
                    </a:lnTo>
                    <a:lnTo>
                      <a:pt x="0" y="32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6" name="Freeform 500"/>
              <p:cNvSpPr>
                <a:spLocks/>
              </p:cNvSpPr>
              <p:nvPr/>
            </p:nvSpPr>
            <p:spPr bwMode="auto">
              <a:xfrm>
                <a:off x="959" y="1701"/>
                <a:ext cx="130" cy="69"/>
              </a:xfrm>
              <a:custGeom>
                <a:avLst/>
                <a:gdLst>
                  <a:gd name="T0" fmla="*/ 0 w 652"/>
                  <a:gd name="T1" fmla="*/ 0 h 343"/>
                  <a:gd name="T2" fmla="*/ 0 w 652"/>
                  <a:gd name="T3" fmla="*/ 0 h 343"/>
                  <a:gd name="T4" fmla="*/ 0 w 652"/>
                  <a:gd name="T5" fmla="*/ 0 h 343"/>
                  <a:gd name="T6" fmla="*/ 0 w 652"/>
                  <a:gd name="T7" fmla="*/ 0 h 343"/>
                  <a:gd name="T8" fmla="*/ 0 w 652"/>
                  <a:gd name="T9" fmla="*/ 0 h 3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52"/>
                  <a:gd name="T16" fmla="*/ 0 h 343"/>
                  <a:gd name="T17" fmla="*/ 652 w 652"/>
                  <a:gd name="T18" fmla="*/ 343 h 3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52" h="343">
                    <a:moveTo>
                      <a:pt x="0" y="337"/>
                    </a:moveTo>
                    <a:lnTo>
                      <a:pt x="2" y="343"/>
                    </a:lnTo>
                    <a:lnTo>
                      <a:pt x="652" y="4"/>
                    </a:lnTo>
                    <a:lnTo>
                      <a:pt x="650" y="0"/>
                    </a:lnTo>
                    <a:lnTo>
                      <a:pt x="0" y="3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7" name="Freeform 501"/>
              <p:cNvSpPr>
                <a:spLocks/>
              </p:cNvSpPr>
              <p:nvPr/>
            </p:nvSpPr>
            <p:spPr bwMode="auto">
              <a:xfrm>
                <a:off x="967" y="1707"/>
                <a:ext cx="132" cy="71"/>
              </a:xfrm>
              <a:custGeom>
                <a:avLst/>
                <a:gdLst>
                  <a:gd name="T0" fmla="*/ 0 w 658"/>
                  <a:gd name="T1" fmla="*/ 0 h 355"/>
                  <a:gd name="T2" fmla="*/ 0 w 658"/>
                  <a:gd name="T3" fmla="*/ 0 h 355"/>
                  <a:gd name="T4" fmla="*/ 0 w 658"/>
                  <a:gd name="T5" fmla="*/ 0 h 355"/>
                  <a:gd name="T6" fmla="*/ 0 w 658"/>
                  <a:gd name="T7" fmla="*/ 0 h 355"/>
                  <a:gd name="T8" fmla="*/ 0 w 658"/>
                  <a:gd name="T9" fmla="*/ 0 h 3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58"/>
                  <a:gd name="T16" fmla="*/ 0 h 355"/>
                  <a:gd name="T17" fmla="*/ 658 w 658"/>
                  <a:gd name="T18" fmla="*/ 355 h 3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58" h="355">
                    <a:moveTo>
                      <a:pt x="0" y="349"/>
                    </a:moveTo>
                    <a:lnTo>
                      <a:pt x="2" y="355"/>
                    </a:lnTo>
                    <a:lnTo>
                      <a:pt x="658" y="5"/>
                    </a:lnTo>
                    <a:lnTo>
                      <a:pt x="654" y="0"/>
                    </a:lnTo>
                    <a:lnTo>
                      <a:pt x="0" y="34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" name="Freeform 502"/>
              <p:cNvSpPr>
                <a:spLocks/>
              </p:cNvSpPr>
              <p:nvPr/>
            </p:nvSpPr>
            <p:spPr bwMode="auto">
              <a:xfrm>
                <a:off x="976" y="1713"/>
                <a:ext cx="132" cy="73"/>
              </a:xfrm>
              <a:custGeom>
                <a:avLst/>
                <a:gdLst>
                  <a:gd name="T0" fmla="*/ 0 w 661"/>
                  <a:gd name="T1" fmla="*/ 0 h 365"/>
                  <a:gd name="T2" fmla="*/ 0 w 661"/>
                  <a:gd name="T3" fmla="*/ 0 h 365"/>
                  <a:gd name="T4" fmla="*/ 0 w 661"/>
                  <a:gd name="T5" fmla="*/ 0 h 365"/>
                  <a:gd name="T6" fmla="*/ 0 w 661"/>
                  <a:gd name="T7" fmla="*/ 0 h 365"/>
                  <a:gd name="T8" fmla="*/ 0 w 661"/>
                  <a:gd name="T9" fmla="*/ 0 h 3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1"/>
                  <a:gd name="T16" fmla="*/ 0 h 365"/>
                  <a:gd name="T17" fmla="*/ 661 w 661"/>
                  <a:gd name="T18" fmla="*/ 365 h 36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1" h="365">
                    <a:moveTo>
                      <a:pt x="0" y="359"/>
                    </a:moveTo>
                    <a:lnTo>
                      <a:pt x="2" y="365"/>
                    </a:lnTo>
                    <a:lnTo>
                      <a:pt x="661" y="6"/>
                    </a:lnTo>
                    <a:lnTo>
                      <a:pt x="659" y="0"/>
                    </a:lnTo>
                    <a:lnTo>
                      <a:pt x="0" y="35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9" name="Freeform 503"/>
              <p:cNvSpPr>
                <a:spLocks/>
              </p:cNvSpPr>
              <p:nvPr/>
            </p:nvSpPr>
            <p:spPr bwMode="auto">
              <a:xfrm>
                <a:off x="985" y="1720"/>
                <a:ext cx="133" cy="75"/>
              </a:xfrm>
              <a:custGeom>
                <a:avLst/>
                <a:gdLst>
                  <a:gd name="T0" fmla="*/ 0 w 666"/>
                  <a:gd name="T1" fmla="*/ 0 h 375"/>
                  <a:gd name="T2" fmla="*/ 0 w 666"/>
                  <a:gd name="T3" fmla="*/ 0 h 375"/>
                  <a:gd name="T4" fmla="*/ 0 w 666"/>
                  <a:gd name="T5" fmla="*/ 0 h 375"/>
                  <a:gd name="T6" fmla="*/ 0 w 666"/>
                  <a:gd name="T7" fmla="*/ 0 h 375"/>
                  <a:gd name="T8" fmla="*/ 0 w 666"/>
                  <a:gd name="T9" fmla="*/ 0 h 3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6"/>
                  <a:gd name="T16" fmla="*/ 0 h 375"/>
                  <a:gd name="T17" fmla="*/ 666 w 666"/>
                  <a:gd name="T18" fmla="*/ 375 h 3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6" h="375">
                    <a:moveTo>
                      <a:pt x="0" y="369"/>
                    </a:moveTo>
                    <a:lnTo>
                      <a:pt x="3" y="375"/>
                    </a:lnTo>
                    <a:lnTo>
                      <a:pt x="666" y="5"/>
                    </a:lnTo>
                    <a:lnTo>
                      <a:pt x="663" y="0"/>
                    </a:lnTo>
                    <a:lnTo>
                      <a:pt x="0" y="36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0" name="Freeform 504"/>
              <p:cNvSpPr>
                <a:spLocks/>
              </p:cNvSpPr>
              <p:nvPr/>
            </p:nvSpPr>
            <p:spPr bwMode="auto">
              <a:xfrm>
                <a:off x="994" y="1726"/>
                <a:ext cx="134" cy="77"/>
              </a:xfrm>
              <a:custGeom>
                <a:avLst/>
                <a:gdLst>
                  <a:gd name="T0" fmla="*/ 0 w 671"/>
                  <a:gd name="T1" fmla="*/ 0 h 386"/>
                  <a:gd name="T2" fmla="*/ 0 w 671"/>
                  <a:gd name="T3" fmla="*/ 0 h 386"/>
                  <a:gd name="T4" fmla="*/ 0 w 671"/>
                  <a:gd name="T5" fmla="*/ 0 h 386"/>
                  <a:gd name="T6" fmla="*/ 0 w 671"/>
                  <a:gd name="T7" fmla="*/ 0 h 386"/>
                  <a:gd name="T8" fmla="*/ 0 w 671"/>
                  <a:gd name="T9" fmla="*/ 0 h 38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1"/>
                  <a:gd name="T16" fmla="*/ 0 h 386"/>
                  <a:gd name="T17" fmla="*/ 671 w 671"/>
                  <a:gd name="T18" fmla="*/ 386 h 38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1" h="386">
                    <a:moveTo>
                      <a:pt x="0" y="381"/>
                    </a:moveTo>
                    <a:lnTo>
                      <a:pt x="4" y="386"/>
                    </a:lnTo>
                    <a:lnTo>
                      <a:pt x="671" y="6"/>
                    </a:lnTo>
                    <a:lnTo>
                      <a:pt x="668" y="0"/>
                    </a:lnTo>
                    <a:lnTo>
                      <a:pt x="0" y="38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1" name="Freeform 505"/>
              <p:cNvSpPr>
                <a:spLocks/>
              </p:cNvSpPr>
              <p:nvPr/>
            </p:nvSpPr>
            <p:spPr bwMode="auto">
              <a:xfrm>
                <a:off x="966" y="1661"/>
                <a:ext cx="48" cy="23"/>
              </a:xfrm>
              <a:custGeom>
                <a:avLst/>
                <a:gdLst>
                  <a:gd name="T0" fmla="*/ 0 w 239"/>
                  <a:gd name="T1" fmla="*/ 0 h 115"/>
                  <a:gd name="T2" fmla="*/ 0 w 239"/>
                  <a:gd name="T3" fmla="*/ 0 h 115"/>
                  <a:gd name="T4" fmla="*/ 0 w 239"/>
                  <a:gd name="T5" fmla="*/ 0 h 115"/>
                  <a:gd name="T6" fmla="*/ 0 w 239"/>
                  <a:gd name="T7" fmla="*/ 0 h 115"/>
                  <a:gd name="T8" fmla="*/ 0 w 239"/>
                  <a:gd name="T9" fmla="*/ 0 h 115"/>
                  <a:gd name="T10" fmla="*/ 0 w 239"/>
                  <a:gd name="T11" fmla="*/ 0 h 115"/>
                  <a:gd name="T12" fmla="*/ 0 w 239"/>
                  <a:gd name="T13" fmla="*/ 0 h 1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39"/>
                  <a:gd name="T22" fmla="*/ 0 h 115"/>
                  <a:gd name="T23" fmla="*/ 239 w 239"/>
                  <a:gd name="T24" fmla="*/ 115 h 11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39" h="115">
                    <a:moveTo>
                      <a:pt x="0" y="45"/>
                    </a:moveTo>
                    <a:lnTo>
                      <a:pt x="101" y="0"/>
                    </a:lnTo>
                    <a:lnTo>
                      <a:pt x="239" y="114"/>
                    </a:lnTo>
                    <a:lnTo>
                      <a:pt x="235" y="115"/>
                    </a:lnTo>
                    <a:lnTo>
                      <a:pt x="100" y="5"/>
                    </a:lnTo>
                    <a:lnTo>
                      <a:pt x="3" y="47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2" name="Freeform 506"/>
              <p:cNvSpPr>
                <a:spLocks/>
              </p:cNvSpPr>
              <p:nvPr/>
            </p:nvSpPr>
            <p:spPr bwMode="auto">
              <a:xfrm>
                <a:off x="907" y="1685"/>
                <a:ext cx="123" cy="39"/>
              </a:xfrm>
              <a:custGeom>
                <a:avLst/>
                <a:gdLst>
                  <a:gd name="T0" fmla="*/ 0 w 613"/>
                  <a:gd name="T1" fmla="*/ 0 h 196"/>
                  <a:gd name="T2" fmla="*/ 0 w 613"/>
                  <a:gd name="T3" fmla="*/ 0 h 196"/>
                  <a:gd name="T4" fmla="*/ 0 w 613"/>
                  <a:gd name="T5" fmla="*/ 0 h 196"/>
                  <a:gd name="T6" fmla="*/ 0 w 613"/>
                  <a:gd name="T7" fmla="*/ 0 h 196"/>
                  <a:gd name="T8" fmla="*/ 0 w 613"/>
                  <a:gd name="T9" fmla="*/ 0 h 196"/>
                  <a:gd name="T10" fmla="*/ 0 w 613"/>
                  <a:gd name="T11" fmla="*/ 0 h 196"/>
                  <a:gd name="T12" fmla="*/ 0 w 613"/>
                  <a:gd name="T13" fmla="*/ 0 h 196"/>
                  <a:gd name="T14" fmla="*/ 0 w 613"/>
                  <a:gd name="T15" fmla="*/ 0 h 196"/>
                  <a:gd name="T16" fmla="*/ 0 w 613"/>
                  <a:gd name="T17" fmla="*/ 0 h 196"/>
                  <a:gd name="T18" fmla="*/ 0 w 613"/>
                  <a:gd name="T19" fmla="*/ 0 h 196"/>
                  <a:gd name="T20" fmla="*/ 0 w 613"/>
                  <a:gd name="T21" fmla="*/ 0 h 196"/>
                  <a:gd name="T22" fmla="*/ 0 w 613"/>
                  <a:gd name="T23" fmla="*/ 0 h 196"/>
                  <a:gd name="T24" fmla="*/ 0 w 613"/>
                  <a:gd name="T25" fmla="*/ 0 h 196"/>
                  <a:gd name="T26" fmla="*/ 0 w 613"/>
                  <a:gd name="T27" fmla="*/ 0 h 196"/>
                  <a:gd name="T28" fmla="*/ 0 w 613"/>
                  <a:gd name="T29" fmla="*/ 0 h 196"/>
                  <a:gd name="T30" fmla="*/ 0 w 613"/>
                  <a:gd name="T31" fmla="*/ 0 h 196"/>
                  <a:gd name="T32" fmla="*/ 0 w 613"/>
                  <a:gd name="T33" fmla="*/ 0 h 196"/>
                  <a:gd name="T34" fmla="*/ 0 w 613"/>
                  <a:gd name="T35" fmla="*/ 0 h 196"/>
                  <a:gd name="T36" fmla="*/ 0 w 613"/>
                  <a:gd name="T37" fmla="*/ 0 h 196"/>
                  <a:gd name="T38" fmla="*/ 0 w 613"/>
                  <a:gd name="T39" fmla="*/ 0 h 196"/>
                  <a:gd name="T40" fmla="*/ 0 w 613"/>
                  <a:gd name="T41" fmla="*/ 0 h 196"/>
                  <a:gd name="T42" fmla="*/ 0 w 613"/>
                  <a:gd name="T43" fmla="*/ 0 h 196"/>
                  <a:gd name="T44" fmla="*/ 0 w 613"/>
                  <a:gd name="T45" fmla="*/ 0 h 196"/>
                  <a:gd name="T46" fmla="*/ 0 w 613"/>
                  <a:gd name="T47" fmla="*/ 0 h 196"/>
                  <a:gd name="T48" fmla="*/ 0 w 613"/>
                  <a:gd name="T49" fmla="*/ 0 h 196"/>
                  <a:gd name="T50" fmla="*/ 0 w 613"/>
                  <a:gd name="T51" fmla="*/ 0 h 196"/>
                  <a:gd name="T52" fmla="*/ 0 w 613"/>
                  <a:gd name="T53" fmla="*/ 0 h 196"/>
                  <a:gd name="T54" fmla="*/ 0 w 613"/>
                  <a:gd name="T55" fmla="*/ 0 h 196"/>
                  <a:gd name="T56" fmla="*/ 0 w 613"/>
                  <a:gd name="T57" fmla="*/ 0 h 196"/>
                  <a:gd name="T58" fmla="*/ 0 w 613"/>
                  <a:gd name="T59" fmla="*/ 0 h 19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613"/>
                  <a:gd name="T91" fmla="*/ 0 h 196"/>
                  <a:gd name="T92" fmla="*/ 613 w 613"/>
                  <a:gd name="T93" fmla="*/ 196 h 19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613" h="196">
                    <a:moveTo>
                      <a:pt x="0" y="17"/>
                    </a:moveTo>
                    <a:lnTo>
                      <a:pt x="162" y="182"/>
                    </a:lnTo>
                    <a:lnTo>
                      <a:pt x="163" y="183"/>
                    </a:lnTo>
                    <a:lnTo>
                      <a:pt x="168" y="185"/>
                    </a:lnTo>
                    <a:lnTo>
                      <a:pt x="174" y="189"/>
                    </a:lnTo>
                    <a:lnTo>
                      <a:pt x="183" y="192"/>
                    </a:lnTo>
                    <a:lnTo>
                      <a:pt x="194" y="195"/>
                    </a:lnTo>
                    <a:lnTo>
                      <a:pt x="207" y="196"/>
                    </a:lnTo>
                    <a:lnTo>
                      <a:pt x="223" y="195"/>
                    </a:lnTo>
                    <a:lnTo>
                      <a:pt x="238" y="191"/>
                    </a:lnTo>
                    <a:lnTo>
                      <a:pt x="600" y="17"/>
                    </a:lnTo>
                    <a:lnTo>
                      <a:pt x="603" y="16"/>
                    </a:lnTo>
                    <a:lnTo>
                      <a:pt x="607" y="12"/>
                    </a:lnTo>
                    <a:lnTo>
                      <a:pt x="611" y="6"/>
                    </a:lnTo>
                    <a:lnTo>
                      <a:pt x="613" y="0"/>
                    </a:lnTo>
                    <a:lnTo>
                      <a:pt x="611" y="3"/>
                    </a:lnTo>
                    <a:lnTo>
                      <a:pt x="607" y="6"/>
                    </a:lnTo>
                    <a:lnTo>
                      <a:pt x="600" y="11"/>
                    </a:lnTo>
                    <a:lnTo>
                      <a:pt x="594" y="15"/>
                    </a:lnTo>
                    <a:lnTo>
                      <a:pt x="238" y="188"/>
                    </a:lnTo>
                    <a:lnTo>
                      <a:pt x="236" y="188"/>
                    </a:lnTo>
                    <a:lnTo>
                      <a:pt x="231" y="189"/>
                    </a:lnTo>
                    <a:lnTo>
                      <a:pt x="223" y="191"/>
                    </a:lnTo>
                    <a:lnTo>
                      <a:pt x="212" y="191"/>
                    </a:lnTo>
                    <a:lnTo>
                      <a:pt x="200" y="191"/>
                    </a:lnTo>
                    <a:lnTo>
                      <a:pt x="188" y="190"/>
                    </a:lnTo>
                    <a:lnTo>
                      <a:pt x="176" y="185"/>
                    </a:lnTo>
                    <a:lnTo>
                      <a:pt x="164" y="179"/>
                    </a:lnTo>
                    <a:lnTo>
                      <a:pt x="4" y="16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3" name="Freeform 507"/>
              <p:cNvSpPr>
                <a:spLocks/>
              </p:cNvSpPr>
              <p:nvPr/>
            </p:nvSpPr>
            <p:spPr bwMode="auto">
              <a:xfrm>
                <a:off x="962" y="1815"/>
                <a:ext cx="16" cy="11"/>
              </a:xfrm>
              <a:custGeom>
                <a:avLst/>
                <a:gdLst>
                  <a:gd name="T0" fmla="*/ 0 w 81"/>
                  <a:gd name="T1" fmla="*/ 0 h 56"/>
                  <a:gd name="T2" fmla="*/ 0 w 81"/>
                  <a:gd name="T3" fmla="*/ 0 h 56"/>
                  <a:gd name="T4" fmla="*/ 0 w 81"/>
                  <a:gd name="T5" fmla="*/ 0 h 56"/>
                  <a:gd name="T6" fmla="*/ 0 w 81"/>
                  <a:gd name="T7" fmla="*/ 0 h 56"/>
                  <a:gd name="T8" fmla="*/ 0 w 81"/>
                  <a:gd name="T9" fmla="*/ 0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1"/>
                  <a:gd name="T16" fmla="*/ 0 h 56"/>
                  <a:gd name="T17" fmla="*/ 81 w 81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1" h="56">
                    <a:moveTo>
                      <a:pt x="0" y="25"/>
                    </a:moveTo>
                    <a:lnTo>
                      <a:pt x="27" y="56"/>
                    </a:lnTo>
                    <a:lnTo>
                      <a:pt x="81" y="30"/>
                    </a:lnTo>
                    <a:lnTo>
                      <a:pt x="51" y="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3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4" name="Freeform 508"/>
              <p:cNvSpPr>
                <a:spLocks/>
              </p:cNvSpPr>
              <p:nvPr/>
            </p:nvSpPr>
            <p:spPr bwMode="auto">
              <a:xfrm>
                <a:off x="859" y="1707"/>
                <a:ext cx="123" cy="141"/>
              </a:xfrm>
              <a:custGeom>
                <a:avLst/>
                <a:gdLst>
                  <a:gd name="T0" fmla="*/ 0 w 611"/>
                  <a:gd name="T1" fmla="*/ 0 h 703"/>
                  <a:gd name="T2" fmla="*/ 0 w 611"/>
                  <a:gd name="T3" fmla="*/ 0 h 703"/>
                  <a:gd name="T4" fmla="*/ 0 w 611"/>
                  <a:gd name="T5" fmla="*/ 0 h 703"/>
                  <a:gd name="T6" fmla="*/ 0 w 611"/>
                  <a:gd name="T7" fmla="*/ 0 h 703"/>
                  <a:gd name="T8" fmla="*/ 0 w 611"/>
                  <a:gd name="T9" fmla="*/ 0 h 703"/>
                  <a:gd name="T10" fmla="*/ 0 w 611"/>
                  <a:gd name="T11" fmla="*/ 0 h 703"/>
                  <a:gd name="T12" fmla="*/ 0 w 611"/>
                  <a:gd name="T13" fmla="*/ 0 h 703"/>
                  <a:gd name="T14" fmla="*/ 0 w 611"/>
                  <a:gd name="T15" fmla="*/ 0 h 703"/>
                  <a:gd name="T16" fmla="*/ 0 w 611"/>
                  <a:gd name="T17" fmla="*/ 0 h 703"/>
                  <a:gd name="T18" fmla="*/ 0 w 611"/>
                  <a:gd name="T19" fmla="*/ 0 h 703"/>
                  <a:gd name="T20" fmla="*/ 0 w 611"/>
                  <a:gd name="T21" fmla="*/ 0 h 703"/>
                  <a:gd name="T22" fmla="*/ 0 w 611"/>
                  <a:gd name="T23" fmla="*/ 0 h 703"/>
                  <a:gd name="T24" fmla="*/ 0 w 611"/>
                  <a:gd name="T25" fmla="*/ 0 h 703"/>
                  <a:gd name="T26" fmla="*/ 0 w 611"/>
                  <a:gd name="T27" fmla="*/ 0 h 703"/>
                  <a:gd name="T28" fmla="*/ 0 w 611"/>
                  <a:gd name="T29" fmla="*/ 0 h 703"/>
                  <a:gd name="T30" fmla="*/ 0 w 611"/>
                  <a:gd name="T31" fmla="*/ 0 h 703"/>
                  <a:gd name="T32" fmla="*/ 0 w 611"/>
                  <a:gd name="T33" fmla="*/ 0 h 703"/>
                  <a:gd name="T34" fmla="*/ 0 w 611"/>
                  <a:gd name="T35" fmla="*/ 0 h 703"/>
                  <a:gd name="T36" fmla="*/ 0 w 611"/>
                  <a:gd name="T37" fmla="*/ 0 h 703"/>
                  <a:gd name="T38" fmla="*/ 0 w 611"/>
                  <a:gd name="T39" fmla="*/ 0 h 703"/>
                  <a:gd name="T40" fmla="*/ 0 w 611"/>
                  <a:gd name="T41" fmla="*/ 0 h 703"/>
                  <a:gd name="T42" fmla="*/ 0 w 611"/>
                  <a:gd name="T43" fmla="*/ 0 h 703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11"/>
                  <a:gd name="T67" fmla="*/ 0 h 703"/>
                  <a:gd name="T68" fmla="*/ 611 w 611"/>
                  <a:gd name="T69" fmla="*/ 703 h 703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11" h="703">
                    <a:moveTo>
                      <a:pt x="3" y="0"/>
                    </a:moveTo>
                    <a:lnTo>
                      <a:pt x="570" y="649"/>
                    </a:lnTo>
                    <a:lnTo>
                      <a:pt x="571" y="650"/>
                    </a:lnTo>
                    <a:lnTo>
                      <a:pt x="573" y="652"/>
                    </a:lnTo>
                    <a:lnTo>
                      <a:pt x="578" y="654"/>
                    </a:lnTo>
                    <a:lnTo>
                      <a:pt x="584" y="656"/>
                    </a:lnTo>
                    <a:lnTo>
                      <a:pt x="590" y="657"/>
                    </a:lnTo>
                    <a:lnTo>
                      <a:pt x="597" y="659"/>
                    </a:lnTo>
                    <a:lnTo>
                      <a:pt x="604" y="657"/>
                    </a:lnTo>
                    <a:lnTo>
                      <a:pt x="611" y="655"/>
                    </a:lnTo>
                    <a:lnTo>
                      <a:pt x="600" y="700"/>
                    </a:lnTo>
                    <a:lnTo>
                      <a:pt x="598" y="700"/>
                    </a:lnTo>
                    <a:lnTo>
                      <a:pt x="596" y="702"/>
                    </a:lnTo>
                    <a:lnTo>
                      <a:pt x="591" y="703"/>
                    </a:lnTo>
                    <a:lnTo>
                      <a:pt x="586" y="703"/>
                    </a:lnTo>
                    <a:lnTo>
                      <a:pt x="579" y="703"/>
                    </a:lnTo>
                    <a:lnTo>
                      <a:pt x="572" y="702"/>
                    </a:lnTo>
                    <a:lnTo>
                      <a:pt x="564" y="698"/>
                    </a:lnTo>
                    <a:lnTo>
                      <a:pt x="555" y="693"/>
                    </a:lnTo>
                    <a:lnTo>
                      <a:pt x="566" y="660"/>
                    </a:lnTo>
                    <a:lnTo>
                      <a:pt x="0" y="9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B2CE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5" name="Freeform 509"/>
              <p:cNvSpPr>
                <a:spLocks/>
              </p:cNvSpPr>
              <p:nvPr/>
            </p:nvSpPr>
            <p:spPr bwMode="auto">
              <a:xfrm>
                <a:off x="971" y="1816"/>
                <a:ext cx="5" cy="5"/>
              </a:xfrm>
              <a:custGeom>
                <a:avLst/>
                <a:gdLst>
                  <a:gd name="T0" fmla="*/ 0 w 24"/>
                  <a:gd name="T1" fmla="*/ 0 h 26"/>
                  <a:gd name="T2" fmla="*/ 0 w 24"/>
                  <a:gd name="T3" fmla="*/ 0 h 26"/>
                  <a:gd name="T4" fmla="*/ 0 w 24"/>
                  <a:gd name="T5" fmla="*/ 0 h 26"/>
                  <a:gd name="T6" fmla="*/ 0 w 24"/>
                  <a:gd name="T7" fmla="*/ 0 h 26"/>
                  <a:gd name="T8" fmla="*/ 0 w 24"/>
                  <a:gd name="T9" fmla="*/ 0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26"/>
                  <a:gd name="T17" fmla="*/ 24 w 24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26">
                    <a:moveTo>
                      <a:pt x="1" y="0"/>
                    </a:moveTo>
                    <a:lnTo>
                      <a:pt x="0" y="14"/>
                    </a:lnTo>
                    <a:lnTo>
                      <a:pt x="16" y="26"/>
                    </a:lnTo>
                    <a:lnTo>
                      <a:pt x="24" y="2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6" name="Freeform 510"/>
              <p:cNvSpPr>
                <a:spLocks/>
              </p:cNvSpPr>
              <p:nvPr/>
            </p:nvSpPr>
            <p:spPr bwMode="auto">
              <a:xfrm>
                <a:off x="909" y="1687"/>
                <a:ext cx="46" cy="36"/>
              </a:xfrm>
              <a:custGeom>
                <a:avLst/>
                <a:gdLst>
                  <a:gd name="T0" fmla="*/ 0 w 229"/>
                  <a:gd name="T1" fmla="*/ 0 h 178"/>
                  <a:gd name="T2" fmla="*/ 0 w 229"/>
                  <a:gd name="T3" fmla="*/ 0 h 178"/>
                  <a:gd name="T4" fmla="*/ 0 w 229"/>
                  <a:gd name="T5" fmla="*/ 0 h 178"/>
                  <a:gd name="T6" fmla="*/ 0 w 229"/>
                  <a:gd name="T7" fmla="*/ 0 h 178"/>
                  <a:gd name="T8" fmla="*/ 0 w 229"/>
                  <a:gd name="T9" fmla="*/ 0 h 178"/>
                  <a:gd name="T10" fmla="*/ 0 w 229"/>
                  <a:gd name="T11" fmla="*/ 0 h 178"/>
                  <a:gd name="T12" fmla="*/ 0 w 229"/>
                  <a:gd name="T13" fmla="*/ 0 h 178"/>
                  <a:gd name="T14" fmla="*/ 0 w 229"/>
                  <a:gd name="T15" fmla="*/ 0 h 178"/>
                  <a:gd name="T16" fmla="*/ 0 w 229"/>
                  <a:gd name="T17" fmla="*/ 0 h 178"/>
                  <a:gd name="T18" fmla="*/ 0 w 229"/>
                  <a:gd name="T19" fmla="*/ 0 h 178"/>
                  <a:gd name="T20" fmla="*/ 0 w 229"/>
                  <a:gd name="T21" fmla="*/ 0 h 178"/>
                  <a:gd name="T22" fmla="*/ 0 w 229"/>
                  <a:gd name="T23" fmla="*/ 0 h 178"/>
                  <a:gd name="T24" fmla="*/ 0 w 229"/>
                  <a:gd name="T25" fmla="*/ 0 h 178"/>
                  <a:gd name="T26" fmla="*/ 0 w 229"/>
                  <a:gd name="T27" fmla="*/ 0 h 178"/>
                  <a:gd name="T28" fmla="*/ 0 w 229"/>
                  <a:gd name="T29" fmla="*/ 0 h 178"/>
                  <a:gd name="T30" fmla="*/ 0 w 229"/>
                  <a:gd name="T31" fmla="*/ 0 h 178"/>
                  <a:gd name="T32" fmla="*/ 0 w 229"/>
                  <a:gd name="T33" fmla="*/ 0 h 178"/>
                  <a:gd name="T34" fmla="*/ 0 w 229"/>
                  <a:gd name="T35" fmla="*/ 0 h 178"/>
                  <a:gd name="T36" fmla="*/ 0 w 229"/>
                  <a:gd name="T37" fmla="*/ 0 h 178"/>
                  <a:gd name="T38" fmla="*/ 0 w 229"/>
                  <a:gd name="T39" fmla="*/ 0 h 17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29"/>
                  <a:gd name="T61" fmla="*/ 0 h 178"/>
                  <a:gd name="T62" fmla="*/ 229 w 229"/>
                  <a:gd name="T63" fmla="*/ 178 h 17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29" h="178">
                    <a:moveTo>
                      <a:pt x="7" y="0"/>
                    </a:moveTo>
                    <a:lnTo>
                      <a:pt x="167" y="162"/>
                    </a:lnTo>
                    <a:lnTo>
                      <a:pt x="168" y="164"/>
                    </a:lnTo>
                    <a:lnTo>
                      <a:pt x="170" y="165"/>
                    </a:lnTo>
                    <a:lnTo>
                      <a:pt x="174" y="167"/>
                    </a:lnTo>
                    <a:lnTo>
                      <a:pt x="180" y="170"/>
                    </a:lnTo>
                    <a:lnTo>
                      <a:pt x="188" y="172"/>
                    </a:lnTo>
                    <a:lnTo>
                      <a:pt x="199" y="173"/>
                    </a:lnTo>
                    <a:lnTo>
                      <a:pt x="212" y="172"/>
                    </a:lnTo>
                    <a:lnTo>
                      <a:pt x="229" y="170"/>
                    </a:lnTo>
                    <a:lnTo>
                      <a:pt x="227" y="171"/>
                    </a:lnTo>
                    <a:lnTo>
                      <a:pt x="223" y="172"/>
                    </a:lnTo>
                    <a:lnTo>
                      <a:pt x="217" y="174"/>
                    </a:lnTo>
                    <a:lnTo>
                      <a:pt x="208" y="177"/>
                    </a:lnTo>
                    <a:lnTo>
                      <a:pt x="198" y="178"/>
                    </a:lnTo>
                    <a:lnTo>
                      <a:pt x="187" y="177"/>
                    </a:lnTo>
                    <a:lnTo>
                      <a:pt x="174" y="173"/>
                    </a:lnTo>
                    <a:lnTo>
                      <a:pt x="162" y="166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E8E0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7" name="Freeform 511"/>
              <p:cNvSpPr>
                <a:spLocks/>
              </p:cNvSpPr>
              <p:nvPr/>
            </p:nvSpPr>
            <p:spPr bwMode="auto">
              <a:xfrm>
                <a:off x="987" y="1661"/>
                <a:ext cx="28" cy="22"/>
              </a:xfrm>
              <a:custGeom>
                <a:avLst/>
                <a:gdLst>
                  <a:gd name="T0" fmla="*/ 0 w 140"/>
                  <a:gd name="T1" fmla="*/ 0 h 112"/>
                  <a:gd name="T2" fmla="*/ 0 w 140"/>
                  <a:gd name="T3" fmla="*/ 0 h 112"/>
                  <a:gd name="T4" fmla="*/ 0 w 140"/>
                  <a:gd name="T5" fmla="*/ 0 h 112"/>
                  <a:gd name="T6" fmla="*/ 0 w 140"/>
                  <a:gd name="T7" fmla="*/ 0 h 112"/>
                  <a:gd name="T8" fmla="*/ 0 w 140"/>
                  <a:gd name="T9" fmla="*/ 0 h 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0"/>
                  <a:gd name="T16" fmla="*/ 0 h 112"/>
                  <a:gd name="T17" fmla="*/ 140 w 140"/>
                  <a:gd name="T18" fmla="*/ 112 h 1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0" h="112">
                    <a:moveTo>
                      <a:pt x="0" y="1"/>
                    </a:moveTo>
                    <a:lnTo>
                      <a:pt x="136" y="112"/>
                    </a:lnTo>
                    <a:lnTo>
                      <a:pt x="140" y="110"/>
                    </a:lnTo>
                    <a:lnTo>
                      <a:pt x="6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8E0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8" name="Freeform 512"/>
              <p:cNvSpPr>
                <a:spLocks/>
              </p:cNvSpPr>
              <p:nvPr/>
            </p:nvSpPr>
            <p:spPr bwMode="auto">
              <a:xfrm>
                <a:off x="923" y="1673"/>
                <a:ext cx="18" cy="36"/>
              </a:xfrm>
              <a:custGeom>
                <a:avLst/>
                <a:gdLst>
                  <a:gd name="T0" fmla="*/ 0 w 91"/>
                  <a:gd name="T1" fmla="*/ 0 h 180"/>
                  <a:gd name="T2" fmla="*/ 0 w 91"/>
                  <a:gd name="T3" fmla="*/ 0 h 180"/>
                  <a:gd name="T4" fmla="*/ 0 w 91"/>
                  <a:gd name="T5" fmla="*/ 0 h 180"/>
                  <a:gd name="T6" fmla="*/ 0 w 91"/>
                  <a:gd name="T7" fmla="*/ 0 h 180"/>
                  <a:gd name="T8" fmla="*/ 0 w 91"/>
                  <a:gd name="T9" fmla="*/ 0 h 1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1"/>
                  <a:gd name="T16" fmla="*/ 0 h 180"/>
                  <a:gd name="T17" fmla="*/ 91 w 91"/>
                  <a:gd name="T18" fmla="*/ 180 h 1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1" h="180">
                    <a:moveTo>
                      <a:pt x="15" y="37"/>
                    </a:moveTo>
                    <a:lnTo>
                      <a:pt x="0" y="123"/>
                    </a:lnTo>
                    <a:lnTo>
                      <a:pt x="58" y="180"/>
                    </a:lnTo>
                    <a:lnTo>
                      <a:pt x="91" y="0"/>
                    </a:lnTo>
                    <a:lnTo>
                      <a:pt x="15" y="37"/>
                    </a:lnTo>
                    <a:close/>
                  </a:path>
                </a:pathLst>
              </a:custGeom>
              <a:solidFill>
                <a:srgbClr val="AF969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9" name="Freeform 513"/>
              <p:cNvSpPr>
                <a:spLocks/>
              </p:cNvSpPr>
              <p:nvPr/>
            </p:nvSpPr>
            <p:spPr bwMode="auto">
              <a:xfrm>
                <a:off x="938" y="1670"/>
                <a:ext cx="13" cy="49"/>
              </a:xfrm>
              <a:custGeom>
                <a:avLst/>
                <a:gdLst>
                  <a:gd name="T0" fmla="*/ 0 w 65"/>
                  <a:gd name="T1" fmla="*/ 0 h 246"/>
                  <a:gd name="T2" fmla="*/ 0 w 65"/>
                  <a:gd name="T3" fmla="*/ 0 h 246"/>
                  <a:gd name="T4" fmla="*/ 0 w 65"/>
                  <a:gd name="T5" fmla="*/ 0 h 246"/>
                  <a:gd name="T6" fmla="*/ 0 w 65"/>
                  <a:gd name="T7" fmla="*/ 0 h 246"/>
                  <a:gd name="T8" fmla="*/ 0 w 65"/>
                  <a:gd name="T9" fmla="*/ 0 h 2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5"/>
                  <a:gd name="T16" fmla="*/ 0 h 246"/>
                  <a:gd name="T17" fmla="*/ 65 w 65"/>
                  <a:gd name="T18" fmla="*/ 246 h 24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5" h="246">
                    <a:moveTo>
                      <a:pt x="34" y="15"/>
                    </a:moveTo>
                    <a:lnTo>
                      <a:pt x="0" y="216"/>
                    </a:lnTo>
                    <a:lnTo>
                      <a:pt x="25" y="246"/>
                    </a:lnTo>
                    <a:lnTo>
                      <a:pt x="65" y="0"/>
                    </a:lnTo>
                    <a:lnTo>
                      <a:pt x="34" y="15"/>
                    </a:lnTo>
                    <a:close/>
                  </a:path>
                </a:pathLst>
              </a:custGeom>
              <a:solidFill>
                <a:srgbClr val="BFAA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0" name="Freeform 514"/>
              <p:cNvSpPr>
                <a:spLocks/>
              </p:cNvSpPr>
              <p:nvPr/>
            </p:nvSpPr>
            <p:spPr bwMode="auto">
              <a:xfrm>
                <a:off x="875" y="1714"/>
                <a:ext cx="9" cy="11"/>
              </a:xfrm>
              <a:custGeom>
                <a:avLst/>
                <a:gdLst>
                  <a:gd name="T0" fmla="*/ 0 w 49"/>
                  <a:gd name="T1" fmla="*/ 0 h 56"/>
                  <a:gd name="T2" fmla="*/ 0 w 49"/>
                  <a:gd name="T3" fmla="*/ 0 h 56"/>
                  <a:gd name="T4" fmla="*/ 0 w 49"/>
                  <a:gd name="T5" fmla="*/ 0 h 56"/>
                  <a:gd name="T6" fmla="*/ 0 w 49"/>
                  <a:gd name="T7" fmla="*/ 0 h 56"/>
                  <a:gd name="T8" fmla="*/ 0 w 49"/>
                  <a:gd name="T9" fmla="*/ 0 h 56"/>
                  <a:gd name="T10" fmla="*/ 0 w 49"/>
                  <a:gd name="T11" fmla="*/ 0 h 56"/>
                  <a:gd name="T12" fmla="*/ 0 w 49"/>
                  <a:gd name="T13" fmla="*/ 0 h 56"/>
                  <a:gd name="T14" fmla="*/ 0 w 49"/>
                  <a:gd name="T15" fmla="*/ 0 h 5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9"/>
                  <a:gd name="T25" fmla="*/ 0 h 56"/>
                  <a:gd name="T26" fmla="*/ 49 w 49"/>
                  <a:gd name="T27" fmla="*/ 56 h 5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9" h="56">
                    <a:moveTo>
                      <a:pt x="0" y="0"/>
                    </a:moveTo>
                    <a:lnTo>
                      <a:pt x="37" y="17"/>
                    </a:lnTo>
                    <a:lnTo>
                      <a:pt x="30" y="21"/>
                    </a:lnTo>
                    <a:lnTo>
                      <a:pt x="49" y="45"/>
                    </a:lnTo>
                    <a:lnTo>
                      <a:pt x="30" y="56"/>
                    </a:lnTo>
                    <a:lnTo>
                      <a:pt x="11" y="32"/>
                    </a:lnTo>
                    <a:lnTo>
                      <a:pt x="5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493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1" name="Freeform 515"/>
              <p:cNvSpPr>
                <a:spLocks/>
              </p:cNvSpPr>
              <p:nvPr/>
            </p:nvSpPr>
            <p:spPr bwMode="auto">
              <a:xfrm>
                <a:off x="875" y="1714"/>
                <a:ext cx="7" cy="4"/>
              </a:xfrm>
              <a:custGeom>
                <a:avLst/>
                <a:gdLst>
                  <a:gd name="T0" fmla="*/ 0 w 37"/>
                  <a:gd name="T1" fmla="*/ 0 h 18"/>
                  <a:gd name="T2" fmla="*/ 0 w 37"/>
                  <a:gd name="T3" fmla="*/ 0 h 18"/>
                  <a:gd name="T4" fmla="*/ 0 w 37"/>
                  <a:gd name="T5" fmla="*/ 0 h 18"/>
                  <a:gd name="T6" fmla="*/ 0 w 37"/>
                  <a:gd name="T7" fmla="*/ 0 h 18"/>
                  <a:gd name="T8" fmla="*/ 0 w 37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18"/>
                  <a:gd name="T17" fmla="*/ 37 w 37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18">
                    <a:moveTo>
                      <a:pt x="0" y="0"/>
                    </a:moveTo>
                    <a:lnTo>
                      <a:pt x="37" y="17"/>
                    </a:lnTo>
                    <a:lnTo>
                      <a:pt x="35" y="18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2CE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2" name="Freeform 516"/>
              <p:cNvSpPr>
                <a:spLocks/>
              </p:cNvSpPr>
              <p:nvPr/>
            </p:nvSpPr>
            <p:spPr bwMode="auto">
              <a:xfrm>
                <a:off x="880" y="1718"/>
                <a:ext cx="4" cy="5"/>
              </a:xfrm>
              <a:custGeom>
                <a:avLst/>
                <a:gdLst>
                  <a:gd name="T0" fmla="*/ 0 w 20"/>
                  <a:gd name="T1" fmla="*/ 0 h 25"/>
                  <a:gd name="T2" fmla="*/ 0 w 20"/>
                  <a:gd name="T3" fmla="*/ 0 h 25"/>
                  <a:gd name="T4" fmla="*/ 0 w 20"/>
                  <a:gd name="T5" fmla="*/ 0 h 25"/>
                  <a:gd name="T6" fmla="*/ 0 w 20"/>
                  <a:gd name="T7" fmla="*/ 0 h 25"/>
                  <a:gd name="T8" fmla="*/ 0 w 20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25"/>
                  <a:gd name="T17" fmla="*/ 20 w 20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25">
                    <a:moveTo>
                      <a:pt x="1" y="0"/>
                    </a:moveTo>
                    <a:lnTo>
                      <a:pt x="20" y="24"/>
                    </a:lnTo>
                    <a:lnTo>
                      <a:pt x="18" y="25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B2CE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3" name="Freeform 517"/>
              <p:cNvSpPr>
                <a:spLocks/>
              </p:cNvSpPr>
              <p:nvPr/>
            </p:nvSpPr>
            <p:spPr bwMode="auto">
              <a:xfrm>
                <a:off x="982" y="1732"/>
                <a:ext cx="196" cy="108"/>
              </a:xfrm>
              <a:custGeom>
                <a:avLst/>
                <a:gdLst>
                  <a:gd name="T0" fmla="*/ 0 w 981"/>
                  <a:gd name="T1" fmla="*/ 0 h 537"/>
                  <a:gd name="T2" fmla="*/ 0 w 981"/>
                  <a:gd name="T3" fmla="*/ 0 h 537"/>
                  <a:gd name="T4" fmla="*/ 0 w 981"/>
                  <a:gd name="T5" fmla="*/ 0 h 537"/>
                  <a:gd name="T6" fmla="*/ 0 w 981"/>
                  <a:gd name="T7" fmla="*/ 0 h 537"/>
                  <a:gd name="T8" fmla="*/ 0 w 981"/>
                  <a:gd name="T9" fmla="*/ 0 h 537"/>
                  <a:gd name="T10" fmla="*/ 0 w 981"/>
                  <a:gd name="T11" fmla="*/ 0 h 537"/>
                  <a:gd name="T12" fmla="*/ 0 w 981"/>
                  <a:gd name="T13" fmla="*/ 0 h 5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81"/>
                  <a:gd name="T22" fmla="*/ 0 h 537"/>
                  <a:gd name="T23" fmla="*/ 981 w 981"/>
                  <a:gd name="T24" fmla="*/ 537 h 53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81" h="537">
                    <a:moveTo>
                      <a:pt x="0" y="529"/>
                    </a:moveTo>
                    <a:lnTo>
                      <a:pt x="969" y="10"/>
                    </a:lnTo>
                    <a:lnTo>
                      <a:pt x="979" y="0"/>
                    </a:lnTo>
                    <a:lnTo>
                      <a:pt x="981" y="15"/>
                    </a:lnTo>
                    <a:lnTo>
                      <a:pt x="973" y="21"/>
                    </a:lnTo>
                    <a:lnTo>
                      <a:pt x="0" y="537"/>
                    </a:lnTo>
                    <a:lnTo>
                      <a:pt x="0" y="529"/>
                    </a:lnTo>
                    <a:close/>
                  </a:path>
                </a:pathLst>
              </a:custGeom>
              <a:solidFill>
                <a:srgbClr val="00005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4" name="Freeform 518"/>
              <p:cNvSpPr>
                <a:spLocks/>
              </p:cNvSpPr>
              <p:nvPr/>
            </p:nvSpPr>
            <p:spPr bwMode="auto">
              <a:xfrm>
                <a:off x="995" y="1647"/>
                <a:ext cx="2" cy="3"/>
              </a:xfrm>
              <a:custGeom>
                <a:avLst/>
                <a:gdLst>
                  <a:gd name="T0" fmla="*/ 0 w 11"/>
                  <a:gd name="T1" fmla="*/ 0 h 13"/>
                  <a:gd name="T2" fmla="*/ 0 w 11"/>
                  <a:gd name="T3" fmla="*/ 0 h 13"/>
                  <a:gd name="T4" fmla="*/ 0 w 11"/>
                  <a:gd name="T5" fmla="*/ 0 h 13"/>
                  <a:gd name="T6" fmla="*/ 0 w 11"/>
                  <a:gd name="T7" fmla="*/ 0 h 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13"/>
                  <a:gd name="T14" fmla="*/ 11 w 11"/>
                  <a:gd name="T15" fmla="*/ 13 h 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13">
                    <a:moveTo>
                      <a:pt x="2" y="0"/>
                    </a:moveTo>
                    <a:lnTo>
                      <a:pt x="11" y="6"/>
                    </a:lnTo>
                    <a:lnTo>
                      <a:pt x="0" y="1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3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5" name="Freeform 519"/>
              <p:cNvSpPr>
                <a:spLocks/>
              </p:cNvSpPr>
              <p:nvPr/>
            </p:nvSpPr>
            <p:spPr bwMode="auto">
              <a:xfrm>
                <a:off x="1008" y="1640"/>
                <a:ext cx="2" cy="1"/>
              </a:xfrm>
              <a:custGeom>
                <a:avLst/>
                <a:gdLst>
                  <a:gd name="T0" fmla="*/ 0 w 7"/>
                  <a:gd name="T1" fmla="*/ 0 h 8"/>
                  <a:gd name="T2" fmla="*/ 0 w 7"/>
                  <a:gd name="T3" fmla="*/ 0 h 8"/>
                  <a:gd name="T4" fmla="*/ 0 w 7"/>
                  <a:gd name="T5" fmla="*/ 0 h 8"/>
                  <a:gd name="T6" fmla="*/ 0 w 7"/>
                  <a:gd name="T7" fmla="*/ 0 h 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8"/>
                  <a:gd name="T14" fmla="*/ 7 w 7"/>
                  <a:gd name="T15" fmla="*/ 8 h 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8">
                    <a:moveTo>
                      <a:pt x="0" y="0"/>
                    </a:moveTo>
                    <a:lnTo>
                      <a:pt x="7" y="5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88" name="Group 520"/>
            <p:cNvGrpSpPr>
              <a:grpSpLocks noChangeAspect="1"/>
            </p:cNvGrpSpPr>
            <p:nvPr/>
          </p:nvGrpSpPr>
          <p:grpSpPr bwMode="auto">
            <a:xfrm>
              <a:off x="7866214" y="4744586"/>
              <a:ext cx="863743" cy="474459"/>
              <a:chOff x="720" y="1630"/>
              <a:chExt cx="470" cy="275"/>
            </a:xfrm>
          </p:grpSpPr>
          <p:sp>
            <p:nvSpPr>
              <p:cNvPr id="367" name="AutoShape 521"/>
              <p:cNvSpPr>
                <a:spLocks noChangeAspect="1" noChangeArrowheads="1" noTextEdit="1"/>
              </p:cNvSpPr>
              <p:nvPr/>
            </p:nvSpPr>
            <p:spPr bwMode="auto">
              <a:xfrm>
                <a:off x="720" y="1630"/>
                <a:ext cx="470" cy="2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8" name="Freeform 522"/>
              <p:cNvSpPr>
                <a:spLocks/>
              </p:cNvSpPr>
              <p:nvPr/>
            </p:nvSpPr>
            <p:spPr bwMode="auto">
              <a:xfrm>
                <a:off x="720" y="1662"/>
                <a:ext cx="318" cy="237"/>
              </a:xfrm>
              <a:custGeom>
                <a:avLst/>
                <a:gdLst>
                  <a:gd name="T0" fmla="*/ 0 w 1590"/>
                  <a:gd name="T1" fmla="*/ 0 h 1187"/>
                  <a:gd name="T2" fmla="*/ 0 w 1590"/>
                  <a:gd name="T3" fmla="*/ 0 h 1187"/>
                  <a:gd name="T4" fmla="*/ 0 w 1590"/>
                  <a:gd name="T5" fmla="*/ 0 h 1187"/>
                  <a:gd name="T6" fmla="*/ 0 w 1590"/>
                  <a:gd name="T7" fmla="*/ 0 h 1187"/>
                  <a:gd name="T8" fmla="*/ 0 w 1590"/>
                  <a:gd name="T9" fmla="*/ 0 h 1187"/>
                  <a:gd name="T10" fmla="*/ 0 w 1590"/>
                  <a:gd name="T11" fmla="*/ 0 h 1187"/>
                  <a:gd name="T12" fmla="*/ 0 w 1590"/>
                  <a:gd name="T13" fmla="*/ 0 h 1187"/>
                  <a:gd name="T14" fmla="*/ 0 w 1590"/>
                  <a:gd name="T15" fmla="*/ 0 h 1187"/>
                  <a:gd name="T16" fmla="*/ 0 w 1590"/>
                  <a:gd name="T17" fmla="*/ 0 h 1187"/>
                  <a:gd name="T18" fmla="*/ 1 w 1590"/>
                  <a:gd name="T19" fmla="*/ 0 h 1187"/>
                  <a:gd name="T20" fmla="*/ 1 w 1590"/>
                  <a:gd name="T21" fmla="*/ 0 h 1187"/>
                  <a:gd name="T22" fmla="*/ 1 w 1590"/>
                  <a:gd name="T23" fmla="*/ 0 h 1187"/>
                  <a:gd name="T24" fmla="*/ 0 w 1590"/>
                  <a:gd name="T25" fmla="*/ 0 h 1187"/>
                  <a:gd name="T26" fmla="*/ 0 w 1590"/>
                  <a:gd name="T27" fmla="*/ 0 h 1187"/>
                  <a:gd name="T28" fmla="*/ 0 w 1590"/>
                  <a:gd name="T29" fmla="*/ 0 h 1187"/>
                  <a:gd name="T30" fmla="*/ 0 w 1590"/>
                  <a:gd name="T31" fmla="*/ 0 h 1187"/>
                  <a:gd name="T32" fmla="*/ 0 w 1590"/>
                  <a:gd name="T33" fmla="*/ 0 h 1187"/>
                  <a:gd name="T34" fmla="*/ 0 w 1590"/>
                  <a:gd name="T35" fmla="*/ 0 h 1187"/>
                  <a:gd name="T36" fmla="*/ 0 w 1590"/>
                  <a:gd name="T37" fmla="*/ 0 h 1187"/>
                  <a:gd name="T38" fmla="*/ 0 w 1590"/>
                  <a:gd name="T39" fmla="*/ 0 h 1187"/>
                  <a:gd name="T40" fmla="*/ 0 w 1590"/>
                  <a:gd name="T41" fmla="*/ 0 h 1187"/>
                  <a:gd name="T42" fmla="*/ 0 w 1590"/>
                  <a:gd name="T43" fmla="*/ 0 h 1187"/>
                  <a:gd name="T44" fmla="*/ 0 w 1590"/>
                  <a:gd name="T45" fmla="*/ 0 h 1187"/>
                  <a:gd name="T46" fmla="*/ 0 w 1590"/>
                  <a:gd name="T47" fmla="*/ 0 h 1187"/>
                  <a:gd name="T48" fmla="*/ 0 w 1590"/>
                  <a:gd name="T49" fmla="*/ 0 h 1187"/>
                  <a:gd name="T50" fmla="*/ 0 w 1590"/>
                  <a:gd name="T51" fmla="*/ 0 h 1187"/>
                  <a:gd name="T52" fmla="*/ 0 w 1590"/>
                  <a:gd name="T53" fmla="*/ 0 h 1187"/>
                  <a:gd name="T54" fmla="*/ 0 w 1590"/>
                  <a:gd name="T55" fmla="*/ 0 h 1187"/>
                  <a:gd name="T56" fmla="*/ 0 w 1590"/>
                  <a:gd name="T57" fmla="*/ 0 h 1187"/>
                  <a:gd name="T58" fmla="*/ 0 w 1590"/>
                  <a:gd name="T59" fmla="*/ 0 h 1187"/>
                  <a:gd name="T60" fmla="*/ 0 w 1590"/>
                  <a:gd name="T61" fmla="*/ 0 h 1187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1590"/>
                  <a:gd name="T94" fmla="*/ 0 h 1187"/>
                  <a:gd name="T95" fmla="*/ 1590 w 1590"/>
                  <a:gd name="T96" fmla="*/ 1187 h 1187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1590" h="1187">
                    <a:moveTo>
                      <a:pt x="11" y="459"/>
                    </a:moveTo>
                    <a:lnTo>
                      <a:pt x="94" y="421"/>
                    </a:lnTo>
                    <a:lnTo>
                      <a:pt x="111" y="423"/>
                    </a:lnTo>
                    <a:lnTo>
                      <a:pt x="130" y="410"/>
                    </a:lnTo>
                    <a:lnTo>
                      <a:pt x="131" y="393"/>
                    </a:lnTo>
                    <a:lnTo>
                      <a:pt x="677" y="64"/>
                    </a:lnTo>
                    <a:lnTo>
                      <a:pt x="684" y="50"/>
                    </a:lnTo>
                    <a:lnTo>
                      <a:pt x="750" y="13"/>
                    </a:lnTo>
                    <a:lnTo>
                      <a:pt x="882" y="0"/>
                    </a:lnTo>
                    <a:lnTo>
                      <a:pt x="1569" y="393"/>
                    </a:lnTo>
                    <a:lnTo>
                      <a:pt x="1590" y="465"/>
                    </a:lnTo>
                    <a:lnTo>
                      <a:pt x="1589" y="524"/>
                    </a:lnTo>
                    <a:lnTo>
                      <a:pt x="1496" y="593"/>
                    </a:lnTo>
                    <a:lnTo>
                      <a:pt x="1478" y="583"/>
                    </a:lnTo>
                    <a:lnTo>
                      <a:pt x="806" y="1076"/>
                    </a:lnTo>
                    <a:lnTo>
                      <a:pt x="806" y="1099"/>
                    </a:lnTo>
                    <a:lnTo>
                      <a:pt x="686" y="1169"/>
                    </a:lnTo>
                    <a:lnTo>
                      <a:pt x="683" y="1172"/>
                    </a:lnTo>
                    <a:lnTo>
                      <a:pt x="674" y="1175"/>
                    </a:lnTo>
                    <a:lnTo>
                      <a:pt x="661" y="1181"/>
                    </a:lnTo>
                    <a:lnTo>
                      <a:pt x="646" y="1186"/>
                    </a:lnTo>
                    <a:lnTo>
                      <a:pt x="627" y="1187"/>
                    </a:lnTo>
                    <a:lnTo>
                      <a:pt x="608" y="1185"/>
                    </a:lnTo>
                    <a:lnTo>
                      <a:pt x="588" y="1177"/>
                    </a:lnTo>
                    <a:lnTo>
                      <a:pt x="570" y="1160"/>
                    </a:lnTo>
                    <a:lnTo>
                      <a:pt x="76" y="630"/>
                    </a:lnTo>
                    <a:lnTo>
                      <a:pt x="80" y="598"/>
                    </a:lnTo>
                    <a:lnTo>
                      <a:pt x="69" y="586"/>
                    </a:lnTo>
                    <a:lnTo>
                      <a:pt x="46" y="597"/>
                    </a:lnTo>
                    <a:lnTo>
                      <a:pt x="0" y="528"/>
                    </a:lnTo>
                    <a:lnTo>
                      <a:pt x="11" y="45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9" name="Freeform 523"/>
              <p:cNvSpPr>
                <a:spLocks/>
              </p:cNvSpPr>
              <p:nvPr/>
            </p:nvSpPr>
            <p:spPr bwMode="auto">
              <a:xfrm>
                <a:off x="728" y="1670"/>
                <a:ext cx="298" cy="220"/>
              </a:xfrm>
              <a:custGeom>
                <a:avLst/>
                <a:gdLst>
                  <a:gd name="T0" fmla="*/ 0 w 1489"/>
                  <a:gd name="T1" fmla="*/ 0 h 1102"/>
                  <a:gd name="T2" fmla="*/ 0 w 1489"/>
                  <a:gd name="T3" fmla="*/ 0 h 1102"/>
                  <a:gd name="T4" fmla="*/ 0 w 1489"/>
                  <a:gd name="T5" fmla="*/ 0 h 1102"/>
                  <a:gd name="T6" fmla="*/ 0 w 1489"/>
                  <a:gd name="T7" fmla="*/ 0 h 1102"/>
                  <a:gd name="T8" fmla="*/ 0 w 1489"/>
                  <a:gd name="T9" fmla="*/ 0 h 1102"/>
                  <a:gd name="T10" fmla="*/ 0 w 1489"/>
                  <a:gd name="T11" fmla="*/ 0 h 1102"/>
                  <a:gd name="T12" fmla="*/ 0 w 1489"/>
                  <a:gd name="T13" fmla="*/ 0 h 1102"/>
                  <a:gd name="T14" fmla="*/ 0 w 1489"/>
                  <a:gd name="T15" fmla="*/ 0 h 1102"/>
                  <a:gd name="T16" fmla="*/ 0 w 1489"/>
                  <a:gd name="T17" fmla="*/ 0 h 1102"/>
                  <a:gd name="T18" fmla="*/ 0 w 1489"/>
                  <a:gd name="T19" fmla="*/ 0 h 1102"/>
                  <a:gd name="T20" fmla="*/ 0 w 1489"/>
                  <a:gd name="T21" fmla="*/ 0 h 1102"/>
                  <a:gd name="T22" fmla="*/ 0 w 1489"/>
                  <a:gd name="T23" fmla="*/ 0 h 1102"/>
                  <a:gd name="T24" fmla="*/ 0 w 1489"/>
                  <a:gd name="T25" fmla="*/ 0 h 1102"/>
                  <a:gd name="T26" fmla="*/ 0 w 1489"/>
                  <a:gd name="T27" fmla="*/ 0 h 1102"/>
                  <a:gd name="T28" fmla="*/ 0 w 1489"/>
                  <a:gd name="T29" fmla="*/ 0 h 1102"/>
                  <a:gd name="T30" fmla="*/ 0 w 1489"/>
                  <a:gd name="T31" fmla="*/ 0 h 1102"/>
                  <a:gd name="T32" fmla="*/ 0 w 1489"/>
                  <a:gd name="T33" fmla="*/ 0 h 1102"/>
                  <a:gd name="T34" fmla="*/ 0 w 1489"/>
                  <a:gd name="T35" fmla="*/ 0 h 1102"/>
                  <a:gd name="T36" fmla="*/ 0 w 1489"/>
                  <a:gd name="T37" fmla="*/ 0 h 1102"/>
                  <a:gd name="T38" fmla="*/ 0 w 1489"/>
                  <a:gd name="T39" fmla="*/ 0 h 1102"/>
                  <a:gd name="T40" fmla="*/ 0 w 1489"/>
                  <a:gd name="T41" fmla="*/ 0 h 1102"/>
                  <a:gd name="T42" fmla="*/ 0 w 1489"/>
                  <a:gd name="T43" fmla="*/ 0 h 1102"/>
                  <a:gd name="T44" fmla="*/ 0 w 1489"/>
                  <a:gd name="T45" fmla="*/ 0 h 1102"/>
                  <a:gd name="T46" fmla="*/ 0 w 1489"/>
                  <a:gd name="T47" fmla="*/ 0 h 1102"/>
                  <a:gd name="T48" fmla="*/ 0 w 1489"/>
                  <a:gd name="T49" fmla="*/ 0 h 1102"/>
                  <a:gd name="T50" fmla="*/ 0 w 1489"/>
                  <a:gd name="T51" fmla="*/ 0 h 1102"/>
                  <a:gd name="T52" fmla="*/ 0 w 1489"/>
                  <a:gd name="T53" fmla="*/ 0 h 1102"/>
                  <a:gd name="T54" fmla="*/ 0 w 1489"/>
                  <a:gd name="T55" fmla="*/ 0 h 1102"/>
                  <a:gd name="T56" fmla="*/ 0 w 1489"/>
                  <a:gd name="T57" fmla="*/ 0 h 1102"/>
                  <a:gd name="T58" fmla="*/ 0 w 1489"/>
                  <a:gd name="T59" fmla="*/ 0 h 1102"/>
                  <a:gd name="T60" fmla="*/ 0 w 1489"/>
                  <a:gd name="T61" fmla="*/ 0 h 1102"/>
                  <a:gd name="T62" fmla="*/ 0 w 1489"/>
                  <a:gd name="T63" fmla="*/ 0 h 1102"/>
                  <a:gd name="T64" fmla="*/ 0 w 1489"/>
                  <a:gd name="T65" fmla="*/ 0 h 1102"/>
                  <a:gd name="T66" fmla="*/ 0 w 1489"/>
                  <a:gd name="T67" fmla="*/ 0 h 1102"/>
                  <a:gd name="T68" fmla="*/ 0 w 1489"/>
                  <a:gd name="T69" fmla="*/ 0 h 1102"/>
                  <a:gd name="T70" fmla="*/ 0 w 1489"/>
                  <a:gd name="T71" fmla="*/ 0 h 1102"/>
                  <a:gd name="T72" fmla="*/ 0 w 1489"/>
                  <a:gd name="T73" fmla="*/ 0 h 1102"/>
                  <a:gd name="T74" fmla="*/ 0 w 1489"/>
                  <a:gd name="T75" fmla="*/ 0 h 1102"/>
                  <a:gd name="T76" fmla="*/ 0 w 1489"/>
                  <a:gd name="T77" fmla="*/ 0 h 1102"/>
                  <a:gd name="T78" fmla="*/ 0 w 1489"/>
                  <a:gd name="T79" fmla="*/ 0 h 1102"/>
                  <a:gd name="T80" fmla="*/ 0 w 1489"/>
                  <a:gd name="T81" fmla="*/ 0 h 1102"/>
                  <a:gd name="T82" fmla="*/ 0 w 1489"/>
                  <a:gd name="T83" fmla="*/ 0 h 1102"/>
                  <a:gd name="T84" fmla="*/ 0 w 1489"/>
                  <a:gd name="T85" fmla="*/ 0 h 1102"/>
                  <a:gd name="T86" fmla="*/ 0 w 1489"/>
                  <a:gd name="T87" fmla="*/ 0 h 1102"/>
                  <a:gd name="T88" fmla="*/ 0 w 1489"/>
                  <a:gd name="T89" fmla="*/ 0 h 1102"/>
                  <a:gd name="T90" fmla="*/ 0 w 1489"/>
                  <a:gd name="T91" fmla="*/ 0 h 1102"/>
                  <a:gd name="T92" fmla="*/ 0 w 1489"/>
                  <a:gd name="T93" fmla="*/ 0 h 1102"/>
                  <a:gd name="T94" fmla="*/ 0 w 1489"/>
                  <a:gd name="T95" fmla="*/ 0 h 1102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1489"/>
                  <a:gd name="T145" fmla="*/ 0 h 1102"/>
                  <a:gd name="T146" fmla="*/ 1489 w 1489"/>
                  <a:gd name="T147" fmla="*/ 1102 h 1102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1489" h="1102">
                    <a:moveTo>
                      <a:pt x="1482" y="425"/>
                    </a:moveTo>
                    <a:lnTo>
                      <a:pt x="1483" y="425"/>
                    </a:lnTo>
                    <a:lnTo>
                      <a:pt x="1485" y="422"/>
                    </a:lnTo>
                    <a:lnTo>
                      <a:pt x="1487" y="419"/>
                    </a:lnTo>
                    <a:lnTo>
                      <a:pt x="1489" y="413"/>
                    </a:lnTo>
                    <a:lnTo>
                      <a:pt x="1486" y="405"/>
                    </a:lnTo>
                    <a:lnTo>
                      <a:pt x="1482" y="399"/>
                    </a:lnTo>
                    <a:lnTo>
                      <a:pt x="1476" y="394"/>
                    </a:lnTo>
                    <a:lnTo>
                      <a:pt x="1469" y="390"/>
                    </a:lnTo>
                    <a:lnTo>
                      <a:pt x="1415" y="358"/>
                    </a:lnTo>
                    <a:lnTo>
                      <a:pt x="1402" y="367"/>
                    </a:lnTo>
                    <a:lnTo>
                      <a:pt x="1413" y="374"/>
                    </a:lnTo>
                    <a:lnTo>
                      <a:pt x="1383" y="394"/>
                    </a:lnTo>
                    <a:lnTo>
                      <a:pt x="1368" y="405"/>
                    </a:lnTo>
                    <a:lnTo>
                      <a:pt x="1367" y="404"/>
                    </a:lnTo>
                    <a:lnTo>
                      <a:pt x="1365" y="405"/>
                    </a:lnTo>
                    <a:lnTo>
                      <a:pt x="1333" y="382"/>
                    </a:lnTo>
                    <a:lnTo>
                      <a:pt x="1380" y="352"/>
                    </a:lnTo>
                    <a:lnTo>
                      <a:pt x="1398" y="364"/>
                    </a:lnTo>
                    <a:lnTo>
                      <a:pt x="1407" y="353"/>
                    </a:lnTo>
                    <a:lnTo>
                      <a:pt x="806" y="0"/>
                    </a:lnTo>
                    <a:lnTo>
                      <a:pt x="731" y="0"/>
                    </a:lnTo>
                    <a:lnTo>
                      <a:pt x="683" y="24"/>
                    </a:lnTo>
                    <a:lnTo>
                      <a:pt x="683" y="33"/>
                    </a:lnTo>
                    <a:lnTo>
                      <a:pt x="623" y="67"/>
                    </a:lnTo>
                    <a:lnTo>
                      <a:pt x="622" y="80"/>
                    </a:lnTo>
                    <a:lnTo>
                      <a:pt x="616" y="83"/>
                    </a:lnTo>
                    <a:lnTo>
                      <a:pt x="606" y="80"/>
                    </a:lnTo>
                    <a:lnTo>
                      <a:pt x="221" y="308"/>
                    </a:lnTo>
                    <a:lnTo>
                      <a:pt x="217" y="316"/>
                    </a:lnTo>
                    <a:lnTo>
                      <a:pt x="115" y="373"/>
                    </a:lnTo>
                    <a:lnTo>
                      <a:pt x="112" y="392"/>
                    </a:lnTo>
                    <a:lnTo>
                      <a:pt x="70" y="416"/>
                    </a:lnTo>
                    <a:lnTo>
                      <a:pt x="52" y="403"/>
                    </a:lnTo>
                    <a:lnTo>
                      <a:pt x="0" y="432"/>
                    </a:lnTo>
                    <a:lnTo>
                      <a:pt x="582" y="1045"/>
                    </a:lnTo>
                    <a:lnTo>
                      <a:pt x="573" y="1096"/>
                    </a:lnTo>
                    <a:lnTo>
                      <a:pt x="576" y="1097"/>
                    </a:lnTo>
                    <a:lnTo>
                      <a:pt x="581" y="1099"/>
                    </a:lnTo>
                    <a:lnTo>
                      <a:pt x="585" y="1101"/>
                    </a:lnTo>
                    <a:lnTo>
                      <a:pt x="590" y="1101"/>
                    </a:lnTo>
                    <a:lnTo>
                      <a:pt x="596" y="1102"/>
                    </a:lnTo>
                    <a:lnTo>
                      <a:pt x="600" y="1102"/>
                    </a:lnTo>
                    <a:lnTo>
                      <a:pt x="606" y="1101"/>
                    </a:lnTo>
                    <a:lnTo>
                      <a:pt x="612" y="1099"/>
                    </a:lnTo>
                    <a:lnTo>
                      <a:pt x="622" y="1046"/>
                    </a:lnTo>
                    <a:lnTo>
                      <a:pt x="1482" y="425"/>
                    </a:lnTo>
                    <a:close/>
                  </a:path>
                </a:pathLst>
              </a:custGeom>
              <a:solidFill>
                <a:srgbClr val="6B2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0" name="Freeform 524"/>
              <p:cNvSpPr>
                <a:spLocks/>
              </p:cNvSpPr>
              <p:nvPr/>
            </p:nvSpPr>
            <p:spPr bwMode="auto">
              <a:xfrm>
                <a:off x="851" y="1752"/>
                <a:ext cx="176" cy="137"/>
              </a:xfrm>
              <a:custGeom>
                <a:avLst/>
                <a:gdLst>
                  <a:gd name="T0" fmla="*/ 0 w 881"/>
                  <a:gd name="T1" fmla="*/ 0 h 686"/>
                  <a:gd name="T2" fmla="*/ 0 w 881"/>
                  <a:gd name="T3" fmla="*/ 0 h 686"/>
                  <a:gd name="T4" fmla="*/ 0 w 881"/>
                  <a:gd name="T5" fmla="*/ 0 h 686"/>
                  <a:gd name="T6" fmla="*/ 0 w 881"/>
                  <a:gd name="T7" fmla="*/ 0 h 686"/>
                  <a:gd name="T8" fmla="*/ 0 w 881"/>
                  <a:gd name="T9" fmla="*/ 0 h 686"/>
                  <a:gd name="T10" fmla="*/ 0 w 881"/>
                  <a:gd name="T11" fmla="*/ 0 h 686"/>
                  <a:gd name="T12" fmla="*/ 0 w 881"/>
                  <a:gd name="T13" fmla="*/ 0 h 686"/>
                  <a:gd name="T14" fmla="*/ 0 w 881"/>
                  <a:gd name="T15" fmla="*/ 0 h 686"/>
                  <a:gd name="T16" fmla="*/ 0 w 881"/>
                  <a:gd name="T17" fmla="*/ 0 h 686"/>
                  <a:gd name="T18" fmla="*/ 0 w 881"/>
                  <a:gd name="T19" fmla="*/ 0 h 686"/>
                  <a:gd name="T20" fmla="*/ 0 w 881"/>
                  <a:gd name="T21" fmla="*/ 0 h 686"/>
                  <a:gd name="T22" fmla="*/ 0 w 881"/>
                  <a:gd name="T23" fmla="*/ 0 h 686"/>
                  <a:gd name="T24" fmla="*/ 0 w 881"/>
                  <a:gd name="T25" fmla="*/ 0 h 686"/>
                  <a:gd name="T26" fmla="*/ 0 w 881"/>
                  <a:gd name="T27" fmla="*/ 0 h 686"/>
                  <a:gd name="T28" fmla="*/ 0 w 881"/>
                  <a:gd name="T29" fmla="*/ 0 h 686"/>
                  <a:gd name="T30" fmla="*/ 0 w 881"/>
                  <a:gd name="T31" fmla="*/ 0 h 686"/>
                  <a:gd name="T32" fmla="*/ 0 w 881"/>
                  <a:gd name="T33" fmla="*/ 0 h 686"/>
                  <a:gd name="T34" fmla="*/ 0 w 881"/>
                  <a:gd name="T35" fmla="*/ 0 h 686"/>
                  <a:gd name="T36" fmla="*/ 0 w 881"/>
                  <a:gd name="T37" fmla="*/ 0 h 686"/>
                  <a:gd name="T38" fmla="*/ 0 w 881"/>
                  <a:gd name="T39" fmla="*/ 0 h 686"/>
                  <a:gd name="T40" fmla="*/ 0 w 881"/>
                  <a:gd name="T41" fmla="*/ 0 h 686"/>
                  <a:gd name="T42" fmla="*/ 0 w 881"/>
                  <a:gd name="T43" fmla="*/ 0 h 68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881"/>
                  <a:gd name="T67" fmla="*/ 0 h 686"/>
                  <a:gd name="T68" fmla="*/ 881 w 881"/>
                  <a:gd name="T69" fmla="*/ 686 h 68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881" h="686">
                    <a:moveTo>
                      <a:pt x="877" y="0"/>
                    </a:moveTo>
                    <a:lnTo>
                      <a:pt x="875" y="6"/>
                    </a:lnTo>
                    <a:lnTo>
                      <a:pt x="873" y="9"/>
                    </a:lnTo>
                    <a:lnTo>
                      <a:pt x="871" y="12"/>
                    </a:lnTo>
                    <a:lnTo>
                      <a:pt x="870" y="12"/>
                    </a:lnTo>
                    <a:lnTo>
                      <a:pt x="10" y="633"/>
                    </a:lnTo>
                    <a:lnTo>
                      <a:pt x="0" y="686"/>
                    </a:lnTo>
                    <a:lnTo>
                      <a:pt x="5" y="684"/>
                    </a:lnTo>
                    <a:lnTo>
                      <a:pt x="10" y="683"/>
                    </a:lnTo>
                    <a:lnTo>
                      <a:pt x="15" y="681"/>
                    </a:lnTo>
                    <a:lnTo>
                      <a:pt x="19" y="678"/>
                    </a:lnTo>
                    <a:lnTo>
                      <a:pt x="112" y="614"/>
                    </a:lnTo>
                    <a:lnTo>
                      <a:pt x="112" y="601"/>
                    </a:lnTo>
                    <a:lnTo>
                      <a:pt x="806" y="88"/>
                    </a:lnTo>
                    <a:lnTo>
                      <a:pt x="815" y="95"/>
                    </a:lnTo>
                    <a:lnTo>
                      <a:pt x="873" y="46"/>
                    </a:lnTo>
                    <a:lnTo>
                      <a:pt x="881" y="15"/>
                    </a:lnTo>
                    <a:lnTo>
                      <a:pt x="881" y="8"/>
                    </a:lnTo>
                    <a:lnTo>
                      <a:pt x="880" y="6"/>
                    </a:lnTo>
                    <a:lnTo>
                      <a:pt x="880" y="4"/>
                    </a:lnTo>
                    <a:lnTo>
                      <a:pt x="879" y="2"/>
                    </a:lnTo>
                    <a:lnTo>
                      <a:pt x="877" y="0"/>
                    </a:lnTo>
                    <a:close/>
                  </a:path>
                </a:pathLst>
              </a:custGeom>
              <a:solidFill>
                <a:srgbClr val="2B0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1" name="Freeform 525"/>
              <p:cNvSpPr>
                <a:spLocks/>
              </p:cNvSpPr>
              <p:nvPr/>
            </p:nvSpPr>
            <p:spPr bwMode="auto">
              <a:xfrm>
                <a:off x="1027" y="1754"/>
                <a:ext cx="1" cy="1"/>
              </a:xfrm>
              <a:custGeom>
                <a:avLst/>
                <a:gdLst>
                  <a:gd name="T0" fmla="*/ 0 w 1"/>
                  <a:gd name="T1" fmla="*/ 0 h 7"/>
                  <a:gd name="T2" fmla="*/ 0 w 1"/>
                  <a:gd name="T3" fmla="*/ 0 h 7"/>
                  <a:gd name="T4" fmla="*/ 1 w 1"/>
                  <a:gd name="T5" fmla="*/ 0 h 7"/>
                  <a:gd name="T6" fmla="*/ 1 w 1"/>
                  <a:gd name="T7" fmla="*/ 0 h 7"/>
                  <a:gd name="T8" fmla="*/ 1 w 1"/>
                  <a:gd name="T9" fmla="*/ 0 h 7"/>
                  <a:gd name="T10" fmla="*/ 0 w 1"/>
                  <a:gd name="T11" fmla="*/ 0 h 7"/>
                  <a:gd name="T12" fmla="*/ 0 w 1"/>
                  <a:gd name="T13" fmla="*/ 0 h 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"/>
                  <a:gd name="T22" fmla="*/ 0 h 7"/>
                  <a:gd name="T23" fmla="*/ 1 w 1"/>
                  <a:gd name="T24" fmla="*/ 7 h 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" h="7">
                    <a:moveTo>
                      <a:pt x="0" y="0"/>
                    </a:moveTo>
                    <a:lnTo>
                      <a:pt x="0" y="7"/>
                    </a:lnTo>
                    <a:lnTo>
                      <a:pt x="1" y="5"/>
                    </a:lnTo>
                    <a:lnTo>
                      <a:pt x="1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B2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2" name="Freeform 526"/>
              <p:cNvSpPr>
                <a:spLocks/>
              </p:cNvSpPr>
              <p:nvPr/>
            </p:nvSpPr>
            <p:spPr bwMode="auto">
              <a:xfrm>
                <a:off x="742" y="1752"/>
                <a:ext cx="86" cy="35"/>
              </a:xfrm>
              <a:custGeom>
                <a:avLst/>
                <a:gdLst>
                  <a:gd name="T0" fmla="*/ 0 w 428"/>
                  <a:gd name="T1" fmla="*/ 0 h 173"/>
                  <a:gd name="T2" fmla="*/ 0 w 428"/>
                  <a:gd name="T3" fmla="*/ 0 h 173"/>
                  <a:gd name="T4" fmla="*/ 0 w 428"/>
                  <a:gd name="T5" fmla="*/ 0 h 173"/>
                  <a:gd name="T6" fmla="*/ 0 w 428"/>
                  <a:gd name="T7" fmla="*/ 0 h 173"/>
                  <a:gd name="T8" fmla="*/ 0 w 428"/>
                  <a:gd name="T9" fmla="*/ 0 h 173"/>
                  <a:gd name="T10" fmla="*/ 0 w 428"/>
                  <a:gd name="T11" fmla="*/ 0 h 173"/>
                  <a:gd name="T12" fmla="*/ 0 w 428"/>
                  <a:gd name="T13" fmla="*/ 0 h 173"/>
                  <a:gd name="T14" fmla="*/ 0 w 428"/>
                  <a:gd name="T15" fmla="*/ 0 h 173"/>
                  <a:gd name="T16" fmla="*/ 0 w 428"/>
                  <a:gd name="T17" fmla="*/ 0 h 173"/>
                  <a:gd name="T18" fmla="*/ 0 w 428"/>
                  <a:gd name="T19" fmla="*/ 0 h 173"/>
                  <a:gd name="T20" fmla="*/ 0 w 428"/>
                  <a:gd name="T21" fmla="*/ 0 h 173"/>
                  <a:gd name="T22" fmla="*/ 0 w 428"/>
                  <a:gd name="T23" fmla="*/ 0 h 173"/>
                  <a:gd name="T24" fmla="*/ 0 w 428"/>
                  <a:gd name="T25" fmla="*/ 0 h 173"/>
                  <a:gd name="T26" fmla="*/ 0 w 428"/>
                  <a:gd name="T27" fmla="*/ 0 h 173"/>
                  <a:gd name="T28" fmla="*/ 0 w 428"/>
                  <a:gd name="T29" fmla="*/ 0 h 173"/>
                  <a:gd name="T30" fmla="*/ 0 w 428"/>
                  <a:gd name="T31" fmla="*/ 0 h 173"/>
                  <a:gd name="T32" fmla="*/ 0 w 428"/>
                  <a:gd name="T33" fmla="*/ 0 h 173"/>
                  <a:gd name="T34" fmla="*/ 0 w 428"/>
                  <a:gd name="T35" fmla="*/ 0 h 173"/>
                  <a:gd name="T36" fmla="*/ 0 w 428"/>
                  <a:gd name="T37" fmla="*/ 0 h 173"/>
                  <a:gd name="T38" fmla="*/ 0 w 428"/>
                  <a:gd name="T39" fmla="*/ 0 h 173"/>
                  <a:gd name="T40" fmla="*/ 0 w 428"/>
                  <a:gd name="T41" fmla="*/ 0 h 173"/>
                  <a:gd name="T42" fmla="*/ 0 w 428"/>
                  <a:gd name="T43" fmla="*/ 0 h 173"/>
                  <a:gd name="T44" fmla="*/ 0 w 428"/>
                  <a:gd name="T45" fmla="*/ 0 h 173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428"/>
                  <a:gd name="T70" fmla="*/ 0 h 173"/>
                  <a:gd name="T71" fmla="*/ 428 w 428"/>
                  <a:gd name="T72" fmla="*/ 173 h 173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428" h="173">
                    <a:moveTo>
                      <a:pt x="0" y="2"/>
                    </a:moveTo>
                    <a:lnTo>
                      <a:pt x="160" y="164"/>
                    </a:lnTo>
                    <a:lnTo>
                      <a:pt x="161" y="166"/>
                    </a:lnTo>
                    <a:lnTo>
                      <a:pt x="163" y="167"/>
                    </a:lnTo>
                    <a:lnTo>
                      <a:pt x="168" y="169"/>
                    </a:lnTo>
                    <a:lnTo>
                      <a:pt x="174" y="171"/>
                    </a:lnTo>
                    <a:lnTo>
                      <a:pt x="181" y="173"/>
                    </a:lnTo>
                    <a:lnTo>
                      <a:pt x="189" y="173"/>
                    </a:lnTo>
                    <a:lnTo>
                      <a:pt x="199" y="169"/>
                    </a:lnTo>
                    <a:lnTo>
                      <a:pt x="209" y="163"/>
                    </a:lnTo>
                    <a:lnTo>
                      <a:pt x="428" y="27"/>
                    </a:lnTo>
                    <a:lnTo>
                      <a:pt x="423" y="24"/>
                    </a:lnTo>
                    <a:lnTo>
                      <a:pt x="207" y="156"/>
                    </a:lnTo>
                    <a:lnTo>
                      <a:pt x="206" y="157"/>
                    </a:lnTo>
                    <a:lnTo>
                      <a:pt x="204" y="158"/>
                    </a:lnTo>
                    <a:lnTo>
                      <a:pt x="200" y="161"/>
                    </a:lnTo>
                    <a:lnTo>
                      <a:pt x="194" y="163"/>
                    </a:lnTo>
                    <a:lnTo>
                      <a:pt x="188" y="164"/>
                    </a:lnTo>
                    <a:lnTo>
                      <a:pt x="180" y="164"/>
                    </a:lnTo>
                    <a:lnTo>
                      <a:pt x="172" y="162"/>
                    </a:lnTo>
                    <a:lnTo>
                      <a:pt x="162" y="157"/>
                    </a:lnTo>
                    <a:lnTo>
                      <a:pt x="7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2B0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3" name="Freeform 527"/>
              <p:cNvSpPr>
                <a:spLocks/>
              </p:cNvSpPr>
              <p:nvPr/>
            </p:nvSpPr>
            <p:spPr bwMode="auto">
              <a:xfrm>
                <a:off x="1008" y="1740"/>
                <a:ext cx="3" cy="3"/>
              </a:xfrm>
              <a:custGeom>
                <a:avLst/>
                <a:gdLst>
                  <a:gd name="T0" fmla="*/ 0 w 17"/>
                  <a:gd name="T1" fmla="*/ 0 h 14"/>
                  <a:gd name="T2" fmla="*/ 0 w 17"/>
                  <a:gd name="T3" fmla="*/ 0 h 14"/>
                  <a:gd name="T4" fmla="*/ 0 w 17"/>
                  <a:gd name="T5" fmla="*/ 0 h 14"/>
                  <a:gd name="T6" fmla="*/ 0 w 17"/>
                  <a:gd name="T7" fmla="*/ 0 h 14"/>
                  <a:gd name="T8" fmla="*/ 0 w 17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4"/>
                  <a:gd name="T17" fmla="*/ 17 w 17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4">
                    <a:moveTo>
                      <a:pt x="4" y="14"/>
                    </a:moveTo>
                    <a:lnTo>
                      <a:pt x="17" y="5"/>
                    </a:lnTo>
                    <a:lnTo>
                      <a:pt x="9" y="0"/>
                    </a:lnTo>
                    <a:lnTo>
                      <a:pt x="0" y="11"/>
                    </a:ln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6B2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4" name="Freeform 528"/>
              <p:cNvSpPr>
                <a:spLocks/>
              </p:cNvSpPr>
              <p:nvPr/>
            </p:nvSpPr>
            <p:spPr bwMode="auto">
              <a:xfrm>
                <a:off x="995" y="1740"/>
                <a:ext cx="13" cy="11"/>
              </a:xfrm>
              <a:custGeom>
                <a:avLst/>
                <a:gdLst>
                  <a:gd name="T0" fmla="*/ 0 w 65"/>
                  <a:gd name="T1" fmla="*/ 0 h 53"/>
                  <a:gd name="T2" fmla="*/ 0 w 65"/>
                  <a:gd name="T3" fmla="*/ 0 h 53"/>
                  <a:gd name="T4" fmla="*/ 0 w 65"/>
                  <a:gd name="T5" fmla="*/ 0 h 53"/>
                  <a:gd name="T6" fmla="*/ 0 w 65"/>
                  <a:gd name="T7" fmla="*/ 0 h 53"/>
                  <a:gd name="T8" fmla="*/ 0 w 65"/>
                  <a:gd name="T9" fmla="*/ 0 h 53"/>
                  <a:gd name="T10" fmla="*/ 0 w 65"/>
                  <a:gd name="T11" fmla="*/ 0 h 53"/>
                  <a:gd name="T12" fmla="*/ 0 w 65"/>
                  <a:gd name="T13" fmla="*/ 0 h 53"/>
                  <a:gd name="T14" fmla="*/ 0 w 65"/>
                  <a:gd name="T15" fmla="*/ 0 h 53"/>
                  <a:gd name="T16" fmla="*/ 0 w 65"/>
                  <a:gd name="T17" fmla="*/ 0 h 5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65"/>
                  <a:gd name="T28" fmla="*/ 0 h 53"/>
                  <a:gd name="T29" fmla="*/ 65 w 65"/>
                  <a:gd name="T30" fmla="*/ 53 h 5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65" h="53">
                    <a:moveTo>
                      <a:pt x="40" y="34"/>
                    </a:moveTo>
                    <a:lnTo>
                      <a:pt x="42" y="36"/>
                    </a:lnTo>
                    <a:lnTo>
                      <a:pt x="65" y="12"/>
                    </a:lnTo>
                    <a:lnTo>
                      <a:pt x="47" y="0"/>
                    </a:lnTo>
                    <a:lnTo>
                      <a:pt x="0" y="30"/>
                    </a:lnTo>
                    <a:lnTo>
                      <a:pt x="32" y="53"/>
                    </a:lnTo>
                    <a:lnTo>
                      <a:pt x="34" y="52"/>
                    </a:lnTo>
                    <a:lnTo>
                      <a:pt x="24" y="45"/>
                    </a:lnTo>
                    <a:lnTo>
                      <a:pt x="40" y="34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5" name="Freeform 529"/>
              <p:cNvSpPr>
                <a:spLocks/>
              </p:cNvSpPr>
              <p:nvPr/>
            </p:nvSpPr>
            <p:spPr bwMode="auto">
              <a:xfrm>
                <a:off x="1003" y="1742"/>
                <a:ext cx="6" cy="5"/>
              </a:xfrm>
              <a:custGeom>
                <a:avLst/>
                <a:gdLst>
                  <a:gd name="T0" fmla="*/ 0 w 27"/>
                  <a:gd name="T1" fmla="*/ 0 h 25"/>
                  <a:gd name="T2" fmla="*/ 0 w 27"/>
                  <a:gd name="T3" fmla="*/ 0 h 25"/>
                  <a:gd name="T4" fmla="*/ 0 w 27"/>
                  <a:gd name="T5" fmla="*/ 0 h 25"/>
                  <a:gd name="T6" fmla="*/ 0 w 27"/>
                  <a:gd name="T7" fmla="*/ 0 h 25"/>
                  <a:gd name="T8" fmla="*/ 0 w 27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"/>
                  <a:gd name="T16" fmla="*/ 0 h 25"/>
                  <a:gd name="T17" fmla="*/ 27 w 27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" h="25">
                    <a:moveTo>
                      <a:pt x="0" y="24"/>
                    </a:moveTo>
                    <a:lnTo>
                      <a:pt x="1" y="25"/>
                    </a:lnTo>
                    <a:lnTo>
                      <a:pt x="27" y="3"/>
                    </a:lnTo>
                    <a:lnTo>
                      <a:pt x="23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6" name="Freeform 530"/>
              <p:cNvSpPr>
                <a:spLocks/>
              </p:cNvSpPr>
              <p:nvPr/>
            </p:nvSpPr>
            <p:spPr bwMode="auto">
              <a:xfrm>
                <a:off x="1004" y="1743"/>
                <a:ext cx="7" cy="5"/>
              </a:xfrm>
              <a:custGeom>
                <a:avLst/>
                <a:gdLst>
                  <a:gd name="T0" fmla="*/ 0 w 37"/>
                  <a:gd name="T1" fmla="*/ 0 h 27"/>
                  <a:gd name="T2" fmla="*/ 0 w 37"/>
                  <a:gd name="T3" fmla="*/ 0 h 27"/>
                  <a:gd name="T4" fmla="*/ 0 w 37"/>
                  <a:gd name="T5" fmla="*/ 0 h 27"/>
                  <a:gd name="T6" fmla="*/ 0 w 37"/>
                  <a:gd name="T7" fmla="*/ 0 h 27"/>
                  <a:gd name="T8" fmla="*/ 0 w 37"/>
                  <a:gd name="T9" fmla="*/ 0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27"/>
                  <a:gd name="T17" fmla="*/ 37 w 37"/>
                  <a:gd name="T18" fmla="*/ 27 h 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27">
                    <a:moveTo>
                      <a:pt x="7" y="27"/>
                    </a:moveTo>
                    <a:lnTo>
                      <a:pt x="37" y="7"/>
                    </a:lnTo>
                    <a:lnTo>
                      <a:pt x="26" y="0"/>
                    </a:lnTo>
                    <a:lnTo>
                      <a:pt x="0" y="22"/>
                    </a:lnTo>
                    <a:lnTo>
                      <a:pt x="7" y="27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7" name="Freeform 531"/>
              <p:cNvSpPr>
                <a:spLocks/>
              </p:cNvSpPr>
              <p:nvPr/>
            </p:nvSpPr>
            <p:spPr bwMode="auto">
              <a:xfrm>
                <a:off x="1002" y="1748"/>
                <a:ext cx="3" cy="3"/>
              </a:xfrm>
              <a:custGeom>
                <a:avLst/>
                <a:gdLst>
                  <a:gd name="T0" fmla="*/ 0 w 16"/>
                  <a:gd name="T1" fmla="*/ 0 h 11"/>
                  <a:gd name="T2" fmla="*/ 0 w 16"/>
                  <a:gd name="T3" fmla="*/ 0 h 11"/>
                  <a:gd name="T4" fmla="*/ 0 w 16"/>
                  <a:gd name="T5" fmla="*/ 0 h 11"/>
                  <a:gd name="T6" fmla="*/ 0 w 16"/>
                  <a:gd name="T7" fmla="*/ 0 h 11"/>
                  <a:gd name="T8" fmla="*/ 0 w 16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"/>
                  <a:gd name="T16" fmla="*/ 0 h 11"/>
                  <a:gd name="T17" fmla="*/ 16 w 16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" h="11">
                    <a:moveTo>
                      <a:pt x="1" y="11"/>
                    </a:moveTo>
                    <a:lnTo>
                      <a:pt x="16" y="0"/>
                    </a:lnTo>
                    <a:lnTo>
                      <a:pt x="0" y="10"/>
                    </a:lnTo>
                    <a:lnTo>
                      <a:pt x="1" y="1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8" name="Freeform 532"/>
              <p:cNvSpPr>
                <a:spLocks/>
              </p:cNvSpPr>
              <p:nvPr/>
            </p:nvSpPr>
            <p:spPr bwMode="auto">
              <a:xfrm>
                <a:off x="773" y="1686"/>
                <a:ext cx="116" cy="78"/>
              </a:xfrm>
              <a:custGeom>
                <a:avLst/>
                <a:gdLst>
                  <a:gd name="T0" fmla="*/ 0 w 580"/>
                  <a:gd name="T1" fmla="*/ 0 h 391"/>
                  <a:gd name="T2" fmla="*/ 0 w 580"/>
                  <a:gd name="T3" fmla="*/ 0 h 391"/>
                  <a:gd name="T4" fmla="*/ 0 w 580"/>
                  <a:gd name="T5" fmla="*/ 0 h 391"/>
                  <a:gd name="T6" fmla="*/ 0 w 580"/>
                  <a:gd name="T7" fmla="*/ 0 h 391"/>
                  <a:gd name="T8" fmla="*/ 0 w 580"/>
                  <a:gd name="T9" fmla="*/ 0 h 391"/>
                  <a:gd name="T10" fmla="*/ 0 w 580"/>
                  <a:gd name="T11" fmla="*/ 0 h 391"/>
                  <a:gd name="T12" fmla="*/ 0 w 580"/>
                  <a:gd name="T13" fmla="*/ 0 h 391"/>
                  <a:gd name="T14" fmla="*/ 0 w 580"/>
                  <a:gd name="T15" fmla="*/ 0 h 391"/>
                  <a:gd name="T16" fmla="*/ 0 w 580"/>
                  <a:gd name="T17" fmla="*/ 0 h 391"/>
                  <a:gd name="T18" fmla="*/ 0 w 580"/>
                  <a:gd name="T19" fmla="*/ 0 h 391"/>
                  <a:gd name="T20" fmla="*/ 0 w 580"/>
                  <a:gd name="T21" fmla="*/ 0 h 391"/>
                  <a:gd name="T22" fmla="*/ 0 w 580"/>
                  <a:gd name="T23" fmla="*/ 0 h 391"/>
                  <a:gd name="T24" fmla="*/ 0 w 580"/>
                  <a:gd name="T25" fmla="*/ 0 h 391"/>
                  <a:gd name="T26" fmla="*/ 0 w 580"/>
                  <a:gd name="T27" fmla="*/ 0 h 391"/>
                  <a:gd name="T28" fmla="*/ 0 w 580"/>
                  <a:gd name="T29" fmla="*/ 0 h 391"/>
                  <a:gd name="T30" fmla="*/ 0 w 580"/>
                  <a:gd name="T31" fmla="*/ 0 h 391"/>
                  <a:gd name="T32" fmla="*/ 0 w 580"/>
                  <a:gd name="T33" fmla="*/ 0 h 391"/>
                  <a:gd name="T34" fmla="*/ 0 w 580"/>
                  <a:gd name="T35" fmla="*/ 0 h 391"/>
                  <a:gd name="T36" fmla="*/ 0 w 580"/>
                  <a:gd name="T37" fmla="*/ 0 h 391"/>
                  <a:gd name="T38" fmla="*/ 0 w 580"/>
                  <a:gd name="T39" fmla="*/ 0 h 391"/>
                  <a:gd name="T40" fmla="*/ 0 w 580"/>
                  <a:gd name="T41" fmla="*/ 0 h 391"/>
                  <a:gd name="T42" fmla="*/ 0 w 580"/>
                  <a:gd name="T43" fmla="*/ 0 h 39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580"/>
                  <a:gd name="T67" fmla="*/ 0 h 391"/>
                  <a:gd name="T68" fmla="*/ 580 w 580"/>
                  <a:gd name="T69" fmla="*/ 391 h 391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580" h="391">
                    <a:moveTo>
                      <a:pt x="236" y="384"/>
                    </a:moveTo>
                    <a:lnTo>
                      <a:pt x="220" y="389"/>
                    </a:lnTo>
                    <a:lnTo>
                      <a:pt x="205" y="391"/>
                    </a:lnTo>
                    <a:lnTo>
                      <a:pt x="193" y="390"/>
                    </a:lnTo>
                    <a:lnTo>
                      <a:pt x="183" y="389"/>
                    </a:lnTo>
                    <a:lnTo>
                      <a:pt x="174" y="385"/>
                    </a:lnTo>
                    <a:lnTo>
                      <a:pt x="168" y="383"/>
                    </a:lnTo>
                    <a:lnTo>
                      <a:pt x="165" y="380"/>
                    </a:lnTo>
                    <a:lnTo>
                      <a:pt x="164" y="379"/>
                    </a:lnTo>
                    <a:lnTo>
                      <a:pt x="6" y="234"/>
                    </a:lnTo>
                    <a:lnTo>
                      <a:pt x="0" y="228"/>
                    </a:lnTo>
                    <a:lnTo>
                      <a:pt x="385" y="0"/>
                    </a:lnTo>
                    <a:lnTo>
                      <a:pt x="570" y="132"/>
                    </a:lnTo>
                    <a:lnTo>
                      <a:pt x="571" y="133"/>
                    </a:lnTo>
                    <a:lnTo>
                      <a:pt x="574" y="136"/>
                    </a:lnTo>
                    <a:lnTo>
                      <a:pt x="577" y="141"/>
                    </a:lnTo>
                    <a:lnTo>
                      <a:pt x="578" y="147"/>
                    </a:lnTo>
                    <a:lnTo>
                      <a:pt x="580" y="154"/>
                    </a:lnTo>
                    <a:lnTo>
                      <a:pt x="576" y="162"/>
                    </a:lnTo>
                    <a:lnTo>
                      <a:pt x="570" y="170"/>
                    </a:lnTo>
                    <a:lnTo>
                      <a:pt x="558" y="180"/>
                    </a:lnTo>
                    <a:lnTo>
                      <a:pt x="236" y="384"/>
                    </a:lnTo>
                    <a:close/>
                  </a:path>
                </a:pathLst>
              </a:custGeom>
              <a:solidFill>
                <a:srgbClr val="A0828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9" name="Freeform 533"/>
              <p:cNvSpPr>
                <a:spLocks/>
              </p:cNvSpPr>
              <p:nvPr/>
            </p:nvSpPr>
            <p:spPr bwMode="auto">
              <a:xfrm>
                <a:off x="772" y="1731"/>
                <a:ext cx="2" cy="2"/>
              </a:xfrm>
              <a:custGeom>
                <a:avLst/>
                <a:gdLst>
                  <a:gd name="T0" fmla="*/ 0 w 9"/>
                  <a:gd name="T1" fmla="*/ 0 h 8"/>
                  <a:gd name="T2" fmla="*/ 0 w 9"/>
                  <a:gd name="T3" fmla="*/ 0 h 8"/>
                  <a:gd name="T4" fmla="*/ 0 w 9"/>
                  <a:gd name="T5" fmla="*/ 0 h 8"/>
                  <a:gd name="T6" fmla="*/ 0 w 9"/>
                  <a:gd name="T7" fmla="*/ 0 h 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8"/>
                  <a:gd name="T14" fmla="*/ 9 w 9"/>
                  <a:gd name="T15" fmla="*/ 8 h 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8">
                    <a:moveTo>
                      <a:pt x="0" y="8"/>
                    </a:moveTo>
                    <a:lnTo>
                      <a:pt x="9" y="3"/>
                    </a:lnTo>
                    <a:lnTo>
                      <a:pt x="4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A0388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0" name="Freeform 534"/>
              <p:cNvSpPr>
                <a:spLocks/>
              </p:cNvSpPr>
              <p:nvPr/>
            </p:nvSpPr>
            <p:spPr bwMode="auto">
              <a:xfrm>
                <a:off x="827" y="1698"/>
                <a:ext cx="46" cy="33"/>
              </a:xfrm>
              <a:custGeom>
                <a:avLst/>
                <a:gdLst>
                  <a:gd name="T0" fmla="*/ 0 w 230"/>
                  <a:gd name="T1" fmla="*/ 0 h 162"/>
                  <a:gd name="T2" fmla="*/ 0 w 230"/>
                  <a:gd name="T3" fmla="*/ 0 h 162"/>
                  <a:gd name="T4" fmla="*/ 0 w 230"/>
                  <a:gd name="T5" fmla="*/ 0 h 162"/>
                  <a:gd name="T6" fmla="*/ 0 w 230"/>
                  <a:gd name="T7" fmla="*/ 0 h 162"/>
                  <a:gd name="T8" fmla="*/ 0 w 230"/>
                  <a:gd name="T9" fmla="*/ 0 h 1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0"/>
                  <a:gd name="T16" fmla="*/ 0 h 162"/>
                  <a:gd name="T17" fmla="*/ 230 w 230"/>
                  <a:gd name="T18" fmla="*/ 162 h 1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0" h="162">
                    <a:moveTo>
                      <a:pt x="93" y="0"/>
                    </a:moveTo>
                    <a:lnTo>
                      <a:pt x="230" y="103"/>
                    </a:lnTo>
                    <a:lnTo>
                      <a:pt x="134" y="162"/>
                    </a:lnTo>
                    <a:lnTo>
                      <a:pt x="0" y="54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rgbClr val="6B2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1" name="Freeform 535"/>
              <p:cNvSpPr>
                <a:spLocks/>
              </p:cNvSpPr>
              <p:nvPr/>
            </p:nvSpPr>
            <p:spPr bwMode="auto">
              <a:xfrm>
                <a:off x="727" y="1756"/>
                <a:ext cx="118" cy="133"/>
              </a:xfrm>
              <a:custGeom>
                <a:avLst/>
                <a:gdLst>
                  <a:gd name="T0" fmla="*/ 0 w 589"/>
                  <a:gd name="T1" fmla="*/ 0 h 664"/>
                  <a:gd name="T2" fmla="*/ 0 w 589"/>
                  <a:gd name="T3" fmla="*/ 0 h 664"/>
                  <a:gd name="T4" fmla="*/ 0 w 589"/>
                  <a:gd name="T5" fmla="*/ 0 h 664"/>
                  <a:gd name="T6" fmla="*/ 0 w 589"/>
                  <a:gd name="T7" fmla="*/ 0 h 664"/>
                  <a:gd name="T8" fmla="*/ 0 w 589"/>
                  <a:gd name="T9" fmla="*/ 0 h 664"/>
                  <a:gd name="T10" fmla="*/ 0 w 589"/>
                  <a:gd name="T11" fmla="*/ 0 h 664"/>
                  <a:gd name="T12" fmla="*/ 0 w 589"/>
                  <a:gd name="T13" fmla="*/ 0 h 664"/>
                  <a:gd name="T14" fmla="*/ 0 w 589"/>
                  <a:gd name="T15" fmla="*/ 0 h 664"/>
                  <a:gd name="T16" fmla="*/ 0 w 589"/>
                  <a:gd name="T17" fmla="*/ 0 h 664"/>
                  <a:gd name="T18" fmla="*/ 0 w 589"/>
                  <a:gd name="T19" fmla="*/ 0 h 664"/>
                  <a:gd name="T20" fmla="*/ 0 w 589"/>
                  <a:gd name="T21" fmla="*/ 0 h 664"/>
                  <a:gd name="T22" fmla="*/ 0 w 589"/>
                  <a:gd name="T23" fmla="*/ 0 h 664"/>
                  <a:gd name="T24" fmla="*/ 0 w 589"/>
                  <a:gd name="T25" fmla="*/ 0 h 664"/>
                  <a:gd name="T26" fmla="*/ 0 w 589"/>
                  <a:gd name="T27" fmla="*/ 0 h 66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589"/>
                  <a:gd name="T43" fmla="*/ 0 h 664"/>
                  <a:gd name="T44" fmla="*/ 589 w 589"/>
                  <a:gd name="T45" fmla="*/ 664 h 66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589" h="664">
                    <a:moveTo>
                      <a:pt x="7" y="0"/>
                    </a:moveTo>
                    <a:lnTo>
                      <a:pt x="6" y="0"/>
                    </a:lnTo>
                    <a:lnTo>
                      <a:pt x="0" y="43"/>
                    </a:lnTo>
                    <a:lnTo>
                      <a:pt x="34" y="81"/>
                    </a:lnTo>
                    <a:lnTo>
                      <a:pt x="39" y="56"/>
                    </a:lnTo>
                    <a:lnTo>
                      <a:pt x="73" y="93"/>
                    </a:lnTo>
                    <a:lnTo>
                      <a:pt x="69" y="118"/>
                    </a:lnTo>
                    <a:lnTo>
                      <a:pt x="570" y="657"/>
                    </a:lnTo>
                    <a:lnTo>
                      <a:pt x="572" y="658"/>
                    </a:lnTo>
                    <a:lnTo>
                      <a:pt x="573" y="659"/>
                    </a:lnTo>
                    <a:lnTo>
                      <a:pt x="576" y="662"/>
                    </a:lnTo>
                    <a:lnTo>
                      <a:pt x="580" y="664"/>
                    </a:lnTo>
                    <a:lnTo>
                      <a:pt x="589" y="613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A549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2" name="Freeform 536"/>
              <p:cNvSpPr>
                <a:spLocks/>
              </p:cNvSpPr>
              <p:nvPr/>
            </p:nvSpPr>
            <p:spPr bwMode="auto">
              <a:xfrm>
                <a:off x="734" y="1767"/>
                <a:ext cx="3" cy="5"/>
              </a:xfrm>
              <a:custGeom>
                <a:avLst/>
                <a:gdLst>
                  <a:gd name="T0" fmla="*/ 0 w 18"/>
                  <a:gd name="T1" fmla="*/ 0 h 25"/>
                  <a:gd name="T2" fmla="*/ 0 w 18"/>
                  <a:gd name="T3" fmla="*/ 0 h 25"/>
                  <a:gd name="T4" fmla="*/ 0 w 18"/>
                  <a:gd name="T5" fmla="*/ 0 h 25"/>
                  <a:gd name="T6" fmla="*/ 0 w 18"/>
                  <a:gd name="T7" fmla="*/ 0 h 2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"/>
                  <a:gd name="T13" fmla="*/ 0 h 25"/>
                  <a:gd name="T14" fmla="*/ 18 w 18"/>
                  <a:gd name="T15" fmla="*/ 25 h 2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" h="25">
                    <a:moveTo>
                      <a:pt x="5" y="0"/>
                    </a:moveTo>
                    <a:lnTo>
                      <a:pt x="0" y="25"/>
                    </a:lnTo>
                    <a:lnTo>
                      <a:pt x="18" y="14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4400A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3" name="Freeform 537"/>
              <p:cNvSpPr>
                <a:spLocks/>
              </p:cNvSpPr>
              <p:nvPr/>
            </p:nvSpPr>
            <p:spPr bwMode="auto">
              <a:xfrm>
                <a:off x="793" y="1708"/>
                <a:ext cx="207" cy="155"/>
              </a:xfrm>
              <a:custGeom>
                <a:avLst/>
                <a:gdLst>
                  <a:gd name="T0" fmla="*/ 0 w 1036"/>
                  <a:gd name="T1" fmla="*/ 0 h 772"/>
                  <a:gd name="T2" fmla="*/ 0 w 1036"/>
                  <a:gd name="T3" fmla="*/ 0 h 772"/>
                  <a:gd name="T4" fmla="*/ 0 w 1036"/>
                  <a:gd name="T5" fmla="*/ 0 h 772"/>
                  <a:gd name="T6" fmla="*/ 0 w 1036"/>
                  <a:gd name="T7" fmla="*/ 0 h 772"/>
                  <a:gd name="T8" fmla="*/ 0 w 1036"/>
                  <a:gd name="T9" fmla="*/ 0 h 772"/>
                  <a:gd name="T10" fmla="*/ 0 w 1036"/>
                  <a:gd name="T11" fmla="*/ 0 h 772"/>
                  <a:gd name="T12" fmla="*/ 0 w 1036"/>
                  <a:gd name="T13" fmla="*/ 0 h 772"/>
                  <a:gd name="T14" fmla="*/ 0 w 1036"/>
                  <a:gd name="T15" fmla="*/ 0 h 772"/>
                  <a:gd name="T16" fmla="*/ 0 w 1036"/>
                  <a:gd name="T17" fmla="*/ 0 h 772"/>
                  <a:gd name="T18" fmla="*/ 0 w 1036"/>
                  <a:gd name="T19" fmla="*/ 0 h 772"/>
                  <a:gd name="T20" fmla="*/ 0 w 1036"/>
                  <a:gd name="T21" fmla="*/ 0 h 772"/>
                  <a:gd name="T22" fmla="*/ 0 w 1036"/>
                  <a:gd name="T23" fmla="*/ 0 h 772"/>
                  <a:gd name="T24" fmla="*/ 0 w 1036"/>
                  <a:gd name="T25" fmla="*/ 0 h 772"/>
                  <a:gd name="T26" fmla="*/ 0 w 1036"/>
                  <a:gd name="T27" fmla="*/ 0 h 772"/>
                  <a:gd name="T28" fmla="*/ 0 w 1036"/>
                  <a:gd name="T29" fmla="*/ 0 h 772"/>
                  <a:gd name="T30" fmla="*/ 0 w 1036"/>
                  <a:gd name="T31" fmla="*/ 0 h 772"/>
                  <a:gd name="T32" fmla="*/ 0 w 1036"/>
                  <a:gd name="T33" fmla="*/ 0 h 772"/>
                  <a:gd name="T34" fmla="*/ 0 w 1036"/>
                  <a:gd name="T35" fmla="*/ 0 h 772"/>
                  <a:gd name="T36" fmla="*/ 0 w 1036"/>
                  <a:gd name="T37" fmla="*/ 0 h 772"/>
                  <a:gd name="T38" fmla="*/ 0 w 1036"/>
                  <a:gd name="T39" fmla="*/ 0 h 772"/>
                  <a:gd name="T40" fmla="*/ 0 w 1036"/>
                  <a:gd name="T41" fmla="*/ 0 h 772"/>
                  <a:gd name="T42" fmla="*/ 0 w 1036"/>
                  <a:gd name="T43" fmla="*/ 0 h 772"/>
                  <a:gd name="T44" fmla="*/ 0 w 1036"/>
                  <a:gd name="T45" fmla="*/ 0 h 772"/>
                  <a:gd name="T46" fmla="*/ 0 w 1036"/>
                  <a:gd name="T47" fmla="*/ 0 h 772"/>
                  <a:gd name="T48" fmla="*/ 0 w 1036"/>
                  <a:gd name="T49" fmla="*/ 0 h 772"/>
                  <a:gd name="T50" fmla="*/ 0 w 1036"/>
                  <a:gd name="T51" fmla="*/ 0 h 772"/>
                  <a:gd name="T52" fmla="*/ 0 w 1036"/>
                  <a:gd name="T53" fmla="*/ 0 h 772"/>
                  <a:gd name="T54" fmla="*/ 0 w 1036"/>
                  <a:gd name="T55" fmla="*/ 0 h 772"/>
                  <a:gd name="T56" fmla="*/ 0 w 1036"/>
                  <a:gd name="T57" fmla="*/ 0 h 772"/>
                  <a:gd name="T58" fmla="*/ 0 w 1036"/>
                  <a:gd name="T59" fmla="*/ 0 h 772"/>
                  <a:gd name="T60" fmla="*/ 0 w 1036"/>
                  <a:gd name="T61" fmla="*/ 0 h 772"/>
                  <a:gd name="T62" fmla="*/ 0 w 1036"/>
                  <a:gd name="T63" fmla="*/ 0 h 772"/>
                  <a:gd name="T64" fmla="*/ 0 w 1036"/>
                  <a:gd name="T65" fmla="*/ 0 h 77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36"/>
                  <a:gd name="T100" fmla="*/ 0 h 772"/>
                  <a:gd name="T101" fmla="*/ 1036 w 1036"/>
                  <a:gd name="T102" fmla="*/ 772 h 772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36" h="772">
                    <a:moveTo>
                      <a:pt x="2" y="446"/>
                    </a:moveTo>
                    <a:lnTo>
                      <a:pt x="292" y="756"/>
                    </a:lnTo>
                    <a:lnTo>
                      <a:pt x="294" y="757"/>
                    </a:lnTo>
                    <a:lnTo>
                      <a:pt x="297" y="760"/>
                    </a:lnTo>
                    <a:lnTo>
                      <a:pt x="302" y="765"/>
                    </a:lnTo>
                    <a:lnTo>
                      <a:pt x="309" y="768"/>
                    </a:lnTo>
                    <a:lnTo>
                      <a:pt x="317" y="771"/>
                    </a:lnTo>
                    <a:lnTo>
                      <a:pt x="328" y="772"/>
                    </a:lnTo>
                    <a:lnTo>
                      <a:pt x="340" y="772"/>
                    </a:lnTo>
                    <a:lnTo>
                      <a:pt x="353" y="767"/>
                    </a:lnTo>
                    <a:lnTo>
                      <a:pt x="1024" y="268"/>
                    </a:lnTo>
                    <a:lnTo>
                      <a:pt x="1025" y="267"/>
                    </a:lnTo>
                    <a:lnTo>
                      <a:pt x="1029" y="263"/>
                    </a:lnTo>
                    <a:lnTo>
                      <a:pt x="1032" y="257"/>
                    </a:lnTo>
                    <a:lnTo>
                      <a:pt x="1036" y="248"/>
                    </a:lnTo>
                    <a:lnTo>
                      <a:pt x="1036" y="239"/>
                    </a:lnTo>
                    <a:lnTo>
                      <a:pt x="1034" y="227"/>
                    </a:lnTo>
                    <a:lnTo>
                      <a:pt x="1025" y="216"/>
                    </a:lnTo>
                    <a:lnTo>
                      <a:pt x="1010" y="204"/>
                    </a:lnTo>
                    <a:lnTo>
                      <a:pt x="671" y="3"/>
                    </a:lnTo>
                    <a:lnTo>
                      <a:pt x="670" y="3"/>
                    </a:lnTo>
                    <a:lnTo>
                      <a:pt x="668" y="1"/>
                    </a:lnTo>
                    <a:lnTo>
                      <a:pt x="664" y="0"/>
                    </a:lnTo>
                    <a:lnTo>
                      <a:pt x="659" y="0"/>
                    </a:lnTo>
                    <a:lnTo>
                      <a:pt x="654" y="0"/>
                    </a:lnTo>
                    <a:lnTo>
                      <a:pt x="646" y="1"/>
                    </a:lnTo>
                    <a:lnTo>
                      <a:pt x="638" y="4"/>
                    </a:lnTo>
                    <a:lnTo>
                      <a:pt x="628" y="9"/>
                    </a:lnTo>
                    <a:lnTo>
                      <a:pt x="22" y="403"/>
                    </a:lnTo>
                    <a:lnTo>
                      <a:pt x="17" y="408"/>
                    </a:lnTo>
                    <a:lnTo>
                      <a:pt x="9" y="418"/>
                    </a:lnTo>
                    <a:lnTo>
                      <a:pt x="0" y="432"/>
                    </a:lnTo>
                    <a:lnTo>
                      <a:pt x="2" y="446"/>
                    </a:lnTo>
                    <a:close/>
                  </a:path>
                </a:pathLst>
              </a:custGeom>
              <a:solidFill>
                <a:srgbClr val="EAEA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4" name="Freeform 538"/>
              <p:cNvSpPr>
                <a:spLocks/>
              </p:cNvSpPr>
              <p:nvPr/>
            </p:nvSpPr>
            <p:spPr bwMode="auto">
              <a:xfrm>
                <a:off x="810" y="1719"/>
                <a:ext cx="116" cy="78"/>
              </a:xfrm>
              <a:custGeom>
                <a:avLst/>
                <a:gdLst>
                  <a:gd name="T0" fmla="*/ 0 w 583"/>
                  <a:gd name="T1" fmla="*/ 0 h 388"/>
                  <a:gd name="T2" fmla="*/ 0 w 583"/>
                  <a:gd name="T3" fmla="*/ 0 h 388"/>
                  <a:gd name="T4" fmla="*/ 0 w 583"/>
                  <a:gd name="T5" fmla="*/ 0 h 388"/>
                  <a:gd name="T6" fmla="*/ 0 w 583"/>
                  <a:gd name="T7" fmla="*/ 0 h 388"/>
                  <a:gd name="T8" fmla="*/ 0 w 583"/>
                  <a:gd name="T9" fmla="*/ 0 h 3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3"/>
                  <a:gd name="T16" fmla="*/ 0 h 388"/>
                  <a:gd name="T17" fmla="*/ 583 w 583"/>
                  <a:gd name="T18" fmla="*/ 388 h 3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3" h="388">
                    <a:moveTo>
                      <a:pt x="0" y="383"/>
                    </a:moveTo>
                    <a:lnTo>
                      <a:pt x="2" y="388"/>
                    </a:lnTo>
                    <a:lnTo>
                      <a:pt x="583" y="5"/>
                    </a:lnTo>
                    <a:lnTo>
                      <a:pt x="579" y="0"/>
                    </a:lnTo>
                    <a:lnTo>
                      <a:pt x="0" y="38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5" name="Freeform 539"/>
              <p:cNvSpPr>
                <a:spLocks/>
              </p:cNvSpPr>
              <p:nvPr/>
            </p:nvSpPr>
            <p:spPr bwMode="auto">
              <a:xfrm>
                <a:off x="818" y="1724"/>
                <a:ext cx="117" cy="80"/>
              </a:xfrm>
              <a:custGeom>
                <a:avLst/>
                <a:gdLst>
                  <a:gd name="T0" fmla="*/ 0 w 585"/>
                  <a:gd name="T1" fmla="*/ 0 h 398"/>
                  <a:gd name="T2" fmla="*/ 0 w 585"/>
                  <a:gd name="T3" fmla="*/ 0 h 398"/>
                  <a:gd name="T4" fmla="*/ 0 w 585"/>
                  <a:gd name="T5" fmla="*/ 0 h 398"/>
                  <a:gd name="T6" fmla="*/ 0 w 585"/>
                  <a:gd name="T7" fmla="*/ 0 h 398"/>
                  <a:gd name="T8" fmla="*/ 0 w 585"/>
                  <a:gd name="T9" fmla="*/ 0 h 39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5"/>
                  <a:gd name="T16" fmla="*/ 0 h 398"/>
                  <a:gd name="T17" fmla="*/ 585 w 585"/>
                  <a:gd name="T18" fmla="*/ 398 h 39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5" h="398">
                    <a:moveTo>
                      <a:pt x="0" y="392"/>
                    </a:moveTo>
                    <a:lnTo>
                      <a:pt x="2" y="398"/>
                    </a:lnTo>
                    <a:lnTo>
                      <a:pt x="585" y="5"/>
                    </a:lnTo>
                    <a:lnTo>
                      <a:pt x="581" y="0"/>
                    </a:lnTo>
                    <a:lnTo>
                      <a:pt x="0" y="39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6" name="Freeform 540"/>
              <p:cNvSpPr>
                <a:spLocks/>
              </p:cNvSpPr>
              <p:nvPr/>
            </p:nvSpPr>
            <p:spPr bwMode="auto">
              <a:xfrm>
                <a:off x="827" y="1729"/>
                <a:ext cx="117" cy="82"/>
              </a:xfrm>
              <a:custGeom>
                <a:avLst/>
                <a:gdLst>
                  <a:gd name="T0" fmla="*/ 0 w 586"/>
                  <a:gd name="T1" fmla="*/ 0 h 409"/>
                  <a:gd name="T2" fmla="*/ 0 w 586"/>
                  <a:gd name="T3" fmla="*/ 0 h 409"/>
                  <a:gd name="T4" fmla="*/ 0 w 586"/>
                  <a:gd name="T5" fmla="*/ 0 h 409"/>
                  <a:gd name="T6" fmla="*/ 0 w 586"/>
                  <a:gd name="T7" fmla="*/ 0 h 409"/>
                  <a:gd name="T8" fmla="*/ 0 w 586"/>
                  <a:gd name="T9" fmla="*/ 0 h 40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6"/>
                  <a:gd name="T16" fmla="*/ 0 h 409"/>
                  <a:gd name="T17" fmla="*/ 586 w 586"/>
                  <a:gd name="T18" fmla="*/ 409 h 40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6" h="409">
                    <a:moveTo>
                      <a:pt x="0" y="403"/>
                    </a:moveTo>
                    <a:lnTo>
                      <a:pt x="2" y="409"/>
                    </a:lnTo>
                    <a:lnTo>
                      <a:pt x="586" y="5"/>
                    </a:lnTo>
                    <a:lnTo>
                      <a:pt x="584" y="0"/>
                    </a:lnTo>
                    <a:lnTo>
                      <a:pt x="0" y="40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7" name="Freeform 541"/>
              <p:cNvSpPr>
                <a:spLocks/>
              </p:cNvSpPr>
              <p:nvPr/>
            </p:nvSpPr>
            <p:spPr bwMode="auto">
              <a:xfrm>
                <a:off x="835" y="1734"/>
                <a:ext cx="118" cy="84"/>
              </a:xfrm>
              <a:custGeom>
                <a:avLst/>
                <a:gdLst>
                  <a:gd name="T0" fmla="*/ 0 w 589"/>
                  <a:gd name="T1" fmla="*/ 0 h 420"/>
                  <a:gd name="T2" fmla="*/ 0 w 589"/>
                  <a:gd name="T3" fmla="*/ 0 h 420"/>
                  <a:gd name="T4" fmla="*/ 0 w 589"/>
                  <a:gd name="T5" fmla="*/ 0 h 420"/>
                  <a:gd name="T6" fmla="*/ 0 w 589"/>
                  <a:gd name="T7" fmla="*/ 0 h 420"/>
                  <a:gd name="T8" fmla="*/ 0 w 589"/>
                  <a:gd name="T9" fmla="*/ 0 h 4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9"/>
                  <a:gd name="T16" fmla="*/ 0 h 420"/>
                  <a:gd name="T17" fmla="*/ 589 w 589"/>
                  <a:gd name="T18" fmla="*/ 420 h 4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9" h="420">
                    <a:moveTo>
                      <a:pt x="0" y="414"/>
                    </a:moveTo>
                    <a:lnTo>
                      <a:pt x="2" y="420"/>
                    </a:lnTo>
                    <a:lnTo>
                      <a:pt x="589" y="5"/>
                    </a:lnTo>
                    <a:lnTo>
                      <a:pt x="586" y="0"/>
                    </a:lnTo>
                    <a:lnTo>
                      <a:pt x="0" y="41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8" name="Freeform 542"/>
              <p:cNvSpPr>
                <a:spLocks/>
              </p:cNvSpPr>
              <p:nvPr/>
            </p:nvSpPr>
            <p:spPr bwMode="auto">
              <a:xfrm>
                <a:off x="844" y="1739"/>
                <a:ext cx="118" cy="87"/>
              </a:xfrm>
              <a:custGeom>
                <a:avLst/>
                <a:gdLst>
                  <a:gd name="T0" fmla="*/ 0 w 592"/>
                  <a:gd name="T1" fmla="*/ 0 h 432"/>
                  <a:gd name="T2" fmla="*/ 0 w 592"/>
                  <a:gd name="T3" fmla="*/ 0 h 432"/>
                  <a:gd name="T4" fmla="*/ 0 w 592"/>
                  <a:gd name="T5" fmla="*/ 0 h 432"/>
                  <a:gd name="T6" fmla="*/ 0 w 592"/>
                  <a:gd name="T7" fmla="*/ 0 h 432"/>
                  <a:gd name="T8" fmla="*/ 0 w 592"/>
                  <a:gd name="T9" fmla="*/ 0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92"/>
                  <a:gd name="T16" fmla="*/ 0 h 432"/>
                  <a:gd name="T17" fmla="*/ 592 w 592"/>
                  <a:gd name="T18" fmla="*/ 432 h 4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92" h="432">
                    <a:moveTo>
                      <a:pt x="0" y="427"/>
                    </a:moveTo>
                    <a:lnTo>
                      <a:pt x="2" y="432"/>
                    </a:lnTo>
                    <a:lnTo>
                      <a:pt x="592" y="5"/>
                    </a:lnTo>
                    <a:lnTo>
                      <a:pt x="588" y="0"/>
                    </a:lnTo>
                    <a:lnTo>
                      <a:pt x="0" y="42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9" name="Freeform 543"/>
              <p:cNvSpPr>
                <a:spLocks/>
              </p:cNvSpPr>
              <p:nvPr/>
            </p:nvSpPr>
            <p:spPr bwMode="auto">
              <a:xfrm>
                <a:off x="853" y="1745"/>
                <a:ext cx="119" cy="88"/>
              </a:xfrm>
              <a:custGeom>
                <a:avLst/>
                <a:gdLst>
                  <a:gd name="T0" fmla="*/ 0 w 593"/>
                  <a:gd name="T1" fmla="*/ 0 h 443"/>
                  <a:gd name="T2" fmla="*/ 0 w 593"/>
                  <a:gd name="T3" fmla="*/ 0 h 443"/>
                  <a:gd name="T4" fmla="*/ 0 w 593"/>
                  <a:gd name="T5" fmla="*/ 0 h 443"/>
                  <a:gd name="T6" fmla="*/ 0 w 593"/>
                  <a:gd name="T7" fmla="*/ 0 h 443"/>
                  <a:gd name="T8" fmla="*/ 0 w 593"/>
                  <a:gd name="T9" fmla="*/ 0 h 4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93"/>
                  <a:gd name="T16" fmla="*/ 0 h 443"/>
                  <a:gd name="T17" fmla="*/ 593 w 593"/>
                  <a:gd name="T18" fmla="*/ 443 h 4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93" h="443">
                    <a:moveTo>
                      <a:pt x="0" y="438"/>
                    </a:moveTo>
                    <a:lnTo>
                      <a:pt x="2" y="443"/>
                    </a:lnTo>
                    <a:lnTo>
                      <a:pt x="593" y="6"/>
                    </a:lnTo>
                    <a:lnTo>
                      <a:pt x="590" y="0"/>
                    </a:lnTo>
                    <a:lnTo>
                      <a:pt x="0" y="43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0" name="Freeform 544"/>
              <p:cNvSpPr>
                <a:spLocks/>
              </p:cNvSpPr>
              <p:nvPr/>
            </p:nvSpPr>
            <p:spPr bwMode="auto">
              <a:xfrm>
                <a:off x="862" y="1750"/>
                <a:ext cx="119" cy="91"/>
              </a:xfrm>
              <a:custGeom>
                <a:avLst/>
                <a:gdLst>
                  <a:gd name="T0" fmla="*/ 0 w 596"/>
                  <a:gd name="T1" fmla="*/ 0 h 456"/>
                  <a:gd name="T2" fmla="*/ 0 w 596"/>
                  <a:gd name="T3" fmla="*/ 0 h 456"/>
                  <a:gd name="T4" fmla="*/ 0 w 596"/>
                  <a:gd name="T5" fmla="*/ 0 h 456"/>
                  <a:gd name="T6" fmla="*/ 0 w 596"/>
                  <a:gd name="T7" fmla="*/ 0 h 456"/>
                  <a:gd name="T8" fmla="*/ 0 w 596"/>
                  <a:gd name="T9" fmla="*/ 0 h 4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96"/>
                  <a:gd name="T16" fmla="*/ 0 h 456"/>
                  <a:gd name="T17" fmla="*/ 596 w 596"/>
                  <a:gd name="T18" fmla="*/ 456 h 4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96" h="456">
                    <a:moveTo>
                      <a:pt x="0" y="450"/>
                    </a:moveTo>
                    <a:lnTo>
                      <a:pt x="4" y="456"/>
                    </a:lnTo>
                    <a:lnTo>
                      <a:pt x="596" y="6"/>
                    </a:lnTo>
                    <a:lnTo>
                      <a:pt x="593" y="0"/>
                    </a:lnTo>
                    <a:lnTo>
                      <a:pt x="0" y="45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1" name="Freeform 545"/>
              <p:cNvSpPr>
                <a:spLocks/>
              </p:cNvSpPr>
              <p:nvPr/>
            </p:nvSpPr>
            <p:spPr bwMode="auto">
              <a:xfrm>
                <a:off x="827" y="1698"/>
                <a:ext cx="46" cy="21"/>
              </a:xfrm>
              <a:custGeom>
                <a:avLst/>
                <a:gdLst>
                  <a:gd name="T0" fmla="*/ 0 w 230"/>
                  <a:gd name="T1" fmla="*/ 0 h 104"/>
                  <a:gd name="T2" fmla="*/ 0 w 230"/>
                  <a:gd name="T3" fmla="*/ 0 h 104"/>
                  <a:gd name="T4" fmla="*/ 0 w 230"/>
                  <a:gd name="T5" fmla="*/ 0 h 104"/>
                  <a:gd name="T6" fmla="*/ 0 w 230"/>
                  <a:gd name="T7" fmla="*/ 0 h 104"/>
                  <a:gd name="T8" fmla="*/ 0 w 230"/>
                  <a:gd name="T9" fmla="*/ 0 h 104"/>
                  <a:gd name="T10" fmla="*/ 0 w 230"/>
                  <a:gd name="T11" fmla="*/ 0 h 104"/>
                  <a:gd name="T12" fmla="*/ 0 w 230"/>
                  <a:gd name="T13" fmla="*/ 0 h 1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30"/>
                  <a:gd name="T22" fmla="*/ 0 h 104"/>
                  <a:gd name="T23" fmla="*/ 230 w 230"/>
                  <a:gd name="T24" fmla="*/ 104 h 1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30" h="104">
                    <a:moveTo>
                      <a:pt x="0" y="54"/>
                    </a:moveTo>
                    <a:lnTo>
                      <a:pt x="93" y="0"/>
                    </a:lnTo>
                    <a:lnTo>
                      <a:pt x="230" y="103"/>
                    </a:lnTo>
                    <a:lnTo>
                      <a:pt x="225" y="104"/>
                    </a:lnTo>
                    <a:lnTo>
                      <a:pt x="93" y="5"/>
                    </a:lnTo>
                    <a:lnTo>
                      <a:pt x="5" y="56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2" name="Freeform 546"/>
              <p:cNvSpPr>
                <a:spLocks/>
              </p:cNvSpPr>
              <p:nvPr/>
            </p:nvSpPr>
            <p:spPr bwMode="auto">
              <a:xfrm>
                <a:off x="772" y="1718"/>
                <a:ext cx="116" cy="47"/>
              </a:xfrm>
              <a:custGeom>
                <a:avLst/>
                <a:gdLst>
                  <a:gd name="T0" fmla="*/ 0 w 578"/>
                  <a:gd name="T1" fmla="*/ 0 h 234"/>
                  <a:gd name="T2" fmla="*/ 0 w 578"/>
                  <a:gd name="T3" fmla="*/ 0 h 234"/>
                  <a:gd name="T4" fmla="*/ 0 w 578"/>
                  <a:gd name="T5" fmla="*/ 0 h 234"/>
                  <a:gd name="T6" fmla="*/ 0 w 578"/>
                  <a:gd name="T7" fmla="*/ 0 h 234"/>
                  <a:gd name="T8" fmla="*/ 0 w 578"/>
                  <a:gd name="T9" fmla="*/ 0 h 234"/>
                  <a:gd name="T10" fmla="*/ 0 w 578"/>
                  <a:gd name="T11" fmla="*/ 0 h 234"/>
                  <a:gd name="T12" fmla="*/ 0 w 578"/>
                  <a:gd name="T13" fmla="*/ 0 h 234"/>
                  <a:gd name="T14" fmla="*/ 0 w 578"/>
                  <a:gd name="T15" fmla="*/ 0 h 234"/>
                  <a:gd name="T16" fmla="*/ 0 w 578"/>
                  <a:gd name="T17" fmla="*/ 0 h 234"/>
                  <a:gd name="T18" fmla="*/ 0 w 578"/>
                  <a:gd name="T19" fmla="*/ 0 h 234"/>
                  <a:gd name="T20" fmla="*/ 0 w 578"/>
                  <a:gd name="T21" fmla="*/ 0 h 234"/>
                  <a:gd name="T22" fmla="*/ 0 w 578"/>
                  <a:gd name="T23" fmla="*/ 0 h 234"/>
                  <a:gd name="T24" fmla="*/ 0 w 578"/>
                  <a:gd name="T25" fmla="*/ 0 h 234"/>
                  <a:gd name="T26" fmla="*/ 0 w 578"/>
                  <a:gd name="T27" fmla="*/ 0 h 234"/>
                  <a:gd name="T28" fmla="*/ 0 w 578"/>
                  <a:gd name="T29" fmla="*/ 0 h 234"/>
                  <a:gd name="T30" fmla="*/ 0 w 578"/>
                  <a:gd name="T31" fmla="*/ 0 h 234"/>
                  <a:gd name="T32" fmla="*/ 0 w 578"/>
                  <a:gd name="T33" fmla="*/ 0 h 234"/>
                  <a:gd name="T34" fmla="*/ 0 w 578"/>
                  <a:gd name="T35" fmla="*/ 0 h 234"/>
                  <a:gd name="T36" fmla="*/ 0 w 578"/>
                  <a:gd name="T37" fmla="*/ 0 h 234"/>
                  <a:gd name="T38" fmla="*/ 0 w 578"/>
                  <a:gd name="T39" fmla="*/ 0 h 234"/>
                  <a:gd name="T40" fmla="*/ 0 w 578"/>
                  <a:gd name="T41" fmla="*/ 0 h 234"/>
                  <a:gd name="T42" fmla="*/ 0 w 578"/>
                  <a:gd name="T43" fmla="*/ 0 h 234"/>
                  <a:gd name="T44" fmla="*/ 0 w 578"/>
                  <a:gd name="T45" fmla="*/ 0 h 234"/>
                  <a:gd name="T46" fmla="*/ 0 w 578"/>
                  <a:gd name="T47" fmla="*/ 0 h 234"/>
                  <a:gd name="T48" fmla="*/ 0 w 578"/>
                  <a:gd name="T49" fmla="*/ 0 h 234"/>
                  <a:gd name="T50" fmla="*/ 0 w 578"/>
                  <a:gd name="T51" fmla="*/ 0 h 234"/>
                  <a:gd name="T52" fmla="*/ 0 w 578"/>
                  <a:gd name="T53" fmla="*/ 0 h 234"/>
                  <a:gd name="T54" fmla="*/ 0 w 578"/>
                  <a:gd name="T55" fmla="*/ 0 h 234"/>
                  <a:gd name="T56" fmla="*/ 0 w 578"/>
                  <a:gd name="T57" fmla="*/ 0 h 234"/>
                  <a:gd name="T58" fmla="*/ 0 w 578"/>
                  <a:gd name="T59" fmla="*/ 0 h 234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578"/>
                  <a:gd name="T91" fmla="*/ 0 h 234"/>
                  <a:gd name="T92" fmla="*/ 578 w 578"/>
                  <a:gd name="T93" fmla="*/ 234 h 234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578" h="234">
                    <a:moveTo>
                      <a:pt x="0" y="72"/>
                    </a:moveTo>
                    <a:lnTo>
                      <a:pt x="165" y="224"/>
                    </a:lnTo>
                    <a:lnTo>
                      <a:pt x="166" y="225"/>
                    </a:lnTo>
                    <a:lnTo>
                      <a:pt x="171" y="228"/>
                    </a:lnTo>
                    <a:lnTo>
                      <a:pt x="177" y="230"/>
                    </a:lnTo>
                    <a:lnTo>
                      <a:pt x="186" y="233"/>
                    </a:lnTo>
                    <a:lnTo>
                      <a:pt x="197" y="234"/>
                    </a:lnTo>
                    <a:lnTo>
                      <a:pt x="210" y="234"/>
                    </a:lnTo>
                    <a:lnTo>
                      <a:pt x="223" y="233"/>
                    </a:lnTo>
                    <a:lnTo>
                      <a:pt x="239" y="227"/>
                    </a:lnTo>
                    <a:lnTo>
                      <a:pt x="566" y="18"/>
                    </a:lnTo>
                    <a:lnTo>
                      <a:pt x="569" y="17"/>
                    </a:lnTo>
                    <a:lnTo>
                      <a:pt x="572" y="12"/>
                    </a:lnTo>
                    <a:lnTo>
                      <a:pt x="576" y="6"/>
                    </a:lnTo>
                    <a:lnTo>
                      <a:pt x="578" y="0"/>
                    </a:lnTo>
                    <a:lnTo>
                      <a:pt x="577" y="2"/>
                    </a:lnTo>
                    <a:lnTo>
                      <a:pt x="572" y="7"/>
                    </a:lnTo>
                    <a:lnTo>
                      <a:pt x="567" y="12"/>
                    </a:lnTo>
                    <a:lnTo>
                      <a:pt x="561" y="16"/>
                    </a:lnTo>
                    <a:lnTo>
                      <a:pt x="237" y="222"/>
                    </a:lnTo>
                    <a:lnTo>
                      <a:pt x="235" y="223"/>
                    </a:lnTo>
                    <a:lnTo>
                      <a:pt x="230" y="224"/>
                    </a:lnTo>
                    <a:lnTo>
                      <a:pt x="223" y="227"/>
                    </a:lnTo>
                    <a:lnTo>
                      <a:pt x="213" y="228"/>
                    </a:lnTo>
                    <a:lnTo>
                      <a:pt x="202" y="229"/>
                    </a:lnTo>
                    <a:lnTo>
                      <a:pt x="190" y="229"/>
                    </a:lnTo>
                    <a:lnTo>
                      <a:pt x="178" y="227"/>
                    </a:lnTo>
                    <a:lnTo>
                      <a:pt x="167" y="221"/>
                    </a:lnTo>
                    <a:lnTo>
                      <a:pt x="6" y="69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3" name="Freeform 547"/>
              <p:cNvSpPr>
                <a:spLocks/>
              </p:cNvSpPr>
              <p:nvPr/>
            </p:nvSpPr>
            <p:spPr bwMode="auto">
              <a:xfrm>
                <a:off x="833" y="1856"/>
                <a:ext cx="15" cy="12"/>
              </a:xfrm>
              <a:custGeom>
                <a:avLst/>
                <a:gdLst>
                  <a:gd name="T0" fmla="*/ 0 w 78"/>
                  <a:gd name="T1" fmla="*/ 0 h 60"/>
                  <a:gd name="T2" fmla="*/ 0 w 78"/>
                  <a:gd name="T3" fmla="*/ 0 h 60"/>
                  <a:gd name="T4" fmla="*/ 0 w 78"/>
                  <a:gd name="T5" fmla="*/ 0 h 60"/>
                  <a:gd name="T6" fmla="*/ 0 w 78"/>
                  <a:gd name="T7" fmla="*/ 0 h 60"/>
                  <a:gd name="T8" fmla="*/ 0 w 78"/>
                  <a:gd name="T9" fmla="*/ 0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60"/>
                  <a:gd name="T17" fmla="*/ 78 w 78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60">
                    <a:moveTo>
                      <a:pt x="0" y="30"/>
                    </a:moveTo>
                    <a:lnTo>
                      <a:pt x="28" y="60"/>
                    </a:lnTo>
                    <a:lnTo>
                      <a:pt x="78" y="28"/>
                    </a:lnTo>
                    <a:lnTo>
                      <a:pt x="47" y="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2B0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4" name="Freeform 548"/>
              <p:cNvSpPr>
                <a:spLocks/>
              </p:cNvSpPr>
              <p:nvPr/>
            </p:nvSpPr>
            <p:spPr bwMode="auto">
              <a:xfrm>
                <a:off x="728" y="1756"/>
                <a:ext cx="125" cy="133"/>
              </a:xfrm>
              <a:custGeom>
                <a:avLst/>
                <a:gdLst>
                  <a:gd name="T0" fmla="*/ 0 w 625"/>
                  <a:gd name="T1" fmla="*/ 0 h 667"/>
                  <a:gd name="T2" fmla="*/ 0 w 625"/>
                  <a:gd name="T3" fmla="*/ 0 h 667"/>
                  <a:gd name="T4" fmla="*/ 0 w 625"/>
                  <a:gd name="T5" fmla="*/ 0 h 667"/>
                  <a:gd name="T6" fmla="*/ 0 w 625"/>
                  <a:gd name="T7" fmla="*/ 0 h 667"/>
                  <a:gd name="T8" fmla="*/ 0 w 625"/>
                  <a:gd name="T9" fmla="*/ 0 h 667"/>
                  <a:gd name="T10" fmla="*/ 0 w 625"/>
                  <a:gd name="T11" fmla="*/ 0 h 667"/>
                  <a:gd name="T12" fmla="*/ 0 w 625"/>
                  <a:gd name="T13" fmla="*/ 0 h 667"/>
                  <a:gd name="T14" fmla="*/ 0 w 625"/>
                  <a:gd name="T15" fmla="*/ 0 h 667"/>
                  <a:gd name="T16" fmla="*/ 0 w 625"/>
                  <a:gd name="T17" fmla="*/ 0 h 667"/>
                  <a:gd name="T18" fmla="*/ 0 w 625"/>
                  <a:gd name="T19" fmla="*/ 0 h 667"/>
                  <a:gd name="T20" fmla="*/ 0 w 625"/>
                  <a:gd name="T21" fmla="*/ 0 h 667"/>
                  <a:gd name="T22" fmla="*/ 0 w 625"/>
                  <a:gd name="T23" fmla="*/ 0 h 667"/>
                  <a:gd name="T24" fmla="*/ 0 w 625"/>
                  <a:gd name="T25" fmla="*/ 0 h 667"/>
                  <a:gd name="T26" fmla="*/ 0 w 625"/>
                  <a:gd name="T27" fmla="*/ 0 h 667"/>
                  <a:gd name="T28" fmla="*/ 0 w 625"/>
                  <a:gd name="T29" fmla="*/ 0 h 667"/>
                  <a:gd name="T30" fmla="*/ 0 w 625"/>
                  <a:gd name="T31" fmla="*/ 0 h 667"/>
                  <a:gd name="T32" fmla="*/ 0 w 625"/>
                  <a:gd name="T33" fmla="*/ 0 h 667"/>
                  <a:gd name="T34" fmla="*/ 0 w 625"/>
                  <a:gd name="T35" fmla="*/ 0 h 667"/>
                  <a:gd name="T36" fmla="*/ 0 w 625"/>
                  <a:gd name="T37" fmla="*/ 0 h 667"/>
                  <a:gd name="T38" fmla="*/ 0 w 625"/>
                  <a:gd name="T39" fmla="*/ 0 h 667"/>
                  <a:gd name="T40" fmla="*/ 0 w 625"/>
                  <a:gd name="T41" fmla="*/ 0 h 667"/>
                  <a:gd name="T42" fmla="*/ 0 w 625"/>
                  <a:gd name="T43" fmla="*/ 0 h 66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25"/>
                  <a:gd name="T67" fmla="*/ 0 h 667"/>
                  <a:gd name="T68" fmla="*/ 625 w 625"/>
                  <a:gd name="T69" fmla="*/ 667 h 667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25" h="667">
                    <a:moveTo>
                      <a:pt x="3" y="0"/>
                    </a:moveTo>
                    <a:lnTo>
                      <a:pt x="585" y="613"/>
                    </a:lnTo>
                    <a:lnTo>
                      <a:pt x="587" y="613"/>
                    </a:lnTo>
                    <a:lnTo>
                      <a:pt x="589" y="615"/>
                    </a:lnTo>
                    <a:lnTo>
                      <a:pt x="594" y="616"/>
                    </a:lnTo>
                    <a:lnTo>
                      <a:pt x="599" y="619"/>
                    </a:lnTo>
                    <a:lnTo>
                      <a:pt x="605" y="620"/>
                    </a:lnTo>
                    <a:lnTo>
                      <a:pt x="612" y="619"/>
                    </a:lnTo>
                    <a:lnTo>
                      <a:pt x="619" y="617"/>
                    </a:lnTo>
                    <a:lnTo>
                      <a:pt x="625" y="614"/>
                    </a:lnTo>
                    <a:lnTo>
                      <a:pt x="616" y="663"/>
                    </a:lnTo>
                    <a:lnTo>
                      <a:pt x="615" y="663"/>
                    </a:lnTo>
                    <a:lnTo>
                      <a:pt x="613" y="664"/>
                    </a:lnTo>
                    <a:lnTo>
                      <a:pt x="609" y="666"/>
                    </a:lnTo>
                    <a:lnTo>
                      <a:pt x="603" y="666"/>
                    </a:lnTo>
                    <a:lnTo>
                      <a:pt x="597" y="667"/>
                    </a:lnTo>
                    <a:lnTo>
                      <a:pt x="590" y="666"/>
                    </a:lnTo>
                    <a:lnTo>
                      <a:pt x="583" y="665"/>
                    </a:lnTo>
                    <a:lnTo>
                      <a:pt x="575" y="660"/>
                    </a:lnTo>
                    <a:lnTo>
                      <a:pt x="582" y="625"/>
                    </a:lnTo>
                    <a:lnTo>
                      <a:pt x="0" y="8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F984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5" name="Freeform 549"/>
              <p:cNvSpPr>
                <a:spLocks/>
              </p:cNvSpPr>
              <p:nvPr/>
            </p:nvSpPr>
            <p:spPr bwMode="auto">
              <a:xfrm>
                <a:off x="842" y="1857"/>
                <a:ext cx="4" cy="5"/>
              </a:xfrm>
              <a:custGeom>
                <a:avLst/>
                <a:gdLst>
                  <a:gd name="T0" fmla="*/ 0 w 23"/>
                  <a:gd name="T1" fmla="*/ 0 h 25"/>
                  <a:gd name="T2" fmla="*/ 0 w 23"/>
                  <a:gd name="T3" fmla="*/ 0 h 25"/>
                  <a:gd name="T4" fmla="*/ 0 w 23"/>
                  <a:gd name="T5" fmla="*/ 0 h 25"/>
                  <a:gd name="T6" fmla="*/ 0 w 23"/>
                  <a:gd name="T7" fmla="*/ 0 h 25"/>
                  <a:gd name="T8" fmla="*/ 0 w 23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"/>
                  <a:gd name="T16" fmla="*/ 0 h 25"/>
                  <a:gd name="T17" fmla="*/ 23 w 23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" h="25">
                    <a:moveTo>
                      <a:pt x="0" y="0"/>
                    </a:moveTo>
                    <a:lnTo>
                      <a:pt x="0" y="15"/>
                    </a:lnTo>
                    <a:lnTo>
                      <a:pt x="15" y="25"/>
                    </a:lnTo>
                    <a:lnTo>
                      <a:pt x="23" y="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6" name="Freeform 550"/>
              <p:cNvSpPr>
                <a:spLocks/>
              </p:cNvSpPr>
              <p:nvPr/>
            </p:nvSpPr>
            <p:spPr bwMode="auto">
              <a:xfrm>
                <a:off x="774" y="1731"/>
                <a:ext cx="45" cy="33"/>
              </a:xfrm>
              <a:custGeom>
                <a:avLst/>
                <a:gdLst>
                  <a:gd name="T0" fmla="*/ 0 w 228"/>
                  <a:gd name="T1" fmla="*/ 0 h 164"/>
                  <a:gd name="T2" fmla="*/ 0 w 228"/>
                  <a:gd name="T3" fmla="*/ 0 h 164"/>
                  <a:gd name="T4" fmla="*/ 0 w 228"/>
                  <a:gd name="T5" fmla="*/ 0 h 164"/>
                  <a:gd name="T6" fmla="*/ 0 w 228"/>
                  <a:gd name="T7" fmla="*/ 0 h 164"/>
                  <a:gd name="T8" fmla="*/ 0 w 228"/>
                  <a:gd name="T9" fmla="*/ 0 h 164"/>
                  <a:gd name="T10" fmla="*/ 0 w 228"/>
                  <a:gd name="T11" fmla="*/ 0 h 164"/>
                  <a:gd name="T12" fmla="*/ 0 w 228"/>
                  <a:gd name="T13" fmla="*/ 0 h 164"/>
                  <a:gd name="T14" fmla="*/ 0 w 228"/>
                  <a:gd name="T15" fmla="*/ 0 h 164"/>
                  <a:gd name="T16" fmla="*/ 0 w 228"/>
                  <a:gd name="T17" fmla="*/ 0 h 164"/>
                  <a:gd name="T18" fmla="*/ 0 w 228"/>
                  <a:gd name="T19" fmla="*/ 0 h 164"/>
                  <a:gd name="T20" fmla="*/ 0 w 228"/>
                  <a:gd name="T21" fmla="*/ 0 h 164"/>
                  <a:gd name="T22" fmla="*/ 0 w 228"/>
                  <a:gd name="T23" fmla="*/ 0 h 164"/>
                  <a:gd name="T24" fmla="*/ 0 w 228"/>
                  <a:gd name="T25" fmla="*/ 0 h 164"/>
                  <a:gd name="T26" fmla="*/ 0 w 228"/>
                  <a:gd name="T27" fmla="*/ 0 h 164"/>
                  <a:gd name="T28" fmla="*/ 0 w 228"/>
                  <a:gd name="T29" fmla="*/ 0 h 164"/>
                  <a:gd name="T30" fmla="*/ 0 w 228"/>
                  <a:gd name="T31" fmla="*/ 0 h 164"/>
                  <a:gd name="T32" fmla="*/ 0 w 228"/>
                  <a:gd name="T33" fmla="*/ 0 h 164"/>
                  <a:gd name="T34" fmla="*/ 0 w 228"/>
                  <a:gd name="T35" fmla="*/ 0 h 164"/>
                  <a:gd name="T36" fmla="*/ 0 w 228"/>
                  <a:gd name="T37" fmla="*/ 0 h 164"/>
                  <a:gd name="T38" fmla="*/ 0 w 228"/>
                  <a:gd name="T39" fmla="*/ 0 h 16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28"/>
                  <a:gd name="T61" fmla="*/ 0 h 164"/>
                  <a:gd name="T62" fmla="*/ 228 w 228"/>
                  <a:gd name="T63" fmla="*/ 164 h 16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28" h="164">
                    <a:moveTo>
                      <a:pt x="6" y="0"/>
                    </a:moveTo>
                    <a:lnTo>
                      <a:pt x="168" y="151"/>
                    </a:lnTo>
                    <a:lnTo>
                      <a:pt x="170" y="152"/>
                    </a:lnTo>
                    <a:lnTo>
                      <a:pt x="172" y="153"/>
                    </a:lnTo>
                    <a:lnTo>
                      <a:pt x="175" y="155"/>
                    </a:lnTo>
                    <a:lnTo>
                      <a:pt x="181" y="157"/>
                    </a:lnTo>
                    <a:lnTo>
                      <a:pt x="190" y="159"/>
                    </a:lnTo>
                    <a:lnTo>
                      <a:pt x="201" y="159"/>
                    </a:lnTo>
                    <a:lnTo>
                      <a:pt x="212" y="157"/>
                    </a:lnTo>
                    <a:lnTo>
                      <a:pt x="228" y="153"/>
                    </a:lnTo>
                    <a:lnTo>
                      <a:pt x="227" y="154"/>
                    </a:lnTo>
                    <a:lnTo>
                      <a:pt x="223" y="157"/>
                    </a:lnTo>
                    <a:lnTo>
                      <a:pt x="216" y="159"/>
                    </a:lnTo>
                    <a:lnTo>
                      <a:pt x="209" y="161"/>
                    </a:lnTo>
                    <a:lnTo>
                      <a:pt x="199" y="164"/>
                    </a:lnTo>
                    <a:lnTo>
                      <a:pt x="189" y="163"/>
                    </a:lnTo>
                    <a:lnTo>
                      <a:pt x="177" y="160"/>
                    </a:lnTo>
                    <a:lnTo>
                      <a:pt x="165" y="154"/>
                    </a:lnTo>
                    <a:lnTo>
                      <a:pt x="0" y="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E8E0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7" name="Freeform 551"/>
              <p:cNvSpPr>
                <a:spLocks/>
              </p:cNvSpPr>
              <p:nvPr/>
            </p:nvSpPr>
            <p:spPr bwMode="auto">
              <a:xfrm>
                <a:off x="847" y="1697"/>
                <a:ext cx="27" cy="21"/>
              </a:xfrm>
              <a:custGeom>
                <a:avLst/>
                <a:gdLst>
                  <a:gd name="T0" fmla="*/ 0 w 138"/>
                  <a:gd name="T1" fmla="*/ 0 h 103"/>
                  <a:gd name="T2" fmla="*/ 0 w 138"/>
                  <a:gd name="T3" fmla="*/ 0 h 103"/>
                  <a:gd name="T4" fmla="*/ 0 w 138"/>
                  <a:gd name="T5" fmla="*/ 0 h 103"/>
                  <a:gd name="T6" fmla="*/ 0 w 138"/>
                  <a:gd name="T7" fmla="*/ 0 h 103"/>
                  <a:gd name="T8" fmla="*/ 0 w 138"/>
                  <a:gd name="T9" fmla="*/ 0 h 1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8"/>
                  <a:gd name="T16" fmla="*/ 0 h 103"/>
                  <a:gd name="T17" fmla="*/ 138 w 138"/>
                  <a:gd name="T18" fmla="*/ 103 h 1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8" h="103">
                    <a:moveTo>
                      <a:pt x="0" y="1"/>
                    </a:moveTo>
                    <a:lnTo>
                      <a:pt x="133" y="103"/>
                    </a:lnTo>
                    <a:lnTo>
                      <a:pt x="138" y="100"/>
                    </a:lnTo>
                    <a:lnTo>
                      <a:pt x="6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8E0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8" name="Freeform 552"/>
              <p:cNvSpPr>
                <a:spLocks/>
              </p:cNvSpPr>
              <p:nvPr/>
            </p:nvSpPr>
            <p:spPr bwMode="auto">
              <a:xfrm>
                <a:off x="788" y="1714"/>
                <a:ext cx="16" cy="37"/>
              </a:xfrm>
              <a:custGeom>
                <a:avLst/>
                <a:gdLst>
                  <a:gd name="T0" fmla="*/ 0 w 78"/>
                  <a:gd name="T1" fmla="*/ 0 h 185"/>
                  <a:gd name="T2" fmla="*/ 0 w 78"/>
                  <a:gd name="T3" fmla="*/ 0 h 185"/>
                  <a:gd name="T4" fmla="*/ 0 w 78"/>
                  <a:gd name="T5" fmla="*/ 0 h 185"/>
                  <a:gd name="T6" fmla="*/ 0 w 78"/>
                  <a:gd name="T7" fmla="*/ 0 h 185"/>
                  <a:gd name="T8" fmla="*/ 0 w 78"/>
                  <a:gd name="T9" fmla="*/ 0 h 18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185"/>
                  <a:gd name="T17" fmla="*/ 78 w 78"/>
                  <a:gd name="T18" fmla="*/ 185 h 18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185">
                    <a:moveTo>
                      <a:pt x="8" y="44"/>
                    </a:moveTo>
                    <a:lnTo>
                      <a:pt x="0" y="131"/>
                    </a:lnTo>
                    <a:lnTo>
                      <a:pt x="58" y="185"/>
                    </a:lnTo>
                    <a:lnTo>
                      <a:pt x="78" y="0"/>
                    </a:lnTo>
                    <a:lnTo>
                      <a:pt x="8" y="44"/>
                    </a:lnTo>
                    <a:close/>
                  </a:path>
                </a:pathLst>
              </a:custGeom>
              <a:solidFill>
                <a:srgbClr val="AF969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9" name="Freeform 553"/>
              <p:cNvSpPr>
                <a:spLocks/>
              </p:cNvSpPr>
              <p:nvPr/>
            </p:nvSpPr>
            <p:spPr bwMode="auto">
              <a:xfrm>
                <a:off x="803" y="1710"/>
                <a:ext cx="10" cy="50"/>
              </a:xfrm>
              <a:custGeom>
                <a:avLst/>
                <a:gdLst>
                  <a:gd name="T0" fmla="*/ 0 w 48"/>
                  <a:gd name="T1" fmla="*/ 0 h 252"/>
                  <a:gd name="T2" fmla="*/ 0 w 48"/>
                  <a:gd name="T3" fmla="*/ 0 h 252"/>
                  <a:gd name="T4" fmla="*/ 0 w 48"/>
                  <a:gd name="T5" fmla="*/ 0 h 252"/>
                  <a:gd name="T6" fmla="*/ 0 w 48"/>
                  <a:gd name="T7" fmla="*/ 0 h 252"/>
                  <a:gd name="T8" fmla="*/ 0 w 48"/>
                  <a:gd name="T9" fmla="*/ 0 h 2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252"/>
                  <a:gd name="T17" fmla="*/ 48 w 48"/>
                  <a:gd name="T18" fmla="*/ 252 h 2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252">
                    <a:moveTo>
                      <a:pt x="19" y="18"/>
                    </a:moveTo>
                    <a:lnTo>
                      <a:pt x="0" y="223"/>
                    </a:lnTo>
                    <a:lnTo>
                      <a:pt x="26" y="252"/>
                    </a:lnTo>
                    <a:lnTo>
                      <a:pt x="48" y="0"/>
                    </a:lnTo>
                    <a:lnTo>
                      <a:pt x="19" y="18"/>
                    </a:lnTo>
                    <a:close/>
                  </a:path>
                </a:pathLst>
              </a:custGeom>
              <a:solidFill>
                <a:srgbClr val="BFAA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0" name="Freeform 554"/>
              <p:cNvSpPr>
                <a:spLocks/>
              </p:cNvSpPr>
              <p:nvPr/>
            </p:nvSpPr>
            <p:spPr bwMode="auto">
              <a:xfrm>
                <a:off x="743" y="1762"/>
                <a:ext cx="10" cy="11"/>
              </a:xfrm>
              <a:custGeom>
                <a:avLst/>
                <a:gdLst>
                  <a:gd name="T0" fmla="*/ 0 w 50"/>
                  <a:gd name="T1" fmla="*/ 0 h 55"/>
                  <a:gd name="T2" fmla="*/ 0 w 50"/>
                  <a:gd name="T3" fmla="*/ 0 h 55"/>
                  <a:gd name="T4" fmla="*/ 0 w 50"/>
                  <a:gd name="T5" fmla="*/ 0 h 55"/>
                  <a:gd name="T6" fmla="*/ 0 w 50"/>
                  <a:gd name="T7" fmla="*/ 0 h 55"/>
                  <a:gd name="T8" fmla="*/ 0 w 50"/>
                  <a:gd name="T9" fmla="*/ 0 h 55"/>
                  <a:gd name="T10" fmla="*/ 0 w 50"/>
                  <a:gd name="T11" fmla="*/ 0 h 55"/>
                  <a:gd name="T12" fmla="*/ 0 w 50"/>
                  <a:gd name="T13" fmla="*/ 0 h 55"/>
                  <a:gd name="T14" fmla="*/ 0 w 50"/>
                  <a:gd name="T15" fmla="*/ 0 h 5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0"/>
                  <a:gd name="T25" fmla="*/ 0 h 55"/>
                  <a:gd name="T26" fmla="*/ 50 w 50"/>
                  <a:gd name="T27" fmla="*/ 55 h 55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0" h="55">
                    <a:moveTo>
                      <a:pt x="0" y="0"/>
                    </a:moveTo>
                    <a:lnTo>
                      <a:pt x="37" y="15"/>
                    </a:lnTo>
                    <a:lnTo>
                      <a:pt x="30" y="19"/>
                    </a:lnTo>
                    <a:lnTo>
                      <a:pt x="50" y="42"/>
                    </a:lnTo>
                    <a:lnTo>
                      <a:pt x="33" y="55"/>
                    </a:lnTo>
                    <a:lnTo>
                      <a:pt x="14" y="32"/>
                    </a:lnTo>
                    <a:lnTo>
                      <a:pt x="8" y="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549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1" name="Freeform 555"/>
              <p:cNvSpPr>
                <a:spLocks/>
              </p:cNvSpPr>
              <p:nvPr/>
            </p:nvSpPr>
            <p:spPr bwMode="auto">
              <a:xfrm>
                <a:off x="743" y="1762"/>
                <a:ext cx="7" cy="3"/>
              </a:xfrm>
              <a:custGeom>
                <a:avLst/>
                <a:gdLst>
                  <a:gd name="T0" fmla="*/ 0 w 37"/>
                  <a:gd name="T1" fmla="*/ 0 h 16"/>
                  <a:gd name="T2" fmla="*/ 0 w 37"/>
                  <a:gd name="T3" fmla="*/ 0 h 16"/>
                  <a:gd name="T4" fmla="*/ 0 w 37"/>
                  <a:gd name="T5" fmla="*/ 0 h 16"/>
                  <a:gd name="T6" fmla="*/ 0 w 37"/>
                  <a:gd name="T7" fmla="*/ 0 h 16"/>
                  <a:gd name="T8" fmla="*/ 0 w 37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16"/>
                  <a:gd name="T17" fmla="*/ 37 w 37"/>
                  <a:gd name="T18" fmla="*/ 16 h 1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16">
                    <a:moveTo>
                      <a:pt x="0" y="0"/>
                    </a:moveTo>
                    <a:lnTo>
                      <a:pt x="37" y="15"/>
                    </a:lnTo>
                    <a:lnTo>
                      <a:pt x="35" y="1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984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2" name="Freeform 556"/>
              <p:cNvSpPr>
                <a:spLocks/>
              </p:cNvSpPr>
              <p:nvPr/>
            </p:nvSpPr>
            <p:spPr bwMode="auto">
              <a:xfrm>
                <a:off x="749" y="1765"/>
                <a:ext cx="4" cy="5"/>
              </a:xfrm>
              <a:custGeom>
                <a:avLst/>
                <a:gdLst>
                  <a:gd name="T0" fmla="*/ 0 w 21"/>
                  <a:gd name="T1" fmla="*/ 0 h 25"/>
                  <a:gd name="T2" fmla="*/ 0 w 21"/>
                  <a:gd name="T3" fmla="*/ 0 h 25"/>
                  <a:gd name="T4" fmla="*/ 0 w 21"/>
                  <a:gd name="T5" fmla="*/ 0 h 25"/>
                  <a:gd name="T6" fmla="*/ 0 w 21"/>
                  <a:gd name="T7" fmla="*/ 0 h 25"/>
                  <a:gd name="T8" fmla="*/ 0 w 21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25"/>
                  <a:gd name="T17" fmla="*/ 21 w 21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25">
                    <a:moveTo>
                      <a:pt x="1" y="0"/>
                    </a:moveTo>
                    <a:lnTo>
                      <a:pt x="21" y="23"/>
                    </a:lnTo>
                    <a:lnTo>
                      <a:pt x="19" y="25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984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3" name="Freeform 557"/>
              <p:cNvSpPr>
                <a:spLocks/>
              </p:cNvSpPr>
              <p:nvPr/>
            </p:nvSpPr>
            <p:spPr bwMode="auto">
              <a:xfrm>
                <a:off x="853" y="1752"/>
                <a:ext cx="174" cy="129"/>
              </a:xfrm>
              <a:custGeom>
                <a:avLst/>
                <a:gdLst>
                  <a:gd name="T0" fmla="*/ 0 w 871"/>
                  <a:gd name="T1" fmla="*/ 0 h 642"/>
                  <a:gd name="T2" fmla="*/ 0 w 871"/>
                  <a:gd name="T3" fmla="*/ 0 h 642"/>
                  <a:gd name="T4" fmla="*/ 0 w 871"/>
                  <a:gd name="T5" fmla="*/ 0 h 642"/>
                  <a:gd name="T6" fmla="*/ 0 w 871"/>
                  <a:gd name="T7" fmla="*/ 0 h 642"/>
                  <a:gd name="T8" fmla="*/ 0 w 871"/>
                  <a:gd name="T9" fmla="*/ 0 h 642"/>
                  <a:gd name="T10" fmla="*/ 0 w 871"/>
                  <a:gd name="T11" fmla="*/ 0 h 642"/>
                  <a:gd name="T12" fmla="*/ 0 w 871"/>
                  <a:gd name="T13" fmla="*/ 0 h 6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71"/>
                  <a:gd name="T22" fmla="*/ 0 h 642"/>
                  <a:gd name="T23" fmla="*/ 871 w 871"/>
                  <a:gd name="T24" fmla="*/ 642 h 64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71" h="642">
                    <a:moveTo>
                      <a:pt x="0" y="633"/>
                    </a:moveTo>
                    <a:lnTo>
                      <a:pt x="860" y="12"/>
                    </a:lnTo>
                    <a:lnTo>
                      <a:pt x="867" y="0"/>
                    </a:lnTo>
                    <a:lnTo>
                      <a:pt x="871" y="15"/>
                    </a:lnTo>
                    <a:lnTo>
                      <a:pt x="864" y="21"/>
                    </a:lnTo>
                    <a:lnTo>
                      <a:pt x="0" y="642"/>
                    </a:lnTo>
                    <a:lnTo>
                      <a:pt x="0" y="633"/>
                    </a:lnTo>
                    <a:close/>
                  </a:path>
                </a:pathLst>
              </a:custGeom>
              <a:solidFill>
                <a:srgbClr val="00005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4" name="Freeform 558"/>
              <p:cNvSpPr>
                <a:spLocks/>
              </p:cNvSpPr>
              <p:nvPr/>
            </p:nvSpPr>
            <p:spPr bwMode="auto">
              <a:xfrm>
                <a:off x="853" y="1683"/>
                <a:ext cx="2" cy="3"/>
              </a:xfrm>
              <a:custGeom>
                <a:avLst/>
                <a:gdLst>
                  <a:gd name="T0" fmla="*/ 0 w 9"/>
                  <a:gd name="T1" fmla="*/ 0 h 13"/>
                  <a:gd name="T2" fmla="*/ 0 w 9"/>
                  <a:gd name="T3" fmla="*/ 0 h 13"/>
                  <a:gd name="T4" fmla="*/ 0 w 9"/>
                  <a:gd name="T5" fmla="*/ 0 h 13"/>
                  <a:gd name="T6" fmla="*/ 0 w 9"/>
                  <a:gd name="T7" fmla="*/ 0 h 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13"/>
                  <a:gd name="T14" fmla="*/ 9 w 9"/>
                  <a:gd name="T15" fmla="*/ 13 h 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13">
                    <a:moveTo>
                      <a:pt x="1" y="0"/>
                    </a:moveTo>
                    <a:lnTo>
                      <a:pt x="9" y="6"/>
                    </a:lnTo>
                    <a:lnTo>
                      <a:pt x="0" y="1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B0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5" name="Freeform 559"/>
              <p:cNvSpPr>
                <a:spLocks/>
              </p:cNvSpPr>
              <p:nvPr/>
            </p:nvSpPr>
            <p:spPr bwMode="auto">
              <a:xfrm>
                <a:off x="865" y="1674"/>
                <a:ext cx="1" cy="2"/>
              </a:xfrm>
              <a:custGeom>
                <a:avLst/>
                <a:gdLst>
                  <a:gd name="T0" fmla="*/ 0 w 7"/>
                  <a:gd name="T1" fmla="*/ 0 h 9"/>
                  <a:gd name="T2" fmla="*/ 0 w 7"/>
                  <a:gd name="T3" fmla="*/ 0 h 9"/>
                  <a:gd name="T4" fmla="*/ 0 w 7"/>
                  <a:gd name="T5" fmla="*/ 0 h 9"/>
                  <a:gd name="T6" fmla="*/ 0 w 7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9"/>
                  <a:gd name="T14" fmla="*/ 7 w 7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9">
                    <a:moveTo>
                      <a:pt x="0" y="0"/>
                    </a:moveTo>
                    <a:lnTo>
                      <a:pt x="7" y="5"/>
                    </a:lnTo>
                    <a:lnTo>
                      <a:pt x="0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B0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6" name="Freeform 560"/>
              <p:cNvSpPr>
                <a:spLocks/>
              </p:cNvSpPr>
              <p:nvPr/>
            </p:nvSpPr>
            <p:spPr bwMode="auto">
              <a:xfrm>
                <a:off x="851" y="1630"/>
                <a:ext cx="339" cy="227"/>
              </a:xfrm>
              <a:custGeom>
                <a:avLst/>
                <a:gdLst>
                  <a:gd name="T0" fmla="*/ 0 w 1697"/>
                  <a:gd name="T1" fmla="*/ 0 h 1135"/>
                  <a:gd name="T2" fmla="*/ 0 w 1697"/>
                  <a:gd name="T3" fmla="*/ 0 h 1135"/>
                  <a:gd name="T4" fmla="*/ 0 w 1697"/>
                  <a:gd name="T5" fmla="*/ 0 h 1135"/>
                  <a:gd name="T6" fmla="*/ 0 w 1697"/>
                  <a:gd name="T7" fmla="*/ 0 h 1135"/>
                  <a:gd name="T8" fmla="*/ 0 w 1697"/>
                  <a:gd name="T9" fmla="*/ 0 h 1135"/>
                  <a:gd name="T10" fmla="*/ 0 w 1697"/>
                  <a:gd name="T11" fmla="*/ 0 h 1135"/>
                  <a:gd name="T12" fmla="*/ 0 w 1697"/>
                  <a:gd name="T13" fmla="*/ 0 h 1135"/>
                  <a:gd name="T14" fmla="*/ 0 w 1697"/>
                  <a:gd name="T15" fmla="*/ 0 h 1135"/>
                  <a:gd name="T16" fmla="*/ 0 w 1697"/>
                  <a:gd name="T17" fmla="*/ 0 h 1135"/>
                  <a:gd name="T18" fmla="*/ 1 w 1697"/>
                  <a:gd name="T19" fmla="*/ 0 h 1135"/>
                  <a:gd name="T20" fmla="*/ 1 w 1697"/>
                  <a:gd name="T21" fmla="*/ 0 h 1135"/>
                  <a:gd name="T22" fmla="*/ 1 w 1697"/>
                  <a:gd name="T23" fmla="*/ 0 h 1135"/>
                  <a:gd name="T24" fmla="*/ 1 w 1697"/>
                  <a:gd name="T25" fmla="*/ 0 h 1135"/>
                  <a:gd name="T26" fmla="*/ 0 w 1697"/>
                  <a:gd name="T27" fmla="*/ 0 h 1135"/>
                  <a:gd name="T28" fmla="*/ 0 w 1697"/>
                  <a:gd name="T29" fmla="*/ 0 h 1135"/>
                  <a:gd name="T30" fmla="*/ 0 w 1697"/>
                  <a:gd name="T31" fmla="*/ 0 h 1135"/>
                  <a:gd name="T32" fmla="*/ 0 w 1697"/>
                  <a:gd name="T33" fmla="*/ 0 h 1135"/>
                  <a:gd name="T34" fmla="*/ 0 w 1697"/>
                  <a:gd name="T35" fmla="*/ 0 h 1135"/>
                  <a:gd name="T36" fmla="*/ 0 w 1697"/>
                  <a:gd name="T37" fmla="*/ 0 h 1135"/>
                  <a:gd name="T38" fmla="*/ 0 w 1697"/>
                  <a:gd name="T39" fmla="*/ 0 h 1135"/>
                  <a:gd name="T40" fmla="*/ 0 w 1697"/>
                  <a:gd name="T41" fmla="*/ 0 h 1135"/>
                  <a:gd name="T42" fmla="*/ 0 w 1697"/>
                  <a:gd name="T43" fmla="*/ 0 h 1135"/>
                  <a:gd name="T44" fmla="*/ 0 w 1697"/>
                  <a:gd name="T45" fmla="*/ 0 h 1135"/>
                  <a:gd name="T46" fmla="*/ 0 w 1697"/>
                  <a:gd name="T47" fmla="*/ 0 h 1135"/>
                  <a:gd name="T48" fmla="*/ 0 w 1697"/>
                  <a:gd name="T49" fmla="*/ 0 h 1135"/>
                  <a:gd name="T50" fmla="*/ 0 w 1697"/>
                  <a:gd name="T51" fmla="*/ 0 h 1135"/>
                  <a:gd name="T52" fmla="*/ 0 w 1697"/>
                  <a:gd name="T53" fmla="*/ 0 h 1135"/>
                  <a:gd name="T54" fmla="*/ 0 w 1697"/>
                  <a:gd name="T55" fmla="*/ 0 h 1135"/>
                  <a:gd name="T56" fmla="*/ 0 w 1697"/>
                  <a:gd name="T57" fmla="*/ 0 h 1135"/>
                  <a:gd name="T58" fmla="*/ 0 w 1697"/>
                  <a:gd name="T59" fmla="*/ 0 h 1135"/>
                  <a:gd name="T60" fmla="*/ 0 w 1697"/>
                  <a:gd name="T61" fmla="*/ 0 h 1135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1697"/>
                  <a:gd name="T94" fmla="*/ 0 h 1135"/>
                  <a:gd name="T95" fmla="*/ 1697 w 1697"/>
                  <a:gd name="T96" fmla="*/ 1135 h 1135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1697" h="1135">
                    <a:moveTo>
                      <a:pt x="14" y="372"/>
                    </a:moveTo>
                    <a:lnTo>
                      <a:pt x="103" y="342"/>
                    </a:lnTo>
                    <a:lnTo>
                      <a:pt x="122" y="347"/>
                    </a:lnTo>
                    <a:lnTo>
                      <a:pt x="142" y="335"/>
                    </a:lnTo>
                    <a:lnTo>
                      <a:pt x="144" y="320"/>
                    </a:lnTo>
                    <a:lnTo>
                      <a:pt x="738" y="45"/>
                    </a:lnTo>
                    <a:lnTo>
                      <a:pt x="746" y="32"/>
                    </a:lnTo>
                    <a:lnTo>
                      <a:pt x="820" y="1"/>
                    </a:lnTo>
                    <a:lnTo>
                      <a:pt x="962" y="0"/>
                    </a:lnTo>
                    <a:lnTo>
                      <a:pt x="1680" y="458"/>
                    </a:lnTo>
                    <a:lnTo>
                      <a:pt x="1697" y="531"/>
                    </a:lnTo>
                    <a:lnTo>
                      <a:pt x="1690" y="588"/>
                    </a:lnTo>
                    <a:lnTo>
                      <a:pt x="1583" y="648"/>
                    </a:lnTo>
                    <a:lnTo>
                      <a:pt x="1564" y="636"/>
                    </a:lnTo>
                    <a:lnTo>
                      <a:pt x="806" y="1048"/>
                    </a:lnTo>
                    <a:lnTo>
                      <a:pt x="804" y="1070"/>
                    </a:lnTo>
                    <a:lnTo>
                      <a:pt x="673" y="1123"/>
                    </a:lnTo>
                    <a:lnTo>
                      <a:pt x="670" y="1125"/>
                    </a:lnTo>
                    <a:lnTo>
                      <a:pt x="661" y="1128"/>
                    </a:lnTo>
                    <a:lnTo>
                      <a:pt x="647" y="1132"/>
                    </a:lnTo>
                    <a:lnTo>
                      <a:pt x="630" y="1135"/>
                    </a:lnTo>
                    <a:lnTo>
                      <a:pt x="611" y="1135"/>
                    </a:lnTo>
                    <a:lnTo>
                      <a:pt x="591" y="1131"/>
                    </a:lnTo>
                    <a:lnTo>
                      <a:pt x="571" y="1120"/>
                    </a:lnTo>
                    <a:lnTo>
                      <a:pt x="553" y="1102"/>
                    </a:lnTo>
                    <a:lnTo>
                      <a:pt x="74" y="543"/>
                    </a:lnTo>
                    <a:lnTo>
                      <a:pt x="79" y="514"/>
                    </a:lnTo>
                    <a:lnTo>
                      <a:pt x="68" y="501"/>
                    </a:lnTo>
                    <a:lnTo>
                      <a:pt x="44" y="509"/>
                    </a:lnTo>
                    <a:lnTo>
                      <a:pt x="0" y="438"/>
                    </a:lnTo>
                    <a:lnTo>
                      <a:pt x="14" y="37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7" name="Freeform 561"/>
              <p:cNvSpPr>
                <a:spLocks/>
              </p:cNvSpPr>
              <p:nvPr/>
            </p:nvSpPr>
            <p:spPr bwMode="auto">
              <a:xfrm>
                <a:off x="860" y="1636"/>
                <a:ext cx="317" cy="212"/>
              </a:xfrm>
              <a:custGeom>
                <a:avLst/>
                <a:gdLst>
                  <a:gd name="T0" fmla="*/ 1 w 1587"/>
                  <a:gd name="T1" fmla="*/ 0 h 1062"/>
                  <a:gd name="T2" fmla="*/ 1 w 1587"/>
                  <a:gd name="T3" fmla="*/ 0 h 1062"/>
                  <a:gd name="T4" fmla="*/ 1 w 1587"/>
                  <a:gd name="T5" fmla="*/ 0 h 1062"/>
                  <a:gd name="T6" fmla="*/ 1 w 1587"/>
                  <a:gd name="T7" fmla="*/ 0 h 1062"/>
                  <a:gd name="T8" fmla="*/ 1 w 1587"/>
                  <a:gd name="T9" fmla="*/ 0 h 1062"/>
                  <a:gd name="T10" fmla="*/ 1 w 1587"/>
                  <a:gd name="T11" fmla="*/ 0 h 1062"/>
                  <a:gd name="T12" fmla="*/ 1 w 1587"/>
                  <a:gd name="T13" fmla="*/ 0 h 1062"/>
                  <a:gd name="T14" fmla="*/ 1 w 1587"/>
                  <a:gd name="T15" fmla="*/ 0 h 1062"/>
                  <a:gd name="T16" fmla="*/ 1 w 1587"/>
                  <a:gd name="T17" fmla="*/ 0 h 1062"/>
                  <a:gd name="T18" fmla="*/ 0 w 1587"/>
                  <a:gd name="T19" fmla="*/ 0 h 1062"/>
                  <a:gd name="T20" fmla="*/ 0 w 1587"/>
                  <a:gd name="T21" fmla="*/ 0 h 1062"/>
                  <a:gd name="T22" fmla="*/ 0 w 1587"/>
                  <a:gd name="T23" fmla="*/ 0 h 1062"/>
                  <a:gd name="T24" fmla="*/ 0 w 1587"/>
                  <a:gd name="T25" fmla="*/ 0 h 1062"/>
                  <a:gd name="T26" fmla="*/ 0 w 1587"/>
                  <a:gd name="T27" fmla="*/ 0 h 1062"/>
                  <a:gd name="T28" fmla="*/ 0 w 1587"/>
                  <a:gd name="T29" fmla="*/ 0 h 1062"/>
                  <a:gd name="T30" fmla="*/ 0 w 1587"/>
                  <a:gd name="T31" fmla="*/ 0 h 1062"/>
                  <a:gd name="T32" fmla="*/ 0 w 1587"/>
                  <a:gd name="T33" fmla="*/ 0 h 1062"/>
                  <a:gd name="T34" fmla="*/ 0 w 1587"/>
                  <a:gd name="T35" fmla="*/ 0 h 1062"/>
                  <a:gd name="T36" fmla="*/ 0 w 1587"/>
                  <a:gd name="T37" fmla="*/ 0 h 1062"/>
                  <a:gd name="T38" fmla="*/ 0 w 1587"/>
                  <a:gd name="T39" fmla="*/ 0 h 1062"/>
                  <a:gd name="T40" fmla="*/ 0 w 1587"/>
                  <a:gd name="T41" fmla="*/ 0 h 1062"/>
                  <a:gd name="T42" fmla="*/ 0 w 1587"/>
                  <a:gd name="T43" fmla="*/ 0 h 1062"/>
                  <a:gd name="T44" fmla="*/ 0 w 1587"/>
                  <a:gd name="T45" fmla="*/ 0 h 1062"/>
                  <a:gd name="T46" fmla="*/ 0 w 1587"/>
                  <a:gd name="T47" fmla="*/ 0 h 1062"/>
                  <a:gd name="T48" fmla="*/ 0 w 1587"/>
                  <a:gd name="T49" fmla="*/ 0 h 1062"/>
                  <a:gd name="T50" fmla="*/ 0 w 1587"/>
                  <a:gd name="T51" fmla="*/ 0 h 1062"/>
                  <a:gd name="T52" fmla="*/ 0 w 1587"/>
                  <a:gd name="T53" fmla="*/ 0 h 1062"/>
                  <a:gd name="T54" fmla="*/ 0 w 1587"/>
                  <a:gd name="T55" fmla="*/ 0 h 1062"/>
                  <a:gd name="T56" fmla="*/ 0 w 1587"/>
                  <a:gd name="T57" fmla="*/ 0 h 1062"/>
                  <a:gd name="T58" fmla="*/ 0 w 1587"/>
                  <a:gd name="T59" fmla="*/ 0 h 1062"/>
                  <a:gd name="T60" fmla="*/ 0 w 1587"/>
                  <a:gd name="T61" fmla="*/ 0 h 1062"/>
                  <a:gd name="T62" fmla="*/ 0 w 1587"/>
                  <a:gd name="T63" fmla="*/ 0 h 1062"/>
                  <a:gd name="T64" fmla="*/ 0 w 1587"/>
                  <a:gd name="T65" fmla="*/ 0 h 1062"/>
                  <a:gd name="T66" fmla="*/ 0 w 1587"/>
                  <a:gd name="T67" fmla="*/ 0 h 1062"/>
                  <a:gd name="T68" fmla="*/ 0 w 1587"/>
                  <a:gd name="T69" fmla="*/ 0 h 1062"/>
                  <a:gd name="T70" fmla="*/ 0 w 1587"/>
                  <a:gd name="T71" fmla="*/ 0 h 1062"/>
                  <a:gd name="T72" fmla="*/ 0 w 1587"/>
                  <a:gd name="T73" fmla="*/ 0 h 1062"/>
                  <a:gd name="T74" fmla="*/ 0 w 1587"/>
                  <a:gd name="T75" fmla="*/ 0 h 1062"/>
                  <a:gd name="T76" fmla="*/ 0 w 1587"/>
                  <a:gd name="T77" fmla="*/ 0 h 1062"/>
                  <a:gd name="T78" fmla="*/ 0 w 1587"/>
                  <a:gd name="T79" fmla="*/ 0 h 1062"/>
                  <a:gd name="T80" fmla="*/ 0 w 1587"/>
                  <a:gd name="T81" fmla="*/ 0 h 1062"/>
                  <a:gd name="T82" fmla="*/ 0 w 1587"/>
                  <a:gd name="T83" fmla="*/ 0 h 1062"/>
                  <a:gd name="T84" fmla="*/ 0 w 1587"/>
                  <a:gd name="T85" fmla="*/ 0 h 1062"/>
                  <a:gd name="T86" fmla="*/ 0 w 1587"/>
                  <a:gd name="T87" fmla="*/ 0 h 1062"/>
                  <a:gd name="T88" fmla="*/ 0 w 1587"/>
                  <a:gd name="T89" fmla="*/ 0 h 1062"/>
                  <a:gd name="T90" fmla="*/ 0 w 1587"/>
                  <a:gd name="T91" fmla="*/ 0 h 1062"/>
                  <a:gd name="T92" fmla="*/ 0 w 1587"/>
                  <a:gd name="T93" fmla="*/ 0 h 1062"/>
                  <a:gd name="T94" fmla="*/ 1 w 1587"/>
                  <a:gd name="T95" fmla="*/ 0 h 1062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1587"/>
                  <a:gd name="T145" fmla="*/ 0 h 1062"/>
                  <a:gd name="T146" fmla="*/ 1587 w 1587"/>
                  <a:gd name="T147" fmla="*/ 1062 h 1062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1587" h="1062">
                    <a:moveTo>
                      <a:pt x="1577" y="493"/>
                    </a:moveTo>
                    <a:lnTo>
                      <a:pt x="1578" y="493"/>
                    </a:lnTo>
                    <a:lnTo>
                      <a:pt x="1581" y="491"/>
                    </a:lnTo>
                    <a:lnTo>
                      <a:pt x="1583" y="489"/>
                    </a:lnTo>
                    <a:lnTo>
                      <a:pt x="1587" y="483"/>
                    </a:lnTo>
                    <a:lnTo>
                      <a:pt x="1583" y="475"/>
                    </a:lnTo>
                    <a:lnTo>
                      <a:pt x="1580" y="469"/>
                    </a:lnTo>
                    <a:lnTo>
                      <a:pt x="1574" y="462"/>
                    </a:lnTo>
                    <a:lnTo>
                      <a:pt x="1567" y="458"/>
                    </a:lnTo>
                    <a:lnTo>
                      <a:pt x="1509" y="421"/>
                    </a:lnTo>
                    <a:lnTo>
                      <a:pt x="1495" y="429"/>
                    </a:lnTo>
                    <a:lnTo>
                      <a:pt x="1506" y="437"/>
                    </a:lnTo>
                    <a:lnTo>
                      <a:pt x="1472" y="453"/>
                    </a:lnTo>
                    <a:lnTo>
                      <a:pt x="1472" y="454"/>
                    </a:lnTo>
                    <a:lnTo>
                      <a:pt x="1453" y="464"/>
                    </a:lnTo>
                    <a:lnTo>
                      <a:pt x="1452" y="462"/>
                    </a:lnTo>
                    <a:lnTo>
                      <a:pt x="1419" y="436"/>
                    </a:lnTo>
                    <a:lnTo>
                      <a:pt x="1471" y="411"/>
                    </a:lnTo>
                    <a:lnTo>
                      <a:pt x="1489" y="425"/>
                    </a:lnTo>
                    <a:lnTo>
                      <a:pt x="1501" y="415"/>
                    </a:lnTo>
                    <a:lnTo>
                      <a:pt x="877" y="7"/>
                    </a:lnTo>
                    <a:lnTo>
                      <a:pt x="796" y="0"/>
                    </a:lnTo>
                    <a:lnTo>
                      <a:pt x="742" y="20"/>
                    </a:lnTo>
                    <a:lnTo>
                      <a:pt x="742" y="28"/>
                    </a:lnTo>
                    <a:lnTo>
                      <a:pt x="675" y="57"/>
                    </a:lnTo>
                    <a:lnTo>
                      <a:pt x="673" y="70"/>
                    </a:lnTo>
                    <a:lnTo>
                      <a:pt x="667" y="72"/>
                    </a:lnTo>
                    <a:lnTo>
                      <a:pt x="657" y="68"/>
                    </a:lnTo>
                    <a:lnTo>
                      <a:pt x="237" y="256"/>
                    </a:lnTo>
                    <a:lnTo>
                      <a:pt x="232" y="263"/>
                    </a:lnTo>
                    <a:lnTo>
                      <a:pt x="122" y="311"/>
                    </a:lnTo>
                    <a:lnTo>
                      <a:pt x="117" y="330"/>
                    </a:lnTo>
                    <a:lnTo>
                      <a:pt x="73" y="349"/>
                    </a:lnTo>
                    <a:lnTo>
                      <a:pt x="56" y="335"/>
                    </a:lnTo>
                    <a:lnTo>
                      <a:pt x="0" y="357"/>
                    </a:lnTo>
                    <a:lnTo>
                      <a:pt x="567" y="1006"/>
                    </a:lnTo>
                    <a:lnTo>
                      <a:pt x="555" y="1054"/>
                    </a:lnTo>
                    <a:lnTo>
                      <a:pt x="558" y="1056"/>
                    </a:lnTo>
                    <a:lnTo>
                      <a:pt x="562" y="1057"/>
                    </a:lnTo>
                    <a:lnTo>
                      <a:pt x="567" y="1060"/>
                    </a:lnTo>
                    <a:lnTo>
                      <a:pt x="572" y="1061"/>
                    </a:lnTo>
                    <a:lnTo>
                      <a:pt x="576" y="1062"/>
                    </a:lnTo>
                    <a:lnTo>
                      <a:pt x="582" y="1062"/>
                    </a:lnTo>
                    <a:lnTo>
                      <a:pt x="589" y="1062"/>
                    </a:lnTo>
                    <a:lnTo>
                      <a:pt x="595" y="1062"/>
                    </a:lnTo>
                    <a:lnTo>
                      <a:pt x="608" y="1012"/>
                    </a:lnTo>
                    <a:lnTo>
                      <a:pt x="1577" y="493"/>
                    </a:lnTo>
                    <a:close/>
                  </a:path>
                </a:pathLst>
              </a:custGeom>
              <a:solidFill>
                <a:srgbClr val="1970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8" name="Freeform 562"/>
              <p:cNvSpPr>
                <a:spLocks/>
              </p:cNvSpPr>
              <p:nvPr/>
            </p:nvSpPr>
            <p:spPr bwMode="auto">
              <a:xfrm>
                <a:off x="979" y="1732"/>
                <a:ext cx="199" cy="116"/>
              </a:xfrm>
              <a:custGeom>
                <a:avLst/>
                <a:gdLst>
                  <a:gd name="T0" fmla="*/ 0 w 994"/>
                  <a:gd name="T1" fmla="*/ 0 h 579"/>
                  <a:gd name="T2" fmla="*/ 0 w 994"/>
                  <a:gd name="T3" fmla="*/ 0 h 579"/>
                  <a:gd name="T4" fmla="*/ 0 w 994"/>
                  <a:gd name="T5" fmla="*/ 0 h 579"/>
                  <a:gd name="T6" fmla="*/ 0 w 994"/>
                  <a:gd name="T7" fmla="*/ 0 h 579"/>
                  <a:gd name="T8" fmla="*/ 0 w 994"/>
                  <a:gd name="T9" fmla="*/ 0 h 579"/>
                  <a:gd name="T10" fmla="*/ 0 w 994"/>
                  <a:gd name="T11" fmla="*/ 0 h 579"/>
                  <a:gd name="T12" fmla="*/ 0 w 994"/>
                  <a:gd name="T13" fmla="*/ 0 h 579"/>
                  <a:gd name="T14" fmla="*/ 0 w 994"/>
                  <a:gd name="T15" fmla="*/ 0 h 579"/>
                  <a:gd name="T16" fmla="*/ 0 w 994"/>
                  <a:gd name="T17" fmla="*/ 0 h 579"/>
                  <a:gd name="T18" fmla="*/ 0 w 994"/>
                  <a:gd name="T19" fmla="*/ 0 h 579"/>
                  <a:gd name="T20" fmla="*/ 0 w 994"/>
                  <a:gd name="T21" fmla="*/ 0 h 579"/>
                  <a:gd name="T22" fmla="*/ 0 w 994"/>
                  <a:gd name="T23" fmla="*/ 0 h 579"/>
                  <a:gd name="T24" fmla="*/ 0 w 994"/>
                  <a:gd name="T25" fmla="*/ 0 h 579"/>
                  <a:gd name="T26" fmla="*/ 0 w 994"/>
                  <a:gd name="T27" fmla="*/ 0 h 579"/>
                  <a:gd name="T28" fmla="*/ 0 w 994"/>
                  <a:gd name="T29" fmla="*/ 0 h 579"/>
                  <a:gd name="T30" fmla="*/ 0 w 994"/>
                  <a:gd name="T31" fmla="*/ 0 h 579"/>
                  <a:gd name="T32" fmla="*/ 0 w 994"/>
                  <a:gd name="T33" fmla="*/ 0 h 579"/>
                  <a:gd name="T34" fmla="*/ 0 w 994"/>
                  <a:gd name="T35" fmla="*/ 0 h 579"/>
                  <a:gd name="T36" fmla="*/ 0 w 994"/>
                  <a:gd name="T37" fmla="*/ 0 h 579"/>
                  <a:gd name="T38" fmla="*/ 0 w 994"/>
                  <a:gd name="T39" fmla="*/ 0 h 579"/>
                  <a:gd name="T40" fmla="*/ 0 w 994"/>
                  <a:gd name="T41" fmla="*/ 0 h 579"/>
                  <a:gd name="T42" fmla="*/ 0 w 994"/>
                  <a:gd name="T43" fmla="*/ 0 h 579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994"/>
                  <a:gd name="T67" fmla="*/ 0 h 579"/>
                  <a:gd name="T68" fmla="*/ 994 w 994"/>
                  <a:gd name="T69" fmla="*/ 579 h 579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994" h="579">
                    <a:moveTo>
                      <a:pt x="992" y="0"/>
                    </a:moveTo>
                    <a:lnTo>
                      <a:pt x="988" y="6"/>
                    </a:lnTo>
                    <a:lnTo>
                      <a:pt x="986" y="8"/>
                    </a:lnTo>
                    <a:lnTo>
                      <a:pt x="983" y="10"/>
                    </a:lnTo>
                    <a:lnTo>
                      <a:pt x="982" y="10"/>
                    </a:lnTo>
                    <a:lnTo>
                      <a:pt x="13" y="529"/>
                    </a:lnTo>
                    <a:lnTo>
                      <a:pt x="0" y="579"/>
                    </a:lnTo>
                    <a:lnTo>
                      <a:pt x="5" y="578"/>
                    </a:lnTo>
                    <a:lnTo>
                      <a:pt x="10" y="577"/>
                    </a:lnTo>
                    <a:lnTo>
                      <a:pt x="16" y="574"/>
                    </a:lnTo>
                    <a:lnTo>
                      <a:pt x="21" y="573"/>
                    </a:lnTo>
                    <a:lnTo>
                      <a:pt x="122" y="521"/>
                    </a:lnTo>
                    <a:lnTo>
                      <a:pt x="123" y="509"/>
                    </a:lnTo>
                    <a:lnTo>
                      <a:pt x="907" y="78"/>
                    </a:lnTo>
                    <a:lnTo>
                      <a:pt x="917" y="87"/>
                    </a:lnTo>
                    <a:lnTo>
                      <a:pt x="982" y="44"/>
                    </a:lnTo>
                    <a:lnTo>
                      <a:pt x="994" y="15"/>
                    </a:lnTo>
                    <a:lnTo>
                      <a:pt x="994" y="8"/>
                    </a:lnTo>
                    <a:lnTo>
                      <a:pt x="993" y="6"/>
                    </a:lnTo>
                    <a:lnTo>
                      <a:pt x="993" y="4"/>
                    </a:lnTo>
                    <a:lnTo>
                      <a:pt x="993" y="2"/>
                    </a:lnTo>
                    <a:lnTo>
                      <a:pt x="992" y="0"/>
                    </a:lnTo>
                    <a:close/>
                  </a:path>
                </a:pathLst>
              </a:custGeom>
              <a:solidFill>
                <a:srgbClr val="003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9" name="Freeform 563"/>
              <p:cNvSpPr>
                <a:spLocks/>
              </p:cNvSpPr>
              <p:nvPr/>
            </p:nvSpPr>
            <p:spPr bwMode="auto">
              <a:xfrm>
                <a:off x="1178" y="1734"/>
                <a:ext cx="1" cy="1"/>
              </a:xfrm>
              <a:custGeom>
                <a:avLst/>
                <a:gdLst>
                  <a:gd name="T0" fmla="*/ 0 w 1"/>
                  <a:gd name="T1" fmla="*/ 0 h 7"/>
                  <a:gd name="T2" fmla="*/ 0 w 1"/>
                  <a:gd name="T3" fmla="*/ 0 h 7"/>
                  <a:gd name="T4" fmla="*/ 1 w 1"/>
                  <a:gd name="T5" fmla="*/ 0 h 7"/>
                  <a:gd name="T6" fmla="*/ 1 w 1"/>
                  <a:gd name="T7" fmla="*/ 0 h 7"/>
                  <a:gd name="T8" fmla="*/ 1 w 1"/>
                  <a:gd name="T9" fmla="*/ 0 h 7"/>
                  <a:gd name="T10" fmla="*/ 0 w 1"/>
                  <a:gd name="T11" fmla="*/ 0 h 7"/>
                  <a:gd name="T12" fmla="*/ 0 w 1"/>
                  <a:gd name="T13" fmla="*/ 0 h 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"/>
                  <a:gd name="T22" fmla="*/ 0 h 7"/>
                  <a:gd name="T23" fmla="*/ 1 w 1"/>
                  <a:gd name="T24" fmla="*/ 7 h 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" h="7">
                    <a:moveTo>
                      <a:pt x="0" y="0"/>
                    </a:moveTo>
                    <a:lnTo>
                      <a:pt x="0" y="7"/>
                    </a:lnTo>
                    <a:lnTo>
                      <a:pt x="1" y="5"/>
                    </a:lnTo>
                    <a:lnTo>
                      <a:pt x="1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70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0" name="Freeform 564"/>
              <p:cNvSpPr>
                <a:spLocks/>
              </p:cNvSpPr>
              <p:nvPr/>
            </p:nvSpPr>
            <p:spPr bwMode="auto">
              <a:xfrm>
                <a:off x="875" y="1705"/>
                <a:ext cx="89" cy="37"/>
              </a:xfrm>
              <a:custGeom>
                <a:avLst/>
                <a:gdLst>
                  <a:gd name="T0" fmla="*/ 0 w 445"/>
                  <a:gd name="T1" fmla="*/ 0 h 184"/>
                  <a:gd name="T2" fmla="*/ 0 w 445"/>
                  <a:gd name="T3" fmla="*/ 0 h 184"/>
                  <a:gd name="T4" fmla="*/ 0 w 445"/>
                  <a:gd name="T5" fmla="*/ 0 h 184"/>
                  <a:gd name="T6" fmla="*/ 0 w 445"/>
                  <a:gd name="T7" fmla="*/ 0 h 184"/>
                  <a:gd name="T8" fmla="*/ 0 w 445"/>
                  <a:gd name="T9" fmla="*/ 0 h 184"/>
                  <a:gd name="T10" fmla="*/ 0 w 445"/>
                  <a:gd name="T11" fmla="*/ 0 h 184"/>
                  <a:gd name="T12" fmla="*/ 0 w 445"/>
                  <a:gd name="T13" fmla="*/ 0 h 184"/>
                  <a:gd name="T14" fmla="*/ 0 w 445"/>
                  <a:gd name="T15" fmla="*/ 0 h 184"/>
                  <a:gd name="T16" fmla="*/ 0 w 445"/>
                  <a:gd name="T17" fmla="*/ 0 h 184"/>
                  <a:gd name="T18" fmla="*/ 0 w 445"/>
                  <a:gd name="T19" fmla="*/ 0 h 184"/>
                  <a:gd name="T20" fmla="*/ 0 w 445"/>
                  <a:gd name="T21" fmla="*/ 0 h 184"/>
                  <a:gd name="T22" fmla="*/ 0 w 445"/>
                  <a:gd name="T23" fmla="*/ 0 h 184"/>
                  <a:gd name="T24" fmla="*/ 0 w 445"/>
                  <a:gd name="T25" fmla="*/ 0 h 184"/>
                  <a:gd name="T26" fmla="*/ 0 w 445"/>
                  <a:gd name="T27" fmla="*/ 0 h 184"/>
                  <a:gd name="T28" fmla="*/ 0 w 445"/>
                  <a:gd name="T29" fmla="*/ 0 h 184"/>
                  <a:gd name="T30" fmla="*/ 0 w 445"/>
                  <a:gd name="T31" fmla="*/ 0 h 184"/>
                  <a:gd name="T32" fmla="*/ 0 w 445"/>
                  <a:gd name="T33" fmla="*/ 0 h 184"/>
                  <a:gd name="T34" fmla="*/ 0 w 445"/>
                  <a:gd name="T35" fmla="*/ 0 h 184"/>
                  <a:gd name="T36" fmla="*/ 0 w 445"/>
                  <a:gd name="T37" fmla="*/ 0 h 184"/>
                  <a:gd name="T38" fmla="*/ 0 w 445"/>
                  <a:gd name="T39" fmla="*/ 0 h 184"/>
                  <a:gd name="T40" fmla="*/ 0 w 445"/>
                  <a:gd name="T41" fmla="*/ 0 h 184"/>
                  <a:gd name="T42" fmla="*/ 0 w 445"/>
                  <a:gd name="T43" fmla="*/ 0 h 184"/>
                  <a:gd name="T44" fmla="*/ 0 w 445"/>
                  <a:gd name="T45" fmla="*/ 0 h 18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445"/>
                  <a:gd name="T70" fmla="*/ 0 h 184"/>
                  <a:gd name="T71" fmla="*/ 445 w 445"/>
                  <a:gd name="T72" fmla="*/ 184 h 184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445" h="184">
                    <a:moveTo>
                      <a:pt x="0" y="2"/>
                    </a:moveTo>
                    <a:lnTo>
                      <a:pt x="157" y="173"/>
                    </a:lnTo>
                    <a:lnTo>
                      <a:pt x="158" y="174"/>
                    </a:lnTo>
                    <a:lnTo>
                      <a:pt x="160" y="176"/>
                    </a:lnTo>
                    <a:lnTo>
                      <a:pt x="165" y="179"/>
                    </a:lnTo>
                    <a:lnTo>
                      <a:pt x="172" y="182"/>
                    </a:lnTo>
                    <a:lnTo>
                      <a:pt x="179" y="183"/>
                    </a:lnTo>
                    <a:lnTo>
                      <a:pt x="187" y="184"/>
                    </a:lnTo>
                    <a:lnTo>
                      <a:pt x="197" y="182"/>
                    </a:lnTo>
                    <a:lnTo>
                      <a:pt x="208" y="177"/>
                    </a:lnTo>
                    <a:lnTo>
                      <a:pt x="445" y="68"/>
                    </a:lnTo>
                    <a:lnTo>
                      <a:pt x="440" y="63"/>
                    </a:lnTo>
                    <a:lnTo>
                      <a:pt x="207" y="170"/>
                    </a:lnTo>
                    <a:lnTo>
                      <a:pt x="205" y="171"/>
                    </a:lnTo>
                    <a:lnTo>
                      <a:pt x="203" y="173"/>
                    </a:lnTo>
                    <a:lnTo>
                      <a:pt x="198" y="174"/>
                    </a:lnTo>
                    <a:lnTo>
                      <a:pt x="193" y="175"/>
                    </a:lnTo>
                    <a:lnTo>
                      <a:pt x="186" y="176"/>
                    </a:lnTo>
                    <a:lnTo>
                      <a:pt x="178" y="175"/>
                    </a:lnTo>
                    <a:lnTo>
                      <a:pt x="170" y="173"/>
                    </a:lnTo>
                    <a:lnTo>
                      <a:pt x="160" y="167"/>
                    </a:lnTo>
                    <a:lnTo>
                      <a:pt x="8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3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1" name="Freeform 565"/>
              <p:cNvSpPr>
                <a:spLocks/>
              </p:cNvSpPr>
              <p:nvPr/>
            </p:nvSpPr>
            <p:spPr bwMode="auto">
              <a:xfrm>
                <a:off x="1158" y="1719"/>
                <a:ext cx="4" cy="3"/>
              </a:xfrm>
              <a:custGeom>
                <a:avLst/>
                <a:gdLst>
                  <a:gd name="T0" fmla="*/ 0 w 20"/>
                  <a:gd name="T1" fmla="*/ 0 h 14"/>
                  <a:gd name="T2" fmla="*/ 0 w 20"/>
                  <a:gd name="T3" fmla="*/ 0 h 14"/>
                  <a:gd name="T4" fmla="*/ 0 w 20"/>
                  <a:gd name="T5" fmla="*/ 0 h 14"/>
                  <a:gd name="T6" fmla="*/ 0 w 20"/>
                  <a:gd name="T7" fmla="*/ 0 h 14"/>
                  <a:gd name="T8" fmla="*/ 0 w 20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14"/>
                  <a:gd name="T17" fmla="*/ 20 w 20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14">
                    <a:moveTo>
                      <a:pt x="6" y="14"/>
                    </a:moveTo>
                    <a:lnTo>
                      <a:pt x="20" y="6"/>
                    </a:lnTo>
                    <a:lnTo>
                      <a:pt x="12" y="0"/>
                    </a:lnTo>
                    <a:lnTo>
                      <a:pt x="0" y="10"/>
                    </a:lnTo>
                    <a:lnTo>
                      <a:pt x="6" y="14"/>
                    </a:lnTo>
                    <a:close/>
                  </a:path>
                </a:pathLst>
              </a:custGeom>
              <a:solidFill>
                <a:srgbClr val="1970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2" name="Freeform 566"/>
              <p:cNvSpPr>
                <a:spLocks/>
              </p:cNvSpPr>
              <p:nvPr/>
            </p:nvSpPr>
            <p:spPr bwMode="auto">
              <a:xfrm>
                <a:off x="1144" y="1718"/>
                <a:ext cx="14" cy="10"/>
              </a:xfrm>
              <a:custGeom>
                <a:avLst/>
                <a:gdLst>
                  <a:gd name="T0" fmla="*/ 0 w 70"/>
                  <a:gd name="T1" fmla="*/ 0 h 51"/>
                  <a:gd name="T2" fmla="*/ 0 w 70"/>
                  <a:gd name="T3" fmla="*/ 0 h 51"/>
                  <a:gd name="T4" fmla="*/ 0 w 70"/>
                  <a:gd name="T5" fmla="*/ 0 h 51"/>
                  <a:gd name="T6" fmla="*/ 0 w 70"/>
                  <a:gd name="T7" fmla="*/ 0 h 51"/>
                  <a:gd name="T8" fmla="*/ 0 w 70"/>
                  <a:gd name="T9" fmla="*/ 0 h 51"/>
                  <a:gd name="T10" fmla="*/ 0 w 70"/>
                  <a:gd name="T11" fmla="*/ 0 h 51"/>
                  <a:gd name="T12" fmla="*/ 0 w 70"/>
                  <a:gd name="T13" fmla="*/ 0 h 51"/>
                  <a:gd name="T14" fmla="*/ 0 w 70"/>
                  <a:gd name="T15" fmla="*/ 0 h 51"/>
                  <a:gd name="T16" fmla="*/ 0 w 70"/>
                  <a:gd name="T17" fmla="*/ 0 h 5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0"/>
                  <a:gd name="T28" fmla="*/ 0 h 51"/>
                  <a:gd name="T29" fmla="*/ 70 w 70"/>
                  <a:gd name="T30" fmla="*/ 51 h 5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0" h="51">
                    <a:moveTo>
                      <a:pt x="42" y="33"/>
                    </a:moveTo>
                    <a:lnTo>
                      <a:pt x="45" y="36"/>
                    </a:lnTo>
                    <a:lnTo>
                      <a:pt x="70" y="14"/>
                    </a:lnTo>
                    <a:lnTo>
                      <a:pt x="52" y="0"/>
                    </a:lnTo>
                    <a:lnTo>
                      <a:pt x="0" y="25"/>
                    </a:lnTo>
                    <a:lnTo>
                      <a:pt x="33" y="51"/>
                    </a:lnTo>
                    <a:lnTo>
                      <a:pt x="24" y="43"/>
                    </a:lnTo>
                    <a:lnTo>
                      <a:pt x="42" y="33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3" name="Freeform 567"/>
              <p:cNvSpPr>
                <a:spLocks/>
              </p:cNvSpPr>
              <p:nvPr/>
            </p:nvSpPr>
            <p:spPr bwMode="auto">
              <a:xfrm>
                <a:off x="1153" y="1721"/>
                <a:ext cx="6" cy="4"/>
              </a:xfrm>
              <a:custGeom>
                <a:avLst/>
                <a:gdLst>
                  <a:gd name="T0" fmla="*/ 0 w 31"/>
                  <a:gd name="T1" fmla="*/ 0 h 23"/>
                  <a:gd name="T2" fmla="*/ 0 w 31"/>
                  <a:gd name="T3" fmla="*/ 0 h 23"/>
                  <a:gd name="T4" fmla="*/ 0 w 31"/>
                  <a:gd name="T5" fmla="*/ 0 h 23"/>
                  <a:gd name="T6" fmla="*/ 0 w 31"/>
                  <a:gd name="T7" fmla="*/ 0 h 23"/>
                  <a:gd name="T8" fmla="*/ 0 w 31"/>
                  <a:gd name="T9" fmla="*/ 0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1"/>
                  <a:gd name="T16" fmla="*/ 0 h 23"/>
                  <a:gd name="T17" fmla="*/ 31 w 31"/>
                  <a:gd name="T18" fmla="*/ 23 h 2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1" h="23">
                    <a:moveTo>
                      <a:pt x="0" y="22"/>
                    </a:moveTo>
                    <a:lnTo>
                      <a:pt x="1" y="23"/>
                    </a:lnTo>
                    <a:lnTo>
                      <a:pt x="31" y="4"/>
                    </a:lnTo>
                    <a:lnTo>
                      <a:pt x="25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4" name="Freeform 568"/>
              <p:cNvSpPr>
                <a:spLocks/>
              </p:cNvSpPr>
              <p:nvPr/>
            </p:nvSpPr>
            <p:spPr bwMode="auto">
              <a:xfrm>
                <a:off x="1153" y="1722"/>
                <a:ext cx="8" cy="4"/>
              </a:xfrm>
              <a:custGeom>
                <a:avLst/>
                <a:gdLst>
                  <a:gd name="T0" fmla="*/ 0 w 41"/>
                  <a:gd name="T1" fmla="*/ 0 h 24"/>
                  <a:gd name="T2" fmla="*/ 0 w 41"/>
                  <a:gd name="T3" fmla="*/ 0 h 24"/>
                  <a:gd name="T4" fmla="*/ 0 w 41"/>
                  <a:gd name="T5" fmla="*/ 0 h 24"/>
                  <a:gd name="T6" fmla="*/ 0 w 41"/>
                  <a:gd name="T7" fmla="*/ 0 h 24"/>
                  <a:gd name="T8" fmla="*/ 0 w 41"/>
                  <a:gd name="T9" fmla="*/ 0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1"/>
                  <a:gd name="T16" fmla="*/ 0 h 24"/>
                  <a:gd name="T17" fmla="*/ 41 w 41"/>
                  <a:gd name="T18" fmla="*/ 24 h 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1" h="24">
                    <a:moveTo>
                      <a:pt x="7" y="24"/>
                    </a:moveTo>
                    <a:lnTo>
                      <a:pt x="41" y="8"/>
                    </a:lnTo>
                    <a:lnTo>
                      <a:pt x="30" y="0"/>
                    </a:lnTo>
                    <a:lnTo>
                      <a:pt x="0" y="19"/>
                    </a:lnTo>
                    <a:lnTo>
                      <a:pt x="7" y="24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5" name="Freeform 569"/>
              <p:cNvSpPr>
                <a:spLocks/>
              </p:cNvSpPr>
              <p:nvPr/>
            </p:nvSpPr>
            <p:spPr bwMode="auto">
              <a:xfrm>
                <a:off x="1150" y="1726"/>
                <a:ext cx="4" cy="3"/>
              </a:xfrm>
              <a:custGeom>
                <a:avLst/>
                <a:gdLst>
                  <a:gd name="T0" fmla="*/ 0 w 20"/>
                  <a:gd name="T1" fmla="*/ 0 h 11"/>
                  <a:gd name="T2" fmla="*/ 0 w 20"/>
                  <a:gd name="T3" fmla="*/ 0 h 11"/>
                  <a:gd name="T4" fmla="*/ 0 w 20"/>
                  <a:gd name="T5" fmla="*/ 0 h 11"/>
                  <a:gd name="T6" fmla="*/ 0 w 20"/>
                  <a:gd name="T7" fmla="*/ 0 h 11"/>
                  <a:gd name="T8" fmla="*/ 0 w 20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11"/>
                  <a:gd name="T17" fmla="*/ 20 w 20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11">
                    <a:moveTo>
                      <a:pt x="1" y="11"/>
                    </a:moveTo>
                    <a:lnTo>
                      <a:pt x="20" y="1"/>
                    </a:lnTo>
                    <a:lnTo>
                      <a:pt x="20" y="0"/>
                    </a:lnTo>
                    <a:lnTo>
                      <a:pt x="0" y="9"/>
                    </a:lnTo>
                    <a:lnTo>
                      <a:pt x="1" y="1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6" name="Freeform 570"/>
              <p:cNvSpPr>
                <a:spLocks/>
              </p:cNvSpPr>
              <p:nvPr/>
            </p:nvSpPr>
            <p:spPr bwMode="auto">
              <a:xfrm>
                <a:off x="907" y="1649"/>
                <a:ext cx="124" cy="74"/>
              </a:xfrm>
              <a:custGeom>
                <a:avLst/>
                <a:gdLst>
                  <a:gd name="T0" fmla="*/ 0 w 616"/>
                  <a:gd name="T1" fmla="*/ 0 h 368"/>
                  <a:gd name="T2" fmla="*/ 0 w 616"/>
                  <a:gd name="T3" fmla="*/ 0 h 368"/>
                  <a:gd name="T4" fmla="*/ 0 w 616"/>
                  <a:gd name="T5" fmla="*/ 0 h 368"/>
                  <a:gd name="T6" fmla="*/ 0 w 616"/>
                  <a:gd name="T7" fmla="*/ 0 h 368"/>
                  <a:gd name="T8" fmla="*/ 0 w 616"/>
                  <a:gd name="T9" fmla="*/ 0 h 368"/>
                  <a:gd name="T10" fmla="*/ 0 w 616"/>
                  <a:gd name="T11" fmla="*/ 0 h 368"/>
                  <a:gd name="T12" fmla="*/ 0 w 616"/>
                  <a:gd name="T13" fmla="*/ 0 h 368"/>
                  <a:gd name="T14" fmla="*/ 0 w 616"/>
                  <a:gd name="T15" fmla="*/ 0 h 368"/>
                  <a:gd name="T16" fmla="*/ 0 w 616"/>
                  <a:gd name="T17" fmla="*/ 0 h 368"/>
                  <a:gd name="T18" fmla="*/ 0 w 616"/>
                  <a:gd name="T19" fmla="*/ 0 h 368"/>
                  <a:gd name="T20" fmla="*/ 0 w 616"/>
                  <a:gd name="T21" fmla="*/ 0 h 368"/>
                  <a:gd name="T22" fmla="*/ 0 w 616"/>
                  <a:gd name="T23" fmla="*/ 0 h 368"/>
                  <a:gd name="T24" fmla="*/ 0 w 616"/>
                  <a:gd name="T25" fmla="*/ 0 h 368"/>
                  <a:gd name="T26" fmla="*/ 0 w 616"/>
                  <a:gd name="T27" fmla="*/ 0 h 368"/>
                  <a:gd name="T28" fmla="*/ 0 w 616"/>
                  <a:gd name="T29" fmla="*/ 0 h 368"/>
                  <a:gd name="T30" fmla="*/ 0 w 616"/>
                  <a:gd name="T31" fmla="*/ 0 h 368"/>
                  <a:gd name="T32" fmla="*/ 0 w 616"/>
                  <a:gd name="T33" fmla="*/ 0 h 368"/>
                  <a:gd name="T34" fmla="*/ 0 w 616"/>
                  <a:gd name="T35" fmla="*/ 0 h 368"/>
                  <a:gd name="T36" fmla="*/ 0 w 616"/>
                  <a:gd name="T37" fmla="*/ 0 h 368"/>
                  <a:gd name="T38" fmla="*/ 0 w 616"/>
                  <a:gd name="T39" fmla="*/ 0 h 368"/>
                  <a:gd name="T40" fmla="*/ 0 w 616"/>
                  <a:gd name="T41" fmla="*/ 0 h 368"/>
                  <a:gd name="T42" fmla="*/ 0 w 616"/>
                  <a:gd name="T43" fmla="*/ 0 h 36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16"/>
                  <a:gd name="T67" fmla="*/ 0 h 368"/>
                  <a:gd name="T68" fmla="*/ 616 w 616"/>
                  <a:gd name="T69" fmla="*/ 368 h 368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16" h="368">
                    <a:moveTo>
                      <a:pt x="238" y="365"/>
                    </a:moveTo>
                    <a:lnTo>
                      <a:pt x="220" y="368"/>
                    </a:lnTo>
                    <a:lnTo>
                      <a:pt x="205" y="368"/>
                    </a:lnTo>
                    <a:lnTo>
                      <a:pt x="192" y="367"/>
                    </a:lnTo>
                    <a:lnTo>
                      <a:pt x="181" y="363"/>
                    </a:lnTo>
                    <a:lnTo>
                      <a:pt x="172" y="360"/>
                    </a:lnTo>
                    <a:lnTo>
                      <a:pt x="166" y="356"/>
                    </a:lnTo>
                    <a:lnTo>
                      <a:pt x="163" y="354"/>
                    </a:lnTo>
                    <a:lnTo>
                      <a:pt x="162" y="353"/>
                    </a:lnTo>
                    <a:lnTo>
                      <a:pt x="6" y="194"/>
                    </a:lnTo>
                    <a:lnTo>
                      <a:pt x="0" y="188"/>
                    </a:lnTo>
                    <a:lnTo>
                      <a:pt x="420" y="0"/>
                    </a:lnTo>
                    <a:lnTo>
                      <a:pt x="607" y="147"/>
                    </a:lnTo>
                    <a:lnTo>
                      <a:pt x="609" y="149"/>
                    </a:lnTo>
                    <a:lnTo>
                      <a:pt x="611" y="152"/>
                    </a:lnTo>
                    <a:lnTo>
                      <a:pt x="613" y="157"/>
                    </a:lnTo>
                    <a:lnTo>
                      <a:pt x="616" y="163"/>
                    </a:lnTo>
                    <a:lnTo>
                      <a:pt x="616" y="170"/>
                    </a:lnTo>
                    <a:lnTo>
                      <a:pt x="612" y="177"/>
                    </a:lnTo>
                    <a:lnTo>
                      <a:pt x="605" y="184"/>
                    </a:lnTo>
                    <a:lnTo>
                      <a:pt x="592" y="193"/>
                    </a:lnTo>
                    <a:lnTo>
                      <a:pt x="238" y="365"/>
                    </a:lnTo>
                    <a:close/>
                  </a:path>
                </a:pathLst>
              </a:custGeom>
              <a:solidFill>
                <a:srgbClr val="A0828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7" name="Freeform 571"/>
              <p:cNvSpPr>
                <a:spLocks/>
              </p:cNvSpPr>
              <p:nvPr/>
            </p:nvSpPr>
            <p:spPr bwMode="auto">
              <a:xfrm>
                <a:off x="906" y="1687"/>
                <a:ext cx="2" cy="1"/>
              </a:xfrm>
              <a:custGeom>
                <a:avLst/>
                <a:gdLst>
                  <a:gd name="T0" fmla="*/ 0 w 9"/>
                  <a:gd name="T1" fmla="*/ 0 h 7"/>
                  <a:gd name="T2" fmla="*/ 0 w 9"/>
                  <a:gd name="T3" fmla="*/ 0 h 7"/>
                  <a:gd name="T4" fmla="*/ 0 w 9"/>
                  <a:gd name="T5" fmla="*/ 0 h 7"/>
                  <a:gd name="T6" fmla="*/ 0 w 9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7"/>
                  <a:gd name="T14" fmla="*/ 9 w 9"/>
                  <a:gd name="T15" fmla="*/ 7 h 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7">
                    <a:moveTo>
                      <a:pt x="0" y="7"/>
                    </a:moveTo>
                    <a:lnTo>
                      <a:pt x="9" y="5"/>
                    </a:lnTo>
                    <a:lnTo>
                      <a:pt x="5" y="0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A0828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8" name="Freeform 572"/>
              <p:cNvSpPr>
                <a:spLocks/>
              </p:cNvSpPr>
              <p:nvPr/>
            </p:nvSpPr>
            <p:spPr bwMode="auto">
              <a:xfrm>
                <a:off x="966" y="1661"/>
                <a:ext cx="48" cy="33"/>
              </a:xfrm>
              <a:custGeom>
                <a:avLst/>
                <a:gdLst>
                  <a:gd name="T0" fmla="*/ 0 w 239"/>
                  <a:gd name="T1" fmla="*/ 0 h 164"/>
                  <a:gd name="T2" fmla="*/ 0 w 239"/>
                  <a:gd name="T3" fmla="*/ 0 h 164"/>
                  <a:gd name="T4" fmla="*/ 0 w 239"/>
                  <a:gd name="T5" fmla="*/ 0 h 164"/>
                  <a:gd name="T6" fmla="*/ 0 w 239"/>
                  <a:gd name="T7" fmla="*/ 0 h 164"/>
                  <a:gd name="T8" fmla="*/ 0 w 239"/>
                  <a:gd name="T9" fmla="*/ 0 h 1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9"/>
                  <a:gd name="T16" fmla="*/ 0 h 164"/>
                  <a:gd name="T17" fmla="*/ 239 w 239"/>
                  <a:gd name="T18" fmla="*/ 164 h 16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9" h="164">
                    <a:moveTo>
                      <a:pt x="101" y="0"/>
                    </a:moveTo>
                    <a:lnTo>
                      <a:pt x="239" y="114"/>
                    </a:lnTo>
                    <a:lnTo>
                      <a:pt x="133" y="164"/>
                    </a:lnTo>
                    <a:lnTo>
                      <a:pt x="0" y="45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1970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9" name="Freeform 573"/>
              <p:cNvSpPr>
                <a:spLocks/>
              </p:cNvSpPr>
              <p:nvPr/>
            </p:nvSpPr>
            <p:spPr bwMode="auto">
              <a:xfrm>
                <a:off x="858" y="1707"/>
                <a:ext cx="115" cy="140"/>
              </a:xfrm>
              <a:custGeom>
                <a:avLst/>
                <a:gdLst>
                  <a:gd name="T0" fmla="*/ 0 w 578"/>
                  <a:gd name="T1" fmla="*/ 0 h 697"/>
                  <a:gd name="T2" fmla="*/ 0 w 578"/>
                  <a:gd name="T3" fmla="*/ 0 h 697"/>
                  <a:gd name="T4" fmla="*/ 0 w 578"/>
                  <a:gd name="T5" fmla="*/ 0 h 697"/>
                  <a:gd name="T6" fmla="*/ 0 w 578"/>
                  <a:gd name="T7" fmla="*/ 0 h 697"/>
                  <a:gd name="T8" fmla="*/ 0 w 578"/>
                  <a:gd name="T9" fmla="*/ 0 h 697"/>
                  <a:gd name="T10" fmla="*/ 0 w 578"/>
                  <a:gd name="T11" fmla="*/ 0 h 697"/>
                  <a:gd name="T12" fmla="*/ 0 w 578"/>
                  <a:gd name="T13" fmla="*/ 0 h 697"/>
                  <a:gd name="T14" fmla="*/ 0 w 578"/>
                  <a:gd name="T15" fmla="*/ 0 h 697"/>
                  <a:gd name="T16" fmla="*/ 0 w 578"/>
                  <a:gd name="T17" fmla="*/ 0 h 697"/>
                  <a:gd name="T18" fmla="*/ 0 w 578"/>
                  <a:gd name="T19" fmla="*/ 0 h 697"/>
                  <a:gd name="T20" fmla="*/ 0 w 578"/>
                  <a:gd name="T21" fmla="*/ 0 h 697"/>
                  <a:gd name="T22" fmla="*/ 0 w 578"/>
                  <a:gd name="T23" fmla="*/ 0 h 697"/>
                  <a:gd name="T24" fmla="*/ 0 w 578"/>
                  <a:gd name="T25" fmla="*/ 0 h 697"/>
                  <a:gd name="T26" fmla="*/ 0 w 578"/>
                  <a:gd name="T27" fmla="*/ 0 h 697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578"/>
                  <a:gd name="T43" fmla="*/ 0 h 697"/>
                  <a:gd name="T44" fmla="*/ 578 w 578"/>
                  <a:gd name="T45" fmla="*/ 697 h 697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578" h="697">
                    <a:moveTo>
                      <a:pt x="11" y="0"/>
                    </a:moveTo>
                    <a:lnTo>
                      <a:pt x="9" y="0"/>
                    </a:lnTo>
                    <a:lnTo>
                      <a:pt x="0" y="42"/>
                    </a:lnTo>
                    <a:lnTo>
                      <a:pt x="34" y="81"/>
                    </a:lnTo>
                    <a:lnTo>
                      <a:pt x="40" y="58"/>
                    </a:lnTo>
                    <a:lnTo>
                      <a:pt x="74" y="97"/>
                    </a:lnTo>
                    <a:lnTo>
                      <a:pt x="68" y="121"/>
                    </a:lnTo>
                    <a:lnTo>
                      <a:pt x="555" y="690"/>
                    </a:lnTo>
                    <a:lnTo>
                      <a:pt x="556" y="691"/>
                    </a:lnTo>
                    <a:lnTo>
                      <a:pt x="558" y="692"/>
                    </a:lnTo>
                    <a:lnTo>
                      <a:pt x="561" y="694"/>
                    </a:lnTo>
                    <a:lnTo>
                      <a:pt x="566" y="697"/>
                    </a:lnTo>
                    <a:lnTo>
                      <a:pt x="578" y="64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5493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0" name="Freeform 574"/>
              <p:cNvSpPr>
                <a:spLocks/>
              </p:cNvSpPr>
              <p:nvPr/>
            </p:nvSpPr>
            <p:spPr bwMode="auto">
              <a:xfrm>
                <a:off x="865" y="1719"/>
                <a:ext cx="3" cy="4"/>
              </a:xfrm>
              <a:custGeom>
                <a:avLst/>
                <a:gdLst>
                  <a:gd name="T0" fmla="*/ 0 w 19"/>
                  <a:gd name="T1" fmla="*/ 0 h 23"/>
                  <a:gd name="T2" fmla="*/ 0 w 19"/>
                  <a:gd name="T3" fmla="*/ 0 h 23"/>
                  <a:gd name="T4" fmla="*/ 0 w 19"/>
                  <a:gd name="T5" fmla="*/ 0 h 23"/>
                  <a:gd name="T6" fmla="*/ 0 w 19"/>
                  <a:gd name="T7" fmla="*/ 0 h 2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23"/>
                  <a:gd name="T14" fmla="*/ 19 w 19"/>
                  <a:gd name="T15" fmla="*/ 23 h 2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23">
                    <a:moveTo>
                      <a:pt x="6" y="0"/>
                    </a:moveTo>
                    <a:lnTo>
                      <a:pt x="0" y="23"/>
                    </a:lnTo>
                    <a:lnTo>
                      <a:pt x="19" y="15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49A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1" name="Freeform 575"/>
              <p:cNvSpPr>
                <a:spLocks/>
              </p:cNvSpPr>
              <p:nvPr/>
            </p:nvSpPr>
            <p:spPr bwMode="auto">
              <a:xfrm>
                <a:off x="924" y="1678"/>
                <a:ext cx="224" cy="145"/>
              </a:xfrm>
              <a:custGeom>
                <a:avLst/>
                <a:gdLst>
                  <a:gd name="T0" fmla="*/ 0 w 1118"/>
                  <a:gd name="T1" fmla="*/ 0 h 724"/>
                  <a:gd name="T2" fmla="*/ 0 w 1118"/>
                  <a:gd name="T3" fmla="*/ 0 h 724"/>
                  <a:gd name="T4" fmla="*/ 0 w 1118"/>
                  <a:gd name="T5" fmla="*/ 0 h 724"/>
                  <a:gd name="T6" fmla="*/ 0 w 1118"/>
                  <a:gd name="T7" fmla="*/ 0 h 724"/>
                  <a:gd name="T8" fmla="*/ 0 w 1118"/>
                  <a:gd name="T9" fmla="*/ 0 h 724"/>
                  <a:gd name="T10" fmla="*/ 0 w 1118"/>
                  <a:gd name="T11" fmla="*/ 0 h 724"/>
                  <a:gd name="T12" fmla="*/ 0 w 1118"/>
                  <a:gd name="T13" fmla="*/ 0 h 724"/>
                  <a:gd name="T14" fmla="*/ 0 w 1118"/>
                  <a:gd name="T15" fmla="*/ 0 h 724"/>
                  <a:gd name="T16" fmla="*/ 0 w 1118"/>
                  <a:gd name="T17" fmla="*/ 0 h 724"/>
                  <a:gd name="T18" fmla="*/ 0 w 1118"/>
                  <a:gd name="T19" fmla="*/ 0 h 724"/>
                  <a:gd name="T20" fmla="*/ 0 w 1118"/>
                  <a:gd name="T21" fmla="*/ 0 h 724"/>
                  <a:gd name="T22" fmla="*/ 0 w 1118"/>
                  <a:gd name="T23" fmla="*/ 0 h 724"/>
                  <a:gd name="T24" fmla="*/ 0 w 1118"/>
                  <a:gd name="T25" fmla="*/ 0 h 724"/>
                  <a:gd name="T26" fmla="*/ 0 w 1118"/>
                  <a:gd name="T27" fmla="*/ 0 h 724"/>
                  <a:gd name="T28" fmla="*/ 0 w 1118"/>
                  <a:gd name="T29" fmla="*/ 0 h 724"/>
                  <a:gd name="T30" fmla="*/ 0 w 1118"/>
                  <a:gd name="T31" fmla="*/ 0 h 724"/>
                  <a:gd name="T32" fmla="*/ 0 w 1118"/>
                  <a:gd name="T33" fmla="*/ 0 h 724"/>
                  <a:gd name="T34" fmla="*/ 0 w 1118"/>
                  <a:gd name="T35" fmla="*/ 0 h 724"/>
                  <a:gd name="T36" fmla="*/ 0 w 1118"/>
                  <a:gd name="T37" fmla="*/ 0 h 724"/>
                  <a:gd name="T38" fmla="*/ 0 w 1118"/>
                  <a:gd name="T39" fmla="*/ 0 h 724"/>
                  <a:gd name="T40" fmla="*/ 0 w 1118"/>
                  <a:gd name="T41" fmla="*/ 0 h 724"/>
                  <a:gd name="T42" fmla="*/ 0 w 1118"/>
                  <a:gd name="T43" fmla="*/ 0 h 724"/>
                  <a:gd name="T44" fmla="*/ 0 w 1118"/>
                  <a:gd name="T45" fmla="*/ 0 h 724"/>
                  <a:gd name="T46" fmla="*/ 0 w 1118"/>
                  <a:gd name="T47" fmla="*/ 0 h 724"/>
                  <a:gd name="T48" fmla="*/ 0 w 1118"/>
                  <a:gd name="T49" fmla="*/ 0 h 724"/>
                  <a:gd name="T50" fmla="*/ 0 w 1118"/>
                  <a:gd name="T51" fmla="*/ 0 h 724"/>
                  <a:gd name="T52" fmla="*/ 0 w 1118"/>
                  <a:gd name="T53" fmla="*/ 0 h 724"/>
                  <a:gd name="T54" fmla="*/ 0 w 1118"/>
                  <a:gd name="T55" fmla="*/ 0 h 724"/>
                  <a:gd name="T56" fmla="*/ 0 w 1118"/>
                  <a:gd name="T57" fmla="*/ 0 h 724"/>
                  <a:gd name="T58" fmla="*/ 0 w 1118"/>
                  <a:gd name="T59" fmla="*/ 0 h 724"/>
                  <a:gd name="T60" fmla="*/ 0 w 1118"/>
                  <a:gd name="T61" fmla="*/ 0 h 724"/>
                  <a:gd name="T62" fmla="*/ 0 w 1118"/>
                  <a:gd name="T63" fmla="*/ 0 h 724"/>
                  <a:gd name="T64" fmla="*/ 0 w 1118"/>
                  <a:gd name="T65" fmla="*/ 0 h 72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18"/>
                  <a:gd name="T100" fmla="*/ 0 h 724"/>
                  <a:gd name="T101" fmla="*/ 1118 w 1118"/>
                  <a:gd name="T102" fmla="*/ 724 h 72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18" h="724">
                    <a:moveTo>
                      <a:pt x="0" y="375"/>
                    </a:moveTo>
                    <a:lnTo>
                      <a:pt x="284" y="705"/>
                    </a:lnTo>
                    <a:lnTo>
                      <a:pt x="285" y="706"/>
                    </a:lnTo>
                    <a:lnTo>
                      <a:pt x="289" y="710"/>
                    </a:lnTo>
                    <a:lnTo>
                      <a:pt x="294" y="713"/>
                    </a:lnTo>
                    <a:lnTo>
                      <a:pt x="301" y="718"/>
                    </a:lnTo>
                    <a:lnTo>
                      <a:pt x="309" y="722"/>
                    </a:lnTo>
                    <a:lnTo>
                      <a:pt x="320" y="724"/>
                    </a:lnTo>
                    <a:lnTo>
                      <a:pt x="333" y="724"/>
                    </a:lnTo>
                    <a:lnTo>
                      <a:pt x="347" y="722"/>
                    </a:lnTo>
                    <a:lnTo>
                      <a:pt x="1103" y="303"/>
                    </a:lnTo>
                    <a:lnTo>
                      <a:pt x="1104" y="302"/>
                    </a:lnTo>
                    <a:lnTo>
                      <a:pt x="1109" y="298"/>
                    </a:lnTo>
                    <a:lnTo>
                      <a:pt x="1113" y="292"/>
                    </a:lnTo>
                    <a:lnTo>
                      <a:pt x="1117" y="284"/>
                    </a:lnTo>
                    <a:lnTo>
                      <a:pt x="1118" y="274"/>
                    </a:lnTo>
                    <a:lnTo>
                      <a:pt x="1116" y="264"/>
                    </a:lnTo>
                    <a:lnTo>
                      <a:pt x="1109" y="252"/>
                    </a:lnTo>
                    <a:lnTo>
                      <a:pt x="1093" y="239"/>
                    </a:lnTo>
                    <a:lnTo>
                      <a:pt x="741" y="5"/>
                    </a:lnTo>
                    <a:lnTo>
                      <a:pt x="739" y="5"/>
                    </a:lnTo>
                    <a:lnTo>
                      <a:pt x="737" y="4"/>
                    </a:lnTo>
                    <a:lnTo>
                      <a:pt x="733" y="1"/>
                    </a:lnTo>
                    <a:lnTo>
                      <a:pt x="729" y="0"/>
                    </a:lnTo>
                    <a:lnTo>
                      <a:pt x="721" y="0"/>
                    </a:lnTo>
                    <a:lnTo>
                      <a:pt x="713" y="0"/>
                    </a:lnTo>
                    <a:lnTo>
                      <a:pt x="705" y="2"/>
                    </a:lnTo>
                    <a:lnTo>
                      <a:pt x="694" y="6"/>
                    </a:lnTo>
                    <a:lnTo>
                      <a:pt x="24" y="335"/>
                    </a:lnTo>
                    <a:lnTo>
                      <a:pt x="20" y="339"/>
                    </a:lnTo>
                    <a:lnTo>
                      <a:pt x="9" y="348"/>
                    </a:lnTo>
                    <a:lnTo>
                      <a:pt x="0" y="361"/>
                    </a:lnTo>
                    <a:lnTo>
                      <a:pt x="0" y="375"/>
                    </a:lnTo>
                    <a:close/>
                  </a:path>
                </a:pathLst>
              </a:custGeom>
              <a:solidFill>
                <a:srgbClr val="EAEA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2" name="Freeform 576"/>
              <p:cNvSpPr>
                <a:spLocks/>
              </p:cNvSpPr>
              <p:nvPr/>
            </p:nvSpPr>
            <p:spPr bwMode="auto">
              <a:xfrm>
                <a:off x="942" y="1690"/>
                <a:ext cx="129" cy="65"/>
              </a:xfrm>
              <a:custGeom>
                <a:avLst/>
                <a:gdLst>
                  <a:gd name="T0" fmla="*/ 0 w 643"/>
                  <a:gd name="T1" fmla="*/ 0 h 325"/>
                  <a:gd name="T2" fmla="*/ 0 w 643"/>
                  <a:gd name="T3" fmla="*/ 0 h 325"/>
                  <a:gd name="T4" fmla="*/ 0 w 643"/>
                  <a:gd name="T5" fmla="*/ 0 h 325"/>
                  <a:gd name="T6" fmla="*/ 0 w 643"/>
                  <a:gd name="T7" fmla="*/ 0 h 325"/>
                  <a:gd name="T8" fmla="*/ 0 w 643"/>
                  <a:gd name="T9" fmla="*/ 0 h 3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43"/>
                  <a:gd name="T16" fmla="*/ 0 h 325"/>
                  <a:gd name="T17" fmla="*/ 643 w 643"/>
                  <a:gd name="T18" fmla="*/ 325 h 3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43" h="325">
                    <a:moveTo>
                      <a:pt x="0" y="320"/>
                    </a:moveTo>
                    <a:lnTo>
                      <a:pt x="2" y="325"/>
                    </a:lnTo>
                    <a:lnTo>
                      <a:pt x="643" y="5"/>
                    </a:lnTo>
                    <a:lnTo>
                      <a:pt x="640" y="0"/>
                    </a:lnTo>
                    <a:lnTo>
                      <a:pt x="0" y="32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3" name="Freeform 577"/>
              <p:cNvSpPr>
                <a:spLocks/>
              </p:cNvSpPr>
              <p:nvPr/>
            </p:nvSpPr>
            <p:spPr bwMode="auto">
              <a:xfrm>
                <a:off x="950" y="1695"/>
                <a:ext cx="130" cy="67"/>
              </a:xfrm>
              <a:custGeom>
                <a:avLst/>
                <a:gdLst>
                  <a:gd name="T0" fmla="*/ 0 w 647"/>
                  <a:gd name="T1" fmla="*/ 0 h 334"/>
                  <a:gd name="T2" fmla="*/ 0 w 647"/>
                  <a:gd name="T3" fmla="*/ 0 h 334"/>
                  <a:gd name="T4" fmla="*/ 0 w 647"/>
                  <a:gd name="T5" fmla="*/ 0 h 334"/>
                  <a:gd name="T6" fmla="*/ 0 w 647"/>
                  <a:gd name="T7" fmla="*/ 0 h 334"/>
                  <a:gd name="T8" fmla="*/ 0 w 647"/>
                  <a:gd name="T9" fmla="*/ 0 h 3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47"/>
                  <a:gd name="T16" fmla="*/ 0 h 334"/>
                  <a:gd name="T17" fmla="*/ 647 w 647"/>
                  <a:gd name="T18" fmla="*/ 334 h 3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47" h="334">
                    <a:moveTo>
                      <a:pt x="0" y="329"/>
                    </a:moveTo>
                    <a:lnTo>
                      <a:pt x="3" y="334"/>
                    </a:lnTo>
                    <a:lnTo>
                      <a:pt x="647" y="5"/>
                    </a:lnTo>
                    <a:lnTo>
                      <a:pt x="645" y="0"/>
                    </a:lnTo>
                    <a:lnTo>
                      <a:pt x="0" y="32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4" name="Freeform 578"/>
              <p:cNvSpPr>
                <a:spLocks/>
              </p:cNvSpPr>
              <p:nvPr/>
            </p:nvSpPr>
            <p:spPr bwMode="auto">
              <a:xfrm>
                <a:off x="959" y="1701"/>
                <a:ext cx="130" cy="69"/>
              </a:xfrm>
              <a:custGeom>
                <a:avLst/>
                <a:gdLst>
                  <a:gd name="T0" fmla="*/ 0 w 652"/>
                  <a:gd name="T1" fmla="*/ 0 h 343"/>
                  <a:gd name="T2" fmla="*/ 0 w 652"/>
                  <a:gd name="T3" fmla="*/ 0 h 343"/>
                  <a:gd name="T4" fmla="*/ 0 w 652"/>
                  <a:gd name="T5" fmla="*/ 0 h 343"/>
                  <a:gd name="T6" fmla="*/ 0 w 652"/>
                  <a:gd name="T7" fmla="*/ 0 h 343"/>
                  <a:gd name="T8" fmla="*/ 0 w 652"/>
                  <a:gd name="T9" fmla="*/ 0 h 3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52"/>
                  <a:gd name="T16" fmla="*/ 0 h 343"/>
                  <a:gd name="T17" fmla="*/ 652 w 652"/>
                  <a:gd name="T18" fmla="*/ 343 h 3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52" h="343">
                    <a:moveTo>
                      <a:pt x="0" y="337"/>
                    </a:moveTo>
                    <a:lnTo>
                      <a:pt x="2" y="343"/>
                    </a:lnTo>
                    <a:lnTo>
                      <a:pt x="652" y="4"/>
                    </a:lnTo>
                    <a:lnTo>
                      <a:pt x="650" y="0"/>
                    </a:lnTo>
                    <a:lnTo>
                      <a:pt x="0" y="3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5" name="Freeform 579"/>
              <p:cNvSpPr>
                <a:spLocks/>
              </p:cNvSpPr>
              <p:nvPr/>
            </p:nvSpPr>
            <p:spPr bwMode="auto">
              <a:xfrm>
                <a:off x="967" y="1707"/>
                <a:ext cx="132" cy="71"/>
              </a:xfrm>
              <a:custGeom>
                <a:avLst/>
                <a:gdLst>
                  <a:gd name="T0" fmla="*/ 0 w 658"/>
                  <a:gd name="T1" fmla="*/ 0 h 355"/>
                  <a:gd name="T2" fmla="*/ 0 w 658"/>
                  <a:gd name="T3" fmla="*/ 0 h 355"/>
                  <a:gd name="T4" fmla="*/ 0 w 658"/>
                  <a:gd name="T5" fmla="*/ 0 h 355"/>
                  <a:gd name="T6" fmla="*/ 0 w 658"/>
                  <a:gd name="T7" fmla="*/ 0 h 355"/>
                  <a:gd name="T8" fmla="*/ 0 w 658"/>
                  <a:gd name="T9" fmla="*/ 0 h 3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58"/>
                  <a:gd name="T16" fmla="*/ 0 h 355"/>
                  <a:gd name="T17" fmla="*/ 658 w 658"/>
                  <a:gd name="T18" fmla="*/ 355 h 3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58" h="355">
                    <a:moveTo>
                      <a:pt x="0" y="349"/>
                    </a:moveTo>
                    <a:lnTo>
                      <a:pt x="2" y="355"/>
                    </a:lnTo>
                    <a:lnTo>
                      <a:pt x="658" y="5"/>
                    </a:lnTo>
                    <a:lnTo>
                      <a:pt x="654" y="0"/>
                    </a:lnTo>
                    <a:lnTo>
                      <a:pt x="0" y="34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6" name="Freeform 580"/>
              <p:cNvSpPr>
                <a:spLocks/>
              </p:cNvSpPr>
              <p:nvPr/>
            </p:nvSpPr>
            <p:spPr bwMode="auto">
              <a:xfrm>
                <a:off x="976" y="1713"/>
                <a:ext cx="132" cy="73"/>
              </a:xfrm>
              <a:custGeom>
                <a:avLst/>
                <a:gdLst>
                  <a:gd name="T0" fmla="*/ 0 w 661"/>
                  <a:gd name="T1" fmla="*/ 0 h 365"/>
                  <a:gd name="T2" fmla="*/ 0 w 661"/>
                  <a:gd name="T3" fmla="*/ 0 h 365"/>
                  <a:gd name="T4" fmla="*/ 0 w 661"/>
                  <a:gd name="T5" fmla="*/ 0 h 365"/>
                  <a:gd name="T6" fmla="*/ 0 w 661"/>
                  <a:gd name="T7" fmla="*/ 0 h 365"/>
                  <a:gd name="T8" fmla="*/ 0 w 661"/>
                  <a:gd name="T9" fmla="*/ 0 h 3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1"/>
                  <a:gd name="T16" fmla="*/ 0 h 365"/>
                  <a:gd name="T17" fmla="*/ 661 w 661"/>
                  <a:gd name="T18" fmla="*/ 365 h 36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1" h="365">
                    <a:moveTo>
                      <a:pt x="0" y="359"/>
                    </a:moveTo>
                    <a:lnTo>
                      <a:pt x="2" y="365"/>
                    </a:lnTo>
                    <a:lnTo>
                      <a:pt x="661" y="6"/>
                    </a:lnTo>
                    <a:lnTo>
                      <a:pt x="659" y="0"/>
                    </a:lnTo>
                    <a:lnTo>
                      <a:pt x="0" y="35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7" name="Freeform 581"/>
              <p:cNvSpPr>
                <a:spLocks/>
              </p:cNvSpPr>
              <p:nvPr/>
            </p:nvSpPr>
            <p:spPr bwMode="auto">
              <a:xfrm>
                <a:off x="985" y="1720"/>
                <a:ext cx="133" cy="75"/>
              </a:xfrm>
              <a:custGeom>
                <a:avLst/>
                <a:gdLst>
                  <a:gd name="T0" fmla="*/ 0 w 666"/>
                  <a:gd name="T1" fmla="*/ 0 h 375"/>
                  <a:gd name="T2" fmla="*/ 0 w 666"/>
                  <a:gd name="T3" fmla="*/ 0 h 375"/>
                  <a:gd name="T4" fmla="*/ 0 w 666"/>
                  <a:gd name="T5" fmla="*/ 0 h 375"/>
                  <a:gd name="T6" fmla="*/ 0 w 666"/>
                  <a:gd name="T7" fmla="*/ 0 h 375"/>
                  <a:gd name="T8" fmla="*/ 0 w 666"/>
                  <a:gd name="T9" fmla="*/ 0 h 3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6"/>
                  <a:gd name="T16" fmla="*/ 0 h 375"/>
                  <a:gd name="T17" fmla="*/ 666 w 666"/>
                  <a:gd name="T18" fmla="*/ 375 h 3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6" h="375">
                    <a:moveTo>
                      <a:pt x="0" y="369"/>
                    </a:moveTo>
                    <a:lnTo>
                      <a:pt x="3" y="375"/>
                    </a:lnTo>
                    <a:lnTo>
                      <a:pt x="666" y="5"/>
                    </a:lnTo>
                    <a:lnTo>
                      <a:pt x="663" y="0"/>
                    </a:lnTo>
                    <a:lnTo>
                      <a:pt x="0" y="36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8" name="Freeform 582"/>
              <p:cNvSpPr>
                <a:spLocks/>
              </p:cNvSpPr>
              <p:nvPr/>
            </p:nvSpPr>
            <p:spPr bwMode="auto">
              <a:xfrm>
                <a:off x="994" y="1726"/>
                <a:ext cx="134" cy="77"/>
              </a:xfrm>
              <a:custGeom>
                <a:avLst/>
                <a:gdLst>
                  <a:gd name="T0" fmla="*/ 0 w 671"/>
                  <a:gd name="T1" fmla="*/ 0 h 386"/>
                  <a:gd name="T2" fmla="*/ 0 w 671"/>
                  <a:gd name="T3" fmla="*/ 0 h 386"/>
                  <a:gd name="T4" fmla="*/ 0 w 671"/>
                  <a:gd name="T5" fmla="*/ 0 h 386"/>
                  <a:gd name="T6" fmla="*/ 0 w 671"/>
                  <a:gd name="T7" fmla="*/ 0 h 386"/>
                  <a:gd name="T8" fmla="*/ 0 w 671"/>
                  <a:gd name="T9" fmla="*/ 0 h 38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1"/>
                  <a:gd name="T16" fmla="*/ 0 h 386"/>
                  <a:gd name="T17" fmla="*/ 671 w 671"/>
                  <a:gd name="T18" fmla="*/ 386 h 38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1" h="386">
                    <a:moveTo>
                      <a:pt x="0" y="381"/>
                    </a:moveTo>
                    <a:lnTo>
                      <a:pt x="4" y="386"/>
                    </a:lnTo>
                    <a:lnTo>
                      <a:pt x="671" y="6"/>
                    </a:lnTo>
                    <a:lnTo>
                      <a:pt x="668" y="0"/>
                    </a:lnTo>
                    <a:lnTo>
                      <a:pt x="0" y="38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9" name="Freeform 583"/>
              <p:cNvSpPr>
                <a:spLocks/>
              </p:cNvSpPr>
              <p:nvPr/>
            </p:nvSpPr>
            <p:spPr bwMode="auto">
              <a:xfrm>
                <a:off x="966" y="1661"/>
                <a:ext cx="48" cy="23"/>
              </a:xfrm>
              <a:custGeom>
                <a:avLst/>
                <a:gdLst>
                  <a:gd name="T0" fmla="*/ 0 w 239"/>
                  <a:gd name="T1" fmla="*/ 0 h 115"/>
                  <a:gd name="T2" fmla="*/ 0 w 239"/>
                  <a:gd name="T3" fmla="*/ 0 h 115"/>
                  <a:gd name="T4" fmla="*/ 0 w 239"/>
                  <a:gd name="T5" fmla="*/ 0 h 115"/>
                  <a:gd name="T6" fmla="*/ 0 w 239"/>
                  <a:gd name="T7" fmla="*/ 0 h 115"/>
                  <a:gd name="T8" fmla="*/ 0 w 239"/>
                  <a:gd name="T9" fmla="*/ 0 h 115"/>
                  <a:gd name="T10" fmla="*/ 0 w 239"/>
                  <a:gd name="T11" fmla="*/ 0 h 115"/>
                  <a:gd name="T12" fmla="*/ 0 w 239"/>
                  <a:gd name="T13" fmla="*/ 0 h 1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39"/>
                  <a:gd name="T22" fmla="*/ 0 h 115"/>
                  <a:gd name="T23" fmla="*/ 239 w 239"/>
                  <a:gd name="T24" fmla="*/ 115 h 11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39" h="115">
                    <a:moveTo>
                      <a:pt x="0" y="45"/>
                    </a:moveTo>
                    <a:lnTo>
                      <a:pt x="101" y="0"/>
                    </a:lnTo>
                    <a:lnTo>
                      <a:pt x="239" y="114"/>
                    </a:lnTo>
                    <a:lnTo>
                      <a:pt x="235" y="115"/>
                    </a:lnTo>
                    <a:lnTo>
                      <a:pt x="100" y="5"/>
                    </a:lnTo>
                    <a:lnTo>
                      <a:pt x="3" y="47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0" name="Freeform 584"/>
              <p:cNvSpPr>
                <a:spLocks/>
              </p:cNvSpPr>
              <p:nvPr/>
            </p:nvSpPr>
            <p:spPr bwMode="auto">
              <a:xfrm>
                <a:off x="907" y="1685"/>
                <a:ext cx="123" cy="39"/>
              </a:xfrm>
              <a:custGeom>
                <a:avLst/>
                <a:gdLst>
                  <a:gd name="T0" fmla="*/ 0 w 613"/>
                  <a:gd name="T1" fmla="*/ 0 h 196"/>
                  <a:gd name="T2" fmla="*/ 0 w 613"/>
                  <a:gd name="T3" fmla="*/ 0 h 196"/>
                  <a:gd name="T4" fmla="*/ 0 w 613"/>
                  <a:gd name="T5" fmla="*/ 0 h 196"/>
                  <a:gd name="T6" fmla="*/ 0 w 613"/>
                  <a:gd name="T7" fmla="*/ 0 h 196"/>
                  <a:gd name="T8" fmla="*/ 0 w 613"/>
                  <a:gd name="T9" fmla="*/ 0 h 196"/>
                  <a:gd name="T10" fmla="*/ 0 w 613"/>
                  <a:gd name="T11" fmla="*/ 0 h 196"/>
                  <a:gd name="T12" fmla="*/ 0 w 613"/>
                  <a:gd name="T13" fmla="*/ 0 h 196"/>
                  <a:gd name="T14" fmla="*/ 0 w 613"/>
                  <a:gd name="T15" fmla="*/ 0 h 196"/>
                  <a:gd name="T16" fmla="*/ 0 w 613"/>
                  <a:gd name="T17" fmla="*/ 0 h 196"/>
                  <a:gd name="T18" fmla="*/ 0 w 613"/>
                  <a:gd name="T19" fmla="*/ 0 h 196"/>
                  <a:gd name="T20" fmla="*/ 0 w 613"/>
                  <a:gd name="T21" fmla="*/ 0 h 196"/>
                  <a:gd name="T22" fmla="*/ 0 w 613"/>
                  <a:gd name="T23" fmla="*/ 0 h 196"/>
                  <a:gd name="T24" fmla="*/ 0 w 613"/>
                  <a:gd name="T25" fmla="*/ 0 h 196"/>
                  <a:gd name="T26" fmla="*/ 0 w 613"/>
                  <a:gd name="T27" fmla="*/ 0 h 196"/>
                  <a:gd name="T28" fmla="*/ 0 w 613"/>
                  <a:gd name="T29" fmla="*/ 0 h 196"/>
                  <a:gd name="T30" fmla="*/ 0 w 613"/>
                  <a:gd name="T31" fmla="*/ 0 h 196"/>
                  <a:gd name="T32" fmla="*/ 0 w 613"/>
                  <a:gd name="T33" fmla="*/ 0 h 196"/>
                  <a:gd name="T34" fmla="*/ 0 w 613"/>
                  <a:gd name="T35" fmla="*/ 0 h 196"/>
                  <a:gd name="T36" fmla="*/ 0 w 613"/>
                  <a:gd name="T37" fmla="*/ 0 h 196"/>
                  <a:gd name="T38" fmla="*/ 0 w 613"/>
                  <a:gd name="T39" fmla="*/ 0 h 196"/>
                  <a:gd name="T40" fmla="*/ 0 w 613"/>
                  <a:gd name="T41" fmla="*/ 0 h 196"/>
                  <a:gd name="T42" fmla="*/ 0 w 613"/>
                  <a:gd name="T43" fmla="*/ 0 h 196"/>
                  <a:gd name="T44" fmla="*/ 0 w 613"/>
                  <a:gd name="T45" fmla="*/ 0 h 196"/>
                  <a:gd name="T46" fmla="*/ 0 w 613"/>
                  <a:gd name="T47" fmla="*/ 0 h 196"/>
                  <a:gd name="T48" fmla="*/ 0 w 613"/>
                  <a:gd name="T49" fmla="*/ 0 h 196"/>
                  <a:gd name="T50" fmla="*/ 0 w 613"/>
                  <a:gd name="T51" fmla="*/ 0 h 196"/>
                  <a:gd name="T52" fmla="*/ 0 w 613"/>
                  <a:gd name="T53" fmla="*/ 0 h 196"/>
                  <a:gd name="T54" fmla="*/ 0 w 613"/>
                  <a:gd name="T55" fmla="*/ 0 h 196"/>
                  <a:gd name="T56" fmla="*/ 0 w 613"/>
                  <a:gd name="T57" fmla="*/ 0 h 196"/>
                  <a:gd name="T58" fmla="*/ 0 w 613"/>
                  <a:gd name="T59" fmla="*/ 0 h 19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613"/>
                  <a:gd name="T91" fmla="*/ 0 h 196"/>
                  <a:gd name="T92" fmla="*/ 613 w 613"/>
                  <a:gd name="T93" fmla="*/ 196 h 19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613" h="196">
                    <a:moveTo>
                      <a:pt x="0" y="17"/>
                    </a:moveTo>
                    <a:lnTo>
                      <a:pt x="162" y="182"/>
                    </a:lnTo>
                    <a:lnTo>
                      <a:pt x="163" y="183"/>
                    </a:lnTo>
                    <a:lnTo>
                      <a:pt x="168" y="185"/>
                    </a:lnTo>
                    <a:lnTo>
                      <a:pt x="174" y="189"/>
                    </a:lnTo>
                    <a:lnTo>
                      <a:pt x="183" y="192"/>
                    </a:lnTo>
                    <a:lnTo>
                      <a:pt x="194" y="195"/>
                    </a:lnTo>
                    <a:lnTo>
                      <a:pt x="207" y="196"/>
                    </a:lnTo>
                    <a:lnTo>
                      <a:pt x="223" y="195"/>
                    </a:lnTo>
                    <a:lnTo>
                      <a:pt x="238" y="191"/>
                    </a:lnTo>
                    <a:lnTo>
                      <a:pt x="600" y="17"/>
                    </a:lnTo>
                    <a:lnTo>
                      <a:pt x="603" y="16"/>
                    </a:lnTo>
                    <a:lnTo>
                      <a:pt x="607" y="12"/>
                    </a:lnTo>
                    <a:lnTo>
                      <a:pt x="611" y="6"/>
                    </a:lnTo>
                    <a:lnTo>
                      <a:pt x="613" y="0"/>
                    </a:lnTo>
                    <a:lnTo>
                      <a:pt x="611" y="3"/>
                    </a:lnTo>
                    <a:lnTo>
                      <a:pt x="607" y="6"/>
                    </a:lnTo>
                    <a:lnTo>
                      <a:pt x="600" y="11"/>
                    </a:lnTo>
                    <a:lnTo>
                      <a:pt x="594" y="15"/>
                    </a:lnTo>
                    <a:lnTo>
                      <a:pt x="238" y="188"/>
                    </a:lnTo>
                    <a:lnTo>
                      <a:pt x="236" y="188"/>
                    </a:lnTo>
                    <a:lnTo>
                      <a:pt x="231" y="189"/>
                    </a:lnTo>
                    <a:lnTo>
                      <a:pt x="223" y="191"/>
                    </a:lnTo>
                    <a:lnTo>
                      <a:pt x="212" y="191"/>
                    </a:lnTo>
                    <a:lnTo>
                      <a:pt x="200" y="191"/>
                    </a:lnTo>
                    <a:lnTo>
                      <a:pt x="188" y="190"/>
                    </a:lnTo>
                    <a:lnTo>
                      <a:pt x="176" y="185"/>
                    </a:lnTo>
                    <a:lnTo>
                      <a:pt x="164" y="179"/>
                    </a:lnTo>
                    <a:lnTo>
                      <a:pt x="4" y="16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1" name="Freeform 585"/>
              <p:cNvSpPr>
                <a:spLocks/>
              </p:cNvSpPr>
              <p:nvPr/>
            </p:nvSpPr>
            <p:spPr bwMode="auto">
              <a:xfrm>
                <a:off x="962" y="1815"/>
                <a:ext cx="16" cy="11"/>
              </a:xfrm>
              <a:custGeom>
                <a:avLst/>
                <a:gdLst>
                  <a:gd name="T0" fmla="*/ 0 w 81"/>
                  <a:gd name="T1" fmla="*/ 0 h 56"/>
                  <a:gd name="T2" fmla="*/ 0 w 81"/>
                  <a:gd name="T3" fmla="*/ 0 h 56"/>
                  <a:gd name="T4" fmla="*/ 0 w 81"/>
                  <a:gd name="T5" fmla="*/ 0 h 56"/>
                  <a:gd name="T6" fmla="*/ 0 w 81"/>
                  <a:gd name="T7" fmla="*/ 0 h 56"/>
                  <a:gd name="T8" fmla="*/ 0 w 81"/>
                  <a:gd name="T9" fmla="*/ 0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1"/>
                  <a:gd name="T16" fmla="*/ 0 h 56"/>
                  <a:gd name="T17" fmla="*/ 81 w 81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1" h="56">
                    <a:moveTo>
                      <a:pt x="0" y="25"/>
                    </a:moveTo>
                    <a:lnTo>
                      <a:pt x="27" y="56"/>
                    </a:lnTo>
                    <a:lnTo>
                      <a:pt x="81" y="30"/>
                    </a:lnTo>
                    <a:lnTo>
                      <a:pt x="51" y="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3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2" name="Freeform 586"/>
              <p:cNvSpPr>
                <a:spLocks/>
              </p:cNvSpPr>
              <p:nvPr/>
            </p:nvSpPr>
            <p:spPr bwMode="auto">
              <a:xfrm>
                <a:off x="859" y="1707"/>
                <a:ext cx="123" cy="141"/>
              </a:xfrm>
              <a:custGeom>
                <a:avLst/>
                <a:gdLst>
                  <a:gd name="T0" fmla="*/ 0 w 611"/>
                  <a:gd name="T1" fmla="*/ 0 h 703"/>
                  <a:gd name="T2" fmla="*/ 0 w 611"/>
                  <a:gd name="T3" fmla="*/ 0 h 703"/>
                  <a:gd name="T4" fmla="*/ 0 w 611"/>
                  <a:gd name="T5" fmla="*/ 0 h 703"/>
                  <a:gd name="T6" fmla="*/ 0 w 611"/>
                  <a:gd name="T7" fmla="*/ 0 h 703"/>
                  <a:gd name="T8" fmla="*/ 0 w 611"/>
                  <a:gd name="T9" fmla="*/ 0 h 703"/>
                  <a:gd name="T10" fmla="*/ 0 w 611"/>
                  <a:gd name="T11" fmla="*/ 0 h 703"/>
                  <a:gd name="T12" fmla="*/ 0 w 611"/>
                  <a:gd name="T13" fmla="*/ 0 h 703"/>
                  <a:gd name="T14" fmla="*/ 0 w 611"/>
                  <a:gd name="T15" fmla="*/ 0 h 703"/>
                  <a:gd name="T16" fmla="*/ 0 w 611"/>
                  <a:gd name="T17" fmla="*/ 0 h 703"/>
                  <a:gd name="T18" fmla="*/ 0 w 611"/>
                  <a:gd name="T19" fmla="*/ 0 h 703"/>
                  <a:gd name="T20" fmla="*/ 0 w 611"/>
                  <a:gd name="T21" fmla="*/ 0 h 703"/>
                  <a:gd name="T22" fmla="*/ 0 w 611"/>
                  <a:gd name="T23" fmla="*/ 0 h 703"/>
                  <a:gd name="T24" fmla="*/ 0 w 611"/>
                  <a:gd name="T25" fmla="*/ 0 h 703"/>
                  <a:gd name="T26" fmla="*/ 0 w 611"/>
                  <a:gd name="T27" fmla="*/ 0 h 703"/>
                  <a:gd name="T28" fmla="*/ 0 w 611"/>
                  <a:gd name="T29" fmla="*/ 0 h 703"/>
                  <a:gd name="T30" fmla="*/ 0 w 611"/>
                  <a:gd name="T31" fmla="*/ 0 h 703"/>
                  <a:gd name="T32" fmla="*/ 0 w 611"/>
                  <a:gd name="T33" fmla="*/ 0 h 703"/>
                  <a:gd name="T34" fmla="*/ 0 w 611"/>
                  <a:gd name="T35" fmla="*/ 0 h 703"/>
                  <a:gd name="T36" fmla="*/ 0 w 611"/>
                  <a:gd name="T37" fmla="*/ 0 h 703"/>
                  <a:gd name="T38" fmla="*/ 0 w 611"/>
                  <a:gd name="T39" fmla="*/ 0 h 703"/>
                  <a:gd name="T40" fmla="*/ 0 w 611"/>
                  <a:gd name="T41" fmla="*/ 0 h 703"/>
                  <a:gd name="T42" fmla="*/ 0 w 611"/>
                  <a:gd name="T43" fmla="*/ 0 h 703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11"/>
                  <a:gd name="T67" fmla="*/ 0 h 703"/>
                  <a:gd name="T68" fmla="*/ 611 w 611"/>
                  <a:gd name="T69" fmla="*/ 703 h 703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11" h="703">
                    <a:moveTo>
                      <a:pt x="3" y="0"/>
                    </a:moveTo>
                    <a:lnTo>
                      <a:pt x="570" y="649"/>
                    </a:lnTo>
                    <a:lnTo>
                      <a:pt x="571" y="650"/>
                    </a:lnTo>
                    <a:lnTo>
                      <a:pt x="573" y="652"/>
                    </a:lnTo>
                    <a:lnTo>
                      <a:pt x="578" y="654"/>
                    </a:lnTo>
                    <a:lnTo>
                      <a:pt x="584" y="656"/>
                    </a:lnTo>
                    <a:lnTo>
                      <a:pt x="590" y="657"/>
                    </a:lnTo>
                    <a:lnTo>
                      <a:pt x="597" y="659"/>
                    </a:lnTo>
                    <a:lnTo>
                      <a:pt x="604" y="657"/>
                    </a:lnTo>
                    <a:lnTo>
                      <a:pt x="611" y="655"/>
                    </a:lnTo>
                    <a:lnTo>
                      <a:pt x="600" y="700"/>
                    </a:lnTo>
                    <a:lnTo>
                      <a:pt x="598" y="700"/>
                    </a:lnTo>
                    <a:lnTo>
                      <a:pt x="596" y="702"/>
                    </a:lnTo>
                    <a:lnTo>
                      <a:pt x="591" y="703"/>
                    </a:lnTo>
                    <a:lnTo>
                      <a:pt x="586" y="703"/>
                    </a:lnTo>
                    <a:lnTo>
                      <a:pt x="579" y="703"/>
                    </a:lnTo>
                    <a:lnTo>
                      <a:pt x="572" y="702"/>
                    </a:lnTo>
                    <a:lnTo>
                      <a:pt x="564" y="698"/>
                    </a:lnTo>
                    <a:lnTo>
                      <a:pt x="555" y="693"/>
                    </a:lnTo>
                    <a:lnTo>
                      <a:pt x="566" y="660"/>
                    </a:lnTo>
                    <a:lnTo>
                      <a:pt x="0" y="9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B2CE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3" name="Freeform 587"/>
              <p:cNvSpPr>
                <a:spLocks/>
              </p:cNvSpPr>
              <p:nvPr/>
            </p:nvSpPr>
            <p:spPr bwMode="auto">
              <a:xfrm>
                <a:off x="971" y="1816"/>
                <a:ext cx="5" cy="5"/>
              </a:xfrm>
              <a:custGeom>
                <a:avLst/>
                <a:gdLst>
                  <a:gd name="T0" fmla="*/ 0 w 24"/>
                  <a:gd name="T1" fmla="*/ 0 h 26"/>
                  <a:gd name="T2" fmla="*/ 0 w 24"/>
                  <a:gd name="T3" fmla="*/ 0 h 26"/>
                  <a:gd name="T4" fmla="*/ 0 w 24"/>
                  <a:gd name="T5" fmla="*/ 0 h 26"/>
                  <a:gd name="T6" fmla="*/ 0 w 24"/>
                  <a:gd name="T7" fmla="*/ 0 h 26"/>
                  <a:gd name="T8" fmla="*/ 0 w 24"/>
                  <a:gd name="T9" fmla="*/ 0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26"/>
                  <a:gd name="T17" fmla="*/ 24 w 24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26">
                    <a:moveTo>
                      <a:pt x="1" y="0"/>
                    </a:moveTo>
                    <a:lnTo>
                      <a:pt x="0" y="14"/>
                    </a:lnTo>
                    <a:lnTo>
                      <a:pt x="16" y="26"/>
                    </a:lnTo>
                    <a:lnTo>
                      <a:pt x="24" y="2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4" name="Freeform 588"/>
              <p:cNvSpPr>
                <a:spLocks/>
              </p:cNvSpPr>
              <p:nvPr/>
            </p:nvSpPr>
            <p:spPr bwMode="auto">
              <a:xfrm>
                <a:off x="909" y="1687"/>
                <a:ext cx="46" cy="36"/>
              </a:xfrm>
              <a:custGeom>
                <a:avLst/>
                <a:gdLst>
                  <a:gd name="T0" fmla="*/ 0 w 229"/>
                  <a:gd name="T1" fmla="*/ 0 h 178"/>
                  <a:gd name="T2" fmla="*/ 0 w 229"/>
                  <a:gd name="T3" fmla="*/ 0 h 178"/>
                  <a:gd name="T4" fmla="*/ 0 w 229"/>
                  <a:gd name="T5" fmla="*/ 0 h 178"/>
                  <a:gd name="T6" fmla="*/ 0 w 229"/>
                  <a:gd name="T7" fmla="*/ 0 h 178"/>
                  <a:gd name="T8" fmla="*/ 0 w 229"/>
                  <a:gd name="T9" fmla="*/ 0 h 178"/>
                  <a:gd name="T10" fmla="*/ 0 w 229"/>
                  <a:gd name="T11" fmla="*/ 0 h 178"/>
                  <a:gd name="T12" fmla="*/ 0 w 229"/>
                  <a:gd name="T13" fmla="*/ 0 h 178"/>
                  <a:gd name="T14" fmla="*/ 0 w 229"/>
                  <a:gd name="T15" fmla="*/ 0 h 178"/>
                  <a:gd name="T16" fmla="*/ 0 w 229"/>
                  <a:gd name="T17" fmla="*/ 0 h 178"/>
                  <a:gd name="T18" fmla="*/ 0 w 229"/>
                  <a:gd name="T19" fmla="*/ 0 h 178"/>
                  <a:gd name="T20" fmla="*/ 0 w 229"/>
                  <a:gd name="T21" fmla="*/ 0 h 178"/>
                  <a:gd name="T22" fmla="*/ 0 w 229"/>
                  <a:gd name="T23" fmla="*/ 0 h 178"/>
                  <a:gd name="T24" fmla="*/ 0 w 229"/>
                  <a:gd name="T25" fmla="*/ 0 h 178"/>
                  <a:gd name="T26" fmla="*/ 0 w 229"/>
                  <a:gd name="T27" fmla="*/ 0 h 178"/>
                  <a:gd name="T28" fmla="*/ 0 w 229"/>
                  <a:gd name="T29" fmla="*/ 0 h 178"/>
                  <a:gd name="T30" fmla="*/ 0 w 229"/>
                  <a:gd name="T31" fmla="*/ 0 h 178"/>
                  <a:gd name="T32" fmla="*/ 0 w 229"/>
                  <a:gd name="T33" fmla="*/ 0 h 178"/>
                  <a:gd name="T34" fmla="*/ 0 w 229"/>
                  <a:gd name="T35" fmla="*/ 0 h 178"/>
                  <a:gd name="T36" fmla="*/ 0 w 229"/>
                  <a:gd name="T37" fmla="*/ 0 h 178"/>
                  <a:gd name="T38" fmla="*/ 0 w 229"/>
                  <a:gd name="T39" fmla="*/ 0 h 17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29"/>
                  <a:gd name="T61" fmla="*/ 0 h 178"/>
                  <a:gd name="T62" fmla="*/ 229 w 229"/>
                  <a:gd name="T63" fmla="*/ 178 h 17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29" h="178">
                    <a:moveTo>
                      <a:pt x="7" y="0"/>
                    </a:moveTo>
                    <a:lnTo>
                      <a:pt x="167" y="162"/>
                    </a:lnTo>
                    <a:lnTo>
                      <a:pt x="168" y="164"/>
                    </a:lnTo>
                    <a:lnTo>
                      <a:pt x="170" y="165"/>
                    </a:lnTo>
                    <a:lnTo>
                      <a:pt x="174" y="167"/>
                    </a:lnTo>
                    <a:lnTo>
                      <a:pt x="180" y="170"/>
                    </a:lnTo>
                    <a:lnTo>
                      <a:pt x="188" y="172"/>
                    </a:lnTo>
                    <a:lnTo>
                      <a:pt x="199" y="173"/>
                    </a:lnTo>
                    <a:lnTo>
                      <a:pt x="212" y="172"/>
                    </a:lnTo>
                    <a:lnTo>
                      <a:pt x="229" y="170"/>
                    </a:lnTo>
                    <a:lnTo>
                      <a:pt x="227" y="171"/>
                    </a:lnTo>
                    <a:lnTo>
                      <a:pt x="223" y="172"/>
                    </a:lnTo>
                    <a:lnTo>
                      <a:pt x="217" y="174"/>
                    </a:lnTo>
                    <a:lnTo>
                      <a:pt x="208" y="177"/>
                    </a:lnTo>
                    <a:lnTo>
                      <a:pt x="198" y="178"/>
                    </a:lnTo>
                    <a:lnTo>
                      <a:pt x="187" y="177"/>
                    </a:lnTo>
                    <a:lnTo>
                      <a:pt x="174" y="173"/>
                    </a:lnTo>
                    <a:lnTo>
                      <a:pt x="162" y="166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E8E0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5" name="Freeform 589"/>
              <p:cNvSpPr>
                <a:spLocks/>
              </p:cNvSpPr>
              <p:nvPr/>
            </p:nvSpPr>
            <p:spPr bwMode="auto">
              <a:xfrm>
                <a:off x="987" y="1661"/>
                <a:ext cx="28" cy="22"/>
              </a:xfrm>
              <a:custGeom>
                <a:avLst/>
                <a:gdLst>
                  <a:gd name="T0" fmla="*/ 0 w 140"/>
                  <a:gd name="T1" fmla="*/ 0 h 112"/>
                  <a:gd name="T2" fmla="*/ 0 w 140"/>
                  <a:gd name="T3" fmla="*/ 0 h 112"/>
                  <a:gd name="T4" fmla="*/ 0 w 140"/>
                  <a:gd name="T5" fmla="*/ 0 h 112"/>
                  <a:gd name="T6" fmla="*/ 0 w 140"/>
                  <a:gd name="T7" fmla="*/ 0 h 112"/>
                  <a:gd name="T8" fmla="*/ 0 w 140"/>
                  <a:gd name="T9" fmla="*/ 0 h 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0"/>
                  <a:gd name="T16" fmla="*/ 0 h 112"/>
                  <a:gd name="T17" fmla="*/ 140 w 140"/>
                  <a:gd name="T18" fmla="*/ 112 h 1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0" h="112">
                    <a:moveTo>
                      <a:pt x="0" y="1"/>
                    </a:moveTo>
                    <a:lnTo>
                      <a:pt x="136" y="112"/>
                    </a:lnTo>
                    <a:lnTo>
                      <a:pt x="140" y="110"/>
                    </a:lnTo>
                    <a:lnTo>
                      <a:pt x="6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8E0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6" name="Freeform 590"/>
              <p:cNvSpPr>
                <a:spLocks/>
              </p:cNvSpPr>
              <p:nvPr/>
            </p:nvSpPr>
            <p:spPr bwMode="auto">
              <a:xfrm>
                <a:off x="923" y="1673"/>
                <a:ext cx="18" cy="36"/>
              </a:xfrm>
              <a:custGeom>
                <a:avLst/>
                <a:gdLst>
                  <a:gd name="T0" fmla="*/ 0 w 91"/>
                  <a:gd name="T1" fmla="*/ 0 h 180"/>
                  <a:gd name="T2" fmla="*/ 0 w 91"/>
                  <a:gd name="T3" fmla="*/ 0 h 180"/>
                  <a:gd name="T4" fmla="*/ 0 w 91"/>
                  <a:gd name="T5" fmla="*/ 0 h 180"/>
                  <a:gd name="T6" fmla="*/ 0 w 91"/>
                  <a:gd name="T7" fmla="*/ 0 h 180"/>
                  <a:gd name="T8" fmla="*/ 0 w 91"/>
                  <a:gd name="T9" fmla="*/ 0 h 1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1"/>
                  <a:gd name="T16" fmla="*/ 0 h 180"/>
                  <a:gd name="T17" fmla="*/ 91 w 91"/>
                  <a:gd name="T18" fmla="*/ 180 h 1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1" h="180">
                    <a:moveTo>
                      <a:pt x="15" y="37"/>
                    </a:moveTo>
                    <a:lnTo>
                      <a:pt x="0" y="123"/>
                    </a:lnTo>
                    <a:lnTo>
                      <a:pt x="58" y="180"/>
                    </a:lnTo>
                    <a:lnTo>
                      <a:pt x="91" y="0"/>
                    </a:lnTo>
                    <a:lnTo>
                      <a:pt x="15" y="37"/>
                    </a:lnTo>
                    <a:close/>
                  </a:path>
                </a:pathLst>
              </a:custGeom>
              <a:solidFill>
                <a:srgbClr val="AF969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7" name="Freeform 591"/>
              <p:cNvSpPr>
                <a:spLocks/>
              </p:cNvSpPr>
              <p:nvPr/>
            </p:nvSpPr>
            <p:spPr bwMode="auto">
              <a:xfrm>
                <a:off x="938" y="1670"/>
                <a:ext cx="13" cy="49"/>
              </a:xfrm>
              <a:custGeom>
                <a:avLst/>
                <a:gdLst>
                  <a:gd name="T0" fmla="*/ 0 w 65"/>
                  <a:gd name="T1" fmla="*/ 0 h 246"/>
                  <a:gd name="T2" fmla="*/ 0 w 65"/>
                  <a:gd name="T3" fmla="*/ 0 h 246"/>
                  <a:gd name="T4" fmla="*/ 0 w 65"/>
                  <a:gd name="T5" fmla="*/ 0 h 246"/>
                  <a:gd name="T6" fmla="*/ 0 w 65"/>
                  <a:gd name="T7" fmla="*/ 0 h 246"/>
                  <a:gd name="T8" fmla="*/ 0 w 65"/>
                  <a:gd name="T9" fmla="*/ 0 h 2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5"/>
                  <a:gd name="T16" fmla="*/ 0 h 246"/>
                  <a:gd name="T17" fmla="*/ 65 w 65"/>
                  <a:gd name="T18" fmla="*/ 246 h 24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5" h="246">
                    <a:moveTo>
                      <a:pt x="34" y="15"/>
                    </a:moveTo>
                    <a:lnTo>
                      <a:pt x="0" y="216"/>
                    </a:lnTo>
                    <a:lnTo>
                      <a:pt x="25" y="246"/>
                    </a:lnTo>
                    <a:lnTo>
                      <a:pt x="65" y="0"/>
                    </a:lnTo>
                    <a:lnTo>
                      <a:pt x="34" y="15"/>
                    </a:lnTo>
                    <a:close/>
                  </a:path>
                </a:pathLst>
              </a:custGeom>
              <a:solidFill>
                <a:srgbClr val="BFAA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8" name="Freeform 592"/>
              <p:cNvSpPr>
                <a:spLocks/>
              </p:cNvSpPr>
              <p:nvPr/>
            </p:nvSpPr>
            <p:spPr bwMode="auto">
              <a:xfrm>
                <a:off x="875" y="1714"/>
                <a:ext cx="9" cy="11"/>
              </a:xfrm>
              <a:custGeom>
                <a:avLst/>
                <a:gdLst>
                  <a:gd name="T0" fmla="*/ 0 w 49"/>
                  <a:gd name="T1" fmla="*/ 0 h 56"/>
                  <a:gd name="T2" fmla="*/ 0 w 49"/>
                  <a:gd name="T3" fmla="*/ 0 h 56"/>
                  <a:gd name="T4" fmla="*/ 0 w 49"/>
                  <a:gd name="T5" fmla="*/ 0 h 56"/>
                  <a:gd name="T6" fmla="*/ 0 w 49"/>
                  <a:gd name="T7" fmla="*/ 0 h 56"/>
                  <a:gd name="T8" fmla="*/ 0 w 49"/>
                  <a:gd name="T9" fmla="*/ 0 h 56"/>
                  <a:gd name="T10" fmla="*/ 0 w 49"/>
                  <a:gd name="T11" fmla="*/ 0 h 56"/>
                  <a:gd name="T12" fmla="*/ 0 w 49"/>
                  <a:gd name="T13" fmla="*/ 0 h 56"/>
                  <a:gd name="T14" fmla="*/ 0 w 49"/>
                  <a:gd name="T15" fmla="*/ 0 h 5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9"/>
                  <a:gd name="T25" fmla="*/ 0 h 56"/>
                  <a:gd name="T26" fmla="*/ 49 w 49"/>
                  <a:gd name="T27" fmla="*/ 56 h 5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9" h="56">
                    <a:moveTo>
                      <a:pt x="0" y="0"/>
                    </a:moveTo>
                    <a:lnTo>
                      <a:pt x="37" y="17"/>
                    </a:lnTo>
                    <a:lnTo>
                      <a:pt x="30" y="21"/>
                    </a:lnTo>
                    <a:lnTo>
                      <a:pt x="49" y="45"/>
                    </a:lnTo>
                    <a:lnTo>
                      <a:pt x="30" y="56"/>
                    </a:lnTo>
                    <a:lnTo>
                      <a:pt x="11" y="32"/>
                    </a:lnTo>
                    <a:lnTo>
                      <a:pt x="5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493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9" name="Freeform 593"/>
              <p:cNvSpPr>
                <a:spLocks/>
              </p:cNvSpPr>
              <p:nvPr/>
            </p:nvSpPr>
            <p:spPr bwMode="auto">
              <a:xfrm>
                <a:off x="875" y="1714"/>
                <a:ext cx="7" cy="4"/>
              </a:xfrm>
              <a:custGeom>
                <a:avLst/>
                <a:gdLst>
                  <a:gd name="T0" fmla="*/ 0 w 37"/>
                  <a:gd name="T1" fmla="*/ 0 h 18"/>
                  <a:gd name="T2" fmla="*/ 0 w 37"/>
                  <a:gd name="T3" fmla="*/ 0 h 18"/>
                  <a:gd name="T4" fmla="*/ 0 w 37"/>
                  <a:gd name="T5" fmla="*/ 0 h 18"/>
                  <a:gd name="T6" fmla="*/ 0 w 37"/>
                  <a:gd name="T7" fmla="*/ 0 h 18"/>
                  <a:gd name="T8" fmla="*/ 0 w 37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18"/>
                  <a:gd name="T17" fmla="*/ 37 w 37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18">
                    <a:moveTo>
                      <a:pt x="0" y="0"/>
                    </a:moveTo>
                    <a:lnTo>
                      <a:pt x="37" y="17"/>
                    </a:lnTo>
                    <a:lnTo>
                      <a:pt x="35" y="18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2CE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0" name="Freeform 594"/>
              <p:cNvSpPr>
                <a:spLocks/>
              </p:cNvSpPr>
              <p:nvPr/>
            </p:nvSpPr>
            <p:spPr bwMode="auto">
              <a:xfrm>
                <a:off x="880" y="1718"/>
                <a:ext cx="4" cy="5"/>
              </a:xfrm>
              <a:custGeom>
                <a:avLst/>
                <a:gdLst>
                  <a:gd name="T0" fmla="*/ 0 w 20"/>
                  <a:gd name="T1" fmla="*/ 0 h 25"/>
                  <a:gd name="T2" fmla="*/ 0 w 20"/>
                  <a:gd name="T3" fmla="*/ 0 h 25"/>
                  <a:gd name="T4" fmla="*/ 0 w 20"/>
                  <a:gd name="T5" fmla="*/ 0 h 25"/>
                  <a:gd name="T6" fmla="*/ 0 w 20"/>
                  <a:gd name="T7" fmla="*/ 0 h 25"/>
                  <a:gd name="T8" fmla="*/ 0 w 20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25"/>
                  <a:gd name="T17" fmla="*/ 20 w 20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25">
                    <a:moveTo>
                      <a:pt x="1" y="0"/>
                    </a:moveTo>
                    <a:lnTo>
                      <a:pt x="20" y="24"/>
                    </a:lnTo>
                    <a:lnTo>
                      <a:pt x="18" y="25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B2CE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1" name="Freeform 595"/>
              <p:cNvSpPr>
                <a:spLocks/>
              </p:cNvSpPr>
              <p:nvPr/>
            </p:nvSpPr>
            <p:spPr bwMode="auto">
              <a:xfrm>
                <a:off x="982" y="1732"/>
                <a:ext cx="196" cy="108"/>
              </a:xfrm>
              <a:custGeom>
                <a:avLst/>
                <a:gdLst>
                  <a:gd name="T0" fmla="*/ 0 w 981"/>
                  <a:gd name="T1" fmla="*/ 0 h 537"/>
                  <a:gd name="T2" fmla="*/ 0 w 981"/>
                  <a:gd name="T3" fmla="*/ 0 h 537"/>
                  <a:gd name="T4" fmla="*/ 0 w 981"/>
                  <a:gd name="T5" fmla="*/ 0 h 537"/>
                  <a:gd name="T6" fmla="*/ 0 w 981"/>
                  <a:gd name="T7" fmla="*/ 0 h 537"/>
                  <a:gd name="T8" fmla="*/ 0 w 981"/>
                  <a:gd name="T9" fmla="*/ 0 h 537"/>
                  <a:gd name="T10" fmla="*/ 0 w 981"/>
                  <a:gd name="T11" fmla="*/ 0 h 537"/>
                  <a:gd name="T12" fmla="*/ 0 w 981"/>
                  <a:gd name="T13" fmla="*/ 0 h 5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81"/>
                  <a:gd name="T22" fmla="*/ 0 h 537"/>
                  <a:gd name="T23" fmla="*/ 981 w 981"/>
                  <a:gd name="T24" fmla="*/ 537 h 53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81" h="537">
                    <a:moveTo>
                      <a:pt x="0" y="529"/>
                    </a:moveTo>
                    <a:lnTo>
                      <a:pt x="969" y="10"/>
                    </a:lnTo>
                    <a:lnTo>
                      <a:pt x="979" y="0"/>
                    </a:lnTo>
                    <a:lnTo>
                      <a:pt x="981" y="15"/>
                    </a:lnTo>
                    <a:lnTo>
                      <a:pt x="973" y="21"/>
                    </a:lnTo>
                    <a:lnTo>
                      <a:pt x="0" y="537"/>
                    </a:lnTo>
                    <a:lnTo>
                      <a:pt x="0" y="529"/>
                    </a:lnTo>
                    <a:close/>
                  </a:path>
                </a:pathLst>
              </a:custGeom>
              <a:solidFill>
                <a:srgbClr val="00005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2" name="Freeform 596"/>
              <p:cNvSpPr>
                <a:spLocks/>
              </p:cNvSpPr>
              <p:nvPr/>
            </p:nvSpPr>
            <p:spPr bwMode="auto">
              <a:xfrm>
                <a:off x="995" y="1647"/>
                <a:ext cx="2" cy="3"/>
              </a:xfrm>
              <a:custGeom>
                <a:avLst/>
                <a:gdLst>
                  <a:gd name="T0" fmla="*/ 0 w 11"/>
                  <a:gd name="T1" fmla="*/ 0 h 13"/>
                  <a:gd name="T2" fmla="*/ 0 w 11"/>
                  <a:gd name="T3" fmla="*/ 0 h 13"/>
                  <a:gd name="T4" fmla="*/ 0 w 11"/>
                  <a:gd name="T5" fmla="*/ 0 h 13"/>
                  <a:gd name="T6" fmla="*/ 0 w 11"/>
                  <a:gd name="T7" fmla="*/ 0 h 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13"/>
                  <a:gd name="T14" fmla="*/ 11 w 11"/>
                  <a:gd name="T15" fmla="*/ 13 h 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13">
                    <a:moveTo>
                      <a:pt x="2" y="0"/>
                    </a:moveTo>
                    <a:lnTo>
                      <a:pt x="11" y="6"/>
                    </a:lnTo>
                    <a:lnTo>
                      <a:pt x="0" y="1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3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3" name="Freeform 597"/>
              <p:cNvSpPr>
                <a:spLocks/>
              </p:cNvSpPr>
              <p:nvPr/>
            </p:nvSpPr>
            <p:spPr bwMode="auto">
              <a:xfrm>
                <a:off x="1008" y="1640"/>
                <a:ext cx="2" cy="1"/>
              </a:xfrm>
              <a:custGeom>
                <a:avLst/>
                <a:gdLst>
                  <a:gd name="T0" fmla="*/ 0 w 7"/>
                  <a:gd name="T1" fmla="*/ 0 h 8"/>
                  <a:gd name="T2" fmla="*/ 0 w 7"/>
                  <a:gd name="T3" fmla="*/ 0 h 8"/>
                  <a:gd name="T4" fmla="*/ 0 w 7"/>
                  <a:gd name="T5" fmla="*/ 0 h 8"/>
                  <a:gd name="T6" fmla="*/ 0 w 7"/>
                  <a:gd name="T7" fmla="*/ 0 h 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8"/>
                  <a:gd name="T14" fmla="*/ 7 w 7"/>
                  <a:gd name="T15" fmla="*/ 8 h 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8">
                    <a:moveTo>
                      <a:pt x="0" y="0"/>
                    </a:moveTo>
                    <a:lnTo>
                      <a:pt x="7" y="5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44" name="Text Box 10"/>
            <p:cNvSpPr txBox="1">
              <a:spLocks noChangeArrowheads="1"/>
            </p:cNvSpPr>
            <p:nvPr/>
          </p:nvSpPr>
          <p:spPr bwMode="auto">
            <a:xfrm>
              <a:off x="5614968" y="3041712"/>
              <a:ext cx="1834076" cy="91985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dirty="0" err="1" smtClean="0">
                  <a:solidFill>
                    <a:srgbClr val="000000"/>
                  </a:solidFill>
                </a:rPr>
                <a:t>Timeseries</a:t>
              </a:r>
              <a:r>
                <a:rPr lang="de-DE" sz="1000" dirty="0" smtClean="0">
                  <a:solidFill>
                    <a:srgbClr val="000000"/>
                  </a:solidFill>
                </a:rPr>
                <a:t> Database</a:t>
              </a:r>
              <a:r>
                <a:rPr lang="de-DE" sz="1000" dirty="0">
                  <a:solidFill>
                    <a:srgbClr val="000000"/>
                  </a:solidFill>
                </a:rPr>
                <a:t/>
              </a:r>
              <a:br>
                <a:rPr lang="de-DE" sz="1000" dirty="0">
                  <a:solidFill>
                    <a:srgbClr val="000000"/>
                  </a:solidFill>
                </a:rPr>
              </a:br>
              <a:r>
                <a:rPr lang="de-DE" sz="1000" dirty="0">
                  <a:solidFill>
                    <a:srgbClr val="000000"/>
                  </a:solidFill>
                </a:rPr>
                <a:t>ZISDB</a:t>
              </a:r>
            </a:p>
            <a:p>
              <a:pPr algn="ctr" defTabSz="913925">
                <a:spcBef>
                  <a:spcPct val="50000"/>
                </a:spcBef>
              </a:pPr>
              <a:r>
                <a:rPr lang="de-DE" sz="1000" b="1" dirty="0">
                  <a:solidFill>
                    <a:srgbClr val="000000"/>
                  </a:solidFill>
                </a:rPr>
                <a:t/>
              </a:r>
              <a:br>
                <a:rPr lang="de-DE" sz="1000" b="1" dirty="0">
                  <a:solidFill>
                    <a:srgbClr val="000000"/>
                  </a:solidFill>
                </a:rPr>
              </a:br>
              <a:r>
                <a:rPr lang="de-DE" sz="1000" b="1" dirty="0" err="1" smtClean="0">
                  <a:solidFill>
                    <a:srgbClr val="0070C0"/>
                  </a:solidFill>
                </a:rPr>
                <a:t>Macroeconomic</a:t>
              </a:r>
              <a:r>
                <a:rPr lang="de-DE" sz="1000" b="1" dirty="0" smtClean="0">
                  <a:solidFill>
                    <a:srgbClr val="0070C0"/>
                  </a:solidFill>
                </a:rPr>
                <a:t> </a:t>
              </a:r>
              <a:r>
                <a:rPr lang="de-DE" sz="1000" b="1" dirty="0" err="1" smtClean="0">
                  <a:solidFill>
                    <a:srgbClr val="0070C0"/>
                  </a:solidFill>
                </a:rPr>
                <a:t>Informationsystem</a:t>
              </a:r>
              <a:endParaRPr lang="de-DE" sz="1000" b="1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67455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>
                <a:solidFill>
                  <a:schemeClr val="tx1"/>
                </a:solidFill>
              </a:rPr>
              <a:t>Challenge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z="900" smtClean="0">
                <a:solidFill>
                  <a:srgbClr val="000000"/>
                </a:solidFill>
              </a:rPr>
              <a:t>EDDI 2015</a:t>
            </a:r>
            <a:endParaRPr lang="de-DE" sz="900" dirty="0">
              <a:solidFill>
                <a:srgbClr val="000000"/>
              </a:solidFill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de-DE" sz="900" dirty="0">
                <a:solidFill>
                  <a:srgbClr val="000000"/>
                </a:solidFill>
              </a:rPr>
              <a:t>Seite </a:t>
            </a:r>
            <a:fld id="{795659D1-D435-4DC4-B545-657E7139435F}" type="slidenum">
              <a:rPr lang="de-DE" sz="900">
                <a:solidFill>
                  <a:srgbClr val="000000"/>
                </a:solidFill>
              </a:rPr>
              <a:pPr/>
              <a:t>19</a:t>
            </a:fld>
            <a:endParaRPr lang="de-DE" sz="900" dirty="0">
              <a:solidFill>
                <a:srgbClr val="000000"/>
              </a:solidFill>
            </a:endParaRP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sz="900" smtClean="0">
                <a:solidFill>
                  <a:srgbClr val="000000"/>
                </a:solidFill>
              </a:rPr>
              <a:t>Towards Metadata Management with SDMX and DDI</a:t>
            </a:r>
            <a:endParaRPr lang="de-DE" sz="900" dirty="0">
              <a:solidFill>
                <a:srgbClr val="000000"/>
              </a:solidFill>
            </a:endParaRPr>
          </a:p>
        </p:txBody>
      </p:sp>
      <p:grpSp>
        <p:nvGrpSpPr>
          <p:cNvPr id="2" name="Gruppieren 444"/>
          <p:cNvGrpSpPr/>
          <p:nvPr/>
        </p:nvGrpSpPr>
        <p:grpSpPr>
          <a:xfrm>
            <a:off x="386312" y="1284290"/>
            <a:ext cx="8424862" cy="4459980"/>
            <a:chOff x="447210" y="1395771"/>
            <a:chExt cx="9752948" cy="4847131"/>
          </a:xfrm>
        </p:grpSpPr>
        <p:sp>
          <p:nvSpPr>
            <p:cNvPr id="8" name="AutoShape 2"/>
            <p:cNvSpPr>
              <a:spLocks noChangeArrowheads="1"/>
            </p:cNvSpPr>
            <p:nvPr/>
          </p:nvSpPr>
          <p:spPr bwMode="auto">
            <a:xfrm>
              <a:off x="5449570" y="1398219"/>
              <a:ext cx="2503018" cy="4831855"/>
            </a:xfrm>
            <a:prstGeom prst="rightArrowCallout">
              <a:avLst>
                <a:gd name="adj1" fmla="val 14892"/>
                <a:gd name="adj2" fmla="val 15446"/>
                <a:gd name="adj3" fmla="val 7218"/>
                <a:gd name="adj4" fmla="val 87593"/>
              </a:avLst>
            </a:prstGeom>
            <a:solidFill>
              <a:srgbClr val="BCC8E0"/>
            </a:solidFill>
            <a:ln w="38100" algn="ctr">
              <a:noFill/>
              <a:miter lim="800000"/>
              <a:headEnd/>
              <a:tailEnd/>
            </a:ln>
          </p:spPr>
          <p:txBody>
            <a:bodyPr lIns="81158" tIns="81158" rIns="81158" bIns="81158"/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b="1" dirty="0" smtClean="0">
                  <a:solidFill>
                    <a:srgbClr val="0070C0"/>
                  </a:solidFill>
                </a:rPr>
                <a:t>Primary </a:t>
              </a:r>
              <a:r>
                <a:rPr lang="de-DE" sz="1000" b="1" dirty="0" err="1" smtClean="0">
                  <a:solidFill>
                    <a:srgbClr val="0070C0"/>
                  </a:solidFill>
                </a:rPr>
                <a:t>Statistics</a:t>
              </a:r>
              <a:r>
                <a:rPr lang="de-DE" sz="1000" b="1" dirty="0" smtClean="0">
                  <a:solidFill>
                    <a:srgbClr val="0070C0"/>
                  </a:solidFill>
                </a:rPr>
                <a:t> </a:t>
              </a:r>
              <a:r>
                <a:rPr lang="de-DE" sz="1000" b="1" dirty="0" err="1" smtClean="0">
                  <a:solidFill>
                    <a:srgbClr val="0070C0"/>
                  </a:solidFill>
                </a:rPr>
                <a:t>results</a:t>
              </a:r>
              <a:r>
                <a:rPr lang="de-DE" sz="1000" b="1" dirty="0" smtClean="0">
                  <a:solidFill>
                    <a:srgbClr val="0070C0"/>
                  </a:solidFill>
                </a:rPr>
                <a:t> , </a:t>
              </a:r>
              <a:r>
                <a:rPr lang="de-DE" sz="1000" b="1" dirty="0">
                  <a:solidFill>
                    <a:srgbClr val="0070C0"/>
                  </a:solidFill>
                </a:rPr>
                <a:t/>
              </a:r>
              <a:br>
                <a:rPr lang="de-DE" sz="1000" b="1" dirty="0">
                  <a:solidFill>
                    <a:srgbClr val="0070C0"/>
                  </a:solidFill>
                </a:rPr>
              </a:br>
              <a:r>
                <a:rPr lang="de-DE" sz="1000" b="1" dirty="0" err="1" smtClean="0">
                  <a:solidFill>
                    <a:srgbClr val="0070C0"/>
                  </a:solidFill>
                </a:rPr>
                <a:t>macroeconomic</a:t>
              </a:r>
              <a:r>
                <a:rPr lang="de-DE" sz="1000" b="1" dirty="0" smtClean="0">
                  <a:solidFill>
                    <a:srgbClr val="0070C0"/>
                  </a:solidFill>
                </a:rPr>
                <a:t> </a:t>
              </a:r>
              <a:r>
                <a:rPr lang="de-DE" sz="1000" b="1" dirty="0">
                  <a:solidFill>
                    <a:srgbClr val="0070C0"/>
                  </a:solidFill>
                </a:rPr>
                <a:t/>
              </a:r>
              <a:br>
                <a:rPr lang="de-DE" sz="1000" b="1" dirty="0">
                  <a:solidFill>
                    <a:srgbClr val="0070C0"/>
                  </a:solidFill>
                </a:rPr>
              </a:br>
              <a:r>
                <a:rPr lang="de-DE" sz="1000" b="1" dirty="0" err="1" smtClean="0">
                  <a:solidFill>
                    <a:srgbClr val="0070C0"/>
                  </a:solidFill>
                </a:rPr>
                <a:t>Indicators</a:t>
              </a:r>
              <a:endParaRPr lang="de-DE" sz="1000" b="1" dirty="0">
                <a:solidFill>
                  <a:srgbClr val="0070C0"/>
                </a:solidFill>
              </a:endParaRPr>
            </a:p>
          </p:txBody>
        </p:sp>
        <p:sp>
          <p:nvSpPr>
            <p:cNvPr id="9" name="AutoShape 66"/>
            <p:cNvSpPr>
              <a:spLocks noChangeArrowheads="1"/>
            </p:cNvSpPr>
            <p:nvPr/>
          </p:nvSpPr>
          <p:spPr bwMode="auto">
            <a:xfrm>
              <a:off x="447210" y="5291508"/>
              <a:ext cx="5000522" cy="938565"/>
            </a:xfrm>
            <a:prstGeom prst="rightArrowCallout">
              <a:avLst>
                <a:gd name="adj1" fmla="val 29898"/>
                <a:gd name="adj2" fmla="val 26718"/>
                <a:gd name="adj3" fmla="val 16488"/>
                <a:gd name="adj4" fmla="val 92792"/>
              </a:avLst>
            </a:prstGeom>
            <a:solidFill>
              <a:srgbClr val="D6DDEC"/>
            </a:solidFill>
            <a:ln w="38100" algn="ctr">
              <a:noFill/>
              <a:miter lim="800000"/>
              <a:headEnd/>
              <a:tailEnd/>
            </a:ln>
          </p:spPr>
          <p:txBody>
            <a:bodyPr lIns="81158" tIns="81158" rIns="81158" bIns="81158"/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dirty="0">
                  <a:solidFill>
                    <a:srgbClr val="000000"/>
                  </a:solidFill>
                </a:rPr>
                <a:t>                       </a:t>
              </a:r>
              <a:r>
                <a:rPr lang="de-DE" sz="1000" b="1" dirty="0">
                  <a:solidFill>
                    <a:srgbClr val="000000"/>
                  </a:solidFill>
                </a:rPr>
                <a:t>    </a:t>
              </a:r>
              <a:r>
                <a:rPr lang="de-DE" sz="1000" b="1" dirty="0">
                  <a:solidFill>
                    <a:srgbClr val="0070C0"/>
                  </a:solidFill>
                </a:rPr>
                <a:t>    </a:t>
              </a:r>
              <a:r>
                <a:rPr lang="de-DE" sz="1000" b="1" dirty="0" err="1" smtClean="0">
                  <a:solidFill>
                    <a:srgbClr val="0070C0"/>
                  </a:solidFill>
                </a:rPr>
                <a:t>External</a:t>
              </a:r>
              <a:r>
                <a:rPr lang="de-DE" sz="1000" b="1" dirty="0" smtClean="0">
                  <a:solidFill>
                    <a:srgbClr val="0070C0"/>
                  </a:solidFill>
                </a:rPr>
                <a:t> </a:t>
              </a:r>
              <a:r>
                <a:rPr lang="de-DE" sz="1000" b="1" dirty="0" err="1" smtClean="0">
                  <a:solidFill>
                    <a:srgbClr val="0070C0"/>
                  </a:solidFill>
                </a:rPr>
                <a:t>Organisations</a:t>
              </a:r>
              <a:r>
                <a:rPr lang="de-DE" sz="1000" b="1" dirty="0" smtClean="0">
                  <a:solidFill>
                    <a:srgbClr val="0070C0"/>
                  </a:solidFill>
                </a:rPr>
                <a:t> Data  </a:t>
              </a:r>
              <a:r>
                <a:rPr lang="de-DE" sz="1000" dirty="0">
                  <a:solidFill>
                    <a:srgbClr val="000000"/>
                  </a:solidFill>
                </a:rPr>
                <a:t/>
              </a:r>
              <a:br>
                <a:rPr lang="de-DE" sz="1000" dirty="0">
                  <a:solidFill>
                    <a:srgbClr val="000000"/>
                  </a:solidFill>
                </a:rPr>
              </a:br>
              <a:r>
                <a:rPr lang="de-DE" sz="1000" dirty="0">
                  <a:solidFill>
                    <a:srgbClr val="000000"/>
                  </a:solidFill>
                </a:rPr>
                <a:t>                               EZB, BIZ, OECD, IWF, Eurostat, destatis,…</a:t>
              </a:r>
              <a:br>
                <a:rPr lang="de-DE" sz="1000" dirty="0">
                  <a:solidFill>
                    <a:srgbClr val="000000"/>
                  </a:solidFill>
                </a:rPr>
              </a:br>
              <a:r>
                <a:rPr lang="de-DE" sz="1000" b="1" dirty="0">
                  <a:solidFill>
                    <a:srgbClr val="000000"/>
                  </a:solidFill>
                </a:rPr>
                <a:t/>
              </a:r>
              <a:br>
                <a:rPr lang="de-DE" sz="1000" b="1" dirty="0">
                  <a:solidFill>
                    <a:srgbClr val="000000"/>
                  </a:solidFill>
                </a:rPr>
              </a:br>
              <a:r>
                <a:rPr lang="de-DE" sz="1000" b="1" dirty="0">
                  <a:solidFill>
                    <a:srgbClr val="000000"/>
                  </a:solidFill>
                </a:rPr>
                <a:t>                         </a:t>
              </a:r>
              <a:r>
                <a:rPr lang="de-DE" sz="1000" b="1" dirty="0">
                  <a:solidFill>
                    <a:srgbClr val="0070C0"/>
                  </a:solidFill>
                </a:rPr>
                <a:t>      </a:t>
              </a:r>
              <a:r>
                <a:rPr lang="de-DE" sz="1000" b="1" dirty="0" smtClean="0">
                  <a:solidFill>
                    <a:srgbClr val="0070C0"/>
                  </a:solidFill>
                </a:rPr>
                <a:t>Commercial Data Providers</a:t>
              </a:r>
              <a:r>
                <a:rPr lang="de-DE" sz="1000" b="1" dirty="0">
                  <a:solidFill>
                    <a:srgbClr val="000000"/>
                  </a:solidFill>
                </a:rPr>
                <a:t/>
              </a:r>
              <a:br>
                <a:rPr lang="de-DE" sz="1000" b="1" dirty="0">
                  <a:solidFill>
                    <a:srgbClr val="000000"/>
                  </a:solidFill>
                </a:rPr>
              </a:br>
              <a:r>
                <a:rPr lang="de-DE" sz="1000" dirty="0">
                  <a:solidFill>
                    <a:srgbClr val="000000"/>
                  </a:solidFill>
                </a:rPr>
                <a:t>                               MarkIT, Thomson-Reuters,…</a:t>
              </a:r>
            </a:p>
            <a:p>
              <a:pPr algn="ctr" defTabSz="913925">
                <a:spcBef>
                  <a:spcPct val="50000"/>
                </a:spcBef>
              </a:pPr>
              <a:r>
                <a:rPr lang="de-DE" sz="1000" b="1" dirty="0">
                  <a:solidFill>
                    <a:srgbClr val="0070C0"/>
                  </a:solidFill>
                </a:rPr>
                <a:t/>
              </a:r>
              <a:br>
                <a:rPr lang="de-DE" sz="1000" b="1" dirty="0">
                  <a:solidFill>
                    <a:srgbClr val="0070C0"/>
                  </a:solidFill>
                </a:rPr>
              </a:br>
              <a:endParaRPr lang="de-DE" sz="1000" b="1" dirty="0">
                <a:solidFill>
                  <a:srgbClr val="0070C0"/>
                </a:solidFill>
              </a:endParaRPr>
            </a:p>
          </p:txBody>
        </p:sp>
        <p:sp>
          <p:nvSpPr>
            <p:cNvPr id="10" name="AutoShape 3"/>
            <p:cNvSpPr>
              <a:spLocks noChangeArrowheads="1"/>
            </p:cNvSpPr>
            <p:nvPr/>
          </p:nvSpPr>
          <p:spPr bwMode="auto">
            <a:xfrm>
              <a:off x="2948389" y="1395771"/>
              <a:ext cx="2501181" cy="3800844"/>
            </a:xfrm>
            <a:prstGeom prst="rightArrowCallout">
              <a:avLst>
                <a:gd name="adj1" fmla="val 28761"/>
                <a:gd name="adj2" fmla="val 24070"/>
                <a:gd name="adj3" fmla="val 7606"/>
                <a:gd name="adj4" fmla="val 85338"/>
              </a:avLst>
            </a:prstGeom>
            <a:solidFill>
              <a:srgbClr val="CBD4E7"/>
            </a:solidFill>
            <a:ln w="38100" algn="ctr">
              <a:noFill/>
              <a:miter lim="800000"/>
              <a:headEnd/>
              <a:tailEnd/>
            </a:ln>
          </p:spPr>
          <p:txBody>
            <a:bodyPr lIns="81158" tIns="81158" rIns="81158" bIns="81158"/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b="1" dirty="0" smtClean="0">
                  <a:solidFill>
                    <a:srgbClr val="0070C0"/>
                  </a:solidFill>
                </a:rPr>
                <a:t>Primary </a:t>
              </a:r>
              <a:r>
                <a:rPr lang="de-DE" sz="1000" b="1" dirty="0" err="1" smtClean="0">
                  <a:solidFill>
                    <a:srgbClr val="0070C0"/>
                  </a:solidFill>
                </a:rPr>
                <a:t>Statistics</a:t>
              </a:r>
              <a:r>
                <a:rPr lang="de-DE" sz="1000" b="1" dirty="0" smtClean="0">
                  <a:solidFill>
                    <a:srgbClr val="0070C0"/>
                  </a:solidFill>
                </a:rPr>
                <a:t>: </a:t>
              </a:r>
              <a:r>
                <a:rPr lang="de-DE" sz="1000" b="1" dirty="0">
                  <a:solidFill>
                    <a:srgbClr val="0070C0"/>
                  </a:solidFill>
                </a:rPr>
                <a:t/>
              </a:r>
              <a:br>
                <a:rPr lang="de-DE" sz="1000" b="1" dirty="0">
                  <a:solidFill>
                    <a:srgbClr val="0070C0"/>
                  </a:solidFill>
                </a:rPr>
              </a:br>
              <a:r>
                <a:rPr lang="de-DE" sz="1000" b="1" dirty="0" smtClean="0">
                  <a:solidFill>
                    <a:srgbClr val="0070C0"/>
                  </a:solidFill>
                </a:rPr>
                <a:t>Review, Validation, </a:t>
              </a:r>
              <a:r>
                <a:rPr lang="de-DE" sz="1000" b="1" dirty="0">
                  <a:solidFill>
                    <a:srgbClr val="0070C0"/>
                  </a:solidFill>
                </a:rPr>
                <a:t/>
              </a:r>
              <a:br>
                <a:rPr lang="de-DE" sz="1000" b="1" dirty="0">
                  <a:solidFill>
                    <a:srgbClr val="0070C0"/>
                  </a:solidFill>
                </a:rPr>
              </a:br>
              <a:r>
                <a:rPr lang="de-DE" sz="1000" b="1" dirty="0" err="1" smtClean="0">
                  <a:solidFill>
                    <a:srgbClr val="0070C0"/>
                  </a:solidFill>
                </a:rPr>
                <a:t>Preparation</a:t>
              </a:r>
              <a:endParaRPr lang="de-DE" sz="1000" b="1" dirty="0">
                <a:solidFill>
                  <a:srgbClr val="0070C0"/>
                </a:solidFill>
              </a:endParaRPr>
            </a:p>
          </p:txBody>
        </p:sp>
        <p:sp>
          <p:nvSpPr>
            <p:cNvPr id="11" name="AutoShape 4"/>
            <p:cNvSpPr>
              <a:spLocks noChangeArrowheads="1"/>
            </p:cNvSpPr>
            <p:nvPr/>
          </p:nvSpPr>
          <p:spPr bwMode="auto">
            <a:xfrm>
              <a:off x="447210" y="1395772"/>
              <a:ext cx="2501180" cy="3818097"/>
            </a:xfrm>
            <a:prstGeom prst="rightArrowCallout">
              <a:avLst>
                <a:gd name="adj1" fmla="val 48931"/>
                <a:gd name="adj2" fmla="val 34613"/>
                <a:gd name="adj3" fmla="val 6079"/>
                <a:gd name="adj4" fmla="val 83333"/>
              </a:avLst>
            </a:prstGeom>
            <a:solidFill>
              <a:srgbClr val="D6DDEC"/>
            </a:solidFill>
            <a:ln w="38100" algn="ctr">
              <a:noFill/>
              <a:miter lim="800000"/>
              <a:headEnd/>
              <a:tailEnd/>
            </a:ln>
          </p:spPr>
          <p:txBody>
            <a:bodyPr lIns="81158" tIns="81158" rIns="81158" bIns="81158"/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b="1" dirty="0">
                  <a:solidFill>
                    <a:srgbClr val="0070C0"/>
                  </a:solidFill>
                </a:rPr>
                <a:t>Primary </a:t>
              </a:r>
              <a:r>
                <a:rPr lang="de-DE" sz="1000" b="1" dirty="0" err="1">
                  <a:solidFill>
                    <a:srgbClr val="0070C0"/>
                  </a:solidFill>
                </a:rPr>
                <a:t>Statistics</a:t>
              </a:r>
              <a:r>
                <a:rPr lang="de-DE" sz="1000" b="1" dirty="0">
                  <a:solidFill>
                    <a:srgbClr val="0070C0"/>
                  </a:solidFill>
                </a:rPr>
                <a:t> </a:t>
              </a:r>
              <a:br>
                <a:rPr lang="de-DE" sz="1000" b="1" dirty="0">
                  <a:solidFill>
                    <a:srgbClr val="0070C0"/>
                  </a:solidFill>
                </a:rPr>
              </a:br>
              <a:r>
                <a:rPr lang="de-DE" sz="1000" b="1" dirty="0" smtClean="0">
                  <a:solidFill>
                    <a:srgbClr val="0070C0"/>
                  </a:solidFill>
                </a:rPr>
                <a:t>Data Input</a:t>
              </a:r>
              <a:r>
                <a:rPr lang="de-DE" sz="1000" b="1" dirty="0">
                  <a:solidFill>
                    <a:srgbClr val="0070C0"/>
                  </a:solidFill>
                </a:rPr>
                <a:t/>
              </a:r>
              <a:br>
                <a:rPr lang="de-DE" sz="1000" b="1" dirty="0">
                  <a:solidFill>
                    <a:srgbClr val="0070C0"/>
                  </a:solidFill>
                </a:rPr>
              </a:br>
              <a:endParaRPr lang="de-DE" sz="1000" b="1" dirty="0">
                <a:solidFill>
                  <a:srgbClr val="0070C0"/>
                </a:solidFill>
              </a:endParaRPr>
            </a:p>
          </p:txBody>
        </p:sp>
        <p:sp>
          <p:nvSpPr>
            <p:cNvPr id="12" name="Text Box 6"/>
            <p:cNvSpPr txBox="1">
              <a:spLocks noChangeArrowheads="1"/>
            </p:cNvSpPr>
            <p:nvPr/>
          </p:nvSpPr>
          <p:spPr bwMode="auto">
            <a:xfrm>
              <a:off x="7952588" y="1398219"/>
              <a:ext cx="2247570" cy="4831855"/>
            </a:xfrm>
            <a:prstGeom prst="rect">
              <a:avLst/>
            </a:prstGeom>
            <a:solidFill>
              <a:srgbClr val="A9B8D7"/>
            </a:solidFill>
            <a:ln w="38100">
              <a:noFill/>
              <a:miter lim="800000"/>
              <a:headEnd/>
              <a:tailEnd/>
            </a:ln>
          </p:spPr>
          <p:txBody>
            <a:bodyPr lIns="81158" tIns="81158" rIns="81158" bIns="81158"/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b="1" dirty="0" smtClean="0">
                  <a:solidFill>
                    <a:srgbClr val="0070C0"/>
                  </a:solidFill>
                </a:rPr>
                <a:t>Data </a:t>
              </a:r>
              <a:r>
                <a:rPr lang="de-DE" sz="1000" b="1" dirty="0" err="1" smtClean="0">
                  <a:solidFill>
                    <a:srgbClr val="0070C0"/>
                  </a:solidFill>
                </a:rPr>
                <a:t>usage</a:t>
              </a:r>
              <a:r>
                <a:rPr lang="de-DE" sz="1000" b="1" dirty="0" smtClean="0">
                  <a:solidFill>
                    <a:srgbClr val="0070C0"/>
                  </a:solidFill>
                </a:rPr>
                <a:t>,</a:t>
              </a:r>
              <a:r>
                <a:rPr lang="de-DE" sz="1000" b="1" dirty="0">
                  <a:solidFill>
                    <a:srgbClr val="0070C0"/>
                  </a:solidFill>
                </a:rPr>
                <a:t/>
              </a:r>
              <a:br>
                <a:rPr lang="de-DE" sz="1000" b="1" dirty="0">
                  <a:solidFill>
                    <a:srgbClr val="0070C0"/>
                  </a:solidFill>
                </a:rPr>
              </a:br>
              <a:r>
                <a:rPr lang="de-DE" sz="1000" b="1" dirty="0" smtClean="0">
                  <a:solidFill>
                    <a:srgbClr val="0070C0"/>
                  </a:solidFill>
                </a:rPr>
                <a:t>Data Exchange,</a:t>
              </a:r>
              <a:r>
                <a:rPr lang="de-DE" sz="1000" b="1" dirty="0">
                  <a:solidFill>
                    <a:srgbClr val="0070C0"/>
                  </a:solidFill>
                </a:rPr>
                <a:t/>
              </a:r>
              <a:br>
                <a:rPr lang="de-DE" sz="1000" b="1" dirty="0">
                  <a:solidFill>
                    <a:srgbClr val="0070C0"/>
                  </a:solidFill>
                </a:rPr>
              </a:br>
              <a:r>
                <a:rPr lang="de-DE" sz="1000" b="1" dirty="0" err="1" smtClean="0">
                  <a:solidFill>
                    <a:srgbClr val="0070C0"/>
                  </a:solidFill>
                </a:rPr>
                <a:t>Publication</a:t>
              </a:r>
              <a:endParaRPr lang="de-DE" sz="1000" b="1" u="sng" dirty="0">
                <a:solidFill>
                  <a:srgbClr val="0070C0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r>
                <a:rPr lang="de-DE" sz="1000" b="1" u="sng" dirty="0">
                  <a:solidFill>
                    <a:srgbClr val="5A78BE"/>
                  </a:solidFill>
                </a:rPr>
                <a:t/>
              </a:r>
              <a:br>
                <a:rPr lang="de-DE" sz="1000" b="1" u="sng" dirty="0">
                  <a:solidFill>
                    <a:srgbClr val="5A78BE"/>
                  </a:solidFill>
                </a:rPr>
              </a:br>
              <a:r>
                <a:rPr lang="de-DE" sz="1000" b="1" u="sng" dirty="0">
                  <a:solidFill>
                    <a:srgbClr val="5A78BE"/>
                  </a:solidFill>
                </a:rPr>
                <a:t/>
              </a:r>
              <a:br>
                <a:rPr lang="de-DE" sz="1000" b="1" u="sng" dirty="0">
                  <a:solidFill>
                    <a:srgbClr val="5A78BE"/>
                  </a:solidFill>
                </a:rPr>
              </a:b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dirty="0">
                <a:solidFill>
                  <a:srgbClr val="5A78BE"/>
                </a:solidFill>
              </a:endParaRPr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8796116" y="4592759"/>
              <a:ext cx="1321344" cy="50174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913925">
                <a:spcBef>
                  <a:spcPct val="50000"/>
                </a:spcBef>
              </a:pPr>
              <a:r>
                <a:rPr lang="de-DE" sz="1000" b="1" dirty="0" smtClean="0">
                  <a:solidFill>
                    <a:srgbClr val="000000"/>
                  </a:solidFill>
                </a:rPr>
                <a:t>Data Storage Device</a:t>
              </a:r>
              <a:r>
                <a:rPr lang="de-DE" sz="1000" b="1" dirty="0">
                  <a:solidFill>
                    <a:srgbClr val="000000"/>
                  </a:solidFill>
                </a:rPr>
                <a:t/>
              </a:r>
              <a:br>
                <a:rPr lang="de-DE" sz="1000" b="1" dirty="0">
                  <a:solidFill>
                    <a:srgbClr val="000000"/>
                  </a:solidFill>
                </a:rPr>
              </a:br>
              <a:r>
                <a:rPr lang="de-DE" sz="1000" dirty="0" smtClean="0">
                  <a:solidFill>
                    <a:srgbClr val="000000"/>
                  </a:solidFill>
                </a:rPr>
                <a:t>Registered </a:t>
              </a:r>
              <a:r>
                <a:rPr lang="de-DE" sz="1000" dirty="0" err="1" smtClean="0">
                  <a:solidFill>
                    <a:srgbClr val="000000"/>
                  </a:solidFill>
                </a:rPr>
                <a:t>clients</a:t>
              </a:r>
              <a:endParaRPr lang="de-DE" sz="1000" dirty="0">
                <a:solidFill>
                  <a:srgbClr val="000000"/>
                </a:solidFill>
              </a:endParaRP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8739146" y="3027908"/>
              <a:ext cx="1321343" cy="50174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913925">
                <a:spcBef>
                  <a:spcPct val="50000"/>
                </a:spcBef>
              </a:pPr>
              <a:r>
                <a:rPr lang="de-DE" sz="1000" b="1" dirty="0">
                  <a:solidFill>
                    <a:srgbClr val="000000"/>
                  </a:solidFill>
                </a:rPr>
                <a:t>Intranet </a:t>
              </a:r>
              <a:r>
                <a:rPr lang="de-DE" sz="1000" dirty="0">
                  <a:solidFill>
                    <a:srgbClr val="000000"/>
                  </a:solidFill>
                </a:rPr>
                <a:t>Bundesbank, </a:t>
              </a:r>
              <a:r>
                <a:rPr lang="de-DE" sz="1000" dirty="0" err="1" smtClean="0">
                  <a:solidFill>
                    <a:srgbClr val="000000"/>
                  </a:solidFill>
                </a:rPr>
                <a:t>Ministries</a:t>
              </a:r>
              <a:endParaRPr lang="de-DE" sz="1000" dirty="0">
                <a:solidFill>
                  <a:srgbClr val="000000"/>
                </a:solidFill>
              </a:endParaRPr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8783252" y="2161806"/>
              <a:ext cx="1319506" cy="68571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913925">
                <a:spcBef>
                  <a:spcPct val="50000"/>
                </a:spcBef>
              </a:pPr>
              <a:r>
                <a:rPr lang="de-DE" sz="1000" b="1" dirty="0" smtClean="0">
                  <a:solidFill>
                    <a:srgbClr val="000000"/>
                  </a:solidFill>
                </a:rPr>
                <a:t>Dataexchange</a:t>
              </a:r>
              <a:r>
                <a:rPr lang="de-DE" sz="1000" b="1" dirty="0">
                  <a:solidFill>
                    <a:srgbClr val="000000"/>
                  </a:solidFill>
                </a:rPr>
                <a:t/>
              </a:r>
              <a:br>
                <a:rPr lang="de-DE" sz="1000" b="1" dirty="0">
                  <a:solidFill>
                    <a:srgbClr val="000000"/>
                  </a:solidFill>
                </a:rPr>
              </a:br>
              <a:r>
                <a:rPr lang="de-DE" sz="1000" dirty="0">
                  <a:solidFill>
                    <a:srgbClr val="000000"/>
                  </a:solidFill>
                </a:rPr>
                <a:t>EZB, BIZ, OECD, IWF, Eurostat, destatis,…</a:t>
              </a:r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8796116" y="5524422"/>
              <a:ext cx="1321344" cy="41811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913925">
                <a:spcBef>
                  <a:spcPct val="50000"/>
                </a:spcBef>
              </a:pPr>
              <a:r>
                <a:rPr lang="de-DE" sz="1000" b="1" dirty="0" smtClean="0">
                  <a:solidFill>
                    <a:srgbClr val="000000"/>
                  </a:solidFill>
                </a:rPr>
                <a:t>Print-Publications</a:t>
              </a:r>
            </a:p>
            <a:p>
              <a:pPr defTabSz="913925">
                <a:spcBef>
                  <a:spcPct val="50000"/>
                </a:spcBef>
              </a:pPr>
              <a:endParaRPr lang="de-DE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7" name="Text Box 36"/>
            <p:cNvSpPr txBox="1">
              <a:spLocks noChangeArrowheads="1"/>
            </p:cNvSpPr>
            <p:nvPr/>
          </p:nvSpPr>
          <p:spPr bwMode="auto">
            <a:xfrm>
              <a:off x="1151070" y="2382645"/>
              <a:ext cx="1319506" cy="16724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b="1" dirty="0" smtClean="0">
                  <a:solidFill>
                    <a:srgbClr val="000000"/>
                  </a:solidFill>
                </a:rPr>
                <a:t>Data Collection</a:t>
              </a:r>
              <a:endParaRPr lang="de-DE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8" name="Text Box 37"/>
            <p:cNvSpPr txBox="1">
              <a:spLocks noChangeArrowheads="1"/>
            </p:cNvSpPr>
            <p:nvPr/>
          </p:nvSpPr>
          <p:spPr bwMode="auto">
            <a:xfrm>
              <a:off x="904208" y="3304820"/>
              <a:ext cx="1564684" cy="16724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b="1" dirty="0" smtClean="0">
                  <a:solidFill>
                    <a:srgbClr val="000000"/>
                  </a:solidFill>
                </a:rPr>
                <a:t>Data Storage Device</a:t>
              </a:r>
              <a:endParaRPr lang="de-DE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9" name="Text Box 38"/>
            <p:cNvSpPr txBox="1">
              <a:spLocks noChangeArrowheads="1"/>
            </p:cNvSpPr>
            <p:nvPr/>
          </p:nvSpPr>
          <p:spPr bwMode="auto">
            <a:xfrm>
              <a:off x="1106962" y="3942320"/>
              <a:ext cx="1317669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b="1" dirty="0">
                  <a:solidFill>
                    <a:srgbClr val="000000"/>
                  </a:solidFill>
                </a:rPr>
                <a:t>Datei-</a:t>
              </a:r>
              <a:br>
                <a:rPr lang="de-DE" sz="1000" b="1" dirty="0">
                  <a:solidFill>
                    <a:srgbClr val="000000"/>
                  </a:solidFill>
                </a:rPr>
              </a:br>
              <a:r>
                <a:rPr lang="de-DE" sz="1000" b="1" dirty="0">
                  <a:solidFill>
                    <a:srgbClr val="000000"/>
                  </a:solidFill>
                </a:rPr>
                <a:t>einreichung</a:t>
              </a:r>
            </a:p>
          </p:txBody>
        </p:sp>
        <p:sp>
          <p:nvSpPr>
            <p:cNvPr id="20" name="Text Box 39"/>
            <p:cNvSpPr txBox="1">
              <a:spLocks noChangeArrowheads="1"/>
            </p:cNvSpPr>
            <p:nvPr/>
          </p:nvSpPr>
          <p:spPr bwMode="auto">
            <a:xfrm>
              <a:off x="1064695" y="4782543"/>
              <a:ext cx="1317667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b="1" dirty="0">
                  <a:solidFill>
                    <a:srgbClr val="000000"/>
                  </a:solidFill>
                </a:rPr>
                <a:t> AMS</a:t>
              </a:r>
              <a:br>
                <a:rPr lang="de-DE" sz="1000" b="1" dirty="0">
                  <a:solidFill>
                    <a:srgbClr val="000000"/>
                  </a:solidFill>
                </a:rPr>
              </a:br>
              <a:r>
                <a:rPr lang="de-DE" sz="1000" b="1" dirty="0">
                  <a:solidFill>
                    <a:srgbClr val="000000"/>
                  </a:solidFill>
                </a:rPr>
                <a:t> R</a:t>
              </a:r>
              <a:r>
                <a:rPr lang="de-DE" sz="1000" b="1" dirty="0" smtClean="0">
                  <a:solidFill>
                    <a:srgbClr val="000000"/>
                  </a:solidFill>
                </a:rPr>
                <a:t>eporting Portal</a:t>
              </a:r>
              <a:endParaRPr lang="de-DE" sz="1000" b="1" dirty="0">
                <a:solidFill>
                  <a:srgbClr val="000000"/>
                </a:solidFill>
              </a:endParaRPr>
            </a:p>
          </p:txBody>
        </p:sp>
        <p:graphicFrame>
          <p:nvGraphicFramePr>
            <p:cNvPr id="21" name="Object 11"/>
            <p:cNvGraphicFramePr>
              <a:graphicFrameLocks noChangeAspect="1"/>
            </p:cNvGraphicFramePr>
            <p:nvPr/>
          </p:nvGraphicFramePr>
          <p:xfrm>
            <a:off x="1180473" y="4430581"/>
            <a:ext cx="371226" cy="269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6" name="Bitmap Image" r:id="rId3" imgW="609524" imgH="200159" progId="PBrush">
                    <p:embed/>
                  </p:oleObj>
                </mc:Choice>
                <mc:Fallback>
                  <p:oleObj name="Bitmap Image" r:id="rId3" imgW="609524" imgH="200159" progId="PBrush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0473" y="4430581"/>
                          <a:ext cx="371226" cy="269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Line 45"/>
            <p:cNvSpPr>
              <a:spLocks noChangeShapeType="1"/>
            </p:cNvSpPr>
            <p:nvPr/>
          </p:nvSpPr>
          <p:spPr bwMode="auto">
            <a:xfrm flipV="1">
              <a:off x="1064695" y="2201488"/>
              <a:ext cx="413494" cy="0"/>
            </a:xfrm>
            <a:prstGeom prst="line">
              <a:avLst/>
            </a:prstGeom>
            <a:noFill/>
            <a:ln w="19050">
              <a:solidFill>
                <a:srgbClr val="5A78BE"/>
              </a:solidFill>
              <a:round/>
              <a:headEnd/>
              <a:tailEnd type="triangle" w="med" len="med"/>
            </a:ln>
          </p:spPr>
          <p:txBody>
            <a:bodyPr lIns="103071" tIns="51536" rIns="103071" bIns="51536"/>
            <a:lstStyle/>
            <a:p>
              <a:pPr defTabSz="913925"/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23" name="Text Box 56"/>
            <p:cNvSpPr txBox="1">
              <a:spLocks noChangeArrowheads="1"/>
            </p:cNvSpPr>
            <p:nvPr/>
          </p:nvSpPr>
          <p:spPr bwMode="auto">
            <a:xfrm rot="16200000">
              <a:off x="189897" y="4034203"/>
              <a:ext cx="1437179" cy="546033"/>
            </a:xfrm>
            <a:prstGeom prst="rect">
              <a:avLst/>
            </a:prstGeom>
            <a:solidFill>
              <a:srgbClr val="5A78BE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81158" tIns="81158" rIns="81158" bIns="81158">
              <a:spAutoFit/>
            </a:bodyPr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dirty="0">
                  <a:solidFill>
                    <a:srgbClr val="FFFFFF"/>
                  </a:solidFill>
                </a:rPr>
                <a:t>Webportal ExtraNet</a:t>
              </a:r>
              <a:br>
                <a:rPr lang="de-DE" sz="1000" dirty="0">
                  <a:solidFill>
                    <a:srgbClr val="FFFFFF"/>
                  </a:solidFill>
                </a:rPr>
              </a:br>
              <a:r>
                <a:rPr lang="de-DE" sz="1000" dirty="0" smtClean="0">
                  <a:solidFill>
                    <a:srgbClr val="FFFFFF"/>
                  </a:solidFill>
                </a:rPr>
                <a:t> </a:t>
              </a:r>
              <a:r>
                <a:rPr lang="de-DE" sz="1000" dirty="0" err="1" smtClean="0">
                  <a:solidFill>
                    <a:srgbClr val="FFFFFF"/>
                  </a:solidFill>
                </a:rPr>
                <a:t>of</a:t>
              </a:r>
              <a:r>
                <a:rPr lang="de-DE" sz="1000" dirty="0" smtClean="0">
                  <a:solidFill>
                    <a:srgbClr val="FFFFFF"/>
                  </a:solidFill>
                </a:rPr>
                <a:t> Bundesbank</a:t>
              </a:r>
              <a:endParaRPr lang="de-DE" sz="1000" dirty="0">
                <a:solidFill>
                  <a:srgbClr val="FFFFFF"/>
                </a:solidFill>
              </a:endParaRPr>
            </a:p>
          </p:txBody>
        </p:sp>
        <p:sp>
          <p:nvSpPr>
            <p:cNvPr id="24" name="Text Box 15"/>
            <p:cNvSpPr txBox="1">
              <a:spLocks noChangeArrowheads="1"/>
            </p:cNvSpPr>
            <p:nvPr/>
          </p:nvSpPr>
          <p:spPr bwMode="auto">
            <a:xfrm>
              <a:off x="2865691" y="4430581"/>
              <a:ext cx="2231031" cy="61485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103071" tIns="51536" rIns="103071" bIns="51536">
              <a:spAutoFit/>
            </a:bodyPr>
            <a:lstStyle/>
            <a:p>
              <a:pPr algn="ctr" defTabSz="913925"/>
              <a:r>
                <a:rPr lang="de-DE" sz="1000" b="1" dirty="0" smtClean="0">
                  <a:solidFill>
                    <a:srgbClr val="000000"/>
                  </a:solidFill>
                </a:rPr>
                <a:t>Primary </a:t>
              </a:r>
              <a:r>
                <a:rPr lang="de-DE" sz="1000" b="1" dirty="0" err="1" smtClean="0">
                  <a:solidFill>
                    <a:srgbClr val="000000"/>
                  </a:solidFill>
                </a:rPr>
                <a:t>Statistics</a:t>
              </a:r>
              <a:r>
                <a:rPr lang="de-DE" sz="1000" b="1" dirty="0" smtClean="0">
                  <a:solidFill>
                    <a:srgbClr val="000000"/>
                  </a:solidFill>
                </a:rPr>
                <a:t> Databases,</a:t>
              </a:r>
              <a:r>
                <a:rPr lang="de-DE" sz="1000" b="1" dirty="0">
                  <a:solidFill>
                    <a:srgbClr val="000000"/>
                  </a:solidFill>
                </a:rPr>
                <a:t/>
              </a:r>
              <a:br>
                <a:rPr lang="de-DE" sz="1000" b="1" dirty="0">
                  <a:solidFill>
                    <a:srgbClr val="000000"/>
                  </a:solidFill>
                </a:rPr>
              </a:br>
              <a:r>
                <a:rPr lang="de-DE" sz="1000" b="1" dirty="0" err="1" smtClean="0">
                  <a:solidFill>
                    <a:srgbClr val="000000"/>
                  </a:solidFill>
                </a:rPr>
                <a:t>related</a:t>
              </a:r>
              <a:r>
                <a:rPr lang="de-DE" sz="1000" b="1" dirty="0" smtClean="0">
                  <a:solidFill>
                    <a:srgbClr val="000000"/>
                  </a:solidFill>
                </a:rPr>
                <a:t> Systems</a:t>
              </a:r>
              <a:endParaRPr lang="de-DE" sz="1000" dirty="0">
                <a:solidFill>
                  <a:srgbClr val="000000"/>
                </a:solidFill>
              </a:endParaRPr>
            </a:p>
          </p:txBody>
        </p:sp>
        <p:sp>
          <p:nvSpPr>
            <p:cNvPr id="25" name="Text Box 13"/>
            <p:cNvSpPr txBox="1">
              <a:spLocks noChangeArrowheads="1"/>
            </p:cNvSpPr>
            <p:nvPr/>
          </p:nvSpPr>
          <p:spPr bwMode="auto">
            <a:xfrm>
              <a:off x="8781414" y="3888835"/>
              <a:ext cx="1319506" cy="5078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913925">
                <a:spcBef>
                  <a:spcPct val="50000"/>
                </a:spcBef>
              </a:pPr>
              <a:r>
                <a:rPr lang="de-DE" sz="1000" b="1" dirty="0">
                  <a:solidFill>
                    <a:srgbClr val="000000"/>
                  </a:solidFill>
                </a:rPr>
                <a:t>Internet</a:t>
              </a:r>
              <a:br>
                <a:rPr lang="de-DE" sz="1000" b="1" dirty="0">
                  <a:solidFill>
                    <a:srgbClr val="000000"/>
                  </a:solidFill>
                </a:rPr>
              </a:br>
              <a:r>
                <a:rPr lang="de-DE" sz="1000" dirty="0">
                  <a:solidFill>
                    <a:srgbClr val="000000"/>
                  </a:solidFill>
                </a:rPr>
                <a:t>Website </a:t>
              </a:r>
              <a:r>
                <a:rPr lang="de-DE" sz="1000" dirty="0" err="1" smtClean="0">
                  <a:solidFill>
                    <a:srgbClr val="000000"/>
                  </a:solidFill>
                </a:rPr>
                <a:t>of</a:t>
              </a:r>
              <a:r>
                <a:rPr lang="de-DE" sz="1000" dirty="0" smtClean="0">
                  <a:solidFill>
                    <a:srgbClr val="000000"/>
                  </a:solidFill>
                </a:rPr>
                <a:t> </a:t>
              </a:r>
              <a:r>
                <a:rPr lang="de-DE" sz="1000" dirty="0">
                  <a:solidFill>
                    <a:srgbClr val="000000"/>
                  </a:solidFill>
                </a:rPr>
                <a:t>Bundesbank</a:t>
              </a:r>
            </a:p>
          </p:txBody>
        </p:sp>
        <p:pic>
          <p:nvPicPr>
            <p:cNvPr id="26" name="Picture 65" descr="test"/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8094011" y="3888138"/>
              <a:ext cx="524371" cy="491694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27" name="Rectangle 69"/>
            <p:cNvSpPr>
              <a:spLocks noChangeArrowheads="1"/>
            </p:cNvSpPr>
            <p:nvPr/>
          </p:nvSpPr>
          <p:spPr bwMode="auto">
            <a:xfrm>
              <a:off x="6124025" y="3961300"/>
              <a:ext cx="1499605" cy="21200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03071" tIns="51536" rIns="103071" bIns="51536">
              <a:spAutoFit/>
            </a:bodyPr>
            <a:lstStyle/>
            <a:p>
              <a:pPr defTabSz="913925"/>
              <a:endParaRPr lang="de-DE" sz="1000" b="1" dirty="0">
                <a:solidFill>
                  <a:srgbClr val="000000"/>
                </a:solidFill>
              </a:endParaRPr>
            </a:p>
            <a:p>
              <a:pPr defTabSz="913925"/>
              <a:r>
                <a:rPr lang="de-DE" sz="1000" b="1" dirty="0" err="1" smtClean="0">
                  <a:solidFill>
                    <a:srgbClr val="000000"/>
                  </a:solidFill>
                </a:rPr>
                <a:t>Curation</a:t>
              </a:r>
              <a:r>
                <a:rPr lang="de-DE" sz="1000" dirty="0" smtClean="0">
                  <a:solidFill>
                    <a:srgbClr val="000000"/>
                  </a:solidFill>
                </a:rPr>
                <a:t> </a:t>
              </a:r>
              <a:r>
                <a:rPr lang="de-DE" sz="1000" dirty="0">
                  <a:solidFill>
                    <a:srgbClr val="000000"/>
                  </a:solidFill>
                </a:rPr>
                <a:t/>
              </a:r>
              <a:br>
                <a:rPr lang="de-DE" sz="1000" dirty="0">
                  <a:solidFill>
                    <a:srgbClr val="000000"/>
                  </a:solidFill>
                </a:rPr>
              </a:br>
              <a:r>
                <a:rPr lang="de-DE" sz="1000" dirty="0">
                  <a:solidFill>
                    <a:srgbClr val="000000"/>
                  </a:solidFill>
                </a:rPr>
                <a:t>ZEUS, </a:t>
              </a:r>
            </a:p>
            <a:p>
              <a:pPr defTabSz="913925"/>
              <a:r>
                <a:rPr lang="de-DE" sz="1000" dirty="0">
                  <a:solidFill>
                    <a:srgbClr val="000000"/>
                  </a:solidFill>
                </a:rPr>
                <a:t>Jobsystem</a:t>
              </a:r>
              <a:br>
                <a:rPr lang="de-DE" sz="1000" dirty="0">
                  <a:solidFill>
                    <a:srgbClr val="000000"/>
                  </a:solidFill>
                </a:rPr>
              </a:br>
              <a:endParaRPr lang="de-DE" sz="1000" dirty="0">
                <a:solidFill>
                  <a:srgbClr val="000000"/>
                </a:solidFill>
              </a:endParaRPr>
            </a:p>
            <a:p>
              <a:pPr defTabSz="913925"/>
              <a:r>
                <a:rPr lang="de-DE" sz="1000" b="1" dirty="0" smtClean="0">
                  <a:solidFill>
                    <a:srgbClr val="000000"/>
                  </a:solidFill>
                </a:rPr>
                <a:t>Viewer </a:t>
              </a:r>
            </a:p>
            <a:p>
              <a:pPr defTabSz="913925"/>
              <a:r>
                <a:rPr lang="de-DE" sz="1000" dirty="0" err="1" smtClean="0">
                  <a:solidFill>
                    <a:srgbClr val="000000"/>
                  </a:solidFill>
                </a:rPr>
                <a:t>Timeseries</a:t>
              </a:r>
              <a:r>
                <a:rPr lang="de-DE" sz="1000" dirty="0" smtClean="0">
                  <a:solidFill>
                    <a:srgbClr val="000000"/>
                  </a:solidFill>
                </a:rPr>
                <a:t>, </a:t>
              </a:r>
              <a:r>
                <a:rPr lang="de-DE" sz="1000" dirty="0" err="1" smtClean="0">
                  <a:solidFill>
                    <a:srgbClr val="000000"/>
                  </a:solidFill>
                </a:rPr>
                <a:t>Tables</a:t>
              </a:r>
              <a:r>
                <a:rPr lang="de-DE" sz="1000" dirty="0" smtClean="0">
                  <a:solidFill>
                    <a:srgbClr val="000000"/>
                  </a:solidFill>
                </a:rPr>
                <a:t>, Graphics</a:t>
              </a:r>
              <a:r>
                <a:rPr lang="de-DE" sz="1000" dirty="0">
                  <a:solidFill>
                    <a:srgbClr val="000000"/>
                  </a:solidFill>
                </a:rPr>
                <a:t/>
              </a:r>
              <a:br>
                <a:rPr lang="de-DE" sz="1000" dirty="0">
                  <a:solidFill>
                    <a:srgbClr val="000000"/>
                  </a:solidFill>
                </a:rPr>
              </a:br>
              <a:endParaRPr lang="de-DE" sz="1000" dirty="0">
                <a:solidFill>
                  <a:srgbClr val="000000"/>
                </a:solidFill>
              </a:endParaRPr>
            </a:p>
            <a:p>
              <a:pPr defTabSz="913925"/>
              <a:r>
                <a:rPr lang="de-DE" sz="1000" b="1" dirty="0" err="1" smtClean="0">
                  <a:solidFill>
                    <a:srgbClr val="000000"/>
                  </a:solidFill>
                </a:rPr>
                <a:t>Analyses</a:t>
              </a:r>
              <a:r>
                <a:rPr lang="de-DE" sz="1000" dirty="0" smtClean="0">
                  <a:solidFill>
                    <a:srgbClr val="000000"/>
                  </a:solidFill>
                </a:rPr>
                <a:t> </a:t>
              </a:r>
              <a:r>
                <a:rPr lang="de-DE" sz="1000" dirty="0">
                  <a:solidFill>
                    <a:srgbClr val="000000"/>
                  </a:solidFill>
                </a:rPr>
                <a:t>TAWOTR, </a:t>
              </a:r>
              <a:br>
                <a:rPr lang="de-DE" sz="1000" dirty="0">
                  <a:solidFill>
                    <a:srgbClr val="000000"/>
                  </a:solidFill>
                </a:rPr>
              </a:br>
              <a:r>
                <a:rPr lang="de-DE" sz="1000" dirty="0" smtClean="0">
                  <a:solidFill>
                    <a:srgbClr val="000000"/>
                  </a:solidFill>
                </a:rPr>
                <a:t>Excel-Addin</a:t>
              </a:r>
              <a:endParaRPr lang="de-DE" sz="1000" b="1" dirty="0">
                <a:solidFill>
                  <a:srgbClr val="000000"/>
                </a:solidFill>
              </a:endParaRPr>
            </a:p>
          </p:txBody>
        </p:sp>
        <p:pic>
          <p:nvPicPr>
            <p:cNvPr id="28" name="Picture 10" descr="ZEUS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613293" y="4171927"/>
              <a:ext cx="427443" cy="46755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</p:pic>
        <p:grpSp>
          <p:nvGrpSpPr>
            <p:cNvPr id="3" name="Gruppieren 49"/>
            <p:cNvGrpSpPr>
              <a:grpSpLocks/>
            </p:cNvGrpSpPr>
            <p:nvPr/>
          </p:nvGrpSpPr>
          <p:grpSpPr bwMode="auto">
            <a:xfrm>
              <a:off x="8117986" y="2180784"/>
              <a:ext cx="555001" cy="531394"/>
              <a:chOff x="6950076" y="1928802"/>
              <a:chExt cx="550882" cy="488960"/>
            </a:xfrm>
          </p:grpSpPr>
          <p:pic>
            <p:nvPicPr>
              <p:cNvPr id="30" name="Picture 61" descr="test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6950076" y="1928802"/>
                <a:ext cx="488960" cy="488960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sp>
            <p:nvSpPr>
              <p:cNvPr id="31" name="Pfeil nach links und rechts 30"/>
              <p:cNvSpPr/>
              <p:nvPr/>
            </p:nvSpPr>
            <p:spPr bwMode="auto">
              <a:xfrm>
                <a:off x="7072291" y="2071680"/>
                <a:ext cx="428667" cy="285756"/>
              </a:xfrm>
              <a:prstGeom prst="leftRightArrow">
                <a:avLst>
                  <a:gd name="adj1" fmla="val 24902"/>
                  <a:gd name="adj2" fmla="val 50000"/>
                </a:avLst>
              </a:prstGeom>
              <a:gradFill flip="none" rotWithShape="1">
                <a:gsLst>
                  <a:gs pos="0">
                    <a:srgbClr val="03D4A8"/>
                  </a:gs>
                  <a:gs pos="25000">
                    <a:srgbClr val="21D6E0"/>
                  </a:gs>
                  <a:gs pos="75000">
                    <a:srgbClr val="0087E6"/>
                  </a:gs>
                  <a:gs pos="100000">
                    <a:srgbClr val="005CBF"/>
                  </a:gs>
                </a:gsLst>
                <a:lin ang="8100000" scaled="0"/>
                <a:tileRect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32" name="Grafik 31" descr="zis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93958" y="2960674"/>
              <a:ext cx="564254" cy="60946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grpSp>
          <p:nvGrpSpPr>
            <p:cNvPr id="29" name="Gruppieren 156"/>
            <p:cNvGrpSpPr>
              <a:grpSpLocks/>
            </p:cNvGrpSpPr>
            <p:nvPr/>
          </p:nvGrpSpPr>
          <p:grpSpPr bwMode="auto">
            <a:xfrm>
              <a:off x="1470837" y="1944419"/>
              <a:ext cx="744290" cy="479634"/>
              <a:chOff x="1214438" y="1500188"/>
              <a:chExt cx="642937" cy="561975"/>
            </a:xfrm>
          </p:grpSpPr>
          <p:sp>
            <p:nvSpPr>
              <p:cNvPr id="34" name="AutoShape 19"/>
              <p:cNvSpPr>
                <a:spLocks noChangeAspect="1" noChangeArrowheads="1" noTextEdit="1"/>
              </p:cNvSpPr>
              <p:nvPr/>
            </p:nvSpPr>
            <p:spPr bwMode="auto">
              <a:xfrm>
                <a:off x="1214438" y="1500188"/>
                <a:ext cx="642937" cy="5619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" name="Freeform 22"/>
              <p:cNvSpPr>
                <a:spLocks/>
              </p:cNvSpPr>
              <p:nvPr/>
            </p:nvSpPr>
            <p:spPr bwMode="auto">
              <a:xfrm>
                <a:off x="1214438" y="1728788"/>
                <a:ext cx="500062" cy="266700"/>
              </a:xfrm>
              <a:custGeom>
                <a:avLst/>
                <a:gdLst>
                  <a:gd name="T0" fmla="*/ 2147483647 w 1573"/>
                  <a:gd name="T1" fmla="*/ 2147483647 h 840"/>
                  <a:gd name="T2" fmla="*/ 2147483647 w 1573"/>
                  <a:gd name="T3" fmla="*/ 2147483647 h 840"/>
                  <a:gd name="T4" fmla="*/ 2147483647 w 1573"/>
                  <a:gd name="T5" fmla="*/ 2147483647 h 840"/>
                  <a:gd name="T6" fmla="*/ 2147483647 w 1573"/>
                  <a:gd name="T7" fmla="*/ 2147483647 h 840"/>
                  <a:gd name="T8" fmla="*/ 2147483647 w 1573"/>
                  <a:gd name="T9" fmla="*/ 2147483647 h 840"/>
                  <a:gd name="T10" fmla="*/ 2147483647 w 1573"/>
                  <a:gd name="T11" fmla="*/ 2147483647 h 840"/>
                  <a:gd name="T12" fmla="*/ 0 w 1573"/>
                  <a:gd name="T13" fmla="*/ 2147483647 h 840"/>
                  <a:gd name="T14" fmla="*/ 2147483647 w 1573"/>
                  <a:gd name="T15" fmla="*/ 0 h 840"/>
                  <a:gd name="T16" fmla="*/ 2147483647 w 1573"/>
                  <a:gd name="T17" fmla="*/ 2147483647 h 840"/>
                  <a:gd name="T18" fmla="*/ 2147483647 w 1573"/>
                  <a:gd name="T19" fmla="*/ 2147483647 h 840"/>
                  <a:gd name="T20" fmla="*/ 2147483647 w 1573"/>
                  <a:gd name="T21" fmla="*/ 2147483647 h 840"/>
                  <a:gd name="T22" fmla="*/ 2147483647 w 1573"/>
                  <a:gd name="T23" fmla="*/ 2147483647 h 840"/>
                  <a:gd name="T24" fmla="*/ 2147483647 w 1573"/>
                  <a:gd name="T25" fmla="*/ 2147483647 h 840"/>
                  <a:gd name="T26" fmla="*/ 2147483647 w 1573"/>
                  <a:gd name="T27" fmla="*/ 2147483647 h 840"/>
                  <a:gd name="T28" fmla="*/ 2147483647 w 1573"/>
                  <a:gd name="T29" fmla="*/ 2147483647 h 84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573"/>
                  <a:gd name="T46" fmla="*/ 0 h 840"/>
                  <a:gd name="T47" fmla="*/ 1573 w 1573"/>
                  <a:gd name="T48" fmla="*/ 840 h 84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573" h="840">
                    <a:moveTo>
                      <a:pt x="831" y="840"/>
                    </a:moveTo>
                    <a:lnTo>
                      <a:pt x="531" y="795"/>
                    </a:lnTo>
                    <a:lnTo>
                      <a:pt x="363" y="697"/>
                    </a:lnTo>
                    <a:lnTo>
                      <a:pt x="292" y="608"/>
                    </a:lnTo>
                    <a:lnTo>
                      <a:pt x="186" y="635"/>
                    </a:lnTo>
                    <a:lnTo>
                      <a:pt x="9" y="572"/>
                    </a:lnTo>
                    <a:lnTo>
                      <a:pt x="0" y="108"/>
                    </a:lnTo>
                    <a:lnTo>
                      <a:pt x="222" y="0"/>
                    </a:lnTo>
                    <a:lnTo>
                      <a:pt x="486" y="108"/>
                    </a:lnTo>
                    <a:lnTo>
                      <a:pt x="1521" y="135"/>
                    </a:lnTo>
                    <a:lnTo>
                      <a:pt x="1573" y="269"/>
                    </a:lnTo>
                    <a:lnTo>
                      <a:pt x="1502" y="545"/>
                    </a:lnTo>
                    <a:lnTo>
                      <a:pt x="1141" y="590"/>
                    </a:lnTo>
                    <a:lnTo>
                      <a:pt x="823" y="635"/>
                    </a:lnTo>
                    <a:lnTo>
                      <a:pt x="831" y="840"/>
                    </a:lnTo>
                    <a:close/>
                  </a:path>
                </a:pathLst>
              </a:custGeom>
              <a:solidFill>
                <a:srgbClr val="4484A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" name="Freeform 23"/>
              <p:cNvSpPr>
                <a:spLocks/>
              </p:cNvSpPr>
              <p:nvPr/>
            </p:nvSpPr>
            <p:spPr bwMode="auto">
              <a:xfrm>
                <a:off x="1460500" y="1554163"/>
                <a:ext cx="312737" cy="346075"/>
              </a:xfrm>
              <a:custGeom>
                <a:avLst/>
                <a:gdLst>
                  <a:gd name="T0" fmla="*/ 2147483647 w 986"/>
                  <a:gd name="T1" fmla="*/ 2147483647 h 1092"/>
                  <a:gd name="T2" fmla="*/ 2147483647 w 986"/>
                  <a:gd name="T3" fmla="*/ 0 h 1092"/>
                  <a:gd name="T4" fmla="*/ 2147483647 w 986"/>
                  <a:gd name="T5" fmla="*/ 2147483647 h 1092"/>
                  <a:gd name="T6" fmla="*/ 2147483647 w 986"/>
                  <a:gd name="T7" fmla="*/ 2147483647 h 1092"/>
                  <a:gd name="T8" fmla="*/ 2147483647 w 986"/>
                  <a:gd name="T9" fmla="*/ 2147483647 h 1092"/>
                  <a:gd name="T10" fmla="*/ 2147483647 w 986"/>
                  <a:gd name="T11" fmla="*/ 2147483647 h 1092"/>
                  <a:gd name="T12" fmla="*/ 2147483647 w 986"/>
                  <a:gd name="T13" fmla="*/ 2147483647 h 1092"/>
                  <a:gd name="T14" fmla="*/ 2147483647 w 986"/>
                  <a:gd name="T15" fmla="*/ 2147483647 h 1092"/>
                  <a:gd name="T16" fmla="*/ 2147483647 w 986"/>
                  <a:gd name="T17" fmla="*/ 2147483647 h 1092"/>
                  <a:gd name="T18" fmla="*/ 2147483647 w 986"/>
                  <a:gd name="T19" fmla="*/ 2147483647 h 1092"/>
                  <a:gd name="T20" fmla="*/ 2147483647 w 986"/>
                  <a:gd name="T21" fmla="*/ 2147483647 h 1092"/>
                  <a:gd name="T22" fmla="*/ 2147483647 w 986"/>
                  <a:gd name="T23" fmla="*/ 2147483647 h 1092"/>
                  <a:gd name="T24" fmla="*/ 2147483647 w 986"/>
                  <a:gd name="T25" fmla="*/ 2147483647 h 1092"/>
                  <a:gd name="T26" fmla="*/ 2147483647 w 986"/>
                  <a:gd name="T27" fmla="*/ 2147483647 h 1092"/>
                  <a:gd name="T28" fmla="*/ 2147483647 w 986"/>
                  <a:gd name="T29" fmla="*/ 2147483647 h 1092"/>
                  <a:gd name="T30" fmla="*/ 2147483647 w 986"/>
                  <a:gd name="T31" fmla="*/ 2147483647 h 1092"/>
                  <a:gd name="T32" fmla="*/ 2147483647 w 986"/>
                  <a:gd name="T33" fmla="*/ 2147483647 h 1092"/>
                  <a:gd name="T34" fmla="*/ 2147483647 w 986"/>
                  <a:gd name="T35" fmla="*/ 2147483647 h 1092"/>
                  <a:gd name="T36" fmla="*/ 0 w 986"/>
                  <a:gd name="T37" fmla="*/ 2147483647 h 1092"/>
                  <a:gd name="T38" fmla="*/ 2147483647 w 986"/>
                  <a:gd name="T39" fmla="*/ 2147483647 h 1092"/>
                  <a:gd name="T40" fmla="*/ 2147483647 w 986"/>
                  <a:gd name="T41" fmla="*/ 2147483647 h 1092"/>
                  <a:gd name="T42" fmla="*/ 2147483647 w 986"/>
                  <a:gd name="T43" fmla="*/ 2147483647 h 1092"/>
                  <a:gd name="T44" fmla="*/ 2147483647 w 986"/>
                  <a:gd name="T45" fmla="*/ 2147483647 h 1092"/>
                  <a:gd name="T46" fmla="*/ 2147483647 w 986"/>
                  <a:gd name="T47" fmla="*/ 2147483647 h 1092"/>
                  <a:gd name="T48" fmla="*/ 2147483647 w 986"/>
                  <a:gd name="T49" fmla="*/ 2147483647 h 1092"/>
                  <a:gd name="T50" fmla="*/ 2147483647 w 986"/>
                  <a:gd name="T51" fmla="*/ 2147483647 h 1092"/>
                  <a:gd name="T52" fmla="*/ 2147483647 w 986"/>
                  <a:gd name="T53" fmla="*/ 2147483647 h 1092"/>
                  <a:gd name="T54" fmla="*/ 2147483647 w 986"/>
                  <a:gd name="T55" fmla="*/ 2147483647 h 1092"/>
                  <a:gd name="T56" fmla="*/ 2147483647 w 986"/>
                  <a:gd name="T57" fmla="*/ 2147483647 h 1092"/>
                  <a:gd name="T58" fmla="*/ 2147483647 w 986"/>
                  <a:gd name="T59" fmla="*/ 2147483647 h 1092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986"/>
                  <a:gd name="T91" fmla="*/ 0 h 1092"/>
                  <a:gd name="T92" fmla="*/ 986 w 986"/>
                  <a:gd name="T93" fmla="*/ 1092 h 1092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986" h="1092">
                    <a:moveTo>
                      <a:pt x="780" y="33"/>
                    </a:moveTo>
                    <a:lnTo>
                      <a:pt x="264" y="0"/>
                    </a:lnTo>
                    <a:lnTo>
                      <a:pt x="243" y="1"/>
                    </a:lnTo>
                    <a:lnTo>
                      <a:pt x="224" y="1"/>
                    </a:lnTo>
                    <a:lnTo>
                      <a:pt x="207" y="1"/>
                    </a:lnTo>
                    <a:lnTo>
                      <a:pt x="189" y="1"/>
                    </a:lnTo>
                    <a:lnTo>
                      <a:pt x="174" y="1"/>
                    </a:lnTo>
                    <a:lnTo>
                      <a:pt x="159" y="1"/>
                    </a:lnTo>
                    <a:lnTo>
                      <a:pt x="145" y="1"/>
                    </a:lnTo>
                    <a:lnTo>
                      <a:pt x="131" y="2"/>
                    </a:lnTo>
                    <a:lnTo>
                      <a:pt x="117" y="3"/>
                    </a:lnTo>
                    <a:lnTo>
                      <a:pt x="103" y="6"/>
                    </a:lnTo>
                    <a:lnTo>
                      <a:pt x="89" y="10"/>
                    </a:lnTo>
                    <a:lnTo>
                      <a:pt x="75" y="14"/>
                    </a:lnTo>
                    <a:lnTo>
                      <a:pt x="61" y="20"/>
                    </a:lnTo>
                    <a:lnTo>
                      <a:pt x="45" y="27"/>
                    </a:lnTo>
                    <a:lnTo>
                      <a:pt x="28" y="36"/>
                    </a:lnTo>
                    <a:lnTo>
                      <a:pt x="10" y="46"/>
                    </a:lnTo>
                    <a:lnTo>
                      <a:pt x="0" y="899"/>
                    </a:lnTo>
                    <a:lnTo>
                      <a:pt x="705" y="1092"/>
                    </a:lnTo>
                    <a:lnTo>
                      <a:pt x="972" y="1024"/>
                    </a:lnTo>
                    <a:lnTo>
                      <a:pt x="981" y="897"/>
                    </a:lnTo>
                    <a:lnTo>
                      <a:pt x="985" y="775"/>
                    </a:lnTo>
                    <a:lnTo>
                      <a:pt x="986" y="656"/>
                    </a:lnTo>
                    <a:lnTo>
                      <a:pt x="983" y="538"/>
                    </a:lnTo>
                    <a:lnTo>
                      <a:pt x="974" y="420"/>
                    </a:lnTo>
                    <a:lnTo>
                      <a:pt x="961" y="302"/>
                    </a:lnTo>
                    <a:lnTo>
                      <a:pt x="943" y="181"/>
                    </a:lnTo>
                    <a:lnTo>
                      <a:pt x="919" y="57"/>
                    </a:lnTo>
                    <a:lnTo>
                      <a:pt x="780" y="33"/>
                    </a:lnTo>
                    <a:close/>
                  </a:path>
                </a:pathLst>
              </a:custGeom>
              <a:solidFill>
                <a:srgbClr val="51442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" name="Freeform 24"/>
              <p:cNvSpPr>
                <a:spLocks/>
              </p:cNvSpPr>
              <p:nvPr/>
            </p:nvSpPr>
            <p:spPr bwMode="auto">
              <a:xfrm>
                <a:off x="1276350" y="1589088"/>
                <a:ext cx="392112" cy="407988"/>
              </a:xfrm>
              <a:custGeom>
                <a:avLst/>
                <a:gdLst>
                  <a:gd name="T0" fmla="*/ 2147483647 w 1231"/>
                  <a:gd name="T1" fmla="*/ 2147483647 h 1285"/>
                  <a:gd name="T2" fmla="*/ 2147483647 w 1231"/>
                  <a:gd name="T3" fmla="*/ 0 h 1285"/>
                  <a:gd name="T4" fmla="*/ 2147483647 w 1231"/>
                  <a:gd name="T5" fmla="*/ 2147483647 h 1285"/>
                  <a:gd name="T6" fmla="*/ 2147483647 w 1231"/>
                  <a:gd name="T7" fmla="*/ 2147483647 h 1285"/>
                  <a:gd name="T8" fmla="*/ 2147483647 w 1231"/>
                  <a:gd name="T9" fmla="*/ 2147483647 h 1285"/>
                  <a:gd name="T10" fmla="*/ 2147483647 w 1231"/>
                  <a:gd name="T11" fmla="*/ 2147483647 h 1285"/>
                  <a:gd name="T12" fmla="*/ 2147483647 w 1231"/>
                  <a:gd name="T13" fmla="*/ 2147483647 h 1285"/>
                  <a:gd name="T14" fmla="*/ 2147483647 w 1231"/>
                  <a:gd name="T15" fmla="*/ 2147483647 h 1285"/>
                  <a:gd name="T16" fmla="*/ 0 w 1231"/>
                  <a:gd name="T17" fmla="*/ 2147483647 h 1285"/>
                  <a:gd name="T18" fmla="*/ 2147483647 w 1231"/>
                  <a:gd name="T19" fmla="*/ 2147483647 h 1285"/>
                  <a:gd name="T20" fmla="*/ 2147483647 w 1231"/>
                  <a:gd name="T21" fmla="*/ 2147483647 h 1285"/>
                  <a:gd name="T22" fmla="*/ 2147483647 w 1231"/>
                  <a:gd name="T23" fmla="*/ 2147483647 h 1285"/>
                  <a:gd name="T24" fmla="*/ 2147483647 w 1231"/>
                  <a:gd name="T25" fmla="*/ 2147483647 h 1285"/>
                  <a:gd name="T26" fmla="*/ 2147483647 w 1231"/>
                  <a:gd name="T27" fmla="*/ 2147483647 h 1285"/>
                  <a:gd name="T28" fmla="*/ 2147483647 w 1231"/>
                  <a:gd name="T29" fmla="*/ 2147483647 h 1285"/>
                  <a:gd name="T30" fmla="*/ 2147483647 w 1231"/>
                  <a:gd name="T31" fmla="*/ 2147483647 h 1285"/>
                  <a:gd name="T32" fmla="*/ 2147483647 w 1231"/>
                  <a:gd name="T33" fmla="*/ 2147483647 h 1285"/>
                  <a:gd name="T34" fmla="*/ 2147483647 w 1231"/>
                  <a:gd name="T35" fmla="*/ 2147483647 h 1285"/>
                  <a:gd name="T36" fmla="*/ 2147483647 w 1231"/>
                  <a:gd name="T37" fmla="*/ 2147483647 h 1285"/>
                  <a:gd name="T38" fmla="*/ 2147483647 w 1231"/>
                  <a:gd name="T39" fmla="*/ 2147483647 h 1285"/>
                  <a:gd name="T40" fmla="*/ 2147483647 w 1231"/>
                  <a:gd name="T41" fmla="*/ 2147483647 h 1285"/>
                  <a:gd name="T42" fmla="*/ 2147483647 w 1231"/>
                  <a:gd name="T43" fmla="*/ 2147483647 h 1285"/>
                  <a:gd name="T44" fmla="*/ 2147483647 w 1231"/>
                  <a:gd name="T45" fmla="*/ 2147483647 h 1285"/>
                  <a:gd name="T46" fmla="*/ 2147483647 w 1231"/>
                  <a:gd name="T47" fmla="*/ 2147483647 h 1285"/>
                  <a:gd name="T48" fmla="*/ 2147483647 w 1231"/>
                  <a:gd name="T49" fmla="*/ 2147483647 h 1285"/>
                  <a:gd name="T50" fmla="*/ 2147483647 w 1231"/>
                  <a:gd name="T51" fmla="*/ 2147483647 h 1285"/>
                  <a:gd name="T52" fmla="*/ 2147483647 w 1231"/>
                  <a:gd name="T53" fmla="*/ 2147483647 h 1285"/>
                  <a:gd name="T54" fmla="*/ 2147483647 w 1231"/>
                  <a:gd name="T55" fmla="*/ 2147483647 h 1285"/>
                  <a:gd name="T56" fmla="*/ 2147483647 w 1231"/>
                  <a:gd name="T57" fmla="*/ 2147483647 h 1285"/>
                  <a:gd name="T58" fmla="*/ 2147483647 w 1231"/>
                  <a:gd name="T59" fmla="*/ 2147483647 h 1285"/>
                  <a:gd name="T60" fmla="*/ 2147483647 w 1231"/>
                  <a:gd name="T61" fmla="*/ 2147483647 h 1285"/>
                  <a:gd name="T62" fmla="*/ 2147483647 w 1231"/>
                  <a:gd name="T63" fmla="*/ 2147483647 h 1285"/>
                  <a:gd name="T64" fmla="*/ 2147483647 w 1231"/>
                  <a:gd name="T65" fmla="*/ 2147483647 h 1285"/>
                  <a:gd name="T66" fmla="*/ 2147483647 w 1231"/>
                  <a:gd name="T67" fmla="*/ 2147483647 h 1285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231"/>
                  <a:gd name="T103" fmla="*/ 0 h 1285"/>
                  <a:gd name="T104" fmla="*/ 1231 w 1231"/>
                  <a:gd name="T105" fmla="*/ 1285 h 1285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231" h="1285">
                    <a:moveTo>
                      <a:pt x="1157" y="3"/>
                    </a:moveTo>
                    <a:lnTo>
                      <a:pt x="1018" y="0"/>
                    </a:lnTo>
                    <a:lnTo>
                      <a:pt x="844" y="43"/>
                    </a:lnTo>
                    <a:lnTo>
                      <a:pt x="516" y="105"/>
                    </a:lnTo>
                    <a:lnTo>
                      <a:pt x="429" y="142"/>
                    </a:lnTo>
                    <a:lnTo>
                      <a:pt x="354" y="167"/>
                    </a:lnTo>
                    <a:lnTo>
                      <a:pt x="333" y="204"/>
                    </a:lnTo>
                    <a:lnTo>
                      <a:pt x="185" y="224"/>
                    </a:lnTo>
                    <a:lnTo>
                      <a:pt x="0" y="284"/>
                    </a:lnTo>
                    <a:lnTo>
                      <a:pt x="14" y="754"/>
                    </a:lnTo>
                    <a:lnTo>
                      <a:pt x="117" y="921"/>
                    </a:lnTo>
                    <a:lnTo>
                      <a:pt x="379" y="1025"/>
                    </a:lnTo>
                    <a:lnTo>
                      <a:pt x="318" y="1021"/>
                    </a:lnTo>
                    <a:lnTo>
                      <a:pt x="271" y="1073"/>
                    </a:lnTo>
                    <a:lnTo>
                      <a:pt x="402" y="1147"/>
                    </a:lnTo>
                    <a:lnTo>
                      <a:pt x="817" y="1285"/>
                    </a:lnTo>
                    <a:lnTo>
                      <a:pt x="852" y="1281"/>
                    </a:lnTo>
                    <a:lnTo>
                      <a:pt x="882" y="1277"/>
                    </a:lnTo>
                    <a:lnTo>
                      <a:pt x="906" y="1271"/>
                    </a:lnTo>
                    <a:lnTo>
                      <a:pt x="926" y="1264"/>
                    </a:lnTo>
                    <a:lnTo>
                      <a:pt x="942" y="1252"/>
                    </a:lnTo>
                    <a:lnTo>
                      <a:pt x="955" y="1233"/>
                    </a:lnTo>
                    <a:lnTo>
                      <a:pt x="967" y="1208"/>
                    </a:lnTo>
                    <a:lnTo>
                      <a:pt x="977" y="1174"/>
                    </a:lnTo>
                    <a:lnTo>
                      <a:pt x="1072" y="1112"/>
                    </a:lnTo>
                    <a:lnTo>
                      <a:pt x="1052" y="1055"/>
                    </a:lnTo>
                    <a:lnTo>
                      <a:pt x="957" y="1030"/>
                    </a:lnTo>
                    <a:lnTo>
                      <a:pt x="1090" y="966"/>
                    </a:lnTo>
                    <a:lnTo>
                      <a:pt x="1207" y="857"/>
                    </a:lnTo>
                    <a:lnTo>
                      <a:pt x="1225" y="680"/>
                    </a:lnTo>
                    <a:lnTo>
                      <a:pt x="1231" y="507"/>
                    </a:lnTo>
                    <a:lnTo>
                      <a:pt x="1212" y="266"/>
                    </a:lnTo>
                    <a:lnTo>
                      <a:pt x="1183" y="73"/>
                    </a:lnTo>
                    <a:lnTo>
                      <a:pt x="1157" y="3"/>
                    </a:lnTo>
                    <a:close/>
                  </a:path>
                </a:pathLst>
              </a:custGeom>
              <a:solidFill>
                <a:srgbClr val="63563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" name="Freeform 25"/>
              <p:cNvSpPr>
                <a:spLocks/>
              </p:cNvSpPr>
              <p:nvPr/>
            </p:nvSpPr>
            <p:spPr bwMode="auto">
              <a:xfrm>
                <a:off x="1363663" y="1911351"/>
                <a:ext cx="176212" cy="85725"/>
              </a:xfrm>
              <a:custGeom>
                <a:avLst/>
                <a:gdLst>
                  <a:gd name="T0" fmla="*/ 2147483647 w 557"/>
                  <a:gd name="T1" fmla="*/ 2147483647 h 269"/>
                  <a:gd name="T2" fmla="*/ 2147483647 w 557"/>
                  <a:gd name="T3" fmla="*/ 2147483647 h 269"/>
                  <a:gd name="T4" fmla="*/ 2147483647 w 557"/>
                  <a:gd name="T5" fmla="*/ 2147483647 h 269"/>
                  <a:gd name="T6" fmla="*/ 2147483647 w 557"/>
                  <a:gd name="T7" fmla="*/ 2147483647 h 269"/>
                  <a:gd name="T8" fmla="*/ 2147483647 w 557"/>
                  <a:gd name="T9" fmla="*/ 2147483647 h 269"/>
                  <a:gd name="T10" fmla="*/ 2147483647 w 557"/>
                  <a:gd name="T11" fmla="*/ 0 h 269"/>
                  <a:gd name="T12" fmla="*/ 0 w 557"/>
                  <a:gd name="T13" fmla="*/ 2147483647 h 269"/>
                  <a:gd name="T14" fmla="*/ 2147483647 w 557"/>
                  <a:gd name="T15" fmla="*/ 2147483647 h 269"/>
                  <a:gd name="T16" fmla="*/ 2147483647 w 557"/>
                  <a:gd name="T17" fmla="*/ 2147483647 h 269"/>
                  <a:gd name="T18" fmla="*/ 2147483647 w 557"/>
                  <a:gd name="T19" fmla="*/ 2147483647 h 269"/>
                  <a:gd name="T20" fmla="*/ 2147483647 w 557"/>
                  <a:gd name="T21" fmla="*/ 2147483647 h 269"/>
                  <a:gd name="T22" fmla="*/ 2147483647 w 557"/>
                  <a:gd name="T23" fmla="*/ 2147483647 h 269"/>
                  <a:gd name="T24" fmla="*/ 2147483647 w 557"/>
                  <a:gd name="T25" fmla="*/ 2147483647 h 269"/>
                  <a:gd name="T26" fmla="*/ 2147483647 w 557"/>
                  <a:gd name="T27" fmla="*/ 2147483647 h 269"/>
                  <a:gd name="T28" fmla="*/ 2147483647 w 557"/>
                  <a:gd name="T29" fmla="*/ 2147483647 h 269"/>
                  <a:gd name="T30" fmla="*/ 2147483647 w 557"/>
                  <a:gd name="T31" fmla="*/ 2147483647 h 269"/>
                  <a:gd name="T32" fmla="*/ 2147483647 w 557"/>
                  <a:gd name="T33" fmla="*/ 2147483647 h 269"/>
                  <a:gd name="T34" fmla="*/ 2147483647 w 557"/>
                  <a:gd name="T35" fmla="*/ 2147483647 h 269"/>
                  <a:gd name="T36" fmla="*/ 2147483647 w 557"/>
                  <a:gd name="T37" fmla="*/ 2147483647 h 269"/>
                  <a:gd name="T38" fmla="*/ 2147483647 w 557"/>
                  <a:gd name="T39" fmla="*/ 2147483647 h 269"/>
                  <a:gd name="T40" fmla="*/ 2147483647 w 557"/>
                  <a:gd name="T41" fmla="*/ 2147483647 h 269"/>
                  <a:gd name="T42" fmla="*/ 2147483647 w 557"/>
                  <a:gd name="T43" fmla="*/ 2147483647 h 269"/>
                  <a:gd name="T44" fmla="*/ 2147483647 w 557"/>
                  <a:gd name="T45" fmla="*/ 2147483647 h 269"/>
                  <a:gd name="T46" fmla="*/ 2147483647 w 557"/>
                  <a:gd name="T47" fmla="*/ 2147483647 h 269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557"/>
                  <a:gd name="T73" fmla="*/ 0 h 269"/>
                  <a:gd name="T74" fmla="*/ 557 w 557"/>
                  <a:gd name="T75" fmla="*/ 269 h 269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557" h="269">
                    <a:moveTo>
                      <a:pt x="557" y="259"/>
                    </a:moveTo>
                    <a:lnTo>
                      <a:pt x="544" y="208"/>
                    </a:lnTo>
                    <a:lnTo>
                      <a:pt x="554" y="142"/>
                    </a:lnTo>
                    <a:lnTo>
                      <a:pt x="166" y="34"/>
                    </a:lnTo>
                    <a:lnTo>
                      <a:pt x="95" y="3"/>
                    </a:lnTo>
                    <a:lnTo>
                      <a:pt x="47" y="0"/>
                    </a:lnTo>
                    <a:lnTo>
                      <a:pt x="0" y="64"/>
                    </a:lnTo>
                    <a:lnTo>
                      <a:pt x="50" y="133"/>
                    </a:lnTo>
                    <a:lnTo>
                      <a:pt x="76" y="148"/>
                    </a:lnTo>
                    <a:lnTo>
                      <a:pt x="101" y="164"/>
                    </a:lnTo>
                    <a:lnTo>
                      <a:pt x="127" y="179"/>
                    </a:lnTo>
                    <a:lnTo>
                      <a:pt x="152" y="193"/>
                    </a:lnTo>
                    <a:lnTo>
                      <a:pt x="178" y="206"/>
                    </a:lnTo>
                    <a:lnTo>
                      <a:pt x="206" y="219"/>
                    </a:lnTo>
                    <a:lnTo>
                      <a:pt x="233" y="231"/>
                    </a:lnTo>
                    <a:lnTo>
                      <a:pt x="261" y="242"/>
                    </a:lnTo>
                    <a:lnTo>
                      <a:pt x="291" y="251"/>
                    </a:lnTo>
                    <a:lnTo>
                      <a:pt x="322" y="258"/>
                    </a:lnTo>
                    <a:lnTo>
                      <a:pt x="356" y="263"/>
                    </a:lnTo>
                    <a:lnTo>
                      <a:pt x="391" y="267"/>
                    </a:lnTo>
                    <a:lnTo>
                      <a:pt x="429" y="269"/>
                    </a:lnTo>
                    <a:lnTo>
                      <a:pt x="469" y="268"/>
                    </a:lnTo>
                    <a:lnTo>
                      <a:pt x="512" y="265"/>
                    </a:lnTo>
                    <a:lnTo>
                      <a:pt x="557" y="259"/>
                    </a:lnTo>
                    <a:close/>
                  </a:path>
                </a:pathLst>
              </a:custGeom>
              <a:solidFill>
                <a:srgbClr val="42352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" name="Freeform 26"/>
              <p:cNvSpPr>
                <a:spLocks/>
              </p:cNvSpPr>
              <p:nvPr/>
            </p:nvSpPr>
            <p:spPr bwMode="auto">
              <a:xfrm>
                <a:off x="1385888" y="1909763"/>
                <a:ext cx="207962" cy="46038"/>
              </a:xfrm>
              <a:custGeom>
                <a:avLst/>
                <a:gdLst>
                  <a:gd name="T0" fmla="*/ 2147483647 w 657"/>
                  <a:gd name="T1" fmla="*/ 2147483647 h 147"/>
                  <a:gd name="T2" fmla="*/ 2147483647 w 657"/>
                  <a:gd name="T3" fmla="*/ 2147483647 h 147"/>
                  <a:gd name="T4" fmla="*/ 2147483647 w 657"/>
                  <a:gd name="T5" fmla="*/ 0 h 147"/>
                  <a:gd name="T6" fmla="*/ 0 w 657"/>
                  <a:gd name="T7" fmla="*/ 2147483647 h 147"/>
                  <a:gd name="T8" fmla="*/ 2147483647 w 657"/>
                  <a:gd name="T9" fmla="*/ 2147483647 h 147"/>
                  <a:gd name="T10" fmla="*/ 2147483647 w 657"/>
                  <a:gd name="T11" fmla="*/ 2147483647 h 147"/>
                  <a:gd name="T12" fmla="*/ 2147483647 w 657"/>
                  <a:gd name="T13" fmla="*/ 2147483647 h 147"/>
                  <a:gd name="T14" fmla="*/ 2147483647 w 657"/>
                  <a:gd name="T15" fmla="*/ 2147483647 h 147"/>
                  <a:gd name="T16" fmla="*/ 2147483647 w 657"/>
                  <a:gd name="T17" fmla="*/ 2147483647 h 147"/>
                  <a:gd name="T18" fmla="*/ 2147483647 w 657"/>
                  <a:gd name="T19" fmla="*/ 2147483647 h 14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657"/>
                  <a:gd name="T31" fmla="*/ 0 h 147"/>
                  <a:gd name="T32" fmla="*/ 657 w 657"/>
                  <a:gd name="T33" fmla="*/ 147 h 14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657" h="147">
                    <a:moveTo>
                      <a:pt x="603" y="42"/>
                    </a:moveTo>
                    <a:lnTo>
                      <a:pt x="427" y="97"/>
                    </a:lnTo>
                    <a:lnTo>
                      <a:pt x="20" y="0"/>
                    </a:lnTo>
                    <a:lnTo>
                      <a:pt x="0" y="24"/>
                    </a:lnTo>
                    <a:lnTo>
                      <a:pt x="112" y="74"/>
                    </a:lnTo>
                    <a:lnTo>
                      <a:pt x="351" y="134"/>
                    </a:lnTo>
                    <a:lnTo>
                      <a:pt x="449" y="147"/>
                    </a:lnTo>
                    <a:lnTo>
                      <a:pt x="517" y="134"/>
                    </a:lnTo>
                    <a:lnTo>
                      <a:pt x="657" y="33"/>
                    </a:lnTo>
                    <a:lnTo>
                      <a:pt x="603" y="42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" name="Freeform 27"/>
              <p:cNvSpPr>
                <a:spLocks/>
              </p:cNvSpPr>
              <p:nvPr/>
            </p:nvSpPr>
            <p:spPr bwMode="auto">
              <a:xfrm>
                <a:off x="1470025" y="1550988"/>
                <a:ext cx="261937" cy="26988"/>
              </a:xfrm>
              <a:custGeom>
                <a:avLst/>
                <a:gdLst>
                  <a:gd name="T0" fmla="*/ 2147483647 w 827"/>
                  <a:gd name="T1" fmla="*/ 2147483647 h 85"/>
                  <a:gd name="T2" fmla="*/ 2147483647 w 827"/>
                  <a:gd name="T3" fmla="*/ 2147483647 h 85"/>
                  <a:gd name="T4" fmla="*/ 2147483647 w 827"/>
                  <a:gd name="T5" fmla="*/ 0 h 85"/>
                  <a:gd name="T6" fmla="*/ 2147483647 w 827"/>
                  <a:gd name="T7" fmla="*/ 2147483647 h 85"/>
                  <a:gd name="T8" fmla="*/ 2147483647 w 827"/>
                  <a:gd name="T9" fmla="*/ 2147483647 h 85"/>
                  <a:gd name="T10" fmla="*/ 2147483647 w 827"/>
                  <a:gd name="T11" fmla="*/ 2147483647 h 85"/>
                  <a:gd name="T12" fmla="*/ 2147483647 w 827"/>
                  <a:gd name="T13" fmla="*/ 2147483647 h 85"/>
                  <a:gd name="T14" fmla="*/ 2147483647 w 827"/>
                  <a:gd name="T15" fmla="*/ 2147483647 h 85"/>
                  <a:gd name="T16" fmla="*/ 2147483647 w 827"/>
                  <a:gd name="T17" fmla="*/ 2147483647 h 85"/>
                  <a:gd name="T18" fmla="*/ 2147483647 w 827"/>
                  <a:gd name="T19" fmla="*/ 2147483647 h 85"/>
                  <a:gd name="T20" fmla="*/ 0 w 827"/>
                  <a:gd name="T21" fmla="*/ 2147483647 h 85"/>
                  <a:gd name="T22" fmla="*/ 2147483647 w 827"/>
                  <a:gd name="T23" fmla="*/ 2147483647 h 85"/>
                  <a:gd name="T24" fmla="*/ 2147483647 w 827"/>
                  <a:gd name="T25" fmla="*/ 2147483647 h 85"/>
                  <a:gd name="T26" fmla="*/ 2147483647 w 827"/>
                  <a:gd name="T27" fmla="*/ 2147483647 h 8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827"/>
                  <a:gd name="T43" fmla="*/ 0 h 85"/>
                  <a:gd name="T44" fmla="*/ 827 w 827"/>
                  <a:gd name="T45" fmla="*/ 85 h 8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827" h="85">
                    <a:moveTo>
                      <a:pt x="827" y="52"/>
                    </a:moveTo>
                    <a:lnTo>
                      <a:pt x="705" y="34"/>
                    </a:lnTo>
                    <a:lnTo>
                      <a:pt x="120" y="0"/>
                    </a:lnTo>
                    <a:lnTo>
                      <a:pt x="101" y="1"/>
                    </a:lnTo>
                    <a:lnTo>
                      <a:pt x="83" y="3"/>
                    </a:lnTo>
                    <a:lnTo>
                      <a:pt x="67" y="6"/>
                    </a:lnTo>
                    <a:lnTo>
                      <a:pt x="52" y="11"/>
                    </a:lnTo>
                    <a:lnTo>
                      <a:pt x="38" y="17"/>
                    </a:lnTo>
                    <a:lnTo>
                      <a:pt x="25" y="24"/>
                    </a:lnTo>
                    <a:lnTo>
                      <a:pt x="12" y="32"/>
                    </a:lnTo>
                    <a:lnTo>
                      <a:pt x="0" y="41"/>
                    </a:lnTo>
                    <a:lnTo>
                      <a:pt x="625" y="85"/>
                    </a:lnTo>
                    <a:lnTo>
                      <a:pt x="725" y="56"/>
                    </a:lnTo>
                    <a:lnTo>
                      <a:pt x="827" y="52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" name="Freeform 28"/>
              <p:cNvSpPr>
                <a:spLocks/>
              </p:cNvSpPr>
              <p:nvPr/>
            </p:nvSpPr>
            <p:spPr bwMode="auto">
              <a:xfrm>
                <a:off x="1665288" y="1566863"/>
                <a:ext cx="109537" cy="331788"/>
              </a:xfrm>
              <a:custGeom>
                <a:avLst/>
                <a:gdLst>
                  <a:gd name="T0" fmla="*/ 2147483647 w 342"/>
                  <a:gd name="T1" fmla="*/ 2147483647 h 1044"/>
                  <a:gd name="T2" fmla="*/ 2147483647 w 342"/>
                  <a:gd name="T3" fmla="*/ 2147483647 h 1044"/>
                  <a:gd name="T4" fmla="*/ 2147483647 w 342"/>
                  <a:gd name="T5" fmla="*/ 2147483647 h 1044"/>
                  <a:gd name="T6" fmla="*/ 2147483647 w 342"/>
                  <a:gd name="T7" fmla="*/ 2147483647 h 1044"/>
                  <a:gd name="T8" fmla="*/ 2147483647 w 342"/>
                  <a:gd name="T9" fmla="*/ 2147483647 h 1044"/>
                  <a:gd name="T10" fmla="*/ 2147483647 w 342"/>
                  <a:gd name="T11" fmla="*/ 0 h 1044"/>
                  <a:gd name="T12" fmla="*/ 2147483647 w 342"/>
                  <a:gd name="T13" fmla="*/ 0 h 1044"/>
                  <a:gd name="T14" fmla="*/ 2147483647 w 342"/>
                  <a:gd name="T15" fmla="*/ 0 h 1044"/>
                  <a:gd name="T16" fmla="*/ 2147483647 w 342"/>
                  <a:gd name="T17" fmla="*/ 0 h 1044"/>
                  <a:gd name="T18" fmla="*/ 2147483647 w 342"/>
                  <a:gd name="T19" fmla="*/ 2147483647 h 1044"/>
                  <a:gd name="T20" fmla="*/ 2147483647 w 342"/>
                  <a:gd name="T21" fmla="*/ 2147483647 h 1044"/>
                  <a:gd name="T22" fmla="*/ 2147483647 w 342"/>
                  <a:gd name="T23" fmla="*/ 2147483647 h 1044"/>
                  <a:gd name="T24" fmla="*/ 2147483647 w 342"/>
                  <a:gd name="T25" fmla="*/ 2147483647 h 1044"/>
                  <a:gd name="T26" fmla="*/ 2147483647 w 342"/>
                  <a:gd name="T27" fmla="*/ 2147483647 h 1044"/>
                  <a:gd name="T28" fmla="*/ 2147483647 w 342"/>
                  <a:gd name="T29" fmla="*/ 2147483647 h 1044"/>
                  <a:gd name="T30" fmla="*/ 2147483647 w 342"/>
                  <a:gd name="T31" fmla="*/ 2147483647 h 1044"/>
                  <a:gd name="T32" fmla="*/ 0 w 342"/>
                  <a:gd name="T33" fmla="*/ 2147483647 h 1044"/>
                  <a:gd name="T34" fmla="*/ 2147483647 w 342"/>
                  <a:gd name="T35" fmla="*/ 2147483647 h 1044"/>
                  <a:gd name="T36" fmla="*/ 2147483647 w 342"/>
                  <a:gd name="T37" fmla="*/ 2147483647 h 1044"/>
                  <a:gd name="T38" fmla="*/ 2147483647 w 342"/>
                  <a:gd name="T39" fmla="*/ 2147483647 h 1044"/>
                  <a:gd name="T40" fmla="*/ 2147483647 w 342"/>
                  <a:gd name="T41" fmla="*/ 2147483647 h 1044"/>
                  <a:gd name="T42" fmla="*/ 2147483647 w 342"/>
                  <a:gd name="T43" fmla="*/ 2147483647 h 1044"/>
                  <a:gd name="T44" fmla="*/ 2147483647 w 342"/>
                  <a:gd name="T45" fmla="*/ 2147483647 h 1044"/>
                  <a:gd name="T46" fmla="*/ 2147483647 w 342"/>
                  <a:gd name="T47" fmla="*/ 2147483647 h 1044"/>
                  <a:gd name="T48" fmla="*/ 2147483647 w 342"/>
                  <a:gd name="T49" fmla="*/ 2147483647 h 1044"/>
                  <a:gd name="T50" fmla="*/ 2147483647 w 342"/>
                  <a:gd name="T51" fmla="*/ 2147483647 h 1044"/>
                  <a:gd name="T52" fmla="*/ 2147483647 w 342"/>
                  <a:gd name="T53" fmla="*/ 2147483647 h 1044"/>
                  <a:gd name="T54" fmla="*/ 2147483647 w 342"/>
                  <a:gd name="T55" fmla="*/ 2147483647 h 1044"/>
                  <a:gd name="T56" fmla="*/ 2147483647 w 342"/>
                  <a:gd name="T57" fmla="*/ 2147483647 h 1044"/>
                  <a:gd name="T58" fmla="*/ 2147483647 w 342"/>
                  <a:gd name="T59" fmla="*/ 2147483647 h 1044"/>
                  <a:gd name="T60" fmla="*/ 2147483647 w 342"/>
                  <a:gd name="T61" fmla="*/ 2147483647 h 1044"/>
                  <a:gd name="T62" fmla="*/ 2147483647 w 342"/>
                  <a:gd name="T63" fmla="*/ 2147483647 h 1044"/>
                  <a:gd name="T64" fmla="*/ 2147483647 w 342"/>
                  <a:gd name="T65" fmla="*/ 2147483647 h 1044"/>
                  <a:gd name="T66" fmla="*/ 2147483647 w 342"/>
                  <a:gd name="T67" fmla="*/ 2147483647 h 1044"/>
                  <a:gd name="T68" fmla="*/ 2147483647 w 342"/>
                  <a:gd name="T69" fmla="*/ 2147483647 h 1044"/>
                  <a:gd name="T70" fmla="*/ 2147483647 w 342"/>
                  <a:gd name="T71" fmla="*/ 2147483647 h 104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42"/>
                  <a:gd name="T109" fmla="*/ 0 h 1044"/>
                  <a:gd name="T110" fmla="*/ 342 w 342"/>
                  <a:gd name="T111" fmla="*/ 1044 h 104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42" h="1044">
                    <a:moveTo>
                      <a:pt x="280" y="16"/>
                    </a:moveTo>
                    <a:lnTo>
                      <a:pt x="261" y="11"/>
                    </a:lnTo>
                    <a:lnTo>
                      <a:pt x="241" y="8"/>
                    </a:lnTo>
                    <a:lnTo>
                      <a:pt x="223" y="4"/>
                    </a:lnTo>
                    <a:lnTo>
                      <a:pt x="205" y="2"/>
                    </a:lnTo>
                    <a:lnTo>
                      <a:pt x="188" y="0"/>
                    </a:lnTo>
                    <a:lnTo>
                      <a:pt x="170" y="0"/>
                    </a:lnTo>
                    <a:lnTo>
                      <a:pt x="153" y="0"/>
                    </a:lnTo>
                    <a:lnTo>
                      <a:pt x="137" y="0"/>
                    </a:lnTo>
                    <a:lnTo>
                      <a:pt x="120" y="2"/>
                    </a:lnTo>
                    <a:lnTo>
                      <a:pt x="104" y="5"/>
                    </a:lnTo>
                    <a:lnTo>
                      <a:pt x="86" y="9"/>
                    </a:lnTo>
                    <a:lnTo>
                      <a:pt x="70" y="13"/>
                    </a:lnTo>
                    <a:lnTo>
                      <a:pt x="53" y="19"/>
                    </a:lnTo>
                    <a:lnTo>
                      <a:pt x="36" y="25"/>
                    </a:lnTo>
                    <a:lnTo>
                      <a:pt x="18" y="33"/>
                    </a:lnTo>
                    <a:lnTo>
                      <a:pt x="0" y="43"/>
                    </a:lnTo>
                    <a:lnTo>
                      <a:pt x="16" y="171"/>
                    </a:lnTo>
                    <a:lnTo>
                      <a:pt x="32" y="297"/>
                    </a:lnTo>
                    <a:lnTo>
                      <a:pt x="45" y="420"/>
                    </a:lnTo>
                    <a:lnTo>
                      <a:pt x="55" y="542"/>
                    </a:lnTo>
                    <a:lnTo>
                      <a:pt x="62" y="664"/>
                    </a:lnTo>
                    <a:lnTo>
                      <a:pt x="67" y="788"/>
                    </a:lnTo>
                    <a:lnTo>
                      <a:pt x="67" y="914"/>
                    </a:lnTo>
                    <a:lnTo>
                      <a:pt x="64" y="1044"/>
                    </a:lnTo>
                    <a:lnTo>
                      <a:pt x="129" y="1024"/>
                    </a:lnTo>
                    <a:lnTo>
                      <a:pt x="261" y="994"/>
                    </a:lnTo>
                    <a:lnTo>
                      <a:pt x="335" y="972"/>
                    </a:lnTo>
                    <a:lnTo>
                      <a:pt x="340" y="807"/>
                    </a:lnTo>
                    <a:lnTo>
                      <a:pt x="342" y="667"/>
                    </a:lnTo>
                    <a:lnTo>
                      <a:pt x="341" y="546"/>
                    </a:lnTo>
                    <a:lnTo>
                      <a:pt x="337" y="437"/>
                    </a:lnTo>
                    <a:lnTo>
                      <a:pt x="328" y="337"/>
                    </a:lnTo>
                    <a:lnTo>
                      <a:pt x="317" y="236"/>
                    </a:lnTo>
                    <a:lnTo>
                      <a:pt x="301" y="132"/>
                    </a:lnTo>
                    <a:lnTo>
                      <a:pt x="280" y="16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" name="Freeform 29"/>
              <p:cNvSpPr>
                <a:spLocks/>
              </p:cNvSpPr>
              <p:nvPr/>
            </p:nvSpPr>
            <p:spPr bwMode="auto">
              <a:xfrm>
                <a:off x="1670050" y="1566863"/>
                <a:ext cx="104775" cy="317500"/>
              </a:xfrm>
              <a:custGeom>
                <a:avLst/>
                <a:gdLst>
                  <a:gd name="T0" fmla="*/ 2147483647 w 330"/>
                  <a:gd name="T1" fmla="*/ 2147483647 h 998"/>
                  <a:gd name="T2" fmla="*/ 2147483647 w 330"/>
                  <a:gd name="T3" fmla="*/ 2147483647 h 998"/>
                  <a:gd name="T4" fmla="*/ 2147483647 w 330"/>
                  <a:gd name="T5" fmla="*/ 2147483647 h 998"/>
                  <a:gd name="T6" fmla="*/ 2147483647 w 330"/>
                  <a:gd name="T7" fmla="*/ 2147483647 h 998"/>
                  <a:gd name="T8" fmla="*/ 2147483647 w 330"/>
                  <a:gd name="T9" fmla="*/ 2147483647 h 998"/>
                  <a:gd name="T10" fmla="*/ 2147483647 w 330"/>
                  <a:gd name="T11" fmla="*/ 2147483647 h 998"/>
                  <a:gd name="T12" fmla="*/ 2147483647 w 330"/>
                  <a:gd name="T13" fmla="*/ 2147483647 h 998"/>
                  <a:gd name="T14" fmla="*/ 2147483647 w 330"/>
                  <a:gd name="T15" fmla="*/ 0 h 998"/>
                  <a:gd name="T16" fmla="*/ 2147483647 w 330"/>
                  <a:gd name="T17" fmla="*/ 2147483647 h 998"/>
                  <a:gd name="T18" fmla="*/ 2147483647 w 330"/>
                  <a:gd name="T19" fmla="*/ 2147483647 h 998"/>
                  <a:gd name="T20" fmla="*/ 2147483647 w 330"/>
                  <a:gd name="T21" fmla="*/ 2147483647 h 998"/>
                  <a:gd name="T22" fmla="*/ 2147483647 w 330"/>
                  <a:gd name="T23" fmla="*/ 2147483647 h 998"/>
                  <a:gd name="T24" fmla="*/ 2147483647 w 330"/>
                  <a:gd name="T25" fmla="*/ 2147483647 h 998"/>
                  <a:gd name="T26" fmla="*/ 2147483647 w 330"/>
                  <a:gd name="T27" fmla="*/ 2147483647 h 998"/>
                  <a:gd name="T28" fmla="*/ 2147483647 w 330"/>
                  <a:gd name="T29" fmla="*/ 2147483647 h 998"/>
                  <a:gd name="T30" fmla="*/ 2147483647 w 330"/>
                  <a:gd name="T31" fmla="*/ 2147483647 h 998"/>
                  <a:gd name="T32" fmla="*/ 0 w 330"/>
                  <a:gd name="T33" fmla="*/ 2147483647 h 998"/>
                  <a:gd name="T34" fmla="*/ 2147483647 w 330"/>
                  <a:gd name="T35" fmla="*/ 2147483647 h 998"/>
                  <a:gd name="T36" fmla="*/ 2147483647 w 330"/>
                  <a:gd name="T37" fmla="*/ 2147483647 h 998"/>
                  <a:gd name="T38" fmla="*/ 2147483647 w 330"/>
                  <a:gd name="T39" fmla="*/ 2147483647 h 998"/>
                  <a:gd name="T40" fmla="*/ 2147483647 w 330"/>
                  <a:gd name="T41" fmla="*/ 2147483647 h 998"/>
                  <a:gd name="T42" fmla="*/ 2147483647 w 330"/>
                  <a:gd name="T43" fmla="*/ 2147483647 h 998"/>
                  <a:gd name="T44" fmla="*/ 2147483647 w 330"/>
                  <a:gd name="T45" fmla="*/ 2147483647 h 998"/>
                  <a:gd name="T46" fmla="*/ 2147483647 w 330"/>
                  <a:gd name="T47" fmla="*/ 2147483647 h 998"/>
                  <a:gd name="T48" fmla="*/ 2147483647 w 330"/>
                  <a:gd name="T49" fmla="*/ 2147483647 h 998"/>
                  <a:gd name="T50" fmla="*/ 2147483647 w 330"/>
                  <a:gd name="T51" fmla="*/ 2147483647 h 998"/>
                  <a:gd name="T52" fmla="*/ 2147483647 w 330"/>
                  <a:gd name="T53" fmla="*/ 2147483647 h 998"/>
                  <a:gd name="T54" fmla="*/ 2147483647 w 330"/>
                  <a:gd name="T55" fmla="*/ 2147483647 h 998"/>
                  <a:gd name="T56" fmla="*/ 2147483647 w 330"/>
                  <a:gd name="T57" fmla="*/ 2147483647 h 998"/>
                  <a:gd name="T58" fmla="*/ 2147483647 w 330"/>
                  <a:gd name="T59" fmla="*/ 2147483647 h 998"/>
                  <a:gd name="T60" fmla="*/ 2147483647 w 330"/>
                  <a:gd name="T61" fmla="*/ 2147483647 h 998"/>
                  <a:gd name="T62" fmla="*/ 2147483647 w 330"/>
                  <a:gd name="T63" fmla="*/ 2147483647 h 998"/>
                  <a:gd name="T64" fmla="*/ 2147483647 w 330"/>
                  <a:gd name="T65" fmla="*/ 2147483647 h 998"/>
                  <a:gd name="T66" fmla="*/ 2147483647 w 330"/>
                  <a:gd name="T67" fmla="*/ 2147483647 h 998"/>
                  <a:gd name="T68" fmla="*/ 2147483647 w 330"/>
                  <a:gd name="T69" fmla="*/ 2147483647 h 998"/>
                  <a:gd name="T70" fmla="*/ 2147483647 w 330"/>
                  <a:gd name="T71" fmla="*/ 2147483647 h 998"/>
                  <a:gd name="T72" fmla="*/ 2147483647 w 330"/>
                  <a:gd name="T73" fmla="*/ 2147483647 h 998"/>
                  <a:gd name="T74" fmla="*/ 2147483647 w 330"/>
                  <a:gd name="T75" fmla="*/ 2147483647 h 998"/>
                  <a:gd name="T76" fmla="*/ 2147483647 w 330"/>
                  <a:gd name="T77" fmla="*/ 2147483647 h 998"/>
                  <a:gd name="T78" fmla="*/ 2147483647 w 330"/>
                  <a:gd name="T79" fmla="*/ 2147483647 h 998"/>
                  <a:gd name="T80" fmla="*/ 2147483647 w 330"/>
                  <a:gd name="T81" fmla="*/ 2147483647 h 998"/>
                  <a:gd name="T82" fmla="*/ 2147483647 w 330"/>
                  <a:gd name="T83" fmla="*/ 2147483647 h 998"/>
                  <a:gd name="T84" fmla="*/ 2147483647 w 330"/>
                  <a:gd name="T85" fmla="*/ 2147483647 h 998"/>
                  <a:gd name="T86" fmla="*/ 2147483647 w 330"/>
                  <a:gd name="T87" fmla="*/ 2147483647 h 998"/>
                  <a:gd name="T88" fmla="*/ 2147483647 w 330"/>
                  <a:gd name="T89" fmla="*/ 2147483647 h 998"/>
                  <a:gd name="T90" fmla="*/ 2147483647 w 330"/>
                  <a:gd name="T91" fmla="*/ 2147483647 h 998"/>
                  <a:gd name="T92" fmla="*/ 2147483647 w 330"/>
                  <a:gd name="T93" fmla="*/ 2147483647 h 998"/>
                  <a:gd name="T94" fmla="*/ 2147483647 w 330"/>
                  <a:gd name="T95" fmla="*/ 2147483647 h 998"/>
                  <a:gd name="T96" fmla="*/ 2147483647 w 330"/>
                  <a:gd name="T97" fmla="*/ 2147483647 h 998"/>
                  <a:gd name="T98" fmla="*/ 2147483647 w 330"/>
                  <a:gd name="T99" fmla="*/ 2147483647 h 998"/>
                  <a:gd name="T100" fmla="*/ 2147483647 w 330"/>
                  <a:gd name="T101" fmla="*/ 2147483647 h 998"/>
                  <a:gd name="T102" fmla="*/ 2147483647 w 330"/>
                  <a:gd name="T103" fmla="*/ 2147483647 h 998"/>
                  <a:gd name="T104" fmla="*/ 2147483647 w 330"/>
                  <a:gd name="T105" fmla="*/ 2147483647 h 998"/>
                  <a:gd name="T106" fmla="*/ 2147483647 w 330"/>
                  <a:gd name="T107" fmla="*/ 2147483647 h 998"/>
                  <a:gd name="T108" fmla="*/ 2147483647 w 330"/>
                  <a:gd name="T109" fmla="*/ 2147483647 h 998"/>
                  <a:gd name="T110" fmla="*/ 2147483647 w 330"/>
                  <a:gd name="T111" fmla="*/ 2147483647 h 998"/>
                  <a:gd name="T112" fmla="*/ 2147483647 w 330"/>
                  <a:gd name="T113" fmla="*/ 2147483647 h 99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330"/>
                  <a:gd name="T172" fmla="*/ 0 h 998"/>
                  <a:gd name="T173" fmla="*/ 330 w 330"/>
                  <a:gd name="T174" fmla="*/ 998 h 99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330" h="998">
                    <a:moveTo>
                      <a:pt x="269" y="17"/>
                    </a:moveTo>
                    <a:lnTo>
                      <a:pt x="251" y="13"/>
                    </a:lnTo>
                    <a:lnTo>
                      <a:pt x="232" y="9"/>
                    </a:lnTo>
                    <a:lnTo>
                      <a:pt x="214" y="6"/>
                    </a:lnTo>
                    <a:lnTo>
                      <a:pt x="197" y="3"/>
                    </a:lnTo>
                    <a:lnTo>
                      <a:pt x="181" y="2"/>
                    </a:lnTo>
                    <a:lnTo>
                      <a:pt x="163" y="1"/>
                    </a:lnTo>
                    <a:lnTo>
                      <a:pt x="147" y="0"/>
                    </a:lnTo>
                    <a:lnTo>
                      <a:pt x="131" y="1"/>
                    </a:lnTo>
                    <a:lnTo>
                      <a:pt x="115" y="3"/>
                    </a:lnTo>
                    <a:lnTo>
                      <a:pt x="99" y="5"/>
                    </a:lnTo>
                    <a:lnTo>
                      <a:pt x="83" y="8"/>
                    </a:lnTo>
                    <a:lnTo>
                      <a:pt x="67" y="13"/>
                    </a:lnTo>
                    <a:lnTo>
                      <a:pt x="51" y="18"/>
                    </a:lnTo>
                    <a:lnTo>
                      <a:pt x="34" y="24"/>
                    </a:lnTo>
                    <a:lnTo>
                      <a:pt x="18" y="32"/>
                    </a:lnTo>
                    <a:lnTo>
                      <a:pt x="0" y="41"/>
                    </a:lnTo>
                    <a:lnTo>
                      <a:pt x="17" y="163"/>
                    </a:lnTo>
                    <a:lnTo>
                      <a:pt x="31" y="284"/>
                    </a:lnTo>
                    <a:lnTo>
                      <a:pt x="42" y="402"/>
                    </a:lnTo>
                    <a:lnTo>
                      <a:pt x="52" y="518"/>
                    </a:lnTo>
                    <a:lnTo>
                      <a:pt x="58" y="636"/>
                    </a:lnTo>
                    <a:lnTo>
                      <a:pt x="62" y="754"/>
                    </a:lnTo>
                    <a:lnTo>
                      <a:pt x="62" y="874"/>
                    </a:lnTo>
                    <a:lnTo>
                      <a:pt x="59" y="998"/>
                    </a:lnTo>
                    <a:lnTo>
                      <a:pt x="67" y="996"/>
                    </a:lnTo>
                    <a:lnTo>
                      <a:pt x="75" y="994"/>
                    </a:lnTo>
                    <a:lnTo>
                      <a:pt x="83" y="992"/>
                    </a:lnTo>
                    <a:lnTo>
                      <a:pt x="92" y="990"/>
                    </a:lnTo>
                    <a:lnTo>
                      <a:pt x="100" y="988"/>
                    </a:lnTo>
                    <a:lnTo>
                      <a:pt x="108" y="985"/>
                    </a:lnTo>
                    <a:lnTo>
                      <a:pt x="116" y="983"/>
                    </a:lnTo>
                    <a:lnTo>
                      <a:pt x="124" y="981"/>
                    </a:lnTo>
                    <a:lnTo>
                      <a:pt x="139" y="978"/>
                    </a:lnTo>
                    <a:lnTo>
                      <a:pt x="155" y="974"/>
                    </a:lnTo>
                    <a:lnTo>
                      <a:pt x="171" y="971"/>
                    </a:lnTo>
                    <a:lnTo>
                      <a:pt x="187" y="967"/>
                    </a:lnTo>
                    <a:lnTo>
                      <a:pt x="202" y="963"/>
                    </a:lnTo>
                    <a:lnTo>
                      <a:pt x="218" y="960"/>
                    </a:lnTo>
                    <a:lnTo>
                      <a:pt x="233" y="955"/>
                    </a:lnTo>
                    <a:lnTo>
                      <a:pt x="250" y="952"/>
                    </a:lnTo>
                    <a:lnTo>
                      <a:pt x="259" y="949"/>
                    </a:lnTo>
                    <a:lnTo>
                      <a:pt x="268" y="947"/>
                    </a:lnTo>
                    <a:lnTo>
                      <a:pt x="277" y="944"/>
                    </a:lnTo>
                    <a:lnTo>
                      <a:pt x="286" y="941"/>
                    </a:lnTo>
                    <a:lnTo>
                      <a:pt x="295" y="938"/>
                    </a:lnTo>
                    <a:lnTo>
                      <a:pt x="304" y="935"/>
                    </a:lnTo>
                    <a:lnTo>
                      <a:pt x="314" y="933"/>
                    </a:lnTo>
                    <a:lnTo>
                      <a:pt x="324" y="930"/>
                    </a:lnTo>
                    <a:lnTo>
                      <a:pt x="328" y="772"/>
                    </a:lnTo>
                    <a:lnTo>
                      <a:pt x="330" y="638"/>
                    </a:lnTo>
                    <a:lnTo>
                      <a:pt x="329" y="522"/>
                    </a:lnTo>
                    <a:lnTo>
                      <a:pt x="324" y="419"/>
                    </a:lnTo>
                    <a:lnTo>
                      <a:pt x="316" y="322"/>
                    </a:lnTo>
                    <a:lnTo>
                      <a:pt x="304" y="227"/>
                    </a:lnTo>
                    <a:lnTo>
                      <a:pt x="289" y="127"/>
                    </a:lnTo>
                    <a:lnTo>
                      <a:pt x="269" y="17"/>
                    </a:lnTo>
                    <a:close/>
                  </a:path>
                </a:pathLst>
              </a:custGeom>
              <a:solidFill>
                <a:srgbClr val="9175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" name="Freeform 30"/>
              <p:cNvSpPr>
                <a:spLocks/>
              </p:cNvSpPr>
              <p:nvPr/>
            </p:nvSpPr>
            <p:spPr bwMode="auto">
              <a:xfrm>
                <a:off x="1673225" y="1566863"/>
                <a:ext cx="100012" cy="303213"/>
              </a:xfrm>
              <a:custGeom>
                <a:avLst/>
                <a:gdLst>
                  <a:gd name="T0" fmla="*/ 2147483647 w 317"/>
                  <a:gd name="T1" fmla="*/ 2147483647 h 951"/>
                  <a:gd name="T2" fmla="*/ 2147483647 w 317"/>
                  <a:gd name="T3" fmla="*/ 2147483647 h 951"/>
                  <a:gd name="T4" fmla="*/ 2147483647 w 317"/>
                  <a:gd name="T5" fmla="*/ 2147483647 h 951"/>
                  <a:gd name="T6" fmla="*/ 2147483647 w 317"/>
                  <a:gd name="T7" fmla="*/ 2147483647 h 951"/>
                  <a:gd name="T8" fmla="*/ 2147483647 w 317"/>
                  <a:gd name="T9" fmla="*/ 2147483647 h 951"/>
                  <a:gd name="T10" fmla="*/ 2147483647 w 317"/>
                  <a:gd name="T11" fmla="*/ 2147483647 h 951"/>
                  <a:gd name="T12" fmla="*/ 2147483647 w 317"/>
                  <a:gd name="T13" fmla="*/ 0 h 951"/>
                  <a:gd name="T14" fmla="*/ 2147483647 w 317"/>
                  <a:gd name="T15" fmla="*/ 0 h 951"/>
                  <a:gd name="T16" fmla="*/ 2147483647 w 317"/>
                  <a:gd name="T17" fmla="*/ 0 h 951"/>
                  <a:gd name="T18" fmla="*/ 2147483647 w 317"/>
                  <a:gd name="T19" fmla="*/ 2147483647 h 951"/>
                  <a:gd name="T20" fmla="*/ 2147483647 w 317"/>
                  <a:gd name="T21" fmla="*/ 2147483647 h 951"/>
                  <a:gd name="T22" fmla="*/ 2147483647 w 317"/>
                  <a:gd name="T23" fmla="*/ 2147483647 h 951"/>
                  <a:gd name="T24" fmla="*/ 2147483647 w 317"/>
                  <a:gd name="T25" fmla="*/ 2147483647 h 951"/>
                  <a:gd name="T26" fmla="*/ 2147483647 w 317"/>
                  <a:gd name="T27" fmla="*/ 2147483647 h 951"/>
                  <a:gd name="T28" fmla="*/ 2147483647 w 317"/>
                  <a:gd name="T29" fmla="*/ 2147483647 h 951"/>
                  <a:gd name="T30" fmla="*/ 2147483647 w 317"/>
                  <a:gd name="T31" fmla="*/ 2147483647 h 951"/>
                  <a:gd name="T32" fmla="*/ 0 w 317"/>
                  <a:gd name="T33" fmla="*/ 2147483647 h 951"/>
                  <a:gd name="T34" fmla="*/ 2147483647 w 317"/>
                  <a:gd name="T35" fmla="*/ 2147483647 h 951"/>
                  <a:gd name="T36" fmla="*/ 2147483647 w 317"/>
                  <a:gd name="T37" fmla="*/ 2147483647 h 951"/>
                  <a:gd name="T38" fmla="*/ 2147483647 w 317"/>
                  <a:gd name="T39" fmla="*/ 2147483647 h 951"/>
                  <a:gd name="T40" fmla="*/ 2147483647 w 317"/>
                  <a:gd name="T41" fmla="*/ 2147483647 h 951"/>
                  <a:gd name="T42" fmla="*/ 2147483647 w 317"/>
                  <a:gd name="T43" fmla="*/ 2147483647 h 951"/>
                  <a:gd name="T44" fmla="*/ 2147483647 w 317"/>
                  <a:gd name="T45" fmla="*/ 2147483647 h 951"/>
                  <a:gd name="T46" fmla="*/ 2147483647 w 317"/>
                  <a:gd name="T47" fmla="*/ 2147483647 h 951"/>
                  <a:gd name="T48" fmla="*/ 2147483647 w 317"/>
                  <a:gd name="T49" fmla="*/ 2147483647 h 951"/>
                  <a:gd name="T50" fmla="*/ 2147483647 w 317"/>
                  <a:gd name="T51" fmla="*/ 2147483647 h 951"/>
                  <a:gd name="T52" fmla="*/ 2147483647 w 317"/>
                  <a:gd name="T53" fmla="*/ 2147483647 h 951"/>
                  <a:gd name="T54" fmla="*/ 2147483647 w 317"/>
                  <a:gd name="T55" fmla="*/ 2147483647 h 951"/>
                  <a:gd name="T56" fmla="*/ 2147483647 w 317"/>
                  <a:gd name="T57" fmla="*/ 2147483647 h 951"/>
                  <a:gd name="T58" fmla="*/ 2147483647 w 317"/>
                  <a:gd name="T59" fmla="*/ 2147483647 h 951"/>
                  <a:gd name="T60" fmla="*/ 2147483647 w 317"/>
                  <a:gd name="T61" fmla="*/ 2147483647 h 951"/>
                  <a:gd name="T62" fmla="*/ 2147483647 w 317"/>
                  <a:gd name="T63" fmla="*/ 2147483647 h 951"/>
                  <a:gd name="T64" fmla="*/ 2147483647 w 317"/>
                  <a:gd name="T65" fmla="*/ 2147483647 h 951"/>
                  <a:gd name="T66" fmla="*/ 2147483647 w 317"/>
                  <a:gd name="T67" fmla="*/ 2147483647 h 951"/>
                  <a:gd name="T68" fmla="*/ 2147483647 w 317"/>
                  <a:gd name="T69" fmla="*/ 2147483647 h 951"/>
                  <a:gd name="T70" fmla="*/ 2147483647 w 317"/>
                  <a:gd name="T71" fmla="*/ 2147483647 h 951"/>
                  <a:gd name="T72" fmla="*/ 2147483647 w 317"/>
                  <a:gd name="T73" fmla="*/ 2147483647 h 951"/>
                  <a:gd name="T74" fmla="*/ 2147483647 w 317"/>
                  <a:gd name="T75" fmla="*/ 2147483647 h 951"/>
                  <a:gd name="T76" fmla="*/ 2147483647 w 317"/>
                  <a:gd name="T77" fmla="*/ 2147483647 h 951"/>
                  <a:gd name="T78" fmla="*/ 2147483647 w 317"/>
                  <a:gd name="T79" fmla="*/ 2147483647 h 951"/>
                  <a:gd name="T80" fmla="*/ 2147483647 w 317"/>
                  <a:gd name="T81" fmla="*/ 2147483647 h 951"/>
                  <a:gd name="T82" fmla="*/ 2147483647 w 317"/>
                  <a:gd name="T83" fmla="*/ 2147483647 h 951"/>
                  <a:gd name="T84" fmla="*/ 2147483647 w 317"/>
                  <a:gd name="T85" fmla="*/ 2147483647 h 951"/>
                  <a:gd name="T86" fmla="*/ 2147483647 w 317"/>
                  <a:gd name="T87" fmla="*/ 2147483647 h 951"/>
                  <a:gd name="T88" fmla="*/ 2147483647 w 317"/>
                  <a:gd name="T89" fmla="*/ 2147483647 h 951"/>
                  <a:gd name="T90" fmla="*/ 2147483647 w 317"/>
                  <a:gd name="T91" fmla="*/ 2147483647 h 951"/>
                  <a:gd name="T92" fmla="*/ 2147483647 w 317"/>
                  <a:gd name="T93" fmla="*/ 2147483647 h 951"/>
                  <a:gd name="T94" fmla="*/ 2147483647 w 317"/>
                  <a:gd name="T95" fmla="*/ 2147483647 h 951"/>
                  <a:gd name="T96" fmla="*/ 2147483647 w 317"/>
                  <a:gd name="T97" fmla="*/ 2147483647 h 951"/>
                  <a:gd name="T98" fmla="*/ 2147483647 w 317"/>
                  <a:gd name="T99" fmla="*/ 2147483647 h 951"/>
                  <a:gd name="T100" fmla="*/ 2147483647 w 317"/>
                  <a:gd name="T101" fmla="*/ 2147483647 h 951"/>
                  <a:gd name="T102" fmla="*/ 2147483647 w 317"/>
                  <a:gd name="T103" fmla="*/ 2147483647 h 951"/>
                  <a:gd name="T104" fmla="*/ 2147483647 w 317"/>
                  <a:gd name="T105" fmla="*/ 2147483647 h 951"/>
                  <a:gd name="T106" fmla="*/ 2147483647 w 317"/>
                  <a:gd name="T107" fmla="*/ 2147483647 h 951"/>
                  <a:gd name="T108" fmla="*/ 2147483647 w 317"/>
                  <a:gd name="T109" fmla="*/ 2147483647 h 951"/>
                  <a:gd name="T110" fmla="*/ 2147483647 w 317"/>
                  <a:gd name="T111" fmla="*/ 2147483647 h 951"/>
                  <a:gd name="T112" fmla="*/ 2147483647 w 317"/>
                  <a:gd name="T113" fmla="*/ 2147483647 h 951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317"/>
                  <a:gd name="T172" fmla="*/ 0 h 951"/>
                  <a:gd name="T173" fmla="*/ 317 w 317"/>
                  <a:gd name="T174" fmla="*/ 951 h 951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317" h="951">
                    <a:moveTo>
                      <a:pt x="257" y="16"/>
                    </a:moveTo>
                    <a:lnTo>
                      <a:pt x="239" y="12"/>
                    </a:lnTo>
                    <a:lnTo>
                      <a:pt x="221" y="8"/>
                    </a:lnTo>
                    <a:lnTo>
                      <a:pt x="205" y="5"/>
                    </a:lnTo>
                    <a:lnTo>
                      <a:pt x="189" y="3"/>
                    </a:lnTo>
                    <a:lnTo>
                      <a:pt x="173" y="1"/>
                    </a:lnTo>
                    <a:lnTo>
                      <a:pt x="157" y="0"/>
                    </a:lnTo>
                    <a:lnTo>
                      <a:pt x="141" y="0"/>
                    </a:lnTo>
                    <a:lnTo>
                      <a:pt x="125" y="0"/>
                    </a:lnTo>
                    <a:lnTo>
                      <a:pt x="110" y="1"/>
                    </a:lnTo>
                    <a:lnTo>
                      <a:pt x="95" y="4"/>
                    </a:lnTo>
                    <a:lnTo>
                      <a:pt x="80" y="7"/>
                    </a:lnTo>
                    <a:lnTo>
                      <a:pt x="63" y="11"/>
                    </a:lnTo>
                    <a:lnTo>
                      <a:pt x="48" y="15"/>
                    </a:lnTo>
                    <a:lnTo>
                      <a:pt x="32" y="21"/>
                    </a:lnTo>
                    <a:lnTo>
                      <a:pt x="16" y="28"/>
                    </a:lnTo>
                    <a:lnTo>
                      <a:pt x="0" y="37"/>
                    </a:lnTo>
                    <a:lnTo>
                      <a:pt x="15" y="154"/>
                    </a:lnTo>
                    <a:lnTo>
                      <a:pt x="29" y="269"/>
                    </a:lnTo>
                    <a:lnTo>
                      <a:pt x="40" y="381"/>
                    </a:lnTo>
                    <a:lnTo>
                      <a:pt x="49" y="493"/>
                    </a:lnTo>
                    <a:lnTo>
                      <a:pt x="55" y="606"/>
                    </a:lnTo>
                    <a:lnTo>
                      <a:pt x="58" y="718"/>
                    </a:lnTo>
                    <a:lnTo>
                      <a:pt x="58" y="833"/>
                    </a:lnTo>
                    <a:lnTo>
                      <a:pt x="55" y="951"/>
                    </a:lnTo>
                    <a:lnTo>
                      <a:pt x="63" y="949"/>
                    </a:lnTo>
                    <a:lnTo>
                      <a:pt x="71" y="947"/>
                    </a:lnTo>
                    <a:lnTo>
                      <a:pt x="80" y="945"/>
                    </a:lnTo>
                    <a:lnTo>
                      <a:pt x="87" y="943"/>
                    </a:lnTo>
                    <a:lnTo>
                      <a:pt x="95" y="941"/>
                    </a:lnTo>
                    <a:lnTo>
                      <a:pt x="103" y="939"/>
                    </a:lnTo>
                    <a:lnTo>
                      <a:pt x="110" y="937"/>
                    </a:lnTo>
                    <a:lnTo>
                      <a:pt x="118" y="935"/>
                    </a:lnTo>
                    <a:lnTo>
                      <a:pt x="133" y="932"/>
                    </a:lnTo>
                    <a:lnTo>
                      <a:pt x="148" y="928"/>
                    </a:lnTo>
                    <a:lnTo>
                      <a:pt x="164" y="925"/>
                    </a:lnTo>
                    <a:lnTo>
                      <a:pt x="178" y="921"/>
                    </a:lnTo>
                    <a:lnTo>
                      <a:pt x="193" y="918"/>
                    </a:lnTo>
                    <a:lnTo>
                      <a:pt x="208" y="915"/>
                    </a:lnTo>
                    <a:lnTo>
                      <a:pt x="222" y="911"/>
                    </a:lnTo>
                    <a:lnTo>
                      <a:pt x="238" y="908"/>
                    </a:lnTo>
                    <a:lnTo>
                      <a:pt x="247" y="905"/>
                    </a:lnTo>
                    <a:lnTo>
                      <a:pt x="257" y="903"/>
                    </a:lnTo>
                    <a:lnTo>
                      <a:pt x="266" y="900"/>
                    </a:lnTo>
                    <a:lnTo>
                      <a:pt x="275" y="898"/>
                    </a:lnTo>
                    <a:lnTo>
                      <a:pt x="284" y="895"/>
                    </a:lnTo>
                    <a:lnTo>
                      <a:pt x="293" y="893"/>
                    </a:lnTo>
                    <a:lnTo>
                      <a:pt x="302" y="890"/>
                    </a:lnTo>
                    <a:lnTo>
                      <a:pt x="312" y="888"/>
                    </a:lnTo>
                    <a:lnTo>
                      <a:pt x="316" y="736"/>
                    </a:lnTo>
                    <a:lnTo>
                      <a:pt x="317" y="608"/>
                    </a:lnTo>
                    <a:lnTo>
                      <a:pt x="316" y="497"/>
                    </a:lnTo>
                    <a:lnTo>
                      <a:pt x="311" y="399"/>
                    </a:lnTo>
                    <a:lnTo>
                      <a:pt x="303" y="306"/>
                    </a:lnTo>
                    <a:lnTo>
                      <a:pt x="291" y="216"/>
                    </a:lnTo>
                    <a:lnTo>
                      <a:pt x="276" y="121"/>
                    </a:lnTo>
                    <a:lnTo>
                      <a:pt x="257" y="16"/>
                    </a:lnTo>
                    <a:close/>
                  </a:path>
                </a:pathLst>
              </a:custGeom>
              <a:solidFill>
                <a:srgbClr val="997C6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" name="Freeform 31"/>
              <p:cNvSpPr>
                <a:spLocks/>
              </p:cNvSpPr>
              <p:nvPr/>
            </p:nvSpPr>
            <p:spPr bwMode="auto">
              <a:xfrm>
                <a:off x="1676400" y="1566863"/>
                <a:ext cx="96837" cy="288925"/>
              </a:xfrm>
              <a:custGeom>
                <a:avLst/>
                <a:gdLst>
                  <a:gd name="T0" fmla="*/ 2147483647 w 304"/>
                  <a:gd name="T1" fmla="*/ 2147483647 h 906"/>
                  <a:gd name="T2" fmla="*/ 2147483647 w 304"/>
                  <a:gd name="T3" fmla="*/ 2147483647 h 906"/>
                  <a:gd name="T4" fmla="*/ 2147483647 w 304"/>
                  <a:gd name="T5" fmla="*/ 2147483647 h 906"/>
                  <a:gd name="T6" fmla="*/ 2147483647 w 304"/>
                  <a:gd name="T7" fmla="*/ 2147483647 h 906"/>
                  <a:gd name="T8" fmla="*/ 2147483647 w 304"/>
                  <a:gd name="T9" fmla="*/ 2147483647 h 906"/>
                  <a:gd name="T10" fmla="*/ 2147483647 w 304"/>
                  <a:gd name="T11" fmla="*/ 2147483647 h 906"/>
                  <a:gd name="T12" fmla="*/ 2147483647 w 304"/>
                  <a:gd name="T13" fmla="*/ 2147483647 h 906"/>
                  <a:gd name="T14" fmla="*/ 2147483647 w 304"/>
                  <a:gd name="T15" fmla="*/ 0 h 906"/>
                  <a:gd name="T16" fmla="*/ 2147483647 w 304"/>
                  <a:gd name="T17" fmla="*/ 0 h 906"/>
                  <a:gd name="T18" fmla="*/ 2147483647 w 304"/>
                  <a:gd name="T19" fmla="*/ 2147483647 h 906"/>
                  <a:gd name="T20" fmla="*/ 2147483647 w 304"/>
                  <a:gd name="T21" fmla="*/ 2147483647 h 906"/>
                  <a:gd name="T22" fmla="*/ 2147483647 w 304"/>
                  <a:gd name="T23" fmla="*/ 2147483647 h 906"/>
                  <a:gd name="T24" fmla="*/ 2147483647 w 304"/>
                  <a:gd name="T25" fmla="*/ 2147483647 h 906"/>
                  <a:gd name="T26" fmla="*/ 2147483647 w 304"/>
                  <a:gd name="T27" fmla="*/ 2147483647 h 906"/>
                  <a:gd name="T28" fmla="*/ 2147483647 w 304"/>
                  <a:gd name="T29" fmla="*/ 2147483647 h 906"/>
                  <a:gd name="T30" fmla="*/ 2147483647 w 304"/>
                  <a:gd name="T31" fmla="*/ 2147483647 h 906"/>
                  <a:gd name="T32" fmla="*/ 0 w 304"/>
                  <a:gd name="T33" fmla="*/ 2147483647 h 906"/>
                  <a:gd name="T34" fmla="*/ 2147483647 w 304"/>
                  <a:gd name="T35" fmla="*/ 2147483647 h 906"/>
                  <a:gd name="T36" fmla="*/ 2147483647 w 304"/>
                  <a:gd name="T37" fmla="*/ 2147483647 h 906"/>
                  <a:gd name="T38" fmla="*/ 2147483647 w 304"/>
                  <a:gd name="T39" fmla="*/ 2147483647 h 906"/>
                  <a:gd name="T40" fmla="*/ 2147483647 w 304"/>
                  <a:gd name="T41" fmla="*/ 2147483647 h 906"/>
                  <a:gd name="T42" fmla="*/ 2147483647 w 304"/>
                  <a:gd name="T43" fmla="*/ 2147483647 h 906"/>
                  <a:gd name="T44" fmla="*/ 2147483647 w 304"/>
                  <a:gd name="T45" fmla="*/ 2147483647 h 906"/>
                  <a:gd name="T46" fmla="*/ 2147483647 w 304"/>
                  <a:gd name="T47" fmla="*/ 2147483647 h 906"/>
                  <a:gd name="T48" fmla="*/ 2147483647 w 304"/>
                  <a:gd name="T49" fmla="*/ 2147483647 h 906"/>
                  <a:gd name="T50" fmla="*/ 2147483647 w 304"/>
                  <a:gd name="T51" fmla="*/ 2147483647 h 906"/>
                  <a:gd name="T52" fmla="*/ 2147483647 w 304"/>
                  <a:gd name="T53" fmla="*/ 2147483647 h 906"/>
                  <a:gd name="T54" fmla="*/ 2147483647 w 304"/>
                  <a:gd name="T55" fmla="*/ 2147483647 h 906"/>
                  <a:gd name="T56" fmla="*/ 2147483647 w 304"/>
                  <a:gd name="T57" fmla="*/ 2147483647 h 906"/>
                  <a:gd name="T58" fmla="*/ 2147483647 w 304"/>
                  <a:gd name="T59" fmla="*/ 2147483647 h 906"/>
                  <a:gd name="T60" fmla="*/ 2147483647 w 304"/>
                  <a:gd name="T61" fmla="*/ 2147483647 h 906"/>
                  <a:gd name="T62" fmla="*/ 2147483647 w 304"/>
                  <a:gd name="T63" fmla="*/ 2147483647 h 906"/>
                  <a:gd name="T64" fmla="*/ 2147483647 w 304"/>
                  <a:gd name="T65" fmla="*/ 2147483647 h 906"/>
                  <a:gd name="T66" fmla="*/ 2147483647 w 304"/>
                  <a:gd name="T67" fmla="*/ 2147483647 h 906"/>
                  <a:gd name="T68" fmla="*/ 2147483647 w 304"/>
                  <a:gd name="T69" fmla="*/ 2147483647 h 906"/>
                  <a:gd name="T70" fmla="*/ 2147483647 w 304"/>
                  <a:gd name="T71" fmla="*/ 2147483647 h 906"/>
                  <a:gd name="T72" fmla="*/ 2147483647 w 304"/>
                  <a:gd name="T73" fmla="*/ 2147483647 h 906"/>
                  <a:gd name="T74" fmla="*/ 2147483647 w 304"/>
                  <a:gd name="T75" fmla="*/ 2147483647 h 906"/>
                  <a:gd name="T76" fmla="*/ 2147483647 w 304"/>
                  <a:gd name="T77" fmla="*/ 2147483647 h 906"/>
                  <a:gd name="T78" fmla="*/ 2147483647 w 304"/>
                  <a:gd name="T79" fmla="*/ 2147483647 h 906"/>
                  <a:gd name="T80" fmla="*/ 2147483647 w 304"/>
                  <a:gd name="T81" fmla="*/ 2147483647 h 906"/>
                  <a:gd name="T82" fmla="*/ 2147483647 w 304"/>
                  <a:gd name="T83" fmla="*/ 2147483647 h 906"/>
                  <a:gd name="T84" fmla="*/ 2147483647 w 304"/>
                  <a:gd name="T85" fmla="*/ 2147483647 h 906"/>
                  <a:gd name="T86" fmla="*/ 2147483647 w 304"/>
                  <a:gd name="T87" fmla="*/ 2147483647 h 906"/>
                  <a:gd name="T88" fmla="*/ 2147483647 w 304"/>
                  <a:gd name="T89" fmla="*/ 2147483647 h 906"/>
                  <a:gd name="T90" fmla="*/ 2147483647 w 304"/>
                  <a:gd name="T91" fmla="*/ 2147483647 h 906"/>
                  <a:gd name="T92" fmla="*/ 2147483647 w 304"/>
                  <a:gd name="T93" fmla="*/ 2147483647 h 906"/>
                  <a:gd name="T94" fmla="*/ 2147483647 w 304"/>
                  <a:gd name="T95" fmla="*/ 2147483647 h 906"/>
                  <a:gd name="T96" fmla="*/ 2147483647 w 304"/>
                  <a:gd name="T97" fmla="*/ 2147483647 h 906"/>
                  <a:gd name="T98" fmla="*/ 2147483647 w 304"/>
                  <a:gd name="T99" fmla="*/ 2147483647 h 906"/>
                  <a:gd name="T100" fmla="*/ 2147483647 w 304"/>
                  <a:gd name="T101" fmla="*/ 2147483647 h 906"/>
                  <a:gd name="T102" fmla="*/ 2147483647 w 304"/>
                  <a:gd name="T103" fmla="*/ 2147483647 h 906"/>
                  <a:gd name="T104" fmla="*/ 2147483647 w 304"/>
                  <a:gd name="T105" fmla="*/ 2147483647 h 906"/>
                  <a:gd name="T106" fmla="*/ 2147483647 w 304"/>
                  <a:gd name="T107" fmla="*/ 2147483647 h 906"/>
                  <a:gd name="T108" fmla="*/ 2147483647 w 304"/>
                  <a:gd name="T109" fmla="*/ 2147483647 h 906"/>
                  <a:gd name="T110" fmla="*/ 2147483647 w 304"/>
                  <a:gd name="T111" fmla="*/ 2147483647 h 906"/>
                  <a:gd name="T112" fmla="*/ 2147483647 w 304"/>
                  <a:gd name="T113" fmla="*/ 2147483647 h 90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304"/>
                  <a:gd name="T172" fmla="*/ 0 h 906"/>
                  <a:gd name="T173" fmla="*/ 304 w 304"/>
                  <a:gd name="T174" fmla="*/ 906 h 90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304" h="906">
                    <a:moveTo>
                      <a:pt x="246" y="17"/>
                    </a:moveTo>
                    <a:lnTo>
                      <a:pt x="229" y="13"/>
                    </a:lnTo>
                    <a:lnTo>
                      <a:pt x="212" y="9"/>
                    </a:lnTo>
                    <a:lnTo>
                      <a:pt x="196" y="6"/>
                    </a:lnTo>
                    <a:lnTo>
                      <a:pt x="180" y="4"/>
                    </a:lnTo>
                    <a:lnTo>
                      <a:pt x="165" y="2"/>
                    </a:lnTo>
                    <a:lnTo>
                      <a:pt x="150" y="1"/>
                    </a:lnTo>
                    <a:lnTo>
                      <a:pt x="134" y="0"/>
                    </a:lnTo>
                    <a:lnTo>
                      <a:pt x="120" y="0"/>
                    </a:lnTo>
                    <a:lnTo>
                      <a:pt x="105" y="1"/>
                    </a:lnTo>
                    <a:lnTo>
                      <a:pt x="90" y="3"/>
                    </a:lnTo>
                    <a:lnTo>
                      <a:pt x="76" y="6"/>
                    </a:lnTo>
                    <a:lnTo>
                      <a:pt x="60" y="10"/>
                    </a:lnTo>
                    <a:lnTo>
                      <a:pt x="45" y="14"/>
                    </a:lnTo>
                    <a:lnTo>
                      <a:pt x="31" y="20"/>
                    </a:lnTo>
                    <a:lnTo>
                      <a:pt x="15" y="26"/>
                    </a:lnTo>
                    <a:lnTo>
                      <a:pt x="0" y="34"/>
                    </a:lnTo>
                    <a:lnTo>
                      <a:pt x="14" y="146"/>
                    </a:lnTo>
                    <a:lnTo>
                      <a:pt x="27" y="256"/>
                    </a:lnTo>
                    <a:lnTo>
                      <a:pt x="37" y="363"/>
                    </a:lnTo>
                    <a:lnTo>
                      <a:pt x="45" y="470"/>
                    </a:lnTo>
                    <a:lnTo>
                      <a:pt x="51" y="576"/>
                    </a:lnTo>
                    <a:lnTo>
                      <a:pt x="54" y="684"/>
                    </a:lnTo>
                    <a:lnTo>
                      <a:pt x="54" y="793"/>
                    </a:lnTo>
                    <a:lnTo>
                      <a:pt x="51" y="906"/>
                    </a:lnTo>
                    <a:lnTo>
                      <a:pt x="59" y="904"/>
                    </a:lnTo>
                    <a:lnTo>
                      <a:pt x="67" y="902"/>
                    </a:lnTo>
                    <a:lnTo>
                      <a:pt x="75" y="900"/>
                    </a:lnTo>
                    <a:lnTo>
                      <a:pt x="82" y="898"/>
                    </a:lnTo>
                    <a:lnTo>
                      <a:pt x="90" y="897"/>
                    </a:lnTo>
                    <a:lnTo>
                      <a:pt x="97" y="895"/>
                    </a:lnTo>
                    <a:lnTo>
                      <a:pt x="105" y="893"/>
                    </a:lnTo>
                    <a:lnTo>
                      <a:pt x="113" y="891"/>
                    </a:lnTo>
                    <a:lnTo>
                      <a:pt x="127" y="888"/>
                    </a:lnTo>
                    <a:lnTo>
                      <a:pt x="141" y="884"/>
                    </a:lnTo>
                    <a:lnTo>
                      <a:pt x="156" y="881"/>
                    </a:lnTo>
                    <a:lnTo>
                      <a:pt x="170" y="877"/>
                    </a:lnTo>
                    <a:lnTo>
                      <a:pt x="184" y="874"/>
                    </a:lnTo>
                    <a:lnTo>
                      <a:pt x="198" y="871"/>
                    </a:lnTo>
                    <a:lnTo>
                      <a:pt x="212" y="867"/>
                    </a:lnTo>
                    <a:lnTo>
                      <a:pt x="227" y="864"/>
                    </a:lnTo>
                    <a:lnTo>
                      <a:pt x="236" y="862"/>
                    </a:lnTo>
                    <a:lnTo>
                      <a:pt x="245" y="859"/>
                    </a:lnTo>
                    <a:lnTo>
                      <a:pt x="254" y="857"/>
                    </a:lnTo>
                    <a:lnTo>
                      <a:pt x="263" y="855"/>
                    </a:lnTo>
                    <a:lnTo>
                      <a:pt x="272" y="853"/>
                    </a:lnTo>
                    <a:lnTo>
                      <a:pt x="281" y="850"/>
                    </a:lnTo>
                    <a:lnTo>
                      <a:pt x="291" y="848"/>
                    </a:lnTo>
                    <a:lnTo>
                      <a:pt x="301" y="845"/>
                    </a:lnTo>
                    <a:lnTo>
                      <a:pt x="304" y="700"/>
                    </a:lnTo>
                    <a:lnTo>
                      <a:pt x="304" y="578"/>
                    </a:lnTo>
                    <a:lnTo>
                      <a:pt x="303" y="473"/>
                    </a:lnTo>
                    <a:lnTo>
                      <a:pt x="298" y="379"/>
                    </a:lnTo>
                    <a:lnTo>
                      <a:pt x="289" y="292"/>
                    </a:lnTo>
                    <a:lnTo>
                      <a:pt x="279" y="206"/>
                    </a:lnTo>
                    <a:lnTo>
                      <a:pt x="264" y="117"/>
                    </a:lnTo>
                    <a:lnTo>
                      <a:pt x="246" y="17"/>
                    </a:lnTo>
                    <a:close/>
                  </a:path>
                </a:pathLst>
              </a:custGeom>
              <a:solidFill>
                <a:srgbClr val="A3876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" name="Freeform 32"/>
              <p:cNvSpPr>
                <a:spLocks/>
              </p:cNvSpPr>
              <p:nvPr/>
            </p:nvSpPr>
            <p:spPr bwMode="auto">
              <a:xfrm>
                <a:off x="1679575" y="1566863"/>
                <a:ext cx="93662" cy="273050"/>
              </a:xfrm>
              <a:custGeom>
                <a:avLst/>
                <a:gdLst>
                  <a:gd name="T0" fmla="*/ 2147483647 w 292"/>
                  <a:gd name="T1" fmla="*/ 2147483647 h 859"/>
                  <a:gd name="T2" fmla="*/ 2147483647 w 292"/>
                  <a:gd name="T3" fmla="*/ 2147483647 h 859"/>
                  <a:gd name="T4" fmla="*/ 2147483647 w 292"/>
                  <a:gd name="T5" fmla="*/ 2147483647 h 859"/>
                  <a:gd name="T6" fmla="*/ 2147483647 w 292"/>
                  <a:gd name="T7" fmla="*/ 2147483647 h 859"/>
                  <a:gd name="T8" fmla="*/ 2147483647 w 292"/>
                  <a:gd name="T9" fmla="*/ 2147483647 h 859"/>
                  <a:gd name="T10" fmla="*/ 2147483647 w 292"/>
                  <a:gd name="T11" fmla="*/ 2147483647 h 859"/>
                  <a:gd name="T12" fmla="*/ 2147483647 w 292"/>
                  <a:gd name="T13" fmla="*/ 2147483647 h 859"/>
                  <a:gd name="T14" fmla="*/ 2147483647 w 292"/>
                  <a:gd name="T15" fmla="*/ 0 h 859"/>
                  <a:gd name="T16" fmla="*/ 2147483647 w 292"/>
                  <a:gd name="T17" fmla="*/ 0 h 859"/>
                  <a:gd name="T18" fmla="*/ 2147483647 w 292"/>
                  <a:gd name="T19" fmla="*/ 2147483647 h 859"/>
                  <a:gd name="T20" fmla="*/ 2147483647 w 292"/>
                  <a:gd name="T21" fmla="*/ 2147483647 h 859"/>
                  <a:gd name="T22" fmla="*/ 2147483647 w 292"/>
                  <a:gd name="T23" fmla="*/ 2147483647 h 859"/>
                  <a:gd name="T24" fmla="*/ 2147483647 w 292"/>
                  <a:gd name="T25" fmla="*/ 2147483647 h 859"/>
                  <a:gd name="T26" fmla="*/ 2147483647 w 292"/>
                  <a:gd name="T27" fmla="*/ 2147483647 h 859"/>
                  <a:gd name="T28" fmla="*/ 2147483647 w 292"/>
                  <a:gd name="T29" fmla="*/ 2147483647 h 859"/>
                  <a:gd name="T30" fmla="*/ 2147483647 w 292"/>
                  <a:gd name="T31" fmla="*/ 2147483647 h 859"/>
                  <a:gd name="T32" fmla="*/ 0 w 292"/>
                  <a:gd name="T33" fmla="*/ 2147483647 h 859"/>
                  <a:gd name="T34" fmla="*/ 2147483647 w 292"/>
                  <a:gd name="T35" fmla="*/ 2147483647 h 859"/>
                  <a:gd name="T36" fmla="*/ 2147483647 w 292"/>
                  <a:gd name="T37" fmla="*/ 2147483647 h 859"/>
                  <a:gd name="T38" fmla="*/ 2147483647 w 292"/>
                  <a:gd name="T39" fmla="*/ 2147483647 h 859"/>
                  <a:gd name="T40" fmla="*/ 2147483647 w 292"/>
                  <a:gd name="T41" fmla="*/ 2147483647 h 859"/>
                  <a:gd name="T42" fmla="*/ 2147483647 w 292"/>
                  <a:gd name="T43" fmla="*/ 2147483647 h 859"/>
                  <a:gd name="T44" fmla="*/ 2147483647 w 292"/>
                  <a:gd name="T45" fmla="*/ 2147483647 h 859"/>
                  <a:gd name="T46" fmla="*/ 2147483647 w 292"/>
                  <a:gd name="T47" fmla="*/ 2147483647 h 859"/>
                  <a:gd name="T48" fmla="*/ 2147483647 w 292"/>
                  <a:gd name="T49" fmla="*/ 2147483647 h 859"/>
                  <a:gd name="T50" fmla="*/ 2147483647 w 292"/>
                  <a:gd name="T51" fmla="*/ 2147483647 h 859"/>
                  <a:gd name="T52" fmla="*/ 2147483647 w 292"/>
                  <a:gd name="T53" fmla="*/ 2147483647 h 859"/>
                  <a:gd name="T54" fmla="*/ 2147483647 w 292"/>
                  <a:gd name="T55" fmla="*/ 2147483647 h 859"/>
                  <a:gd name="T56" fmla="*/ 2147483647 w 292"/>
                  <a:gd name="T57" fmla="*/ 2147483647 h 859"/>
                  <a:gd name="T58" fmla="*/ 2147483647 w 292"/>
                  <a:gd name="T59" fmla="*/ 2147483647 h 859"/>
                  <a:gd name="T60" fmla="*/ 2147483647 w 292"/>
                  <a:gd name="T61" fmla="*/ 2147483647 h 859"/>
                  <a:gd name="T62" fmla="*/ 2147483647 w 292"/>
                  <a:gd name="T63" fmla="*/ 2147483647 h 859"/>
                  <a:gd name="T64" fmla="*/ 2147483647 w 292"/>
                  <a:gd name="T65" fmla="*/ 2147483647 h 859"/>
                  <a:gd name="T66" fmla="*/ 2147483647 w 292"/>
                  <a:gd name="T67" fmla="*/ 2147483647 h 859"/>
                  <a:gd name="T68" fmla="*/ 2147483647 w 292"/>
                  <a:gd name="T69" fmla="*/ 2147483647 h 859"/>
                  <a:gd name="T70" fmla="*/ 2147483647 w 292"/>
                  <a:gd name="T71" fmla="*/ 2147483647 h 859"/>
                  <a:gd name="T72" fmla="*/ 2147483647 w 292"/>
                  <a:gd name="T73" fmla="*/ 2147483647 h 859"/>
                  <a:gd name="T74" fmla="*/ 2147483647 w 292"/>
                  <a:gd name="T75" fmla="*/ 2147483647 h 859"/>
                  <a:gd name="T76" fmla="*/ 2147483647 w 292"/>
                  <a:gd name="T77" fmla="*/ 2147483647 h 859"/>
                  <a:gd name="T78" fmla="*/ 2147483647 w 292"/>
                  <a:gd name="T79" fmla="*/ 2147483647 h 859"/>
                  <a:gd name="T80" fmla="*/ 2147483647 w 292"/>
                  <a:gd name="T81" fmla="*/ 2147483647 h 859"/>
                  <a:gd name="T82" fmla="*/ 2147483647 w 292"/>
                  <a:gd name="T83" fmla="*/ 2147483647 h 859"/>
                  <a:gd name="T84" fmla="*/ 2147483647 w 292"/>
                  <a:gd name="T85" fmla="*/ 2147483647 h 859"/>
                  <a:gd name="T86" fmla="*/ 2147483647 w 292"/>
                  <a:gd name="T87" fmla="*/ 2147483647 h 859"/>
                  <a:gd name="T88" fmla="*/ 2147483647 w 292"/>
                  <a:gd name="T89" fmla="*/ 2147483647 h 859"/>
                  <a:gd name="T90" fmla="*/ 2147483647 w 292"/>
                  <a:gd name="T91" fmla="*/ 2147483647 h 859"/>
                  <a:gd name="T92" fmla="*/ 2147483647 w 292"/>
                  <a:gd name="T93" fmla="*/ 2147483647 h 859"/>
                  <a:gd name="T94" fmla="*/ 2147483647 w 292"/>
                  <a:gd name="T95" fmla="*/ 2147483647 h 859"/>
                  <a:gd name="T96" fmla="*/ 2147483647 w 292"/>
                  <a:gd name="T97" fmla="*/ 2147483647 h 859"/>
                  <a:gd name="T98" fmla="*/ 2147483647 w 292"/>
                  <a:gd name="T99" fmla="*/ 2147483647 h 859"/>
                  <a:gd name="T100" fmla="*/ 2147483647 w 292"/>
                  <a:gd name="T101" fmla="*/ 2147483647 h 859"/>
                  <a:gd name="T102" fmla="*/ 2147483647 w 292"/>
                  <a:gd name="T103" fmla="*/ 2147483647 h 859"/>
                  <a:gd name="T104" fmla="*/ 2147483647 w 292"/>
                  <a:gd name="T105" fmla="*/ 2147483647 h 859"/>
                  <a:gd name="T106" fmla="*/ 2147483647 w 292"/>
                  <a:gd name="T107" fmla="*/ 2147483647 h 859"/>
                  <a:gd name="T108" fmla="*/ 2147483647 w 292"/>
                  <a:gd name="T109" fmla="*/ 2147483647 h 859"/>
                  <a:gd name="T110" fmla="*/ 2147483647 w 292"/>
                  <a:gd name="T111" fmla="*/ 2147483647 h 859"/>
                  <a:gd name="T112" fmla="*/ 2147483647 w 292"/>
                  <a:gd name="T113" fmla="*/ 2147483647 h 859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92"/>
                  <a:gd name="T172" fmla="*/ 0 h 859"/>
                  <a:gd name="T173" fmla="*/ 292 w 292"/>
                  <a:gd name="T174" fmla="*/ 859 h 859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92" h="859">
                    <a:moveTo>
                      <a:pt x="235" y="17"/>
                    </a:moveTo>
                    <a:lnTo>
                      <a:pt x="219" y="13"/>
                    </a:lnTo>
                    <a:lnTo>
                      <a:pt x="202" y="10"/>
                    </a:lnTo>
                    <a:lnTo>
                      <a:pt x="187" y="7"/>
                    </a:lnTo>
                    <a:lnTo>
                      <a:pt x="172" y="4"/>
                    </a:lnTo>
                    <a:lnTo>
                      <a:pt x="158" y="2"/>
                    </a:lnTo>
                    <a:lnTo>
                      <a:pt x="143" y="1"/>
                    </a:lnTo>
                    <a:lnTo>
                      <a:pt x="128" y="0"/>
                    </a:lnTo>
                    <a:lnTo>
                      <a:pt x="114" y="0"/>
                    </a:lnTo>
                    <a:lnTo>
                      <a:pt x="100" y="1"/>
                    </a:lnTo>
                    <a:lnTo>
                      <a:pt x="86" y="3"/>
                    </a:lnTo>
                    <a:lnTo>
                      <a:pt x="72" y="5"/>
                    </a:lnTo>
                    <a:lnTo>
                      <a:pt x="58" y="8"/>
                    </a:lnTo>
                    <a:lnTo>
                      <a:pt x="43" y="12"/>
                    </a:lnTo>
                    <a:lnTo>
                      <a:pt x="29" y="17"/>
                    </a:lnTo>
                    <a:lnTo>
                      <a:pt x="15" y="23"/>
                    </a:lnTo>
                    <a:lnTo>
                      <a:pt x="0" y="30"/>
                    </a:lnTo>
                    <a:lnTo>
                      <a:pt x="13" y="137"/>
                    </a:lnTo>
                    <a:lnTo>
                      <a:pt x="25" y="241"/>
                    </a:lnTo>
                    <a:lnTo>
                      <a:pt x="34" y="343"/>
                    </a:lnTo>
                    <a:lnTo>
                      <a:pt x="42" y="444"/>
                    </a:lnTo>
                    <a:lnTo>
                      <a:pt x="47" y="547"/>
                    </a:lnTo>
                    <a:lnTo>
                      <a:pt x="49" y="648"/>
                    </a:lnTo>
                    <a:lnTo>
                      <a:pt x="49" y="753"/>
                    </a:lnTo>
                    <a:lnTo>
                      <a:pt x="46" y="859"/>
                    </a:lnTo>
                    <a:lnTo>
                      <a:pt x="55" y="857"/>
                    </a:lnTo>
                    <a:lnTo>
                      <a:pt x="62" y="856"/>
                    </a:lnTo>
                    <a:lnTo>
                      <a:pt x="70" y="854"/>
                    </a:lnTo>
                    <a:lnTo>
                      <a:pt x="77" y="853"/>
                    </a:lnTo>
                    <a:lnTo>
                      <a:pt x="85" y="851"/>
                    </a:lnTo>
                    <a:lnTo>
                      <a:pt x="92" y="850"/>
                    </a:lnTo>
                    <a:lnTo>
                      <a:pt x="100" y="848"/>
                    </a:lnTo>
                    <a:lnTo>
                      <a:pt x="107" y="846"/>
                    </a:lnTo>
                    <a:lnTo>
                      <a:pt x="120" y="843"/>
                    </a:lnTo>
                    <a:lnTo>
                      <a:pt x="135" y="840"/>
                    </a:lnTo>
                    <a:lnTo>
                      <a:pt x="148" y="837"/>
                    </a:lnTo>
                    <a:lnTo>
                      <a:pt x="162" y="834"/>
                    </a:lnTo>
                    <a:lnTo>
                      <a:pt x="175" y="831"/>
                    </a:lnTo>
                    <a:lnTo>
                      <a:pt x="188" y="828"/>
                    </a:lnTo>
                    <a:lnTo>
                      <a:pt x="202" y="825"/>
                    </a:lnTo>
                    <a:lnTo>
                      <a:pt x="216" y="822"/>
                    </a:lnTo>
                    <a:lnTo>
                      <a:pt x="225" y="820"/>
                    </a:lnTo>
                    <a:lnTo>
                      <a:pt x="234" y="817"/>
                    </a:lnTo>
                    <a:lnTo>
                      <a:pt x="243" y="814"/>
                    </a:lnTo>
                    <a:lnTo>
                      <a:pt x="252" y="812"/>
                    </a:lnTo>
                    <a:lnTo>
                      <a:pt x="261" y="810"/>
                    </a:lnTo>
                    <a:lnTo>
                      <a:pt x="270" y="807"/>
                    </a:lnTo>
                    <a:lnTo>
                      <a:pt x="279" y="805"/>
                    </a:lnTo>
                    <a:lnTo>
                      <a:pt x="289" y="803"/>
                    </a:lnTo>
                    <a:lnTo>
                      <a:pt x="291" y="665"/>
                    </a:lnTo>
                    <a:lnTo>
                      <a:pt x="292" y="549"/>
                    </a:lnTo>
                    <a:lnTo>
                      <a:pt x="290" y="448"/>
                    </a:lnTo>
                    <a:lnTo>
                      <a:pt x="284" y="359"/>
                    </a:lnTo>
                    <a:lnTo>
                      <a:pt x="277" y="277"/>
                    </a:lnTo>
                    <a:lnTo>
                      <a:pt x="266" y="196"/>
                    </a:lnTo>
                    <a:lnTo>
                      <a:pt x="253" y="111"/>
                    </a:lnTo>
                    <a:lnTo>
                      <a:pt x="235" y="17"/>
                    </a:lnTo>
                    <a:close/>
                  </a:path>
                </a:pathLst>
              </a:custGeom>
              <a:solidFill>
                <a:srgbClr val="AD917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" name="Freeform 33"/>
              <p:cNvSpPr>
                <a:spLocks/>
              </p:cNvSpPr>
              <p:nvPr/>
            </p:nvSpPr>
            <p:spPr bwMode="auto">
              <a:xfrm>
                <a:off x="1682750" y="1566863"/>
                <a:ext cx="88900" cy="258763"/>
              </a:xfrm>
              <a:custGeom>
                <a:avLst/>
                <a:gdLst>
                  <a:gd name="T0" fmla="*/ 2147483647 w 279"/>
                  <a:gd name="T1" fmla="*/ 2147483647 h 813"/>
                  <a:gd name="T2" fmla="*/ 2147483647 w 279"/>
                  <a:gd name="T3" fmla="*/ 2147483647 h 813"/>
                  <a:gd name="T4" fmla="*/ 2147483647 w 279"/>
                  <a:gd name="T5" fmla="*/ 2147483647 h 813"/>
                  <a:gd name="T6" fmla="*/ 2147483647 w 279"/>
                  <a:gd name="T7" fmla="*/ 2147483647 h 813"/>
                  <a:gd name="T8" fmla="*/ 2147483647 w 279"/>
                  <a:gd name="T9" fmla="*/ 2147483647 h 813"/>
                  <a:gd name="T10" fmla="*/ 2147483647 w 279"/>
                  <a:gd name="T11" fmla="*/ 2147483647 h 813"/>
                  <a:gd name="T12" fmla="*/ 2147483647 w 279"/>
                  <a:gd name="T13" fmla="*/ 2147483647 h 813"/>
                  <a:gd name="T14" fmla="*/ 2147483647 w 279"/>
                  <a:gd name="T15" fmla="*/ 2147483647 h 813"/>
                  <a:gd name="T16" fmla="*/ 2147483647 w 279"/>
                  <a:gd name="T17" fmla="*/ 0 h 813"/>
                  <a:gd name="T18" fmla="*/ 2147483647 w 279"/>
                  <a:gd name="T19" fmla="*/ 2147483647 h 813"/>
                  <a:gd name="T20" fmla="*/ 2147483647 w 279"/>
                  <a:gd name="T21" fmla="*/ 2147483647 h 813"/>
                  <a:gd name="T22" fmla="*/ 2147483647 w 279"/>
                  <a:gd name="T23" fmla="*/ 2147483647 h 813"/>
                  <a:gd name="T24" fmla="*/ 2147483647 w 279"/>
                  <a:gd name="T25" fmla="*/ 2147483647 h 813"/>
                  <a:gd name="T26" fmla="*/ 2147483647 w 279"/>
                  <a:gd name="T27" fmla="*/ 2147483647 h 813"/>
                  <a:gd name="T28" fmla="*/ 2147483647 w 279"/>
                  <a:gd name="T29" fmla="*/ 2147483647 h 813"/>
                  <a:gd name="T30" fmla="*/ 2147483647 w 279"/>
                  <a:gd name="T31" fmla="*/ 2147483647 h 813"/>
                  <a:gd name="T32" fmla="*/ 0 w 279"/>
                  <a:gd name="T33" fmla="*/ 2147483647 h 813"/>
                  <a:gd name="T34" fmla="*/ 2147483647 w 279"/>
                  <a:gd name="T35" fmla="*/ 2147483647 h 813"/>
                  <a:gd name="T36" fmla="*/ 2147483647 w 279"/>
                  <a:gd name="T37" fmla="*/ 2147483647 h 813"/>
                  <a:gd name="T38" fmla="*/ 2147483647 w 279"/>
                  <a:gd name="T39" fmla="*/ 2147483647 h 813"/>
                  <a:gd name="T40" fmla="*/ 2147483647 w 279"/>
                  <a:gd name="T41" fmla="*/ 2147483647 h 813"/>
                  <a:gd name="T42" fmla="*/ 2147483647 w 279"/>
                  <a:gd name="T43" fmla="*/ 2147483647 h 813"/>
                  <a:gd name="T44" fmla="*/ 2147483647 w 279"/>
                  <a:gd name="T45" fmla="*/ 2147483647 h 813"/>
                  <a:gd name="T46" fmla="*/ 2147483647 w 279"/>
                  <a:gd name="T47" fmla="*/ 2147483647 h 813"/>
                  <a:gd name="T48" fmla="*/ 2147483647 w 279"/>
                  <a:gd name="T49" fmla="*/ 2147483647 h 813"/>
                  <a:gd name="T50" fmla="*/ 2147483647 w 279"/>
                  <a:gd name="T51" fmla="*/ 2147483647 h 813"/>
                  <a:gd name="T52" fmla="*/ 2147483647 w 279"/>
                  <a:gd name="T53" fmla="*/ 2147483647 h 813"/>
                  <a:gd name="T54" fmla="*/ 2147483647 w 279"/>
                  <a:gd name="T55" fmla="*/ 2147483647 h 813"/>
                  <a:gd name="T56" fmla="*/ 2147483647 w 279"/>
                  <a:gd name="T57" fmla="*/ 2147483647 h 813"/>
                  <a:gd name="T58" fmla="*/ 2147483647 w 279"/>
                  <a:gd name="T59" fmla="*/ 2147483647 h 813"/>
                  <a:gd name="T60" fmla="*/ 2147483647 w 279"/>
                  <a:gd name="T61" fmla="*/ 2147483647 h 813"/>
                  <a:gd name="T62" fmla="*/ 2147483647 w 279"/>
                  <a:gd name="T63" fmla="*/ 2147483647 h 813"/>
                  <a:gd name="T64" fmla="*/ 2147483647 w 279"/>
                  <a:gd name="T65" fmla="*/ 2147483647 h 813"/>
                  <a:gd name="T66" fmla="*/ 2147483647 w 279"/>
                  <a:gd name="T67" fmla="*/ 2147483647 h 813"/>
                  <a:gd name="T68" fmla="*/ 2147483647 w 279"/>
                  <a:gd name="T69" fmla="*/ 2147483647 h 813"/>
                  <a:gd name="T70" fmla="*/ 2147483647 w 279"/>
                  <a:gd name="T71" fmla="*/ 2147483647 h 813"/>
                  <a:gd name="T72" fmla="*/ 2147483647 w 279"/>
                  <a:gd name="T73" fmla="*/ 2147483647 h 813"/>
                  <a:gd name="T74" fmla="*/ 2147483647 w 279"/>
                  <a:gd name="T75" fmla="*/ 2147483647 h 813"/>
                  <a:gd name="T76" fmla="*/ 2147483647 w 279"/>
                  <a:gd name="T77" fmla="*/ 2147483647 h 813"/>
                  <a:gd name="T78" fmla="*/ 2147483647 w 279"/>
                  <a:gd name="T79" fmla="*/ 2147483647 h 813"/>
                  <a:gd name="T80" fmla="*/ 2147483647 w 279"/>
                  <a:gd name="T81" fmla="*/ 2147483647 h 813"/>
                  <a:gd name="T82" fmla="*/ 2147483647 w 279"/>
                  <a:gd name="T83" fmla="*/ 2147483647 h 813"/>
                  <a:gd name="T84" fmla="*/ 2147483647 w 279"/>
                  <a:gd name="T85" fmla="*/ 2147483647 h 813"/>
                  <a:gd name="T86" fmla="*/ 2147483647 w 279"/>
                  <a:gd name="T87" fmla="*/ 2147483647 h 813"/>
                  <a:gd name="T88" fmla="*/ 2147483647 w 279"/>
                  <a:gd name="T89" fmla="*/ 2147483647 h 813"/>
                  <a:gd name="T90" fmla="*/ 2147483647 w 279"/>
                  <a:gd name="T91" fmla="*/ 2147483647 h 813"/>
                  <a:gd name="T92" fmla="*/ 2147483647 w 279"/>
                  <a:gd name="T93" fmla="*/ 2147483647 h 813"/>
                  <a:gd name="T94" fmla="*/ 2147483647 w 279"/>
                  <a:gd name="T95" fmla="*/ 2147483647 h 813"/>
                  <a:gd name="T96" fmla="*/ 2147483647 w 279"/>
                  <a:gd name="T97" fmla="*/ 2147483647 h 813"/>
                  <a:gd name="T98" fmla="*/ 2147483647 w 279"/>
                  <a:gd name="T99" fmla="*/ 2147483647 h 813"/>
                  <a:gd name="T100" fmla="*/ 2147483647 w 279"/>
                  <a:gd name="T101" fmla="*/ 2147483647 h 813"/>
                  <a:gd name="T102" fmla="*/ 2147483647 w 279"/>
                  <a:gd name="T103" fmla="*/ 2147483647 h 813"/>
                  <a:gd name="T104" fmla="*/ 2147483647 w 279"/>
                  <a:gd name="T105" fmla="*/ 2147483647 h 813"/>
                  <a:gd name="T106" fmla="*/ 2147483647 w 279"/>
                  <a:gd name="T107" fmla="*/ 2147483647 h 813"/>
                  <a:gd name="T108" fmla="*/ 2147483647 w 279"/>
                  <a:gd name="T109" fmla="*/ 2147483647 h 813"/>
                  <a:gd name="T110" fmla="*/ 2147483647 w 279"/>
                  <a:gd name="T111" fmla="*/ 2147483647 h 813"/>
                  <a:gd name="T112" fmla="*/ 2147483647 w 279"/>
                  <a:gd name="T113" fmla="*/ 2147483647 h 813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79"/>
                  <a:gd name="T172" fmla="*/ 0 h 813"/>
                  <a:gd name="T173" fmla="*/ 279 w 279"/>
                  <a:gd name="T174" fmla="*/ 813 h 813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79" h="813">
                    <a:moveTo>
                      <a:pt x="223" y="17"/>
                    </a:moveTo>
                    <a:lnTo>
                      <a:pt x="208" y="13"/>
                    </a:lnTo>
                    <a:lnTo>
                      <a:pt x="192" y="10"/>
                    </a:lnTo>
                    <a:lnTo>
                      <a:pt x="178" y="7"/>
                    </a:lnTo>
                    <a:lnTo>
                      <a:pt x="164" y="5"/>
                    </a:lnTo>
                    <a:lnTo>
                      <a:pt x="150" y="3"/>
                    </a:lnTo>
                    <a:lnTo>
                      <a:pt x="136" y="1"/>
                    </a:lnTo>
                    <a:lnTo>
                      <a:pt x="123" y="1"/>
                    </a:lnTo>
                    <a:lnTo>
                      <a:pt x="108" y="0"/>
                    </a:lnTo>
                    <a:lnTo>
                      <a:pt x="95" y="1"/>
                    </a:lnTo>
                    <a:lnTo>
                      <a:pt x="82" y="3"/>
                    </a:lnTo>
                    <a:lnTo>
                      <a:pt x="69" y="5"/>
                    </a:lnTo>
                    <a:lnTo>
                      <a:pt x="55" y="8"/>
                    </a:lnTo>
                    <a:lnTo>
                      <a:pt x="41" y="12"/>
                    </a:lnTo>
                    <a:lnTo>
                      <a:pt x="27" y="16"/>
                    </a:lnTo>
                    <a:lnTo>
                      <a:pt x="14" y="22"/>
                    </a:lnTo>
                    <a:lnTo>
                      <a:pt x="0" y="29"/>
                    </a:lnTo>
                    <a:lnTo>
                      <a:pt x="13" y="130"/>
                    </a:lnTo>
                    <a:lnTo>
                      <a:pt x="23" y="228"/>
                    </a:lnTo>
                    <a:lnTo>
                      <a:pt x="32" y="325"/>
                    </a:lnTo>
                    <a:lnTo>
                      <a:pt x="39" y="421"/>
                    </a:lnTo>
                    <a:lnTo>
                      <a:pt x="44" y="517"/>
                    </a:lnTo>
                    <a:lnTo>
                      <a:pt x="46" y="614"/>
                    </a:lnTo>
                    <a:lnTo>
                      <a:pt x="46" y="713"/>
                    </a:lnTo>
                    <a:lnTo>
                      <a:pt x="43" y="813"/>
                    </a:lnTo>
                    <a:lnTo>
                      <a:pt x="50" y="811"/>
                    </a:lnTo>
                    <a:lnTo>
                      <a:pt x="58" y="810"/>
                    </a:lnTo>
                    <a:lnTo>
                      <a:pt x="65" y="808"/>
                    </a:lnTo>
                    <a:lnTo>
                      <a:pt x="73" y="807"/>
                    </a:lnTo>
                    <a:lnTo>
                      <a:pt x="80" y="805"/>
                    </a:lnTo>
                    <a:lnTo>
                      <a:pt x="87" y="804"/>
                    </a:lnTo>
                    <a:lnTo>
                      <a:pt x="95" y="802"/>
                    </a:lnTo>
                    <a:lnTo>
                      <a:pt x="102" y="801"/>
                    </a:lnTo>
                    <a:lnTo>
                      <a:pt x="114" y="798"/>
                    </a:lnTo>
                    <a:lnTo>
                      <a:pt x="128" y="795"/>
                    </a:lnTo>
                    <a:lnTo>
                      <a:pt x="140" y="792"/>
                    </a:lnTo>
                    <a:lnTo>
                      <a:pt x="153" y="789"/>
                    </a:lnTo>
                    <a:lnTo>
                      <a:pt x="166" y="787"/>
                    </a:lnTo>
                    <a:lnTo>
                      <a:pt x="178" y="784"/>
                    </a:lnTo>
                    <a:lnTo>
                      <a:pt x="191" y="781"/>
                    </a:lnTo>
                    <a:lnTo>
                      <a:pt x="204" y="778"/>
                    </a:lnTo>
                    <a:lnTo>
                      <a:pt x="213" y="776"/>
                    </a:lnTo>
                    <a:lnTo>
                      <a:pt x="222" y="774"/>
                    </a:lnTo>
                    <a:lnTo>
                      <a:pt x="231" y="772"/>
                    </a:lnTo>
                    <a:lnTo>
                      <a:pt x="240" y="769"/>
                    </a:lnTo>
                    <a:lnTo>
                      <a:pt x="249" y="767"/>
                    </a:lnTo>
                    <a:lnTo>
                      <a:pt x="258" y="765"/>
                    </a:lnTo>
                    <a:lnTo>
                      <a:pt x="268" y="763"/>
                    </a:lnTo>
                    <a:lnTo>
                      <a:pt x="278" y="761"/>
                    </a:lnTo>
                    <a:lnTo>
                      <a:pt x="279" y="629"/>
                    </a:lnTo>
                    <a:lnTo>
                      <a:pt x="279" y="518"/>
                    </a:lnTo>
                    <a:lnTo>
                      <a:pt x="277" y="423"/>
                    </a:lnTo>
                    <a:lnTo>
                      <a:pt x="271" y="339"/>
                    </a:lnTo>
                    <a:lnTo>
                      <a:pt x="264" y="262"/>
                    </a:lnTo>
                    <a:lnTo>
                      <a:pt x="253" y="185"/>
                    </a:lnTo>
                    <a:lnTo>
                      <a:pt x="240" y="105"/>
                    </a:lnTo>
                    <a:lnTo>
                      <a:pt x="223" y="17"/>
                    </a:lnTo>
                    <a:close/>
                  </a:path>
                </a:pathLst>
              </a:custGeom>
              <a:solidFill>
                <a:srgbClr val="B5998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" name="Freeform 34"/>
              <p:cNvSpPr>
                <a:spLocks/>
              </p:cNvSpPr>
              <p:nvPr/>
            </p:nvSpPr>
            <p:spPr bwMode="auto">
              <a:xfrm>
                <a:off x="1685925" y="1566863"/>
                <a:ext cx="85725" cy="244475"/>
              </a:xfrm>
              <a:custGeom>
                <a:avLst/>
                <a:gdLst>
                  <a:gd name="T0" fmla="*/ 2147483647 w 268"/>
                  <a:gd name="T1" fmla="*/ 2147483647 h 768"/>
                  <a:gd name="T2" fmla="*/ 2147483647 w 268"/>
                  <a:gd name="T3" fmla="*/ 2147483647 h 768"/>
                  <a:gd name="T4" fmla="*/ 2147483647 w 268"/>
                  <a:gd name="T5" fmla="*/ 2147483647 h 768"/>
                  <a:gd name="T6" fmla="*/ 2147483647 w 268"/>
                  <a:gd name="T7" fmla="*/ 2147483647 h 768"/>
                  <a:gd name="T8" fmla="*/ 2147483647 w 268"/>
                  <a:gd name="T9" fmla="*/ 2147483647 h 768"/>
                  <a:gd name="T10" fmla="*/ 2147483647 w 268"/>
                  <a:gd name="T11" fmla="*/ 2147483647 h 768"/>
                  <a:gd name="T12" fmla="*/ 2147483647 w 268"/>
                  <a:gd name="T13" fmla="*/ 2147483647 h 768"/>
                  <a:gd name="T14" fmla="*/ 2147483647 w 268"/>
                  <a:gd name="T15" fmla="*/ 2147483647 h 768"/>
                  <a:gd name="T16" fmla="*/ 2147483647 w 268"/>
                  <a:gd name="T17" fmla="*/ 0 h 768"/>
                  <a:gd name="T18" fmla="*/ 2147483647 w 268"/>
                  <a:gd name="T19" fmla="*/ 2147483647 h 768"/>
                  <a:gd name="T20" fmla="*/ 2147483647 w 268"/>
                  <a:gd name="T21" fmla="*/ 2147483647 h 768"/>
                  <a:gd name="T22" fmla="*/ 2147483647 w 268"/>
                  <a:gd name="T23" fmla="*/ 2147483647 h 768"/>
                  <a:gd name="T24" fmla="*/ 2147483647 w 268"/>
                  <a:gd name="T25" fmla="*/ 2147483647 h 768"/>
                  <a:gd name="T26" fmla="*/ 2147483647 w 268"/>
                  <a:gd name="T27" fmla="*/ 2147483647 h 768"/>
                  <a:gd name="T28" fmla="*/ 2147483647 w 268"/>
                  <a:gd name="T29" fmla="*/ 2147483647 h 768"/>
                  <a:gd name="T30" fmla="*/ 2147483647 w 268"/>
                  <a:gd name="T31" fmla="*/ 2147483647 h 768"/>
                  <a:gd name="T32" fmla="*/ 0 w 268"/>
                  <a:gd name="T33" fmla="*/ 2147483647 h 768"/>
                  <a:gd name="T34" fmla="*/ 2147483647 w 268"/>
                  <a:gd name="T35" fmla="*/ 2147483647 h 768"/>
                  <a:gd name="T36" fmla="*/ 2147483647 w 268"/>
                  <a:gd name="T37" fmla="*/ 2147483647 h 768"/>
                  <a:gd name="T38" fmla="*/ 2147483647 w 268"/>
                  <a:gd name="T39" fmla="*/ 2147483647 h 768"/>
                  <a:gd name="T40" fmla="*/ 2147483647 w 268"/>
                  <a:gd name="T41" fmla="*/ 2147483647 h 768"/>
                  <a:gd name="T42" fmla="*/ 2147483647 w 268"/>
                  <a:gd name="T43" fmla="*/ 2147483647 h 768"/>
                  <a:gd name="T44" fmla="*/ 2147483647 w 268"/>
                  <a:gd name="T45" fmla="*/ 2147483647 h 768"/>
                  <a:gd name="T46" fmla="*/ 2147483647 w 268"/>
                  <a:gd name="T47" fmla="*/ 2147483647 h 768"/>
                  <a:gd name="T48" fmla="*/ 2147483647 w 268"/>
                  <a:gd name="T49" fmla="*/ 2147483647 h 768"/>
                  <a:gd name="T50" fmla="*/ 2147483647 w 268"/>
                  <a:gd name="T51" fmla="*/ 2147483647 h 768"/>
                  <a:gd name="T52" fmla="*/ 2147483647 w 268"/>
                  <a:gd name="T53" fmla="*/ 2147483647 h 768"/>
                  <a:gd name="T54" fmla="*/ 2147483647 w 268"/>
                  <a:gd name="T55" fmla="*/ 2147483647 h 768"/>
                  <a:gd name="T56" fmla="*/ 2147483647 w 268"/>
                  <a:gd name="T57" fmla="*/ 2147483647 h 768"/>
                  <a:gd name="T58" fmla="*/ 2147483647 w 268"/>
                  <a:gd name="T59" fmla="*/ 2147483647 h 768"/>
                  <a:gd name="T60" fmla="*/ 2147483647 w 268"/>
                  <a:gd name="T61" fmla="*/ 2147483647 h 768"/>
                  <a:gd name="T62" fmla="*/ 2147483647 w 268"/>
                  <a:gd name="T63" fmla="*/ 2147483647 h 768"/>
                  <a:gd name="T64" fmla="*/ 2147483647 w 268"/>
                  <a:gd name="T65" fmla="*/ 2147483647 h 768"/>
                  <a:gd name="T66" fmla="*/ 2147483647 w 268"/>
                  <a:gd name="T67" fmla="*/ 2147483647 h 768"/>
                  <a:gd name="T68" fmla="*/ 2147483647 w 268"/>
                  <a:gd name="T69" fmla="*/ 2147483647 h 768"/>
                  <a:gd name="T70" fmla="*/ 2147483647 w 268"/>
                  <a:gd name="T71" fmla="*/ 2147483647 h 768"/>
                  <a:gd name="T72" fmla="*/ 2147483647 w 268"/>
                  <a:gd name="T73" fmla="*/ 2147483647 h 768"/>
                  <a:gd name="T74" fmla="*/ 2147483647 w 268"/>
                  <a:gd name="T75" fmla="*/ 2147483647 h 768"/>
                  <a:gd name="T76" fmla="*/ 2147483647 w 268"/>
                  <a:gd name="T77" fmla="*/ 2147483647 h 768"/>
                  <a:gd name="T78" fmla="*/ 2147483647 w 268"/>
                  <a:gd name="T79" fmla="*/ 2147483647 h 768"/>
                  <a:gd name="T80" fmla="*/ 2147483647 w 268"/>
                  <a:gd name="T81" fmla="*/ 2147483647 h 768"/>
                  <a:gd name="T82" fmla="*/ 2147483647 w 268"/>
                  <a:gd name="T83" fmla="*/ 2147483647 h 768"/>
                  <a:gd name="T84" fmla="*/ 2147483647 w 268"/>
                  <a:gd name="T85" fmla="*/ 2147483647 h 768"/>
                  <a:gd name="T86" fmla="*/ 2147483647 w 268"/>
                  <a:gd name="T87" fmla="*/ 2147483647 h 768"/>
                  <a:gd name="T88" fmla="*/ 2147483647 w 268"/>
                  <a:gd name="T89" fmla="*/ 2147483647 h 768"/>
                  <a:gd name="T90" fmla="*/ 2147483647 w 268"/>
                  <a:gd name="T91" fmla="*/ 2147483647 h 768"/>
                  <a:gd name="T92" fmla="*/ 2147483647 w 268"/>
                  <a:gd name="T93" fmla="*/ 2147483647 h 768"/>
                  <a:gd name="T94" fmla="*/ 2147483647 w 268"/>
                  <a:gd name="T95" fmla="*/ 2147483647 h 768"/>
                  <a:gd name="T96" fmla="*/ 2147483647 w 268"/>
                  <a:gd name="T97" fmla="*/ 2147483647 h 768"/>
                  <a:gd name="T98" fmla="*/ 2147483647 w 268"/>
                  <a:gd name="T99" fmla="*/ 2147483647 h 768"/>
                  <a:gd name="T100" fmla="*/ 2147483647 w 268"/>
                  <a:gd name="T101" fmla="*/ 2147483647 h 768"/>
                  <a:gd name="T102" fmla="*/ 2147483647 w 268"/>
                  <a:gd name="T103" fmla="*/ 2147483647 h 768"/>
                  <a:gd name="T104" fmla="*/ 2147483647 w 268"/>
                  <a:gd name="T105" fmla="*/ 2147483647 h 768"/>
                  <a:gd name="T106" fmla="*/ 2147483647 w 268"/>
                  <a:gd name="T107" fmla="*/ 2147483647 h 768"/>
                  <a:gd name="T108" fmla="*/ 2147483647 w 268"/>
                  <a:gd name="T109" fmla="*/ 2147483647 h 768"/>
                  <a:gd name="T110" fmla="*/ 2147483647 w 268"/>
                  <a:gd name="T111" fmla="*/ 2147483647 h 768"/>
                  <a:gd name="T112" fmla="*/ 2147483647 w 268"/>
                  <a:gd name="T113" fmla="*/ 2147483647 h 76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68"/>
                  <a:gd name="T172" fmla="*/ 0 h 768"/>
                  <a:gd name="T173" fmla="*/ 268 w 268"/>
                  <a:gd name="T174" fmla="*/ 768 h 76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68" h="768">
                    <a:moveTo>
                      <a:pt x="213" y="17"/>
                    </a:moveTo>
                    <a:lnTo>
                      <a:pt x="199" y="14"/>
                    </a:lnTo>
                    <a:lnTo>
                      <a:pt x="184" y="10"/>
                    </a:lnTo>
                    <a:lnTo>
                      <a:pt x="170" y="8"/>
                    </a:lnTo>
                    <a:lnTo>
                      <a:pt x="157" y="5"/>
                    </a:lnTo>
                    <a:lnTo>
                      <a:pt x="143" y="3"/>
                    </a:lnTo>
                    <a:lnTo>
                      <a:pt x="130" y="2"/>
                    </a:lnTo>
                    <a:lnTo>
                      <a:pt x="118" y="1"/>
                    </a:lnTo>
                    <a:lnTo>
                      <a:pt x="104" y="0"/>
                    </a:lnTo>
                    <a:lnTo>
                      <a:pt x="91" y="1"/>
                    </a:lnTo>
                    <a:lnTo>
                      <a:pt x="78" y="2"/>
                    </a:lnTo>
                    <a:lnTo>
                      <a:pt x="66" y="4"/>
                    </a:lnTo>
                    <a:lnTo>
                      <a:pt x="53" y="6"/>
                    </a:lnTo>
                    <a:lnTo>
                      <a:pt x="40" y="10"/>
                    </a:lnTo>
                    <a:lnTo>
                      <a:pt x="26" y="14"/>
                    </a:lnTo>
                    <a:lnTo>
                      <a:pt x="13" y="20"/>
                    </a:lnTo>
                    <a:lnTo>
                      <a:pt x="0" y="26"/>
                    </a:lnTo>
                    <a:lnTo>
                      <a:pt x="12" y="121"/>
                    </a:lnTo>
                    <a:lnTo>
                      <a:pt x="22" y="213"/>
                    </a:lnTo>
                    <a:lnTo>
                      <a:pt x="30" y="305"/>
                    </a:lnTo>
                    <a:lnTo>
                      <a:pt x="37" y="396"/>
                    </a:lnTo>
                    <a:lnTo>
                      <a:pt x="41" y="487"/>
                    </a:lnTo>
                    <a:lnTo>
                      <a:pt x="43" y="579"/>
                    </a:lnTo>
                    <a:lnTo>
                      <a:pt x="43" y="672"/>
                    </a:lnTo>
                    <a:lnTo>
                      <a:pt x="40" y="768"/>
                    </a:lnTo>
                    <a:lnTo>
                      <a:pt x="47" y="767"/>
                    </a:lnTo>
                    <a:lnTo>
                      <a:pt x="54" y="765"/>
                    </a:lnTo>
                    <a:lnTo>
                      <a:pt x="61" y="764"/>
                    </a:lnTo>
                    <a:lnTo>
                      <a:pt x="69" y="762"/>
                    </a:lnTo>
                    <a:lnTo>
                      <a:pt x="76" y="761"/>
                    </a:lnTo>
                    <a:lnTo>
                      <a:pt x="83" y="760"/>
                    </a:lnTo>
                    <a:lnTo>
                      <a:pt x="90" y="758"/>
                    </a:lnTo>
                    <a:lnTo>
                      <a:pt x="97" y="757"/>
                    </a:lnTo>
                    <a:lnTo>
                      <a:pt x="109" y="754"/>
                    </a:lnTo>
                    <a:lnTo>
                      <a:pt x="122" y="752"/>
                    </a:lnTo>
                    <a:lnTo>
                      <a:pt x="134" y="749"/>
                    </a:lnTo>
                    <a:lnTo>
                      <a:pt x="146" y="746"/>
                    </a:lnTo>
                    <a:lnTo>
                      <a:pt x="157" y="742"/>
                    </a:lnTo>
                    <a:lnTo>
                      <a:pt x="169" y="739"/>
                    </a:lnTo>
                    <a:lnTo>
                      <a:pt x="181" y="737"/>
                    </a:lnTo>
                    <a:lnTo>
                      <a:pt x="194" y="734"/>
                    </a:lnTo>
                    <a:lnTo>
                      <a:pt x="203" y="732"/>
                    </a:lnTo>
                    <a:lnTo>
                      <a:pt x="212" y="730"/>
                    </a:lnTo>
                    <a:lnTo>
                      <a:pt x="221" y="728"/>
                    </a:lnTo>
                    <a:lnTo>
                      <a:pt x="230" y="726"/>
                    </a:lnTo>
                    <a:lnTo>
                      <a:pt x="239" y="725"/>
                    </a:lnTo>
                    <a:lnTo>
                      <a:pt x="248" y="723"/>
                    </a:lnTo>
                    <a:lnTo>
                      <a:pt x="257" y="721"/>
                    </a:lnTo>
                    <a:lnTo>
                      <a:pt x="267" y="719"/>
                    </a:lnTo>
                    <a:lnTo>
                      <a:pt x="268" y="594"/>
                    </a:lnTo>
                    <a:lnTo>
                      <a:pt x="267" y="489"/>
                    </a:lnTo>
                    <a:lnTo>
                      <a:pt x="264" y="399"/>
                    </a:lnTo>
                    <a:lnTo>
                      <a:pt x="259" y="320"/>
                    </a:lnTo>
                    <a:lnTo>
                      <a:pt x="252" y="246"/>
                    </a:lnTo>
                    <a:lnTo>
                      <a:pt x="242" y="174"/>
                    </a:lnTo>
                    <a:lnTo>
                      <a:pt x="229" y="99"/>
                    </a:lnTo>
                    <a:lnTo>
                      <a:pt x="213" y="17"/>
                    </a:lnTo>
                    <a:close/>
                  </a:path>
                </a:pathLst>
              </a:custGeom>
              <a:solidFill>
                <a:srgbClr val="BCA58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" name="Freeform 35"/>
              <p:cNvSpPr>
                <a:spLocks/>
              </p:cNvSpPr>
              <p:nvPr/>
            </p:nvSpPr>
            <p:spPr bwMode="auto">
              <a:xfrm>
                <a:off x="1690688" y="1568451"/>
                <a:ext cx="80962" cy="228600"/>
              </a:xfrm>
              <a:custGeom>
                <a:avLst/>
                <a:gdLst>
                  <a:gd name="T0" fmla="*/ 2147483647 w 255"/>
                  <a:gd name="T1" fmla="*/ 2147483647 h 721"/>
                  <a:gd name="T2" fmla="*/ 2147483647 w 255"/>
                  <a:gd name="T3" fmla="*/ 2147483647 h 721"/>
                  <a:gd name="T4" fmla="*/ 2147483647 w 255"/>
                  <a:gd name="T5" fmla="*/ 2147483647 h 721"/>
                  <a:gd name="T6" fmla="*/ 2147483647 w 255"/>
                  <a:gd name="T7" fmla="*/ 2147483647 h 721"/>
                  <a:gd name="T8" fmla="*/ 2147483647 w 255"/>
                  <a:gd name="T9" fmla="*/ 2147483647 h 721"/>
                  <a:gd name="T10" fmla="*/ 2147483647 w 255"/>
                  <a:gd name="T11" fmla="*/ 2147483647 h 721"/>
                  <a:gd name="T12" fmla="*/ 2147483647 w 255"/>
                  <a:gd name="T13" fmla="*/ 2147483647 h 721"/>
                  <a:gd name="T14" fmla="*/ 2147483647 w 255"/>
                  <a:gd name="T15" fmla="*/ 0 h 721"/>
                  <a:gd name="T16" fmla="*/ 2147483647 w 255"/>
                  <a:gd name="T17" fmla="*/ 0 h 721"/>
                  <a:gd name="T18" fmla="*/ 2147483647 w 255"/>
                  <a:gd name="T19" fmla="*/ 0 h 721"/>
                  <a:gd name="T20" fmla="*/ 2147483647 w 255"/>
                  <a:gd name="T21" fmla="*/ 2147483647 h 721"/>
                  <a:gd name="T22" fmla="*/ 2147483647 w 255"/>
                  <a:gd name="T23" fmla="*/ 2147483647 h 721"/>
                  <a:gd name="T24" fmla="*/ 2147483647 w 255"/>
                  <a:gd name="T25" fmla="*/ 2147483647 h 721"/>
                  <a:gd name="T26" fmla="*/ 2147483647 w 255"/>
                  <a:gd name="T27" fmla="*/ 2147483647 h 721"/>
                  <a:gd name="T28" fmla="*/ 2147483647 w 255"/>
                  <a:gd name="T29" fmla="*/ 2147483647 h 721"/>
                  <a:gd name="T30" fmla="*/ 2147483647 w 255"/>
                  <a:gd name="T31" fmla="*/ 2147483647 h 721"/>
                  <a:gd name="T32" fmla="*/ 0 w 255"/>
                  <a:gd name="T33" fmla="*/ 2147483647 h 721"/>
                  <a:gd name="T34" fmla="*/ 2147483647 w 255"/>
                  <a:gd name="T35" fmla="*/ 2147483647 h 721"/>
                  <a:gd name="T36" fmla="*/ 2147483647 w 255"/>
                  <a:gd name="T37" fmla="*/ 2147483647 h 721"/>
                  <a:gd name="T38" fmla="*/ 2147483647 w 255"/>
                  <a:gd name="T39" fmla="*/ 2147483647 h 721"/>
                  <a:gd name="T40" fmla="*/ 2147483647 w 255"/>
                  <a:gd name="T41" fmla="*/ 2147483647 h 721"/>
                  <a:gd name="T42" fmla="*/ 2147483647 w 255"/>
                  <a:gd name="T43" fmla="*/ 2147483647 h 721"/>
                  <a:gd name="T44" fmla="*/ 2147483647 w 255"/>
                  <a:gd name="T45" fmla="*/ 2147483647 h 721"/>
                  <a:gd name="T46" fmla="*/ 2147483647 w 255"/>
                  <a:gd name="T47" fmla="*/ 2147483647 h 721"/>
                  <a:gd name="T48" fmla="*/ 2147483647 w 255"/>
                  <a:gd name="T49" fmla="*/ 2147483647 h 721"/>
                  <a:gd name="T50" fmla="*/ 2147483647 w 255"/>
                  <a:gd name="T51" fmla="*/ 2147483647 h 721"/>
                  <a:gd name="T52" fmla="*/ 2147483647 w 255"/>
                  <a:gd name="T53" fmla="*/ 2147483647 h 721"/>
                  <a:gd name="T54" fmla="*/ 2147483647 w 255"/>
                  <a:gd name="T55" fmla="*/ 2147483647 h 721"/>
                  <a:gd name="T56" fmla="*/ 2147483647 w 255"/>
                  <a:gd name="T57" fmla="*/ 2147483647 h 721"/>
                  <a:gd name="T58" fmla="*/ 2147483647 w 255"/>
                  <a:gd name="T59" fmla="*/ 2147483647 h 721"/>
                  <a:gd name="T60" fmla="*/ 2147483647 w 255"/>
                  <a:gd name="T61" fmla="*/ 2147483647 h 721"/>
                  <a:gd name="T62" fmla="*/ 2147483647 w 255"/>
                  <a:gd name="T63" fmla="*/ 2147483647 h 721"/>
                  <a:gd name="T64" fmla="*/ 2147483647 w 255"/>
                  <a:gd name="T65" fmla="*/ 2147483647 h 721"/>
                  <a:gd name="T66" fmla="*/ 2147483647 w 255"/>
                  <a:gd name="T67" fmla="*/ 2147483647 h 721"/>
                  <a:gd name="T68" fmla="*/ 2147483647 w 255"/>
                  <a:gd name="T69" fmla="*/ 2147483647 h 721"/>
                  <a:gd name="T70" fmla="*/ 2147483647 w 255"/>
                  <a:gd name="T71" fmla="*/ 2147483647 h 721"/>
                  <a:gd name="T72" fmla="*/ 2147483647 w 255"/>
                  <a:gd name="T73" fmla="*/ 2147483647 h 721"/>
                  <a:gd name="T74" fmla="*/ 2147483647 w 255"/>
                  <a:gd name="T75" fmla="*/ 2147483647 h 721"/>
                  <a:gd name="T76" fmla="*/ 2147483647 w 255"/>
                  <a:gd name="T77" fmla="*/ 2147483647 h 721"/>
                  <a:gd name="T78" fmla="*/ 2147483647 w 255"/>
                  <a:gd name="T79" fmla="*/ 2147483647 h 721"/>
                  <a:gd name="T80" fmla="*/ 2147483647 w 255"/>
                  <a:gd name="T81" fmla="*/ 2147483647 h 721"/>
                  <a:gd name="T82" fmla="*/ 2147483647 w 255"/>
                  <a:gd name="T83" fmla="*/ 2147483647 h 721"/>
                  <a:gd name="T84" fmla="*/ 2147483647 w 255"/>
                  <a:gd name="T85" fmla="*/ 2147483647 h 721"/>
                  <a:gd name="T86" fmla="*/ 2147483647 w 255"/>
                  <a:gd name="T87" fmla="*/ 2147483647 h 721"/>
                  <a:gd name="T88" fmla="*/ 2147483647 w 255"/>
                  <a:gd name="T89" fmla="*/ 2147483647 h 721"/>
                  <a:gd name="T90" fmla="*/ 2147483647 w 255"/>
                  <a:gd name="T91" fmla="*/ 2147483647 h 721"/>
                  <a:gd name="T92" fmla="*/ 2147483647 w 255"/>
                  <a:gd name="T93" fmla="*/ 2147483647 h 721"/>
                  <a:gd name="T94" fmla="*/ 2147483647 w 255"/>
                  <a:gd name="T95" fmla="*/ 2147483647 h 721"/>
                  <a:gd name="T96" fmla="*/ 2147483647 w 255"/>
                  <a:gd name="T97" fmla="*/ 2147483647 h 721"/>
                  <a:gd name="T98" fmla="*/ 2147483647 w 255"/>
                  <a:gd name="T99" fmla="*/ 2147483647 h 721"/>
                  <a:gd name="T100" fmla="*/ 2147483647 w 255"/>
                  <a:gd name="T101" fmla="*/ 2147483647 h 721"/>
                  <a:gd name="T102" fmla="*/ 2147483647 w 255"/>
                  <a:gd name="T103" fmla="*/ 2147483647 h 721"/>
                  <a:gd name="T104" fmla="*/ 2147483647 w 255"/>
                  <a:gd name="T105" fmla="*/ 2147483647 h 721"/>
                  <a:gd name="T106" fmla="*/ 2147483647 w 255"/>
                  <a:gd name="T107" fmla="*/ 2147483647 h 721"/>
                  <a:gd name="T108" fmla="*/ 2147483647 w 255"/>
                  <a:gd name="T109" fmla="*/ 2147483647 h 721"/>
                  <a:gd name="T110" fmla="*/ 2147483647 w 255"/>
                  <a:gd name="T111" fmla="*/ 2147483647 h 721"/>
                  <a:gd name="T112" fmla="*/ 2147483647 w 255"/>
                  <a:gd name="T113" fmla="*/ 2147483647 h 721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55"/>
                  <a:gd name="T172" fmla="*/ 0 h 721"/>
                  <a:gd name="T173" fmla="*/ 255 w 255"/>
                  <a:gd name="T174" fmla="*/ 721 h 721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55" h="721">
                    <a:moveTo>
                      <a:pt x="201" y="16"/>
                    </a:moveTo>
                    <a:lnTo>
                      <a:pt x="188" y="13"/>
                    </a:lnTo>
                    <a:lnTo>
                      <a:pt x="174" y="10"/>
                    </a:lnTo>
                    <a:lnTo>
                      <a:pt x="161" y="7"/>
                    </a:lnTo>
                    <a:lnTo>
                      <a:pt x="148" y="5"/>
                    </a:lnTo>
                    <a:lnTo>
                      <a:pt x="135" y="3"/>
                    </a:lnTo>
                    <a:lnTo>
                      <a:pt x="123" y="1"/>
                    </a:lnTo>
                    <a:lnTo>
                      <a:pt x="111" y="0"/>
                    </a:lnTo>
                    <a:lnTo>
                      <a:pt x="98" y="0"/>
                    </a:lnTo>
                    <a:lnTo>
                      <a:pt x="86" y="0"/>
                    </a:lnTo>
                    <a:lnTo>
                      <a:pt x="74" y="1"/>
                    </a:lnTo>
                    <a:lnTo>
                      <a:pt x="62" y="2"/>
                    </a:lnTo>
                    <a:lnTo>
                      <a:pt x="50" y="5"/>
                    </a:lnTo>
                    <a:lnTo>
                      <a:pt x="38" y="8"/>
                    </a:lnTo>
                    <a:lnTo>
                      <a:pt x="26" y="12"/>
                    </a:lnTo>
                    <a:lnTo>
                      <a:pt x="12" y="17"/>
                    </a:lnTo>
                    <a:lnTo>
                      <a:pt x="0" y="23"/>
                    </a:lnTo>
                    <a:lnTo>
                      <a:pt x="11" y="113"/>
                    </a:lnTo>
                    <a:lnTo>
                      <a:pt x="20" y="200"/>
                    </a:lnTo>
                    <a:lnTo>
                      <a:pt x="29" y="286"/>
                    </a:lnTo>
                    <a:lnTo>
                      <a:pt x="34" y="371"/>
                    </a:lnTo>
                    <a:lnTo>
                      <a:pt x="38" y="457"/>
                    </a:lnTo>
                    <a:lnTo>
                      <a:pt x="39" y="544"/>
                    </a:lnTo>
                    <a:lnTo>
                      <a:pt x="38" y="632"/>
                    </a:lnTo>
                    <a:lnTo>
                      <a:pt x="35" y="721"/>
                    </a:lnTo>
                    <a:lnTo>
                      <a:pt x="42" y="720"/>
                    </a:lnTo>
                    <a:lnTo>
                      <a:pt x="49" y="718"/>
                    </a:lnTo>
                    <a:lnTo>
                      <a:pt x="56" y="717"/>
                    </a:lnTo>
                    <a:lnTo>
                      <a:pt x="64" y="716"/>
                    </a:lnTo>
                    <a:lnTo>
                      <a:pt x="71" y="714"/>
                    </a:lnTo>
                    <a:lnTo>
                      <a:pt x="78" y="713"/>
                    </a:lnTo>
                    <a:lnTo>
                      <a:pt x="85" y="712"/>
                    </a:lnTo>
                    <a:lnTo>
                      <a:pt x="92" y="711"/>
                    </a:lnTo>
                    <a:lnTo>
                      <a:pt x="104" y="708"/>
                    </a:lnTo>
                    <a:lnTo>
                      <a:pt x="115" y="706"/>
                    </a:lnTo>
                    <a:lnTo>
                      <a:pt x="126" y="703"/>
                    </a:lnTo>
                    <a:lnTo>
                      <a:pt x="137" y="700"/>
                    </a:lnTo>
                    <a:lnTo>
                      <a:pt x="148" y="698"/>
                    </a:lnTo>
                    <a:lnTo>
                      <a:pt x="160" y="695"/>
                    </a:lnTo>
                    <a:lnTo>
                      <a:pt x="171" y="693"/>
                    </a:lnTo>
                    <a:lnTo>
                      <a:pt x="183" y="690"/>
                    </a:lnTo>
                    <a:lnTo>
                      <a:pt x="192" y="688"/>
                    </a:lnTo>
                    <a:lnTo>
                      <a:pt x="201" y="687"/>
                    </a:lnTo>
                    <a:lnTo>
                      <a:pt x="210" y="685"/>
                    </a:lnTo>
                    <a:lnTo>
                      <a:pt x="219" y="683"/>
                    </a:lnTo>
                    <a:lnTo>
                      <a:pt x="227" y="682"/>
                    </a:lnTo>
                    <a:lnTo>
                      <a:pt x="236" y="680"/>
                    </a:lnTo>
                    <a:lnTo>
                      <a:pt x="245" y="678"/>
                    </a:lnTo>
                    <a:lnTo>
                      <a:pt x="255" y="676"/>
                    </a:lnTo>
                    <a:lnTo>
                      <a:pt x="255" y="558"/>
                    </a:lnTo>
                    <a:lnTo>
                      <a:pt x="253" y="458"/>
                    </a:lnTo>
                    <a:lnTo>
                      <a:pt x="250" y="373"/>
                    </a:lnTo>
                    <a:lnTo>
                      <a:pt x="246" y="299"/>
                    </a:lnTo>
                    <a:lnTo>
                      <a:pt x="239" y="230"/>
                    </a:lnTo>
                    <a:lnTo>
                      <a:pt x="229" y="163"/>
                    </a:lnTo>
                    <a:lnTo>
                      <a:pt x="217" y="93"/>
                    </a:lnTo>
                    <a:lnTo>
                      <a:pt x="201" y="16"/>
                    </a:lnTo>
                    <a:close/>
                  </a:path>
                </a:pathLst>
              </a:custGeom>
              <a:solidFill>
                <a:srgbClr val="C4AD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" name="Freeform 36"/>
              <p:cNvSpPr>
                <a:spLocks/>
              </p:cNvSpPr>
              <p:nvPr/>
            </p:nvSpPr>
            <p:spPr bwMode="auto">
              <a:xfrm>
                <a:off x="1693863" y="1568451"/>
                <a:ext cx="77787" cy="214313"/>
              </a:xfrm>
              <a:custGeom>
                <a:avLst/>
                <a:gdLst>
                  <a:gd name="T0" fmla="*/ 2147483647 w 244"/>
                  <a:gd name="T1" fmla="*/ 2147483647 h 675"/>
                  <a:gd name="T2" fmla="*/ 2147483647 w 244"/>
                  <a:gd name="T3" fmla="*/ 2147483647 h 675"/>
                  <a:gd name="T4" fmla="*/ 2147483647 w 244"/>
                  <a:gd name="T5" fmla="*/ 2147483647 h 675"/>
                  <a:gd name="T6" fmla="*/ 2147483647 w 244"/>
                  <a:gd name="T7" fmla="*/ 2147483647 h 675"/>
                  <a:gd name="T8" fmla="*/ 2147483647 w 244"/>
                  <a:gd name="T9" fmla="*/ 2147483647 h 675"/>
                  <a:gd name="T10" fmla="*/ 2147483647 w 244"/>
                  <a:gd name="T11" fmla="*/ 2147483647 h 675"/>
                  <a:gd name="T12" fmla="*/ 2147483647 w 244"/>
                  <a:gd name="T13" fmla="*/ 2147483647 h 675"/>
                  <a:gd name="T14" fmla="*/ 2147483647 w 244"/>
                  <a:gd name="T15" fmla="*/ 0 h 675"/>
                  <a:gd name="T16" fmla="*/ 2147483647 w 244"/>
                  <a:gd name="T17" fmla="*/ 0 h 675"/>
                  <a:gd name="T18" fmla="*/ 2147483647 w 244"/>
                  <a:gd name="T19" fmla="*/ 0 h 675"/>
                  <a:gd name="T20" fmla="*/ 2147483647 w 244"/>
                  <a:gd name="T21" fmla="*/ 0 h 675"/>
                  <a:gd name="T22" fmla="*/ 2147483647 w 244"/>
                  <a:gd name="T23" fmla="*/ 2147483647 h 675"/>
                  <a:gd name="T24" fmla="*/ 2147483647 w 244"/>
                  <a:gd name="T25" fmla="*/ 2147483647 h 675"/>
                  <a:gd name="T26" fmla="*/ 2147483647 w 244"/>
                  <a:gd name="T27" fmla="*/ 2147483647 h 675"/>
                  <a:gd name="T28" fmla="*/ 2147483647 w 244"/>
                  <a:gd name="T29" fmla="*/ 2147483647 h 675"/>
                  <a:gd name="T30" fmla="*/ 2147483647 w 244"/>
                  <a:gd name="T31" fmla="*/ 2147483647 h 675"/>
                  <a:gd name="T32" fmla="*/ 0 w 244"/>
                  <a:gd name="T33" fmla="*/ 2147483647 h 675"/>
                  <a:gd name="T34" fmla="*/ 2147483647 w 244"/>
                  <a:gd name="T35" fmla="*/ 2147483647 h 675"/>
                  <a:gd name="T36" fmla="*/ 2147483647 w 244"/>
                  <a:gd name="T37" fmla="*/ 2147483647 h 675"/>
                  <a:gd name="T38" fmla="*/ 2147483647 w 244"/>
                  <a:gd name="T39" fmla="*/ 2147483647 h 675"/>
                  <a:gd name="T40" fmla="*/ 2147483647 w 244"/>
                  <a:gd name="T41" fmla="*/ 2147483647 h 675"/>
                  <a:gd name="T42" fmla="*/ 2147483647 w 244"/>
                  <a:gd name="T43" fmla="*/ 2147483647 h 675"/>
                  <a:gd name="T44" fmla="*/ 2147483647 w 244"/>
                  <a:gd name="T45" fmla="*/ 2147483647 h 675"/>
                  <a:gd name="T46" fmla="*/ 2147483647 w 244"/>
                  <a:gd name="T47" fmla="*/ 2147483647 h 675"/>
                  <a:gd name="T48" fmla="*/ 2147483647 w 244"/>
                  <a:gd name="T49" fmla="*/ 2147483647 h 675"/>
                  <a:gd name="T50" fmla="*/ 2147483647 w 244"/>
                  <a:gd name="T51" fmla="*/ 2147483647 h 675"/>
                  <a:gd name="T52" fmla="*/ 2147483647 w 244"/>
                  <a:gd name="T53" fmla="*/ 2147483647 h 675"/>
                  <a:gd name="T54" fmla="*/ 2147483647 w 244"/>
                  <a:gd name="T55" fmla="*/ 2147483647 h 675"/>
                  <a:gd name="T56" fmla="*/ 2147483647 w 244"/>
                  <a:gd name="T57" fmla="*/ 2147483647 h 675"/>
                  <a:gd name="T58" fmla="*/ 2147483647 w 244"/>
                  <a:gd name="T59" fmla="*/ 2147483647 h 675"/>
                  <a:gd name="T60" fmla="*/ 2147483647 w 244"/>
                  <a:gd name="T61" fmla="*/ 2147483647 h 675"/>
                  <a:gd name="T62" fmla="*/ 2147483647 w 244"/>
                  <a:gd name="T63" fmla="*/ 2147483647 h 675"/>
                  <a:gd name="T64" fmla="*/ 2147483647 w 244"/>
                  <a:gd name="T65" fmla="*/ 2147483647 h 675"/>
                  <a:gd name="T66" fmla="*/ 2147483647 w 244"/>
                  <a:gd name="T67" fmla="*/ 2147483647 h 675"/>
                  <a:gd name="T68" fmla="*/ 2147483647 w 244"/>
                  <a:gd name="T69" fmla="*/ 2147483647 h 675"/>
                  <a:gd name="T70" fmla="*/ 2147483647 w 244"/>
                  <a:gd name="T71" fmla="*/ 2147483647 h 675"/>
                  <a:gd name="T72" fmla="*/ 2147483647 w 244"/>
                  <a:gd name="T73" fmla="*/ 2147483647 h 675"/>
                  <a:gd name="T74" fmla="*/ 2147483647 w 244"/>
                  <a:gd name="T75" fmla="*/ 2147483647 h 675"/>
                  <a:gd name="T76" fmla="*/ 2147483647 w 244"/>
                  <a:gd name="T77" fmla="*/ 2147483647 h 675"/>
                  <a:gd name="T78" fmla="*/ 2147483647 w 244"/>
                  <a:gd name="T79" fmla="*/ 2147483647 h 675"/>
                  <a:gd name="T80" fmla="*/ 2147483647 w 244"/>
                  <a:gd name="T81" fmla="*/ 2147483647 h 675"/>
                  <a:gd name="T82" fmla="*/ 2147483647 w 244"/>
                  <a:gd name="T83" fmla="*/ 2147483647 h 675"/>
                  <a:gd name="T84" fmla="*/ 2147483647 w 244"/>
                  <a:gd name="T85" fmla="*/ 2147483647 h 675"/>
                  <a:gd name="T86" fmla="*/ 2147483647 w 244"/>
                  <a:gd name="T87" fmla="*/ 2147483647 h 675"/>
                  <a:gd name="T88" fmla="*/ 2147483647 w 244"/>
                  <a:gd name="T89" fmla="*/ 2147483647 h 675"/>
                  <a:gd name="T90" fmla="*/ 2147483647 w 244"/>
                  <a:gd name="T91" fmla="*/ 2147483647 h 675"/>
                  <a:gd name="T92" fmla="*/ 2147483647 w 244"/>
                  <a:gd name="T93" fmla="*/ 2147483647 h 675"/>
                  <a:gd name="T94" fmla="*/ 2147483647 w 244"/>
                  <a:gd name="T95" fmla="*/ 2147483647 h 675"/>
                  <a:gd name="T96" fmla="*/ 2147483647 w 244"/>
                  <a:gd name="T97" fmla="*/ 2147483647 h 675"/>
                  <a:gd name="T98" fmla="*/ 2147483647 w 244"/>
                  <a:gd name="T99" fmla="*/ 2147483647 h 675"/>
                  <a:gd name="T100" fmla="*/ 2147483647 w 244"/>
                  <a:gd name="T101" fmla="*/ 2147483647 h 675"/>
                  <a:gd name="T102" fmla="*/ 2147483647 w 244"/>
                  <a:gd name="T103" fmla="*/ 2147483647 h 675"/>
                  <a:gd name="T104" fmla="*/ 2147483647 w 244"/>
                  <a:gd name="T105" fmla="*/ 2147483647 h 675"/>
                  <a:gd name="T106" fmla="*/ 2147483647 w 244"/>
                  <a:gd name="T107" fmla="*/ 2147483647 h 675"/>
                  <a:gd name="T108" fmla="*/ 2147483647 w 244"/>
                  <a:gd name="T109" fmla="*/ 2147483647 h 675"/>
                  <a:gd name="T110" fmla="*/ 2147483647 w 244"/>
                  <a:gd name="T111" fmla="*/ 2147483647 h 675"/>
                  <a:gd name="T112" fmla="*/ 2147483647 w 244"/>
                  <a:gd name="T113" fmla="*/ 2147483647 h 67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44"/>
                  <a:gd name="T172" fmla="*/ 0 h 675"/>
                  <a:gd name="T173" fmla="*/ 244 w 244"/>
                  <a:gd name="T174" fmla="*/ 675 h 675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44" h="675">
                    <a:moveTo>
                      <a:pt x="190" y="16"/>
                    </a:moveTo>
                    <a:lnTo>
                      <a:pt x="177" y="13"/>
                    </a:lnTo>
                    <a:lnTo>
                      <a:pt x="164" y="10"/>
                    </a:lnTo>
                    <a:lnTo>
                      <a:pt x="152" y="7"/>
                    </a:lnTo>
                    <a:lnTo>
                      <a:pt x="140" y="5"/>
                    </a:lnTo>
                    <a:lnTo>
                      <a:pt x="128" y="3"/>
                    </a:lnTo>
                    <a:lnTo>
                      <a:pt x="116" y="1"/>
                    </a:lnTo>
                    <a:lnTo>
                      <a:pt x="105" y="0"/>
                    </a:lnTo>
                    <a:lnTo>
                      <a:pt x="93" y="0"/>
                    </a:lnTo>
                    <a:lnTo>
                      <a:pt x="81" y="0"/>
                    </a:lnTo>
                    <a:lnTo>
                      <a:pt x="69" y="0"/>
                    </a:lnTo>
                    <a:lnTo>
                      <a:pt x="58" y="1"/>
                    </a:lnTo>
                    <a:lnTo>
                      <a:pt x="47" y="3"/>
                    </a:lnTo>
                    <a:lnTo>
                      <a:pt x="35" y="6"/>
                    </a:lnTo>
                    <a:lnTo>
                      <a:pt x="24" y="10"/>
                    </a:lnTo>
                    <a:lnTo>
                      <a:pt x="13" y="14"/>
                    </a:lnTo>
                    <a:lnTo>
                      <a:pt x="0" y="20"/>
                    </a:lnTo>
                    <a:lnTo>
                      <a:pt x="11" y="103"/>
                    </a:lnTo>
                    <a:lnTo>
                      <a:pt x="20" y="186"/>
                    </a:lnTo>
                    <a:lnTo>
                      <a:pt x="26" y="267"/>
                    </a:lnTo>
                    <a:lnTo>
                      <a:pt x="31" y="347"/>
                    </a:lnTo>
                    <a:lnTo>
                      <a:pt x="34" y="427"/>
                    </a:lnTo>
                    <a:lnTo>
                      <a:pt x="35" y="508"/>
                    </a:lnTo>
                    <a:lnTo>
                      <a:pt x="34" y="590"/>
                    </a:lnTo>
                    <a:lnTo>
                      <a:pt x="31" y="675"/>
                    </a:lnTo>
                    <a:lnTo>
                      <a:pt x="38" y="674"/>
                    </a:lnTo>
                    <a:lnTo>
                      <a:pt x="45" y="673"/>
                    </a:lnTo>
                    <a:lnTo>
                      <a:pt x="52" y="671"/>
                    </a:lnTo>
                    <a:lnTo>
                      <a:pt x="59" y="670"/>
                    </a:lnTo>
                    <a:lnTo>
                      <a:pt x="65" y="669"/>
                    </a:lnTo>
                    <a:lnTo>
                      <a:pt x="72" y="668"/>
                    </a:lnTo>
                    <a:lnTo>
                      <a:pt x="79" y="667"/>
                    </a:lnTo>
                    <a:lnTo>
                      <a:pt x="86" y="666"/>
                    </a:lnTo>
                    <a:lnTo>
                      <a:pt x="97" y="663"/>
                    </a:lnTo>
                    <a:lnTo>
                      <a:pt x="108" y="661"/>
                    </a:lnTo>
                    <a:lnTo>
                      <a:pt x="118" y="658"/>
                    </a:lnTo>
                    <a:lnTo>
                      <a:pt x="129" y="656"/>
                    </a:lnTo>
                    <a:lnTo>
                      <a:pt x="139" y="654"/>
                    </a:lnTo>
                    <a:lnTo>
                      <a:pt x="150" y="652"/>
                    </a:lnTo>
                    <a:lnTo>
                      <a:pt x="160" y="649"/>
                    </a:lnTo>
                    <a:lnTo>
                      <a:pt x="171" y="647"/>
                    </a:lnTo>
                    <a:lnTo>
                      <a:pt x="180" y="645"/>
                    </a:lnTo>
                    <a:lnTo>
                      <a:pt x="189" y="643"/>
                    </a:lnTo>
                    <a:lnTo>
                      <a:pt x="198" y="642"/>
                    </a:lnTo>
                    <a:lnTo>
                      <a:pt x="207" y="640"/>
                    </a:lnTo>
                    <a:lnTo>
                      <a:pt x="216" y="639"/>
                    </a:lnTo>
                    <a:lnTo>
                      <a:pt x="225" y="637"/>
                    </a:lnTo>
                    <a:lnTo>
                      <a:pt x="234" y="636"/>
                    </a:lnTo>
                    <a:lnTo>
                      <a:pt x="244" y="634"/>
                    </a:lnTo>
                    <a:lnTo>
                      <a:pt x="244" y="522"/>
                    </a:lnTo>
                    <a:lnTo>
                      <a:pt x="241" y="429"/>
                    </a:lnTo>
                    <a:lnTo>
                      <a:pt x="238" y="349"/>
                    </a:lnTo>
                    <a:lnTo>
                      <a:pt x="233" y="279"/>
                    </a:lnTo>
                    <a:lnTo>
                      <a:pt x="226" y="215"/>
                    </a:lnTo>
                    <a:lnTo>
                      <a:pt x="217" y="153"/>
                    </a:lnTo>
                    <a:lnTo>
                      <a:pt x="205" y="88"/>
                    </a:lnTo>
                    <a:lnTo>
                      <a:pt x="190" y="16"/>
                    </a:lnTo>
                    <a:close/>
                  </a:path>
                </a:pathLst>
              </a:custGeom>
              <a:solidFill>
                <a:srgbClr val="CEB7A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" name="Freeform 37"/>
              <p:cNvSpPr>
                <a:spLocks/>
              </p:cNvSpPr>
              <p:nvPr/>
            </p:nvSpPr>
            <p:spPr bwMode="auto">
              <a:xfrm>
                <a:off x="1697038" y="1566863"/>
                <a:ext cx="73025" cy="200025"/>
              </a:xfrm>
              <a:custGeom>
                <a:avLst/>
                <a:gdLst>
                  <a:gd name="T0" fmla="*/ 2147483647 w 231"/>
                  <a:gd name="T1" fmla="*/ 2147483647 h 630"/>
                  <a:gd name="T2" fmla="*/ 2147483647 w 231"/>
                  <a:gd name="T3" fmla="*/ 2147483647 h 630"/>
                  <a:gd name="T4" fmla="*/ 2147483647 w 231"/>
                  <a:gd name="T5" fmla="*/ 2147483647 h 630"/>
                  <a:gd name="T6" fmla="*/ 2147483647 w 231"/>
                  <a:gd name="T7" fmla="*/ 2147483647 h 630"/>
                  <a:gd name="T8" fmla="*/ 2147483647 w 231"/>
                  <a:gd name="T9" fmla="*/ 2147483647 h 630"/>
                  <a:gd name="T10" fmla="*/ 2147483647 w 231"/>
                  <a:gd name="T11" fmla="*/ 2147483647 h 630"/>
                  <a:gd name="T12" fmla="*/ 2147483647 w 231"/>
                  <a:gd name="T13" fmla="*/ 2147483647 h 630"/>
                  <a:gd name="T14" fmla="*/ 2147483647 w 231"/>
                  <a:gd name="T15" fmla="*/ 2147483647 h 630"/>
                  <a:gd name="T16" fmla="*/ 2147483647 w 231"/>
                  <a:gd name="T17" fmla="*/ 0 h 630"/>
                  <a:gd name="T18" fmla="*/ 2147483647 w 231"/>
                  <a:gd name="T19" fmla="*/ 0 h 630"/>
                  <a:gd name="T20" fmla="*/ 2147483647 w 231"/>
                  <a:gd name="T21" fmla="*/ 0 h 630"/>
                  <a:gd name="T22" fmla="*/ 2147483647 w 231"/>
                  <a:gd name="T23" fmla="*/ 2147483647 h 630"/>
                  <a:gd name="T24" fmla="*/ 2147483647 w 231"/>
                  <a:gd name="T25" fmla="*/ 2147483647 h 630"/>
                  <a:gd name="T26" fmla="*/ 2147483647 w 231"/>
                  <a:gd name="T27" fmla="*/ 2147483647 h 630"/>
                  <a:gd name="T28" fmla="*/ 2147483647 w 231"/>
                  <a:gd name="T29" fmla="*/ 2147483647 h 630"/>
                  <a:gd name="T30" fmla="*/ 2147483647 w 231"/>
                  <a:gd name="T31" fmla="*/ 2147483647 h 630"/>
                  <a:gd name="T32" fmla="*/ 0 w 231"/>
                  <a:gd name="T33" fmla="*/ 2147483647 h 630"/>
                  <a:gd name="T34" fmla="*/ 2147483647 w 231"/>
                  <a:gd name="T35" fmla="*/ 2147483647 h 630"/>
                  <a:gd name="T36" fmla="*/ 2147483647 w 231"/>
                  <a:gd name="T37" fmla="*/ 2147483647 h 630"/>
                  <a:gd name="T38" fmla="*/ 2147483647 w 231"/>
                  <a:gd name="T39" fmla="*/ 2147483647 h 630"/>
                  <a:gd name="T40" fmla="*/ 2147483647 w 231"/>
                  <a:gd name="T41" fmla="*/ 2147483647 h 630"/>
                  <a:gd name="T42" fmla="*/ 2147483647 w 231"/>
                  <a:gd name="T43" fmla="*/ 2147483647 h 630"/>
                  <a:gd name="T44" fmla="*/ 2147483647 w 231"/>
                  <a:gd name="T45" fmla="*/ 2147483647 h 630"/>
                  <a:gd name="T46" fmla="*/ 2147483647 w 231"/>
                  <a:gd name="T47" fmla="*/ 2147483647 h 630"/>
                  <a:gd name="T48" fmla="*/ 2147483647 w 231"/>
                  <a:gd name="T49" fmla="*/ 2147483647 h 630"/>
                  <a:gd name="T50" fmla="*/ 2147483647 w 231"/>
                  <a:gd name="T51" fmla="*/ 2147483647 h 630"/>
                  <a:gd name="T52" fmla="*/ 2147483647 w 231"/>
                  <a:gd name="T53" fmla="*/ 2147483647 h 630"/>
                  <a:gd name="T54" fmla="*/ 2147483647 w 231"/>
                  <a:gd name="T55" fmla="*/ 2147483647 h 630"/>
                  <a:gd name="T56" fmla="*/ 2147483647 w 231"/>
                  <a:gd name="T57" fmla="*/ 2147483647 h 630"/>
                  <a:gd name="T58" fmla="*/ 2147483647 w 231"/>
                  <a:gd name="T59" fmla="*/ 2147483647 h 630"/>
                  <a:gd name="T60" fmla="*/ 2147483647 w 231"/>
                  <a:gd name="T61" fmla="*/ 2147483647 h 630"/>
                  <a:gd name="T62" fmla="*/ 2147483647 w 231"/>
                  <a:gd name="T63" fmla="*/ 2147483647 h 630"/>
                  <a:gd name="T64" fmla="*/ 2147483647 w 231"/>
                  <a:gd name="T65" fmla="*/ 2147483647 h 630"/>
                  <a:gd name="T66" fmla="*/ 2147483647 w 231"/>
                  <a:gd name="T67" fmla="*/ 2147483647 h 630"/>
                  <a:gd name="T68" fmla="*/ 2147483647 w 231"/>
                  <a:gd name="T69" fmla="*/ 2147483647 h 630"/>
                  <a:gd name="T70" fmla="*/ 2147483647 w 231"/>
                  <a:gd name="T71" fmla="*/ 2147483647 h 630"/>
                  <a:gd name="T72" fmla="*/ 2147483647 w 231"/>
                  <a:gd name="T73" fmla="*/ 2147483647 h 630"/>
                  <a:gd name="T74" fmla="*/ 2147483647 w 231"/>
                  <a:gd name="T75" fmla="*/ 2147483647 h 630"/>
                  <a:gd name="T76" fmla="*/ 2147483647 w 231"/>
                  <a:gd name="T77" fmla="*/ 2147483647 h 630"/>
                  <a:gd name="T78" fmla="*/ 2147483647 w 231"/>
                  <a:gd name="T79" fmla="*/ 2147483647 h 630"/>
                  <a:gd name="T80" fmla="*/ 2147483647 w 231"/>
                  <a:gd name="T81" fmla="*/ 2147483647 h 630"/>
                  <a:gd name="T82" fmla="*/ 2147483647 w 231"/>
                  <a:gd name="T83" fmla="*/ 2147483647 h 630"/>
                  <a:gd name="T84" fmla="*/ 2147483647 w 231"/>
                  <a:gd name="T85" fmla="*/ 2147483647 h 630"/>
                  <a:gd name="T86" fmla="*/ 2147483647 w 231"/>
                  <a:gd name="T87" fmla="*/ 2147483647 h 630"/>
                  <a:gd name="T88" fmla="*/ 2147483647 w 231"/>
                  <a:gd name="T89" fmla="*/ 2147483647 h 630"/>
                  <a:gd name="T90" fmla="*/ 2147483647 w 231"/>
                  <a:gd name="T91" fmla="*/ 2147483647 h 630"/>
                  <a:gd name="T92" fmla="*/ 2147483647 w 231"/>
                  <a:gd name="T93" fmla="*/ 2147483647 h 630"/>
                  <a:gd name="T94" fmla="*/ 2147483647 w 231"/>
                  <a:gd name="T95" fmla="*/ 2147483647 h 630"/>
                  <a:gd name="T96" fmla="*/ 2147483647 w 231"/>
                  <a:gd name="T97" fmla="*/ 2147483647 h 630"/>
                  <a:gd name="T98" fmla="*/ 2147483647 w 231"/>
                  <a:gd name="T99" fmla="*/ 2147483647 h 630"/>
                  <a:gd name="T100" fmla="*/ 2147483647 w 231"/>
                  <a:gd name="T101" fmla="*/ 2147483647 h 630"/>
                  <a:gd name="T102" fmla="*/ 2147483647 w 231"/>
                  <a:gd name="T103" fmla="*/ 2147483647 h 630"/>
                  <a:gd name="T104" fmla="*/ 2147483647 w 231"/>
                  <a:gd name="T105" fmla="*/ 2147483647 h 630"/>
                  <a:gd name="T106" fmla="*/ 2147483647 w 231"/>
                  <a:gd name="T107" fmla="*/ 2147483647 h 630"/>
                  <a:gd name="T108" fmla="*/ 2147483647 w 231"/>
                  <a:gd name="T109" fmla="*/ 2147483647 h 630"/>
                  <a:gd name="T110" fmla="*/ 2147483647 w 231"/>
                  <a:gd name="T111" fmla="*/ 2147483647 h 630"/>
                  <a:gd name="T112" fmla="*/ 2147483647 w 231"/>
                  <a:gd name="T113" fmla="*/ 2147483647 h 630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31"/>
                  <a:gd name="T172" fmla="*/ 0 h 630"/>
                  <a:gd name="T173" fmla="*/ 231 w 231"/>
                  <a:gd name="T174" fmla="*/ 630 h 630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31" h="630">
                    <a:moveTo>
                      <a:pt x="179" y="18"/>
                    </a:moveTo>
                    <a:lnTo>
                      <a:pt x="167" y="15"/>
                    </a:lnTo>
                    <a:lnTo>
                      <a:pt x="156" y="12"/>
                    </a:lnTo>
                    <a:lnTo>
                      <a:pt x="143" y="9"/>
                    </a:lnTo>
                    <a:lnTo>
                      <a:pt x="132" y="7"/>
                    </a:lnTo>
                    <a:lnTo>
                      <a:pt x="121" y="5"/>
                    </a:lnTo>
                    <a:lnTo>
                      <a:pt x="110" y="3"/>
                    </a:lnTo>
                    <a:lnTo>
                      <a:pt x="99" y="1"/>
                    </a:lnTo>
                    <a:lnTo>
                      <a:pt x="88" y="0"/>
                    </a:lnTo>
                    <a:lnTo>
                      <a:pt x="76" y="0"/>
                    </a:lnTo>
                    <a:lnTo>
                      <a:pt x="65" y="0"/>
                    </a:lnTo>
                    <a:lnTo>
                      <a:pt x="54" y="1"/>
                    </a:lnTo>
                    <a:lnTo>
                      <a:pt x="43" y="3"/>
                    </a:lnTo>
                    <a:lnTo>
                      <a:pt x="32" y="5"/>
                    </a:lnTo>
                    <a:lnTo>
                      <a:pt x="22" y="8"/>
                    </a:lnTo>
                    <a:lnTo>
                      <a:pt x="11" y="13"/>
                    </a:lnTo>
                    <a:lnTo>
                      <a:pt x="0" y="18"/>
                    </a:lnTo>
                    <a:lnTo>
                      <a:pt x="10" y="96"/>
                    </a:lnTo>
                    <a:lnTo>
                      <a:pt x="17" y="172"/>
                    </a:lnTo>
                    <a:lnTo>
                      <a:pt x="23" y="249"/>
                    </a:lnTo>
                    <a:lnTo>
                      <a:pt x="27" y="324"/>
                    </a:lnTo>
                    <a:lnTo>
                      <a:pt x="30" y="399"/>
                    </a:lnTo>
                    <a:lnTo>
                      <a:pt x="31" y="475"/>
                    </a:lnTo>
                    <a:lnTo>
                      <a:pt x="30" y="552"/>
                    </a:lnTo>
                    <a:lnTo>
                      <a:pt x="27" y="630"/>
                    </a:lnTo>
                    <a:lnTo>
                      <a:pt x="34" y="629"/>
                    </a:lnTo>
                    <a:lnTo>
                      <a:pt x="40" y="628"/>
                    </a:lnTo>
                    <a:lnTo>
                      <a:pt x="47" y="627"/>
                    </a:lnTo>
                    <a:lnTo>
                      <a:pt x="54" y="626"/>
                    </a:lnTo>
                    <a:lnTo>
                      <a:pt x="60" y="626"/>
                    </a:lnTo>
                    <a:lnTo>
                      <a:pt x="67" y="625"/>
                    </a:lnTo>
                    <a:lnTo>
                      <a:pt x="73" y="624"/>
                    </a:lnTo>
                    <a:lnTo>
                      <a:pt x="81" y="623"/>
                    </a:lnTo>
                    <a:lnTo>
                      <a:pt x="91" y="621"/>
                    </a:lnTo>
                    <a:lnTo>
                      <a:pt x="101" y="618"/>
                    </a:lnTo>
                    <a:lnTo>
                      <a:pt x="110" y="616"/>
                    </a:lnTo>
                    <a:lnTo>
                      <a:pt x="120" y="614"/>
                    </a:lnTo>
                    <a:lnTo>
                      <a:pt x="130" y="612"/>
                    </a:lnTo>
                    <a:lnTo>
                      <a:pt x="140" y="609"/>
                    </a:lnTo>
                    <a:lnTo>
                      <a:pt x="149" y="607"/>
                    </a:lnTo>
                    <a:lnTo>
                      <a:pt x="160" y="605"/>
                    </a:lnTo>
                    <a:lnTo>
                      <a:pt x="169" y="603"/>
                    </a:lnTo>
                    <a:lnTo>
                      <a:pt x="178" y="601"/>
                    </a:lnTo>
                    <a:lnTo>
                      <a:pt x="187" y="599"/>
                    </a:lnTo>
                    <a:lnTo>
                      <a:pt x="196" y="598"/>
                    </a:lnTo>
                    <a:lnTo>
                      <a:pt x="205" y="596"/>
                    </a:lnTo>
                    <a:lnTo>
                      <a:pt x="214" y="595"/>
                    </a:lnTo>
                    <a:lnTo>
                      <a:pt x="222" y="593"/>
                    </a:lnTo>
                    <a:lnTo>
                      <a:pt x="231" y="592"/>
                    </a:lnTo>
                    <a:lnTo>
                      <a:pt x="230" y="488"/>
                    </a:lnTo>
                    <a:lnTo>
                      <a:pt x="228" y="400"/>
                    </a:lnTo>
                    <a:lnTo>
                      <a:pt x="224" y="326"/>
                    </a:lnTo>
                    <a:lnTo>
                      <a:pt x="220" y="261"/>
                    </a:lnTo>
                    <a:lnTo>
                      <a:pt x="213" y="202"/>
                    </a:lnTo>
                    <a:lnTo>
                      <a:pt x="204" y="144"/>
                    </a:lnTo>
                    <a:lnTo>
                      <a:pt x="193" y="84"/>
                    </a:lnTo>
                    <a:lnTo>
                      <a:pt x="179" y="18"/>
                    </a:lnTo>
                    <a:close/>
                  </a:path>
                </a:pathLst>
              </a:custGeom>
              <a:solidFill>
                <a:srgbClr val="D8C1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" name="Freeform 38"/>
              <p:cNvSpPr>
                <a:spLocks/>
              </p:cNvSpPr>
              <p:nvPr/>
            </p:nvSpPr>
            <p:spPr bwMode="auto">
              <a:xfrm>
                <a:off x="1700213" y="1566863"/>
                <a:ext cx="69850" cy="185738"/>
              </a:xfrm>
              <a:custGeom>
                <a:avLst/>
                <a:gdLst>
                  <a:gd name="T0" fmla="*/ 2147483647 w 220"/>
                  <a:gd name="T1" fmla="*/ 2147483647 h 584"/>
                  <a:gd name="T2" fmla="*/ 2147483647 w 220"/>
                  <a:gd name="T3" fmla="*/ 2147483647 h 584"/>
                  <a:gd name="T4" fmla="*/ 2147483647 w 220"/>
                  <a:gd name="T5" fmla="*/ 2147483647 h 584"/>
                  <a:gd name="T6" fmla="*/ 2147483647 w 220"/>
                  <a:gd name="T7" fmla="*/ 2147483647 h 584"/>
                  <a:gd name="T8" fmla="*/ 2147483647 w 220"/>
                  <a:gd name="T9" fmla="*/ 2147483647 h 584"/>
                  <a:gd name="T10" fmla="*/ 2147483647 w 220"/>
                  <a:gd name="T11" fmla="*/ 2147483647 h 584"/>
                  <a:gd name="T12" fmla="*/ 2147483647 w 220"/>
                  <a:gd name="T13" fmla="*/ 2147483647 h 584"/>
                  <a:gd name="T14" fmla="*/ 2147483647 w 220"/>
                  <a:gd name="T15" fmla="*/ 2147483647 h 584"/>
                  <a:gd name="T16" fmla="*/ 2147483647 w 220"/>
                  <a:gd name="T17" fmla="*/ 0 h 584"/>
                  <a:gd name="T18" fmla="*/ 2147483647 w 220"/>
                  <a:gd name="T19" fmla="*/ 0 h 584"/>
                  <a:gd name="T20" fmla="*/ 2147483647 w 220"/>
                  <a:gd name="T21" fmla="*/ 0 h 584"/>
                  <a:gd name="T22" fmla="*/ 2147483647 w 220"/>
                  <a:gd name="T23" fmla="*/ 2147483647 h 584"/>
                  <a:gd name="T24" fmla="*/ 2147483647 w 220"/>
                  <a:gd name="T25" fmla="*/ 2147483647 h 584"/>
                  <a:gd name="T26" fmla="*/ 2147483647 w 220"/>
                  <a:gd name="T27" fmla="*/ 2147483647 h 584"/>
                  <a:gd name="T28" fmla="*/ 2147483647 w 220"/>
                  <a:gd name="T29" fmla="*/ 2147483647 h 584"/>
                  <a:gd name="T30" fmla="*/ 2147483647 w 220"/>
                  <a:gd name="T31" fmla="*/ 2147483647 h 584"/>
                  <a:gd name="T32" fmla="*/ 0 w 220"/>
                  <a:gd name="T33" fmla="*/ 2147483647 h 584"/>
                  <a:gd name="T34" fmla="*/ 2147483647 w 220"/>
                  <a:gd name="T35" fmla="*/ 2147483647 h 584"/>
                  <a:gd name="T36" fmla="*/ 2147483647 w 220"/>
                  <a:gd name="T37" fmla="*/ 2147483647 h 584"/>
                  <a:gd name="T38" fmla="*/ 2147483647 w 220"/>
                  <a:gd name="T39" fmla="*/ 2147483647 h 584"/>
                  <a:gd name="T40" fmla="*/ 2147483647 w 220"/>
                  <a:gd name="T41" fmla="*/ 2147483647 h 584"/>
                  <a:gd name="T42" fmla="*/ 2147483647 w 220"/>
                  <a:gd name="T43" fmla="*/ 2147483647 h 584"/>
                  <a:gd name="T44" fmla="*/ 2147483647 w 220"/>
                  <a:gd name="T45" fmla="*/ 2147483647 h 584"/>
                  <a:gd name="T46" fmla="*/ 2147483647 w 220"/>
                  <a:gd name="T47" fmla="*/ 2147483647 h 584"/>
                  <a:gd name="T48" fmla="*/ 2147483647 w 220"/>
                  <a:gd name="T49" fmla="*/ 2147483647 h 584"/>
                  <a:gd name="T50" fmla="*/ 2147483647 w 220"/>
                  <a:gd name="T51" fmla="*/ 2147483647 h 584"/>
                  <a:gd name="T52" fmla="*/ 2147483647 w 220"/>
                  <a:gd name="T53" fmla="*/ 2147483647 h 584"/>
                  <a:gd name="T54" fmla="*/ 2147483647 w 220"/>
                  <a:gd name="T55" fmla="*/ 2147483647 h 584"/>
                  <a:gd name="T56" fmla="*/ 2147483647 w 220"/>
                  <a:gd name="T57" fmla="*/ 2147483647 h 584"/>
                  <a:gd name="T58" fmla="*/ 2147483647 w 220"/>
                  <a:gd name="T59" fmla="*/ 2147483647 h 584"/>
                  <a:gd name="T60" fmla="*/ 2147483647 w 220"/>
                  <a:gd name="T61" fmla="*/ 2147483647 h 584"/>
                  <a:gd name="T62" fmla="*/ 2147483647 w 220"/>
                  <a:gd name="T63" fmla="*/ 2147483647 h 584"/>
                  <a:gd name="T64" fmla="*/ 2147483647 w 220"/>
                  <a:gd name="T65" fmla="*/ 2147483647 h 584"/>
                  <a:gd name="T66" fmla="*/ 2147483647 w 220"/>
                  <a:gd name="T67" fmla="*/ 2147483647 h 584"/>
                  <a:gd name="T68" fmla="*/ 2147483647 w 220"/>
                  <a:gd name="T69" fmla="*/ 2147483647 h 584"/>
                  <a:gd name="T70" fmla="*/ 2147483647 w 220"/>
                  <a:gd name="T71" fmla="*/ 2147483647 h 584"/>
                  <a:gd name="T72" fmla="*/ 2147483647 w 220"/>
                  <a:gd name="T73" fmla="*/ 2147483647 h 584"/>
                  <a:gd name="T74" fmla="*/ 2147483647 w 220"/>
                  <a:gd name="T75" fmla="*/ 2147483647 h 584"/>
                  <a:gd name="T76" fmla="*/ 2147483647 w 220"/>
                  <a:gd name="T77" fmla="*/ 2147483647 h 584"/>
                  <a:gd name="T78" fmla="*/ 2147483647 w 220"/>
                  <a:gd name="T79" fmla="*/ 2147483647 h 584"/>
                  <a:gd name="T80" fmla="*/ 2147483647 w 220"/>
                  <a:gd name="T81" fmla="*/ 2147483647 h 584"/>
                  <a:gd name="T82" fmla="*/ 2147483647 w 220"/>
                  <a:gd name="T83" fmla="*/ 2147483647 h 584"/>
                  <a:gd name="T84" fmla="*/ 2147483647 w 220"/>
                  <a:gd name="T85" fmla="*/ 2147483647 h 584"/>
                  <a:gd name="T86" fmla="*/ 2147483647 w 220"/>
                  <a:gd name="T87" fmla="*/ 2147483647 h 584"/>
                  <a:gd name="T88" fmla="*/ 2147483647 w 220"/>
                  <a:gd name="T89" fmla="*/ 2147483647 h 584"/>
                  <a:gd name="T90" fmla="*/ 2147483647 w 220"/>
                  <a:gd name="T91" fmla="*/ 2147483647 h 584"/>
                  <a:gd name="T92" fmla="*/ 2147483647 w 220"/>
                  <a:gd name="T93" fmla="*/ 2147483647 h 584"/>
                  <a:gd name="T94" fmla="*/ 2147483647 w 220"/>
                  <a:gd name="T95" fmla="*/ 2147483647 h 584"/>
                  <a:gd name="T96" fmla="*/ 2147483647 w 220"/>
                  <a:gd name="T97" fmla="*/ 2147483647 h 584"/>
                  <a:gd name="T98" fmla="*/ 2147483647 w 220"/>
                  <a:gd name="T99" fmla="*/ 2147483647 h 584"/>
                  <a:gd name="T100" fmla="*/ 2147483647 w 220"/>
                  <a:gd name="T101" fmla="*/ 2147483647 h 584"/>
                  <a:gd name="T102" fmla="*/ 2147483647 w 220"/>
                  <a:gd name="T103" fmla="*/ 2147483647 h 584"/>
                  <a:gd name="T104" fmla="*/ 2147483647 w 220"/>
                  <a:gd name="T105" fmla="*/ 2147483647 h 584"/>
                  <a:gd name="T106" fmla="*/ 2147483647 w 220"/>
                  <a:gd name="T107" fmla="*/ 2147483647 h 584"/>
                  <a:gd name="T108" fmla="*/ 2147483647 w 220"/>
                  <a:gd name="T109" fmla="*/ 2147483647 h 584"/>
                  <a:gd name="T110" fmla="*/ 2147483647 w 220"/>
                  <a:gd name="T111" fmla="*/ 2147483647 h 584"/>
                  <a:gd name="T112" fmla="*/ 2147483647 w 220"/>
                  <a:gd name="T113" fmla="*/ 2147483647 h 584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20"/>
                  <a:gd name="T172" fmla="*/ 0 h 584"/>
                  <a:gd name="T173" fmla="*/ 220 w 220"/>
                  <a:gd name="T174" fmla="*/ 584 h 584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20" h="584">
                    <a:moveTo>
                      <a:pt x="167" y="18"/>
                    </a:moveTo>
                    <a:lnTo>
                      <a:pt x="156" y="15"/>
                    </a:lnTo>
                    <a:lnTo>
                      <a:pt x="145" y="12"/>
                    </a:lnTo>
                    <a:lnTo>
                      <a:pt x="134" y="10"/>
                    </a:lnTo>
                    <a:lnTo>
                      <a:pt x="123" y="7"/>
                    </a:lnTo>
                    <a:lnTo>
                      <a:pt x="113" y="5"/>
                    </a:lnTo>
                    <a:lnTo>
                      <a:pt x="102" y="3"/>
                    </a:lnTo>
                    <a:lnTo>
                      <a:pt x="92" y="2"/>
                    </a:lnTo>
                    <a:lnTo>
                      <a:pt x="82" y="0"/>
                    </a:lnTo>
                    <a:lnTo>
                      <a:pt x="71" y="0"/>
                    </a:lnTo>
                    <a:lnTo>
                      <a:pt x="60" y="0"/>
                    </a:lnTo>
                    <a:lnTo>
                      <a:pt x="50" y="1"/>
                    </a:lnTo>
                    <a:lnTo>
                      <a:pt x="40" y="2"/>
                    </a:lnTo>
                    <a:lnTo>
                      <a:pt x="30" y="4"/>
                    </a:lnTo>
                    <a:lnTo>
                      <a:pt x="20" y="7"/>
                    </a:lnTo>
                    <a:lnTo>
                      <a:pt x="10" y="11"/>
                    </a:lnTo>
                    <a:lnTo>
                      <a:pt x="0" y="16"/>
                    </a:lnTo>
                    <a:lnTo>
                      <a:pt x="9" y="88"/>
                    </a:lnTo>
                    <a:lnTo>
                      <a:pt x="16" y="159"/>
                    </a:lnTo>
                    <a:lnTo>
                      <a:pt x="21" y="229"/>
                    </a:lnTo>
                    <a:lnTo>
                      <a:pt x="24" y="299"/>
                    </a:lnTo>
                    <a:lnTo>
                      <a:pt x="26" y="369"/>
                    </a:lnTo>
                    <a:lnTo>
                      <a:pt x="26" y="440"/>
                    </a:lnTo>
                    <a:lnTo>
                      <a:pt x="25" y="511"/>
                    </a:lnTo>
                    <a:lnTo>
                      <a:pt x="22" y="584"/>
                    </a:lnTo>
                    <a:lnTo>
                      <a:pt x="29" y="583"/>
                    </a:lnTo>
                    <a:lnTo>
                      <a:pt x="35" y="582"/>
                    </a:lnTo>
                    <a:lnTo>
                      <a:pt x="42" y="582"/>
                    </a:lnTo>
                    <a:lnTo>
                      <a:pt x="49" y="581"/>
                    </a:lnTo>
                    <a:lnTo>
                      <a:pt x="55" y="580"/>
                    </a:lnTo>
                    <a:lnTo>
                      <a:pt x="62" y="579"/>
                    </a:lnTo>
                    <a:lnTo>
                      <a:pt x="69" y="579"/>
                    </a:lnTo>
                    <a:lnTo>
                      <a:pt x="76" y="578"/>
                    </a:lnTo>
                    <a:lnTo>
                      <a:pt x="85" y="576"/>
                    </a:lnTo>
                    <a:lnTo>
                      <a:pt x="94" y="574"/>
                    </a:lnTo>
                    <a:lnTo>
                      <a:pt x="103" y="572"/>
                    </a:lnTo>
                    <a:lnTo>
                      <a:pt x="112" y="569"/>
                    </a:lnTo>
                    <a:lnTo>
                      <a:pt x="121" y="567"/>
                    </a:lnTo>
                    <a:lnTo>
                      <a:pt x="130" y="565"/>
                    </a:lnTo>
                    <a:lnTo>
                      <a:pt x="139" y="563"/>
                    </a:lnTo>
                    <a:lnTo>
                      <a:pt x="149" y="561"/>
                    </a:lnTo>
                    <a:lnTo>
                      <a:pt x="158" y="560"/>
                    </a:lnTo>
                    <a:lnTo>
                      <a:pt x="166" y="559"/>
                    </a:lnTo>
                    <a:lnTo>
                      <a:pt x="175" y="557"/>
                    </a:lnTo>
                    <a:lnTo>
                      <a:pt x="184" y="556"/>
                    </a:lnTo>
                    <a:lnTo>
                      <a:pt x="193" y="555"/>
                    </a:lnTo>
                    <a:lnTo>
                      <a:pt x="202" y="553"/>
                    </a:lnTo>
                    <a:lnTo>
                      <a:pt x="211" y="552"/>
                    </a:lnTo>
                    <a:lnTo>
                      <a:pt x="220" y="551"/>
                    </a:lnTo>
                    <a:lnTo>
                      <a:pt x="218" y="452"/>
                    </a:lnTo>
                    <a:lnTo>
                      <a:pt x="215" y="370"/>
                    </a:lnTo>
                    <a:lnTo>
                      <a:pt x="211" y="301"/>
                    </a:lnTo>
                    <a:lnTo>
                      <a:pt x="206" y="241"/>
                    </a:lnTo>
                    <a:lnTo>
                      <a:pt x="200" y="187"/>
                    </a:lnTo>
                    <a:lnTo>
                      <a:pt x="191" y="134"/>
                    </a:lnTo>
                    <a:lnTo>
                      <a:pt x="180" y="79"/>
                    </a:lnTo>
                    <a:lnTo>
                      <a:pt x="167" y="18"/>
                    </a:lnTo>
                    <a:close/>
                  </a:path>
                </a:pathLst>
              </a:custGeom>
              <a:solidFill>
                <a:srgbClr val="E0C9B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" name="Freeform 39"/>
              <p:cNvSpPr>
                <a:spLocks/>
              </p:cNvSpPr>
              <p:nvPr/>
            </p:nvSpPr>
            <p:spPr bwMode="auto">
              <a:xfrm>
                <a:off x="1703388" y="1566863"/>
                <a:ext cx="66675" cy="171450"/>
              </a:xfrm>
              <a:custGeom>
                <a:avLst/>
                <a:gdLst>
                  <a:gd name="T0" fmla="*/ 2147483647 w 208"/>
                  <a:gd name="T1" fmla="*/ 2147483647 h 540"/>
                  <a:gd name="T2" fmla="*/ 2147483647 w 208"/>
                  <a:gd name="T3" fmla="*/ 2147483647 h 540"/>
                  <a:gd name="T4" fmla="*/ 2147483647 w 208"/>
                  <a:gd name="T5" fmla="*/ 2147483647 h 540"/>
                  <a:gd name="T6" fmla="*/ 2147483647 w 208"/>
                  <a:gd name="T7" fmla="*/ 2147483647 h 540"/>
                  <a:gd name="T8" fmla="*/ 2147483647 w 208"/>
                  <a:gd name="T9" fmla="*/ 2147483647 h 540"/>
                  <a:gd name="T10" fmla="*/ 2147483647 w 208"/>
                  <a:gd name="T11" fmla="*/ 0 h 540"/>
                  <a:gd name="T12" fmla="*/ 2147483647 w 208"/>
                  <a:gd name="T13" fmla="*/ 2147483647 h 540"/>
                  <a:gd name="T14" fmla="*/ 2147483647 w 208"/>
                  <a:gd name="T15" fmla="*/ 2147483647 h 540"/>
                  <a:gd name="T16" fmla="*/ 0 w 208"/>
                  <a:gd name="T17" fmla="*/ 2147483647 h 540"/>
                  <a:gd name="T18" fmla="*/ 2147483647 w 208"/>
                  <a:gd name="T19" fmla="*/ 2147483647 h 540"/>
                  <a:gd name="T20" fmla="*/ 2147483647 w 208"/>
                  <a:gd name="T21" fmla="*/ 2147483647 h 540"/>
                  <a:gd name="T22" fmla="*/ 2147483647 w 208"/>
                  <a:gd name="T23" fmla="*/ 2147483647 h 540"/>
                  <a:gd name="T24" fmla="*/ 2147483647 w 208"/>
                  <a:gd name="T25" fmla="*/ 2147483647 h 540"/>
                  <a:gd name="T26" fmla="*/ 2147483647 w 208"/>
                  <a:gd name="T27" fmla="*/ 2147483647 h 540"/>
                  <a:gd name="T28" fmla="*/ 2147483647 w 208"/>
                  <a:gd name="T29" fmla="*/ 2147483647 h 540"/>
                  <a:gd name="T30" fmla="*/ 2147483647 w 208"/>
                  <a:gd name="T31" fmla="*/ 2147483647 h 540"/>
                  <a:gd name="T32" fmla="*/ 2147483647 w 208"/>
                  <a:gd name="T33" fmla="*/ 2147483647 h 540"/>
                  <a:gd name="T34" fmla="*/ 2147483647 w 208"/>
                  <a:gd name="T35" fmla="*/ 2147483647 h 540"/>
                  <a:gd name="T36" fmla="*/ 2147483647 w 208"/>
                  <a:gd name="T37" fmla="*/ 2147483647 h 540"/>
                  <a:gd name="T38" fmla="*/ 2147483647 w 208"/>
                  <a:gd name="T39" fmla="*/ 2147483647 h 540"/>
                  <a:gd name="T40" fmla="*/ 2147483647 w 208"/>
                  <a:gd name="T41" fmla="*/ 2147483647 h 540"/>
                  <a:gd name="T42" fmla="*/ 2147483647 w 208"/>
                  <a:gd name="T43" fmla="*/ 2147483647 h 540"/>
                  <a:gd name="T44" fmla="*/ 2147483647 w 208"/>
                  <a:gd name="T45" fmla="*/ 2147483647 h 540"/>
                  <a:gd name="T46" fmla="*/ 2147483647 w 208"/>
                  <a:gd name="T47" fmla="*/ 2147483647 h 540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208"/>
                  <a:gd name="T73" fmla="*/ 0 h 540"/>
                  <a:gd name="T74" fmla="*/ 208 w 208"/>
                  <a:gd name="T75" fmla="*/ 540 h 540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208" h="540">
                    <a:moveTo>
                      <a:pt x="156" y="19"/>
                    </a:moveTo>
                    <a:lnTo>
                      <a:pt x="136" y="14"/>
                    </a:lnTo>
                    <a:lnTo>
                      <a:pt x="115" y="9"/>
                    </a:lnTo>
                    <a:lnTo>
                      <a:pt x="95" y="4"/>
                    </a:lnTo>
                    <a:lnTo>
                      <a:pt x="76" y="1"/>
                    </a:lnTo>
                    <a:lnTo>
                      <a:pt x="57" y="0"/>
                    </a:lnTo>
                    <a:lnTo>
                      <a:pt x="37" y="2"/>
                    </a:lnTo>
                    <a:lnTo>
                      <a:pt x="18" y="6"/>
                    </a:lnTo>
                    <a:lnTo>
                      <a:pt x="0" y="14"/>
                    </a:lnTo>
                    <a:lnTo>
                      <a:pt x="14" y="146"/>
                    </a:lnTo>
                    <a:lnTo>
                      <a:pt x="21" y="277"/>
                    </a:lnTo>
                    <a:lnTo>
                      <a:pt x="22" y="407"/>
                    </a:lnTo>
                    <a:lnTo>
                      <a:pt x="18" y="540"/>
                    </a:lnTo>
                    <a:lnTo>
                      <a:pt x="70" y="535"/>
                    </a:lnTo>
                    <a:lnTo>
                      <a:pt x="137" y="518"/>
                    </a:lnTo>
                    <a:lnTo>
                      <a:pt x="208" y="509"/>
                    </a:lnTo>
                    <a:lnTo>
                      <a:pt x="206" y="418"/>
                    </a:lnTo>
                    <a:lnTo>
                      <a:pt x="203" y="342"/>
                    </a:lnTo>
                    <a:lnTo>
                      <a:pt x="199" y="278"/>
                    </a:lnTo>
                    <a:lnTo>
                      <a:pt x="194" y="222"/>
                    </a:lnTo>
                    <a:lnTo>
                      <a:pt x="187" y="172"/>
                    </a:lnTo>
                    <a:lnTo>
                      <a:pt x="179" y="124"/>
                    </a:lnTo>
                    <a:lnTo>
                      <a:pt x="169" y="74"/>
                    </a:lnTo>
                    <a:lnTo>
                      <a:pt x="156" y="19"/>
                    </a:lnTo>
                    <a:close/>
                  </a:path>
                </a:pathLst>
              </a:custGeom>
              <a:solidFill>
                <a:srgbClr val="EAD3C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" name="Freeform 40"/>
              <p:cNvSpPr>
                <a:spLocks/>
              </p:cNvSpPr>
              <p:nvPr/>
            </p:nvSpPr>
            <p:spPr bwMode="auto">
              <a:xfrm>
                <a:off x="1612900" y="1643063"/>
                <a:ext cx="68262" cy="198438"/>
              </a:xfrm>
              <a:custGeom>
                <a:avLst/>
                <a:gdLst>
                  <a:gd name="T0" fmla="*/ 2147483647 w 219"/>
                  <a:gd name="T1" fmla="*/ 2147483647 h 628"/>
                  <a:gd name="T2" fmla="*/ 2147483647 w 219"/>
                  <a:gd name="T3" fmla="*/ 0 h 628"/>
                  <a:gd name="T4" fmla="*/ 2147483647 w 219"/>
                  <a:gd name="T5" fmla="*/ 2147483647 h 628"/>
                  <a:gd name="T6" fmla="*/ 2147483647 w 219"/>
                  <a:gd name="T7" fmla="*/ 2147483647 h 628"/>
                  <a:gd name="T8" fmla="*/ 2147483647 w 219"/>
                  <a:gd name="T9" fmla="*/ 2147483647 h 628"/>
                  <a:gd name="T10" fmla="*/ 2147483647 w 219"/>
                  <a:gd name="T11" fmla="*/ 2147483647 h 628"/>
                  <a:gd name="T12" fmla="*/ 2147483647 w 219"/>
                  <a:gd name="T13" fmla="*/ 2147483647 h 628"/>
                  <a:gd name="T14" fmla="*/ 0 w 219"/>
                  <a:gd name="T15" fmla="*/ 2147483647 h 628"/>
                  <a:gd name="T16" fmla="*/ 2147483647 w 219"/>
                  <a:gd name="T17" fmla="*/ 2147483647 h 628"/>
                  <a:gd name="T18" fmla="*/ 2147483647 w 219"/>
                  <a:gd name="T19" fmla="*/ 2147483647 h 628"/>
                  <a:gd name="T20" fmla="*/ 2147483647 w 219"/>
                  <a:gd name="T21" fmla="*/ 2147483647 h 628"/>
                  <a:gd name="T22" fmla="*/ 2147483647 w 219"/>
                  <a:gd name="T23" fmla="*/ 2147483647 h 628"/>
                  <a:gd name="T24" fmla="*/ 2147483647 w 219"/>
                  <a:gd name="T25" fmla="*/ 2147483647 h 628"/>
                  <a:gd name="T26" fmla="*/ 2147483647 w 219"/>
                  <a:gd name="T27" fmla="*/ 2147483647 h 628"/>
                  <a:gd name="T28" fmla="*/ 2147483647 w 219"/>
                  <a:gd name="T29" fmla="*/ 2147483647 h 628"/>
                  <a:gd name="T30" fmla="*/ 2147483647 w 219"/>
                  <a:gd name="T31" fmla="*/ 2147483647 h 628"/>
                  <a:gd name="T32" fmla="*/ 2147483647 w 219"/>
                  <a:gd name="T33" fmla="*/ 2147483647 h 628"/>
                  <a:gd name="T34" fmla="*/ 2147483647 w 219"/>
                  <a:gd name="T35" fmla="*/ 2147483647 h 62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19"/>
                  <a:gd name="T55" fmla="*/ 0 h 628"/>
                  <a:gd name="T56" fmla="*/ 219 w 219"/>
                  <a:gd name="T57" fmla="*/ 628 h 628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19" h="628">
                    <a:moveTo>
                      <a:pt x="170" y="3"/>
                    </a:moveTo>
                    <a:lnTo>
                      <a:pt x="113" y="0"/>
                    </a:lnTo>
                    <a:lnTo>
                      <a:pt x="34" y="18"/>
                    </a:lnTo>
                    <a:lnTo>
                      <a:pt x="29" y="76"/>
                    </a:lnTo>
                    <a:lnTo>
                      <a:pt x="16" y="135"/>
                    </a:lnTo>
                    <a:lnTo>
                      <a:pt x="6" y="187"/>
                    </a:lnTo>
                    <a:lnTo>
                      <a:pt x="1" y="236"/>
                    </a:lnTo>
                    <a:lnTo>
                      <a:pt x="0" y="281"/>
                    </a:lnTo>
                    <a:lnTo>
                      <a:pt x="6" y="327"/>
                    </a:lnTo>
                    <a:lnTo>
                      <a:pt x="18" y="373"/>
                    </a:lnTo>
                    <a:lnTo>
                      <a:pt x="38" y="420"/>
                    </a:lnTo>
                    <a:lnTo>
                      <a:pt x="65" y="473"/>
                    </a:lnTo>
                    <a:lnTo>
                      <a:pt x="64" y="615"/>
                    </a:lnTo>
                    <a:lnTo>
                      <a:pt x="131" y="628"/>
                    </a:lnTo>
                    <a:lnTo>
                      <a:pt x="211" y="589"/>
                    </a:lnTo>
                    <a:lnTo>
                      <a:pt x="219" y="379"/>
                    </a:lnTo>
                    <a:lnTo>
                      <a:pt x="195" y="56"/>
                    </a:lnTo>
                    <a:lnTo>
                      <a:pt x="170" y="3"/>
                    </a:lnTo>
                    <a:close/>
                  </a:path>
                </a:pathLst>
              </a:custGeom>
              <a:solidFill>
                <a:srgbClr val="51442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" name="Freeform 41"/>
              <p:cNvSpPr>
                <a:spLocks/>
              </p:cNvSpPr>
              <p:nvPr/>
            </p:nvSpPr>
            <p:spPr bwMode="auto">
              <a:xfrm>
                <a:off x="1612900" y="1643063"/>
                <a:ext cx="68262" cy="198438"/>
              </a:xfrm>
              <a:custGeom>
                <a:avLst/>
                <a:gdLst>
                  <a:gd name="T0" fmla="*/ 2147483647 w 219"/>
                  <a:gd name="T1" fmla="*/ 2147483647 h 628"/>
                  <a:gd name="T2" fmla="*/ 2147483647 w 219"/>
                  <a:gd name="T3" fmla="*/ 0 h 628"/>
                  <a:gd name="T4" fmla="*/ 2147483647 w 219"/>
                  <a:gd name="T5" fmla="*/ 2147483647 h 628"/>
                  <a:gd name="T6" fmla="*/ 2147483647 w 219"/>
                  <a:gd name="T7" fmla="*/ 2147483647 h 628"/>
                  <a:gd name="T8" fmla="*/ 2147483647 w 219"/>
                  <a:gd name="T9" fmla="*/ 2147483647 h 628"/>
                  <a:gd name="T10" fmla="*/ 2147483647 w 219"/>
                  <a:gd name="T11" fmla="*/ 2147483647 h 628"/>
                  <a:gd name="T12" fmla="*/ 2147483647 w 219"/>
                  <a:gd name="T13" fmla="*/ 2147483647 h 628"/>
                  <a:gd name="T14" fmla="*/ 0 w 219"/>
                  <a:gd name="T15" fmla="*/ 2147483647 h 628"/>
                  <a:gd name="T16" fmla="*/ 2147483647 w 219"/>
                  <a:gd name="T17" fmla="*/ 2147483647 h 628"/>
                  <a:gd name="T18" fmla="*/ 2147483647 w 219"/>
                  <a:gd name="T19" fmla="*/ 2147483647 h 628"/>
                  <a:gd name="T20" fmla="*/ 2147483647 w 219"/>
                  <a:gd name="T21" fmla="*/ 2147483647 h 628"/>
                  <a:gd name="T22" fmla="*/ 2147483647 w 219"/>
                  <a:gd name="T23" fmla="*/ 2147483647 h 628"/>
                  <a:gd name="T24" fmla="*/ 2147483647 w 219"/>
                  <a:gd name="T25" fmla="*/ 2147483647 h 628"/>
                  <a:gd name="T26" fmla="*/ 2147483647 w 219"/>
                  <a:gd name="T27" fmla="*/ 2147483647 h 628"/>
                  <a:gd name="T28" fmla="*/ 2147483647 w 219"/>
                  <a:gd name="T29" fmla="*/ 2147483647 h 628"/>
                  <a:gd name="T30" fmla="*/ 2147483647 w 219"/>
                  <a:gd name="T31" fmla="*/ 2147483647 h 628"/>
                  <a:gd name="T32" fmla="*/ 2147483647 w 219"/>
                  <a:gd name="T33" fmla="*/ 2147483647 h 628"/>
                  <a:gd name="T34" fmla="*/ 2147483647 w 219"/>
                  <a:gd name="T35" fmla="*/ 2147483647 h 62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19"/>
                  <a:gd name="T55" fmla="*/ 0 h 628"/>
                  <a:gd name="T56" fmla="*/ 219 w 219"/>
                  <a:gd name="T57" fmla="*/ 628 h 628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19" h="628">
                    <a:moveTo>
                      <a:pt x="170" y="3"/>
                    </a:moveTo>
                    <a:lnTo>
                      <a:pt x="113" y="0"/>
                    </a:lnTo>
                    <a:lnTo>
                      <a:pt x="34" y="18"/>
                    </a:lnTo>
                    <a:lnTo>
                      <a:pt x="29" y="76"/>
                    </a:lnTo>
                    <a:lnTo>
                      <a:pt x="16" y="135"/>
                    </a:lnTo>
                    <a:lnTo>
                      <a:pt x="6" y="187"/>
                    </a:lnTo>
                    <a:lnTo>
                      <a:pt x="1" y="236"/>
                    </a:lnTo>
                    <a:lnTo>
                      <a:pt x="0" y="281"/>
                    </a:lnTo>
                    <a:lnTo>
                      <a:pt x="6" y="327"/>
                    </a:lnTo>
                    <a:lnTo>
                      <a:pt x="18" y="373"/>
                    </a:lnTo>
                    <a:lnTo>
                      <a:pt x="38" y="420"/>
                    </a:lnTo>
                    <a:lnTo>
                      <a:pt x="65" y="473"/>
                    </a:lnTo>
                    <a:lnTo>
                      <a:pt x="64" y="615"/>
                    </a:lnTo>
                    <a:lnTo>
                      <a:pt x="131" y="628"/>
                    </a:lnTo>
                    <a:lnTo>
                      <a:pt x="211" y="589"/>
                    </a:lnTo>
                    <a:lnTo>
                      <a:pt x="219" y="379"/>
                    </a:lnTo>
                    <a:lnTo>
                      <a:pt x="195" y="56"/>
                    </a:lnTo>
                    <a:lnTo>
                      <a:pt x="170" y="3"/>
                    </a:lnTo>
                    <a:close/>
                  </a:path>
                </a:pathLst>
              </a:custGeom>
              <a:solidFill>
                <a:srgbClr val="51442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" name="Freeform 42"/>
              <p:cNvSpPr>
                <a:spLocks/>
              </p:cNvSpPr>
              <p:nvPr/>
            </p:nvSpPr>
            <p:spPr bwMode="auto">
              <a:xfrm>
                <a:off x="1652588" y="1744663"/>
                <a:ext cx="30162" cy="98425"/>
              </a:xfrm>
              <a:custGeom>
                <a:avLst/>
                <a:gdLst>
                  <a:gd name="T0" fmla="*/ 2147483647 w 95"/>
                  <a:gd name="T1" fmla="*/ 2147483647 h 313"/>
                  <a:gd name="T2" fmla="*/ 2147483647 w 95"/>
                  <a:gd name="T3" fmla="*/ 2147483647 h 313"/>
                  <a:gd name="T4" fmla="*/ 2147483647 w 95"/>
                  <a:gd name="T5" fmla="*/ 2147483647 h 313"/>
                  <a:gd name="T6" fmla="*/ 2147483647 w 95"/>
                  <a:gd name="T7" fmla="*/ 2147483647 h 313"/>
                  <a:gd name="T8" fmla="*/ 2147483647 w 95"/>
                  <a:gd name="T9" fmla="*/ 2147483647 h 313"/>
                  <a:gd name="T10" fmla="*/ 2147483647 w 95"/>
                  <a:gd name="T11" fmla="*/ 0 h 313"/>
                  <a:gd name="T12" fmla="*/ 2147483647 w 95"/>
                  <a:gd name="T13" fmla="*/ 2147483647 h 313"/>
                  <a:gd name="T14" fmla="*/ 0 w 95"/>
                  <a:gd name="T15" fmla="*/ 2147483647 h 313"/>
                  <a:gd name="T16" fmla="*/ 2147483647 w 95"/>
                  <a:gd name="T17" fmla="*/ 2147483647 h 313"/>
                  <a:gd name="T18" fmla="*/ 2147483647 w 95"/>
                  <a:gd name="T19" fmla="*/ 2147483647 h 313"/>
                  <a:gd name="T20" fmla="*/ 2147483647 w 95"/>
                  <a:gd name="T21" fmla="*/ 2147483647 h 31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95"/>
                  <a:gd name="T34" fmla="*/ 0 h 313"/>
                  <a:gd name="T35" fmla="*/ 95 w 95"/>
                  <a:gd name="T36" fmla="*/ 313 h 31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95" h="313">
                    <a:moveTo>
                      <a:pt x="11" y="313"/>
                    </a:moveTo>
                    <a:lnTo>
                      <a:pt x="86" y="278"/>
                    </a:lnTo>
                    <a:lnTo>
                      <a:pt x="93" y="214"/>
                    </a:lnTo>
                    <a:lnTo>
                      <a:pt x="95" y="144"/>
                    </a:lnTo>
                    <a:lnTo>
                      <a:pt x="92" y="72"/>
                    </a:lnTo>
                    <a:lnTo>
                      <a:pt x="83" y="0"/>
                    </a:lnTo>
                    <a:lnTo>
                      <a:pt x="4" y="15"/>
                    </a:lnTo>
                    <a:lnTo>
                      <a:pt x="0" y="86"/>
                    </a:lnTo>
                    <a:lnTo>
                      <a:pt x="3" y="164"/>
                    </a:lnTo>
                    <a:lnTo>
                      <a:pt x="8" y="241"/>
                    </a:lnTo>
                    <a:lnTo>
                      <a:pt x="11" y="313"/>
                    </a:lnTo>
                    <a:close/>
                  </a:path>
                </a:pathLst>
              </a:custGeom>
              <a:solidFill>
                <a:srgbClr val="AA8E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" name="Freeform 43"/>
              <p:cNvSpPr>
                <a:spLocks/>
              </p:cNvSpPr>
              <p:nvPr/>
            </p:nvSpPr>
            <p:spPr bwMode="auto">
              <a:xfrm>
                <a:off x="1646238" y="1644651"/>
                <a:ext cx="31750" cy="163513"/>
              </a:xfrm>
              <a:custGeom>
                <a:avLst/>
                <a:gdLst>
                  <a:gd name="T0" fmla="*/ 2147483647 w 104"/>
                  <a:gd name="T1" fmla="*/ 0 h 514"/>
                  <a:gd name="T2" fmla="*/ 0 w 104"/>
                  <a:gd name="T3" fmla="*/ 2147483647 h 514"/>
                  <a:gd name="T4" fmla="*/ 2147483647 w 104"/>
                  <a:gd name="T5" fmla="*/ 2147483647 h 514"/>
                  <a:gd name="T6" fmla="*/ 2147483647 w 104"/>
                  <a:gd name="T7" fmla="*/ 2147483647 h 514"/>
                  <a:gd name="T8" fmla="*/ 2147483647 w 104"/>
                  <a:gd name="T9" fmla="*/ 2147483647 h 514"/>
                  <a:gd name="T10" fmla="*/ 2147483647 w 104"/>
                  <a:gd name="T11" fmla="*/ 2147483647 h 514"/>
                  <a:gd name="T12" fmla="*/ 2147483647 w 104"/>
                  <a:gd name="T13" fmla="*/ 2147483647 h 514"/>
                  <a:gd name="T14" fmla="*/ 2147483647 w 104"/>
                  <a:gd name="T15" fmla="*/ 2147483647 h 514"/>
                  <a:gd name="T16" fmla="*/ 2147483647 w 104"/>
                  <a:gd name="T17" fmla="*/ 2147483647 h 514"/>
                  <a:gd name="T18" fmla="*/ 2147483647 w 104"/>
                  <a:gd name="T19" fmla="*/ 2147483647 h 514"/>
                  <a:gd name="T20" fmla="*/ 2147483647 w 104"/>
                  <a:gd name="T21" fmla="*/ 2147483647 h 514"/>
                  <a:gd name="T22" fmla="*/ 2147483647 w 104"/>
                  <a:gd name="T23" fmla="*/ 2147483647 h 514"/>
                  <a:gd name="T24" fmla="*/ 2147483647 w 104"/>
                  <a:gd name="T25" fmla="*/ 2147483647 h 514"/>
                  <a:gd name="T26" fmla="*/ 2147483647 w 104"/>
                  <a:gd name="T27" fmla="*/ 2147483647 h 514"/>
                  <a:gd name="T28" fmla="*/ 2147483647 w 104"/>
                  <a:gd name="T29" fmla="*/ 2147483647 h 514"/>
                  <a:gd name="T30" fmla="*/ 2147483647 w 104"/>
                  <a:gd name="T31" fmla="*/ 2147483647 h 514"/>
                  <a:gd name="T32" fmla="*/ 2147483647 w 104"/>
                  <a:gd name="T33" fmla="*/ 2147483647 h 514"/>
                  <a:gd name="T34" fmla="*/ 2147483647 w 104"/>
                  <a:gd name="T35" fmla="*/ 2147483647 h 514"/>
                  <a:gd name="T36" fmla="*/ 2147483647 w 104"/>
                  <a:gd name="T37" fmla="*/ 2147483647 h 514"/>
                  <a:gd name="T38" fmla="*/ 2147483647 w 104"/>
                  <a:gd name="T39" fmla="*/ 2147483647 h 514"/>
                  <a:gd name="T40" fmla="*/ 2147483647 w 104"/>
                  <a:gd name="T41" fmla="*/ 2147483647 h 514"/>
                  <a:gd name="T42" fmla="*/ 2147483647 w 104"/>
                  <a:gd name="T43" fmla="*/ 0 h 514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04"/>
                  <a:gd name="T67" fmla="*/ 0 h 514"/>
                  <a:gd name="T68" fmla="*/ 104 w 104"/>
                  <a:gd name="T69" fmla="*/ 514 h 514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04" h="514">
                    <a:moveTo>
                      <a:pt x="56" y="0"/>
                    </a:moveTo>
                    <a:lnTo>
                      <a:pt x="0" y="29"/>
                    </a:lnTo>
                    <a:lnTo>
                      <a:pt x="8" y="84"/>
                    </a:lnTo>
                    <a:lnTo>
                      <a:pt x="15" y="139"/>
                    </a:lnTo>
                    <a:lnTo>
                      <a:pt x="21" y="194"/>
                    </a:lnTo>
                    <a:lnTo>
                      <a:pt x="27" y="250"/>
                    </a:lnTo>
                    <a:lnTo>
                      <a:pt x="33" y="305"/>
                    </a:lnTo>
                    <a:lnTo>
                      <a:pt x="38" y="361"/>
                    </a:lnTo>
                    <a:lnTo>
                      <a:pt x="44" y="415"/>
                    </a:lnTo>
                    <a:lnTo>
                      <a:pt x="50" y="471"/>
                    </a:lnTo>
                    <a:lnTo>
                      <a:pt x="69" y="514"/>
                    </a:lnTo>
                    <a:lnTo>
                      <a:pt x="97" y="511"/>
                    </a:lnTo>
                    <a:lnTo>
                      <a:pt x="100" y="475"/>
                    </a:lnTo>
                    <a:lnTo>
                      <a:pt x="103" y="412"/>
                    </a:lnTo>
                    <a:lnTo>
                      <a:pt x="104" y="353"/>
                    </a:lnTo>
                    <a:lnTo>
                      <a:pt x="104" y="297"/>
                    </a:lnTo>
                    <a:lnTo>
                      <a:pt x="101" y="242"/>
                    </a:lnTo>
                    <a:lnTo>
                      <a:pt x="97" y="188"/>
                    </a:lnTo>
                    <a:lnTo>
                      <a:pt x="93" y="134"/>
                    </a:lnTo>
                    <a:lnTo>
                      <a:pt x="88" y="81"/>
                    </a:lnTo>
                    <a:lnTo>
                      <a:pt x="81" y="25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" name="Freeform 44"/>
              <p:cNvSpPr>
                <a:spLocks/>
              </p:cNvSpPr>
              <p:nvPr/>
            </p:nvSpPr>
            <p:spPr bwMode="auto">
              <a:xfrm>
                <a:off x="1622425" y="1639888"/>
                <a:ext cx="41275" cy="11113"/>
              </a:xfrm>
              <a:custGeom>
                <a:avLst/>
                <a:gdLst>
                  <a:gd name="T0" fmla="*/ 2147483647 w 134"/>
                  <a:gd name="T1" fmla="*/ 2147483647 h 34"/>
                  <a:gd name="T2" fmla="*/ 2147483647 w 134"/>
                  <a:gd name="T3" fmla="*/ 2147483647 h 34"/>
                  <a:gd name="T4" fmla="*/ 0 w 134"/>
                  <a:gd name="T5" fmla="*/ 2147483647 h 34"/>
                  <a:gd name="T6" fmla="*/ 2147483647 w 134"/>
                  <a:gd name="T7" fmla="*/ 0 h 34"/>
                  <a:gd name="T8" fmla="*/ 2147483647 w 134"/>
                  <a:gd name="T9" fmla="*/ 2147483647 h 34"/>
                  <a:gd name="T10" fmla="*/ 2147483647 w 134"/>
                  <a:gd name="T11" fmla="*/ 2147483647 h 34"/>
                  <a:gd name="T12" fmla="*/ 2147483647 w 134"/>
                  <a:gd name="T13" fmla="*/ 2147483647 h 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4"/>
                  <a:gd name="T22" fmla="*/ 0 h 34"/>
                  <a:gd name="T23" fmla="*/ 134 w 134"/>
                  <a:gd name="T24" fmla="*/ 34 h 3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4" h="34">
                    <a:moveTo>
                      <a:pt x="67" y="34"/>
                    </a:moveTo>
                    <a:lnTo>
                      <a:pt x="34" y="32"/>
                    </a:lnTo>
                    <a:lnTo>
                      <a:pt x="0" y="30"/>
                    </a:lnTo>
                    <a:lnTo>
                      <a:pt x="67" y="0"/>
                    </a:lnTo>
                    <a:lnTo>
                      <a:pt x="134" y="5"/>
                    </a:lnTo>
                    <a:lnTo>
                      <a:pt x="93" y="18"/>
                    </a:lnTo>
                    <a:lnTo>
                      <a:pt x="67" y="34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8" name="Freeform 45"/>
              <p:cNvSpPr>
                <a:spLocks/>
              </p:cNvSpPr>
              <p:nvPr/>
            </p:nvSpPr>
            <p:spPr bwMode="auto">
              <a:xfrm>
                <a:off x="1655763" y="1751013"/>
                <a:ext cx="25400" cy="60325"/>
              </a:xfrm>
              <a:custGeom>
                <a:avLst/>
                <a:gdLst>
                  <a:gd name="T0" fmla="*/ 2147483647 w 78"/>
                  <a:gd name="T1" fmla="*/ 0 h 190"/>
                  <a:gd name="T2" fmla="*/ 2147483647 w 78"/>
                  <a:gd name="T3" fmla="*/ 2147483647 h 190"/>
                  <a:gd name="T4" fmla="*/ 2147483647 w 78"/>
                  <a:gd name="T5" fmla="*/ 2147483647 h 190"/>
                  <a:gd name="T6" fmla="*/ 2147483647 w 78"/>
                  <a:gd name="T7" fmla="*/ 2147483647 h 190"/>
                  <a:gd name="T8" fmla="*/ 2147483647 w 78"/>
                  <a:gd name="T9" fmla="*/ 2147483647 h 190"/>
                  <a:gd name="T10" fmla="*/ 2147483647 w 78"/>
                  <a:gd name="T11" fmla="*/ 2147483647 h 190"/>
                  <a:gd name="T12" fmla="*/ 2147483647 w 78"/>
                  <a:gd name="T13" fmla="*/ 2147483647 h 190"/>
                  <a:gd name="T14" fmla="*/ 0 w 78"/>
                  <a:gd name="T15" fmla="*/ 2147483647 h 190"/>
                  <a:gd name="T16" fmla="*/ 2147483647 w 78"/>
                  <a:gd name="T17" fmla="*/ 2147483647 h 190"/>
                  <a:gd name="T18" fmla="*/ 2147483647 w 78"/>
                  <a:gd name="T19" fmla="*/ 2147483647 h 190"/>
                  <a:gd name="T20" fmla="*/ 2147483647 w 78"/>
                  <a:gd name="T21" fmla="*/ 2147483647 h 190"/>
                  <a:gd name="T22" fmla="*/ 2147483647 w 78"/>
                  <a:gd name="T23" fmla="*/ 2147483647 h 190"/>
                  <a:gd name="T24" fmla="*/ 2147483647 w 78"/>
                  <a:gd name="T25" fmla="*/ 2147483647 h 190"/>
                  <a:gd name="T26" fmla="*/ 2147483647 w 78"/>
                  <a:gd name="T27" fmla="*/ 2147483647 h 190"/>
                  <a:gd name="T28" fmla="*/ 2147483647 w 78"/>
                  <a:gd name="T29" fmla="*/ 0 h 19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8"/>
                  <a:gd name="T46" fmla="*/ 0 h 190"/>
                  <a:gd name="T47" fmla="*/ 78 w 78"/>
                  <a:gd name="T48" fmla="*/ 190 h 19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8" h="190">
                    <a:moveTo>
                      <a:pt x="78" y="0"/>
                    </a:moveTo>
                    <a:lnTo>
                      <a:pt x="76" y="124"/>
                    </a:lnTo>
                    <a:lnTo>
                      <a:pt x="74" y="162"/>
                    </a:lnTo>
                    <a:lnTo>
                      <a:pt x="62" y="190"/>
                    </a:lnTo>
                    <a:lnTo>
                      <a:pt x="45" y="189"/>
                    </a:lnTo>
                    <a:lnTo>
                      <a:pt x="20" y="155"/>
                    </a:lnTo>
                    <a:lnTo>
                      <a:pt x="13" y="115"/>
                    </a:lnTo>
                    <a:lnTo>
                      <a:pt x="0" y="1"/>
                    </a:lnTo>
                    <a:lnTo>
                      <a:pt x="17" y="119"/>
                    </a:lnTo>
                    <a:lnTo>
                      <a:pt x="32" y="162"/>
                    </a:lnTo>
                    <a:lnTo>
                      <a:pt x="44" y="172"/>
                    </a:lnTo>
                    <a:lnTo>
                      <a:pt x="62" y="163"/>
                    </a:lnTo>
                    <a:lnTo>
                      <a:pt x="66" y="107"/>
                    </a:lnTo>
                    <a:lnTo>
                      <a:pt x="73" y="27"/>
                    </a:lnTo>
                    <a:lnTo>
                      <a:pt x="78" y="0"/>
                    </a:lnTo>
                    <a:close/>
                  </a:path>
                </a:pathLst>
              </a:custGeom>
              <a:solidFill>
                <a:srgbClr val="DBC4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9" name="Freeform 46"/>
              <p:cNvSpPr>
                <a:spLocks/>
              </p:cNvSpPr>
              <p:nvPr/>
            </p:nvSpPr>
            <p:spPr bwMode="auto">
              <a:xfrm>
                <a:off x="1422400" y="1679576"/>
                <a:ext cx="93662" cy="271463"/>
              </a:xfrm>
              <a:custGeom>
                <a:avLst/>
                <a:gdLst>
                  <a:gd name="T0" fmla="*/ 2147483647 w 295"/>
                  <a:gd name="T1" fmla="*/ 0 h 853"/>
                  <a:gd name="T2" fmla="*/ 2147483647 w 295"/>
                  <a:gd name="T3" fmla="*/ 2147483647 h 853"/>
                  <a:gd name="T4" fmla="*/ 2147483647 w 295"/>
                  <a:gd name="T5" fmla="*/ 2147483647 h 853"/>
                  <a:gd name="T6" fmla="*/ 2147483647 w 295"/>
                  <a:gd name="T7" fmla="*/ 2147483647 h 853"/>
                  <a:gd name="T8" fmla="*/ 2147483647 w 295"/>
                  <a:gd name="T9" fmla="*/ 2147483647 h 853"/>
                  <a:gd name="T10" fmla="*/ 2147483647 w 295"/>
                  <a:gd name="T11" fmla="*/ 2147483647 h 853"/>
                  <a:gd name="T12" fmla="*/ 2147483647 w 295"/>
                  <a:gd name="T13" fmla="*/ 2147483647 h 853"/>
                  <a:gd name="T14" fmla="*/ 0 w 295"/>
                  <a:gd name="T15" fmla="*/ 2147483647 h 853"/>
                  <a:gd name="T16" fmla="*/ 2147483647 w 295"/>
                  <a:gd name="T17" fmla="*/ 2147483647 h 853"/>
                  <a:gd name="T18" fmla="*/ 2147483647 w 295"/>
                  <a:gd name="T19" fmla="*/ 2147483647 h 853"/>
                  <a:gd name="T20" fmla="*/ 2147483647 w 295"/>
                  <a:gd name="T21" fmla="*/ 2147483647 h 853"/>
                  <a:gd name="T22" fmla="*/ 2147483647 w 295"/>
                  <a:gd name="T23" fmla="*/ 2147483647 h 853"/>
                  <a:gd name="T24" fmla="*/ 2147483647 w 295"/>
                  <a:gd name="T25" fmla="*/ 2147483647 h 853"/>
                  <a:gd name="T26" fmla="*/ 2147483647 w 295"/>
                  <a:gd name="T27" fmla="*/ 2147483647 h 853"/>
                  <a:gd name="T28" fmla="*/ 2147483647 w 295"/>
                  <a:gd name="T29" fmla="*/ 2147483647 h 853"/>
                  <a:gd name="T30" fmla="*/ 2147483647 w 295"/>
                  <a:gd name="T31" fmla="*/ 2147483647 h 853"/>
                  <a:gd name="T32" fmla="*/ 2147483647 w 295"/>
                  <a:gd name="T33" fmla="*/ 2147483647 h 853"/>
                  <a:gd name="T34" fmla="*/ 2147483647 w 295"/>
                  <a:gd name="T35" fmla="*/ 0 h 85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95"/>
                  <a:gd name="T55" fmla="*/ 0 h 853"/>
                  <a:gd name="T56" fmla="*/ 295 w 295"/>
                  <a:gd name="T57" fmla="*/ 853 h 853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95" h="853">
                    <a:moveTo>
                      <a:pt x="228" y="0"/>
                    </a:moveTo>
                    <a:lnTo>
                      <a:pt x="151" y="8"/>
                    </a:lnTo>
                    <a:lnTo>
                      <a:pt x="46" y="31"/>
                    </a:lnTo>
                    <a:lnTo>
                      <a:pt x="40" y="111"/>
                    </a:lnTo>
                    <a:lnTo>
                      <a:pt x="22" y="189"/>
                    </a:lnTo>
                    <a:lnTo>
                      <a:pt x="8" y="260"/>
                    </a:lnTo>
                    <a:lnTo>
                      <a:pt x="1" y="325"/>
                    </a:lnTo>
                    <a:lnTo>
                      <a:pt x="0" y="386"/>
                    </a:lnTo>
                    <a:lnTo>
                      <a:pt x="7" y="446"/>
                    </a:lnTo>
                    <a:lnTo>
                      <a:pt x="24" y="508"/>
                    </a:lnTo>
                    <a:lnTo>
                      <a:pt x="50" y="573"/>
                    </a:lnTo>
                    <a:lnTo>
                      <a:pt x="88" y="644"/>
                    </a:lnTo>
                    <a:lnTo>
                      <a:pt x="86" y="835"/>
                    </a:lnTo>
                    <a:lnTo>
                      <a:pt x="177" y="853"/>
                    </a:lnTo>
                    <a:lnTo>
                      <a:pt x="284" y="799"/>
                    </a:lnTo>
                    <a:lnTo>
                      <a:pt x="295" y="517"/>
                    </a:lnTo>
                    <a:lnTo>
                      <a:pt x="262" y="83"/>
                    </a:lnTo>
                    <a:lnTo>
                      <a:pt x="228" y="0"/>
                    </a:lnTo>
                    <a:close/>
                  </a:path>
                </a:pathLst>
              </a:custGeom>
              <a:solidFill>
                <a:srgbClr val="51442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0" name="Freeform 47"/>
              <p:cNvSpPr>
                <a:spLocks/>
              </p:cNvSpPr>
              <p:nvPr/>
            </p:nvSpPr>
            <p:spPr bwMode="auto">
              <a:xfrm>
                <a:off x="1528763" y="1624013"/>
                <a:ext cx="128587" cy="249238"/>
              </a:xfrm>
              <a:custGeom>
                <a:avLst/>
                <a:gdLst>
                  <a:gd name="T0" fmla="*/ 2147483647 w 405"/>
                  <a:gd name="T1" fmla="*/ 0 h 784"/>
                  <a:gd name="T2" fmla="*/ 2147483647 w 405"/>
                  <a:gd name="T3" fmla="*/ 2147483647 h 784"/>
                  <a:gd name="T4" fmla="*/ 2147483647 w 405"/>
                  <a:gd name="T5" fmla="*/ 2147483647 h 784"/>
                  <a:gd name="T6" fmla="*/ 2147483647 w 405"/>
                  <a:gd name="T7" fmla="*/ 2147483647 h 784"/>
                  <a:gd name="T8" fmla="*/ 2147483647 w 405"/>
                  <a:gd name="T9" fmla="*/ 2147483647 h 784"/>
                  <a:gd name="T10" fmla="*/ 2147483647 w 405"/>
                  <a:gd name="T11" fmla="*/ 2147483647 h 784"/>
                  <a:gd name="T12" fmla="*/ 2147483647 w 405"/>
                  <a:gd name="T13" fmla="*/ 2147483647 h 784"/>
                  <a:gd name="T14" fmla="*/ 2147483647 w 405"/>
                  <a:gd name="T15" fmla="*/ 2147483647 h 784"/>
                  <a:gd name="T16" fmla="*/ 2147483647 w 405"/>
                  <a:gd name="T17" fmla="*/ 2147483647 h 784"/>
                  <a:gd name="T18" fmla="*/ 2147483647 w 405"/>
                  <a:gd name="T19" fmla="*/ 2147483647 h 784"/>
                  <a:gd name="T20" fmla="*/ 2147483647 w 405"/>
                  <a:gd name="T21" fmla="*/ 2147483647 h 784"/>
                  <a:gd name="T22" fmla="*/ 2147483647 w 405"/>
                  <a:gd name="T23" fmla="*/ 2147483647 h 784"/>
                  <a:gd name="T24" fmla="*/ 2147483647 w 405"/>
                  <a:gd name="T25" fmla="*/ 2147483647 h 784"/>
                  <a:gd name="T26" fmla="*/ 2147483647 w 405"/>
                  <a:gd name="T27" fmla="*/ 2147483647 h 784"/>
                  <a:gd name="T28" fmla="*/ 2147483647 w 405"/>
                  <a:gd name="T29" fmla="*/ 2147483647 h 784"/>
                  <a:gd name="T30" fmla="*/ 2147483647 w 405"/>
                  <a:gd name="T31" fmla="*/ 2147483647 h 784"/>
                  <a:gd name="T32" fmla="*/ 0 w 405"/>
                  <a:gd name="T33" fmla="*/ 2147483647 h 784"/>
                  <a:gd name="T34" fmla="*/ 2147483647 w 405"/>
                  <a:gd name="T35" fmla="*/ 2147483647 h 784"/>
                  <a:gd name="T36" fmla="*/ 2147483647 w 405"/>
                  <a:gd name="T37" fmla="*/ 2147483647 h 784"/>
                  <a:gd name="T38" fmla="*/ 2147483647 w 405"/>
                  <a:gd name="T39" fmla="*/ 2147483647 h 784"/>
                  <a:gd name="T40" fmla="*/ 2147483647 w 405"/>
                  <a:gd name="T41" fmla="*/ 2147483647 h 784"/>
                  <a:gd name="T42" fmla="*/ 2147483647 w 405"/>
                  <a:gd name="T43" fmla="*/ 2147483647 h 784"/>
                  <a:gd name="T44" fmla="*/ 2147483647 w 405"/>
                  <a:gd name="T45" fmla="*/ 2147483647 h 784"/>
                  <a:gd name="T46" fmla="*/ 2147483647 w 405"/>
                  <a:gd name="T47" fmla="*/ 2147483647 h 784"/>
                  <a:gd name="T48" fmla="*/ 2147483647 w 405"/>
                  <a:gd name="T49" fmla="*/ 2147483647 h 784"/>
                  <a:gd name="T50" fmla="*/ 2147483647 w 405"/>
                  <a:gd name="T51" fmla="*/ 2147483647 h 784"/>
                  <a:gd name="T52" fmla="*/ 2147483647 w 405"/>
                  <a:gd name="T53" fmla="*/ 2147483647 h 784"/>
                  <a:gd name="T54" fmla="*/ 2147483647 w 405"/>
                  <a:gd name="T55" fmla="*/ 2147483647 h 784"/>
                  <a:gd name="T56" fmla="*/ 2147483647 w 405"/>
                  <a:gd name="T57" fmla="*/ 2147483647 h 784"/>
                  <a:gd name="T58" fmla="*/ 2147483647 w 405"/>
                  <a:gd name="T59" fmla="*/ 2147483647 h 784"/>
                  <a:gd name="T60" fmla="*/ 2147483647 w 405"/>
                  <a:gd name="T61" fmla="*/ 2147483647 h 784"/>
                  <a:gd name="T62" fmla="*/ 2147483647 w 405"/>
                  <a:gd name="T63" fmla="*/ 2147483647 h 784"/>
                  <a:gd name="T64" fmla="*/ 2147483647 w 405"/>
                  <a:gd name="T65" fmla="*/ 2147483647 h 784"/>
                  <a:gd name="T66" fmla="*/ 2147483647 w 405"/>
                  <a:gd name="T67" fmla="*/ 2147483647 h 784"/>
                  <a:gd name="T68" fmla="*/ 2147483647 w 405"/>
                  <a:gd name="T69" fmla="*/ 2147483647 h 784"/>
                  <a:gd name="T70" fmla="*/ 2147483647 w 405"/>
                  <a:gd name="T71" fmla="*/ 2147483647 h 784"/>
                  <a:gd name="T72" fmla="*/ 2147483647 w 405"/>
                  <a:gd name="T73" fmla="*/ 2147483647 h 784"/>
                  <a:gd name="T74" fmla="*/ 2147483647 w 405"/>
                  <a:gd name="T75" fmla="*/ 2147483647 h 784"/>
                  <a:gd name="T76" fmla="*/ 2147483647 w 405"/>
                  <a:gd name="T77" fmla="*/ 2147483647 h 784"/>
                  <a:gd name="T78" fmla="*/ 2147483647 w 405"/>
                  <a:gd name="T79" fmla="*/ 2147483647 h 784"/>
                  <a:gd name="T80" fmla="*/ 2147483647 w 405"/>
                  <a:gd name="T81" fmla="*/ 2147483647 h 784"/>
                  <a:gd name="T82" fmla="*/ 2147483647 w 405"/>
                  <a:gd name="T83" fmla="*/ 2147483647 h 784"/>
                  <a:gd name="T84" fmla="*/ 2147483647 w 405"/>
                  <a:gd name="T85" fmla="*/ 2147483647 h 784"/>
                  <a:gd name="T86" fmla="*/ 2147483647 w 405"/>
                  <a:gd name="T87" fmla="*/ 2147483647 h 784"/>
                  <a:gd name="T88" fmla="*/ 2147483647 w 405"/>
                  <a:gd name="T89" fmla="*/ 2147483647 h 784"/>
                  <a:gd name="T90" fmla="*/ 2147483647 w 405"/>
                  <a:gd name="T91" fmla="*/ 2147483647 h 784"/>
                  <a:gd name="T92" fmla="*/ 2147483647 w 405"/>
                  <a:gd name="T93" fmla="*/ 2147483647 h 784"/>
                  <a:gd name="T94" fmla="*/ 2147483647 w 405"/>
                  <a:gd name="T95" fmla="*/ 2147483647 h 784"/>
                  <a:gd name="T96" fmla="*/ 2147483647 w 405"/>
                  <a:gd name="T97" fmla="*/ 0 h 784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05"/>
                  <a:gd name="T148" fmla="*/ 0 h 784"/>
                  <a:gd name="T149" fmla="*/ 405 w 405"/>
                  <a:gd name="T150" fmla="*/ 784 h 784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05" h="784">
                    <a:moveTo>
                      <a:pt x="360" y="0"/>
                    </a:moveTo>
                    <a:lnTo>
                      <a:pt x="338" y="6"/>
                    </a:lnTo>
                    <a:lnTo>
                      <a:pt x="316" y="12"/>
                    </a:lnTo>
                    <a:lnTo>
                      <a:pt x="292" y="19"/>
                    </a:lnTo>
                    <a:lnTo>
                      <a:pt x="269" y="24"/>
                    </a:lnTo>
                    <a:lnTo>
                      <a:pt x="247" y="30"/>
                    </a:lnTo>
                    <a:lnTo>
                      <a:pt x="224" y="36"/>
                    </a:lnTo>
                    <a:lnTo>
                      <a:pt x="200" y="41"/>
                    </a:lnTo>
                    <a:lnTo>
                      <a:pt x="177" y="47"/>
                    </a:lnTo>
                    <a:lnTo>
                      <a:pt x="154" y="52"/>
                    </a:lnTo>
                    <a:lnTo>
                      <a:pt x="131" y="57"/>
                    </a:lnTo>
                    <a:lnTo>
                      <a:pt x="108" y="62"/>
                    </a:lnTo>
                    <a:lnTo>
                      <a:pt x="86" y="67"/>
                    </a:lnTo>
                    <a:lnTo>
                      <a:pt x="64" y="73"/>
                    </a:lnTo>
                    <a:lnTo>
                      <a:pt x="42" y="78"/>
                    </a:lnTo>
                    <a:lnTo>
                      <a:pt x="21" y="82"/>
                    </a:lnTo>
                    <a:lnTo>
                      <a:pt x="0" y="87"/>
                    </a:lnTo>
                    <a:lnTo>
                      <a:pt x="11" y="175"/>
                    </a:lnTo>
                    <a:lnTo>
                      <a:pt x="20" y="262"/>
                    </a:lnTo>
                    <a:lnTo>
                      <a:pt x="29" y="348"/>
                    </a:lnTo>
                    <a:lnTo>
                      <a:pt x="36" y="435"/>
                    </a:lnTo>
                    <a:lnTo>
                      <a:pt x="42" y="520"/>
                    </a:lnTo>
                    <a:lnTo>
                      <a:pt x="45" y="607"/>
                    </a:lnTo>
                    <a:lnTo>
                      <a:pt x="47" y="694"/>
                    </a:lnTo>
                    <a:lnTo>
                      <a:pt x="47" y="784"/>
                    </a:lnTo>
                    <a:lnTo>
                      <a:pt x="74" y="775"/>
                    </a:lnTo>
                    <a:lnTo>
                      <a:pt x="99" y="766"/>
                    </a:lnTo>
                    <a:lnTo>
                      <a:pt x="123" y="758"/>
                    </a:lnTo>
                    <a:lnTo>
                      <a:pt x="147" y="748"/>
                    </a:lnTo>
                    <a:lnTo>
                      <a:pt x="169" y="739"/>
                    </a:lnTo>
                    <a:lnTo>
                      <a:pt x="191" y="729"/>
                    </a:lnTo>
                    <a:lnTo>
                      <a:pt x="212" y="718"/>
                    </a:lnTo>
                    <a:lnTo>
                      <a:pt x="233" y="708"/>
                    </a:lnTo>
                    <a:lnTo>
                      <a:pt x="254" y="696"/>
                    </a:lnTo>
                    <a:lnTo>
                      <a:pt x="274" y="684"/>
                    </a:lnTo>
                    <a:lnTo>
                      <a:pt x="295" y="672"/>
                    </a:lnTo>
                    <a:lnTo>
                      <a:pt x="316" y="660"/>
                    </a:lnTo>
                    <a:lnTo>
                      <a:pt x="337" y="648"/>
                    </a:lnTo>
                    <a:lnTo>
                      <a:pt x="359" y="634"/>
                    </a:lnTo>
                    <a:lnTo>
                      <a:pt x="382" y="621"/>
                    </a:lnTo>
                    <a:lnTo>
                      <a:pt x="405" y="607"/>
                    </a:lnTo>
                    <a:lnTo>
                      <a:pt x="402" y="530"/>
                    </a:lnTo>
                    <a:lnTo>
                      <a:pt x="399" y="454"/>
                    </a:lnTo>
                    <a:lnTo>
                      <a:pt x="395" y="378"/>
                    </a:lnTo>
                    <a:lnTo>
                      <a:pt x="391" y="303"/>
                    </a:lnTo>
                    <a:lnTo>
                      <a:pt x="386" y="228"/>
                    </a:lnTo>
                    <a:lnTo>
                      <a:pt x="379" y="153"/>
                    </a:lnTo>
                    <a:lnTo>
                      <a:pt x="370" y="77"/>
                    </a:lnTo>
                    <a:lnTo>
                      <a:pt x="360" y="0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1" name="Freeform 48"/>
              <p:cNvSpPr>
                <a:spLocks/>
              </p:cNvSpPr>
              <p:nvPr/>
            </p:nvSpPr>
            <p:spPr bwMode="auto">
              <a:xfrm>
                <a:off x="1506538" y="1590676"/>
                <a:ext cx="158750" cy="349250"/>
              </a:xfrm>
              <a:custGeom>
                <a:avLst/>
                <a:gdLst>
                  <a:gd name="T0" fmla="*/ 2147483647 w 497"/>
                  <a:gd name="T1" fmla="*/ 0 h 1099"/>
                  <a:gd name="T2" fmla="*/ 2147483647 w 497"/>
                  <a:gd name="T3" fmla="*/ 2147483647 h 1099"/>
                  <a:gd name="T4" fmla="*/ 2147483647 w 497"/>
                  <a:gd name="T5" fmla="*/ 2147483647 h 1099"/>
                  <a:gd name="T6" fmla="*/ 2147483647 w 497"/>
                  <a:gd name="T7" fmla="*/ 2147483647 h 1099"/>
                  <a:gd name="T8" fmla="*/ 2147483647 w 497"/>
                  <a:gd name="T9" fmla="*/ 2147483647 h 1099"/>
                  <a:gd name="T10" fmla="*/ 2147483647 w 497"/>
                  <a:gd name="T11" fmla="*/ 2147483647 h 1099"/>
                  <a:gd name="T12" fmla="*/ 2147483647 w 497"/>
                  <a:gd name="T13" fmla="*/ 2147483647 h 1099"/>
                  <a:gd name="T14" fmla="*/ 2147483647 w 497"/>
                  <a:gd name="T15" fmla="*/ 2147483647 h 1099"/>
                  <a:gd name="T16" fmla="*/ 2147483647 w 497"/>
                  <a:gd name="T17" fmla="*/ 2147483647 h 1099"/>
                  <a:gd name="T18" fmla="*/ 2147483647 w 497"/>
                  <a:gd name="T19" fmla="*/ 2147483647 h 1099"/>
                  <a:gd name="T20" fmla="*/ 2147483647 w 497"/>
                  <a:gd name="T21" fmla="*/ 2147483647 h 1099"/>
                  <a:gd name="T22" fmla="*/ 2147483647 w 497"/>
                  <a:gd name="T23" fmla="*/ 2147483647 h 1099"/>
                  <a:gd name="T24" fmla="*/ 2147483647 w 497"/>
                  <a:gd name="T25" fmla="*/ 2147483647 h 1099"/>
                  <a:gd name="T26" fmla="*/ 2147483647 w 497"/>
                  <a:gd name="T27" fmla="*/ 2147483647 h 1099"/>
                  <a:gd name="T28" fmla="*/ 2147483647 w 497"/>
                  <a:gd name="T29" fmla="*/ 2147483647 h 1099"/>
                  <a:gd name="T30" fmla="*/ 2147483647 w 497"/>
                  <a:gd name="T31" fmla="*/ 2147483647 h 1099"/>
                  <a:gd name="T32" fmla="*/ 0 w 497"/>
                  <a:gd name="T33" fmla="*/ 2147483647 h 1099"/>
                  <a:gd name="T34" fmla="*/ 2147483647 w 497"/>
                  <a:gd name="T35" fmla="*/ 2147483647 h 1099"/>
                  <a:gd name="T36" fmla="*/ 2147483647 w 497"/>
                  <a:gd name="T37" fmla="*/ 2147483647 h 1099"/>
                  <a:gd name="T38" fmla="*/ 2147483647 w 497"/>
                  <a:gd name="T39" fmla="*/ 2147483647 h 1099"/>
                  <a:gd name="T40" fmla="*/ 2147483647 w 497"/>
                  <a:gd name="T41" fmla="*/ 2147483647 h 1099"/>
                  <a:gd name="T42" fmla="*/ 2147483647 w 497"/>
                  <a:gd name="T43" fmla="*/ 2147483647 h 1099"/>
                  <a:gd name="T44" fmla="*/ 2147483647 w 497"/>
                  <a:gd name="T45" fmla="*/ 2147483647 h 1099"/>
                  <a:gd name="T46" fmla="*/ 2147483647 w 497"/>
                  <a:gd name="T47" fmla="*/ 2147483647 h 1099"/>
                  <a:gd name="T48" fmla="*/ 2147483647 w 497"/>
                  <a:gd name="T49" fmla="*/ 2147483647 h 1099"/>
                  <a:gd name="T50" fmla="*/ 2147483647 w 497"/>
                  <a:gd name="T51" fmla="*/ 2147483647 h 1099"/>
                  <a:gd name="T52" fmla="*/ 2147483647 w 497"/>
                  <a:gd name="T53" fmla="*/ 2147483647 h 1099"/>
                  <a:gd name="T54" fmla="*/ 2147483647 w 497"/>
                  <a:gd name="T55" fmla="*/ 2147483647 h 1099"/>
                  <a:gd name="T56" fmla="*/ 2147483647 w 497"/>
                  <a:gd name="T57" fmla="*/ 2147483647 h 1099"/>
                  <a:gd name="T58" fmla="*/ 2147483647 w 497"/>
                  <a:gd name="T59" fmla="*/ 2147483647 h 1099"/>
                  <a:gd name="T60" fmla="*/ 2147483647 w 497"/>
                  <a:gd name="T61" fmla="*/ 2147483647 h 1099"/>
                  <a:gd name="T62" fmla="*/ 2147483647 w 497"/>
                  <a:gd name="T63" fmla="*/ 2147483647 h 1099"/>
                  <a:gd name="T64" fmla="*/ 2147483647 w 497"/>
                  <a:gd name="T65" fmla="*/ 2147483647 h 1099"/>
                  <a:gd name="T66" fmla="*/ 2147483647 w 497"/>
                  <a:gd name="T67" fmla="*/ 2147483647 h 1099"/>
                  <a:gd name="T68" fmla="*/ 2147483647 w 497"/>
                  <a:gd name="T69" fmla="*/ 2147483647 h 1099"/>
                  <a:gd name="T70" fmla="*/ 2147483647 w 497"/>
                  <a:gd name="T71" fmla="*/ 2147483647 h 1099"/>
                  <a:gd name="T72" fmla="*/ 2147483647 w 497"/>
                  <a:gd name="T73" fmla="*/ 2147483647 h 1099"/>
                  <a:gd name="T74" fmla="*/ 2147483647 w 497"/>
                  <a:gd name="T75" fmla="*/ 2147483647 h 1099"/>
                  <a:gd name="T76" fmla="*/ 2147483647 w 497"/>
                  <a:gd name="T77" fmla="*/ 2147483647 h 1099"/>
                  <a:gd name="T78" fmla="*/ 2147483647 w 497"/>
                  <a:gd name="T79" fmla="*/ 2147483647 h 1099"/>
                  <a:gd name="T80" fmla="*/ 2147483647 w 497"/>
                  <a:gd name="T81" fmla="*/ 2147483647 h 1099"/>
                  <a:gd name="T82" fmla="*/ 2147483647 w 497"/>
                  <a:gd name="T83" fmla="*/ 2147483647 h 1099"/>
                  <a:gd name="T84" fmla="*/ 2147483647 w 497"/>
                  <a:gd name="T85" fmla="*/ 2147483647 h 1099"/>
                  <a:gd name="T86" fmla="*/ 2147483647 w 497"/>
                  <a:gd name="T87" fmla="*/ 2147483647 h 1099"/>
                  <a:gd name="T88" fmla="*/ 2147483647 w 497"/>
                  <a:gd name="T89" fmla="*/ 2147483647 h 1099"/>
                  <a:gd name="T90" fmla="*/ 2147483647 w 497"/>
                  <a:gd name="T91" fmla="*/ 2147483647 h 1099"/>
                  <a:gd name="T92" fmla="*/ 2147483647 w 497"/>
                  <a:gd name="T93" fmla="*/ 2147483647 h 1099"/>
                  <a:gd name="T94" fmla="*/ 2147483647 w 497"/>
                  <a:gd name="T95" fmla="*/ 2147483647 h 1099"/>
                  <a:gd name="T96" fmla="*/ 2147483647 w 497"/>
                  <a:gd name="T97" fmla="*/ 0 h 109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97"/>
                  <a:gd name="T148" fmla="*/ 0 h 1099"/>
                  <a:gd name="T149" fmla="*/ 497 w 497"/>
                  <a:gd name="T150" fmla="*/ 1099 h 109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97" h="1099">
                    <a:moveTo>
                      <a:pt x="433" y="0"/>
                    </a:moveTo>
                    <a:lnTo>
                      <a:pt x="406" y="6"/>
                    </a:lnTo>
                    <a:lnTo>
                      <a:pt x="378" y="11"/>
                    </a:lnTo>
                    <a:lnTo>
                      <a:pt x="351" y="17"/>
                    </a:lnTo>
                    <a:lnTo>
                      <a:pt x="324" y="23"/>
                    </a:lnTo>
                    <a:lnTo>
                      <a:pt x="297" y="30"/>
                    </a:lnTo>
                    <a:lnTo>
                      <a:pt x="270" y="37"/>
                    </a:lnTo>
                    <a:lnTo>
                      <a:pt x="244" y="43"/>
                    </a:lnTo>
                    <a:lnTo>
                      <a:pt x="217" y="49"/>
                    </a:lnTo>
                    <a:lnTo>
                      <a:pt x="190" y="55"/>
                    </a:lnTo>
                    <a:lnTo>
                      <a:pt x="164" y="61"/>
                    </a:lnTo>
                    <a:lnTo>
                      <a:pt x="137" y="66"/>
                    </a:lnTo>
                    <a:lnTo>
                      <a:pt x="110" y="71"/>
                    </a:lnTo>
                    <a:lnTo>
                      <a:pt x="83" y="76"/>
                    </a:lnTo>
                    <a:lnTo>
                      <a:pt x="56" y="81"/>
                    </a:lnTo>
                    <a:lnTo>
                      <a:pt x="28" y="85"/>
                    </a:lnTo>
                    <a:lnTo>
                      <a:pt x="0" y="88"/>
                    </a:lnTo>
                    <a:lnTo>
                      <a:pt x="15" y="214"/>
                    </a:lnTo>
                    <a:lnTo>
                      <a:pt x="28" y="341"/>
                    </a:lnTo>
                    <a:lnTo>
                      <a:pt x="40" y="467"/>
                    </a:lnTo>
                    <a:lnTo>
                      <a:pt x="49" y="592"/>
                    </a:lnTo>
                    <a:lnTo>
                      <a:pt x="55" y="718"/>
                    </a:lnTo>
                    <a:lnTo>
                      <a:pt x="58" y="845"/>
                    </a:lnTo>
                    <a:lnTo>
                      <a:pt x="56" y="972"/>
                    </a:lnTo>
                    <a:lnTo>
                      <a:pt x="49" y="1099"/>
                    </a:lnTo>
                    <a:lnTo>
                      <a:pt x="81" y="1089"/>
                    </a:lnTo>
                    <a:lnTo>
                      <a:pt x="111" y="1080"/>
                    </a:lnTo>
                    <a:lnTo>
                      <a:pt x="142" y="1069"/>
                    </a:lnTo>
                    <a:lnTo>
                      <a:pt x="171" y="1059"/>
                    </a:lnTo>
                    <a:lnTo>
                      <a:pt x="200" y="1047"/>
                    </a:lnTo>
                    <a:lnTo>
                      <a:pt x="230" y="1035"/>
                    </a:lnTo>
                    <a:lnTo>
                      <a:pt x="258" y="1020"/>
                    </a:lnTo>
                    <a:lnTo>
                      <a:pt x="286" y="1006"/>
                    </a:lnTo>
                    <a:lnTo>
                      <a:pt x="313" y="991"/>
                    </a:lnTo>
                    <a:lnTo>
                      <a:pt x="340" y="975"/>
                    </a:lnTo>
                    <a:lnTo>
                      <a:pt x="367" y="958"/>
                    </a:lnTo>
                    <a:lnTo>
                      <a:pt x="392" y="939"/>
                    </a:lnTo>
                    <a:lnTo>
                      <a:pt x="417" y="920"/>
                    </a:lnTo>
                    <a:lnTo>
                      <a:pt x="442" y="900"/>
                    </a:lnTo>
                    <a:lnTo>
                      <a:pt x="466" y="878"/>
                    </a:lnTo>
                    <a:lnTo>
                      <a:pt x="489" y="855"/>
                    </a:lnTo>
                    <a:lnTo>
                      <a:pt x="494" y="757"/>
                    </a:lnTo>
                    <a:lnTo>
                      <a:pt x="497" y="649"/>
                    </a:lnTo>
                    <a:lnTo>
                      <a:pt x="497" y="537"/>
                    </a:lnTo>
                    <a:lnTo>
                      <a:pt x="493" y="421"/>
                    </a:lnTo>
                    <a:lnTo>
                      <a:pt x="486" y="307"/>
                    </a:lnTo>
                    <a:lnTo>
                      <a:pt x="474" y="197"/>
                    </a:lnTo>
                    <a:lnTo>
                      <a:pt x="457" y="93"/>
                    </a:lnTo>
                    <a:lnTo>
                      <a:pt x="433" y="0"/>
                    </a:lnTo>
                    <a:close/>
                  </a:path>
                </a:pathLst>
              </a:custGeom>
              <a:solidFill>
                <a:srgbClr val="AA8E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2" name="Freeform 49"/>
              <p:cNvSpPr>
                <a:spLocks/>
              </p:cNvSpPr>
              <p:nvPr/>
            </p:nvSpPr>
            <p:spPr bwMode="auto">
              <a:xfrm>
                <a:off x="1511300" y="1592263"/>
                <a:ext cx="152400" cy="333375"/>
              </a:xfrm>
              <a:custGeom>
                <a:avLst/>
                <a:gdLst>
                  <a:gd name="T0" fmla="*/ 2147483647 w 480"/>
                  <a:gd name="T1" fmla="*/ 0 h 1053"/>
                  <a:gd name="T2" fmla="*/ 2147483647 w 480"/>
                  <a:gd name="T3" fmla="*/ 2147483647 h 1053"/>
                  <a:gd name="T4" fmla="*/ 2147483647 w 480"/>
                  <a:gd name="T5" fmla="*/ 2147483647 h 1053"/>
                  <a:gd name="T6" fmla="*/ 2147483647 w 480"/>
                  <a:gd name="T7" fmla="*/ 2147483647 h 1053"/>
                  <a:gd name="T8" fmla="*/ 2147483647 w 480"/>
                  <a:gd name="T9" fmla="*/ 2147483647 h 1053"/>
                  <a:gd name="T10" fmla="*/ 2147483647 w 480"/>
                  <a:gd name="T11" fmla="*/ 2147483647 h 1053"/>
                  <a:gd name="T12" fmla="*/ 2147483647 w 480"/>
                  <a:gd name="T13" fmla="*/ 2147483647 h 1053"/>
                  <a:gd name="T14" fmla="*/ 2147483647 w 480"/>
                  <a:gd name="T15" fmla="*/ 2147483647 h 1053"/>
                  <a:gd name="T16" fmla="*/ 2147483647 w 480"/>
                  <a:gd name="T17" fmla="*/ 2147483647 h 1053"/>
                  <a:gd name="T18" fmla="*/ 2147483647 w 480"/>
                  <a:gd name="T19" fmla="*/ 2147483647 h 1053"/>
                  <a:gd name="T20" fmla="*/ 2147483647 w 480"/>
                  <a:gd name="T21" fmla="*/ 2147483647 h 1053"/>
                  <a:gd name="T22" fmla="*/ 2147483647 w 480"/>
                  <a:gd name="T23" fmla="*/ 2147483647 h 1053"/>
                  <a:gd name="T24" fmla="*/ 2147483647 w 480"/>
                  <a:gd name="T25" fmla="*/ 2147483647 h 1053"/>
                  <a:gd name="T26" fmla="*/ 2147483647 w 480"/>
                  <a:gd name="T27" fmla="*/ 2147483647 h 1053"/>
                  <a:gd name="T28" fmla="*/ 2147483647 w 480"/>
                  <a:gd name="T29" fmla="*/ 2147483647 h 1053"/>
                  <a:gd name="T30" fmla="*/ 2147483647 w 480"/>
                  <a:gd name="T31" fmla="*/ 2147483647 h 1053"/>
                  <a:gd name="T32" fmla="*/ 0 w 480"/>
                  <a:gd name="T33" fmla="*/ 2147483647 h 1053"/>
                  <a:gd name="T34" fmla="*/ 2147483647 w 480"/>
                  <a:gd name="T35" fmla="*/ 2147483647 h 1053"/>
                  <a:gd name="T36" fmla="*/ 2147483647 w 480"/>
                  <a:gd name="T37" fmla="*/ 2147483647 h 1053"/>
                  <a:gd name="T38" fmla="*/ 2147483647 w 480"/>
                  <a:gd name="T39" fmla="*/ 2147483647 h 1053"/>
                  <a:gd name="T40" fmla="*/ 2147483647 w 480"/>
                  <a:gd name="T41" fmla="*/ 2147483647 h 1053"/>
                  <a:gd name="T42" fmla="*/ 2147483647 w 480"/>
                  <a:gd name="T43" fmla="*/ 2147483647 h 1053"/>
                  <a:gd name="T44" fmla="*/ 2147483647 w 480"/>
                  <a:gd name="T45" fmla="*/ 2147483647 h 1053"/>
                  <a:gd name="T46" fmla="*/ 2147483647 w 480"/>
                  <a:gd name="T47" fmla="*/ 2147483647 h 1053"/>
                  <a:gd name="T48" fmla="*/ 2147483647 w 480"/>
                  <a:gd name="T49" fmla="*/ 2147483647 h 1053"/>
                  <a:gd name="T50" fmla="*/ 2147483647 w 480"/>
                  <a:gd name="T51" fmla="*/ 2147483647 h 1053"/>
                  <a:gd name="T52" fmla="*/ 2147483647 w 480"/>
                  <a:gd name="T53" fmla="*/ 2147483647 h 1053"/>
                  <a:gd name="T54" fmla="*/ 2147483647 w 480"/>
                  <a:gd name="T55" fmla="*/ 2147483647 h 1053"/>
                  <a:gd name="T56" fmla="*/ 2147483647 w 480"/>
                  <a:gd name="T57" fmla="*/ 2147483647 h 1053"/>
                  <a:gd name="T58" fmla="*/ 2147483647 w 480"/>
                  <a:gd name="T59" fmla="*/ 2147483647 h 1053"/>
                  <a:gd name="T60" fmla="*/ 2147483647 w 480"/>
                  <a:gd name="T61" fmla="*/ 2147483647 h 1053"/>
                  <a:gd name="T62" fmla="*/ 2147483647 w 480"/>
                  <a:gd name="T63" fmla="*/ 2147483647 h 1053"/>
                  <a:gd name="T64" fmla="*/ 2147483647 w 480"/>
                  <a:gd name="T65" fmla="*/ 2147483647 h 1053"/>
                  <a:gd name="T66" fmla="*/ 2147483647 w 480"/>
                  <a:gd name="T67" fmla="*/ 2147483647 h 1053"/>
                  <a:gd name="T68" fmla="*/ 2147483647 w 480"/>
                  <a:gd name="T69" fmla="*/ 2147483647 h 1053"/>
                  <a:gd name="T70" fmla="*/ 2147483647 w 480"/>
                  <a:gd name="T71" fmla="*/ 2147483647 h 1053"/>
                  <a:gd name="T72" fmla="*/ 2147483647 w 480"/>
                  <a:gd name="T73" fmla="*/ 2147483647 h 1053"/>
                  <a:gd name="T74" fmla="*/ 2147483647 w 480"/>
                  <a:gd name="T75" fmla="*/ 2147483647 h 1053"/>
                  <a:gd name="T76" fmla="*/ 2147483647 w 480"/>
                  <a:gd name="T77" fmla="*/ 2147483647 h 1053"/>
                  <a:gd name="T78" fmla="*/ 2147483647 w 480"/>
                  <a:gd name="T79" fmla="*/ 2147483647 h 1053"/>
                  <a:gd name="T80" fmla="*/ 2147483647 w 480"/>
                  <a:gd name="T81" fmla="*/ 2147483647 h 1053"/>
                  <a:gd name="T82" fmla="*/ 2147483647 w 480"/>
                  <a:gd name="T83" fmla="*/ 2147483647 h 1053"/>
                  <a:gd name="T84" fmla="*/ 2147483647 w 480"/>
                  <a:gd name="T85" fmla="*/ 2147483647 h 1053"/>
                  <a:gd name="T86" fmla="*/ 2147483647 w 480"/>
                  <a:gd name="T87" fmla="*/ 2147483647 h 1053"/>
                  <a:gd name="T88" fmla="*/ 2147483647 w 480"/>
                  <a:gd name="T89" fmla="*/ 2147483647 h 1053"/>
                  <a:gd name="T90" fmla="*/ 2147483647 w 480"/>
                  <a:gd name="T91" fmla="*/ 2147483647 h 1053"/>
                  <a:gd name="T92" fmla="*/ 2147483647 w 480"/>
                  <a:gd name="T93" fmla="*/ 2147483647 h 1053"/>
                  <a:gd name="T94" fmla="*/ 2147483647 w 480"/>
                  <a:gd name="T95" fmla="*/ 2147483647 h 1053"/>
                  <a:gd name="T96" fmla="*/ 2147483647 w 480"/>
                  <a:gd name="T97" fmla="*/ 0 h 1053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80"/>
                  <a:gd name="T148" fmla="*/ 0 h 1053"/>
                  <a:gd name="T149" fmla="*/ 480 w 480"/>
                  <a:gd name="T150" fmla="*/ 1053 h 1053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80" h="1053">
                    <a:moveTo>
                      <a:pt x="418" y="0"/>
                    </a:moveTo>
                    <a:lnTo>
                      <a:pt x="392" y="5"/>
                    </a:lnTo>
                    <a:lnTo>
                      <a:pt x="366" y="11"/>
                    </a:lnTo>
                    <a:lnTo>
                      <a:pt x="339" y="16"/>
                    </a:lnTo>
                    <a:lnTo>
                      <a:pt x="313" y="22"/>
                    </a:lnTo>
                    <a:lnTo>
                      <a:pt x="288" y="28"/>
                    </a:lnTo>
                    <a:lnTo>
                      <a:pt x="261" y="34"/>
                    </a:lnTo>
                    <a:lnTo>
                      <a:pt x="236" y="40"/>
                    </a:lnTo>
                    <a:lnTo>
                      <a:pt x="210" y="46"/>
                    </a:lnTo>
                    <a:lnTo>
                      <a:pt x="184" y="51"/>
                    </a:lnTo>
                    <a:lnTo>
                      <a:pt x="158" y="57"/>
                    </a:lnTo>
                    <a:lnTo>
                      <a:pt x="133" y="62"/>
                    </a:lnTo>
                    <a:lnTo>
                      <a:pt x="106" y="67"/>
                    </a:lnTo>
                    <a:lnTo>
                      <a:pt x="80" y="71"/>
                    </a:lnTo>
                    <a:lnTo>
                      <a:pt x="54" y="76"/>
                    </a:lnTo>
                    <a:lnTo>
                      <a:pt x="27" y="80"/>
                    </a:lnTo>
                    <a:lnTo>
                      <a:pt x="0" y="83"/>
                    </a:lnTo>
                    <a:lnTo>
                      <a:pt x="15" y="204"/>
                    </a:lnTo>
                    <a:lnTo>
                      <a:pt x="28" y="326"/>
                    </a:lnTo>
                    <a:lnTo>
                      <a:pt x="40" y="446"/>
                    </a:lnTo>
                    <a:lnTo>
                      <a:pt x="49" y="566"/>
                    </a:lnTo>
                    <a:lnTo>
                      <a:pt x="55" y="688"/>
                    </a:lnTo>
                    <a:lnTo>
                      <a:pt x="58" y="808"/>
                    </a:lnTo>
                    <a:lnTo>
                      <a:pt x="56" y="930"/>
                    </a:lnTo>
                    <a:lnTo>
                      <a:pt x="50" y="1053"/>
                    </a:lnTo>
                    <a:lnTo>
                      <a:pt x="80" y="1044"/>
                    </a:lnTo>
                    <a:lnTo>
                      <a:pt x="109" y="1035"/>
                    </a:lnTo>
                    <a:lnTo>
                      <a:pt x="139" y="1026"/>
                    </a:lnTo>
                    <a:lnTo>
                      <a:pt x="168" y="1014"/>
                    </a:lnTo>
                    <a:lnTo>
                      <a:pt x="197" y="1003"/>
                    </a:lnTo>
                    <a:lnTo>
                      <a:pt x="224" y="992"/>
                    </a:lnTo>
                    <a:lnTo>
                      <a:pt x="251" y="979"/>
                    </a:lnTo>
                    <a:lnTo>
                      <a:pt x="279" y="965"/>
                    </a:lnTo>
                    <a:lnTo>
                      <a:pt x="305" y="950"/>
                    </a:lnTo>
                    <a:lnTo>
                      <a:pt x="330" y="935"/>
                    </a:lnTo>
                    <a:lnTo>
                      <a:pt x="356" y="919"/>
                    </a:lnTo>
                    <a:lnTo>
                      <a:pt x="381" y="901"/>
                    </a:lnTo>
                    <a:lnTo>
                      <a:pt x="405" y="883"/>
                    </a:lnTo>
                    <a:lnTo>
                      <a:pt x="429" y="863"/>
                    </a:lnTo>
                    <a:lnTo>
                      <a:pt x="452" y="842"/>
                    </a:lnTo>
                    <a:lnTo>
                      <a:pt x="474" y="820"/>
                    </a:lnTo>
                    <a:lnTo>
                      <a:pt x="478" y="724"/>
                    </a:lnTo>
                    <a:lnTo>
                      <a:pt x="480" y="621"/>
                    </a:lnTo>
                    <a:lnTo>
                      <a:pt x="480" y="512"/>
                    </a:lnTo>
                    <a:lnTo>
                      <a:pt x="476" y="402"/>
                    </a:lnTo>
                    <a:lnTo>
                      <a:pt x="469" y="293"/>
                    </a:lnTo>
                    <a:lnTo>
                      <a:pt x="458" y="188"/>
                    </a:lnTo>
                    <a:lnTo>
                      <a:pt x="441" y="89"/>
                    </a:lnTo>
                    <a:lnTo>
                      <a:pt x="418" y="0"/>
                    </a:lnTo>
                    <a:close/>
                  </a:path>
                </a:pathLst>
              </a:custGeom>
              <a:solidFill>
                <a:srgbClr val="AF937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3" name="Freeform 50"/>
              <p:cNvSpPr>
                <a:spLocks/>
              </p:cNvSpPr>
              <p:nvPr/>
            </p:nvSpPr>
            <p:spPr bwMode="auto">
              <a:xfrm>
                <a:off x="1517650" y="1592263"/>
                <a:ext cx="146050" cy="319088"/>
              </a:xfrm>
              <a:custGeom>
                <a:avLst/>
                <a:gdLst>
                  <a:gd name="T0" fmla="*/ 2147483647 w 463"/>
                  <a:gd name="T1" fmla="*/ 0 h 1008"/>
                  <a:gd name="T2" fmla="*/ 2147483647 w 463"/>
                  <a:gd name="T3" fmla="*/ 2147483647 h 1008"/>
                  <a:gd name="T4" fmla="*/ 2147483647 w 463"/>
                  <a:gd name="T5" fmla="*/ 2147483647 h 1008"/>
                  <a:gd name="T6" fmla="*/ 2147483647 w 463"/>
                  <a:gd name="T7" fmla="*/ 2147483647 h 1008"/>
                  <a:gd name="T8" fmla="*/ 2147483647 w 463"/>
                  <a:gd name="T9" fmla="*/ 2147483647 h 1008"/>
                  <a:gd name="T10" fmla="*/ 2147483647 w 463"/>
                  <a:gd name="T11" fmla="*/ 2147483647 h 1008"/>
                  <a:gd name="T12" fmla="*/ 2147483647 w 463"/>
                  <a:gd name="T13" fmla="*/ 2147483647 h 1008"/>
                  <a:gd name="T14" fmla="*/ 2147483647 w 463"/>
                  <a:gd name="T15" fmla="*/ 2147483647 h 1008"/>
                  <a:gd name="T16" fmla="*/ 2147483647 w 463"/>
                  <a:gd name="T17" fmla="*/ 2147483647 h 1008"/>
                  <a:gd name="T18" fmla="*/ 2147483647 w 463"/>
                  <a:gd name="T19" fmla="*/ 2147483647 h 1008"/>
                  <a:gd name="T20" fmla="*/ 2147483647 w 463"/>
                  <a:gd name="T21" fmla="*/ 2147483647 h 1008"/>
                  <a:gd name="T22" fmla="*/ 2147483647 w 463"/>
                  <a:gd name="T23" fmla="*/ 2147483647 h 1008"/>
                  <a:gd name="T24" fmla="*/ 2147483647 w 463"/>
                  <a:gd name="T25" fmla="*/ 2147483647 h 1008"/>
                  <a:gd name="T26" fmla="*/ 2147483647 w 463"/>
                  <a:gd name="T27" fmla="*/ 2147483647 h 1008"/>
                  <a:gd name="T28" fmla="*/ 2147483647 w 463"/>
                  <a:gd name="T29" fmla="*/ 2147483647 h 1008"/>
                  <a:gd name="T30" fmla="*/ 2147483647 w 463"/>
                  <a:gd name="T31" fmla="*/ 2147483647 h 1008"/>
                  <a:gd name="T32" fmla="*/ 0 w 463"/>
                  <a:gd name="T33" fmla="*/ 2147483647 h 1008"/>
                  <a:gd name="T34" fmla="*/ 2147483647 w 463"/>
                  <a:gd name="T35" fmla="*/ 2147483647 h 1008"/>
                  <a:gd name="T36" fmla="*/ 2147483647 w 463"/>
                  <a:gd name="T37" fmla="*/ 2147483647 h 1008"/>
                  <a:gd name="T38" fmla="*/ 2147483647 w 463"/>
                  <a:gd name="T39" fmla="*/ 2147483647 h 1008"/>
                  <a:gd name="T40" fmla="*/ 2147483647 w 463"/>
                  <a:gd name="T41" fmla="*/ 2147483647 h 1008"/>
                  <a:gd name="T42" fmla="*/ 2147483647 w 463"/>
                  <a:gd name="T43" fmla="*/ 2147483647 h 1008"/>
                  <a:gd name="T44" fmla="*/ 2147483647 w 463"/>
                  <a:gd name="T45" fmla="*/ 2147483647 h 1008"/>
                  <a:gd name="T46" fmla="*/ 2147483647 w 463"/>
                  <a:gd name="T47" fmla="*/ 2147483647 h 1008"/>
                  <a:gd name="T48" fmla="*/ 2147483647 w 463"/>
                  <a:gd name="T49" fmla="*/ 2147483647 h 1008"/>
                  <a:gd name="T50" fmla="*/ 2147483647 w 463"/>
                  <a:gd name="T51" fmla="*/ 2147483647 h 1008"/>
                  <a:gd name="T52" fmla="*/ 2147483647 w 463"/>
                  <a:gd name="T53" fmla="*/ 2147483647 h 1008"/>
                  <a:gd name="T54" fmla="*/ 2147483647 w 463"/>
                  <a:gd name="T55" fmla="*/ 2147483647 h 1008"/>
                  <a:gd name="T56" fmla="*/ 2147483647 w 463"/>
                  <a:gd name="T57" fmla="*/ 2147483647 h 1008"/>
                  <a:gd name="T58" fmla="*/ 2147483647 w 463"/>
                  <a:gd name="T59" fmla="*/ 2147483647 h 1008"/>
                  <a:gd name="T60" fmla="*/ 2147483647 w 463"/>
                  <a:gd name="T61" fmla="*/ 2147483647 h 1008"/>
                  <a:gd name="T62" fmla="*/ 2147483647 w 463"/>
                  <a:gd name="T63" fmla="*/ 2147483647 h 1008"/>
                  <a:gd name="T64" fmla="*/ 2147483647 w 463"/>
                  <a:gd name="T65" fmla="*/ 2147483647 h 1008"/>
                  <a:gd name="T66" fmla="*/ 2147483647 w 463"/>
                  <a:gd name="T67" fmla="*/ 2147483647 h 1008"/>
                  <a:gd name="T68" fmla="*/ 2147483647 w 463"/>
                  <a:gd name="T69" fmla="*/ 2147483647 h 1008"/>
                  <a:gd name="T70" fmla="*/ 2147483647 w 463"/>
                  <a:gd name="T71" fmla="*/ 2147483647 h 1008"/>
                  <a:gd name="T72" fmla="*/ 2147483647 w 463"/>
                  <a:gd name="T73" fmla="*/ 2147483647 h 1008"/>
                  <a:gd name="T74" fmla="*/ 2147483647 w 463"/>
                  <a:gd name="T75" fmla="*/ 2147483647 h 1008"/>
                  <a:gd name="T76" fmla="*/ 2147483647 w 463"/>
                  <a:gd name="T77" fmla="*/ 2147483647 h 1008"/>
                  <a:gd name="T78" fmla="*/ 2147483647 w 463"/>
                  <a:gd name="T79" fmla="*/ 2147483647 h 1008"/>
                  <a:gd name="T80" fmla="*/ 2147483647 w 463"/>
                  <a:gd name="T81" fmla="*/ 2147483647 h 1008"/>
                  <a:gd name="T82" fmla="*/ 2147483647 w 463"/>
                  <a:gd name="T83" fmla="*/ 2147483647 h 1008"/>
                  <a:gd name="T84" fmla="*/ 2147483647 w 463"/>
                  <a:gd name="T85" fmla="*/ 2147483647 h 1008"/>
                  <a:gd name="T86" fmla="*/ 2147483647 w 463"/>
                  <a:gd name="T87" fmla="*/ 2147483647 h 1008"/>
                  <a:gd name="T88" fmla="*/ 2147483647 w 463"/>
                  <a:gd name="T89" fmla="*/ 2147483647 h 1008"/>
                  <a:gd name="T90" fmla="*/ 2147483647 w 463"/>
                  <a:gd name="T91" fmla="*/ 2147483647 h 1008"/>
                  <a:gd name="T92" fmla="*/ 2147483647 w 463"/>
                  <a:gd name="T93" fmla="*/ 2147483647 h 1008"/>
                  <a:gd name="T94" fmla="*/ 2147483647 w 463"/>
                  <a:gd name="T95" fmla="*/ 2147483647 h 1008"/>
                  <a:gd name="T96" fmla="*/ 2147483647 w 463"/>
                  <a:gd name="T97" fmla="*/ 0 h 100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63"/>
                  <a:gd name="T148" fmla="*/ 0 h 1008"/>
                  <a:gd name="T149" fmla="*/ 463 w 463"/>
                  <a:gd name="T150" fmla="*/ 1008 h 1008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63" h="1008">
                    <a:moveTo>
                      <a:pt x="402" y="0"/>
                    </a:moveTo>
                    <a:lnTo>
                      <a:pt x="377" y="5"/>
                    </a:lnTo>
                    <a:lnTo>
                      <a:pt x="352" y="10"/>
                    </a:lnTo>
                    <a:lnTo>
                      <a:pt x="326" y="16"/>
                    </a:lnTo>
                    <a:lnTo>
                      <a:pt x="301" y="21"/>
                    </a:lnTo>
                    <a:lnTo>
                      <a:pt x="276" y="27"/>
                    </a:lnTo>
                    <a:lnTo>
                      <a:pt x="251" y="34"/>
                    </a:lnTo>
                    <a:lnTo>
                      <a:pt x="227" y="39"/>
                    </a:lnTo>
                    <a:lnTo>
                      <a:pt x="202" y="45"/>
                    </a:lnTo>
                    <a:lnTo>
                      <a:pt x="178" y="50"/>
                    </a:lnTo>
                    <a:lnTo>
                      <a:pt x="152" y="55"/>
                    </a:lnTo>
                    <a:lnTo>
                      <a:pt x="128" y="60"/>
                    </a:lnTo>
                    <a:lnTo>
                      <a:pt x="103" y="65"/>
                    </a:lnTo>
                    <a:lnTo>
                      <a:pt x="77" y="69"/>
                    </a:lnTo>
                    <a:lnTo>
                      <a:pt x="52" y="73"/>
                    </a:lnTo>
                    <a:lnTo>
                      <a:pt x="27" y="77"/>
                    </a:lnTo>
                    <a:lnTo>
                      <a:pt x="0" y="80"/>
                    </a:lnTo>
                    <a:lnTo>
                      <a:pt x="14" y="197"/>
                    </a:lnTo>
                    <a:lnTo>
                      <a:pt x="28" y="312"/>
                    </a:lnTo>
                    <a:lnTo>
                      <a:pt x="39" y="428"/>
                    </a:lnTo>
                    <a:lnTo>
                      <a:pt x="48" y="543"/>
                    </a:lnTo>
                    <a:lnTo>
                      <a:pt x="54" y="658"/>
                    </a:lnTo>
                    <a:lnTo>
                      <a:pt x="57" y="774"/>
                    </a:lnTo>
                    <a:lnTo>
                      <a:pt x="56" y="891"/>
                    </a:lnTo>
                    <a:lnTo>
                      <a:pt x="50" y="1008"/>
                    </a:lnTo>
                    <a:lnTo>
                      <a:pt x="78" y="1000"/>
                    </a:lnTo>
                    <a:lnTo>
                      <a:pt x="108" y="991"/>
                    </a:lnTo>
                    <a:lnTo>
                      <a:pt x="135" y="982"/>
                    </a:lnTo>
                    <a:lnTo>
                      <a:pt x="163" y="972"/>
                    </a:lnTo>
                    <a:lnTo>
                      <a:pt x="191" y="962"/>
                    </a:lnTo>
                    <a:lnTo>
                      <a:pt x="217" y="950"/>
                    </a:lnTo>
                    <a:lnTo>
                      <a:pt x="243" y="938"/>
                    </a:lnTo>
                    <a:lnTo>
                      <a:pt x="270" y="925"/>
                    </a:lnTo>
                    <a:lnTo>
                      <a:pt x="295" y="912"/>
                    </a:lnTo>
                    <a:lnTo>
                      <a:pt x="319" y="897"/>
                    </a:lnTo>
                    <a:lnTo>
                      <a:pt x="345" y="882"/>
                    </a:lnTo>
                    <a:lnTo>
                      <a:pt x="368" y="864"/>
                    </a:lnTo>
                    <a:lnTo>
                      <a:pt x="391" y="847"/>
                    </a:lnTo>
                    <a:lnTo>
                      <a:pt x="415" y="828"/>
                    </a:lnTo>
                    <a:lnTo>
                      <a:pt x="437" y="807"/>
                    </a:lnTo>
                    <a:lnTo>
                      <a:pt x="459" y="786"/>
                    </a:lnTo>
                    <a:lnTo>
                      <a:pt x="462" y="694"/>
                    </a:lnTo>
                    <a:lnTo>
                      <a:pt x="463" y="594"/>
                    </a:lnTo>
                    <a:lnTo>
                      <a:pt x="462" y="491"/>
                    </a:lnTo>
                    <a:lnTo>
                      <a:pt x="459" y="386"/>
                    </a:lnTo>
                    <a:lnTo>
                      <a:pt x="452" y="281"/>
                    </a:lnTo>
                    <a:lnTo>
                      <a:pt x="440" y="181"/>
                    </a:lnTo>
                    <a:lnTo>
                      <a:pt x="424" y="86"/>
                    </a:lnTo>
                    <a:lnTo>
                      <a:pt x="402" y="0"/>
                    </a:lnTo>
                    <a:close/>
                  </a:path>
                </a:pathLst>
              </a:custGeom>
              <a:solidFill>
                <a:srgbClr val="B79B7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4" name="Freeform 51"/>
              <p:cNvSpPr>
                <a:spLocks/>
              </p:cNvSpPr>
              <p:nvPr/>
            </p:nvSpPr>
            <p:spPr bwMode="auto">
              <a:xfrm>
                <a:off x="1522413" y="1592263"/>
                <a:ext cx="141287" cy="306388"/>
              </a:xfrm>
              <a:custGeom>
                <a:avLst/>
                <a:gdLst>
                  <a:gd name="T0" fmla="*/ 2147483647 w 446"/>
                  <a:gd name="T1" fmla="*/ 0 h 964"/>
                  <a:gd name="T2" fmla="*/ 2147483647 w 446"/>
                  <a:gd name="T3" fmla="*/ 2147483647 h 964"/>
                  <a:gd name="T4" fmla="*/ 2147483647 w 446"/>
                  <a:gd name="T5" fmla="*/ 2147483647 h 964"/>
                  <a:gd name="T6" fmla="*/ 2147483647 w 446"/>
                  <a:gd name="T7" fmla="*/ 2147483647 h 964"/>
                  <a:gd name="T8" fmla="*/ 2147483647 w 446"/>
                  <a:gd name="T9" fmla="*/ 2147483647 h 964"/>
                  <a:gd name="T10" fmla="*/ 2147483647 w 446"/>
                  <a:gd name="T11" fmla="*/ 2147483647 h 964"/>
                  <a:gd name="T12" fmla="*/ 2147483647 w 446"/>
                  <a:gd name="T13" fmla="*/ 2147483647 h 964"/>
                  <a:gd name="T14" fmla="*/ 2147483647 w 446"/>
                  <a:gd name="T15" fmla="*/ 2147483647 h 964"/>
                  <a:gd name="T16" fmla="*/ 2147483647 w 446"/>
                  <a:gd name="T17" fmla="*/ 2147483647 h 964"/>
                  <a:gd name="T18" fmla="*/ 2147483647 w 446"/>
                  <a:gd name="T19" fmla="*/ 2147483647 h 964"/>
                  <a:gd name="T20" fmla="*/ 2147483647 w 446"/>
                  <a:gd name="T21" fmla="*/ 2147483647 h 964"/>
                  <a:gd name="T22" fmla="*/ 2147483647 w 446"/>
                  <a:gd name="T23" fmla="*/ 2147483647 h 964"/>
                  <a:gd name="T24" fmla="*/ 2147483647 w 446"/>
                  <a:gd name="T25" fmla="*/ 2147483647 h 964"/>
                  <a:gd name="T26" fmla="*/ 2147483647 w 446"/>
                  <a:gd name="T27" fmla="*/ 2147483647 h 964"/>
                  <a:gd name="T28" fmla="*/ 2147483647 w 446"/>
                  <a:gd name="T29" fmla="*/ 2147483647 h 964"/>
                  <a:gd name="T30" fmla="*/ 2147483647 w 446"/>
                  <a:gd name="T31" fmla="*/ 2147483647 h 964"/>
                  <a:gd name="T32" fmla="*/ 0 w 446"/>
                  <a:gd name="T33" fmla="*/ 2147483647 h 964"/>
                  <a:gd name="T34" fmla="*/ 2147483647 w 446"/>
                  <a:gd name="T35" fmla="*/ 2147483647 h 964"/>
                  <a:gd name="T36" fmla="*/ 2147483647 w 446"/>
                  <a:gd name="T37" fmla="*/ 2147483647 h 964"/>
                  <a:gd name="T38" fmla="*/ 2147483647 w 446"/>
                  <a:gd name="T39" fmla="*/ 2147483647 h 964"/>
                  <a:gd name="T40" fmla="*/ 2147483647 w 446"/>
                  <a:gd name="T41" fmla="*/ 2147483647 h 964"/>
                  <a:gd name="T42" fmla="*/ 2147483647 w 446"/>
                  <a:gd name="T43" fmla="*/ 2147483647 h 964"/>
                  <a:gd name="T44" fmla="*/ 2147483647 w 446"/>
                  <a:gd name="T45" fmla="*/ 2147483647 h 964"/>
                  <a:gd name="T46" fmla="*/ 2147483647 w 446"/>
                  <a:gd name="T47" fmla="*/ 2147483647 h 964"/>
                  <a:gd name="T48" fmla="*/ 2147483647 w 446"/>
                  <a:gd name="T49" fmla="*/ 2147483647 h 964"/>
                  <a:gd name="T50" fmla="*/ 2147483647 w 446"/>
                  <a:gd name="T51" fmla="*/ 2147483647 h 964"/>
                  <a:gd name="T52" fmla="*/ 2147483647 w 446"/>
                  <a:gd name="T53" fmla="*/ 2147483647 h 964"/>
                  <a:gd name="T54" fmla="*/ 2147483647 w 446"/>
                  <a:gd name="T55" fmla="*/ 2147483647 h 964"/>
                  <a:gd name="T56" fmla="*/ 2147483647 w 446"/>
                  <a:gd name="T57" fmla="*/ 2147483647 h 964"/>
                  <a:gd name="T58" fmla="*/ 2147483647 w 446"/>
                  <a:gd name="T59" fmla="*/ 2147483647 h 964"/>
                  <a:gd name="T60" fmla="*/ 2147483647 w 446"/>
                  <a:gd name="T61" fmla="*/ 2147483647 h 964"/>
                  <a:gd name="T62" fmla="*/ 2147483647 w 446"/>
                  <a:gd name="T63" fmla="*/ 2147483647 h 964"/>
                  <a:gd name="T64" fmla="*/ 2147483647 w 446"/>
                  <a:gd name="T65" fmla="*/ 2147483647 h 964"/>
                  <a:gd name="T66" fmla="*/ 2147483647 w 446"/>
                  <a:gd name="T67" fmla="*/ 2147483647 h 964"/>
                  <a:gd name="T68" fmla="*/ 2147483647 w 446"/>
                  <a:gd name="T69" fmla="*/ 2147483647 h 964"/>
                  <a:gd name="T70" fmla="*/ 2147483647 w 446"/>
                  <a:gd name="T71" fmla="*/ 2147483647 h 964"/>
                  <a:gd name="T72" fmla="*/ 2147483647 w 446"/>
                  <a:gd name="T73" fmla="*/ 2147483647 h 964"/>
                  <a:gd name="T74" fmla="*/ 2147483647 w 446"/>
                  <a:gd name="T75" fmla="*/ 2147483647 h 964"/>
                  <a:gd name="T76" fmla="*/ 2147483647 w 446"/>
                  <a:gd name="T77" fmla="*/ 2147483647 h 964"/>
                  <a:gd name="T78" fmla="*/ 2147483647 w 446"/>
                  <a:gd name="T79" fmla="*/ 2147483647 h 964"/>
                  <a:gd name="T80" fmla="*/ 2147483647 w 446"/>
                  <a:gd name="T81" fmla="*/ 2147483647 h 964"/>
                  <a:gd name="T82" fmla="*/ 2147483647 w 446"/>
                  <a:gd name="T83" fmla="*/ 2147483647 h 964"/>
                  <a:gd name="T84" fmla="*/ 2147483647 w 446"/>
                  <a:gd name="T85" fmla="*/ 2147483647 h 964"/>
                  <a:gd name="T86" fmla="*/ 2147483647 w 446"/>
                  <a:gd name="T87" fmla="*/ 2147483647 h 964"/>
                  <a:gd name="T88" fmla="*/ 2147483647 w 446"/>
                  <a:gd name="T89" fmla="*/ 2147483647 h 964"/>
                  <a:gd name="T90" fmla="*/ 2147483647 w 446"/>
                  <a:gd name="T91" fmla="*/ 2147483647 h 964"/>
                  <a:gd name="T92" fmla="*/ 2147483647 w 446"/>
                  <a:gd name="T93" fmla="*/ 2147483647 h 964"/>
                  <a:gd name="T94" fmla="*/ 2147483647 w 446"/>
                  <a:gd name="T95" fmla="*/ 2147483647 h 964"/>
                  <a:gd name="T96" fmla="*/ 2147483647 w 446"/>
                  <a:gd name="T97" fmla="*/ 0 h 964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46"/>
                  <a:gd name="T148" fmla="*/ 0 h 964"/>
                  <a:gd name="T149" fmla="*/ 446 w 446"/>
                  <a:gd name="T150" fmla="*/ 964 h 964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46" h="964">
                    <a:moveTo>
                      <a:pt x="386" y="0"/>
                    </a:moveTo>
                    <a:lnTo>
                      <a:pt x="362" y="5"/>
                    </a:lnTo>
                    <a:lnTo>
                      <a:pt x="337" y="10"/>
                    </a:lnTo>
                    <a:lnTo>
                      <a:pt x="313" y="15"/>
                    </a:lnTo>
                    <a:lnTo>
                      <a:pt x="289" y="21"/>
                    </a:lnTo>
                    <a:lnTo>
                      <a:pt x="265" y="26"/>
                    </a:lnTo>
                    <a:lnTo>
                      <a:pt x="242" y="32"/>
                    </a:lnTo>
                    <a:lnTo>
                      <a:pt x="217" y="37"/>
                    </a:lnTo>
                    <a:lnTo>
                      <a:pt x="194" y="43"/>
                    </a:lnTo>
                    <a:lnTo>
                      <a:pt x="170" y="48"/>
                    </a:lnTo>
                    <a:lnTo>
                      <a:pt x="146" y="53"/>
                    </a:lnTo>
                    <a:lnTo>
                      <a:pt x="122" y="57"/>
                    </a:lnTo>
                    <a:lnTo>
                      <a:pt x="99" y="62"/>
                    </a:lnTo>
                    <a:lnTo>
                      <a:pt x="74" y="66"/>
                    </a:lnTo>
                    <a:lnTo>
                      <a:pt x="50" y="70"/>
                    </a:lnTo>
                    <a:lnTo>
                      <a:pt x="26" y="73"/>
                    </a:lnTo>
                    <a:lnTo>
                      <a:pt x="0" y="76"/>
                    </a:lnTo>
                    <a:lnTo>
                      <a:pt x="15" y="188"/>
                    </a:lnTo>
                    <a:lnTo>
                      <a:pt x="27" y="298"/>
                    </a:lnTo>
                    <a:lnTo>
                      <a:pt x="38" y="409"/>
                    </a:lnTo>
                    <a:lnTo>
                      <a:pt x="47" y="518"/>
                    </a:lnTo>
                    <a:lnTo>
                      <a:pt x="53" y="629"/>
                    </a:lnTo>
                    <a:lnTo>
                      <a:pt x="56" y="740"/>
                    </a:lnTo>
                    <a:lnTo>
                      <a:pt x="55" y="851"/>
                    </a:lnTo>
                    <a:lnTo>
                      <a:pt x="50" y="964"/>
                    </a:lnTo>
                    <a:lnTo>
                      <a:pt x="77" y="956"/>
                    </a:lnTo>
                    <a:lnTo>
                      <a:pt x="105" y="947"/>
                    </a:lnTo>
                    <a:lnTo>
                      <a:pt x="132" y="938"/>
                    </a:lnTo>
                    <a:lnTo>
                      <a:pt x="158" y="929"/>
                    </a:lnTo>
                    <a:lnTo>
                      <a:pt x="185" y="919"/>
                    </a:lnTo>
                    <a:lnTo>
                      <a:pt x="211" y="908"/>
                    </a:lnTo>
                    <a:lnTo>
                      <a:pt x="236" y="897"/>
                    </a:lnTo>
                    <a:lnTo>
                      <a:pt x="261" y="885"/>
                    </a:lnTo>
                    <a:lnTo>
                      <a:pt x="285" y="871"/>
                    </a:lnTo>
                    <a:lnTo>
                      <a:pt x="309" y="858"/>
                    </a:lnTo>
                    <a:lnTo>
                      <a:pt x="333" y="843"/>
                    </a:lnTo>
                    <a:lnTo>
                      <a:pt x="356" y="828"/>
                    </a:lnTo>
                    <a:lnTo>
                      <a:pt x="378" y="811"/>
                    </a:lnTo>
                    <a:lnTo>
                      <a:pt x="401" y="792"/>
                    </a:lnTo>
                    <a:lnTo>
                      <a:pt x="422" y="773"/>
                    </a:lnTo>
                    <a:lnTo>
                      <a:pt x="443" y="753"/>
                    </a:lnTo>
                    <a:lnTo>
                      <a:pt x="445" y="663"/>
                    </a:lnTo>
                    <a:lnTo>
                      <a:pt x="446" y="567"/>
                    </a:lnTo>
                    <a:lnTo>
                      <a:pt x="444" y="468"/>
                    </a:lnTo>
                    <a:lnTo>
                      <a:pt x="441" y="367"/>
                    </a:lnTo>
                    <a:lnTo>
                      <a:pt x="434" y="268"/>
                    </a:lnTo>
                    <a:lnTo>
                      <a:pt x="423" y="173"/>
                    </a:lnTo>
                    <a:lnTo>
                      <a:pt x="407" y="82"/>
                    </a:lnTo>
                    <a:lnTo>
                      <a:pt x="386" y="0"/>
                    </a:lnTo>
                    <a:close/>
                  </a:path>
                </a:pathLst>
              </a:custGeom>
              <a:solidFill>
                <a:srgbClr val="BCA08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5" name="Freeform 52"/>
              <p:cNvSpPr>
                <a:spLocks/>
              </p:cNvSpPr>
              <p:nvPr/>
            </p:nvSpPr>
            <p:spPr bwMode="auto">
              <a:xfrm>
                <a:off x="1527175" y="1592263"/>
                <a:ext cx="136525" cy="292100"/>
              </a:xfrm>
              <a:custGeom>
                <a:avLst/>
                <a:gdLst>
                  <a:gd name="T0" fmla="*/ 2147483647 w 427"/>
                  <a:gd name="T1" fmla="*/ 0 h 918"/>
                  <a:gd name="T2" fmla="*/ 2147483647 w 427"/>
                  <a:gd name="T3" fmla="*/ 2147483647 h 918"/>
                  <a:gd name="T4" fmla="*/ 2147483647 w 427"/>
                  <a:gd name="T5" fmla="*/ 2147483647 h 918"/>
                  <a:gd name="T6" fmla="*/ 2147483647 w 427"/>
                  <a:gd name="T7" fmla="*/ 2147483647 h 918"/>
                  <a:gd name="T8" fmla="*/ 2147483647 w 427"/>
                  <a:gd name="T9" fmla="*/ 2147483647 h 918"/>
                  <a:gd name="T10" fmla="*/ 2147483647 w 427"/>
                  <a:gd name="T11" fmla="*/ 2147483647 h 918"/>
                  <a:gd name="T12" fmla="*/ 2147483647 w 427"/>
                  <a:gd name="T13" fmla="*/ 2147483647 h 918"/>
                  <a:gd name="T14" fmla="*/ 2147483647 w 427"/>
                  <a:gd name="T15" fmla="*/ 2147483647 h 918"/>
                  <a:gd name="T16" fmla="*/ 2147483647 w 427"/>
                  <a:gd name="T17" fmla="*/ 2147483647 h 918"/>
                  <a:gd name="T18" fmla="*/ 2147483647 w 427"/>
                  <a:gd name="T19" fmla="*/ 2147483647 h 918"/>
                  <a:gd name="T20" fmla="*/ 2147483647 w 427"/>
                  <a:gd name="T21" fmla="*/ 2147483647 h 918"/>
                  <a:gd name="T22" fmla="*/ 2147483647 w 427"/>
                  <a:gd name="T23" fmla="*/ 2147483647 h 918"/>
                  <a:gd name="T24" fmla="*/ 2147483647 w 427"/>
                  <a:gd name="T25" fmla="*/ 2147483647 h 918"/>
                  <a:gd name="T26" fmla="*/ 2147483647 w 427"/>
                  <a:gd name="T27" fmla="*/ 2147483647 h 918"/>
                  <a:gd name="T28" fmla="*/ 2147483647 w 427"/>
                  <a:gd name="T29" fmla="*/ 2147483647 h 918"/>
                  <a:gd name="T30" fmla="*/ 2147483647 w 427"/>
                  <a:gd name="T31" fmla="*/ 2147483647 h 918"/>
                  <a:gd name="T32" fmla="*/ 0 w 427"/>
                  <a:gd name="T33" fmla="*/ 2147483647 h 918"/>
                  <a:gd name="T34" fmla="*/ 2147483647 w 427"/>
                  <a:gd name="T35" fmla="*/ 2147483647 h 918"/>
                  <a:gd name="T36" fmla="*/ 2147483647 w 427"/>
                  <a:gd name="T37" fmla="*/ 2147483647 h 918"/>
                  <a:gd name="T38" fmla="*/ 2147483647 w 427"/>
                  <a:gd name="T39" fmla="*/ 2147483647 h 918"/>
                  <a:gd name="T40" fmla="*/ 2147483647 w 427"/>
                  <a:gd name="T41" fmla="*/ 2147483647 h 918"/>
                  <a:gd name="T42" fmla="*/ 2147483647 w 427"/>
                  <a:gd name="T43" fmla="*/ 2147483647 h 918"/>
                  <a:gd name="T44" fmla="*/ 2147483647 w 427"/>
                  <a:gd name="T45" fmla="*/ 2147483647 h 918"/>
                  <a:gd name="T46" fmla="*/ 2147483647 w 427"/>
                  <a:gd name="T47" fmla="*/ 2147483647 h 918"/>
                  <a:gd name="T48" fmla="*/ 2147483647 w 427"/>
                  <a:gd name="T49" fmla="*/ 2147483647 h 918"/>
                  <a:gd name="T50" fmla="*/ 2147483647 w 427"/>
                  <a:gd name="T51" fmla="*/ 2147483647 h 918"/>
                  <a:gd name="T52" fmla="*/ 2147483647 w 427"/>
                  <a:gd name="T53" fmla="*/ 2147483647 h 918"/>
                  <a:gd name="T54" fmla="*/ 2147483647 w 427"/>
                  <a:gd name="T55" fmla="*/ 2147483647 h 918"/>
                  <a:gd name="T56" fmla="*/ 2147483647 w 427"/>
                  <a:gd name="T57" fmla="*/ 2147483647 h 918"/>
                  <a:gd name="T58" fmla="*/ 2147483647 w 427"/>
                  <a:gd name="T59" fmla="*/ 2147483647 h 918"/>
                  <a:gd name="T60" fmla="*/ 2147483647 w 427"/>
                  <a:gd name="T61" fmla="*/ 2147483647 h 918"/>
                  <a:gd name="T62" fmla="*/ 2147483647 w 427"/>
                  <a:gd name="T63" fmla="*/ 2147483647 h 918"/>
                  <a:gd name="T64" fmla="*/ 2147483647 w 427"/>
                  <a:gd name="T65" fmla="*/ 2147483647 h 918"/>
                  <a:gd name="T66" fmla="*/ 2147483647 w 427"/>
                  <a:gd name="T67" fmla="*/ 2147483647 h 918"/>
                  <a:gd name="T68" fmla="*/ 2147483647 w 427"/>
                  <a:gd name="T69" fmla="*/ 2147483647 h 918"/>
                  <a:gd name="T70" fmla="*/ 2147483647 w 427"/>
                  <a:gd name="T71" fmla="*/ 2147483647 h 918"/>
                  <a:gd name="T72" fmla="*/ 2147483647 w 427"/>
                  <a:gd name="T73" fmla="*/ 2147483647 h 918"/>
                  <a:gd name="T74" fmla="*/ 2147483647 w 427"/>
                  <a:gd name="T75" fmla="*/ 2147483647 h 918"/>
                  <a:gd name="T76" fmla="*/ 2147483647 w 427"/>
                  <a:gd name="T77" fmla="*/ 2147483647 h 918"/>
                  <a:gd name="T78" fmla="*/ 2147483647 w 427"/>
                  <a:gd name="T79" fmla="*/ 2147483647 h 918"/>
                  <a:gd name="T80" fmla="*/ 2147483647 w 427"/>
                  <a:gd name="T81" fmla="*/ 2147483647 h 918"/>
                  <a:gd name="T82" fmla="*/ 2147483647 w 427"/>
                  <a:gd name="T83" fmla="*/ 2147483647 h 918"/>
                  <a:gd name="T84" fmla="*/ 2147483647 w 427"/>
                  <a:gd name="T85" fmla="*/ 2147483647 h 918"/>
                  <a:gd name="T86" fmla="*/ 2147483647 w 427"/>
                  <a:gd name="T87" fmla="*/ 2147483647 h 918"/>
                  <a:gd name="T88" fmla="*/ 2147483647 w 427"/>
                  <a:gd name="T89" fmla="*/ 2147483647 h 918"/>
                  <a:gd name="T90" fmla="*/ 2147483647 w 427"/>
                  <a:gd name="T91" fmla="*/ 2147483647 h 918"/>
                  <a:gd name="T92" fmla="*/ 2147483647 w 427"/>
                  <a:gd name="T93" fmla="*/ 2147483647 h 918"/>
                  <a:gd name="T94" fmla="*/ 2147483647 w 427"/>
                  <a:gd name="T95" fmla="*/ 2147483647 h 918"/>
                  <a:gd name="T96" fmla="*/ 2147483647 w 427"/>
                  <a:gd name="T97" fmla="*/ 0 h 91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27"/>
                  <a:gd name="T148" fmla="*/ 0 h 918"/>
                  <a:gd name="T149" fmla="*/ 427 w 427"/>
                  <a:gd name="T150" fmla="*/ 918 h 918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27" h="918">
                    <a:moveTo>
                      <a:pt x="368" y="0"/>
                    </a:moveTo>
                    <a:lnTo>
                      <a:pt x="345" y="5"/>
                    </a:lnTo>
                    <a:lnTo>
                      <a:pt x="322" y="9"/>
                    </a:lnTo>
                    <a:lnTo>
                      <a:pt x="298" y="14"/>
                    </a:lnTo>
                    <a:lnTo>
                      <a:pt x="276" y="19"/>
                    </a:lnTo>
                    <a:lnTo>
                      <a:pt x="253" y="24"/>
                    </a:lnTo>
                    <a:lnTo>
                      <a:pt x="231" y="30"/>
                    </a:lnTo>
                    <a:lnTo>
                      <a:pt x="207" y="35"/>
                    </a:lnTo>
                    <a:lnTo>
                      <a:pt x="185" y="40"/>
                    </a:lnTo>
                    <a:lnTo>
                      <a:pt x="162" y="45"/>
                    </a:lnTo>
                    <a:lnTo>
                      <a:pt x="139" y="50"/>
                    </a:lnTo>
                    <a:lnTo>
                      <a:pt x="116" y="54"/>
                    </a:lnTo>
                    <a:lnTo>
                      <a:pt x="94" y="58"/>
                    </a:lnTo>
                    <a:lnTo>
                      <a:pt x="71" y="62"/>
                    </a:lnTo>
                    <a:lnTo>
                      <a:pt x="47" y="66"/>
                    </a:lnTo>
                    <a:lnTo>
                      <a:pt x="23" y="69"/>
                    </a:lnTo>
                    <a:lnTo>
                      <a:pt x="0" y="72"/>
                    </a:lnTo>
                    <a:lnTo>
                      <a:pt x="13" y="179"/>
                    </a:lnTo>
                    <a:lnTo>
                      <a:pt x="26" y="285"/>
                    </a:lnTo>
                    <a:lnTo>
                      <a:pt x="36" y="390"/>
                    </a:lnTo>
                    <a:lnTo>
                      <a:pt x="45" y="495"/>
                    </a:lnTo>
                    <a:lnTo>
                      <a:pt x="51" y="600"/>
                    </a:lnTo>
                    <a:lnTo>
                      <a:pt x="54" y="705"/>
                    </a:lnTo>
                    <a:lnTo>
                      <a:pt x="53" y="811"/>
                    </a:lnTo>
                    <a:lnTo>
                      <a:pt x="48" y="918"/>
                    </a:lnTo>
                    <a:lnTo>
                      <a:pt x="75" y="911"/>
                    </a:lnTo>
                    <a:lnTo>
                      <a:pt x="101" y="903"/>
                    </a:lnTo>
                    <a:lnTo>
                      <a:pt x="127" y="895"/>
                    </a:lnTo>
                    <a:lnTo>
                      <a:pt x="153" y="886"/>
                    </a:lnTo>
                    <a:lnTo>
                      <a:pt x="178" y="876"/>
                    </a:lnTo>
                    <a:lnTo>
                      <a:pt x="203" y="866"/>
                    </a:lnTo>
                    <a:lnTo>
                      <a:pt x="228" y="855"/>
                    </a:lnTo>
                    <a:lnTo>
                      <a:pt x="251" y="844"/>
                    </a:lnTo>
                    <a:lnTo>
                      <a:pt x="275" y="832"/>
                    </a:lnTo>
                    <a:lnTo>
                      <a:pt x="297" y="819"/>
                    </a:lnTo>
                    <a:lnTo>
                      <a:pt x="321" y="804"/>
                    </a:lnTo>
                    <a:lnTo>
                      <a:pt x="343" y="789"/>
                    </a:lnTo>
                    <a:lnTo>
                      <a:pt x="364" y="773"/>
                    </a:lnTo>
                    <a:lnTo>
                      <a:pt x="386" y="756"/>
                    </a:lnTo>
                    <a:lnTo>
                      <a:pt x="406" y="738"/>
                    </a:lnTo>
                    <a:lnTo>
                      <a:pt x="426" y="718"/>
                    </a:lnTo>
                    <a:lnTo>
                      <a:pt x="427" y="632"/>
                    </a:lnTo>
                    <a:lnTo>
                      <a:pt x="427" y="541"/>
                    </a:lnTo>
                    <a:lnTo>
                      <a:pt x="426" y="445"/>
                    </a:lnTo>
                    <a:lnTo>
                      <a:pt x="422" y="350"/>
                    </a:lnTo>
                    <a:lnTo>
                      <a:pt x="414" y="256"/>
                    </a:lnTo>
                    <a:lnTo>
                      <a:pt x="404" y="164"/>
                    </a:lnTo>
                    <a:lnTo>
                      <a:pt x="389" y="78"/>
                    </a:lnTo>
                    <a:lnTo>
                      <a:pt x="368" y="0"/>
                    </a:lnTo>
                    <a:close/>
                  </a:path>
                </a:pathLst>
              </a:custGeom>
              <a:solidFill>
                <a:srgbClr val="C1A58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6" name="Freeform 53"/>
              <p:cNvSpPr>
                <a:spLocks/>
              </p:cNvSpPr>
              <p:nvPr/>
            </p:nvSpPr>
            <p:spPr bwMode="auto">
              <a:xfrm>
                <a:off x="1531938" y="1592263"/>
                <a:ext cx="130175" cy="277813"/>
              </a:xfrm>
              <a:custGeom>
                <a:avLst/>
                <a:gdLst>
                  <a:gd name="T0" fmla="*/ 2147483647 w 410"/>
                  <a:gd name="T1" fmla="*/ 0 h 873"/>
                  <a:gd name="T2" fmla="*/ 2147483647 w 410"/>
                  <a:gd name="T3" fmla="*/ 2147483647 h 873"/>
                  <a:gd name="T4" fmla="*/ 2147483647 w 410"/>
                  <a:gd name="T5" fmla="*/ 2147483647 h 873"/>
                  <a:gd name="T6" fmla="*/ 2147483647 w 410"/>
                  <a:gd name="T7" fmla="*/ 2147483647 h 873"/>
                  <a:gd name="T8" fmla="*/ 2147483647 w 410"/>
                  <a:gd name="T9" fmla="*/ 2147483647 h 873"/>
                  <a:gd name="T10" fmla="*/ 2147483647 w 410"/>
                  <a:gd name="T11" fmla="*/ 2147483647 h 873"/>
                  <a:gd name="T12" fmla="*/ 2147483647 w 410"/>
                  <a:gd name="T13" fmla="*/ 2147483647 h 873"/>
                  <a:gd name="T14" fmla="*/ 2147483647 w 410"/>
                  <a:gd name="T15" fmla="*/ 2147483647 h 873"/>
                  <a:gd name="T16" fmla="*/ 2147483647 w 410"/>
                  <a:gd name="T17" fmla="*/ 2147483647 h 873"/>
                  <a:gd name="T18" fmla="*/ 2147483647 w 410"/>
                  <a:gd name="T19" fmla="*/ 2147483647 h 873"/>
                  <a:gd name="T20" fmla="*/ 2147483647 w 410"/>
                  <a:gd name="T21" fmla="*/ 2147483647 h 873"/>
                  <a:gd name="T22" fmla="*/ 2147483647 w 410"/>
                  <a:gd name="T23" fmla="*/ 2147483647 h 873"/>
                  <a:gd name="T24" fmla="*/ 2147483647 w 410"/>
                  <a:gd name="T25" fmla="*/ 2147483647 h 873"/>
                  <a:gd name="T26" fmla="*/ 2147483647 w 410"/>
                  <a:gd name="T27" fmla="*/ 2147483647 h 873"/>
                  <a:gd name="T28" fmla="*/ 2147483647 w 410"/>
                  <a:gd name="T29" fmla="*/ 2147483647 h 873"/>
                  <a:gd name="T30" fmla="*/ 2147483647 w 410"/>
                  <a:gd name="T31" fmla="*/ 2147483647 h 873"/>
                  <a:gd name="T32" fmla="*/ 0 w 410"/>
                  <a:gd name="T33" fmla="*/ 2147483647 h 873"/>
                  <a:gd name="T34" fmla="*/ 2147483647 w 410"/>
                  <a:gd name="T35" fmla="*/ 2147483647 h 873"/>
                  <a:gd name="T36" fmla="*/ 2147483647 w 410"/>
                  <a:gd name="T37" fmla="*/ 2147483647 h 873"/>
                  <a:gd name="T38" fmla="*/ 2147483647 w 410"/>
                  <a:gd name="T39" fmla="*/ 2147483647 h 873"/>
                  <a:gd name="T40" fmla="*/ 2147483647 w 410"/>
                  <a:gd name="T41" fmla="*/ 2147483647 h 873"/>
                  <a:gd name="T42" fmla="*/ 2147483647 w 410"/>
                  <a:gd name="T43" fmla="*/ 2147483647 h 873"/>
                  <a:gd name="T44" fmla="*/ 2147483647 w 410"/>
                  <a:gd name="T45" fmla="*/ 2147483647 h 873"/>
                  <a:gd name="T46" fmla="*/ 2147483647 w 410"/>
                  <a:gd name="T47" fmla="*/ 2147483647 h 873"/>
                  <a:gd name="T48" fmla="*/ 2147483647 w 410"/>
                  <a:gd name="T49" fmla="*/ 2147483647 h 873"/>
                  <a:gd name="T50" fmla="*/ 2147483647 w 410"/>
                  <a:gd name="T51" fmla="*/ 2147483647 h 873"/>
                  <a:gd name="T52" fmla="*/ 2147483647 w 410"/>
                  <a:gd name="T53" fmla="*/ 2147483647 h 873"/>
                  <a:gd name="T54" fmla="*/ 2147483647 w 410"/>
                  <a:gd name="T55" fmla="*/ 2147483647 h 873"/>
                  <a:gd name="T56" fmla="*/ 2147483647 w 410"/>
                  <a:gd name="T57" fmla="*/ 2147483647 h 873"/>
                  <a:gd name="T58" fmla="*/ 2147483647 w 410"/>
                  <a:gd name="T59" fmla="*/ 2147483647 h 873"/>
                  <a:gd name="T60" fmla="*/ 2147483647 w 410"/>
                  <a:gd name="T61" fmla="*/ 2147483647 h 873"/>
                  <a:gd name="T62" fmla="*/ 2147483647 w 410"/>
                  <a:gd name="T63" fmla="*/ 2147483647 h 873"/>
                  <a:gd name="T64" fmla="*/ 2147483647 w 410"/>
                  <a:gd name="T65" fmla="*/ 2147483647 h 873"/>
                  <a:gd name="T66" fmla="*/ 2147483647 w 410"/>
                  <a:gd name="T67" fmla="*/ 2147483647 h 873"/>
                  <a:gd name="T68" fmla="*/ 2147483647 w 410"/>
                  <a:gd name="T69" fmla="*/ 2147483647 h 873"/>
                  <a:gd name="T70" fmla="*/ 2147483647 w 410"/>
                  <a:gd name="T71" fmla="*/ 2147483647 h 873"/>
                  <a:gd name="T72" fmla="*/ 2147483647 w 410"/>
                  <a:gd name="T73" fmla="*/ 2147483647 h 873"/>
                  <a:gd name="T74" fmla="*/ 2147483647 w 410"/>
                  <a:gd name="T75" fmla="*/ 2147483647 h 873"/>
                  <a:gd name="T76" fmla="*/ 2147483647 w 410"/>
                  <a:gd name="T77" fmla="*/ 2147483647 h 873"/>
                  <a:gd name="T78" fmla="*/ 2147483647 w 410"/>
                  <a:gd name="T79" fmla="*/ 2147483647 h 873"/>
                  <a:gd name="T80" fmla="*/ 2147483647 w 410"/>
                  <a:gd name="T81" fmla="*/ 2147483647 h 873"/>
                  <a:gd name="T82" fmla="*/ 2147483647 w 410"/>
                  <a:gd name="T83" fmla="*/ 2147483647 h 873"/>
                  <a:gd name="T84" fmla="*/ 2147483647 w 410"/>
                  <a:gd name="T85" fmla="*/ 2147483647 h 873"/>
                  <a:gd name="T86" fmla="*/ 2147483647 w 410"/>
                  <a:gd name="T87" fmla="*/ 2147483647 h 873"/>
                  <a:gd name="T88" fmla="*/ 2147483647 w 410"/>
                  <a:gd name="T89" fmla="*/ 2147483647 h 873"/>
                  <a:gd name="T90" fmla="*/ 2147483647 w 410"/>
                  <a:gd name="T91" fmla="*/ 2147483647 h 873"/>
                  <a:gd name="T92" fmla="*/ 2147483647 w 410"/>
                  <a:gd name="T93" fmla="*/ 2147483647 h 873"/>
                  <a:gd name="T94" fmla="*/ 2147483647 w 410"/>
                  <a:gd name="T95" fmla="*/ 2147483647 h 873"/>
                  <a:gd name="T96" fmla="*/ 2147483647 w 410"/>
                  <a:gd name="T97" fmla="*/ 0 h 873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10"/>
                  <a:gd name="T148" fmla="*/ 0 h 873"/>
                  <a:gd name="T149" fmla="*/ 410 w 410"/>
                  <a:gd name="T150" fmla="*/ 873 h 873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10" h="873">
                    <a:moveTo>
                      <a:pt x="352" y="0"/>
                    </a:moveTo>
                    <a:lnTo>
                      <a:pt x="330" y="4"/>
                    </a:lnTo>
                    <a:lnTo>
                      <a:pt x="308" y="9"/>
                    </a:lnTo>
                    <a:lnTo>
                      <a:pt x="286" y="14"/>
                    </a:lnTo>
                    <a:lnTo>
                      <a:pt x="263" y="18"/>
                    </a:lnTo>
                    <a:lnTo>
                      <a:pt x="242" y="23"/>
                    </a:lnTo>
                    <a:lnTo>
                      <a:pt x="221" y="29"/>
                    </a:lnTo>
                    <a:lnTo>
                      <a:pt x="198" y="34"/>
                    </a:lnTo>
                    <a:lnTo>
                      <a:pt x="177" y="38"/>
                    </a:lnTo>
                    <a:lnTo>
                      <a:pt x="155" y="43"/>
                    </a:lnTo>
                    <a:lnTo>
                      <a:pt x="134" y="47"/>
                    </a:lnTo>
                    <a:lnTo>
                      <a:pt x="111" y="52"/>
                    </a:lnTo>
                    <a:lnTo>
                      <a:pt x="90" y="56"/>
                    </a:lnTo>
                    <a:lnTo>
                      <a:pt x="68" y="59"/>
                    </a:lnTo>
                    <a:lnTo>
                      <a:pt x="45" y="63"/>
                    </a:lnTo>
                    <a:lnTo>
                      <a:pt x="23" y="66"/>
                    </a:lnTo>
                    <a:lnTo>
                      <a:pt x="0" y="69"/>
                    </a:lnTo>
                    <a:lnTo>
                      <a:pt x="13" y="171"/>
                    </a:lnTo>
                    <a:lnTo>
                      <a:pt x="25" y="272"/>
                    </a:lnTo>
                    <a:lnTo>
                      <a:pt x="35" y="371"/>
                    </a:lnTo>
                    <a:lnTo>
                      <a:pt x="44" y="471"/>
                    </a:lnTo>
                    <a:lnTo>
                      <a:pt x="51" y="570"/>
                    </a:lnTo>
                    <a:lnTo>
                      <a:pt x="54" y="670"/>
                    </a:lnTo>
                    <a:lnTo>
                      <a:pt x="54" y="771"/>
                    </a:lnTo>
                    <a:lnTo>
                      <a:pt x="48" y="873"/>
                    </a:lnTo>
                    <a:lnTo>
                      <a:pt x="74" y="866"/>
                    </a:lnTo>
                    <a:lnTo>
                      <a:pt x="99" y="859"/>
                    </a:lnTo>
                    <a:lnTo>
                      <a:pt x="123" y="851"/>
                    </a:lnTo>
                    <a:lnTo>
                      <a:pt x="148" y="843"/>
                    </a:lnTo>
                    <a:lnTo>
                      <a:pt x="172" y="834"/>
                    </a:lnTo>
                    <a:lnTo>
                      <a:pt x="196" y="825"/>
                    </a:lnTo>
                    <a:lnTo>
                      <a:pt x="220" y="815"/>
                    </a:lnTo>
                    <a:lnTo>
                      <a:pt x="243" y="803"/>
                    </a:lnTo>
                    <a:lnTo>
                      <a:pt x="265" y="792"/>
                    </a:lnTo>
                    <a:lnTo>
                      <a:pt x="288" y="779"/>
                    </a:lnTo>
                    <a:lnTo>
                      <a:pt x="309" y="766"/>
                    </a:lnTo>
                    <a:lnTo>
                      <a:pt x="330" y="752"/>
                    </a:lnTo>
                    <a:lnTo>
                      <a:pt x="351" y="737"/>
                    </a:lnTo>
                    <a:lnTo>
                      <a:pt x="372" y="720"/>
                    </a:lnTo>
                    <a:lnTo>
                      <a:pt x="391" y="703"/>
                    </a:lnTo>
                    <a:lnTo>
                      <a:pt x="410" y="685"/>
                    </a:lnTo>
                    <a:lnTo>
                      <a:pt x="410" y="602"/>
                    </a:lnTo>
                    <a:lnTo>
                      <a:pt x="410" y="513"/>
                    </a:lnTo>
                    <a:lnTo>
                      <a:pt x="407" y="423"/>
                    </a:lnTo>
                    <a:lnTo>
                      <a:pt x="403" y="333"/>
                    </a:lnTo>
                    <a:lnTo>
                      <a:pt x="396" y="243"/>
                    </a:lnTo>
                    <a:lnTo>
                      <a:pt x="386" y="156"/>
                    </a:lnTo>
                    <a:lnTo>
                      <a:pt x="372" y="75"/>
                    </a:lnTo>
                    <a:lnTo>
                      <a:pt x="352" y="0"/>
                    </a:lnTo>
                    <a:close/>
                  </a:path>
                </a:pathLst>
              </a:custGeom>
              <a:solidFill>
                <a:srgbClr val="C9AD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7" name="Freeform 54"/>
              <p:cNvSpPr>
                <a:spLocks/>
              </p:cNvSpPr>
              <p:nvPr/>
            </p:nvSpPr>
            <p:spPr bwMode="auto">
              <a:xfrm>
                <a:off x="1538288" y="1592263"/>
                <a:ext cx="123825" cy="263525"/>
              </a:xfrm>
              <a:custGeom>
                <a:avLst/>
                <a:gdLst>
                  <a:gd name="T0" fmla="*/ 2147483647 w 394"/>
                  <a:gd name="T1" fmla="*/ 0 h 829"/>
                  <a:gd name="T2" fmla="*/ 2147483647 w 394"/>
                  <a:gd name="T3" fmla="*/ 2147483647 h 829"/>
                  <a:gd name="T4" fmla="*/ 2147483647 w 394"/>
                  <a:gd name="T5" fmla="*/ 2147483647 h 829"/>
                  <a:gd name="T6" fmla="*/ 2147483647 w 394"/>
                  <a:gd name="T7" fmla="*/ 2147483647 h 829"/>
                  <a:gd name="T8" fmla="*/ 2147483647 w 394"/>
                  <a:gd name="T9" fmla="*/ 2147483647 h 829"/>
                  <a:gd name="T10" fmla="*/ 2147483647 w 394"/>
                  <a:gd name="T11" fmla="*/ 2147483647 h 829"/>
                  <a:gd name="T12" fmla="*/ 2147483647 w 394"/>
                  <a:gd name="T13" fmla="*/ 2147483647 h 829"/>
                  <a:gd name="T14" fmla="*/ 2147483647 w 394"/>
                  <a:gd name="T15" fmla="*/ 2147483647 h 829"/>
                  <a:gd name="T16" fmla="*/ 2147483647 w 394"/>
                  <a:gd name="T17" fmla="*/ 2147483647 h 829"/>
                  <a:gd name="T18" fmla="*/ 2147483647 w 394"/>
                  <a:gd name="T19" fmla="*/ 2147483647 h 829"/>
                  <a:gd name="T20" fmla="*/ 2147483647 w 394"/>
                  <a:gd name="T21" fmla="*/ 2147483647 h 829"/>
                  <a:gd name="T22" fmla="*/ 2147483647 w 394"/>
                  <a:gd name="T23" fmla="*/ 2147483647 h 829"/>
                  <a:gd name="T24" fmla="*/ 2147483647 w 394"/>
                  <a:gd name="T25" fmla="*/ 2147483647 h 829"/>
                  <a:gd name="T26" fmla="*/ 2147483647 w 394"/>
                  <a:gd name="T27" fmla="*/ 2147483647 h 829"/>
                  <a:gd name="T28" fmla="*/ 2147483647 w 394"/>
                  <a:gd name="T29" fmla="*/ 2147483647 h 829"/>
                  <a:gd name="T30" fmla="*/ 2147483647 w 394"/>
                  <a:gd name="T31" fmla="*/ 2147483647 h 829"/>
                  <a:gd name="T32" fmla="*/ 0 w 394"/>
                  <a:gd name="T33" fmla="*/ 2147483647 h 829"/>
                  <a:gd name="T34" fmla="*/ 2147483647 w 394"/>
                  <a:gd name="T35" fmla="*/ 2147483647 h 829"/>
                  <a:gd name="T36" fmla="*/ 2147483647 w 394"/>
                  <a:gd name="T37" fmla="*/ 2147483647 h 829"/>
                  <a:gd name="T38" fmla="*/ 2147483647 w 394"/>
                  <a:gd name="T39" fmla="*/ 2147483647 h 829"/>
                  <a:gd name="T40" fmla="*/ 2147483647 w 394"/>
                  <a:gd name="T41" fmla="*/ 2147483647 h 829"/>
                  <a:gd name="T42" fmla="*/ 2147483647 w 394"/>
                  <a:gd name="T43" fmla="*/ 2147483647 h 829"/>
                  <a:gd name="T44" fmla="*/ 2147483647 w 394"/>
                  <a:gd name="T45" fmla="*/ 2147483647 h 829"/>
                  <a:gd name="T46" fmla="*/ 2147483647 w 394"/>
                  <a:gd name="T47" fmla="*/ 2147483647 h 829"/>
                  <a:gd name="T48" fmla="*/ 2147483647 w 394"/>
                  <a:gd name="T49" fmla="*/ 2147483647 h 829"/>
                  <a:gd name="T50" fmla="*/ 2147483647 w 394"/>
                  <a:gd name="T51" fmla="*/ 2147483647 h 829"/>
                  <a:gd name="T52" fmla="*/ 2147483647 w 394"/>
                  <a:gd name="T53" fmla="*/ 2147483647 h 829"/>
                  <a:gd name="T54" fmla="*/ 2147483647 w 394"/>
                  <a:gd name="T55" fmla="*/ 2147483647 h 829"/>
                  <a:gd name="T56" fmla="*/ 2147483647 w 394"/>
                  <a:gd name="T57" fmla="*/ 2147483647 h 829"/>
                  <a:gd name="T58" fmla="*/ 2147483647 w 394"/>
                  <a:gd name="T59" fmla="*/ 2147483647 h 829"/>
                  <a:gd name="T60" fmla="*/ 2147483647 w 394"/>
                  <a:gd name="T61" fmla="*/ 2147483647 h 829"/>
                  <a:gd name="T62" fmla="*/ 2147483647 w 394"/>
                  <a:gd name="T63" fmla="*/ 2147483647 h 829"/>
                  <a:gd name="T64" fmla="*/ 2147483647 w 394"/>
                  <a:gd name="T65" fmla="*/ 2147483647 h 829"/>
                  <a:gd name="T66" fmla="*/ 2147483647 w 394"/>
                  <a:gd name="T67" fmla="*/ 2147483647 h 829"/>
                  <a:gd name="T68" fmla="*/ 2147483647 w 394"/>
                  <a:gd name="T69" fmla="*/ 2147483647 h 829"/>
                  <a:gd name="T70" fmla="*/ 2147483647 w 394"/>
                  <a:gd name="T71" fmla="*/ 2147483647 h 829"/>
                  <a:gd name="T72" fmla="*/ 2147483647 w 394"/>
                  <a:gd name="T73" fmla="*/ 2147483647 h 829"/>
                  <a:gd name="T74" fmla="*/ 2147483647 w 394"/>
                  <a:gd name="T75" fmla="*/ 2147483647 h 829"/>
                  <a:gd name="T76" fmla="*/ 2147483647 w 394"/>
                  <a:gd name="T77" fmla="*/ 2147483647 h 829"/>
                  <a:gd name="T78" fmla="*/ 2147483647 w 394"/>
                  <a:gd name="T79" fmla="*/ 2147483647 h 829"/>
                  <a:gd name="T80" fmla="*/ 2147483647 w 394"/>
                  <a:gd name="T81" fmla="*/ 2147483647 h 829"/>
                  <a:gd name="T82" fmla="*/ 2147483647 w 394"/>
                  <a:gd name="T83" fmla="*/ 2147483647 h 829"/>
                  <a:gd name="T84" fmla="*/ 2147483647 w 394"/>
                  <a:gd name="T85" fmla="*/ 2147483647 h 829"/>
                  <a:gd name="T86" fmla="*/ 2147483647 w 394"/>
                  <a:gd name="T87" fmla="*/ 2147483647 h 829"/>
                  <a:gd name="T88" fmla="*/ 2147483647 w 394"/>
                  <a:gd name="T89" fmla="*/ 2147483647 h 829"/>
                  <a:gd name="T90" fmla="*/ 2147483647 w 394"/>
                  <a:gd name="T91" fmla="*/ 2147483647 h 829"/>
                  <a:gd name="T92" fmla="*/ 2147483647 w 394"/>
                  <a:gd name="T93" fmla="*/ 2147483647 h 829"/>
                  <a:gd name="T94" fmla="*/ 2147483647 w 394"/>
                  <a:gd name="T95" fmla="*/ 2147483647 h 829"/>
                  <a:gd name="T96" fmla="*/ 2147483647 w 394"/>
                  <a:gd name="T97" fmla="*/ 0 h 82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394"/>
                  <a:gd name="T148" fmla="*/ 0 h 829"/>
                  <a:gd name="T149" fmla="*/ 394 w 394"/>
                  <a:gd name="T150" fmla="*/ 829 h 82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394" h="829">
                    <a:moveTo>
                      <a:pt x="336" y="0"/>
                    </a:moveTo>
                    <a:lnTo>
                      <a:pt x="315" y="4"/>
                    </a:lnTo>
                    <a:lnTo>
                      <a:pt x="294" y="9"/>
                    </a:lnTo>
                    <a:lnTo>
                      <a:pt x="273" y="13"/>
                    </a:lnTo>
                    <a:lnTo>
                      <a:pt x="251" y="17"/>
                    </a:lnTo>
                    <a:lnTo>
                      <a:pt x="231" y="22"/>
                    </a:lnTo>
                    <a:lnTo>
                      <a:pt x="210" y="26"/>
                    </a:lnTo>
                    <a:lnTo>
                      <a:pt x="190" y="32"/>
                    </a:lnTo>
                    <a:lnTo>
                      <a:pt x="168" y="36"/>
                    </a:lnTo>
                    <a:lnTo>
                      <a:pt x="148" y="41"/>
                    </a:lnTo>
                    <a:lnTo>
                      <a:pt x="128" y="45"/>
                    </a:lnTo>
                    <a:lnTo>
                      <a:pt x="106" y="49"/>
                    </a:lnTo>
                    <a:lnTo>
                      <a:pt x="85" y="53"/>
                    </a:lnTo>
                    <a:lnTo>
                      <a:pt x="65" y="56"/>
                    </a:lnTo>
                    <a:lnTo>
                      <a:pt x="44" y="59"/>
                    </a:lnTo>
                    <a:lnTo>
                      <a:pt x="21" y="62"/>
                    </a:lnTo>
                    <a:lnTo>
                      <a:pt x="0" y="65"/>
                    </a:lnTo>
                    <a:lnTo>
                      <a:pt x="12" y="162"/>
                    </a:lnTo>
                    <a:lnTo>
                      <a:pt x="24" y="258"/>
                    </a:lnTo>
                    <a:lnTo>
                      <a:pt x="35" y="352"/>
                    </a:lnTo>
                    <a:lnTo>
                      <a:pt x="44" y="446"/>
                    </a:lnTo>
                    <a:lnTo>
                      <a:pt x="50" y="541"/>
                    </a:lnTo>
                    <a:lnTo>
                      <a:pt x="53" y="635"/>
                    </a:lnTo>
                    <a:lnTo>
                      <a:pt x="53" y="731"/>
                    </a:lnTo>
                    <a:lnTo>
                      <a:pt x="48" y="829"/>
                    </a:lnTo>
                    <a:lnTo>
                      <a:pt x="72" y="822"/>
                    </a:lnTo>
                    <a:lnTo>
                      <a:pt x="96" y="815"/>
                    </a:lnTo>
                    <a:lnTo>
                      <a:pt x="120" y="808"/>
                    </a:lnTo>
                    <a:lnTo>
                      <a:pt x="144" y="799"/>
                    </a:lnTo>
                    <a:lnTo>
                      <a:pt x="166" y="791"/>
                    </a:lnTo>
                    <a:lnTo>
                      <a:pt x="190" y="782"/>
                    </a:lnTo>
                    <a:lnTo>
                      <a:pt x="212" y="773"/>
                    </a:lnTo>
                    <a:lnTo>
                      <a:pt x="234" y="763"/>
                    </a:lnTo>
                    <a:lnTo>
                      <a:pt x="255" y="752"/>
                    </a:lnTo>
                    <a:lnTo>
                      <a:pt x="277" y="741"/>
                    </a:lnTo>
                    <a:lnTo>
                      <a:pt x="298" y="728"/>
                    </a:lnTo>
                    <a:lnTo>
                      <a:pt x="318" y="714"/>
                    </a:lnTo>
                    <a:lnTo>
                      <a:pt x="337" y="700"/>
                    </a:lnTo>
                    <a:lnTo>
                      <a:pt x="357" y="685"/>
                    </a:lnTo>
                    <a:lnTo>
                      <a:pt x="376" y="669"/>
                    </a:lnTo>
                    <a:lnTo>
                      <a:pt x="394" y="650"/>
                    </a:lnTo>
                    <a:lnTo>
                      <a:pt x="394" y="570"/>
                    </a:lnTo>
                    <a:lnTo>
                      <a:pt x="392" y="486"/>
                    </a:lnTo>
                    <a:lnTo>
                      <a:pt x="390" y="401"/>
                    </a:lnTo>
                    <a:lnTo>
                      <a:pt x="386" y="315"/>
                    </a:lnTo>
                    <a:lnTo>
                      <a:pt x="379" y="230"/>
                    </a:lnTo>
                    <a:lnTo>
                      <a:pt x="369" y="148"/>
                    </a:lnTo>
                    <a:lnTo>
                      <a:pt x="355" y="71"/>
                    </a:lnTo>
                    <a:lnTo>
                      <a:pt x="336" y="0"/>
                    </a:lnTo>
                    <a:close/>
                  </a:path>
                </a:pathLst>
              </a:custGeom>
              <a:solidFill>
                <a:srgbClr val="CCB59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8" name="Freeform 55"/>
              <p:cNvSpPr>
                <a:spLocks/>
              </p:cNvSpPr>
              <p:nvPr/>
            </p:nvSpPr>
            <p:spPr bwMode="auto">
              <a:xfrm>
                <a:off x="1543050" y="1593851"/>
                <a:ext cx="119062" cy="247650"/>
              </a:xfrm>
              <a:custGeom>
                <a:avLst/>
                <a:gdLst>
                  <a:gd name="T0" fmla="*/ 2147483647 w 378"/>
                  <a:gd name="T1" fmla="*/ 0 h 783"/>
                  <a:gd name="T2" fmla="*/ 2147483647 w 378"/>
                  <a:gd name="T3" fmla="*/ 2147483647 h 783"/>
                  <a:gd name="T4" fmla="*/ 2147483647 w 378"/>
                  <a:gd name="T5" fmla="*/ 2147483647 h 783"/>
                  <a:gd name="T6" fmla="*/ 2147483647 w 378"/>
                  <a:gd name="T7" fmla="*/ 2147483647 h 783"/>
                  <a:gd name="T8" fmla="*/ 2147483647 w 378"/>
                  <a:gd name="T9" fmla="*/ 2147483647 h 783"/>
                  <a:gd name="T10" fmla="*/ 2147483647 w 378"/>
                  <a:gd name="T11" fmla="*/ 2147483647 h 783"/>
                  <a:gd name="T12" fmla="*/ 2147483647 w 378"/>
                  <a:gd name="T13" fmla="*/ 2147483647 h 783"/>
                  <a:gd name="T14" fmla="*/ 2147483647 w 378"/>
                  <a:gd name="T15" fmla="*/ 2147483647 h 783"/>
                  <a:gd name="T16" fmla="*/ 2147483647 w 378"/>
                  <a:gd name="T17" fmla="*/ 2147483647 h 783"/>
                  <a:gd name="T18" fmla="*/ 2147483647 w 378"/>
                  <a:gd name="T19" fmla="*/ 2147483647 h 783"/>
                  <a:gd name="T20" fmla="*/ 2147483647 w 378"/>
                  <a:gd name="T21" fmla="*/ 2147483647 h 783"/>
                  <a:gd name="T22" fmla="*/ 2147483647 w 378"/>
                  <a:gd name="T23" fmla="*/ 2147483647 h 783"/>
                  <a:gd name="T24" fmla="*/ 2147483647 w 378"/>
                  <a:gd name="T25" fmla="*/ 2147483647 h 783"/>
                  <a:gd name="T26" fmla="*/ 2147483647 w 378"/>
                  <a:gd name="T27" fmla="*/ 2147483647 h 783"/>
                  <a:gd name="T28" fmla="*/ 2147483647 w 378"/>
                  <a:gd name="T29" fmla="*/ 2147483647 h 783"/>
                  <a:gd name="T30" fmla="*/ 2147483647 w 378"/>
                  <a:gd name="T31" fmla="*/ 2147483647 h 783"/>
                  <a:gd name="T32" fmla="*/ 0 w 378"/>
                  <a:gd name="T33" fmla="*/ 2147483647 h 783"/>
                  <a:gd name="T34" fmla="*/ 2147483647 w 378"/>
                  <a:gd name="T35" fmla="*/ 2147483647 h 783"/>
                  <a:gd name="T36" fmla="*/ 2147483647 w 378"/>
                  <a:gd name="T37" fmla="*/ 2147483647 h 783"/>
                  <a:gd name="T38" fmla="*/ 2147483647 w 378"/>
                  <a:gd name="T39" fmla="*/ 2147483647 h 783"/>
                  <a:gd name="T40" fmla="*/ 2147483647 w 378"/>
                  <a:gd name="T41" fmla="*/ 2147483647 h 783"/>
                  <a:gd name="T42" fmla="*/ 2147483647 w 378"/>
                  <a:gd name="T43" fmla="*/ 2147483647 h 783"/>
                  <a:gd name="T44" fmla="*/ 2147483647 w 378"/>
                  <a:gd name="T45" fmla="*/ 2147483647 h 783"/>
                  <a:gd name="T46" fmla="*/ 2147483647 w 378"/>
                  <a:gd name="T47" fmla="*/ 2147483647 h 783"/>
                  <a:gd name="T48" fmla="*/ 2147483647 w 378"/>
                  <a:gd name="T49" fmla="*/ 2147483647 h 783"/>
                  <a:gd name="T50" fmla="*/ 2147483647 w 378"/>
                  <a:gd name="T51" fmla="*/ 2147483647 h 783"/>
                  <a:gd name="T52" fmla="*/ 2147483647 w 378"/>
                  <a:gd name="T53" fmla="*/ 2147483647 h 783"/>
                  <a:gd name="T54" fmla="*/ 2147483647 w 378"/>
                  <a:gd name="T55" fmla="*/ 2147483647 h 783"/>
                  <a:gd name="T56" fmla="*/ 2147483647 w 378"/>
                  <a:gd name="T57" fmla="*/ 2147483647 h 783"/>
                  <a:gd name="T58" fmla="*/ 2147483647 w 378"/>
                  <a:gd name="T59" fmla="*/ 2147483647 h 783"/>
                  <a:gd name="T60" fmla="*/ 2147483647 w 378"/>
                  <a:gd name="T61" fmla="*/ 2147483647 h 783"/>
                  <a:gd name="T62" fmla="*/ 2147483647 w 378"/>
                  <a:gd name="T63" fmla="*/ 2147483647 h 783"/>
                  <a:gd name="T64" fmla="*/ 2147483647 w 378"/>
                  <a:gd name="T65" fmla="*/ 2147483647 h 783"/>
                  <a:gd name="T66" fmla="*/ 2147483647 w 378"/>
                  <a:gd name="T67" fmla="*/ 2147483647 h 783"/>
                  <a:gd name="T68" fmla="*/ 2147483647 w 378"/>
                  <a:gd name="T69" fmla="*/ 2147483647 h 783"/>
                  <a:gd name="T70" fmla="*/ 2147483647 w 378"/>
                  <a:gd name="T71" fmla="*/ 2147483647 h 783"/>
                  <a:gd name="T72" fmla="*/ 2147483647 w 378"/>
                  <a:gd name="T73" fmla="*/ 2147483647 h 783"/>
                  <a:gd name="T74" fmla="*/ 2147483647 w 378"/>
                  <a:gd name="T75" fmla="*/ 2147483647 h 783"/>
                  <a:gd name="T76" fmla="*/ 2147483647 w 378"/>
                  <a:gd name="T77" fmla="*/ 2147483647 h 783"/>
                  <a:gd name="T78" fmla="*/ 2147483647 w 378"/>
                  <a:gd name="T79" fmla="*/ 2147483647 h 783"/>
                  <a:gd name="T80" fmla="*/ 2147483647 w 378"/>
                  <a:gd name="T81" fmla="*/ 2147483647 h 783"/>
                  <a:gd name="T82" fmla="*/ 2147483647 w 378"/>
                  <a:gd name="T83" fmla="*/ 2147483647 h 783"/>
                  <a:gd name="T84" fmla="*/ 2147483647 w 378"/>
                  <a:gd name="T85" fmla="*/ 2147483647 h 783"/>
                  <a:gd name="T86" fmla="*/ 2147483647 w 378"/>
                  <a:gd name="T87" fmla="*/ 2147483647 h 783"/>
                  <a:gd name="T88" fmla="*/ 2147483647 w 378"/>
                  <a:gd name="T89" fmla="*/ 2147483647 h 783"/>
                  <a:gd name="T90" fmla="*/ 2147483647 w 378"/>
                  <a:gd name="T91" fmla="*/ 2147483647 h 783"/>
                  <a:gd name="T92" fmla="*/ 2147483647 w 378"/>
                  <a:gd name="T93" fmla="*/ 2147483647 h 783"/>
                  <a:gd name="T94" fmla="*/ 2147483647 w 378"/>
                  <a:gd name="T95" fmla="*/ 2147483647 h 783"/>
                  <a:gd name="T96" fmla="*/ 2147483647 w 378"/>
                  <a:gd name="T97" fmla="*/ 0 h 783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378"/>
                  <a:gd name="T148" fmla="*/ 0 h 783"/>
                  <a:gd name="T149" fmla="*/ 378 w 378"/>
                  <a:gd name="T150" fmla="*/ 783 h 783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378" h="783">
                    <a:moveTo>
                      <a:pt x="320" y="0"/>
                    </a:moveTo>
                    <a:lnTo>
                      <a:pt x="300" y="4"/>
                    </a:lnTo>
                    <a:lnTo>
                      <a:pt x="280" y="8"/>
                    </a:lnTo>
                    <a:lnTo>
                      <a:pt x="260" y="12"/>
                    </a:lnTo>
                    <a:lnTo>
                      <a:pt x="240" y="17"/>
                    </a:lnTo>
                    <a:lnTo>
                      <a:pt x="220" y="21"/>
                    </a:lnTo>
                    <a:lnTo>
                      <a:pt x="201" y="25"/>
                    </a:lnTo>
                    <a:lnTo>
                      <a:pt x="181" y="30"/>
                    </a:lnTo>
                    <a:lnTo>
                      <a:pt x="161" y="34"/>
                    </a:lnTo>
                    <a:lnTo>
                      <a:pt x="141" y="38"/>
                    </a:lnTo>
                    <a:lnTo>
                      <a:pt x="122" y="42"/>
                    </a:lnTo>
                    <a:lnTo>
                      <a:pt x="102" y="46"/>
                    </a:lnTo>
                    <a:lnTo>
                      <a:pt x="82" y="50"/>
                    </a:lnTo>
                    <a:lnTo>
                      <a:pt x="62" y="53"/>
                    </a:lnTo>
                    <a:lnTo>
                      <a:pt x="42" y="56"/>
                    </a:lnTo>
                    <a:lnTo>
                      <a:pt x="21" y="59"/>
                    </a:lnTo>
                    <a:lnTo>
                      <a:pt x="0" y="61"/>
                    </a:lnTo>
                    <a:lnTo>
                      <a:pt x="12" y="153"/>
                    </a:lnTo>
                    <a:lnTo>
                      <a:pt x="24" y="244"/>
                    </a:lnTo>
                    <a:lnTo>
                      <a:pt x="34" y="333"/>
                    </a:lnTo>
                    <a:lnTo>
                      <a:pt x="43" y="421"/>
                    </a:lnTo>
                    <a:lnTo>
                      <a:pt x="49" y="510"/>
                    </a:lnTo>
                    <a:lnTo>
                      <a:pt x="53" y="600"/>
                    </a:lnTo>
                    <a:lnTo>
                      <a:pt x="52" y="691"/>
                    </a:lnTo>
                    <a:lnTo>
                      <a:pt x="48" y="783"/>
                    </a:lnTo>
                    <a:lnTo>
                      <a:pt x="71" y="777"/>
                    </a:lnTo>
                    <a:lnTo>
                      <a:pt x="93" y="770"/>
                    </a:lnTo>
                    <a:lnTo>
                      <a:pt x="117" y="763"/>
                    </a:lnTo>
                    <a:lnTo>
                      <a:pt x="139" y="756"/>
                    </a:lnTo>
                    <a:lnTo>
                      <a:pt x="161" y="749"/>
                    </a:lnTo>
                    <a:lnTo>
                      <a:pt x="183" y="741"/>
                    </a:lnTo>
                    <a:lnTo>
                      <a:pt x="204" y="731"/>
                    </a:lnTo>
                    <a:lnTo>
                      <a:pt x="225" y="722"/>
                    </a:lnTo>
                    <a:lnTo>
                      <a:pt x="245" y="712"/>
                    </a:lnTo>
                    <a:lnTo>
                      <a:pt x="266" y="701"/>
                    </a:lnTo>
                    <a:lnTo>
                      <a:pt x="286" y="690"/>
                    </a:lnTo>
                    <a:lnTo>
                      <a:pt x="305" y="677"/>
                    </a:lnTo>
                    <a:lnTo>
                      <a:pt x="324" y="664"/>
                    </a:lnTo>
                    <a:lnTo>
                      <a:pt x="343" y="648"/>
                    </a:lnTo>
                    <a:lnTo>
                      <a:pt x="361" y="633"/>
                    </a:lnTo>
                    <a:lnTo>
                      <a:pt x="378" y="616"/>
                    </a:lnTo>
                    <a:lnTo>
                      <a:pt x="377" y="539"/>
                    </a:lnTo>
                    <a:lnTo>
                      <a:pt x="375" y="459"/>
                    </a:lnTo>
                    <a:lnTo>
                      <a:pt x="372" y="377"/>
                    </a:lnTo>
                    <a:lnTo>
                      <a:pt x="368" y="296"/>
                    </a:lnTo>
                    <a:lnTo>
                      <a:pt x="361" y="217"/>
                    </a:lnTo>
                    <a:lnTo>
                      <a:pt x="351" y="140"/>
                    </a:lnTo>
                    <a:lnTo>
                      <a:pt x="338" y="67"/>
                    </a:lnTo>
                    <a:lnTo>
                      <a:pt x="320" y="0"/>
                    </a:lnTo>
                    <a:close/>
                  </a:path>
                </a:pathLst>
              </a:custGeom>
              <a:solidFill>
                <a:srgbClr val="D3BCA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9" name="Freeform 56"/>
              <p:cNvSpPr>
                <a:spLocks/>
              </p:cNvSpPr>
              <p:nvPr/>
            </p:nvSpPr>
            <p:spPr bwMode="auto">
              <a:xfrm>
                <a:off x="1547813" y="1593851"/>
                <a:ext cx="114300" cy="234950"/>
              </a:xfrm>
              <a:custGeom>
                <a:avLst/>
                <a:gdLst>
                  <a:gd name="T0" fmla="*/ 2147483647 w 362"/>
                  <a:gd name="T1" fmla="*/ 0 h 739"/>
                  <a:gd name="T2" fmla="*/ 2147483647 w 362"/>
                  <a:gd name="T3" fmla="*/ 2147483647 h 739"/>
                  <a:gd name="T4" fmla="*/ 2147483647 w 362"/>
                  <a:gd name="T5" fmla="*/ 2147483647 h 739"/>
                  <a:gd name="T6" fmla="*/ 2147483647 w 362"/>
                  <a:gd name="T7" fmla="*/ 2147483647 h 739"/>
                  <a:gd name="T8" fmla="*/ 2147483647 w 362"/>
                  <a:gd name="T9" fmla="*/ 2147483647 h 739"/>
                  <a:gd name="T10" fmla="*/ 2147483647 w 362"/>
                  <a:gd name="T11" fmla="*/ 2147483647 h 739"/>
                  <a:gd name="T12" fmla="*/ 2147483647 w 362"/>
                  <a:gd name="T13" fmla="*/ 2147483647 h 739"/>
                  <a:gd name="T14" fmla="*/ 2147483647 w 362"/>
                  <a:gd name="T15" fmla="*/ 2147483647 h 739"/>
                  <a:gd name="T16" fmla="*/ 2147483647 w 362"/>
                  <a:gd name="T17" fmla="*/ 2147483647 h 739"/>
                  <a:gd name="T18" fmla="*/ 2147483647 w 362"/>
                  <a:gd name="T19" fmla="*/ 2147483647 h 739"/>
                  <a:gd name="T20" fmla="*/ 2147483647 w 362"/>
                  <a:gd name="T21" fmla="*/ 2147483647 h 739"/>
                  <a:gd name="T22" fmla="*/ 2147483647 w 362"/>
                  <a:gd name="T23" fmla="*/ 2147483647 h 739"/>
                  <a:gd name="T24" fmla="*/ 2147483647 w 362"/>
                  <a:gd name="T25" fmla="*/ 2147483647 h 739"/>
                  <a:gd name="T26" fmla="*/ 2147483647 w 362"/>
                  <a:gd name="T27" fmla="*/ 2147483647 h 739"/>
                  <a:gd name="T28" fmla="*/ 2147483647 w 362"/>
                  <a:gd name="T29" fmla="*/ 2147483647 h 739"/>
                  <a:gd name="T30" fmla="*/ 2147483647 w 362"/>
                  <a:gd name="T31" fmla="*/ 2147483647 h 739"/>
                  <a:gd name="T32" fmla="*/ 0 w 362"/>
                  <a:gd name="T33" fmla="*/ 2147483647 h 739"/>
                  <a:gd name="T34" fmla="*/ 2147483647 w 362"/>
                  <a:gd name="T35" fmla="*/ 2147483647 h 739"/>
                  <a:gd name="T36" fmla="*/ 2147483647 w 362"/>
                  <a:gd name="T37" fmla="*/ 2147483647 h 739"/>
                  <a:gd name="T38" fmla="*/ 2147483647 w 362"/>
                  <a:gd name="T39" fmla="*/ 2147483647 h 739"/>
                  <a:gd name="T40" fmla="*/ 2147483647 w 362"/>
                  <a:gd name="T41" fmla="*/ 2147483647 h 739"/>
                  <a:gd name="T42" fmla="*/ 2147483647 w 362"/>
                  <a:gd name="T43" fmla="*/ 2147483647 h 739"/>
                  <a:gd name="T44" fmla="*/ 2147483647 w 362"/>
                  <a:gd name="T45" fmla="*/ 2147483647 h 739"/>
                  <a:gd name="T46" fmla="*/ 2147483647 w 362"/>
                  <a:gd name="T47" fmla="*/ 2147483647 h 739"/>
                  <a:gd name="T48" fmla="*/ 2147483647 w 362"/>
                  <a:gd name="T49" fmla="*/ 2147483647 h 739"/>
                  <a:gd name="T50" fmla="*/ 2147483647 w 362"/>
                  <a:gd name="T51" fmla="*/ 2147483647 h 739"/>
                  <a:gd name="T52" fmla="*/ 2147483647 w 362"/>
                  <a:gd name="T53" fmla="*/ 2147483647 h 739"/>
                  <a:gd name="T54" fmla="*/ 2147483647 w 362"/>
                  <a:gd name="T55" fmla="*/ 2147483647 h 739"/>
                  <a:gd name="T56" fmla="*/ 2147483647 w 362"/>
                  <a:gd name="T57" fmla="*/ 2147483647 h 739"/>
                  <a:gd name="T58" fmla="*/ 2147483647 w 362"/>
                  <a:gd name="T59" fmla="*/ 2147483647 h 739"/>
                  <a:gd name="T60" fmla="*/ 2147483647 w 362"/>
                  <a:gd name="T61" fmla="*/ 2147483647 h 739"/>
                  <a:gd name="T62" fmla="*/ 2147483647 w 362"/>
                  <a:gd name="T63" fmla="*/ 2147483647 h 739"/>
                  <a:gd name="T64" fmla="*/ 2147483647 w 362"/>
                  <a:gd name="T65" fmla="*/ 2147483647 h 739"/>
                  <a:gd name="T66" fmla="*/ 2147483647 w 362"/>
                  <a:gd name="T67" fmla="*/ 2147483647 h 739"/>
                  <a:gd name="T68" fmla="*/ 2147483647 w 362"/>
                  <a:gd name="T69" fmla="*/ 2147483647 h 739"/>
                  <a:gd name="T70" fmla="*/ 2147483647 w 362"/>
                  <a:gd name="T71" fmla="*/ 2147483647 h 739"/>
                  <a:gd name="T72" fmla="*/ 2147483647 w 362"/>
                  <a:gd name="T73" fmla="*/ 2147483647 h 739"/>
                  <a:gd name="T74" fmla="*/ 2147483647 w 362"/>
                  <a:gd name="T75" fmla="*/ 2147483647 h 739"/>
                  <a:gd name="T76" fmla="*/ 2147483647 w 362"/>
                  <a:gd name="T77" fmla="*/ 2147483647 h 739"/>
                  <a:gd name="T78" fmla="*/ 2147483647 w 362"/>
                  <a:gd name="T79" fmla="*/ 2147483647 h 739"/>
                  <a:gd name="T80" fmla="*/ 2147483647 w 362"/>
                  <a:gd name="T81" fmla="*/ 2147483647 h 739"/>
                  <a:gd name="T82" fmla="*/ 2147483647 w 362"/>
                  <a:gd name="T83" fmla="*/ 2147483647 h 739"/>
                  <a:gd name="T84" fmla="*/ 2147483647 w 362"/>
                  <a:gd name="T85" fmla="*/ 2147483647 h 739"/>
                  <a:gd name="T86" fmla="*/ 2147483647 w 362"/>
                  <a:gd name="T87" fmla="*/ 2147483647 h 739"/>
                  <a:gd name="T88" fmla="*/ 2147483647 w 362"/>
                  <a:gd name="T89" fmla="*/ 2147483647 h 739"/>
                  <a:gd name="T90" fmla="*/ 2147483647 w 362"/>
                  <a:gd name="T91" fmla="*/ 2147483647 h 739"/>
                  <a:gd name="T92" fmla="*/ 2147483647 w 362"/>
                  <a:gd name="T93" fmla="*/ 2147483647 h 739"/>
                  <a:gd name="T94" fmla="*/ 2147483647 w 362"/>
                  <a:gd name="T95" fmla="*/ 2147483647 h 739"/>
                  <a:gd name="T96" fmla="*/ 2147483647 w 362"/>
                  <a:gd name="T97" fmla="*/ 0 h 73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362"/>
                  <a:gd name="T148" fmla="*/ 0 h 739"/>
                  <a:gd name="T149" fmla="*/ 362 w 362"/>
                  <a:gd name="T150" fmla="*/ 739 h 73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362" h="739">
                    <a:moveTo>
                      <a:pt x="304" y="0"/>
                    </a:moveTo>
                    <a:lnTo>
                      <a:pt x="285" y="4"/>
                    </a:lnTo>
                    <a:lnTo>
                      <a:pt x="266" y="8"/>
                    </a:lnTo>
                    <a:lnTo>
                      <a:pt x="247" y="12"/>
                    </a:lnTo>
                    <a:lnTo>
                      <a:pt x="227" y="15"/>
                    </a:lnTo>
                    <a:lnTo>
                      <a:pt x="209" y="19"/>
                    </a:lnTo>
                    <a:lnTo>
                      <a:pt x="190" y="23"/>
                    </a:lnTo>
                    <a:lnTo>
                      <a:pt x="172" y="28"/>
                    </a:lnTo>
                    <a:lnTo>
                      <a:pt x="152" y="32"/>
                    </a:lnTo>
                    <a:lnTo>
                      <a:pt x="134" y="36"/>
                    </a:lnTo>
                    <a:lnTo>
                      <a:pt x="115" y="39"/>
                    </a:lnTo>
                    <a:lnTo>
                      <a:pt x="97" y="43"/>
                    </a:lnTo>
                    <a:lnTo>
                      <a:pt x="77" y="46"/>
                    </a:lnTo>
                    <a:lnTo>
                      <a:pt x="58" y="49"/>
                    </a:lnTo>
                    <a:lnTo>
                      <a:pt x="40" y="52"/>
                    </a:lnTo>
                    <a:lnTo>
                      <a:pt x="20" y="55"/>
                    </a:lnTo>
                    <a:lnTo>
                      <a:pt x="0" y="57"/>
                    </a:lnTo>
                    <a:lnTo>
                      <a:pt x="12" y="144"/>
                    </a:lnTo>
                    <a:lnTo>
                      <a:pt x="23" y="229"/>
                    </a:lnTo>
                    <a:lnTo>
                      <a:pt x="33" y="314"/>
                    </a:lnTo>
                    <a:lnTo>
                      <a:pt x="41" y="397"/>
                    </a:lnTo>
                    <a:lnTo>
                      <a:pt x="48" y="481"/>
                    </a:lnTo>
                    <a:lnTo>
                      <a:pt x="51" y="565"/>
                    </a:lnTo>
                    <a:lnTo>
                      <a:pt x="52" y="650"/>
                    </a:lnTo>
                    <a:lnTo>
                      <a:pt x="48" y="739"/>
                    </a:lnTo>
                    <a:lnTo>
                      <a:pt x="70" y="732"/>
                    </a:lnTo>
                    <a:lnTo>
                      <a:pt x="92" y="726"/>
                    </a:lnTo>
                    <a:lnTo>
                      <a:pt x="113" y="719"/>
                    </a:lnTo>
                    <a:lnTo>
                      <a:pt x="134" y="713"/>
                    </a:lnTo>
                    <a:lnTo>
                      <a:pt x="155" y="706"/>
                    </a:lnTo>
                    <a:lnTo>
                      <a:pt x="177" y="698"/>
                    </a:lnTo>
                    <a:lnTo>
                      <a:pt x="197" y="690"/>
                    </a:lnTo>
                    <a:lnTo>
                      <a:pt x="217" y="682"/>
                    </a:lnTo>
                    <a:lnTo>
                      <a:pt x="237" y="672"/>
                    </a:lnTo>
                    <a:lnTo>
                      <a:pt x="256" y="663"/>
                    </a:lnTo>
                    <a:lnTo>
                      <a:pt x="275" y="651"/>
                    </a:lnTo>
                    <a:lnTo>
                      <a:pt x="293" y="639"/>
                    </a:lnTo>
                    <a:lnTo>
                      <a:pt x="311" y="627"/>
                    </a:lnTo>
                    <a:lnTo>
                      <a:pt x="329" y="613"/>
                    </a:lnTo>
                    <a:lnTo>
                      <a:pt x="346" y="599"/>
                    </a:lnTo>
                    <a:lnTo>
                      <a:pt x="362" y="582"/>
                    </a:lnTo>
                    <a:lnTo>
                      <a:pt x="360" y="508"/>
                    </a:lnTo>
                    <a:lnTo>
                      <a:pt x="357" y="432"/>
                    </a:lnTo>
                    <a:lnTo>
                      <a:pt x="354" y="356"/>
                    </a:lnTo>
                    <a:lnTo>
                      <a:pt x="350" y="279"/>
                    </a:lnTo>
                    <a:lnTo>
                      <a:pt x="343" y="205"/>
                    </a:lnTo>
                    <a:lnTo>
                      <a:pt x="334" y="132"/>
                    </a:lnTo>
                    <a:lnTo>
                      <a:pt x="321" y="64"/>
                    </a:lnTo>
                    <a:lnTo>
                      <a:pt x="304" y="0"/>
                    </a:lnTo>
                    <a:close/>
                  </a:path>
                </a:pathLst>
              </a:custGeom>
              <a:solidFill>
                <a:srgbClr val="D8C1A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0" name="Freeform 57"/>
              <p:cNvSpPr>
                <a:spLocks/>
              </p:cNvSpPr>
              <p:nvPr/>
            </p:nvSpPr>
            <p:spPr bwMode="auto">
              <a:xfrm>
                <a:off x="1552575" y="1593851"/>
                <a:ext cx="109537" cy="220663"/>
              </a:xfrm>
              <a:custGeom>
                <a:avLst/>
                <a:gdLst>
                  <a:gd name="T0" fmla="*/ 2147483647 w 345"/>
                  <a:gd name="T1" fmla="*/ 0 h 693"/>
                  <a:gd name="T2" fmla="*/ 2147483647 w 345"/>
                  <a:gd name="T3" fmla="*/ 2147483647 h 693"/>
                  <a:gd name="T4" fmla="*/ 2147483647 w 345"/>
                  <a:gd name="T5" fmla="*/ 2147483647 h 693"/>
                  <a:gd name="T6" fmla="*/ 2147483647 w 345"/>
                  <a:gd name="T7" fmla="*/ 2147483647 h 693"/>
                  <a:gd name="T8" fmla="*/ 2147483647 w 345"/>
                  <a:gd name="T9" fmla="*/ 2147483647 h 693"/>
                  <a:gd name="T10" fmla="*/ 2147483647 w 345"/>
                  <a:gd name="T11" fmla="*/ 2147483647 h 693"/>
                  <a:gd name="T12" fmla="*/ 2147483647 w 345"/>
                  <a:gd name="T13" fmla="*/ 2147483647 h 693"/>
                  <a:gd name="T14" fmla="*/ 2147483647 w 345"/>
                  <a:gd name="T15" fmla="*/ 2147483647 h 693"/>
                  <a:gd name="T16" fmla="*/ 2147483647 w 345"/>
                  <a:gd name="T17" fmla="*/ 2147483647 h 693"/>
                  <a:gd name="T18" fmla="*/ 2147483647 w 345"/>
                  <a:gd name="T19" fmla="*/ 2147483647 h 693"/>
                  <a:gd name="T20" fmla="*/ 2147483647 w 345"/>
                  <a:gd name="T21" fmla="*/ 2147483647 h 693"/>
                  <a:gd name="T22" fmla="*/ 2147483647 w 345"/>
                  <a:gd name="T23" fmla="*/ 2147483647 h 693"/>
                  <a:gd name="T24" fmla="*/ 2147483647 w 345"/>
                  <a:gd name="T25" fmla="*/ 2147483647 h 693"/>
                  <a:gd name="T26" fmla="*/ 2147483647 w 345"/>
                  <a:gd name="T27" fmla="*/ 2147483647 h 693"/>
                  <a:gd name="T28" fmla="*/ 2147483647 w 345"/>
                  <a:gd name="T29" fmla="*/ 2147483647 h 693"/>
                  <a:gd name="T30" fmla="*/ 2147483647 w 345"/>
                  <a:gd name="T31" fmla="*/ 2147483647 h 693"/>
                  <a:gd name="T32" fmla="*/ 0 w 345"/>
                  <a:gd name="T33" fmla="*/ 2147483647 h 693"/>
                  <a:gd name="T34" fmla="*/ 2147483647 w 345"/>
                  <a:gd name="T35" fmla="*/ 2147483647 h 693"/>
                  <a:gd name="T36" fmla="*/ 2147483647 w 345"/>
                  <a:gd name="T37" fmla="*/ 2147483647 h 693"/>
                  <a:gd name="T38" fmla="*/ 2147483647 w 345"/>
                  <a:gd name="T39" fmla="*/ 2147483647 h 693"/>
                  <a:gd name="T40" fmla="*/ 2147483647 w 345"/>
                  <a:gd name="T41" fmla="*/ 2147483647 h 693"/>
                  <a:gd name="T42" fmla="*/ 2147483647 w 345"/>
                  <a:gd name="T43" fmla="*/ 2147483647 h 693"/>
                  <a:gd name="T44" fmla="*/ 2147483647 w 345"/>
                  <a:gd name="T45" fmla="*/ 2147483647 h 693"/>
                  <a:gd name="T46" fmla="*/ 2147483647 w 345"/>
                  <a:gd name="T47" fmla="*/ 2147483647 h 693"/>
                  <a:gd name="T48" fmla="*/ 2147483647 w 345"/>
                  <a:gd name="T49" fmla="*/ 2147483647 h 693"/>
                  <a:gd name="T50" fmla="*/ 2147483647 w 345"/>
                  <a:gd name="T51" fmla="*/ 2147483647 h 693"/>
                  <a:gd name="T52" fmla="*/ 2147483647 w 345"/>
                  <a:gd name="T53" fmla="*/ 2147483647 h 693"/>
                  <a:gd name="T54" fmla="*/ 2147483647 w 345"/>
                  <a:gd name="T55" fmla="*/ 2147483647 h 693"/>
                  <a:gd name="T56" fmla="*/ 2147483647 w 345"/>
                  <a:gd name="T57" fmla="*/ 2147483647 h 693"/>
                  <a:gd name="T58" fmla="*/ 2147483647 w 345"/>
                  <a:gd name="T59" fmla="*/ 2147483647 h 693"/>
                  <a:gd name="T60" fmla="*/ 2147483647 w 345"/>
                  <a:gd name="T61" fmla="*/ 2147483647 h 693"/>
                  <a:gd name="T62" fmla="*/ 2147483647 w 345"/>
                  <a:gd name="T63" fmla="*/ 2147483647 h 693"/>
                  <a:gd name="T64" fmla="*/ 2147483647 w 345"/>
                  <a:gd name="T65" fmla="*/ 2147483647 h 693"/>
                  <a:gd name="T66" fmla="*/ 2147483647 w 345"/>
                  <a:gd name="T67" fmla="*/ 2147483647 h 693"/>
                  <a:gd name="T68" fmla="*/ 2147483647 w 345"/>
                  <a:gd name="T69" fmla="*/ 2147483647 h 693"/>
                  <a:gd name="T70" fmla="*/ 2147483647 w 345"/>
                  <a:gd name="T71" fmla="*/ 2147483647 h 693"/>
                  <a:gd name="T72" fmla="*/ 2147483647 w 345"/>
                  <a:gd name="T73" fmla="*/ 2147483647 h 693"/>
                  <a:gd name="T74" fmla="*/ 2147483647 w 345"/>
                  <a:gd name="T75" fmla="*/ 2147483647 h 693"/>
                  <a:gd name="T76" fmla="*/ 2147483647 w 345"/>
                  <a:gd name="T77" fmla="*/ 2147483647 h 693"/>
                  <a:gd name="T78" fmla="*/ 2147483647 w 345"/>
                  <a:gd name="T79" fmla="*/ 2147483647 h 693"/>
                  <a:gd name="T80" fmla="*/ 2147483647 w 345"/>
                  <a:gd name="T81" fmla="*/ 2147483647 h 693"/>
                  <a:gd name="T82" fmla="*/ 2147483647 w 345"/>
                  <a:gd name="T83" fmla="*/ 2147483647 h 693"/>
                  <a:gd name="T84" fmla="*/ 2147483647 w 345"/>
                  <a:gd name="T85" fmla="*/ 2147483647 h 693"/>
                  <a:gd name="T86" fmla="*/ 2147483647 w 345"/>
                  <a:gd name="T87" fmla="*/ 2147483647 h 693"/>
                  <a:gd name="T88" fmla="*/ 2147483647 w 345"/>
                  <a:gd name="T89" fmla="*/ 2147483647 h 693"/>
                  <a:gd name="T90" fmla="*/ 2147483647 w 345"/>
                  <a:gd name="T91" fmla="*/ 2147483647 h 693"/>
                  <a:gd name="T92" fmla="*/ 2147483647 w 345"/>
                  <a:gd name="T93" fmla="*/ 2147483647 h 693"/>
                  <a:gd name="T94" fmla="*/ 2147483647 w 345"/>
                  <a:gd name="T95" fmla="*/ 2147483647 h 693"/>
                  <a:gd name="T96" fmla="*/ 2147483647 w 345"/>
                  <a:gd name="T97" fmla="*/ 0 h 693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345"/>
                  <a:gd name="T148" fmla="*/ 0 h 693"/>
                  <a:gd name="T149" fmla="*/ 345 w 345"/>
                  <a:gd name="T150" fmla="*/ 693 h 693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345" h="693">
                    <a:moveTo>
                      <a:pt x="287" y="0"/>
                    </a:moveTo>
                    <a:lnTo>
                      <a:pt x="269" y="3"/>
                    </a:lnTo>
                    <a:lnTo>
                      <a:pt x="251" y="7"/>
                    </a:lnTo>
                    <a:lnTo>
                      <a:pt x="233" y="11"/>
                    </a:lnTo>
                    <a:lnTo>
                      <a:pt x="214" y="14"/>
                    </a:lnTo>
                    <a:lnTo>
                      <a:pt x="197" y="18"/>
                    </a:lnTo>
                    <a:lnTo>
                      <a:pt x="179" y="22"/>
                    </a:lnTo>
                    <a:lnTo>
                      <a:pt x="162" y="26"/>
                    </a:lnTo>
                    <a:lnTo>
                      <a:pt x="144" y="30"/>
                    </a:lnTo>
                    <a:lnTo>
                      <a:pt x="126" y="33"/>
                    </a:lnTo>
                    <a:lnTo>
                      <a:pt x="108" y="37"/>
                    </a:lnTo>
                    <a:lnTo>
                      <a:pt x="91" y="40"/>
                    </a:lnTo>
                    <a:lnTo>
                      <a:pt x="73" y="43"/>
                    </a:lnTo>
                    <a:lnTo>
                      <a:pt x="54" y="46"/>
                    </a:lnTo>
                    <a:lnTo>
                      <a:pt x="36" y="49"/>
                    </a:lnTo>
                    <a:lnTo>
                      <a:pt x="18" y="52"/>
                    </a:lnTo>
                    <a:lnTo>
                      <a:pt x="0" y="54"/>
                    </a:lnTo>
                    <a:lnTo>
                      <a:pt x="10" y="136"/>
                    </a:lnTo>
                    <a:lnTo>
                      <a:pt x="21" y="216"/>
                    </a:lnTo>
                    <a:lnTo>
                      <a:pt x="31" y="294"/>
                    </a:lnTo>
                    <a:lnTo>
                      <a:pt x="39" y="372"/>
                    </a:lnTo>
                    <a:lnTo>
                      <a:pt x="46" y="451"/>
                    </a:lnTo>
                    <a:lnTo>
                      <a:pt x="49" y="530"/>
                    </a:lnTo>
                    <a:lnTo>
                      <a:pt x="50" y="610"/>
                    </a:lnTo>
                    <a:lnTo>
                      <a:pt x="46" y="693"/>
                    </a:lnTo>
                    <a:lnTo>
                      <a:pt x="68" y="687"/>
                    </a:lnTo>
                    <a:lnTo>
                      <a:pt x="88" y="682"/>
                    </a:lnTo>
                    <a:lnTo>
                      <a:pt x="108" y="676"/>
                    </a:lnTo>
                    <a:lnTo>
                      <a:pt x="128" y="670"/>
                    </a:lnTo>
                    <a:lnTo>
                      <a:pt x="149" y="663"/>
                    </a:lnTo>
                    <a:lnTo>
                      <a:pt x="168" y="655"/>
                    </a:lnTo>
                    <a:lnTo>
                      <a:pt x="188" y="648"/>
                    </a:lnTo>
                    <a:lnTo>
                      <a:pt x="206" y="640"/>
                    </a:lnTo>
                    <a:lnTo>
                      <a:pt x="226" y="632"/>
                    </a:lnTo>
                    <a:lnTo>
                      <a:pt x="244" y="623"/>
                    </a:lnTo>
                    <a:lnTo>
                      <a:pt x="262" y="613"/>
                    </a:lnTo>
                    <a:lnTo>
                      <a:pt x="279" y="602"/>
                    </a:lnTo>
                    <a:lnTo>
                      <a:pt x="297" y="589"/>
                    </a:lnTo>
                    <a:lnTo>
                      <a:pt x="314" y="577"/>
                    </a:lnTo>
                    <a:lnTo>
                      <a:pt x="330" y="563"/>
                    </a:lnTo>
                    <a:lnTo>
                      <a:pt x="345" y="548"/>
                    </a:lnTo>
                    <a:lnTo>
                      <a:pt x="342" y="477"/>
                    </a:lnTo>
                    <a:lnTo>
                      <a:pt x="339" y="405"/>
                    </a:lnTo>
                    <a:lnTo>
                      <a:pt x="336" y="333"/>
                    </a:lnTo>
                    <a:lnTo>
                      <a:pt x="331" y="262"/>
                    </a:lnTo>
                    <a:lnTo>
                      <a:pt x="324" y="192"/>
                    </a:lnTo>
                    <a:lnTo>
                      <a:pt x="315" y="124"/>
                    </a:lnTo>
                    <a:lnTo>
                      <a:pt x="303" y="60"/>
                    </a:lnTo>
                    <a:lnTo>
                      <a:pt x="287" y="0"/>
                    </a:lnTo>
                    <a:close/>
                  </a:path>
                </a:pathLst>
              </a:custGeom>
              <a:solidFill>
                <a:srgbClr val="DDC6B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1" name="Freeform 58"/>
              <p:cNvSpPr>
                <a:spLocks/>
              </p:cNvSpPr>
              <p:nvPr/>
            </p:nvSpPr>
            <p:spPr bwMode="auto">
              <a:xfrm>
                <a:off x="1558925" y="1593851"/>
                <a:ext cx="104775" cy="206375"/>
              </a:xfrm>
              <a:custGeom>
                <a:avLst/>
                <a:gdLst>
                  <a:gd name="T0" fmla="*/ 2147483647 w 330"/>
                  <a:gd name="T1" fmla="*/ 0 h 649"/>
                  <a:gd name="T2" fmla="*/ 2147483647 w 330"/>
                  <a:gd name="T3" fmla="*/ 2147483647 h 649"/>
                  <a:gd name="T4" fmla="*/ 2147483647 w 330"/>
                  <a:gd name="T5" fmla="*/ 2147483647 h 649"/>
                  <a:gd name="T6" fmla="*/ 2147483647 w 330"/>
                  <a:gd name="T7" fmla="*/ 2147483647 h 649"/>
                  <a:gd name="T8" fmla="*/ 2147483647 w 330"/>
                  <a:gd name="T9" fmla="*/ 2147483647 h 649"/>
                  <a:gd name="T10" fmla="*/ 2147483647 w 330"/>
                  <a:gd name="T11" fmla="*/ 2147483647 h 649"/>
                  <a:gd name="T12" fmla="*/ 2147483647 w 330"/>
                  <a:gd name="T13" fmla="*/ 2147483647 h 649"/>
                  <a:gd name="T14" fmla="*/ 2147483647 w 330"/>
                  <a:gd name="T15" fmla="*/ 2147483647 h 649"/>
                  <a:gd name="T16" fmla="*/ 2147483647 w 330"/>
                  <a:gd name="T17" fmla="*/ 2147483647 h 649"/>
                  <a:gd name="T18" fmla="*/ 2147483647 w 330"/>
                  <a:gd name="T19" fmla="*/ 2147483647 h 649"/>
                  <a:gd name="T20" fmla="*/ 2147483647 w 330"/>
                  <a:gd name="T21" fmla="*/ 2147483647 h 649"/>
                  <a:gd name="T22" fmla="*/ 2147483647 w 330"/>
                  <a:gd name="T23" fmla="*/ 2147483647 h 649"/>
                  <a:gd name="T24" fmla="*/ 2147483647 w 330"/>
                  <a:gd name="T25" fmla="*/ 2147483647 h 649"/>
                  <a:gd name="T26" fmla="*/ 2147483647 w 330"/>
                  <a:gd name="T27" fmla="*/ 2147483647 h 649"/>
                  <a:gd name="T28" fmla="*/ 2147483647 w 330"/>
                  <a:gd name="T29" fmla="*/ 2147483647 h 649"/>
                  <a:gd name="T30" fmla="*/ 2147483647 w 330"/>
                  <a:gd name="T31" fmla="*/ 2147483647 h 649"/>
                  <a:gd name="T32" fmla="*/ 0 w 330"/>
                  <a:gd name="T33" fmla="*/ 2147483647 h 649"/>
                  <a:gd name="T34" fmla="*/ 2147483647 w 330"/>
                  <a:gd name="T35" fmla="*/ 2147483647 h 649"/>
                  <a:gd name="T36" fmla="*/ 2147483647 w 330"/>
                  <a:gd name="T37" fmla="*/ 2147483647 h 649"/>
                  <a:gd name="T38" fmla="*/ 2147483647 w 330"/>
                  <a:gd name="T39" fmla="*/ 2147483647 h 649"/>
                  <a:gd name="T40" fmla="*/ 2147483647 w 330"/>
                  <a:gd name="T41" fmla="*/ 2147483647 h 649"/>
                  <a:gd name="T42" fmla="*/ 2147483647 w 330"/>
                  <a:gd name="T43" fmla="*/ 2147483647 h 649"/>
                  <a:gd name="T44" fmla="*/ 2147483647 w 330"/>
                  <a:gd name="T45" fmla="*/ 2147483647 h 649"/>
                  <a:gd name="T46" fmla="*/ 2147483647 w 330"/>
                  <a:gd name="T47" fmla="*/ 2147483647 h 649"/>
                  <a:gd name="T48" fmla="*/ 2147483647 w 330"/>
                  <a:gd name="T49" fmla="*/ 2147483647 h 649"/>
                  <a:gd name="T50" fmla="*/ 2147483647 w 330"/>
                  <a:gd name="T51" fmla="*/ 2147483647 h 649"/>
                  <a:gd name="T52" fmla="*/ 2147483647 w 330"/>
                  <a:gd name="T53" fmla="*/ 2147483647 h 649"/>
                  <a:gd name="T54" fmla="*/ 2147483647 w 330"/>
                  <a:gd name="T55" fmla="*/ 2147483647 h 649"/>
                  <a:gd name="T56" fmla="*/ 2147483647 w 330"/>
                  <a:gd name="T57" fmla="*/ 2147483647 h 649"/>
                  <a:gd name="T58" fmla="*/ 2147483647 w 330"/>
                  <a:gd name="T59" fmla="*/ 2147483647 h 649"/>
                  <a:gd name="T60" fmla="*/ 2147483647 w 330"/>
                  <a:gd name="T61" fmla="*/ 2147483647 h 649"/>
                  <a:gd name="T62" fmla="*/ 2147483647 w 330"/>
                  <a:gd name="T63" fmla="*/ 2147483647 h 649"/>
                  <a:gd name="T64" fmla="*/ 2147483647 w 330"/>
                  <a:gd name="T65" fmla="*/ 2147483647 h 649"/>
                  <a:gd name="T66" fmla="*/ 2147483647 w 330"/>
                  <a:gd name="T67" fmla="*/ 2147483647 h 649"/>
                  <a:gd name="T68" fmla="*/ 2147483647 w 330"/>
                  <a:gd name="T69" fmla="*/ 2147483647 h 649"/>
                  <a:gd name="T70" fmla="*/ 2147483647 w 330"/>
                  <a:gd name="T71" fmla="*/ 2147483647 h 649"/>
                  <a:gd name="T72" fmla="*/ 2147483647 w 330"/>
                  <a:gd name="T73" fmla="*/ 2147483647 h 649"/>
                  <a:gd name="T74" fmla="*/ 2147483647 w 330"/>
                  <a:gd name="T75" fmla="*/ 2147483647 h 649"/>
                  <a:gd name="T76" fmla="*/ 2147483647 w 330"/>
                  <a:gd name="T77" fmla="*/ 2147483647 h 649"/>
                  <a:gd name="T78" fmla="*/ 2147483647 w 330"/>
                  <a:gd name="T79" fmla="*/ 2147483647 h 649"/>
                  <a:gd name="T80" fmla="*/ 2147483647 w 330"/>
                  <a:gd name="T81" fmla="*/ 2147483647 h 649"/>
                  <a:gd name="T82" fmla="*/ 2147483647 w 330"/>
                  <a:gd name="T83" fmla="*/ 2147483647 h 649"/>
                  <a:gd name="T84" fmla="*/ 2147483647 w 330"/>
                  <a:gd name="T85" fmla="*/ 2147483647 h 649"/>
                  <a:gd name="T86" fmla="*/ 2147483647 w 330"/>
                  <a:gd name="T87" fmla="*/ 2147483647 h 649"/>
                  <a:gd name="T88" fmla="*/ 2147483647 w 330"/>
                  <a:gd name="T89" fmla="*/ 2147483647 h 649"/>
                  <a:gd name="T90" fmla="*/ 2147483647 w 330"/>
                  <a:gd name="T91" fmla="*/ 2147483647 h 649"/>
                  <a:gd name="T92" fmla="*/ 2147483647 w 330"/>
                  <a:gd name="T93" fmla="*/ 2147483647 h 649"/>
                  <a:gd name="T94" fmla="*/ 2147483647 w 330"/>
                  <a:gd name="T95" fmla="*/ 2147483647 h 649"/>
                  <a:gd name="T96" fmla="*/ 2147483647 w 330"/>
                  <a:gd name="T97" fmla="*/ 0 h 64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330"/>
                  <a:gd name="T148" fmla="*/ 0 h 649"/>
                  <a:gd name="T149" fmla="*/ 330 w 330"/>
                  <a:gd name="T150" fmla="*/ 649 h 64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330" h="649">
                    <a:moveTo>
                      <a:pt x="271" y="0"/>
                    </a:moveTo>
                    <a:lnTo>
                      <a:pt x="254" y="3"/>
                    </a:lnTo>
                    <a:lnTo>
                      <a:pt x="237" y="7"/>
                    </a:lnTo>
                    <a:lnTo>
                      <a:pt x="220" y="10"/>
                    </a:lnTo>
                    <a:lnTo>
                      <a:pt x="203" y="14"/>
                    </a:lnTo>
                    <a:lnTo>
                      <a:pt x="186" y="17"/>
                    </a:lnTo>
                    <a:lnTo>
                      <a:pt x="169" y="21"/>
                    </a:lnTo>
                    <a:lnTo>
                      <a:pt x="153" y="25"/>
                    </a:lnTo>
                    <a:lnTo>
                      <a:pt x="136" y="29"/>
                    </a:lnTo>
                    <a:lnTo>
                      <a:pt x="119" y="32"/>
                    </a:lnTo>
                    <a:lnTo>
                      <a:pt x="102" y="35"/>
                    </a:lnTo>
                    <a:lnTo>
                      <a:pt x="86" y="38"/>
                    </a:lnTo>
                    <a:lnTo>
                      <a:pt x="69" y="41"/>
                    </a:lnTo>
                    <a:lnTo>
                      <a:pt x="52" y="44"/>
                    </a:lnTo>
                    <a:lnTo>
                      <a:pt x="34" y="46"/>
                    </a:lnTo>
                    <a:lnTo>
                      <a:pt x="17" y="49"/>
                    </a:lnTo>
                    <a:lnTo>
                      <a:pt x="0" y="51"/>
                    </a:lnTo>
                    <a:lnTo>
                      <a:pt x="10" y="128"/>
                    </a:lnTo>
                    <a:lnTo>
                      <a:pt x="20" y="203"/>
                    </a:lnTo>
                    <a:lnTo>
                      <a:pt x="30" y="277"/>
                    </a:lnTo>
                    <a:lnTo>
                      <a:pt x="38" y="349"/>
                    </a:lnTo>
                    <a:lnTo>
                      <a:pt x="45" y="422"/>
                    </a:lnTo>
                    <a:lnTo>
                      <a:pt x="50" y="495"/>
                    </a:lnTo>
                    <a:lnTo>
                      <a:pt x="50" y="571"/>
                    </a:lnTo>
                    <a:lnTo>
                      <a:pt x="47" y="649"/>
                    </a:lnTo>
                    <a:lnTo>
                      <a:pt x="66" y="644"/>
                    </a:lnTo>
                    <a:lnTo>
                      <a:pt x="86" y="638"/>
                    </a:lnTo>
                    <a:lnTo>
                      <a:pt x="105" y="633"/>
                    </a:lnTo>
                    <a:lnTo>
                      <a:pt x="125" y="628"/>
                    </a:lnTo>
                    <a:lnTo>
                      <a:pt x="144" y="622"/>
                    </a:lnTo>
                    <a:lnTo>
                      <a:pt x="162" y="615"/>
                    </a:lnTo>
                    <a:lnTo>
                      <a:pt x="180" y="609"/>
                    </a:lnTo>
                    <a:lnTo>
                      <a:pt x="198" y="602"/>
                    </a:lnTo>
                    <a:lnTo>
                      <a:pt x="217" y="594"/>
                    </a:lnTo>
                    <a:lnTo>
                      <a:pt x="234" y="585"/>
                    </a:lnTo>
                    <a:lnTo>
                      <a:pt x="251" y="576"/>
                    </a:lnTo>
                    <a:lnTo>
                      <a:pt x="267" y="566"/>
                    </a:lnTo>
                    <a:lnTo>
                      <a:pt x="284" y="555"/>
                    </a:lnTo>
                    <a:lnTo>
                      <a:pt x="300" y="543"/>
                    </a:lnTo>
                    <a:lnTo>
                      <a:pt x="315" y="530"/>
                    </a:lnTo>
                    <a:lnTo>
                      <a:pt x="330" y="515"/>
                    </a:lnTo>
                    <a:lnTo>
                      <a:pt x="326" y="447"/>
                    </a:lnTo>
                    <a:lnTo>
                      <a:pt x="322" y="380"/>
                    </a:lnTo>
                    <a:lnTo>
                      <a:pt x="318" y="312"/>
                    </a:lnTo>
                    <a:lnTo>
                      <a:pt x="313" y="245"/>
                    </a:lnTo>
                    <a:lnTo>
                      <a:pt x="307" y="180"/>
                    </a:lnTo>
                    <a:lnTo>
                      <a:pt x="298" y="117"/>
                    </a:lnTo>
                    <a:lnTo>
                      <a:pt x="287" y="57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E5CEB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2" name="Freeform 59"/>
              <p:cNvSpPr>
                <a:spLocks/>
              </p:cNvSpPr>
              <p:nvPr/>
            </p:nvSpPr>
            <p:spPr bwMode="auto">
              <a:xfrm>
                <a:off x="1563688" y="1593851"/>
                <a:ext cx="100012" cy="192088"/>
              </a:xfrm>
              <a:custGeom>
                <a:avLst/>
                <a:gdLst>
                  <a:gd name="T0" fmla="*/ 2147483647 w 315"/>
                  <a:gd name="T1" fmla="*/ 0 h 605"/>
                  <a:gd name="T2" fmla="*/ 2147483647 w 315"/>
                  <a:gd name="T3" fmla="*/ 2147483647 h 605"/>
                  <a:gd name="T4" fmla="*/ 2147483647 w 315"/>
                  <a:gd name="T5" fmla="*/ 2147483647 h 605"/>
                  <a:gd name="T6" fmla="*/ 2147483647 w 315"/>
                  <a:gd name="T7" fmla="*/ 2147483647 h 605"/>
                  <a:gd name="T8" fmla="*/ 2147483647 w 315"/>
                  <a:gd name="T9" fmla="*/ 2147483647 h 605"/>
                  <a:gd name="T10" fmla="*/ 2147483647 w 315"/>
                  <a:gd name="T11" fmla="*/ 2147483647 h 605"/>
                  <a:gd name="T12" fmla="*/ 2147483647 w 315"/>
                  <a:gd name="T13" fmla="*/ 2147483647 h 605"/>
                  <a:gd name="T14" fmla="*/ 2147483647 w 315"/>
                  <a:gd name="T15" fmla="*/ 2147483647 h 605"/>
                  <a:gd name="T16" fmla="*/ 2147483647 w 315"/>
                  <a:gd name="T17" fmla="*/ 2147483647 h 605"/>
                  <a:gd name="T18" fmla="*/ 2147483647 w 315"/>
                  <a:gd name="T19" fmla="*/ 2147483647 h 605"/>
                  <a:gd name="T20" fmla="*/ 2147483647 w 315"/>
                  <a:gd name="T21" fmla="*/ 2147483647 h 605"/>
                  <a:gd name="T22" fmla="*/ 2147483647 w 315"/>
                  <a:gd name="T23" fmla="*/ 2147483647 h 605"/>
                  <a:gd name="T24" fmla="*/ 2147483647 w 315"/>
                  <a:gd name="T25" fmla="*/ 2147483647 h 605"/>
                  <a:gd name="T26" fmla="*/ 2147483647 w 315"/>
                  <a:gd name="T27" fmla="*/ 2147483647 h 605"/>
                  <a:gd name="T28" fmla="*/ 2147483647 w 315"/>
                  <a:gd name="T29" fmla="*/ 2147483647 h 605"/>
                  <a:gd name="T30" fmla="*/ 2147483647 w 315"/>
                  <a:gd name="T31" fmla="*/ 2147483647 h 605"/>
                  <a:gd name="T32" fmla="*/ 0 w 315"/>
                  <a:gd name="T33" fmla="*/ 2147483647 h 605"/>
                  <a:gd name="T34" fmla="*/ 2147483647 w 315"/>
                  <a:gd name="T35" fmla="*/ 2147483647 h 605"/>
                  <a:gd name="T36" fmla="*/ 2147483647 w 315"/>
                  <a:gd name="T37" fmla="*/ 2147483647 h 605"/>
                  <a:gd name="T38" fmla="*/ 2147483647 w 315"/>
                  <a:gd name="T39" fmla="*/ 2147483647 h 605"/>
                  <a:gd name="T40" fmla="*/ 2147483647 w 315"/>
                  <a:gd name="T41" fmla="*/ 2147483647 h 605"/>
                  <a:gd name="T42" fmla="*/ 2147483647 w 315"/>
                  <a:gd name="T43" fmla="*/ 2147483647 h 605"/>
                  <a:gd name="T44" fmla="*/ 2147483647 w 315"/>
                  <a:gd name="T45" fmla="*/ 2147483647 h 605"/>
                  <a:gd name="T46" fmla="*/ 2147483647 w 315"/>
                  <a:gd name="T47" fmla="*/ 2147483647 h 605"/>
                  <a:gd name="T48" fmla="*/ 2147483647 w 315"/>
                  <a:gd name="T49" fmla="*/ 2147483647 h 605"/>
                  <a:gd name="T50" fmla="*/ 2147483647 w 315"/>
                  <a:gd name="T51" fmla="*/ 2147483647 h 605"/>
                  <a:gd name="T52" fmla="*/ 2147483647 w 315"/>
                  <a:gd name="T53" fmla="*/ 2147483647 h 605"/>
                  <a:gd name="T54" fmla="*/ 2147483647 w 315"/>
                  <a:gd name="T55" fmla="*/ 2147483647 h 605"/>
                  <a:gd name="T56" fmla="*/ 2147483647 w 315"/>
                  <a:gd name="T57" fmla="*/ 2147483647 h 605"/>
                  <a:gd name="T58" fmla="*/ 2147483647 w 315"/>
                  <a:gd name="T59" fmla="*/ 2147483647 h 605"/>
                  <a:gd name="T60" fmla="*/ 2147483647 w 315"/>
                  <a:gd name="T61" fmla="*/ 2147483647 h 605"/>
                  <a:gd name="T62" fmla="*/ 2147483647 w 315"/>
                  <a:gd name="T63" fmla="*/ 2147483647 h 605"/>
                  <a:gd name="T64" fmla="*/ 2147483647 w 315"/>
                  <a:gd name="T65" fmla="*/ 2147483647 h 605"/>
                  <a:gd name="T66" fmla="*/ 2147483647 w 315"/>
                  <a:gd name="T67" fmla="*/ 2147483647 h 605"/>
                  <a:gd name="T68" fmla="*/ 2147483647 w 315"/>
                  <a:gd name="T69" fmla="*/ 2147483647 h 605"/>
                  <a:gd name="T70" fmla="*/ 2147483647 w 315"/>
                  <a:gd name="T71" fmla="*/ 2147483647 h 605"/>
                  <a:gd name="T72" fmla="*/ 2147483647 w 315"/>
                  <a:gd name="T73" fmla="*/ 2147483647 h 605"/>
                  <a:gd name="T74" fmla="*/ 2147483647 w 315"/>
                  <a:gd name="T75" fmla="*/ 2147483647 h 605"/>
                  <a:gd name="T76" fmla="*/ 2147483647 w 315"/>
                  <a:gd name="T77" fmla="*/ 2147483647 h 605"/>
                  <a:gd name="T78" fmla="*/ 2147483647 w 315"/>
                  <a:gd name="T79" fmla="*/ 2147483647 h 605"/>
                  <a:gd name="T80" fmla="*/ 2147483647 w 315"/>
                  <a:gd name="T81" fmla="*/ 2147483647 h 605"/>
                  <a:gd name="T82" fmla="*/ 2147483647 w 315"/>
                  <a:gd name="T83" fmla="*/ 2147483647 h 605"/>
                  <a:gd name="T84" fmla="*/ 2147483647 w 315"/>
                  <a:gd name="T85" fmla="*/ 2147483647 h 605"/>
                  <a:gd name="T86" fmla="*/ 2147483647 w 315"/>
                  <a:gd name="T87" fmla="*/ 2147483647 h 605"/>
                  <a:gd name="T88" fmla="*/ 2147483647 w 315"/>
                  <a:gd name="T89" fmla="*/ 2147483647 h 605"/>
                  <a:gd name="T90" fmla="*/ 2147483647 w 315"/>
                  <a:gd name="T91" fmla="*/ 2147483647 h 605"/>
                  <a:gd name="T92" fmla="*/ 2147483647 w 315"/>
                  <a:gd name="T93" fmla="*/ 2147483647 h 605"/>
                  <a:gd name="T94" fmla="*/ 2147483647 w 315"/>
                  <a:gd name="T95" fmla="*/ 2147483647 h 605"/>
                  <a:gd name="T96" fmla="*/ 2147483647 w 315"/>
                  <a:gd name="T97" fmla="*/ 0 h 605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315"/>
                  <a:gd name="T148" fmla="*/ 0 h 605"/>
                  <a:gd name="T149" fmla="*/ 315 w 315"/>
                  <a:gd name="T150" fmla="*/ 605 h 605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315" h="605">
                    <a:moveTo>
                      <a:pt x="256" y="0"/>
                    </a:moveTo>
                    <a:lnTo>
                      <a:pt x="240" y="3"/>
                    </a:lnTo>
                    <a:lnTo>
                      <a:pt x="224" y="6"/>
                    </a:lnTo>
                    <a:lnTo>
                      <a:pt x="208" y="10"/>
                    </a:lnTo>
                    <a:lnTo>
                      <a:pt x="192" y="13"/>
                    </a:lnTo>
                    <a:lnTo>
                      <a:pt x="175" y="16"/>
                    </a:lnTo>
                    <a:lnTo>
                      <a:pt x="160" y="19"/>
                    </a:lnTo>
                    <a:lnTo>
                      <a:pt x="144" y="24"/>
                    </a:lnTo>
                    <a:lnTo>
                      <a:pt x="129" y="27"/>
                    </a:lnTo>
                    <a:lnTo>
                      <a:pt x="113" y="30"/>
                    </a:lnTo>
                    <a:lnTo>
                      <a:pt x="97" y="33"/>
                    </a:lnTo>
                    <a:lnTo>
                      <a:pt x="81" y="35"/>
                    </a:lnTo>
                    <a:lnTo>
                      <a:pt x="65" y="38"/>
                    </a:lnTo>
                    <a:lnTo>
                      <a:pt x="50" y="40"/>
                    </a:lnTo>
                    <a:lnTo>
                      <a:pt x="34" y="43"/>
                    </a:lnTo>
                    <a:lnTo>
                      <a:pt x="16" y="45"/>
                    </a:lnTo>
                    <a:lnTo>
                      <a:pt x="0" y="47"/>
                    </a:lnTo>
                    <a:lnTo>
                      <a:pt x="10" y="120"/>
                    </a:lnTo>
                    <a:lnTo>
                      <a:pt x="20" y="190"/>
                    </a:lnTo>
                    <a:lnTo>
                      <a:pt x="29" y="258"/>
                    </a:lnTo>
                    <a:lnTo>
                      <a:pt x="39" y="325"/>
                    </a:lnTo>
                    <a:lnTo>
                      <a:pt x="45" y="393"/>
                    </a:lnTo>
                    <a:lnTo>
                      <a:pt x="49" y="461"/>
                    </a:lnTo>
                    <a:lnTo>
                      <a:pt x="50" y="532"/>
                    </a:lnTo>
                    <a:lnTo>
                      <a:pt x="47" y="605"/>
                    </a:lnTo>
                    <a:lnTo>
                      <a:pt x="65" y="600"/>
                    </a:lnTo>
                    <a:lnTo>
                      <a:pt x="84" y="595"/>
                    </a:lnTo>
                    <a:lnTo>
                      <a:pt x="102" y="590"/>
                    </a:lnTo>
                    <a:lnTo>
                      <a:pt x="121" y="584"/>
                    </a:lnTo>
                    <a:lnTo>
                      <a:pt x="138" y="579"/>
                    </a:lnTo>
                    <a:lnTo>
                      <a:pt x="156" y="573"/>
                    </a:lnTo>
                    <a:lnTo>
                      <a:pt x="173" y="567"/>
                    </a:lnTo>
                    <a:lnTo>
                      <a:pt x="191" y="561"/>
                    </a:lnTo>
                    <a:lnTo>
                      <a:pt x="208" y="554"/>
                    </a:lnTo>
                    <a:lnTo>
                      <a:pt x="224" y="546"/>
                    </a:lnTo>
                    <a:lnTo>
                      <a:pt x="240" y="538"/>
                    </a:lnTo>
                    <a:lnTo>
                      <a:pt x="256" y="528"/>
                    </a:lnTo>
                    <a:lnTo>
                      <a:pt x="272" y="517"/>
                    </a:lnTo>
                    <a:lnTo>
                      <a:pt x="287" y="506"/>
                    </a:lnTo>
                    <a:lnTo>
                      <a:pt x="301" y="494"/>
                    </a:lnTo>
                    <a:lnTo>
                      <a:pt x="315" y="481"/>
                    </a:lnTo>
                    <a:lnTo>
                      <a:pt x="310" y="416"/>
                    </a:lnTo>
                    <a:lnTo>
                      <a:pt x="306" y="352"/>
                    </a:lnTo>
                    <a:lnTo>
                      <a:pt x="301" y="288"/>
                    </a:lnTo>
                    <a:lnTo>
                      <a:pt x="296" y="226"/>
                    </a:lnTo>
                    <a:lnTo>
                      <a:pt x="290" y="167"/>
                    </a:lnTo>
                    <a:lnTo>
                      <a:pt x="281" y="109"/>
                    </a:lnTo>
                    <a:lnTo>
                      <a:pt x="271" y="53"/>
                    </a:lnTo>
                    <a:lnTo>
                      <a:pt x="256" y="0"/>
                    </a:lnTo>
                    <a:close/>
                  </a:path>
                </a:pathLst>
              </a:custGeom>
              <a:solidFill>
                <a:srgbClr val="EAD3C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3" name="Freeform 60"/>
              <p:cNvSpPr>
                <a:spLocks/>
              </p:cNvSpPr>
              <p:nvPr/>
            </p:nvSpPr>
            <p:spPr bwMode="auto">
              <a:xfrm>
                <a:off x="1533525" y="1633538"/>
                <a:ext cx="115887" cy="225425"/>
              </a:xfrm>
              <a:custGeom>
                <a:avLst/>
                <a:gdLst>
                  <a:gd name="T0" fmla="*/ 2147483647 w 363"/>
                  <a:gd name="T1" fmla="*/ 0 h 712"/>
                  <a:gd name="T2" fmla="*/ 2147483647 w 363"/>
                  <a:gd name="T3" fmla="*/ 2147483647 h 712"/>
                  <a:gd name="T4" fmla="*/ 2147483647 w 363"/>
                  <a:gd name="T5" fmla="*/ 2147483647 h 712"/>
                  <a:gd name="T6" fmla="*/ 2147483647 w 363"/>
                  <a:gd name="T7" fmla="*/ 2147483647 h 712"/>
                  <a:gd name="T8" fmla="*/ 2147483647 w 363"/>
                  <a:gd name="T9" fmla="*/ 2147483647 h 712"/>
                  <a:gd name="T10" fmla="*/ 2147483647 w 363"/>
                  <a:gd name="T11" fmla="*/ 2147483647 h 712"/>
                  <a:gd name="T12" fmla="*/ 2147483647 w 363"/>
                  <a:gd name="T13" fmla="*/ 2147483647 h 712"/>
                  <a:gd name="T14" fmla="*/ 2147483647 w 363"/>
                  <a:gd name="T15" fmla="*/ 2147483647 h 712"/>
                  <a:gd name="T16" fmla="*/ 2147483647 w 363"/>
                  <a:gd name="T17" fmla="*/ 2147483647 h 712"/>
                  <a:gd name="T18" fmla="*/ 0 w 363"/>
                  <a:gd name="T19" fmla="*/ 2147483647 h 712"/>
                  <a:gd name="T20" fmla="*/ 2147483647 w 363"/>
                  <a:gd name="T21" fmla="*/ 2147483647 h 712"/>
                  <a:gd name="T22" fmla="*/ 2147483647 w 363"/>
                  <a:gd name="T23" fmla="*/ 2147483647 h 712"/>
                  <a:gd name="T24" fmla="*/ 2147483647 w 363"/>
                  <a:gd name="T25" fmla="*/ 0 h 71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63"/>
                  <a:gd name="T40" fmla="*/ 0 h 712"/>
                  <a:gd name="T41" fmla="*/ 363 w 363"/>
                  <a:gd name="T42" fmla="*/ 712 h 71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63" h="712">
                    <a:moveTo>
                      <a:pt x="326" y="0"/>
                    </a:moveTo>
                    <a:lnTo>
                      <a:pt x="354" y="223"/>
                    </a:lnTo>
                    <a:lnTo>
                      <a:pt x="363" y="518"/>
                    </a:lnTo>
                    <a:lnTo>
                      <a:pt x="360" y="557"/>
                    </a:lnTo>
                    <a:lnTo>
                      <a:pt x="284" y="611"/>
                    </a:lnTo>
                    <a:lnTo>
                      <a:pt x="157" y="675"/>
                    </a:lnTo>
                    <a:lnTo>
                      <a:pt x="48" y="712"/>
                    </a:lnTo>
                    <a:lnTo>
                      <a:pt x="37" y="514"/>
                    </a:lnTo>
                    <a:lnTo>
                      <a:pt x="16" y="263"/>
                    </a:lnTo>
                    <a:lnTo>
                      <a:pt x="0" y="80"/>
                    </a:lnTo>
                    <a:lnTo>
                      <a:pt x="163" y="37"/>
                    </a:lnTo>
                    <a:lnTo>
                      <a:pt x="292" y="7"/>
                    </a:lnTo>
                    <a:lnTo>
                      <a:pt x="326" y="0"/>
                    </a:lnTo>
                    <a:close/>
                  </a:path>
                </a:pathLst>
              </a:custGeom>
              <a:solidFill>
                <a:srgbClr val="00495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4" name="Freeform 61"/>
              <p:cNvSpPr>
                <a:spLocks/>
              </p:cNvSpPr>
              <p:nvPr/>
            </p:nvSpPr>
            <p:spPr bwMode="auto">
              <a:xfrm>
                <a:off x="1536700" y="1638301"/>
                <a:ext cx="109537" cy="215900"/>
              </a:xfrm>
              <a:custGeom>
                <a:avLst/>
                <a:gdLst>
                  <a:gd name="T0" fmla="*/ 2147483647 w 346"/>
                  <a:gd name="T1" fmla="*/ 2147483647 h 679"/>
                  <a:gd name="T2" fmla="*/ 2147483647 w 346"/>
                  <a:gd name="T3" fmla="*/ 2147483647 h 679"/>
                  <a:gd name="T4" fmla="*/ 2147483647 w 346"/>
                  <a:gd name="T5" fmla="*/ 2147483647 h 679"/>
                  <a:gd name="T6" fmla="*/ 2147483647 w 346"/>
                  <a:gd name="T7" fmla="*/ 2147483647 h 679"/>
                  <a:gd name="T8" fmla="*/ 2147483647 w 346"/>
                  <a:gd name="T9" fmla="*/ 2147483647 h 679"/>
                  <a:gd name="T10" fmla="*/ 2147483647 w 346"/>
                  <a:gd name="T11" fmla="*/ 2147483647 h 679"/>
                  <a:gd name="T12" fmla="*/ 2147483647 w 346"/>
                  <a:gd name="T13" fmla="*/ 2147483647 h 679"/>
                  <a:gd name="T14" fmla="*/ 2147483647 w 346"/>
                  <a:gd name="T15" fmla="*/ 2147483647 h 679"/>
                  <a:gd name="T16" fmla="*/ 2147483647 w 346"/>
                  <a:gd name="T17" fmla="*/ 2147483647 h 679"/>
                  <a:gd name="T18" fmla="*/ 2147483647 w 346"/>
                  <a:gd name="T19" fmla="*/ 2147483647 h 679"/>
                  <a:gd name="T20" fmla="*/ 2147483647 w 346"/>
                  <a:gd name="T21" fmla="*/ 2147483647 h 679"/>
                  <a:gd name="T22" fmla="*/ 2147483647 w 346"/>
                  <a:gd name="T23" fmla="*/ 2147483647 h 679"/>
                  <a:gd name="T24" fmla="*/ 2147483647 w 346"/>
                  <a:gd name="T25" fmla="*/ 2147483647 h 679"/>
                  <a:gd name="T26" fmla="*/ 2147483647 w 346"/>
                  <a:gd name="T27" fmla="*/ 2147483647 h 679"/>
                  <a:gd name="T28" fmla="*/ 2147483647 w 346"/>
                  <a:gd name="T29" fmla="*/ 2147483647 h 679"/>
                  <a:gd name="T30" fmla="*/ 2147483647 w 346"/>
                  <a:gd name="T31" fmla="*/ 2147483647 h 679"/>
                  <a:gd name="T32" fmla="*/ 2147483647 w 346"/>
                  <a:gd name="T33" fmla="*/ 2147483647 h 679"/>
                  <a:gd name="T34" fmla="*/ 2147483647 w 346"/>
                  <a:gd name="T35" fmla="*/ 2147483647 h 679"/>
                  <a:gd name="T36" fmla="*/ 2147483647 w 346"/>
                  <a:gd name="T37" fmla="*/ 2147483647 h 679"/>
                  <a:gd name="T38" fmla="*/ 2147483647 w 346"/>
                  <a:gd name="T39" fmla="*/ 2147483647 h 679"/>
                  <a:gd name="T40" fmla="*/ 2147483647 w 346"/>
                  <a:gd name="T41" fmla="*/ 2147483647 h 679"/>
                  <a:gd name="T42" fmla="*/ 2147483647 w 346"/>
                  <a:gd name="T43" fmla="*/ 2147483647 h 679"/>
                  <a:gd name="T44" fmla="*/ 2147483647 w 346"/>
                  <a:gd name="T45" fmla="*/ 2147483647 h 679"/>
                  <a:gd name="T46" fmla="*/ 2147483647 w 346"/>
                  <a:gd name="T47" fmla="*/ 2147483647 h 679"/>
                  <a:gd name="T48" fmla="*/ 2147483647 w 346"/>
                  <a:gd name="T49" fmla="*/ 2147483647 h 679"/>
                  <a:gd name="T50" fmla="*/ 2147483647 w 346"/>
                  <a:gd name="T51" fmla="*/ 2147483647 h 679"/>
                  <a:gd name="T52" fmla="*/ 2147483647 w 346"/>
                  <a:gd name="T53" fmla="*/ 2147483647 h 679"/>
                  <a:gd name="T54" fmla="*/ 2147483647 w 346"/>
                  <a:gd name="T55" fmla="*/ 2147483647 h 679"/>
                  <a:gd name="T56" fmla="*/ 2147483647 w 346"/>
                  <a:gd name="T57" fmla="*/ 2147483647 h 679"/>
                  <a:gd name="T58" fmla="*/ 2147483647 w 346"/>
                  <a:gd name="T59" fmla="*/ 2147483647 h 679"/>
                  <a:gd name="T60" fmla="*/ 2147483647 w 346"/>
                  <a:gd name="T61" fmla="*/ 2147483647 h 679"/>
                  <a:gd name="T62" fmla="*/ 2147483647 w 346"/>
                  <a:gd name="T63" fmla="*/ 2147483647 h 679"/>
                  <a:gd name="T64" fmla="*/ 2147483647 w 346"/>
                  <a:gd name="T65" fmla="*/ 2147483647 h 679"/>
                  <a:gd name="T66" fmla="*/ 2147483647 w 346"/>
                  <a:gd name="T67" fmla="*/ 2147483647 h 679"/>
                  <a:gd name="T68" fmla="*/ 2147483647 w 346"/>
                  <a:gd name="T69" fmla="*/ 2147483647 h 679"/>
                  <a:gd name="T70" fmla="*/ 2147483647 w 346"/>
                  <a:gd name="T71" fmla="*/ 0 h 679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46"/>
                  <a:gd name="T109" fmla="*/ 0 h 679"/>
                  <a:gd name="T110" fmla="*/ 346 w 346"/>
                  <a:gd name="T111" fmla="*/ 679 h 679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46" h="679">
                    <a:moveTo>
                      <a:pt x="312" y="0"/>
                    </a:moveTo>
                    <a:lnTo>
                      <a:pt x="319" y="53"/>
                    </a:lnTo>
                    <a:lnTo>
                      <a:pt x="325" y="106"/>
                    </a:lnTo>
                    <a:lnTo>
                      <a:pt x="331" y="158"/>
                    </a:lnTo>
                    <a:lnTo>
                      <a:pt x="338" y="211"/>
                    </a:lnTo>
                    <a:lnTo>
                      <a:pt x="340" y="282"/>
                    </a:lnTo>
                    <a:lnTo>
                      <a:pt x="342" y="354"/>
                    </a:lnTo>
                    <a:lnTo>
                      <a:pt x="344" y="425"/>
                    </a:lnTo>
                    <a:lnTo>
                      <a:pt x="346" y="497"/>
                    </a:lnTo>
                    <a:lnTo>
                      <a:pt x="345" y="506"/>
                    </a:lnTo>
                    <a:lnTo>
                      <a:pt x="345" y="515"/>
                    </a:lnTo>
                    <a:lnTo>
                      <a:pt x="344" y="525"/>
                    </a:lnTo>
                    <a:lnTo>
                      <a:pt x="343" y="535"/>
                    </a:lnTo>
                    <a:lnTo>
                      <a:pt x="334" y="541"/>
                    </a:lnTo>
                    <a:lnTo>
                      <a:pt x="325" y="548"/>
                    </a:lnTo>
                    <a:lnTo>
                      <a:pt x="316" y="554"/>
                    </a:lnTo>
                    <a:lnTo>
                      <a:pt x="307" y="560"/>
                    </a:lnTo>
                    <a:lnTo>
                      <a:pt x="297" y="567"/>
                    </a:lnTo>
                    <a:lnTo>
                      <a:pt x="288" y="573"/>
                    </a:lnTo>
                    <a:lnTo>
                      <a:pt x="279" y="580"/>
                    </a:lnTo>
                    <a:lnTo>
                      <a:pt x="269" y="586"/>
                    </a:lnTo>
                    <a:lnTo>
                      <a:pt x="254" y="595"/>
                    </a:lnTo>
                    <a:lnTo>
                      <a:pt x="239" y="602"/>
                    </a:lnTo>
                    <a:lnTo>
                      <a:pt x="224" y="610"/>
                    </a:lnTo>
                    <a:lnTo>
                      <a:pt x="209" y="617"/>
                    </a:lnTo>
                    <a:lnTo>
                      <a:pt x="194" y="625"/>
                    </a:lnTo>
                    <a:lnTo>
                      <a:pt x="178" y="633"/>
                    </a:lnTo>
                    <a:lnTo>
                      <a:pt x="163" y="640"/>
                    </a:lnTo>
                    <a:lnTo>
                      <a:pt x="148" y="648"/>
                    </a:lnTo>
                    <a:lnTo>
                      <a:pt x="135" y="652"/>
                    </a:lnTo>
                    <a:lnTo>
                      <a:pt x="122" y="655"/>
                    </a:lnTo>
                    <a:lnTo>
                      <a:pt x="108" y="659"/>
                    </a:lnTo>
                    <a:lnTo>
                      <a:pt x="96" y="664"/>
                    </a:lnTo>
                    <a:lnTo>
                      <a:pt x="83" y="668"/>
                    </a:lnTo>
                    <a:lnTo>
                      <a:pt x="70" y="671"/>
                    </a:lnTo>
                    <a:lnTo>
                      <a:pt x="57" y="675"/>
                    </a:lnTo>
                    <a:lnTo>
                      <a:pt x="44" y="679"/>
                    </a:lnTo>
                    <a:lnTo>
                      <a:pt x="41" y="632"/>
                    </a:lnTo>
                    <a:lnTo>
                      <a:pt x="38" y="585"/>
                    </a:lnTo>
                    <a:lnTo>
                      <a:pt x="34" y="540"/>
                    </a:lnTo>
                    <a:lnTo>
                      <a:pt x="31" y="493"/>
                    </a:lnTo>
                    <a:lnTo>
                      <a:pt x="26" y="432"/>
                    </a:lnTo>
                    <a:lnTo>
                      <a:pt x="22" y="371"/>
                    </a:lnTo>
                    <a:lnTo>
                      <a:pt x="17" y="311"/>
                    </a:lnTo>
                    <a:lnTo>
                      <a:pt x="12" y="250"/>
                    </a:lnTo>
                    <a:lnTo>
                      <a:pt x="9" y="206"/>
                    </a:lnTo>
                    <a:lnTo>
                      <a:pt x="6" y="162"/>
                    </a:lnTo>
                    <a:lnTo>
                      <a:pt x="3" y="118"/>
                    </a:lnTo>
                    <a:lnTo>
                      <a:pt x="0" y="74"/>
                    </a:lnTo>
                    <a:lnTo>
                      <a:pt x="19" y="68"/>
                    </a:lnTo>
                    <a:lnTo>
                      <a:pt x="39" y="63"/>
                    </a:lnTo>
                    <a:lnTo>
                      <a:pt x="58" y="58"/>
                    </a:lnTo>
                    <a:lnTo>
                      <a:pt x="77" y="53"/>
                    </a:lnTo>
                    <a:lnTo>
                      <a:pt x="96" y="48"/>
                    </a:lnTo>
                    <a:lnTo>
                      <a:pt x="116" y="43"/>
                    </a:lnTo>
                    <a:lnTo>
                      <a:pt x="135" y="38"/>
                    </a:lnTo>
                    <a:lnTo>
                      <a:pt x="154" y="33"/>
                    </a:lnTo>
                    <a:lnTo>
                      <a:pt x="169" y="29"/>
                    </a:lnTo>
                    <a:lnTo>
                      <a:pt x="185" y="25"/>
                    </a:lnTo>
                    <a:lnTo>
                      <a:pt x="201" y="21"/>
                    </a:lnTo>
                    <a:lnTo>
                      <a:pt x="216" y="17"/>
                    </a:lnTo>
                    <a:lnTo>
                      <a:pt x="232" y="13"/>
                    </a:lnTo>
                    <a:lnTo>
                      <a:pt x="247" y="10"/>
                    </a:lnTo>
                    <a:lnTo>
                      <a:pt x="262" y="6"/>
                    </a:lnTo>
                    <a:lnTo>
                      <a:pt x="278" y="3"/>
                    </a:lnTo>
                    <a:lnTo>
                      <a:pt x="282" y="3"/>
                    </a:lnTo>
                    <a:lnTo>
                      <a:pt x="287" y="2"/>
                    </a:lnTo>
                    <a:lnTo>
                      <a:pt x="291" y="2"/>
                    </a:lnTo>
                    <a:lnTo>
                      <a:pt x="295" y="1"/>
                    </a:lnTo>
                    <a:lnTo>
                      <a:pt x="300" y="1"/>
                    </a:lnTo>
                    <a:lnTo>
                      <a:pt x="304" y="1"/>
                    </a:lnTo>
                    <a:lnTo>
                      <a:pt x="308" y="0"/>
                    </a:lnTo>
                    <a:lnTo>
                      <a:pt x="312" y="0"/>
                    </a:lnTo>
                    <a:close/>
                  </a:path>
                </a:pathLst>
              </a:custGeom>
              <a:solidFill>
                <a:srgbClr val="0051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5" name="Freeform 62"/>
              <p:cNvSpPr>
                <a:spLocks/>
              </p:cNvSpPr>
              <p:nvPr/>
            </p:nvSpPr>
            <p:spPr bwMode="auto">
              <a:xfrm>
                <a:off x="1539875" y="1643063"/>
                <a:ext cx="104775" cy="204788"/>
              </a:xfrm>
              <a:custGeom>
                <a:avLst/>
                <a:gdLst>
                  <a:gd name="T0" fmla="*/ 2147483647 w 330"/>
                  <a:gd name="T1" fmla="*/ 2147483647 h 647"/>
                  <a:gd name="T2" fmla="*/ 2147483647 w 330"/>
                  <a:gd name="T3" fmla="*/ 2147483647 h 647"/>
                  <a:gd name="T4" fmla="*/ 2147483647 w 330"/>
                  <a:gd name="T5" fmla="*/ 2147483647 h 647"/>
                  <a:gd name="T6" fmla="*/ 2147483647 w 330"/>
                  <a:gd name="T7" fmla="*/ 2147483647 h 647"/>
                  <a:gd name="T8" fmla="*/ 2147483647 w 330"/>
                  <a:gd name="T9" fmla="*/ 2147483647 h 647"/>
                  <a:gd name="T10" fmla="*/ 2147483647 w 330"/>
                  <a:gd name="T11" fmla="*/ 2147483647 h 647"/>
                  <a:gd name="T12" fmla="*/ 2147483647 w 330"/>
                  <a:gd name="T13" fmla="*/ 2147483647 h 647"/>
                  <a:gd name="T14" fmla="*/ 2147483647 w 330"/>
                  <a:gd name="T15" fmla="*/ 2147483647 h 647"/>
                  <a:gd name="T16" fmla="*/ 2147483647 w 330"/>
                  <a:gd name="T17" fmla="*/ 2147483647 h 647"/>
                  <a:gd name="T18" fmla="*/ 2147483647 w 330"/>
                  <a:gd name="T19" fmla="*/ 2147483647 h 647"/>
                  <a:gd name="T20" fmla="*/ 2147483647 w 330"/>
                  <a:gd name="T21" fmla="*/ 2147483647 h 647"/>
                  <a:gd name="T22" fmla="*/ 2147483647 w 330"/>
                  <a:gd name="T23" fmla="*/ 2147483647 h 647"/>
                  <a:gd name="T24" fmla="*/ 2147483647 w 330"/>
                  <a:gd name="T25" fmla="*/ 2147483647 h 647"/>
                  <a:gd name="T26" fmla="*/ 2147483647 w 330"/>
                  <a:gd name="T27" fmla="*/ 2147483647 h 647"/>
                  <a:gd name="T28" fmla="*/ 2147483647 w 330"/>
                  <a:gd name="T29" fmla="*/ 2147483647 h 647"/>
                  <a:gd name="T30" fmla="*/ 2147483647 w 330"/>
                  <a:gd name="T31" fmla="*/ 2147483647 h 647"/>
                  <a:gd name="T32" fmla="*/ 2147483647 w 330"/>
                  <a:gd name="T33" fmla="*/ 2147483647 h 647"/>
                  <a:gd name="T34" fmla="*/ 2147483647 w 330"/>
                  <a:gd name="T35" fmla="*/ 2147483647 h 647"/>
                  <a:gd name="T36" fmla="*/ 2147483647 w 330"/>
                  <a:gd name="T37" fmla="*/ 2147483647 h 647"/>
                  <a:gd name="T38" fmla="*/ 2147483647 w 330"/>
                  <a:gd name="T39" fmla="*/ 2147483647 h 647"/>
                  <a:gd name="T40" fmla="*/ 2147483647 w 330"/>
                  <a:gd name="T41" fmla="*/ 2147483647 h 647"/>
                  <a:gd name="T42" fmla="*/ 2147483647 w 330"/>
                  <a:gd name="T43" fmla="*/ 2147483647 h 647"/>
                  <a:gd name="T44" fmla="*/ 2147483647 w 330"/>
                  <a:gd name="T45" fmla="*/ 2147483647 h 647"/>
                  <a:gd name="T46" fmla="*/ 2147483647 w 330"/>
                  <a:gd name="T47" fmla="*/ 2147483647 h 647"/>
                  <a:gd name="T48" fmla="*/ 2147483647 w 330"/>
                  <a:gd name="T49" fmla="*/ 2147483647 h 647"/>
                  <a:gd name="T50" fmla="*/ 2147483647 w 330"/>
                  <a:gd name="T51" fmla="*/ 2147483647 h 647"/>
                  <a:gd name="T52" fmla="*/ 2147483647 w 330"/>
                  <a:gd name="T53" fmla="*/ 2147483647 h 647"/>
                  <a:gd name="T54" fmla="*/ 2147483647 w 330"/>
                  <a:gd name="T55" fmla="*/ 2147483647 h 647"/>
                  <a:gd name="T56" fmla="*/ 2147483647 w 330"/>
                  <a:gd name="T57" fmla="*/ 2147483647 h 647"/>
                  <a:gd name="T58" fmla="*/ 2147483647 w 330"/>
                  <a:gd name="T59" fmla="*/ 2147483647 h 647"/>
                  <a:gd name="T60" fmla="*/ 2147483647 w 330"/>
                  <a:gd name="T61" fmla="*/ 2147483647 h 647"/>
                  <a:gd name="T62" fmla="*/ 2147483647 w 330"/>
                  <a:gd name="T63" fmla="*/ 2147483647 h 647"/>
                  <a:gd name="T64" fmla="*/ 2147483647 w 330"/>
                  <a:gd name="T65" fmla="*/ 0 h 647"/>
                  <a:gd name="T66" fmla="*/ 2147483647 w 330"/>
                  <a:gd name="T67" fmla="*/ 0 h 647"/>
                  <a:gd name="T68" fmla="*/ 2147483647 w 330"/>
                  <a:gd name="T69" fmla="*/ 0 h 647"/>
                  <a:gd name="T70" fmla="*/ 2147483647 w 330"/>
                  <a:gd name="T71" fmla="*/ 2147483647 h 64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30"/>
                  <a:gd name="T109" fmla="*/ 0 h 647"/>
                  <a:gd name="T110" fmla="*/ 330 w 330"/>
                  <a:gd name="T111" fmla="*/ 647 h 647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30" h="647">
                    <a:moveTo>
                      <a:pt x="298" y="2"/>
                    </a:moveTo>
                    <a:lnTo>
                      <a:pt x="304" y="52"/>
                    </a:lnTo>
                    <a:lnTo>
                      <a:pt x="310" y="102"/>
                    </a:lnTo>
                    <a:lnTo>
                      <a:pt x="316" y="151"/>
                    </a:lnTo>
                    <a:lnTo>
                      <a:pt x="322" y="201"/>
                    </a:lnTo>
                    <a:lnTo>
                      <a:pt x="324" y="270"/>
                    </a:lnTo>
                    <a:lnTo>
                      <a:pt x="326" y="338"/>
                    </a:lnTo>
                    <a:lnTo>
                      <a:pt x="328" y="407"/>
                    </a:lnTo>
                    <a:lnTo>
                      <a:pt x="330" y="476"/>
                    </a:lnTo>
                    <a:lnTo>
                      <a:pt x="329" y="485"/>
                    </a:lnTo>
                    <a:lnTo>
                      <a:pt x="329" y="494"/>
                    </a:lnTo>
                    <a:lnTo>
                      <a:pt x="328" y="503"/>
                    </a:lnTo>
                    <a:lnTo>
                      <a:pt x="327" y="513"/>
                    </a:lnTo>
                    <a:lnTo>
                      <a:pt x="318" y="519"/>
                    </a:lnTo>
                    <a:lnTo>
                      <a:pt x="310" y="526"/>
                    </a:lnTo>
                    <a:lnTo>
                      <a:pt x="301" y="532"/>
                    </a:lnTo>
                    <a:lnTo>
                      <a:pt x="292" y="538"/>
                    </a:lnTo>
                    <a:lnTo>
                      <a:pt x="283" y="544"/>
                    </a:lnTo>
                    <a:lnTo>
                      <a:pt x="274" y="550"/>
                    </a:lnTo>
                    <a:lnTo>
                      <a:pt x="266" y="556"/>
                    </a:lnTo>
                    <a:lnTo>
                      <a:pt x="256" y="562"/>
                    </a:lnTo>
                    <a:lnTo>
                      <a:pt x="241" y="569"/>
                    </a:lnTo>
                    <a:lnTo>
                      <a:pt x="227" y="577"/>
                    </a:lnTo>
                    <a:lnTo>
                      <a:pt x="212" y="585"/>
                    </a:lnTo>
                    <a:lnTo>
                      <a:pt x="198" y="593"/>
                    </a:lnTo>
                    <a:lnTo>
                      <a:pt x="183" y="600"/>
                    </a:lnTo>
                    <a:lnTo>
                      <a:pt x="167" y="608"/>
                    </a:lnTo>
                    <a:lnTo>
                      <a:pt x="153" y="615"/>
                    </a:lnTo>
                    <a:lnTo>
                      <a:pt x="138" y="623"/>
                    </a:lnTo>
                    <a:lnTo>
                      <a:pt x="126" y="626"/>
                    </a:lnTo>
                    <a:lnTo>
                      <a:pt x="114" y="629"/>
                    </a:lnTo>
                    <a:lnTo>
                      <a:pt x="101" y="632"/>
                    </a:lnTo>
                    <a:lnTo>
                      <a:pt x="89" y="635"/>
                    </a:lnTo>
                    <a:lnTo>
                      <a:pt x="77" y="638"/>
                    </a:lnTo>
                    <a:lnTo>
                      <a:pt x="65" y="641"/>
                    </a:lnTo>
                    <a:lnTo>
                      <a:pt x="53" y="644"/>
                    </a:lnTo>
                    <a:lnTo>
                      <a:pt x="41" y="647"/>
                    </a:lnTo>
                    <a:lnTo>
                      <a:pt x="37" y="604"/>
                    </a:lnTo>
                    <a:lnTo>
                      <a:pt x="34" y="560"/>
                    </a:lnTo>
                    <a:lnTo>
                      <a:pt x="31" y="517"/>
                    </a:lnTo>
                    <a:lnTo>
                      <a:pt x="27" y="473"/>
                    </a:lnTo>
                    <a:lnTo>
                      <a:pt x="22" y="414"/>
                    </a:lnTo>
                    <a:lnTo>
                      <a:pt x="17" y="355"/>
                    </a:lnTo>
                    <a:lnTo>
                      <a:pt x="13" y="297"/>
                    </a:lnTo>
                    <a:lnTo>
                      <a:pt x="8" y="238"/>
                    </a:lnTo>
                    <a:lnTo>
                      <a:pt x="6" y="196"/>
                    </a:lnTo>
                    <a:lnTo>
                      <a:pt x="4" y="154"/>
                    </a:lnTo>
                    <a:lnTo>
                      <a:pt x="2" y="112"/>
                    </a:lnTo>
                    <a:lnTo>
                      <a:pt x="0" y="70"/>
                    </a:lnTo>
                    <a:lnTo>
                      <a:pt x="18" y="65"/>
                    </a:lnTo>
                    <a:lnTo>
                      <a:pt x="36" y="59"/>
                    </a:lnTo>
                    <a:lnTo>
                      <a:pt x="54" y="54"/>
                    </a:lnTo>
                    <a:lnTo>
                      <a:pt x="72" y="49"/>
                    </a:lnTo>
                    <a:lnTo>
                      <a:pt x="90" y="44"/>
                    </a:lnTo>
                    <a:lnTo>
                      <a:pt x="109" y="38"/>
                    </a:lnTo>
                    <a:lnTo>
                      <a:pt x="126" y="33"/>
                    </a:lnTo>
                    <a:lnTo>
                      <a:pt x="144" y="28"/>
                    </a:lnTo>
                    <a:lnTo>
                      <a:pt x="159" y="25"/>
                    </a:lnTo>
                    <a:lnTo>
                      <a:pt x="174" y="21"/>
                    </a:lnTo>
                    <a:lnTo>
                      <a:pt x="190" y="18"/>
                    </a:lnTo>
                    <a:lnTo>
                      <a:pt x="205" y="14"/>
                    </a:lnTo>
                    <a:lnTo>
                      <a:pt x="219" y="10"/>
                    </a:lnTo>
                    <a:lnTo>
                      <a:pt x="234" y="7"/>
                    </a:lnTo>
                    <a:lnTo>
                      <a:pt x="249" y="3"/>
                    </a:lnTo>
                    <a:lnTo>
                      <a:pt x="265" y="0"/>
                    </a:lnTo>
                    <a:lnTo>
                      <a:pt x="269" y="0"/>
                    </a:lnTo>
                    <a:lnTo>
                      <a:pt x="273" y="0"/>
                    </a:lnTo>
                    <a:lnTo>
                      <a:pt x="277" y="0"/>
                    </a:lnTo>
                    <a:lnTo>
                      <a:pt x="282" y="0"/>
                    </a:lnTo>
                    <a:lnTo>
                      <a:pt x="286" y="0"/>
                    </a:lnTo>
                    <a:lnTo>
                      <a:pt x="290" y="1"/>
                    </a:lnTo>
                    <a:lnTo>
                      <a:pt x="294" y="1"/>
                    </a:lnTo>
                    <a:lnTo>
                      <a:pt x="298" y="2"/>
                    </a:lnTo>
                    <a:close/>
                  </a:path>
                </a:pathLst>
              </a:custGeom>
              <a:solidFill>
                <a:srgbClr val="005B7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6" name="Freeform 63"/>
              <p:cNvSpPr>
                <a:spLocks/>
              </p:cNvSpPr>
              <p:nvPr/>
            </p:nvSpPr>
            <p:spPr bwMode="auto">
              <a:xfrm>
                <a:off x="1543050" y="1646238"/>
                <a:ext cx="100012" cy="196850"/>
              </a:xfrm>
              <a:custGeom>
                <a:avLst/>
                <a:gdLst>
                  <a:gd name="T0" fmla="*/ 2147483647 w 315"/>
                  <a:gd name="T1" fmla="*/ 2147483647 h 618"/>
                  <a:gd name="T2" fmla="*/ 2147483647 w 315"/>
                  <a:gd name="T3" fmla="*/ 2147483647 h 618"/>
                  <a:gd name="T4" fmla="*/ 2147483647 w 315"/>
                  <a:gd name="T5" fmla="*/ 2147483647 h 618"/>
                  <a:gd name="T6" fmla="*/ 2147483647 w 315"/>
                  <a:gd name="T7" fmla="*/ 2147483647 h 618"/>
                  <a:gd name="T8" fmla="*/ 2147483647 w 315"/>
                  <a:gd name="T9" fmla="*/ 2147483647 h 618"/>
                  <a:gd name="T10" fmla="*/ 2147483647 w 315"/>
                  <a:gd name="T11" fmla="*/ 2147483647 h 618"/>
                  <a:gd name="T12" fmla="*/ 2147483647 w 315"/>
                  <a:gd name="T13" fmla="*/ 2147483647 h 618"/>
                  <a:gd name="T14" fmla="*/ 2147483647 w 315"/>
                  <a:gd name="T15" fmla="*/ 2147483647 h 618"/>
                  <a:gd name="T16" fmla="*/ 2147483647 w 315"/>
                  <a:gd name="T17" fmla="*/ 2147483647 h 618"/>
                  <a:gd name="T18" fmla="*/ 2147483647 w 315"/>
                  <a:gd name="T19" fmla="*/ 2147483647 h 618"/>
                  <a:gd name="T20" fmla="*/ 2147483647 w 315"/>
                  <a:gd name="T21" fmla="*/ 2147483647 h 618"/>
                  <a:gd name="T22" fmla="*/ 2147483647 w 315"/>
                  <a:gd name="T23" fmla="*/ 2147483647 h 618"/>
                  <a:gd name="T24" fmla="*/ 2147483647 w 315"/>
                  <a:gd name="T25" fmla="*/ 2147483647 h 618"/>
                  <a:gd name="T26" fmla="*/ 2147483647 w 315"/>
                  <a:gd name="T27" fmla="*/ 2147483647 h 618"/>
                  <a:gd name="T28" fmla="*/ 2147483647 w 315"/>
                  <a:gd name="T29" fmla="*/ 2147483647 h 618"/>
                  <a:gd name="T30" fmla="*/ 2147483647 w 315"/>
                  <a:gd name="T31" fmla="*/ 2147483647 h 618"/>
                  <a:gd name="T32" fmla="*/ 2147483647 w 315"/>
                  <a:gd name="T33" fmla="*/ 2147483647 h 618"/>
                  <a:gd name="T34" fmla="*/ 2147483647 w 315"/>
                  <a:gd name="T35" fmla="*/ 2147483647 h 618"/>
                  <a:gd name="T36" fmla="*/ 2147483647 w 315"/>
                  <a:gd name="T37" fmla="*/ 2147483647 h 618"/>
                  <a:gd name="T38" fmla="*/ 2147483647 w 315"/>
                  <a:gd name="T39" fmla="*/ 2147483647 h 618"/>
                  <a:gd name="T40" fmla="*/ 2147483647 w 315"/>
                  <a:gd name="T41" fmla="*/ 2147483647 h 618"/>
                  <a:gd name="T42" fmla="*/ 2147483647 w 315"/>
                  <a:gd name="T43" fmla="*/ 2147483647 h 618"/>
                  <a:gd name="T44" fmla="*/ 2147483647 w 315"/>
                  <a:gd name="T45" fmla="*/ 2147483647 h 618"/>
                  <a:gd name="T46" fmla="*/ 2147483647 w 315"/>
                  <a:gd name="T47" fmla="*/ 2147483647 h 618"/>
                  <a:gd name="T48" fmla="*/ 2147483647 w 315"/>
                  <a:gd name="T49" fmla="*/ 2147483647 h 618"/>
                  <a:gd name="T50" fmla="*/ 2147483647 w 315"/>
                  <a:gd name="T51" fmla="*/ 2147483647 h 618"/>
                  <a:gd name="T52" fmla="*/ 2147483647 w 315"/>
                  <a:gd name="T53" fmla="*/ 2147483647 h 618"/>
                  <a:gd name="T54" fmla="*/ 2147483647 w 315"/>
                  <a:gd name="T55" fmla="*/ 2147483647 h 618"/>
                  <a:gd name="T56" fmla="*/ 2147483647 w 315"/>
                  <a:gd name="T57" fmla="*/ 2147483647 h 618"/>
                  <a:gd name="T58" fmla="*/ 2147483647 w 315"/>
                  <a:gd name="T59" fmla="*/ 2147483647 h 618"/>
                  <a:gd name="T60" fmla="*/ 2147483647 w 315"/>
                  <a:gd name="T61" fmla="*/ 2147483647 h 618"/>
                  <a:gd name="T62" fmla="*/ 2147483647 w 315"/>
                  <a:gd name="T63" fmla="*/ 2147483647 h 618"/>
                  <a:gd name="T64" fmla="*/ 2147483647 w 315"/>
                  <a:gd name="T65" fmla="*/ 2147483647 h 618"/>
                  <a:gd name="T66" fmla="*/ 2147483647 w 315"/>
                  <a:gd name="T67" fmla="*/ 2147483647 h 618"/>
                  <a:gd name="T68" fmla="*/ 2147483647 w 315"/>
                  <a:gd name="T69" fmla="*/ 2147483647 h 618"/>
                  <a:gd name="T70" fmla="*/ 2147483647 w 315"/>
                  <a:gd name="T71" fmla="*/ 2147483647 h 618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15"/>
                  <a:gd name="T109" fmla="*/ 0 h 618"/>
                  <a:gd name="T110" fmla="*/ 315 w 315"/>
                  <a:gd name="T111" fmla="*/ 618 h 618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15" h="618">
                    <a:moveTo>
                      <a:pt x="285" y="7"/>
                    </a:moveTo>
                    <a:lnTo>
                      <a:pt x="291" y="53"/>
                    </a:lnTo>
                    <a:lnTo>
                      <a:pt x="296" y="100"/>
                    </a:lnTo>
                    <a:lnTo>
                      <a:pt x="302" y="147"/>
                    </a:lnTo>
                    <a:lnTo>
                      <a:pt x="307" y="193"/>
                    </a:lnTo>
                    <a:lnTo>
                      <a:pt x="309" y="259"/>
                    </a:lnTo>
                    <a:lnTo>
                      <a:pt x="311" y="326"/>
                    </a:lnTo>
                    <a:lnTo>
                      <a:pt x="313" y="393"/>
                    </a:lnTo>
                    <a:lnTo>
                      <a:pt x="315" y="459"/>
                    </a:lnTo>
                    <a:lnTo>
                      <a:pt x="314" y="467"/>
                    </a:lnTo>
                    <a:lnTo>
                      <a:pt x="314" y="476"/>
                    </a:lnTo>
                    <a:lnTo>
                      <a:pt x="313" y="485"/>
                    </a:lnTo>
                    <a:lnTo>
                      <a:pt x="312" y="493"/>
                    </a:lnTo>
                    <a:lnTo>
                      <a:pt x="303" y="500"/>
                    </a:lnTo>
                    <a:lnTo>
                      <a:pt x="295" y="506"/>
                    </a:lnTo>
                    <a:lnTo>
                      <a:pt x="286" y="512"/>
                    </a:lnTo>
                    <a:lnTo>
                      <a:pt x="278" y="518"/>
                    </a:lnTo>
                    <a:lnTo>
                      <a:pt x="270" y="524"/>
                    </a:lnTo>
                    <a:lnTo>
                      <a:pt x="261" y="530"/>
                    </a:lnTo>
                    <a:lnTo>
                      <a:pt x="253" y="536"/>
                    </a:lnTo>
                    <a:lnTo>
                      <a:pt x="243" y="542"/>
                    </a:lnTo>
                    <a:lnTo>
                      <a:pt x="229" y="549"/>
                    </a:lnTo>
                    <a:lnTo>
                      <a:pt x="215" y="556"/>
                    </a:lnTo>
                    <a:lnTo>
                      <a:pt x="201" y="563"/>
                    </a:lnTo>
                    <a:lnTo>
                      <a:pt x="187" y="571"/>
                    </a:lnTo>
                    <a:lnTo>
                      <a:pt x="172" y="579"/>
                    </a:lnTo>
                    <a:lnTo>
                      <a:pt x="158" y="586"/>
                    </a:lnTo>
                    <a:lnTo>
                      <a:pt x="144" y="593"/>
                    </a:lnTo>
                    <a:lnTo>
                      <a:pt x="130" y="600"/>
                    </a:lnTo>
                    <a:lnTo>
                      <a:pt x="119" y="602"/>
                    </a:lnTo>
                    <a:lnTo>
                      <a:pt x="107" y="604"/>
                    </a:lnTo>
                    <a:lnTo>
                      <a:pt x="96" y="607"/>
                    </a:lnTo>
                    <a:lnTo>
                      <a:pt x="84" y="609"/>
                    </a:lnTo>
                    <a:lnTo>
                      <a:pt x="73" y="611"/>
                    </a:lnTo>
                    <a:lnTo>
                      <a:pt x="61" y="613"/>
                    </a:lnTo>
                    <a:lnTo>
                      <a:pt x="50" y="616"/>
                    </a:lnTo>
                    <a:lnTo>
                      <a:pt x="38" y="618"/>
                    </a:lnTo>
                    <a:lnTo>
                      <a:pt x="34" y="578"/>
                    </a:lnTo>
                    <a:lnTo>
                      <a:pt x="31" y="537"/>
                    </a:lnTo>
                    <a:lnTo>
                      <a:pt x="27" y="497"/>
                    </a:lnTo>
                    <a:lnTo>
                      <a:pt x="23" y="456"/>
                    </a:lnTo>
                    <a:lnTo>
                      <a:pt x="19" y="399"/>
                    </a:lnTo>
                    <a:lnTo>
                      <a:pt x="13" y="342"/>
                    </a:lnTo>
                    <a:lnTo>
                      <a:pt x="9" y="287"/>
                    </a:lnTo>
                    <a:lnTo>
                      <a:pt x="5" y="230"/>
                    </a:lnTo>
                    <a:lnTo>
                      <a:pt x="4" y="189"/>
                    </a:lnTo>
                    <a:lnTo>
                      <a:pt x="3" y="149"/>
                    </a:lnTo>
                    <a:lnTo>
                      <a:pt x="1" y="109"/>
                    </a:lnTo>
                    <a:lnTo>
                      <a:pt x="0" y="68"/>
                    </a:lnTo>
                    <a:lnTo>
                      <a:pt x="18" y="63"/>
                    </a:lnTo>
                    <a:lnTo>
                      <a:pt x="35" y="58"/>
                    </a:lnTo>
                    <a:lnTo>
                      <a:pt x="51" y="53"/>
                    </a:lnTo>
                    <a:lnTo>
                      <a:pt x="68" y="47"/>
                    </a:lnTo>
                    <a:lnTo>
                      <a:pt x="85" y="42"/>
                    </a:lnTo>
                    <a:lnTo>
                      <a:pt x="102" y="37"/>
                    </a:lnTo>
                    <a:lnTo>
                      <a:pt x="119" y="32"/>
                    </a:lnTo>
                    <a:lnTo>
                      <a:pt x="136" y="27"/>
                    </a:lnTo>
                    <a:lnTo>
                      <a:pt x="150" y="24"/>
                    </a:lnTo>
                    <a:lnTo>
                      <a:pt x="165" y="20"/>
                    </a:lnTo>
                    <a:lnTo>
                      <a:pt x="180" y="17"/>
                    </a:lnTo>
                    <a:lnTo>
                      <a:pt x="194" y="13"/>
                    </a:lnTo>
                    <a:lnTo>
                      <a:pt x="208" y="10"/>
                    </a:lnTo>
                    <a:lnTo>
                      <a:pt x="223" y="7"/>
                    </a:lnTo>
                    <a:lnTo>
                      <a:pt x="237" y="3"/>
                    </a:lnTo>
                    <a:lnTo>
                      <a:pt x="252" y="0"/>
                    </a:lnTo>
                    <a:lnTo>
                      <a:pt x="256" y="1"/>
                    </a:lnTo>
                    <a:lnTo>
                      <a:pt x="260" y="2"/>
                    </a:lnTo>
                    <a:lnTo>
                      <a:pt x="264" y="3"/>
                    </a:lnTo>
                    <a:lnTo>
                      <a:pt x="269" y="4"/>
                    </a:lnTo>
                    <a:lnTo>
                      <a:pt x="273" y="5"/>
                    </a:lnTo>
                    <a:lnTo>
                      <a:pt x="277" y="5"/>
                    </a:lnTo>
                    <a:lnTo>
                      <a:pt x="281" y="6"/>
                    </a:lnTo>
                    <a:lnTo>
                      <a:pt x="285" y="7"/>
                    </a:lnTo>
                    <a:close/>
                  </a:path>
                </a:pathLst>
              </a:custGeom>
              <a:solidFill>
                <a:srgbClr val="00638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7" name="Freeform 64"/>
              <p:cNvSpPr>
                <a:spLocks/>
              </p:cNvSpPr>
              <p:nvPr/>
            </p:nvSpPr>
            <p:spPr bwMode="auto">
              <a:xfrm>
                <a:off x="1546225" y="1651001"/>
                <a:ext cx="93662" cy="187325"/>
              </a:xfrm>
              <a:custGeom>
                <a:avLst/>
                <a:gdLst>
                  <a:gd name="T0" fmla="*/ 2147483647 w 298"/>
                  <a:gd name="T1" fmla="*/ 2147483647 h 590"/>
                  <a:gd name="T2" fmla="*/ 2147483647 w 298"/>
                  <a:gd name="T3" fmla="*/ 2147483647 h 590"/>
                  <a:gd name="T4" fmla="*/ 2147483647 w 298"/>
                  <a:gd name="T5" fmla="*/ 2147483647 h 590"/>
                  <a:gd name="T6" fmla="*/ 2147483647 w 298"/>
                  <a:gd name="T7" fmla="*/ 2147483647 h 590"/>
                  <a:gd name="T8" fmla="*/ 2147483647 w 298"/>
                  <a:gd name="T9" fmla="*/ 2147483647 h 590"/>
                  <a:gd name="T10" fmla="*/ 2147483647 w 298"/>
                  <a:gd name="T11" fmla="*/ 2147483647 h 590"/>
                  <a:gd name="T12" fmla="*/ 2147483647 w 298"/>
                  <a:gd name="T13" fmla="*/ 2147483647 h 590"/>
                  <a:gd name="T14" fmla="*/ 2147483647 w 298"/>
                  <a:gd name="T15" fmla="*/ 2147483647 h 590"/>
                  <a:gd name="T16" fmla="*/ 2147483647 w 298"/>
                  <a:gd name="T17" fmla="*/ 2147483647 h 590"/>
                  <a:gd name="T18" fmla="*/ 2147483647 w 298"/>
                  <a:gd name="T19" fmla="*/ 2147483647 h 590"/>
                  <a:gd name="T20" fmla="*/ 2147483647 w 298"/>
                  <a:gd name="T21" fmla="*/ 2147483647 h 590"/>
                  <a:gd name="T22" fmla="*/ 2147483647 w 298"/>
                  <a:gd name="T23" fmla="*/ 2147483647 h 590"/>
                  <a:gd name="T24" fmla="*/ 2147483647 w 298"/>
                  <a:gd name="T25" fmla="*/ 2147483647 h 590"/>
                  <a:gd name="T26" fmla="*/ 2147483647 w 298"/>
                  <a:gd name="T27" fmla="*/ 2147483647 h 590"/>
                  <a:gd name="T28" fmla="*/ 2147483647 w 298"/>
                  <a:gd name="T29" fmla="*/ 2147483647 h 590"/>
                  <a:gd name="T30" fmla="*/ 2147483647 w 298"/>
                  <a:gd name="T31" fmla="*/ 2147483647 h 590"/>
                  <a:gd name="T32" fmla="*/ 2147483647 w 298"/>
                  <a:gd name="T33" fmla="*/ 2147483647 h 590"/>
                  <a:gd name="T34" fmla="*/ 2147483647 w 298"/>
                  <a:gd name="T35" fmla="*/ 2147483647 h 590"/>
                  <a:gd name="T36" fmla="*/ 2147483647 w 298"/>
                  <a:gd name="T37" fmla="*/ 2147483647 h 590"/>
                  <a:gd name="T38" fmla="*/ 2147483647 w 298"/>
                  <a:gd name="T39" fmla="*/ 2147483647 h 590"/>
                  <a:gd name="T40" fmla="*/ 2147483647 w 298"/>
                  <a:gd name="T41" fmla="*/ 2147483647 h 590"/>
                  <a:gd name="T42" fmla="*/ 2147483647 w 298"/>
                  <a:gd name="T43" fmla="*/ 2147483647 h 590"/>
                  <a:gd name="T44" fmla="*/ 0 w 298"/>
                  <a:gd name="T45" fmla="*/ 2147483647 h 590"/>
                  <a:gd name="T46" fmla="*/ 0 w 298"/>
                  <a:gd name="T47" fmla="*/ 2147483647 h 590"/>
                  <a:gd name="T48" fmla="*/ 2147483647 w 298"/>
                  <a:gd name="T49" fmla="*/ 2147483647 h 590"/>
                  <a:gd name="T50" fmla="*/ 2147483647 w 298"/>
                  <a:gd name="T51" fmla="*/ 2147483647 h 590"/>
                  <a:gd name="T52" fmla="*/ 2147483647 w 298"/>
                  <a:gd name="T53" fmla="*/ 2147483647 h 590"/>
                  <a:gd name="T54" fmla="*/ 2147483647 w 298"/>
                  <a:gd name="T55" fmla="*/ 2147483647 h 590"/>
                  <a:gd name="T56" fmla="*/ 2147483647 w 298"/>
                  <a:gd name="T57" fmla="*/ 2147483647 h 590"/>
                  <a:gd name="T58" fmla="*/ 2147483647 w 298"/>
                  <a:gd name="T59" fmla="*/ 2147483647 h 590"/>
                  <a:gd name="T60" fmla="*/ 2147483647 w 298"/>
                  <a:gd name="T61" fmla="*/ 2147483647 h 590"/>
                  <a:gd name="T62" fmla="*/ 2147483647 w 298"/>
                  <a:gd name="T63" fmla="*/ 2147483647 h 590"/>
                  <a:gd name="T64" fmla="*/ 2147483647 w 298"/>
                  <a:gd name="T65" fmla="*/ 2147483647 h 590"/>
                  <a:gd name="T66" fmla="*/ 2147483647 w 298"/>
                  <a:gd name="T67" fmla="*/ 2147483647 h 590"/>
                  <a:gd name="T68" fmla="*/ 2147483647 w 298"/>
                  <a:gd name="T69" fmla="*/ 2147483647 h 590"/>
                  <a:gd name="T70" fmla="*/ 2147483647 w 298"/>
                  <a:gd name="T71" fmla="*/ 2147483647 h 590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98"/>
                  <a:gd name="T109" fmla="*/ 0 h 590"/>
                  <a:gd name="T110" fmla="*/ 298 w 298"/>
                  <a:gd name="T111" fmla="*/ 590 h 590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98" h="590">
                    <a:moveTo>
                      <a:pt x="271" y="12"/>
                    </a:moveTo>
                    <a:lnTo>
                      <a:pt x="276" y="55"/>
                    </a:lnTo>
                    <a:lnTo>
                      <a:pt x="281" y="99"/>
                    </a:lnTo>
                    <a:lnTo>
                      <a:pt x="286" y="143"/>
                    </a:lnTo>
                    <a:lnTo>
                      <a:pt x="291" y="186"/>
                    </a:lnTo>
                    <a:lnTo>
                      <a:pt x="293" y="250"/>
                    </a:lnTo>
                    <a:lnTo>
                      <a:pt x="295" y="314"/>
                    </a:lnTo>
                    <a:lnTo>
                      <a:pt x="296" y="378"/>
                    </a:lnTo>
                    <a:lnTo>
                      <a:pt x="298" y="442"/>
                    </a:lnTo>
                    <a:lnTo>
                      <a:pt x="298" y="450"/>
                    </a:lnTo>
                    <a:lnTo>
                      <a:pt x="297" y="458"/>
                    </a:lnTo>
                    <a:lnTo>
                      <a:pt x="297" y="467"/>
                    </a:lnTo>
                    <a:lnTo>
                      <a:pt x="296" y="475"/>
                    </a:lnTo>
                    <a:lnTo>
                      <a:pt x="288" y="481"/>
                    </a:lnTo>
                    <a:lnTo>
                      <a:pt x="280" y="487"/>
                    </a:lnTo>
                    <a:lnTo>
                      <a:pt x="271" y="493"/>
                    </a:lnTo>
                    <a:lnTo>
                      <a:pt x="263" y="498"/>
                    </a:lnTo>
                    <a:lnTo>
                      <a:pt x="255" y="504"/>
                    </a:lnTo>
                    <a:lnTo>
                      <a:pt x="247" y="510"/>
                    </a:lnTo>
                    <a:lnTo>
                      <a:pt x="238" y="515"/>
                    </a:lnTo>
                    <a:lnTo>
                      <a:pt x="230" y="521"/>
                    </a:lnTo>
                    <a:lnTo>
                      <a:pt x="217" y="528"/>
                    </a:lnTo>
                    <a:lnTo>
                      <a:pt x="203" y="535"/>
                    </a:lnTo>
                    <a:lnTo>
                      <a:pt x="190" y="542"/>
                    </a:lnTo>
                    <a:lnTo>
                      <a:pt x="176" y="549"/>
                    </a:lnTo>
                    <a:lnTo>
                      <a:pt x="162" y="557"/>
                    </a:lnTo>
                    <a:lnTo>
                      <a:pt x="148" y="564"/>
                    </a:lnTo>
                    <a:lnTo>
                      <a:pt x="135" y="571"/>
                    </a:lnTo>
                    <a:lnTo>
                      <a:pt x="121" y="578"/>
                    </a:lnTo>
                    <a:lnTo>
                      <a:pt x="110" y="579"/>
                    </a:lnTo>
                    <a:lnTo>
                      <a:pt x="100" y="581"/>
                    </a:lnTo>
                    <a:lnTo>
                      <a:pt x="89" y="582"/>
                    </a:lnTo>
                    <a:lnTo>
                      <a:pt x="78" y="584"/>
                    </a:lnTo>
                    <a:lnTo>
                      <a:pt x="67" y="585"/>
                    </a:lnTo>
                    <a:lnTo>
                      <a:pt x="56" y="587"/>
                    </a:lnTo>
                    <a:lnTo>
                      <a:pt x="46" y="588"/>
                    </a:lnTo>
                    <a:lnTo>
                      <a:pt x="35" y="590"/>
                    </a:lnTo>
                    <a:lnTo>
                      <a:pt x="31" y="552"/>
                    </a:lnTo>
                    <a:lnTo>
                      <a:pt x="26" y="514"/>
                    </a:lnTo>
                    <a:lnTo>
                      <a:pt x="22" y="476"/>
                    </a:lnTo>
                    <a:lnTo>
                      <a:pt x="18" y="439"/>
                    </a:lnTo>
                    <a:lnTo>
                      <a:pt x="14" y="384"/>
                    </a:lnTo>
                    <a:lnTo>
                      <a:pt x="10" y="329"/>
                    </a:lnTo>
                    <a:lnTo>
                      <a:pt x="4" y="275"/>
                    </a:lnTo>
                    <a:lnTo>
                      <a:pt x="0" y="221"/>
                    </a:lnTo>
                    <a:lnTo>
                      <a:pt x="0" y="182"/>
                    </a:lnTo>
                    <a:lnTo>
                      <a:pt x="0" y="144"/>
                    </a:lnTo>
                    <a:lnTo>
                      <a:pt x="0" y="105"/>
                    </a:lnTo>
                    <a:lnTo>
                      <a:pt x="0" y="66"/>
                    </a:lnTo>
                    <a:lnTo>
                      <a:pt x="17" y="61"/>
                    </a:lnTo>
                    <a:lnTo>
                      <a:pt x="32" y="56"/>
                    </a:lnTo>
                    <a:lnTo>
                      <a:pt x="48" y="51"/>
                    </a:lnTo>
                    <a:lnTo>
                      <a:pt x="63" y="46"/>
                    </a:lnTo>
                    <a:lnTo>
                      <a:pt x="79" y="41"/>
                    </a:lnTo>
                    <a:lnTo>
                      <a:pt x="95" y="36"/>
                    </a:lnTo>
                    <a:lnTo>
                      <a:pt x="111" y="31"/>
                    </a:lnTo>
                    <a:lnTo>
                      <a:pt x="126" y="26"/>
                    </a:lnTo>
                    <a:lnTo>
                      <a:pt x="140" y="23"/>
                    </a:lnTo>
                    <a:lnTo>
                      <a:pt x="154" y="19"/>
                    </a:lnTo>
                    <a:lnTo>
                      <a:pt x="168" y="16"/>
                    </a:lnTo>
                    <a:lnTo>
                      <a:pt x="182" y="13"/>
                    </a:lnTo>
                    <a:lnTo>
                      <a:pt x="196" y="10"/>
                    </a:lnTo>
                    <a:lnTo>
                      <a:pt x="209" y="7"/>
                    </a:lnTo>
                    <a:lnTo>
                      <a:pt x="223" y="3"/>
                    </a:lnTo>
                    <a:lnTo>
                      <a:pt x="237" y="0"/>
                    </a:lnTo>
                    <a:lnTo>
                      <a:pt x="242" y="1"/>
                    </a:lnTo>
                    <a:lnTo>
                      <a:pt x="246" y="3"/>
                    </a:lnTo>
                    <a:lnTo>
                      <a:pt x="250" y="4"/>
                    </a:lnTo>
                    <a:lnTo>
                      <a:pt x="255" y="6"/>
                    </a:lnTo>
                    <a:lnTo>
                      <a:pt x="259" y="7"/>
                    </a:lnTo>
                    <a:lnTo>
                      <a:pt x="263" y="9"/>
                    </a:lnTo>
                    <a:lnTo>
                      <a:pt x="267" y="10"/>
                    </a:lnTo>
                    <a:lnTo>
                      <a:pt x="271" y="12"/>
                    </a:lnTo>
                    <a:close/>
                  </a:path>
                </a:pathLst>
              </a:custGeom>
              <a:solidFill>
                <a:srgbClr val="006B9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8" name="Freeform 65"/>
              <p:cNvSpPr>
                <a:spLocks/>
              </p:cNvSpPr>
              <p:nvPr/>
            </p:nvSpPr>
            <p:spPr bwMode="auto">
              <a:xfrm>
                <a:off x="1547813" y="1654176"/>
                <a:ext cx="90487" cy="177800"/>
              </a:xfrm>
              <a:custGeom>
                <a:avLst/>
                <a:gdLst>
                  <a:gd name="T0" fmla="*/ 2147483647 w 286"/>
                  <a:gd name="T1" fmla="*/ 2147483647 h 561"/>
                  <a:gd name="T2" fmla="*/ 2147483647 w 286"/>
                  <a:gd name="T3" fmla="*/ 2147483647 h 561"/>
                  <a:gd name="T4" fmla="*/ 2147483647 w 286"/>
                  <a:gd name="T5" fmla="*/ 2147483647 h 561"/>
                  <a:gd name="T6" fmla="*/ 2147483647 w 286"/>
                  <a:gd name="T7" fmla="*/ 2147483647 h 561"/>
                  <a:gd name="T8" fmla="*/ 2147483647 w 286"/>
                  <a:gd name="T9" fmla="*/ 2147483647 h 561"/>
                  <a:gd name="T10" fmla="*/ 2147483647 w 286"/>
                  <a:gd name="T11" fmla="*/ 2147483647 h 561"/>
                  <a:gd name="T12" fmla="*/ 2147483647 w 286"/>
                  <a:gd name="T13" fmla="*/ 2147483647 h 561"/>
                  <a:gd name="T14" fmla="*/ 2147483647 w 286"/>
                  <a:gd name="T15" fmla="*/ 2147483647 h 561"/>
                  <a:gd name="T16" fmla="*/ 2147483647 w 286"/>
                  <a:gd name="T17" fmla="*/ 2147483647 h 561"/>
                  <a:gd name="T18" fmla="*/ 2147483647 w 286"/>
                  <a:gd name="T19" fmla="*/ 2147483647 h 561"/>
                  <a:gd name="T20" fmla="*/ 2147483647 w 286"/>
                  <a:gd name="T21" fmla="*/ 2147483647 h 561"/>
                  <a:gd name="T22" fmla="*/ 2147483647 w 286"/>
                  <a:gd name="T23" fmla="*/ 2147483647 h 561"/>
                  <a:gd name="T24" fmla="*/ 2147483647 w 286"/>
                  <a:gd name="T25" fmla="*/ 2147483647 h 561"/>
                  <a:gd name="T26" fmla="*/ 2147483647 w 286"/>
                  <a:gd name="T27" fmla="*/ 2147483647 h 561"/>
                  <a:gd name="T28" fmla="*/ 2147483647 w 286"/>
                  <a:gd name="T29" fmla="*/ 2147483647 h 561"/>
                  <a:gd name="T30" fmla="*/ 2147483647 w 286"/>
                  <a:gd name="T31" fmla="*/ 2147483647 h 561"/>
                  <a:gd name="T32" fmla="*/ 2147483647 w 286"/>
                  <a:gd name="T33" fmla="*/ 2147483647 h 561"/>
                  <a:gd name="T34" fmla="*/ 2147483647 w 286"/>
                  <a:gd name="T35" fmla="*/ 2147483647 h 561"/>
                  <a:gd name="T36" fmla="*/ 2147483647 w 286"/>
                  <a:gd name="T37" fmla="*/ 2147483647 h 561"/>
                  <a:gd name="T38" fmla="*/ 2147483647 w 286"/>
                  <a:gd name="T39" fmla="*/ 2147483647 h 561"/>
                  <a:gd name="T40" fmla="*/ 2147483647 w 286"/>
                  <a:gd name="T41" fmla="*/ 2147483647 h 561"/>
                  <a:gd name="T42" fmla="*/ 2147483647 w 286"/>
                  <a:gd name="T43" fmla="*/ 2147483647 h 561"/>
                  <a:gd name="T44" fmla="*/ 2147483647 w 286"/>
                  <a:gd name="T45" fmla="*/ 2147483647 h 561"/>
                  <a:gd name="T46" fmla="*/ 2147483647 w 286"/>
                  <a:gd name="T47" fmla="*/ 2147483647 h 561"/>
                  <a:gd name="T48" fmla="*/ 2147483647 w 286"/>
                  <a:gd name="T49" fmla="*/ 2147483647 h 561"/>
                  <a:gd name="T50" fmla="*/ 2147483647 w 286"/>
                  <a:gd name="T51" fmla="*/ 2147483647 h 561"/>
                  <a:gd name="T52" fmla="*/ 2147483647 w 286"/>
                  <a:gd name="T53" fmla="*/ 2147483647 h 561"/>
                  <a:gd name="T54" fmla="*/ 2147483647 w 286"/>
                  <a:gd name="T55" fmla="*/ 2147483647 h 561"/>
                  <a:gd name="T56" fmla="*/ 2147483647 w 286"/>
                  <a:gd name="T57" fmla="*/ 2147483647 h 561"/>
                  <a:gd name="T58" fmla="*/ 2147483647 w 286"/>
                  <a:gd name="T59" fmla="*/ 2147483647 h 561"/>
                  <a:gd name="T60" fmla="*/ 2147483647 w 286"/>
                  <a:gd name="T61" fmla="*/ 2147483647 h 561"/>
                  <a:gd name="T62" fmla="*/ 2147483647 w 286"/>
                  <a:gd name="T63" fmla="*/ 2147483647 h 561"/>
                  <a:gd name="T64" fmla="*/ 2147483647 w 286"/>
                  <a:gd name="T65" fmla="*/ 2147483647 h 561"/>
                  <a:gd name="T66" fmla="*/ 2147483647 w 286"/>
                  <a:gd name="T67" fmla="*/ 2147483647 h 561"/>
                  <a:gd name="T68" fmla="*/ 2147483647 w 286"/>
                  <a:gd name="T69" fmla="*/ 2147483647 h 561"/>
                  <a:gd name="T70" fmla="*/ 2147483647 w 286"/>
                  <a:gd name="T71" fmla="*/ 2147483647 h 561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86"/>
                  <a:gd name="T109" fmla="*/ 0 h 561"/>
                  <a:gd name="T110" fmla="*/ 286 w 286"/>
                  <a:gd name="T111" fmla="*/ 561 h 561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86" h="561">
                    <a:moveTo>
                      <a:pt x="262" y="16"/>
                    </a:moveTo>
                    <a:lnTo>
                      <a:pt x="266" y="57"/>
                    </a:lnTo>
                    <a:lnTo>
                      <a:pt x="270" y="97"/>
                    </a:lnTo>
                    <a:lnTo>
                      <a:pt x="275" y="138"/>
                    </a:lnTo>
                    <a:lnTo>
                      <a:pt x="279" y="178"/>
                    </a:lnTo>
                    <a:lnTo>
                      <a:pt x="281" y="240"/>
                    </a:lnTo>
                    <a:lnTo>
                      <a:pt x="283" y="301"/>
                    </a:lnTo>
                    <a:lnTo>
                      <a:pt x="284" y="363"/>
                    </a:lnTo>
                    <a:lnTo>
                      <a:pt x="286" y="424"/>
                    </a:lnTo>
                    <a:lnTo>
                      <a:pt x="285" y="432"/>
                    </a:lnTo>
                    <a:lnTo>
                      <a:pt x="285" y="440"/>
                    </a:lnTo>
                    <a:lnTo>
                      <a:pt x="285" y="448"/>
                    </a:lnTo>
                    <a:lnTo>
                      <a:pt x="284" y="456"/>
                    </a:lnTo>
                    <a:lnTo>
                      <a:pt x="276" y="462"/>
                    </a:lnTo>
                    <a:lnTo>
                      <a:pt x="268" y="467"/>
                    </a:lnTo>
                    <a:lnTo>
                      <a:pt x="260" y="474"/>
                    </a:lnTo>
                    <a:lnTo>
                      <a:pt x="253" y="479"/>
                    </a:lnTo>
                    <a:lnTo>
                      <a:pt x="245" y="484"/>
                    </a:lnTo>
                    <a:lnTo>
                      <a:pt x="237" y="490"/>
                    </a:lnTo>
                    <a:lnTo>
                      <a:pt x="228" y="495"/>
                    </a:lnTo>
                    <a:lnTo>
                      <a:pt x="220" y="501"/>
                    </a:lnTo>
                    <a:lnTo>
                      <a:pt x="207" y="508"/>
                    </a:lnTo>
                    <a:lnTo>
                      <a:pt x="194" y="514"/>
                    </a:lnTo>
                    <a:lnTo>
                      <a:pt x="181" y="521"/>
                    </a:lnTo>
                    <a:lnTo>
                      <a:pt x="169" y="527"/>
                    </a:lnTo>
                    <a:lnTo>
                      <a:pt x="155" y="534"/>
                    </a:lnTo>
                    <a:lnTo>
                      <a:pt x="142" y="541"/>
                    </a:lnTo>
                    <a:lnTo>
                      <a:pt x="129" y="548"/>
                    </a:lnTo>
                    <a:lnTo>
                      <a:pt x="116" y="555"/>
                    </a:lnTo>
                    <a:lnTo>
                      <a:pt x="106" y="556"/>
                    </a:lnTo>
                    <a:lnTo>
                      <a:pt x="96" y="556"/>
                    </a:lnTo>
                    <a:lnTo>
                      <a:pt x="86" y="557"/>
                    </a:lnTo>
                    <a:lnTo>
                      <a:pt x="75" y="558"/>
                    </a:lnTo>
                    <a:lnTo>
                      <a:pt x="65" y="559"/>
                    </a:lnTo>
                    <a:lnTo>
                      <a:pt x="55" y="559"/>
                    </a:lnTo>
                    <a:lnTo>
                      <a:pt x="45" y="560"/>
                    </a:lnTo>
                    <a:lnTo>
                      <a:pt x="35" y="561"/>
                    </a:lnTo>
                    <a:lnTo>
                      <a:pt x="30" y="525"/>
                    </a:lnTo>
                    <a:lnTo>
                      <a:pt x="26" y="491"/>
                    </a:lnTo>
                    <a:lnTo>
                      <a:pt x="21" y="455"/>
                    </a:lnTo>
                    <a:lnTo>
                      <a:pt x="16" y="421"/>
                    </a:lnTo>
                    <a:lnTo>
                      <a:pt x="12" y="369"/>
                    </a:lnTo>
                    <a:lnTo>
                      <a:pt x="9" y="316"/>
                    </a:lnTo>
                    <a:lnTo>
                      <a:pt x="5" y="265"/>
                    </a:lnTo>
                    <a:lnTo>
                      <a:pt x="0" y="212"/>
                    </a:lnTo>
                    <a:lnTo>
                      <a:pt x="2" y="175"/>
                    </a:lnTo>
                    <a:lnTo>
                      <a:pt x="3" y="139"/>
                    </a:lnTo>
                    <a:lnTo>
                      <a:pt x="4" y="102"/>
                    </a:lnTo>
                    <a:lnTo>
                      <a:pt x="5" y="66"/>
                    </a:lnTo>
                    <a:lnTo>
                      <a:pt x="19" y="61"/>
                    </a:lnTo>
                    <a:lnTo>
                      <a:pt x="34" y="55"/>
                    </a:lnTo>
                    <a:lnTo>
                      <a:pt x="48" y="50"/>
                    </a:lnTo>
                    <a:lnTo>
                      <a:pt x="63" y="44"/>
                    </a:lnTo>
                    <a:lnTo>
                      <a:pt x="77" y="39"/>
                    </a:lnTo>
                    <a:lnTo>
                      <a:pt x="92" y="34"/>
                    </a:lnTo>
                    <a:lnTo>
                      <a:pt x="107" y="29"/>
                    </a:lnTo>
                    <a:lnTo>
                      <a:pt x="121" y="24"/>
                    </a:lnTo>
                    <a:lnTo>
                      <a:pt x="134" y="21"/>
                    </a:lnTo>
                    <a:lnTo>
                      <a:pt x="147" y="18"/>
                    </a:lnTo>
                    <a:lnTo>
                      <a:pt x="161" y="15"/>
                    </a:lnTo>
                    <a:lnTo>
                      <a:pt x="175" y="12"/>
                    </a:lnTo>
                    <a:lnTo>
                      <a:pt x="188" y="9"/>
                    </a:lnTo>
                    <a:lnTo>
                      <a:pt x="201" y="6"/>
                    </a:lnTo>
                    <a:lnTo>
                      <a:pt x="214" y="3"/>
                    </a:lnTo>
                    <a:lnTo>
                      <a:pt x="227" y="0"/>
                    </a:lnTo>
                    <a:lnTo>
                      <a:pt x="231" y="2"/>
                    </a:lnTo>
                    <a:lnTo>
                      <a:pt x="236" y="4"/>
                    </a:lnTo>
                    <a:lnTo>
                      <a:pt x="240" y="6"/>
                    </a:lnTo>
                    <a:lnTo>
                      <a:pt x="245" y="8"/>
                    </a:lnTo>
                    <a:lnTo>
                      <a:pt x="249" y="10"/>
                    </a:lnTo>
                    <a:lnTo>
                      <a:pt x="253" y="12"/>
                    </a:lnTo>
                    <a:lnTo>
                      <a:pt x="258" y="14"/>
                    </a:lnTo>
                    <a:lnTo>
                      <a:pt x="262" y="16"/>
                    </a:lnTo>
                    <a:close/>
                  </a:path>
                </a:pathLst>
              </a:custGeom>
              <a:solidFill>
                <a:srgbClr val="0075A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9" name="Freeform 66"/>
              <p:cNvSpPr>
                <a:spLocks/>
              </p:cNvSpPr>
              <p:nvPr/>
            </p:nvSpPr>
            <p:spPr bwMode="auto">
              <a:xfrm>
                <a:off x="1549400" y="1657351"/>
                <a:ext cx="87312" cy="169863"/>
              </a:xfrm>
              <a:custGeom>
                <a:avLst/>
                <a:gdLst>
                  <a:gd name="T0" fmla="*/ 2147483647 w 273"/>
                  <a:gd name="T1" fmla="*/ 2147483647 h 535"/>
                  <a:gd name="T2" fmla="*/ 2147483647 w 273"/>
                  <a:gd name="T3" fmla="*/ 2147483647 h 535"/>
                  <a:gd name="T4" fmla="*/ 2147483647 w 273"/>
                  <a:gd name="T5" fmla="*/ 2147483647 h 535"/>
                  <a:gd name="T6" fmla="*/ 2147483647 w 273"/>
                  <a:gd name="T7" fmla="*/ 2147483647 h 535"/>
                  <a:gd name="T8" fmla="*/ 2147483647 w 273"/>
                  <a:gd name="T9" fmla="*/ 2147483647 h 535"/>
                  <a:gd name="T10" fmla="*/ 2147483647 w 273"/>
                  <a:gd name="T11" fmla="*/ 2147483647 h 535"/>
                  <a:gd name="T12" fmla="*/ 2147483647 w 273"/>
                  <a:gd name="T13" fmla="*/ 2147483647 h 535"/>
                  <a:gd name="T14" fmla="*/ 2147483647 w 273"/>
                  <a:gd name="T15" fmla="*/ 2147483647 h 535"/>
                  <a:gd name="T16" fmla="*/ 2147483647 w 273"/>
                  <a:gd name="T17" fmla="*/ 2147483647 h 535"/>
                  <a:gd name="T18" fmla="*/ 2147483647 w 273"/>
                  <a:gd name="T19" fmla="*/ 2147483647 h 535"/>
                  <a:gd name="T20" fmla="*/ 2147483647 w 273"/>
                  <a:gd name="T21" fmla="*/ 2147483647 h 535"/>
                  <a:gd name="T22" fmla="*/ 2147483647 w 273"/>
                  <a:gd name="T23" fmla="*/ 2147483647 h 535"/>
                  <a:gd name="T24" fmla="*/ 2147483647 w 273"/>
                  <a:gd name="T25" fmla="*/ 2147483647 h 535"/>
                  <a:gd name="T26" fmla="*/ 2147483647 w 273"/>
                  <a:gd name="T27" fmla="*/ 2147483647 h 535"/>
                  <a:gd name="T28" fmla="*/ 2147483647 w 273"/>
                  <a:gd name="T29" fmla="*/ 2147483647 h 535"/>
                  <a:gd name="T30" fmla="*/ 2147483647 w 273"/>
                  <a:gd name="T31" fmla="*/ 2147483647 h 535"/>
                  <a:gd name="T32" fmla="*/ 2147483647 w 273"/>
                  <a:gd name="T33" fmla="*/ 2147483647 h 535"/>
                  <a:gd name="T34" fmla="*/ 2147483647 w 273"/>
                  <a:gd name="T35" fmla="*/ 2147483647 h 535"/>
                  <a:gd name="T36" fmla="*/ 2147483647 w 273"/>
                  <a:gd name="T37" fmla="*/ 2147483647 h 535"/>
                  <a:gd name="T38" fmla="*/ 2147483647 w 273"/>
                  <a:gd name="T39" fmla="*/ 2147483647 h 535"/>
                  <a:gd name="T40" fmla="*/ 2147483647 w 273"/>
                  <a:gd name="T41" fmla="*/ 2147483647 h 535"/>
                  <a:gd name="T42" fmla="*/ 2147483647 w 273"/>
                  <a:gd name="T43" fmla="*/ 2147483647 h 535"/>
                  <a:gd name="T44" fmla="*/ 2147483647 w 273"/>
                  <a:gd name="T45" fmla="*/ 2147483647 h 535"/>
                  <a:gd name="T46" fmla="*/ 2147483647 w 273"/>
                  <a:gd name="T47" fmla="*/ 2147483647 h 535"/>
                  <a:gd name="T48" fmla="*/ 2147483647 w 273"/>
                  <a:gd name="T49" fmla="*/ 2147483647 h 535"/>
                  <a:gd name="T50" fmla="*/ 2147483647 w 273"/>
                  <a:gd name="T51" fmla="*/ 2147483647 h 535"/>
                  <a:gd name="T52" fmla="*/ 2147483647 w 273"/>
                  <a:gd name="T53" fmla="*/ 2147483647 h 535"/>
                  <a:gd name="T54" fmla="*/ 2147483647 w 273"/>
                  <a:gd name="T55" fmla="*/ 2147483647 h 535"/>
                  <a:gd name="T56" fmla="*/ 2147483647 w 273"/>
                  <a:gd name="T57" fmla="*/ 2147483647 h 535"/>
                  <a:gd name="T58" fmla="*/ 2147483647 w 273"/>
                  <a:gd name="T59" fmla="*/ 2147483647 h 535"/>
                  <a:gd name="T60" fmla="*/ 2147483647 w 273"/>
                  <a:gd name="T61" fmla="*/ 2147483647 h 535"/>
                  <a:gd name="T62" fmla="*/ 2147483647 w 273"/>
                  <a:gd name="T63" fmla="*/ 2147483647 h 535"/>
                  <a:gd name="T64" fmla="*/ 2147483647 w 273"/>
                  <a:gd name="T65" fmla="*/ 2147483647 h 535"/>
                  <a:gd name="T66" fmla="*/ 2147483647 w 273"/>
                  <a:gd name="T67" fmla="*/ 2147483647 h 535"/>
                  <a:gd name="T68" fmla="*/ 2147483647 w 273"/>
                  <a:gd name="T69" fmla="*/ 2147483647 h 535"/>
                  <a:gd name="T70" fmla="*/ 2147483647 w 273"/>
                  <a:gd name="T71" fmla="*/ 2147483647 h 535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73"/>
                  <a:gd name="T109" fmla="*/ 0 h 535"/>
                  <a:gd name="T110" fmla="*/ 273 w 273"/>
                  <a:gd name="T111" fmla="*/ 535 h 535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73" h="535">
                    <a:moveTo>
                      <a:pt x="251" y="23"/>
                    </a:moveTo>
                    <a:lnTo>
                      <a:pt x="255" y="61"/>
                    </a:lnTo>
                    <a:lnTo>
                      <a:pt x="259" y="98"/>
                    </a:lnTo>
                    <a:lnTo>
                      <a:pt x="263" y="136"/>
                    </a:lnTo>
                    <a:lnTo>
                      <a:pt x="267" y="173"/>
                    </a:lnTo>
                    <a:lnTo>
                      <a:pt x="269" y="232"/>
                    </a:lnTo>
                    <a:lnTo>
                      <a:pt x="270" y="291"/>
                    </a:lnTo>
                    <a:lnTo>
                      <a:pt x="272" y="350"/>
                    </a:lnTo>
                    <a:lnTo>
                      <a:pt x="273" y="409"/>
                    </a:lnTo>
                    <a:lnTo>
                      <a:pt x="272" y="416"/>
                    </a:lnTo>
                    <a:lnTo>
                      <a:pt x="272" y="424"/>
                    </a:lnTo>
                    <a:lnTo>
                      <a:pt x="272" y="431"/>
                    </a:lnTo>
                    <a:lnTo>
                      <a:pt x="271" y="439"/>
                    </a:lnTo>
                    <a:lnTo>
                      <a:pt x="264" y="445"/>
                    </a:lnTo>
                    <a:lnTo>
                      <a:pt x="256" y="450"/>
                    </a:lnTo>
                    <a:lnTo>
                      <a:pt x="249" y="456"/>
                    </a:lnTo>
                    <a:lnTo>
                      <a:pt x="241" y="462"/>
                    </a:lnTo>
                    <a:lnTo>
                      <a:pt x="234" y="467"/>
                    </a:lnTo>
                    <a:lnTo>
                      <a:pt x="225" y="472"/>
                    </a:lnTo>
                    <a:lnTo>
                      <a:pt x="218" y="478"/>
                    </a:lnTo>
                    <a:lnTo>
                      <a:pt x="210" y="483"/>
                    </a:lnTo>
                    <a:lnTo>
                      <a:pt x="197" y="489"/>
                    </a:lnTo>
                    <a:lnTo>
                      <a:pt x="185" y="495"/>
                    </a:lnTo>
                    <a:lnTo>
                      <a:pt x="172" y="501"/>
                    </a:lnTo>
                    <a:lnTo>
                      <a:pt x="160" y="508"/>
                    </a:lnTo>
                    <a:lnTo>
                      <a:pt x="146" y="514"/>
                    </a:lnTo>
                    <a:lnTo>
                      <a:pt x="134" y="520"/>
                    </a:lnTo>
                    <a:lnTo>
                      <a:pt x="121" y="527"/>
                    </a:lnTo>
                    <a:lnTo>
                      <a:pt x="109" y="534"/>
                    </a:lnTo>
                    <a:lnTo>
                      <a:pt x="100" y="534"/>
                    </a:lnTo>
                    <a:lnTo>
                      <a:pt x="91" y="534"/>
                    </a:lnTo>
                    <a:lnTo>
                      <a:pt x="82" y="534"/>
                    </a:lnTo>
                    <a:lnTo>
                      <a:pt x="73" y="534"/>
                    </a:lnTo>
                    <a:lnTo>
                      <a:pt x="62" y="535"/>
                    </a:lnTo>
                    <a:lnTo>
                      <a:pt x="53" y="535"/>
                    </a:lnTo>
                    <a:lnTo>
                      <a:pt x="44" y="535"/>
                    </a:lnTo>
                    <a:lnTo>
                      <a:pt x="35" y="535"/>
                    </a:lnTo>
                    <a:lnTo>
                      <a:pt x="30" y="502"/>
                    </a:lnTo>
                    <a:lnTo>
                      <a:pt x="25" y="470"/>
                    </a:lnTo>
                    <a:lnTo>
                      <a:pt x="19" y="438"/>
                    </a:lnTo>
                    <a:lnTo>
                      <a:pt x="14" y="406"/>
                    </a:lnTo>
                    <a:lnTo>
                      <a:pt x="10" y="355"/>
                    </a:lnTo>
                    <a:lnTo>
                      <a:pt x="7" y="305"/>
                    </a:lnTo>
                    <a:lnTo>
                      <a:pt x="4" y="255"/>
                    </a:lnTo>
                    <a:lnTo>
                      <a:pt x="0" y="205"/>
                    </a:lnTo>
                    <a:lnTo>
                      <a:pt x="2" y="170"/>
                    </a:lnTo>
                    <a:lnTo>
                      <a:pt x="4" y="136"/>
                    </a:lnTo>
                    <a:lnTo>
                      <a:pt x="6" y="100"/>
                    </a:lnTo>
                    <a:lnTo>
                      <a:pt x="8" y="66"/>
                    </a:lnTo>
                    <a:lnTo>
                      <a:pt x="21" y="61"/>
                    </a:lnTo>
                    <a:lnTo>
                      <a:pt x="34" y="56"/>
                    </a:lnTo>
                    <a:lnTo>
                      <a:pt x="47" y="51"/>
                    </a:lnTo>
                    <a:lnTo>
                      <a:pt x="61" y="46"/>
                    </a:lnTo>
                    <a:lnTo>
                      <a:pt x="75" y="41"/>
                    </a:lnTo>
                    <a:lnTo>
                      <a:pt x="88" y="35"/>
                    </a:lnTo>
                    <a:lnTo>
                      <a:pt x="101" y="30"/>
                    </a:lnTo>
                    <a:lnTo>
                      <a:pt x="114" y="25"/>
                    </a:lnTo>
                    <a:lnTo>
                      <a:pt x="127" y="22"/>
                    </a:lnTo>
                    <a:lnTo>
                      <a:pt x="139" y="19"/>
                    </a:lnTo>
                    <a:lnTo>
                      <a:pt x="153" y="16"/>
                    </a:lnTo>
                    <a:lnTo>
                      <a:pt x="166" y="13"/>
                    </a:lnTo>
                    <a:lnTo>
                      <a:pt x="179" y="10"/>
                    </a:lnTo>
                    <a:lnTo>
                      <a:pt x="191" y="7"/>
                    </a:lnTo>
                    <a:lnTo>
                      <a:pt x="204" y="3"/>
                    </a:lnTo>
                    <a:lnTo>
                      <a:pt x="216" y="0"/>
                    </a:lnTo>
                    <a:lnTo>
                      <a:pt x="220" y="3"/>
                    </a:lnTo>
                    <a:lnTo>
                      <a:pt x="224" y="6"/>
                    </a:lnTo>
                    <a:lnTo>
                      <a:pt x="230" y="9"/>
                    </a:lnTo>
                    <a:lnTo>
                      <a:pt x="234" y="12"/>
                    </a:lnTo>
                    <a:lnTo>
                      <a:pt x="238" y="15"/>
                    </a:lnTo>
                    <a:lnTo>
                      <a:pt x="243" y="18"/>
                    </a:lnTo>
                    <a:lnTo>
                      <a:pt x="247" y="20"/>
                    </a:lnTo>
                    <a:lnTo>
                      <a:pt x="251" y="23"/>
                    </a:lnTo>
                    <a:close/>
                  </a:path>
                </a:pathLst>
              </a:custGeom>
              <a:solidFill>
                <a:srgbClr val="077CB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0" name="Freeform 67"/>
              <p:cNvSpPr>
                <a:spLocks/>
              </p:cNvSpPr>
              <p:nvPr/>
            </p:nvSpPr>
            <p:spPr bwMode="auto">
              <a:xfrm>
                <a:off x="1552575" y="1662113"/>
                <a:ext cx="82550" cy="161925"/>
              </a:xfrm>
              <a:custGeom>
                <a:avLst/>
                <a:gdLst>
                  <a:gd name="T0" fmla="*/ 2147483647 w 261"/>
                  <a:gd name="T1" fmla="*/ 2147483647 h 510"/>
                  <a:gd name="T2" fmla="*/ 2147483647 w 261"/>
                  <a:gd name="T3" fmla="*/ 2147483647 h 510"/>
                  <a:gd name="T4" fmla="*/ 2147483647 w 261"/>
                  <a:gd name="T5" fmla="*/ 2147483647 h 510"/>
                  <a:gd name="T6" fmla="*/ 2147483647 w 261"/>
                  <a:gd name="T7" fmla="*/ 2147483647 h 510"/>
                  <a:gd name="T8" fmla="*/ 2147483647 w 261"/>
                  <a:gd name="T9" fmla="*/ 2147483647 h 510"/>
                  <a:gd name="T10" fmla="*/ 2147483647 w 261"/>
                  <a:gd name="T11" fmla="*/ 2147483647 h 510"/>
                  <a:gd name="T12" fmla="*/ 2147483647 w 261"/>
                  <a:gd name="T13" fmla="*/ 2147483647 h 510"/>
                  <a:gd name="T14" fmla="*/ 2147483647 w 261"/>
                  <a:gd name="T15" fmla="*/ 2147483647 h 510"/>
                  <a:gd name="T16" fmla="*/ 2147483647 w 261"/>
                  <a:gd name="T17" fmla="*/ 2147483647 h 510"/>
                  <a:gd name="T18" fmla="*/ 2147483647 w 261"/>
                  <a:gd name="T19" fmla="*/ 2147483647 h 510"/>
                  <a:gd name="T20" fmla="*/ 2147483647 w 261"/>
                  <a:gd name="T21" fmla="*/ 2147483647 h 510"/>
                  <a:gd name="T22" fmla="*/ 2147483647 w 261"/>
                  <a:gd name="T23" fmla="*/ 2147483647 h 510"/>
                  <a:gd name="T24" fmla="*/ 2147483647 w 261"/>
                  <a:gd name="T25" fmla="*/ 2147483647 h 510"/>
                  <a:gd name="T26" fmla="*/ 2147483647 w 261"/>
                  <a:gd name="T27" fmla="*/ 2147483647 h 510"/>
                  <a:gd name="T28" fmla="*/ 2147483647 w 261"/>
                  <a:gd name="T29" fmla="*/ 2147483647 h 510"/>
                  <a:gd name="T30" fmla="*/ 2147483647 w 261"/>
                  <a:gd name="T31" fmla="*/ 2147483647 h 510"/>
                  <a:gd name="T32" fmla="*/ 2147483647 w 261"/>
                  <a:gd name="T33" fmla="*/ 2147483647 h 510"/>
                  <a:gd name="T34" fmla="*/ 2147483647 w 261"/>
                  <a:gd name="T35" fmla="*/ 2147483647 h 510"/>
                  <a:gd name="T36" fmla="*/ 2147483647 w 261"/>
                  <a:gd name="T37" fmla="*/ 2147483647 h 510"/>
                  <a:gd name="T38" fmla="*/ 2147483647 w 261"/>
                  <a:gd name="T39" fmla="*/ 2147483647 h 510"/>
                  <a:gd name="T40" fmla="*/ 2147483647 w 261"/>
                  <a:gd name="T41" fmla="*/ 2147483647 h 510"/>
                  <a:gd name="T42" fmla="*/ 2147483647 w 261"/>
                  <a:gd name="T43" fmla="*/ 2147483647 h 510"/>
                  <a:gd name="T44" fmla="*/ 2147483647 w 261"/>
                  <a:gd name="T45" fmla="*/ 2147483647 h 510"/>
                  <a:gd name="T46" fmla="*/ 2147483647 w 261"/>
                  <a:gd name="T47" fmla="*/ 2147483647 h 510"/>
                  <a:gd name="T48" fmla="*/ 2147483647 w 261"/>
                  <a:gd name="T49" fmla="*/ 2147483647 h 510"/>
                  <a:gd name="T50" fmla="*/ 2147483647 w 261"/>
                  <a:gd name="T51" fmla="*/ 2147483647 h 510"/>
                  <a:gd name="T52" fmla="*/ 2147483647 w 261"/>
                  <a:gd name="T53" fmla="*/ 2147483647 h 510"/>
                  <a:gd name="T54" fmla="*/ 2147483647 w 261"/>
                  <a:gd name="T55" fmla="*/ 2147483647 h 510"/>
                  <a:gd name="T56" fmla="*/ 2147483647 w 261"/>
                  <a:gd name="T57" fmla="*/ 2147483647 h 510"/>
                  <a:gd name="T58" fmla="*/ 2147483647 w 261"/>
                  <a:gd name="T59" fmla="*/ 2147483647 h 510"/>
                  <a:gd name="T60" fmla="*/ 2147483647 w 261"/>
                  <a:gd name="T61" fmla="*/ 2147483647 h 510"/>
                  <a:gd name="T62" fmla="*/ 2147483647 w 261"/>
                  <a:gd name="T63" fmla="*/ 2147483647 h 510"/>
                  <a:gd name="T64" fmla="*/ 2147483647 w 261"/>
                  <a:gd name="T65" fmla="*/ 2147483647 h 510"/>
                  <a:gd name="T66" fmla="*/ 2147483647 w 261"/>
                  <a:gd name="T67" fmla="*/ 2147483647 h 510"/>
                  <a:gd name="T68" fmla="*/ 2147483647 w 261"/>
                  <a:gd name="T69" fmla="*/ 2147483647 h 510"/>
                  <a:gd name="T70" fmla="*/ 2147483647 w 261"/>
                  <a:gd name="T71" fmla="*/ 2147483647 h 510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61"/>
                  <a:gd name="T109" fmla="*/ 0 h 510"/>
                  <a:gd name="T110" fmla="*/ 261 w 261"/>
                  <a:gd name="T111" fmla="*/ 510 h 510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61" h="510">
                    <a:moveTo>
                      <a:pt x="241" y="26"/>
                    </a:moveTo>
                    <a:lnTo>
                      <a:pt x="244" y="60"/>
                    </a:lnTo>
                    <a:lnTo>
                      <a:pt x="248" y="96"/>
                    </a:lnTo>
                    <a:lnTo>
                      <a:pt x="251" y="130"/>
                    </a:lnTo>
                    <a:lnTo>
                      <a:pt x="255" y="164"/>
                    </a:lnTo>
                    <a:lnTo>
                      <a:pt x="257" y="220"/>
                    </a:lnTo>
                    <a:lnTo>
                      <a:pt x="258" y="277"/>
                    </a:lnTo>
                    <a:lnTo>
                      <a:pt x="260" y="333"/>
                    </a:lnTo>
                    <a:lnTo>
                      <a:pt x="261" y="390"/>
                    </a:lnTo>
                    <a:lnTo>
                      <a:pt x="260" y="397"/>
                    </a:lnTo>
                    <a:lnTo>
                      <a:pt x="260" y="405"/>
                    </a:lnTo>
                    <a:lnTo>
                      <a:pt x="259" y="412"/>
                    </a:lnTo>
                    <a:lnTo>
                      <a:pt x="259" y="420"/>
                    </a:lnTo>
                    <a:lnTo>
                      <a:pt x="252" y="425"/>
                    </a:lnTo>
                    <a:lnTo>
                      <a:pt x="245" y="430"/>
                    </a:lnTo>
                    <a:lnTo>
                      <a:pt x="237" y="435"/>
                    </a:lnTo>
                    <a:lnTo>
                      <a:pt x="230" y="440"/>
                    </a:lnTo>
                    <a:lnTo>
                      <a:pt x="223" y="445"/>
                    </a:lnTo>
                    <a:lnTo>
                      <a:pt x="214" y="451"/>
                    </a:lnTo>
                    <a:lnTo>
                      <a:pt x="207" y="456"/>
                    </a:lnTo>
                    <a:lnTo>
                      <a:pt x="200" y="461"/>
                    </a:lnTo>
                    <a:lnTo>
                      <a:pt x="188" y="467"/>
                    </a:lnTo>
                    <a:lnTo>
                      <a:pt x="176" y="473"/>
                    </a:lnTo>
                    <a:lnTo>
                      <a:pt x="164" y="479"/>
                    </a:lnTo>
                    <a:lnTo>
                      <a:pt x="153" y="485"/>
                    </a:lnTo>
                    <a:lnTo>
                      <a:pt x="140" y="491"/>
                    </a:lnTo>
                    <a:lnTo>
                      <a:pt x="128" y="497"/>
                    </a:lnTo>
                    <a:lnTo>
                      <a:pt x="116" y="504"/>
                    </a:lnTo>
                    <a:lnTo>
                      <a:pt x="104" y="510"/>
                    </a:lnTo>
                    <a:lnTo>
                      <a:pt x="95" y="509"/>
                    </a:lnTo>
                    <a:lnTo>
                      <a:pt x="87" y="508"/>
                    </a:lnTo>
                    <a:lnTo>
                      <a:pt x="78" y="508"/>
                    </a:lnTo>
                    <a:lnTo>
                      <a:pt x="70" y="507"/>
                    </a:lnTo>
                    <a:lnTo>
                      <a:pt x="61" y="506"/>
                    </a:lnTo>
                    <a:lnTo>
                      <a:pt x="52" y="505"/>
                    </a:lnTo>
                    <a:lnTo>
                      <a:pt x="44" y="505"/>
                    </a:lnTo>
                    <a:lnTo>
                      <a:pt x="35" y="504"/>
                    </a:lnTo>
                    <a:lnTo>
                      <a:pt x="30" y="475"/>
                    </a:lnTo>
                    <a:lnTo>
                      <a:pt x="24" y="445"/>
                    </a:lnTo>
                    <a:lnTo>
                      <a:pt x="18" y="417"/>
                    </a:lnTo>
                    <a:lnTo>
                      <a:pt x="13" y="388"/>
                    </a:lnTo>
                    <a:lnTo>
                      <a:pt x="10" y="340"/>
                    </a:lnTo>
                    <a:lnTo>
                      <a:pt x="7" y="291"/>
                    </a:lnTo>
                    <a:lnTo>
                      <a:pt x="3" y="244"/>
                    </a:lnTo>
                    <a:lnTo>
                      <a:pt x="0" y="196"/>
                    </a:lnTo>
                    <a:lnTo>
                      <a:pt x="3" y="162"/>
                    </a:lnTo>
                    <a:lnTo>
                      <a:pt x="6" y="130"/>
                    </a:lnTo>
                    <a:lnTo>
                      <a:pt x="9" y="97"/>
                    </a:lnTo>
                    <a:lnTo>
                      <a:pt x="12" y="64"/>
                    </a:lnTo>
                    <a:lnTo>
                      <a:pt x="24" y="59"/>
                    </a:lnTo>
                    <a:lnTo>
                      <a:pt x="36" y="54"/>
                    </a:lnTo>
                    <a:lnTo>
                      <a:pt x="48" y="49"/>
                    </a:lnTo>
                    <a:lnTo>
                      <a:pt x="60" y="44"/>
                    </a:lnTo>
                    <a:lnTo>
                      <a:pt x="73" y="39"/>
                    </a:lnTo>
                    <a:lnTo>
                      <a:pt x="85" y="34"/>
                    </a:lnTo>
                    <a:lnTo>
                      <a:pt x="97" y="29"/>
                    </a:lnTo>
                    <a:lnTo>
                      <a:pt x="109" y="24"/>
                    </a:lnTo>
                    <a:lnTo>
                      <a:pt x="121" y="20"/>
                    </a:lnTo>
                    <a:lnTo>
                      <a:pt x="133" y="17"/>
                    </a:lnTo>
                    <a:lnTo>
                      <a:pt x="146" y="14"/>
                    </a:lnTo>
                    <a:lnTo>
                      <a:pt x="158" y="11"/>
                    </a:lnTo>
                    <a:lnTo>
                      <a:pt x="170" y="9"/>
                    </a:lnTo>
                    <a:lnTo>
                      <a:pt x="182" y="6"/>
                    </a:lnTo>
                    <a:lnTo>
                      <a:pt x="195" y="3"/>
                    </a:lnTo>
                    <a:lnTo>
                      <a:pt x="207" y="0"/>
                    </a:lnTo>
                    <a:lnTo>
                      <a:pt x="211" y="3"/>
                    </a:lnTo>
                    <a:lnTo>
                      <a:pt x="215" y="7"/>
                    </a:lnTo>
                    <a:lnTo>
                      <a:pt x="219" y="10"/>
                    </a:lnTo>
                    <a:lnTo>
                      <a:pt x="225" y="13"/>
                    </a:lnTo>
                    <a:lnTo>
                      <a:pt x="229" y="16"/>
                    </a:lnTo>
                    <a:lnTo>
                      <a:pt x="233" y="19"/>
                    </a:lnTo>
                    <a:lnTo>
                      <a:pt x="237" y="22"/>
                    </a:lnTo>
                    <a:lnTo>
                      <a:pt x="241" y="26"/>
                    </a:lnTo>
                    <a:close/>
                  </a:path>
                </a:pathLst>
              </a:custGeom>
              <a:solidFill>
                <a:srgbClr val="1187C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1" name="Freeform 68"/>
              <p:cNvSpPr>
                <a:spLocks/>
              </p:cNvSpPr>
              <p:nvPr/>
            </p:nvSpPr>
            <p:spPr bwMode="auto">
              <a:xfrm>
                <a:off x="1554163" y="1665288"/>
                <a:ext cx="79375" cy="153988"/>
              </a:xfrm>
              <a:custGeom>
                <a:avLst/>
                <a:gdLst>
                  <a:gd name="T0" fmla="*/ 2147483647 w 249"/>
                  <a:gd name="T1" fmla="*/ 2147483647 h 487"/>
                  <a:gd name="T2" fmla="*/ 2147483647 w 249"/>
                  <a:gd name="T3" fmla="*/ 2147483647 h 487"/>
                  <a:gd name="T4" fmla="*/ 2147483647 w 249"/>
                  <a:gd name="T5" fmla="*/ 2147483647 h 487"/>
                  <a:gd name="T6" fmla="*/ 2147483647 w 249"/>
                  <a:gd name="T7" fmla="*/ 2147483647 h 487"/>
                  <a:gd name="T8" fmla="*/ 2147483647 w 249"/>
                  <a:gd name="T9" fmla="*/ 2147483647 h 487"/>
                  <a:gd name="T10" fmla="*/ 2147483647 w 249"/>
                  <a:gd name="T11" fmla="*/ 2147483647 h 487"/>
                  <a:gd name="T12" fmla="*/ 2147483647 w 249"/>
                  <a:gd name="T13" fmla="*/ 2147483647 h 487"/>
                  <a:gd name="T14" fmla="*/ 2147483647 w 249"/>
                  <a:gd name="T15" fmla="*/ 2147483647 h 487"/>
                  <a:gd name="T16" fmla="*/ 2147483647 w 249"/>
                  <a:gd name="T17" fmla="*/ 2147483647 h 487"/>
                  <a:gd name="T18" fmla="*/ 2147483647 w 249"/>
                  <a:gd name="T19" fmla="*/ 2147483647 h 487"/>
                  <a:gd name="T20" fmla="*/ 2147483647 w 249"/>
                  <a:gd name="T21" fmla="*/ 2147483647 h 487"/>
                  <a:gd name="T22" fmla="*/ 2147483647 w 249"/>
                  <a:gd name="T23" fmla="*/ 2147483647 h 487"/>
                  <a:gd name="T24" fmla="*/ 2147483647 w 249"/>
                  <a:gd name="T25" fmla="*/ 2147483647 h 487"/>
                  <a:gd name="T26" fmla="*/ 2147483647 w 249"/>
                  <a:gd name="T27" fmla="*/ 2147483647 h 487"/>
                  <a:gd name="T28" fmla="*/ 2147483647 w 249"/>
                  <a:gd name="T29" fmla="*/ 2147483647 h 487"/>
                  <a:gd name="T30" fmla="*/ 2147483647 w 249"/>
                  <a:gd name="T31" fmla="*/ 2147483647 h 487"/>
                  <a:gd name="T32" fmla="*/ 2147483647 w 249"/>
                  <a:gd name="T33" fmla="*/ 2147483647 h 487"/>
                  <a:gd name="T34" fmla="*/ 2147483647 w 249"/>
                  <a:gd name="T35" fmla="*/ 2147483647 h 487"/>
                  <a:gd name="T36" fmla="*/ 2147483647 w 249"/>
                  <a:gd name="T37" fmla="*/ 2147483647 h 487"/>
                  <a:gd name="T38" fmla="*/ 2147483647 w 249"/>
                  <a:gd name="T39" fmla="*/ 2147483647 h 487"/>
                  <a:gd name="T40" fmla="*/ 2147483647 w 249"/>
                  <a:gd name="T41" fmla="*/ 2147483647 h 487"/>
                  <a:gd name="T42" fmla="*/ 2147483647 w 249"/>
                  <a:gd name="T43" fmla="*/ 2147483647 h 487"/>
                  <a:gd name="T44" fmla="*/ 2147483647 w 249"/>
                  <a:gd name="T45" fmla="*/ 2147483647 h 487"/>
                  <a:gd name="T46" fmla="*/ 2147483647 w 249"/>
                  <a:gd name="T47" fmla="*/ 2147483647 h 487"/>
                  <a:gd name="T48" fmla="*/ 2147483647 w 249"/>
                  <a:gd name="T49" fmla="*/ 2147483647 h 487"/>
                  <a:gd name="T50" fmla="*/ 2147483647 w 249"/>
                  <a:gd name="T51" fmla="*/ 2147483647 h 487"/>
                  <a:gd name="T52" fmla="*/ 2147483647 w 249"/>
                  <a:gd name="T53" fmla="*/ 2147483647 h 487"/>
                  <a:gd name="T54" fmla="*/ 2147483647 w 249"/>
                  <a:gd name="T55" fmla="*/ 2147483647 h 487"/>
                  <a:gd name="T56" fmla="*/ 2147483647 w 249"/>
                  <a:gd name="T57" fmla="*/ 2147483647 h 487"/>
                  <a:gd name="T58" fmla="*/ 2147483647 w 249"/>
                  <a:gd name="T59" fmla="*/ 2147483647 h 487"/>
                  <a:gd name="T60" fmla="*/ 2147483647 w 249"/>
                  <a:gd name="T61" fmla="*/ 2147483647 h 487"/>
                  <a:gd name="T62" fmla="*/ 2147483647 w 249"/>
                  <a:gd name="T63" fmla="*/ 2147483647 h 487"/>
                  <a:gd name="T64" fmla="*/ 2147483647 w 249"/>
                  <a:gd name="T65" fmla="*/ 2147483647 h 487"/>
                  <a:gd name="T66" fmla="*/ 2147483647 w 249"/>
                  <a:gd name="T67" fmla="*/ 2147483647 h 487"/>
                  <a:gd name="T68" fmla="*/ 2147483647 w 249"/>
                  <a:gd name="T69" fmla="*/ 2147483647 h 487"/>
                  <a:gd name="T70" fmla="*/ 2147483647 w 249"/>
                  <a:gd name="T71" fmla="*/ 2147483647 h 4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49"/>
                  <a:gd name="T109" fmla="*/ 0 h 487"/>
                  <a:gd name="T110" fmla="*/ 249 w 249"/>
                  <a:gd name="T111" fmla="*/ 487 h 487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49" h="487">
                    <a:moveTo>
                      <a:pt x="231" y="31"/>
                    </a:moveTo>
                    <a:lnTo>
                      <a:pt x="234" y="62"/>
                    </a:lnTo>
                    <a:lnTo>
                      <a:pt x="237" y="94"/>
                    </a:lnTo>
                    <a:lnTo>
                      <a:pt x="240" y="126"/>
                    </a:lnTo>
                    <a:lnTo>
                      <a:pt x="243" y="158"/>
                    </a:lnTo>
                    <a:lnTo>
                      <a:pt x="245" y="211"/>
                    </a:lnTo>
                    <a:lnTo>
                      <a:pt x="246" y="265"/>
                    </a:lnTo>
                    <a:lnTo>
                      <a:pt x="248" y="319"/>
                    </a:lnTo>
                    <a:lnTo>
                      <a:pt x="249" y="373"/>
                    </a:lnTo>
                    <a:lnTo>
                      <a:pt x="248" y="380"/>
                    </a:lnTo>
                    <a:lnTo>
                      <a:pt x="248" y="387"/>
                    </a:lnTo>
                    <a:lnTo>
                      <a:pt x="247" y="394"/>
                    </a:lnTo>
                    <a:lnTo>
                      <a:pt x="247" y="401"/>
                    </a:lnTo>
                    <a:lnTo>
                      <a:pt x="240" y="406"/>
                    </a:lnTo>
                    <a:lnTo>
                      <a:pt x="233" y="411"/>
                    </a:lnTo>
                    <a:lnTo>
                      <a:pt x="226" y="416"/>
                    </a:lnTo>
                    <a:lnTo>
                      <a:pt x="219" y="420"/>
                    </a:lnTo>
                    <a:lnTo>
                      <a:pt x="211" y="425"/>
                    </a:lnTo>
                    <a:lnTo>
                      <a:pt x="205" y="430"/>
                    </a:lnTo>
                    <a:lnTo>
                      <a:pt x="198" y="435"/>
                    </a:lnTo>
                    <a:lnTo>
                      <a:pt x="191" y="441"/>
                    </a:lnTo>
                    <a:lnTo>
                      <a:pt x="179" y="447"/>
                    </a:lnTo>
                    <a:lnTo>
                      <a:pt x="168" y="452"/>
                    </a:lnTo>
                    <a:lnTo>
                      <a:pt x="156" y="458"/>
                    </a:lnTo>
                    <a:lnTo>
                      <a:pt x="145" y="464"/>
                    </a:lnTo>
                    <a:lnTo>
                      <a:pt x="133" y="470"/>
                    </a:lnTo>
                    <a:lnTo>
                      <a:pt x="122" y="476"/>
                    </a:lnTo>
                    <a:lnTo>
                      <a:pt x="110" y="481"/>
                    </a:lnTo>
                    <a:lnTo>
                      <a:pt x="99" y="487"/>
                    </a:lnTo>
                    <a:lnTo>
                      <a:pt x="91" y="486"/>
                    </a:lnTo>
                    <a:lnTo>
                      <a:pt x="83" y="484"/>
                    </a:lnTo>
                    <a:lnTo>
                      <a:pt x="75" y="483"/>
                    </a:lnTo>
                    <a:lnTo>
                      <a:pt x="68" y="481"/>
                    </a:lnTo>
                    <a:lnTo>
                      <a:pt x="59" y="480"/>
                    </a:lnTo>
                    <a:lnTo>
                      <a:pt x="51" y="478"/>
                    </a:lnTo>
                    <a:lnTo>
                      <a:pt x="44" y="477"/>
                    </a:lnTo>
                    <a:lnTo>
                      <a:pt x="36" y="476"/>
                    </a:lnTo>
                    <a:lnTo>
                      <a:pt x="30" y="450"/>
                    </a:lnTo>
                    <a:lnTo>
                      <a:pt x="24" y="423"/>
                    </a:lnTo>
                    <a:lnTo>
                      <a:pt x="18" y="397"/>
                    </a:lnTo>
                    <a:lnTo>
                      <a:pt x="12" y="371"/>
                    </a:lnTo>
                    <a:lnTo>
                      <a:pt x="9" y="324"/>
                    </a:lnTo>
                    <a:lnTo>
                      <a:pt x="6" y="278"/>
                    </a:lnTo>
                    <a:lnTo>
                      <a:pt x="3" y="233"/>
                    </a:lnTo>
                    <a:lnTo>
                      <a:pt x="0" y="187"/>
                    </a:lnTo>
                    <a:lnTo>
                      <a:pt x="4" y="156"/>
                    </a:lnTo>
                    <a:lnTo>
                      <a:pt x="8" y="124"/>
                    </a:lnTo>
                    <a:lnTo>
                      <a:pt x="12" y="94"/>
                    </a:lnTo>
                    <a:lnTo>
                      <a:pt x="16" y="62"/>
                    </a:lnTo>
                    <a:lnTo>
                      <a:pt x="27" y="57"/>
                    </a:lnTo>
                    <a:lnTo>
                      <a:pt x="38" y="52"/>
                    </a:lnTo>
                    <a:lnTo>
                      <a:pt x="48" y="47"/>
                    </a:lnTo>
                    <a:lnTo>
                      <a:pt x="59" y="42"/>
                    </a:lnTo>
                    <a:lnTo>
                      <a:pt x="71" y="38"/>
                    </a:lnTo>
                    <a:lnTo>
                      <a:pt x="81" y="33"/>
                    </a:lnTo>
                    <a:lnTo>
                      <a:pt x="92" y="28"/>
                    </a:lnTo>
                    <a:lnTo>
                      <a:pt x="103" y="23"/>
                    </a:lnTo>
                    <a:lnTo>
                      <a:pt x="115" y="20"/>
                    </a:lnTo>
                    <a:lnTo>
                      <a:pt x="126" y="17"/>
                    </a:lnTo>
                    <a:lnTo>
                      <a:pt x="139" y="14"/>
                    </a:lnTo>
                    <a:lnTo>
                      <a:pt x="151" y="10"/>
                    </a:lnTo>
                    <a:lnTo>
                      <a:pt x="162" y="8"/>
                    </a:lnTo>
                    <a:lnTo>
                      <a:pt x="174" y="5"/>
                    </a:lnTo>
                    <a:lnTo>
                      <a:pt x="185" y="3"/>
                    </a:lnTo>
                    <a:lnTo>
                      <a:pt x="197" y="0"/>
                    </a:lnTo>
                    <a:lnTo>
                      <a:pt x="201" y="4"/>
                    </a:lnTo>
                    <a:lnTo>
                      <a:pt x="205" y="7"/>
                    </a:lnTo>
                    <a:lnTo>
                      <a:pt x="209" y="12"/>
                    </a:lnTo>
                    <a:lnTo>
                      <a:pt x="214" y="16"/>
                    </a:lnTo>
                    <a:lnTo>
                      <a:pt x="219" y="19"/>
                    </a:lnTo>
                    <a:lnTo>
                      <a:pt x="223" y="23"/>
                    </a:lnTo>
                    <a:lnTo>
                      <a:pt x="227" y="27"/>
                    </a:lnTo>
                    <a:lnTo>
                      <a:pt x="231" y="31"/>
                    </a:lnTo>
                    <a:close/>
                  </a:path>
                </a:pathLst>
              </a:custGeom>
              <a:solidFill>
                <a:srgbClr val="198E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2" name="Freeform 69"/>
              <p:cNvSpPr>
                <a:spLocks/>
              </p:cNvSpPr>
              <p:nvPr/>
            </p:nvSpPr>
            <p:spPr bwMode="auto">
              <a:xfrm>
                <a:off x="1555750" y="1670051"/>
                <a:ext cx="74612" cy="146050"/>
              </a:xfrm>
              <a:custGeom>
                <a:avLst/>
                <a:gdLst>
                  <a:gd name="T0" fmla="*/ 2147483647 w 237"/>
                  <a:gd name="T1" fmla="*/ 2147483647 h 463"/>
                  <a:gd name="T2" fmla="*/ 2147483647 w 237"/>
                  <a:gd name="T3" fmla="*/ 2147483647 h 463"/>
                  <a:gd name="T4" fmla="*/ 2147483647 w 237"/>
                  <a:gd name="T5" fmla="*/ 2147483647 h 463"/>
                  <a:gd name="T6" fmla="*/ 2147483647 w 237"/>
                  <a:gd name="T7" fmla="*/ 2147483647 h 463"/>
                  <a:gd name="T8" fmla="*/ 2147483647 w 237"/>
                  <a:gd name="T9" fmla="*/ 2147483647 h 463"/>
                  <a:gd name="T10" fmla="*/ 2147483647 w 237"/>
                  <a:gd name="T11" fmla="*/ 2147483647 h 463"/>
                  <a:gd name="T12" fmla="*/ 2147483647 w 237"/>
                  <a:gd name="T13" fmla="*/ 2147483647 h 463"/>
                  <a:gd name="T14" fmla="*/ 2147483647 w 237"/>
                  <a:gd name="T15" fmla="*/ 2147483647 h 463"/>
                  <a:gd name="T16" fmla="*/ 2147483647 w 237"/>
                  <a:gd name="T17" fmla="*/ 2147483647 h 463"/>
                  <a:gd name="T18" fmla="*/ 2147483647 w 237"/>
                  <a:gd name="T19" fmla="*/ 2147483647 h 463"/>
                  <a:gd name="T20" fmla="*/ 2147483647 w 237"/>
                  <a:gd name="T21" fmla="*/ 2147483647 h 463"/>
                  <a:gd name="T22" fmla="*/ 2147483647 w 237"/>
                  <a:gd name="T23" fmla="*/ 2147483647 h 463"/>
                  <a:gd name="T24" fmla="*/ 2147483647 w 237"/>
                  <a:gd name="T25" fmla="*/ 2147483647 h 463"/>
                  <a:gd name="T26" fmla="*/ 2147483647 w 237"/>
                  <a:gd name="T27" fmla="*/ 2147483647 h 463"/>
                  <a:gd name="T28" fmla="*/ 2147483647 w 237"/>
                  <a:gd name="T29" fmla="*/ 2147483647 h 463"/>
                  <a:gd name="T30" fmla="*/ 2147483647 w 237"/>
                  <a:gd name="T31" fmla="*/ 2147483647 h 463"/>
                  <a:gd name="T32" fmla="*/ 2147483647 w 237"/>
                  <a:gd name="T33" fmla="*/ 2147483647 h 463"/>
                  <a:gd name="T34" fmla="*/ 2147483647 w 237"/>
                  <a:gd name="T35" fmla="*/ 2147483647 h 463"/>
                  <a:gd name="T36" fmla="*/ 2147483647 w 237"/>
                  <a:gd name="T37" fmla="*/ 2147483647 h 463"/>
                  <a:gd name="T38" fmla="*/ 2147483647 w 237"/>
                  <a:gd name="T39" fmla="*/ 2147483647 h 463"/>
                  <a:gd name="T40" fmla="*/ 2147483647 w 237"/>
                  <a:gd name="T41" fmla="*/ 2147483647 h 463"/>
                  <a:gd name="T42" fmla="*/ 2147483647 w 237"/>
                  <a:gd name="T43" fmla="*/ 2147483647 h 463"/>
                  <a:gd name="T44" fmla="*/ 2147483647 w 237"/>
                  <a:gd name="T45" fmla="*/ 2147483647 h 463"/>
                  <a:gd name="T46" fmla="*/ 2147483647 w 237"/>
                  <a:gd name="T47" fmla="*/ 2147483647 h 463"/>
                  <a:gd name="T48" fmla="*/ 2147483647 w 237"/>
                  <a:gd name="T49" fmla="*/ 2147483647 h 463"/>
                  <a:gd name="T50" fmla="*/ 2147483647 w 237"/>
                  <a:gd name="T51" fmla="*/ 2147483647 h 463"/>
                  <a:gd name="T52" fmla="*/ 2147483647 w 237"/>
                  <a:gd name="T53" fmla="*/ 2147483647 h 463"/>
                  <a:gd name="T54" fmla="*/ 2147483647 w 237"/>
                  <a:gd name="T55" fmla="*/ 2147483647 h 463"/>
                  <a:gd name="T56" fmla="*/ 2147483647 w 237"/>
                  <a:gd name="T57" fmla="*/ 2147483647 h 463"/>
                  <a:gd name="T58" fmla="*/ 2147483647 w 237"/>
                  <a:gd name="T59" fmla="*/ 2147483647 h 463"/>
                  <a:gd name="T60" fmla="*/ 2147483647 w 237"/>
                  <a:gd name="T61" fmla="*/ 2147483647 h 463"/>
                  <a:gd name="T62" fmla="*/ 2147483647 w 237"/>
                  <a:gd name="T63" fmla="*/ 2147483647 h 463"/>
                  <a:gd name="T64" fmla="*/ 2147483647 w 237"/>
                  <a:gd name="T65" fmla="*/ 2147483647 h 463"/>
                  <a:gd name="T66" fmla="*/ 2147483647 w 237"/>
                  <a:gd name="T67" fmla="*/ 2147483647 h 463"/>
                  <a:gd name="T68" fmla="*/ 2147483647 w 237"/>
                  <a:gd name="T69" fmla="*/ 2147483647 h 463"/>
                  <a:gd name="T70" fmla="*/ 2147483647 w 237"/>
                  <a:gd name="T71" fmla="*/ 2147483647 h 463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37"/>
                  <a:gd name="T109" fmla="*/ 0 h 463"/>
                  <a:gd name="T110" fmla="*/ 237 w 237"/>
                  <a:gd name="T111" fmla="*/ 463 h 463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37" h="463">
                    <a:moveTo>
                      <a:pt x="221" y="35"/>
                    </a:moveTo>
                    <a:lnTo>
                      <a:pt x="223" y="63"/>
                    </a:lnTo>
                    <a:lnTo>
                      <a:pt x="226" y="92"/>
                    </a:lnTo>
                    <a:lnTo>
                      <a:pt x="228" y="120"/>
                    </a:lnTo>
                    <a:lnTo>
                      <a:pt x="231" y="149"/>
                    </a:lnTo>
                    <a:lnTo>
                      <a:pt x="233" y="200"/>
                    </a:lnTo>
                    <a:lnTo>
                      <a:pt x="234" y="251"/>
                    </a:lnTo>
                    <a:lnTo>
                      <a:pt x="236" y="303"/>
                    </a:lnTo>
                    <a:lnTo>
                      <a:pt x="237" y="355"/>
                    </a:lnTo>
                    <a:lnTo>
                      <a:pt x="236" y="362"/>
                    </a:lnTo>
                    <a:lnTo>
                      <a:pt x="236" y="368"/>
                    </a:lnTo>
                    <a:lnTo>
                      <a:pt x="235" y="375"/>
                    </a:lnTo>
                    <a:lnTo>
                      <a:pt x="235" y="382"/>
                    </a:lnTo>
                    <a:lnTo>
                      <a:pt x="228" y="386"/>
                    </a:lnTo>
                    <a:lnTo>
                      <a:pt x="222" y="391"/>
                    </a:lnTo>
                    <a:lnTo>
                      <a:pt x="215" y="395"/>
                    </a:lnTo>
                    <a:lnTo>
                      <a:pt x="208" y="400"/>
                    </a:lnTo>
                    <a:lnTo>
                      <a:pt x="201" y="404"/>
                    </a:lnTo>
                    <a:lnTo>
                      <a:pt x="194" y="409"/>
                    </a:lnTo>
                    <a:lnTo>
                      <a:pt x="188" y="413"/>
                    </a:lnTo>
                    <a:lnTo>
                      <a:pt x="181" y="418"/>
                    </a:lnTo>
                    <a:lnTo>
                      <a:pt x="170" y="425"/>
                    </a:lnTo>
                    <a:lnTo>
                      <a:pt x="159" y="430"/>
                    </a:lnTo>
                    <a:lnTo>
                      <a:pt x="148" y="436"/>
                    </a:lnTo>
                    <a:lnTo>
                      <a:pt x="138" y="441"/>
                    </a:lnTo>
                    <a:lnTo>
                      <a:pt x="126" y="447"/>
                    </a:lnTo>
                    <a:lnTo>
                      <a:pt x="115" y="452"/>
                    </a:lnTo>
                    <a:lnTo>
                      <a:pt x="105" y="458"/>
                    </a:lnTo>
                    <a:lnTo>
                      <a:pt x="94" y="463"/>
                    </a:lnTo>
                    <a:lnTo>
                      <a:pt x="87" y="461"/>
                    </a:lnTo>
                    <a:lnTo>
                      <a:pt x="80" y="459"/>
                    </a:lnTo>
                    <a:lnTo>
                      <a:pt x="73" y="457"/>
                    </a:lnTo>
                    <a:lnTo>
                      <a:pt x="66" y="455"/>
                    </a:lnTo>
                    <a:lnTo>
                      <a:pt x="58" y="453"/>
                    </a:lnTo>
                    <a:lnTo>
                      <a:pt x="50" y="450"/>
                    </a:lnTo>
                    <a:lnTo>
                      <a:pt x="43" y="448"/>
                    </a:lnTo>
                    <a:lnTo>
                      <a:pt x="36" y="446"/>
                    </a:lnTo>
                    <a:lnTo>
                      <a:pt x="30" y="422"/>
                    </a:lnTo>
                    <a:lnTo>
                      <a:pt x="23" y="398"/>
                    </a:lnTo>
                    <a:lnTo>
                      <a:pt x="17" y="375"/>
                    </a:lnTo>
                    <a:lnTo>
                      <a:pt x="10" y="351"/>
                    </a:lnTo>
                    <a:lnTo>
                      <a:pt x="8" y="308"/>
                    </a:lnTo>
                    <a:lnTo>
                      <a:pt x="5" y="264"/>
                    </a:lnTo>
                    <a:lnTo>
                      <a:pt x="2" y="221"/>
                    </a:lnTo>
                    <a:lnTo>
                      <a:pt x="0" y="177"/>
                    </a:lnTo>
                    <a:lnTo>
                      <a:pt x="5" y="148"/>
                    </a:lnTo>
                    <a:lnTo>
                      <a:pt x="10" y="118"/>
                    </a:lnTo>
                    <a:lnTo>
                      <a:pt x="14" y="90"/>
                    </a:lnTo>
                    <a:lnTo>
                      <a:pt x="19" y="60"/>
                    </a:lnTo>
                    <a:lnTo>
                      <a:pt x="29" y="55"/>
                    </a:lnTo>
                    <a:lnTo>
                      <a:pt x="39" y="50"/>
                    </a:lnTo>
                    <a:lnTo>
                      <a:pt x="48" y="45"/>
                    </a:lnTo>
                    <a:lnTo>
                      <a:pt x="59" y="40"/>
                    </a:lnTo>
                    <a:lnTo>
                      <a:pt x="69" y="35"/>
                    </a:lnTo>
                    <a:lnTo>
                      <a:pt x="79" y="30"/>
                    </a:lnTo>
                    <a:lnTo>
                      <a:pt x="88" y="25"/>
                    </a:lnTo>
                    <a:lnTo>
                      <a:pt x="98" y="20"/>
                    </a:lnTo>
                    <a:lnTo>
                      <a:pt x="109" y="17"/>
                    </a:lnTo>
                    <a:lnTo>
                      <a:pt x="120" y="15"/>
                    </a:lnTo>
                    <a:lnTo>
                      <a:pt x="131" y="12"/>
                    </a:lnTo>
                    <a:lnTo>
                      <a:pt x="143" y="10"/>
                    </a:lnTo>
                    <a:lnTo>
                      <a:pt x="154" y="7"/>
                    </a:lnTo>
                    <a:lnTo>
                      <a:pt x="165" y="5"/>
                    </a:lnTo>
                    <a:lnTo>
                      <a:pt x="176" y="2"/>
                    </a:lnTo>
                    <a:lnTo>
                      <a:pt x="187" y="0"/>
                    </a:lnTo>
                    <a:lnTo>
                      <a:pt x="191" y="4"/>
                    </a:lnTo>
                    <a:lnTo>
                      <a:pt x="195" y="8"/>
                    </a:lnTo>
                    <a:lnTo>
                      <a:pt x="199" y="13"/>
                    </a:lnTo>
                    <a:lnTo>
                      <a:pt x="204" y="17"/>
                    </a:lnTo>
                    <a:lnTo>
                      <a:pt x="208" y="22"/>
                    </a:lnTo>
                    <a:lnTo>
                      <a:pt x="213" y="26"/>
                    </a:lnTo>
                    <a:lnTo>
                      <a:pt x="217" y="31"/>
                    </a:lnTo>
                    <a:lnTo>
                      <a:pt x="221" y="35"/>
                    </a:lnTo>
                    <a:close/>
                  </a:path>
                </a:pathLst>
              </a:custGeom>
              <a:solidFill>
                <a:srgbClr val="2196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3" name="Freeform 70"/>
              <p:cNvSpPr>
                <a:spLocks/>
              </p:cNvSpPr>
              <p:nvPr/>
            </p:nvSpPr>
            <p:spPr bwMode="auto">
              <a:xfrm>
                <a:off x="1557338" y="1673226"/>
                <a:ext cx="71437" cy="139700"/>
              </a:xfrm>
              <a:custGeom>
                <a:avLst/>
                <a:gdLst>
                  <a:gd name="T0" fmla="*/ 2147483647 w 224"/>
                  <a:gd name="T1" fmla="*/ 2147483647 h 442"/>
                  <a:gd name="T2" fmla="*/ 2147483647 w 224"/>
                  <a:gd name="T3" fmla="*/ 2147483647 h 442"/>
                  <a:gd name="T4" fmla="*/ 2147483647 w 224"/>
                  <a:gd name="T5" fmla="*/ 2147483647 h 442"/>
                  <a:gd name="T6" fmla="*/ 2147483647 w 224"/>
                  <a:gd name="T7" fmla="*/ 2147483647 h 442"/>
                  <a:gd name="T8" fmla="*/ 2147483647 w 224"/>
                  <a:gd name="T9" fmla="*/ 2147483647 h 442"/>
                  <a:gd name="T10" fmla="*/ 2147483647 w 224"/>
                  <a:gd name="T11" fmla="*/ 2147483647 h 442"/>
                  <a:gd name="T12" fmla="*/ 2147483647 w 224"/>
                  <a:gd name="T13" fmla="*/ 2147483647 h 442"/>
                  <a:gd name="T14" fmla="*/ 2147483647 w 224"/>
                  <a:gd name="T15" fmla="*/ 2147483647 h 442"/>
                  <a:gd name="T16" fmla="*/ 2147483647 w 224"/>
                  <a:gd name="T17" fmla="*/ 2147483647 h 442"/>
                  <a:gd name="T18" fmla="*/ 2147483647 w 224"/>
                  <a:gd name="T19" fmla="*/ 2147483647 h 442"/>
                  <a:gd name="T20" fmla="*/ 2147483647 w 224"/>
                  <a:gd name="T21" fmla="*/ 2147483647 h 442"/>
                  <a:gd name="T22" fmla="*/ 2147483647 w 224"/>
                  <a:gd name="T23" fmla="*/ 2147483647 h 442"/>
                  <a:gd name="T24" fmla="*/ 2147483647 w 224"/>
                  <a:gd name="T25" fmla="*/ 2147483647 h 442"/>
                  <a:gd name="T26" fmla="*/ 2147483647 w 224"/>
                  <a:gd name="T27" fmla="*/ 2147483647 h 442"/>
                  <a:gd name="T28" fmla="*/ 2147483647 w 224"/>
                  <a:gd name="T29" fmla="*/ 2147483647 h 442"/>
                  <a:gd name="T30" fmla="*/ 2147483647 w 224"/>
                  <a:gd name="T31" fmla="*/ 2147483647 h 442"/>
                  <a:gd name="T32" fmla="*/ 2147483647 w 224"/>
                  <a:gd name="T33" fmla="*/ 2147483647 h 442"/>
                  <a:gd name="T34" fmla="*/ 2147483647 w 224"/>
                  <a:gd name="T35" fmla="*/ 2147483647 h 442"/>
                  <a:gd name="T36" fmla="*/ 2147483647 w 224"/>
                  <a:gd name="T37" fmla="*/ 2147483647 h 442"/>
                  <a:gd name="T38" fmla="*/ 2147483647 w 224"/>
                  <a:gd name="T39" fmla="*/ 2147483647 h 442"/>
                  <a:gd name="T40" fmla="*/ 2147483647 w 224"/>
                  <a:gd name="T41" fmla="*/ 2147483647 h 442"/>
                  <a:gd name="T42" fmla="*/ 2147483647 w 224"/>
                  <a:gd name="T43" fmla="*/ 2147483647 h 442"/>
                  <a:gd name="T44" fmla="*/ 2147483647 w 224"/>
                  <a:gd name="T45" fmla="*/ 2147483647 h 442"/>
                  <a:gd name="T46" fmla="*/ 2147483647 w 224"/>
                  <a:gd name="T47" fmla="*/ 2147483647 h 442"/>
                  <a:gd name="T48" fmla="*/ 2147483647 w 224"/>
                  <a:gd name="T49" fmla="*/ 2147483647 h 442"/>
                  <a:gd name="T50" fmla="*/ 2147483647 w 224"/>
                  <a:gd name="T51" fmla="*/ 2147483647 h 442"/>
                  <a:gd name="T52" fmla="*/ 2147483647 w 224"/>
                  <a:gd name="T53" fmla="*/ 2147483647 h 442"/>
                  <a:gd name="T54" fmla="*/ 2147483647 w 224"/>
                  <a:gd name="T55" fmla="*/ 2147483647 h 442"/>
                  <a:gd name="T56" fmla="*/ 2147483647 w 224"/>
                  <a:gd name="T57" fmla="*/ 2147483647 h 442"/>
                  <a:gd name="T58" fmla="*/ 2147483647 w 224"/>
                  <a:gd name="T59" fmla="*/ 2147483647 h 442"/>
                  <a:gd name="T60" fmla="*/ 2147483647 w 224"/>
                  <a:gd name="T61" fmla="*/ 2147483647 h 442"/>
                  <a:gd name="T62" fmla="*/ 2147483647 w 224"/>
                  <a:gd name="T63" fmla="*/ 2147483647 h 442"/>
                  <a:gd name="T64" fmla="*/ 2147483647 w 224"/>
                  <a:gd name="T65" fmla="*/ 2147483647 h 442"/>
                  <a:gd name="T66" fmla="*/ 2147483647 w 224"/>
                  <a:gd name="T67" fmla="*/ 2147483647 h 442"/>
                  <a:gd name="T68" fmla="*/ 2147483647 w 224"/>
                  <a:gd name="T69" fmla="*/ 2147483647 h 442"/>
                  <a:gd name="T70" fmla="*/ 2147483647 w 224"/>
                  <a:gd name="T71" fmla="*/ 2147483647 h 442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24"/>
                  <a:gd name="T109" fmla="*/ 0 h 442"/>
                  <a:gd name="T110" fmla="*/ 224 w 224"/>
                  <a:gd name="T111" fmla="*/ 442 h 442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24" h="442">
                    <a:moveTo>
                      <a:pt x="211" y="40"/>
                    </a:moveTo>
                    <a:lnTo>
                      <a:pt x="213" y="66"/>
                    </a:lnTo>
                    <a:lnTo>
                      <a:pt x="215" y="91"/>
                    </a:lnTo>
                    <a:lnTo>
                      <a:pt x="217" y="117"/>
                    </a:lnTo>
                    <a:lnTo>
                      <a:pt x="219" y="143"/>
                    </a:lnTo>
                    <a:lnTo>
                      <a:pt x="220" y="191"/>
                    </a:lnTo>
                    <a:lnTo>
                      <a:pt x="222" y="240"/>
                    </a:lnTo>
                    <a:lnTo>
                      <a:pt x="223" y="289"/>
                    </a:lnTo>
                    <a:lnTo>
                      <a:pt x="224" y="337"/>
                    </a:lnTo>
                    <a:lnTo>
                      <a:pt x="224" y="345"/>
                    </a:lnTo>
                    <a:lnTo>
                      <a:pt x="224" y="351"/>
                    </a:lnTo>
                    <a:lnTo>
                      <a:pt x="223" y="357"/>
                    </a:lnTo>
                    <a:lnTo>
                      <a:pt x="223" y="364"/>
                    </a:lnTo>
                    <a:lnTo>
                      <a:pt x="217" y="368"/>
                    </a:lnTo>
                    <a:lnTo>
                      <a:pt x="210" y="372"/>
                    </a:lnTo>
                    <a:lnTo>
                      <a:pt x="203" y="377"/>
                    </a:lnTo>
                    <a:lnTo>
                      <a:pt x="197" y="381"/>
                    </a:lnTo>
                    <a:lnTo>
                      <a:pt x="190" y="386"/>
                    </a:lnTo>
                    <a:lnTo>
                      <a:pt x="184" y="390"/>
                    </a:lnTo>
                    <a:lnTo>
                      <a:pt x="178" y="395"/>
                    </a:lnTo>
                    <a:lnTo>
                      <a:pt x="172" y="399"/>
                    </a:lnTo>
                    <a:lnTo>
                      <a:pt x="162" y="404"/>
                    </a:lnTo>
                    <a:lnTo>
                      <a:pt x="151" y="409"/>
                    </a:lnTo>
                    <a:lnTo>
                      <a:pt x="141" y="416"/>
                    </a:lnTo>
                    <a:lnTo>
                      <a:pt x="131" y="421"/>
                    </a:lnTo>
                    <a:lnTo>
                      <a:pt x="119" y="426"/>
                    </a:lnTo>
                    <a:lnTo>
                      <a:pt x="109" y="431"/>
                    </a:lnTo>
                    <a:lnTo>
                      <a:pt x="98" y="437"/>
                    </a:lnTo>
                    <a:lnTo>
                      <a:pt x="88" y="442"/>
                    </a:lnTo>
                    <a:lnTo>
                      <a:pt x="82" y="439"/>
                    </a:lnTo>
                    <a:lnTo>
                      <a:pt x="75" y="436"/>
                    </a:lnTo>
                    <a:lnTo>
                      <a:pt x="69" y="433"/>
                    </a:lnTo>
                    <a:lnTo>
                      <a:pt x="63" y="430"/>
                    </a:lnTo>
                    <a:lnTo>
                      <a:pt x="56" y="427"/>
                    </a:lnTo>
                    <a:lnTo>
                      <a:pt x="50" y="424"/>
                    </a:lnTo>
                    <a:lnTo>
                      <a:pt x="43" y="422"/>
                    </a:lnTo>
                    <a:lnTo>
                      <a:pt x="37" y="419"/>
                    </a:lnTo>
                    <a:lnTo>
                      <a:pt x="30" y="397"/>
                    </a:lnTo>
                    <a:lnTo>
                      <a:pt x="23" y="377"/>
                    </a:lnTo>
                    <a:lnTo>
                      <a:pt x="16" y="356"/>
                    </a:lnTo>
                    <a:lnTo>
                      <a:pt x="9" y="335"/>
                    </a:lnTo>
                    <a:lnTo>
                      <a:pt x="7" y="294"/>
                    </a:lnTo>
                    <a:lnTo>
                      <a:pt x="5" y="252"/>
                    </a:lnTo>
                    <a:lnTo>
                      <a:pt x="2" y="211"/>
                    </a:lnTo>
                    <a:lnTo>
                      <a:pt x="0" y="169"/>
                    </a:lnTo>
                    <a:lnTo>
                      <a:pt x="6" y="142"/>
                    </a:lnTo>
                    <a:lnTo>
                      <a:pt x="12" y="114"/>
                    </a:lnTo>
                    <a:lnTo>
                      <a:pt x="17" y="87"/>
                    </a:lnTo>
                    <a:lnTo>
                      <a:pt x="23" y="60"/>
                    </a:lnTo>
                    <a:lnTo>
                      <a:pt x="32" y="54"/>
                    </a:lnTo>
                    <a:lnTo>
                      <a:pt x="40" y="49"/>
                    </a:lnTo>
                    <a:lnTo>
                      <a:pt x="50" y="44"/>
                    </a:lnTo>
                    <a:lnTo>
                      <a:pt x="58" y="39"/>
                    </a:lnTo>
                    <a:lnTo>
                      <a:pt x="67" y="35"/>
                    </a:lnTo>
                    <a:lnTo>
                      <a:pt x="75" y="30"/>
                    </a:lnTo>
                    <a:lnTo>
                      <a:pt x="84" y="25"/>
                    </a:lnTo>
                    <a:lnTo>
                      <a:pt x="92" y="20"/>
                    </a:lnTo>
                    <a:lnTo>
                      <a:pt x="103" y="18"/>
                    </a:lnTo>
                    <a:lnTo>
                      <a:pt x="113" y="15"/>
                    </a:lnTo>
                    <a:lnTo>
                      <a:pt x="124" y="13"/>
                    </a:lnTo>
                    <a:lnTo>
                      <a:pt x="135" y="10"/>
                    </a:lnTo>
                    <a:lnTo>
                      <a:pt x="146" y="8"/>
                    </a:lnTo>
                    <a:lnTo>
                      <a:pt x="156" y="5"/>
                    </a:lnTo>
                    <a:lnTo>
                      <a:pt x="167" y="3"/>
                    </a:lnTo>
                    <a:lnTo>
                      <a:pt x="177" y="0"/>
                    </a:lnTo>
                    <a:lnTo>
                      <a:pt x="181" y="5"/>
                    </a:lnTo>
                    <a:lnTo>
                      <a:pt x="185" y="10"/>
                    </a:lnTo>
                    <a:lnTo>
                      <a:pt x="189" y="15"/>
                    </a:lnTo>
                    <a:lnTo>
                      <a:pt x="194" y="20"/>
                    </a:lnTo>
                    <a:lnTo>
                      <a:pt x="198" y="25"/>
                    </a:lnTo>
                    <a:lnTo>
                      <a:pt x="202" y="30"/>
                    </a:lnTo>
                    <a:lnTo>
                      <a:pt x="207" y="35"/>
                    </a:lnTo>
                    <a:lnTo>
                      <a:pt x="211" y="40"/>
                    </a:lnTo>
                    <a:close/>
                  </a:path>
                </a:pathLst>
              </a:custGeom>
              <a:solidFill>
                <a:srgbClr val="2BA0E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4" name="Freeform 71"/>
              <p:cNvSpPr>
                <a:spLocks/>
              </p:cNvSpPr>
              <p:nvPr/>
            </p:nvSpPr>
            <p:spPr bwMode="auto">
              <a:xfrm>
                <a:off x="1558925" y="1676401"/>
                <a:ext cx="68262" cy="133350"/>
              </a:xfrm>
              <a:custGeom>
                <a:avLst/>
                <a:gdLst>
                  <a:gd name="T0" fmla="*/ 2147483647 w 212"/>
                  <a:gd name="T1" fmla="*/ 2147483647 h 419"/>
                  <a:gd name="T2" fmla="*/ 2147483647 w 212"/>
                  <a:gd name="T3" fmla="*/ 2147483647 h 419"/>
                  <a:gd name="T4" fmla="*/ 2147483647 w 212"/>
                  <a:gd name="T5" fmla="*/ 2147483647 h 419"/>
                  <a:gd name="T6" fmla="*/ 2147483647 w 212"/>
                  <a:gd name="T7" fmla="*/ 2147483647 h 419"/>
                  <a:gd name="T8" fmla="*/ 2147483647 w 212"/>
                  <a:gd name="T9" fmla="*/ 2147483647 h 419"/>
                  <a:gd name="T10" fmla="*/ 2147483647 w 212"/>
                  <a:gd name="T11" fmla="*/ 2147483647 h 419"/>
                  <a:gd name="T12" fmla="*/ 2147483647 w 212"/>
                  <a:gd name="T13" fmla="*/ 2147483647 h 419"/>
                  <a:gd name="T14" fmla="*/ 2147483647 w 212"/>
                  <a:gd name="T15" fmla="*/ 2147483647 h 419"/>
                  <a:gd name="T16" fmla="*/ 0 w 212"/>
                  <a:gd name="T17" fmla="*/ 2147483647 h 419"/>
                  <a:gd name="T18" fmla="*/ 2147483647 w 212"/>
                  <a:gd name="T19" fmla="*/ 2147483647 h 419"/>
                  <a:gd name="T20" fmla="*/ 2147483647 w 212"/>
                  <a:gd name="T21" fmla="*/ 2147483647 h 419"/>
                  <a:gd name="T22" fmla="*/ 2147483647 w 212"/>
                  <a:gd name="T23" fmla="*/ 0 h 419"/>
                  <a:gd name="T24" fmla="*/ 2147483647 w 212"/>
                  <a:gd name="T25" fmla="*/ 2147483647 h 41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12"/>
                  <a:gd name="T40" fmla="*/ 0 h 419"/>
                  <a:gd name="T41" fmla="*/ 212 w 212"/>
                  <a:gd name="T42" fmla="*/ 419 h 419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12" h="419">
                    <a:moveTo>
                      <a:pt x="201" y="45"/>
                    </a:moveTo>
                    <a:lnTo>
                      <a:pt x="207" y="135"/>
                    </a:lnTo>
                    <a:lnTo>
                      <a:pt x="212" y="320"/>
                    </a:lnTo>
                    <a:lnTo>
                      <a:pt x="210" y="345"/>
                    </a:lnTo>
                    <a:lnTo>
                      <a:pt x="162" y="378"/>
                    </a:lnTo>
                    <a:lnTo>
                      <a:pt x="83" y="419"/>
                    </a:lnTo>
                    <a:lnTo>
                      <a:pt x="37" y="389"/>
                    </a:lnTo>
                    <a:lnTo>
                      <a:pt x="8" y="318"/>
                    </a:lnTo>
                    <a:lnTo>
                      <a:pt x="0" y="160"/>
                    </a:lnTo>
                    <a:lnTo>
                      <a:pt x="27" y="59"/>
                    </a:lnTo>
                    <a:lnTo>
                      <a:pt x="87" y="19"/>
                    </a:lnTo>
                    <a:lnTo>
                      <a:pt x="167" y="0"/>
                    </a:lnTo>
                    <a:lnTo>
                      <a:pt x="201" y="45"/>
                    </a:lnTo>
                    <a:close/>
                  </a:path>
                </a:pathLst>
              </a:custGeom>
              <a:solidFill>
                <a:srgbClr val="33A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5" name="Freeform 72"/>
              <p:cNvSpPr>
                <a:spLocks/>
              </p:cNvSpPr>
              <p:nvPr/>
            </p:nvSpPr>
            <p:spPr bwMode="auto">
              <a:xfrm>
                <a:off x="1566863" y="1890713"/>
                <a:ext cx="11112" cy="20638"/>
              </a:xfrm>
              <a:custGeom>
                <a:avLst/>
                <a:gdLst>
                  <a:gd name="T0" fmla="*/ 2147483647 w 32"/>
                  <a:gd name="T1" fmla="*/ 0 h 66"/>
                  <a:gd name="T2" fmla="*/ 2147483647 w 32"/>
                  <a:gd name="T3" fmla="*/ 2147483647 h 66"/>
                  <a:gd name="T4" fmla="*/ 2147483647 w 32"/>
                  <a:gd name="T5" fmla="*/ 2147483647 h 66"/>
                  <a:gd name="T6" fmla="*/ 2147483647 w 32"/>
                  <a:gd name="T7" fmla="*/ 2147483647 h 66"/>
                  <a:gd name="T8" fmla="*/ 0 w 32"/>
                  <a:gd name="T9" fmla="*/ 2147483647 h 66"/>
                  <a:gd name="T10" fmla="*/ 0 w 32"/>
                  <a:gd name="T11" fmla="*/ 2147483647 h 66"/>
                  <a:gd name="T12" fmla="*/ 2147483647 w 32"/>
                  <a:gd name="T13" fmla="*/ 2147483647 h 66"/>
                  <a:gd name="T14" fmla="*/ 2147483647 w 32"/>
                  <a:gd name="T15" fmla="*/ 2147483647 h 66"/>
                  <a:gd name="T16" fmla="*/ 2147483647 w 32"/>
                  <a:gd name="T17" fmla="*/ 2147483647 h 66"/>
                  <a:gd name="T18" fmla="*/ 2147483647 w 32"/>
                  <a:gd name="T19" fmla="*/ 2147483647 h 66"/>
                  <a:gd name="T20" fmla="*/ 2147483647 w 32"/>
                  <a:gd name="T21" fmla="*/ 2147483647 h 66"/>
                  <a:gd name="T22" fmla="*/ 2147483647 w 32"/>
                  <a:gd name="T23" fmla="*/ 2147483647 h 66"/>
                  <a:gd name="T24" fmla="*/ 2147483647 w 32"/>
                  <a:gd name="T25" fmla="*/ 2147483647 h 66"/>
                  <a:gd name="T26" fmla="*/ 2147483647 w 32"/>
                  <a:gd name="T27" fmla="*/ 2147483647 h 66"/>
                  <a:gd name="T28" fmla="*/ 2147483647 w 32"/>
                  <a:gd name="T29" fmla="*/ 2147483647 h 66"/>
                  <a:gd name="T30" fmla="*/ 2147483647 w 32"/>
                  <a:gd name="T31" fmla="*/ 2147483647 h 66"/>
                  <a:gd name="T32" fmla="*/ 2147483647 w 32"/>
                  <a:gd name="T33" fmla="*/ 0 h 6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2"/>
                  <a:gd name="T52" fmla="*/ 0 h 66"/>
                  <a:gd name="T53" fmla="*/ 32 w 32"/>
                  <a:gd name="T54" fmla="*/ 66 h 6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2" h="66">
                    <a:moveTo>
                      <a:pt x="19" y="0"/>
                    </a:moveTo>
                    <a:lnTo>
                      <a:pt x="12" y="2"/>
                    </a:lnTo>
                    <a:lnTo>
                      <a:pt x="6" y="8"/>
                    </a:lnTo>
                    <a:lnTo>
                      <a:pt x="2" y="19"/>
                    </a:lnTo>
                    <a:lnTo>
                      <a:pt x="0" y="32"/>
                    </a:lnTo>
                    <a:lnTo>
                      <a:pt x="0" y="45"/>
                    </a:lnTo>
                    <a:lnTo>
                      <a:pt x="2" y="56"/>
                    </a:lnTo>
                    <a:lnTo>
                      <a:pt x="7" y="63"/>
                    </a:lnTo>
                    <a:lnTo>
                      <a:pt x="13" y="66"/>
                    </a:lnTo>
                    <a:lnTo>
                      <a:pt x="20" y="64"/>
                    </a:lnTo>
                    <a:lnTo>
                      <a:pt x="26" y="58"/>
                    </a:lnTo>
                    <a:lnTo>
                      <a:pt x="30" y="48"/>
                    </a:lnTo>
                    <a:lnTo>
                      <a:pt x="32" y="35"/>
                    </a:lnTo>
                    <a:lnTo>
                      <a:pt x="32" y="22"/>
                    </a:lnTo>
                    <a:lnTo>
                      <a:pt x="29" y="12"/>
                    </a:lnTo>
                    <a:lnTo>
                      <a:pt x="25" y="3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000F2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6" name="Freeform 73"/>
              <p:cNvSpPr>
                <a:spLocks/>
              </p:cNvSpPr>
              <p:nvPr/>
            </p:nvSpPr>
            <p:spPr bwMode="auto">
              <a:xfrm>
                <a:off x="1612900" y="1868488"/>
                <a:ext cx="12700" cy="11113"/>
              </a:xfrm>
              <a:custGeom>
                <a:avLst/>
                <a:gdLst>
                  <a:gd name="T0" fmla="*/ 2147483647 w 42"/>
                  <a:gd name="T1" fmla="*/ 2147483647 h 36"/>
                  <a:gd name="T2" fmla="*/ 2147483647 w 42"/>
                  <a:gd name="T3" fmla="*/ 2147483647 h 36"/>
                  <a:gd name="T4" fmla="*/ 2147483647 w 42"/>
                  <a:gd name="T5" fmla="*/ 2147483647 h 36"/>
                  <a:gd name="T6" fmla="*/ 2147483647 w 42"/>
                  <a:gd name="T7" fmla="*/ 2147483647 h 36"/>
                  <a:gd name="T8" fmla="*/ 2147483647 w 42"/>
                  <a:gd name="T9" fmla="*/ 2147483647 h 36"/>
                  <a:gd name="T10" fmla="*/ 2147483647 w 42"/>
                  <a:gd name="T11" fmla="*/ 2147483647 h 36"/>
                  <a:gd name="T12" fmla="*/ 2147483647 w 42"/>
                  <a:gd name="T13" fmla="*/ 2147483647 h 36"/>
                  <a:gd name="T14" fmla="*/ 2147483647 w 42"/>
                  <a:gd name="T15" fmla="*/ 2147483647 h 36"/>
                  <a:gd name="T16" fmla="*/ 2147483647 w 42"/>
                  <a:gd name="T17" fmla="*/ 2147483647 h 36"/>
                  <a:gd name="T18" fmla="*/ 2147483647 w 42"/>
                  <a:gd name="T19" fmla="*/ 0 h 36"/>
                  <a:gd name="T20" fmla="*/ 2147483647 w 42"/>
                  <a:gd name="T21" fmla="*/ 0 h 36"/>
                  <a:gd name="T22" fmla="*/ 2147483647 w 42"/>
                  <a:gd name="T23" fmla="*/ 2147483647 h 36"/>
                  <a:gd name="T24" fmla="*/ 2147483647 w 42"/>
                  <a:gd name="T25" fmla="*/ 2147483647 h 36"/>
                  <a:gd name="T26" fmla="*/ 2147483647 w 42"/>
                  <a:gd name="T27" fmla="*/ 2147483647 h 36"/>
                  <a:gd name="T28" fmla="*/ 2147483647 w 42"/>
                  <a:gd name="T29" fmla="*/ 2147483647 h 36"/>
                  <a:gd name="T30" fmla="*/ 0 w 42"/>
                  <a:gd name="T31" fmla="*/ 2147483647 h 36"/>
                  <a:gd name="T32" fmla="*/ 2147483647 w 42"/>
                  <a:gd name="T33" fmla="*/ 2147483647 h 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42"/>
                  <a:gd name="T52" fmla="*/ 0 h 36"/>
                  <a:gd name="T53" fmla="*/ 42 w 42"/>
                  <a:gd name="T54" fmla="*/ 36 h 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42" h="36">
                    <a:moveTo>
                      <a:pt x="2" y="34"/>
                    </a:moveTo>
                    <a:lnTo>
                      <a:pt x="6" y="36"/>
                    </a:lnTo>
                    <a:lnTo>
                      <a:pt x="13" y="36"/>
                    </a:lnTo>
                    <a:lnTo>
                      <a:pt x="20" y="33"/>
                    </a:lnTo>
                    <a:lnTo>
                      <a:pt x="28" y="28"/>
                    </a:lnTo>
                    <a:lnTo>
                      <a:pt x="36" y="22"/>
                    </a:lnTo>
                    <a:lnTo>
                      <a:pt x="41" y="15"/>
                    </a:lnTo>
                    <a:lnTo>
                      <a:pt x="42" y="8"/>
                    </a:lnTo>
                    <a:lnTo>
                      <a:pt x="41" y="2"/>
                    </a:lnTo>
                    <a:lnTo>
                      <a:pt x="37" y="0"/>
                    </a:lnTo>
                    <a:lnTo>
                      <a:pt x="29" y="0"/>
                    </a:lnTo>
                    <a:lnTo>
                      <a:pt x="21" y="3"/>
                    </a:lnTo>
                    <a:lnTo>
                      <a:pt x="13" y="10"/>
                    </a:lnTo>
                    <a:lnTo>
                      <a:pt x="6" y="16"/>
                    </a:lnTo>
                    <a:lnTo>
                      <a:pt x="2" y="23"/>
                    </a:lnTo>
                    <a:lnTo>
                      <a:pt x="0" y="29"/>
                    </a:lnTo>
                    <a:lnTo>
                      <a:pt x="2" y="34"/>
                    </a:lnTo>
                    <a:close/>
                  </a:path>
                </a:pathLst>
              </a:custGeom>
              <a:solidFill>
                <a:srgbClr val="000F2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7" name="Freeform 74"/>
              <p:cNvSpPr>
                <a:spLocks/>
              </p:cNvSpPr>
              <p:nvPr/>
            </p:nvSpPr>
            <p:spPr bwMode="auto">
              <a:xfrm>
                <a:off x="1628775" y="1860551"/>
                <a:ext cx="6350" cy="9525"/>
              </a:xfrm>
              <a:custGeom>
                <a:avLst/>
                <a:gdLst>
                  <a:gd name="T0" fmla="*/ 2147483647 w 22"/>
                  <a:gd name="T1" fmla="*/ 2147483647 h 30"/>
                  <a:gd name="T2" fmla="*/ 2147483647 w 22"/>
                  <a:gd name="T3" fmla="*/ 2147483647 h 30"/>
                  <a:gd name="T4" fmla="*/ 2147483647 w 22"/>
                  <a:gd name="T5" fmla="*/ 2147483647 h 30"/>
                  <a:gd name="T6" fmla="*/ 2147483647 w 22"/>
                  <a:gd name="T7" fmla="*/ 2147483647 h 30"/>
                  <a:gd name="T8" fmla="*/ 2147483647 w 22"/>
                  <a:gd name="T9" fmla="*/ 2147483647 h 30"/>
                  <a:gd name="T10" fmla="*/ 2147483647 w 22"/>
                  <a:gd name="T11" fmla="*/ 2147483647 h 30"/>
                  <a:gd name="T12" fmla="*/ 2147483647 w 22"/>
                  <a:gd name="T13" fmla="*/ 2147483647 h 30"/>
                  <a:gd name="T14" fmla="*/ 2147483647 w 22"/>
                  <a:gd name="T15" fmla="*/ 2147483647 h 30"/>
                  <a:gd name="T16" fmla="*/ 2147483647 w 22"/>
                  <a:gd name="T17" fmla="*/ 2147483647 h 30"/>
                  <a:gd name="T18" fmla="*/ 2147483647 w 22"/>
                  <a:gd name="T19" fmla="*/ 0 h 30"/>
                  <a:gd name="T20" fmla="*/ 2147483647 w 22"/>
                  <a:gd name="T21" fmla="*/ 2147483647 h 30"/>
                  <a:gd name="T22" fmla="*/ 2147483647 w 22"/>
                  <a:gd name="T23" fmla="*/ 2147483647 h 30"/>
                  <a:gd name="T24" fmla="*/ 2147483647 w 22"/>
                  <a:gd name="T25" fmla="*/ 2147483647 h 30"/>
                  <a:gd name="T26" fmla="*/ 0 w 22"/>
                  <a:gd name="T27" fmla="*/ 2147483647 h 30"/>
                  <a:gd name="T28" fmla="*/ 2147483647 w 22"/>
                  <a:gd name="T29" fmla="*/ 2147483647 h 30"/>
                  <a:gd name="T30" fmla="*/ 2147483647 w 22"/>
                  <a:gd name="T31" fmla="*/ 2147483647 h 30"/>
                  <a:gd name="T32" fmla="*/ 2147483647 w 22"/>
                  <a:gd name="T33" fmla="*/ 2147483647 h 3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2"/>
                  <a:gd name="T52" fmla="*/ 0 h 30"/>
                  <a:gd name="T53" fmla="*/ 22 w 22"/>
                  <a:gd name="T54" fmla="*/ 30 h 3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2" h="30">
                    <a:moveTo>
                      <a:pt x="7" y="28"/>
                    </a:moveTo>
                    <a:lnTo>
                      <a:pt x="11" y="30"/>
                    </a:lnTo>
                    <a:lnTo>
                      <a:pt x="15" y="29"/>
                    </a:lnTo>
                    <a:lnTo>
                      <a:pt x="19" y="26"/>
                    </a:lnTo>
                    <a:lnTo>
                      <a:pt x="21" y="21"/>
                    </a:lnTo>
                    <a:lnTo>
                      <a:pt x="22" y="15"/>
                    </a:lnTo>
                    <a:lnTo>
                      <a:pt x="21" y="10"/>
                    </a:lnTo>
                    <a:lnTo>
                      <a:pt x="19" y="5"/>
                    </a:lnTo>
                    <a:lnTo>
                      <a:pt x="15" y="2"/>
                    </a:lnTo>
                    <a:lnTo>
                      <a:pt x="11" y="0"/>
                    </a:lnTo>
                    <a:lnTo>
                      <a:pt x="7" y="1"/>
                    </a:lnTo>
                    <a:lnTo>
                      <a:pt x="4" y="4"/>
                    </a:lnTo>
                    <a:lnTo>
                      <a:pt x="1" y="9"/>
                    </a:lnTo>
                    <a:lnTo>
                      <a:pt x="0" y="14"/>
                    </a:lnTo>
                    <a:lnTo>
                      <a:pt x="1" y="20"/>
                    </a:lnTo>
                    <a:lnTo>
                      <a:pt x="3" y="25"/>
                    </a:lnTo>
                    <a:lnTo>
                      <a:pt x="7" y="28"/>
                    </a:lnTo>
                    <a:close/>
                  </a:path>
                </a:pathLst>
              </a:custGeom>
              <a:solidFill>
                <a:srgbClr val="000F2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8" name="Freeform 75"/>
              <p:cNvSpPr>
                <a:spLocks/>
              </p:cNvSpPr>
              <p:nvPr/>
            </p:nvSpPr>
            <p:spPr bwMode="auto">
              <a:xfrm>
                <a:off x="1635125" y="1855788"/>
                <a:ext cx="6350" cy="9525"/>
              </a:xfrm>
              <a:custGeom>
                <a:avLst/>
                <a:gdLst>
                  <a:gd name="T0" fmla="*/ 2147483647 w 22"/>
                  <a:gd name="T1" fmla="*/ 2147483647 h 30"/>
                  <a:gd name="T2" fmla="*/ 2147483647 w 22"/>
                  <a:gd name="T3" fmla="*/ 2147483647 h 30"/>
                  <a:gd name="T4" fmla="*/ 2147483647 w 22"/>
                  <a:gd name="T5" fmla="*/ 2147483647 h 30"/>
                  <a:gd name="T6" fmla="*/ 2147483647 w 22"/>
                  <a:gd name="T7" fmla="*/ 2147483647 h 30"/>
                  <a:gd name="T8" fmla="*/ 2147483647 w 22"/>
                  <a:gd name="T9" fmla="*/ 2147483647 h 30"/>
                  <a:gd name="T10" fmla="*/ 2147483647 w 22"/>
                  <a:gd name="T11" fmla="*/ 2147483647 h 30"/>
                  <a:gd name="T12" fmla="*/ 2147483647 w 22"/>
                  <a:gd name="T13" fmla="*/ 2147483647 h 30"/>
                  <a:gd name="T14" fmla="*/ 2147483647 w 22"/>
                  <a:gd name="T15" fmla="*/ 2147483647 h 30"/>
                  <a:gd name="T16" fmla="*/ 2147483647 w 22"/>
                  <a:gd name="T17" fmla="*/ 2147483647 h 30"/>
                  <a:gd name="T18" fmla="*/ 2147483647 w 22"/>
                  <a:gd name="T19" fmla="*/ 0 h 30"/>
                  <a:gd name="T20" fmla="*/ 2147483647 w 22"/>
                  <a:gd name="T21" fmla="*/ 2147483647 h 30"/>
                  <a:gd name="T22" fmla="*/ 2147483647 w 22"/>
                  <a:gd name="T23" fmla="*/ 2147483647 h 30"/>
                  <a:gd name="T24" fmla="*/ 2147483647 w 22"/>
                  <a:gd name="T25" fmla="*/ 2147483647 h 30"/>
                  <a:gd name="T26" fmla="*/ 0 w 22"/>
                  <a:gd name="T27" fmla="*/ 2147483647 h 30"/>
                  <a:gd name="T28" fmla="*/ 2147483647 w 22"/>
                  <a:gd name="T29" fmla="*/ 2147483647 h 30"/>
                  <a:gd name="T30" fmla="*/ 2147483647 w 22"/>
                  <a:gd name="T31" fmla="*/ 2147483647 h 30"/>
                  <a:gd name="T32" fmla="*/ 2147483647 w 22"/>
                  <a:gd name="T33" fmla="*/ 2147483647 h 3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2"/>
                  <a:gd name="T52" fmla="*/ 0 h 30"/>
                  <a:gd name="T53" fmla="*/ 22 w 22"/>
                  <a:gd name="T54" fmla="*/ 30 h 3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2" h="30">
                    <a:moveTo>
                      <a:pt x="7" y="29"/>
                    </a:moveTo>
                    <a:lnTo>
                      <a:pt x="11" y="30"/>
                    </a:lnTo>
                    <a:lnTo>
                      <a:pt x="15" y="29"/>
                    </a:lnTo>
                    <a:lnTo>
                      <a:pt x="19" y="26"/>
                    </a:lnTo>
                    <a:lnTo>
                      <a:pt x="21" y="21"/>
                    </a:lnTo>
                    <a:lnTo>
                      <a:pt x="22" y="15"/>
                    </a:lnTo>
                    <a:lnTo>
                      <a:pt x="21" y="10"/>
                    </a:lnTo>
                    <a:lnTo>
                      <a:pt x="19" y="5"/>
                    </a:lnTo>
                    <a:lnTo>
                      <a:pt x="15" y="2"/>
                    </a:lnTo>
                    <a:lnTo>
                      <a:pt x="11" y="0"/>
                    </a:lnTo>
                    <a:lnTo>
                      <a:pt x="7" y="1"/>
                    </a:lnTo>
                    <a:lnTo>
                      <a:pt x="3" y="4"/>
                    </a:lnTo>
                    <a:lnTo>
                      <a:pt x="1" y="9"/>
                    </a:lnTo>
                    <a:lnTo>
                      <a:pt x="0" y="15"/>
                    </a:lnTo>
                    <a:lnTo>
                      <a:pt x="1" y="20"/>
                    </a:lnTo>
                    <a:lnTo>
                      <a:pt x="3" y="25"/>
                    </a:lnTo>
                    <a:lnTo>
                      <a:pt x="7" y="29"/>
                    </a:lnTo>
                    <a:close/>
                  </a:path>
                </a:pathLst>
              </a:custGeom>
              <a:solidFill>
                <a:srgbClr val="000F2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9" name="Freeform 76"/>
              <p:cNvSpPr>
                <a:spLocks/>
              </p:cNvSpPr>
              <p:nvPr/>
            </p:nvSpPr>
            <p:spPr bwMode="auto">
              <a:xfrm>
                <a:off x="1568450" y="1892301"/>
                <a:ext cx="7937" cy="15875"/>
              </a:xfrm>
              <a:custGeom>
                <a:avLst/>
                <a:gdLst>
                  <a:gd name="T0" fmla="*/ 2147483647 w 21"/>
                  <a:gd name="T1" fmla="*/ 0 h 52"/>
                  <a:gd name="T2" fmla="*/ 2147483647 w 21"/>
                  <a:gd name="T3" fmla="*/ 2147483647 h 52"/>
                  <a:gd name="T4" fmla="*/ 2147483647 w 21"/>
                  <a:gd name="T5" fmla="*/ 2147483647 h 52"/>
                  <a:gd name="T6" fmla="*/ 2147483647 w 21"/>
                  <a:gd name="T7" fmla="*/ 2147483647 h 52"/>
                  <a:gd name="T8" fmla="*/ 0 w 21"/>
                  <a:gd name="T9" fmla="*/ 2147483647 h 52"/>
                  <a:gd name="T10" fmla="*/ 0 w 21"/>
                  <a:gd name="T11" fmla="*/ 2147483647 h 52"/>
                  <a:gd name="T12" fmla="*/ 2147483647 w 21"/>
                  <a:gd name="T13" fmla="*/ 2147483647 h 52"/>
                  <a:gd name="T14" fmla="*/ 2147483647 w 21"/>
                  <a:gd name="T15" fmla="*/ 2147483647 h 52"/>
                  <a:gd name="T16" fmla="*/ 2147483647 w 21"/>
                  <a:gd name="T17" fmla="*/ 2147483647 h 52"/>
                  <a:gd name="T18" fmla="*/ 2147483647 w 21"/>
                  <a:gd name="T19" fmla="*/ 2147483647 h 52"/>
                  <a:gd name="T20" fmla="*/ 2147483647 w 21"/>
                  <a:gd name="T21" fmla="*/ 2147483647 h 52"/>
                  <a:gd name="T22" fmla="*/ 2147483647 w 21"/>
                  <a:gd name="T23" fmla="*/ 2147483647 h 52"/>
                  <a:gd name="T24" fmla="*/ 2147483647 w 21"/>
                  <a:gd name="T25" fmla="*/ 2147483647 h 52"/>
                  <a:gd name="T26" fmla="*/ 2147483647 w 21"/>
                  <a:gd name="T27" fmla="*/ 2147483647 h 52"/>
                  <a:gd name="T28" fmla="*/ 2147483647 w 21"/>
                  <a:gd name="T29" fmla="*/ 2147483647 h 52"/>
                  <a:gd name="T30" fmla="*/ 2147483647 w 21"/>
                  <a:gd name="T31" fmla="*/ 2147483647 h 52"/>
                  <a:gd name="T32" fmla="*/ 2147483647 w 21"/>
                  <a:gd name="T33" fmla="*/ 0 h 5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"/>
                  <a:gd name="T52" fmla="*/ 0 h 52"/>
                  <a:gd name="T53" fmla="*/ 21 w 21"/>
                  <a:gd name="T54" fmla="*/ 52 h 52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" h="52">
                    <a:moveTo>
                      <a:pt x="13" y="0"/>
                    </a:moveTo>
                    <a:lnTo>
                      <a:pt x="8" y="2"/>
                    </a:lnTo>
                    <a:lnTo>
                      <a:pt x="4" y="8"/>
                    </a:lnTo>
                    <a:lnTo>
                      <a:pt x="1" y="16"/>
                    </a:lnTo>
                    <a:lnTo>
                      <a:pt x="0" y="26"/>
                    </a:lnTo>
                    <a:lnTo>
                      <a:pt x="0" y="36"/>
                    </a:lnTo>
                    <a:lnTo>
                      <a:pt x="2" y="44"/>
                    </a:lnTo>
                    <a:lnTo>
                      <a:pt x="5" y="49"/>
                    </a:lnTo>
                    <a:lnTo>
                      <a:pt x="8" y="52"/>
                    </a:lnTo>
                    <a:lnTo>
                      <a:pt x="13" y="50"/>
                    </a:lnTo>
                    <a:lnTo>
                      <a:pt x="17" y="45"/>
                    </a:lnTo>
                    <a:lnTo>
                      <a:pt x="20" y="37"/>
                    </a:lnTo>
                    <a:lnTo>
                      <a:pt x="21" y="27"/>
                    </a:lnTo>
                    <a:lnTo>
                      <a:pt x="21" y="17"/>
                    </a:lnTo>
                    <a:lnTo>
                      <a:pt x="20" y="9"/>
                    </a:lnTo>
                    <a:lnTo>
                      <a:pt x="17" y="3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0" name="Freeform 77"/>
              <p:cNvSpPr>
                <a:spLocks/>
              </p:cNvSpPr>
              <p:nvPr/>
            </p:nvSpPr>
            <p:spPr bwMode="auto">
              <a:xfrm>
                <a:off x="1614488" y="1870076"/>
                <a:ext cx="9525" cy="9525"/>
              </a:xfrm>
              <a:custGeom>
                <a:avLst/>
                <a:gdLst>
                  <a:gd name="T0" fmla="*/ 2147483647 w 32"/>
                  <a:gd name="T1" fmla="*/ 2147483647 h 27"/>
                  <a:gd name="T2" fmla="*/ 2147483647 w 32"/>
                  <a:gd name="T3" fmla="*/ 2147483647 h 27"/>
                  <a:gd name="T4" fmla="*/ 2147483647 w 32"/>
                  <a:gd name="T5" fmla="*/ 2147483647 h 27"/>
                  <a:gd name="T6" fmla="*/ 2147483647 w 32"/>
                  <a:gd name="T7" fmla="*/ 2147483647 h 27"/>
                  <a:gd name="T8" fmla="*/ 2147483647 w 32"/>
                  <a:gd name="T9" fmla="*/ 2147483647 h 27"/>
                  <a:gd name="T10" fmla="*/ 2147483647 w 32"/>
                  <a:gd name="T11" fmla="*/ 2147483647 h 27"/>
                  <a:gd name="T12" fmla="*/ 2147483647 w 32"/>
                  <a:gd name="T13" fmla="*/ 2147483647 h 27"/>
                  <a:gd name="T14" fmla="*/ 2147483647 w 32"/>
                  <a:gd name="T15" fmla="*/ 2147483647 h 27"/>
                  <a:gd name="T16" fmla="*/ 2147483647 w 32"/>
                  <a:gd name="T17" fmla="*/ 2147483647 h 27"/>
                  <a:gd name="T18" fmla="*/ 2147483647 w 32"/>
                  <a:gd name="T19" fmla="*/ 0 h 27"/>
                  <a:gd name="T20" fmla="*/ 2147483647 w 32"/>
                  <a:gd name="T21" fmla="*/ 0 h 27"/>
                  <a:gd name="T22" fmla="*/ 2147483647 w 32"/>
                  <a:gd name="T23" fmla="*/ 2147483647 h 27"/>
                  <a:gd name="T24" fmla="*/ 2147483647 w 32"/>
                  <a:gd name="T25" fmla="*/ 2147483647 h 27"/>
                  <a:gd name="T26" fmla="*/ 2147483647 w 32"/>
                  <a:gd name="T27" fmla="*/ 2147483647 h 27"/>
                  <a:gd name="T28" fmla="*/ 2147483647 w 32"/>
                  <a:gd name="T29" fmla="*/ 2147483647 h 27"/>
                  <a:gd name="T30" fmla="*/ 0 w 32"/>
                  <a:gd name="T31" fmla="*/ 2147483647 h 27"/>
                  <a:gd name="T32" fmla="*/ 2147483647 w 32"/>
                  <a:gd name="T33" fmla="*/ 2147483647 h 2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2"/>
                  <a:gd name="T52" fmla="*/ 0 h 27"/>
                  <a:gd name="T53" fmla="*/ 32 w 32"/>
                  <a:gd name="T54" fmla="*/ 27 h 2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2" h="27">
                    <a:moveTo>
                      <a:pt x="1" y="26"/>
                    </a:moveTo>
                    <a:lnTo>
                      <a:pt x="4" y="27"/>
                    </a:lnTo>
                    <a:lnTo>
                      <a:pt x="9" y="26"/>
                    </a:lnTo>
                    <a:lnTo>
                      <a:pt x="15" y="24"/>
                    </a:lnTo>
                    <a:lnTo>
                      <a:pt x="21" y="20"/>
                    </a:lnTo>
                    <a:lnTo>
                      <a:pt x="27" y="15"/>
                    </a:lnTo>
                    <a:lnTo>
                      <a:pt x="31" y="9"/>
                    </a:lnTo>
                    <a:lnTo>
                      <a:pt x="32" y="5"/>
                    </a:lnTo>
                    <a:lnTo>
                      <a:pt x="32" y="1"/>
                    </a:lnTo>
                    <a:lnTo>
                      <a:pt x="29" y="0"/>
                    </a:lnTo>
                    <a:lnTo>
                      <a:pt x="23" y="0"/>
                    </a:lnTo>
                    <a:lnTo>
                      <a:pt x="17" y="4"/>
                    </a:lnTo>
                    <a:lnTo>
                      <a:pt x="11" y="8"/>
                    </a:lnTo>
                    <a:lnTo>
                      <a:pt x="6" y="13"/>
                    </a:lnTo>
                    <a:lnTo>
                      <a:pt x="2" y="18"/>
                    </a:lnTo>
                    <a:lnTo>
                      <a:pt x="0" y="22"/>
                    </a:lnTo>
                    <a:lnTo>
                      <a:pt x="1" y="26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1" name="Freeform 78"/>
              <p:cNvSpPr>
                <a:spLocks/>
              </p:cNvSpPr>
              <p:nvPr/>
            </p:nvSpPr>
            <p:spPr bwMode="auto">
              <a:xfrm>
                <a:off x="1630363" y="1862138"/>
                <a:ext cx="3175" cy="6350"/>
              </a:xfrm>
              <a:custGeom>
                <a:avLst/>
                <a:gdLst>
                  <a:gd name="T0" fmla="*/ 2147483647 w 14"/>
                  <a:gd name="T1" fmla="*/ 2147483647 h 22"/>
                  <a:gd name="T2" fmla="*/ 2147483647 w 14"/>
                  <a:gd name="T3" fmla="*/ 2147483647 h 22"/>
                  <a:gd name="T4" fmla="*/ 2147483647 w 14"/>
                  <a:gd name="T5" fmla="*/ 2147483647 h 22"/>
                  <a:gd name="T6" fmla="*/ 2147483647 w 14"/>
                  <a:gd name="T7" fmla="*/ 2147483647 h 22"/>
                  <a:gd name="T8" fmla="*/ 2147483647 w 14"/>
                  <a:gd name="T9" fmla="*/ 2147483647 h 22"/>
                  <a:gd name="T10" fmla="*/ 2147483647 w 14"/>
                  <a:gd name="T11" fmla="*/ 2147483647 h 22"/>
                  <a:gd name="T12" fmla="*/ 2147483647 w 14"/>
                  <a:gd name="T13" fmla="*/ 2147483647 h 22"/>
                  <a:gd name="T14" fmla="*/ 2147483647 w 14"/>
                  <a:gd name="T15" fmla="*/ 2147483647 h 22"/>
                  <a:gd name="T16" fmla="*/ 2147483647 w 14"/>
                  <a:gd name="T17" fmla="*/ 2147483647 h 22"/>
                  <a:gd name="T18" fmla="*/ 2147483647 w 14"/>
                  <a:gd name="T19" fmla="*/ 0 h 22"/>
                  <a:gd name="T20" fmla="*/ 2147483647 w 14"/>
                  <a:gd name="T21" fmla="*/ 2147483647 h 22"/>
                  <a:gd name="T22" fmla="*/ 2147483647 w 14"/>
                  <a:gd name="T23" fmla="*/ 2147483647 h 22"/>
                  <a:gd name="T24" fmla="*/ 2147483647 w 14"/>
                  <a:gd name="T25" fmla="*/ 2147483647 h 22"/>
                  <a:gd name="T26" fmla="*/ 0 w 14"/>
                  <a:gd name="T27" fmla="*/ 2147483647 h 22"/>
                  <a:gd name="T28" fmla="*/ 0 w 14"/>
                  <a:gd name="T29" fmla="*/ 2147483647 h 22"/>
                  <a:gd name="T30" fmla="*/ 2147483647 w 14"/>
                  <a:gd name="T31" fmla="*/ 2147483647 h 22"/>
                  <a:gd name="T32" fmla="*/ 2147483647 w 14"/>
                  <a:gd name="T33" fmla="*/ 2147483647 h 2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4"/>
                  <a:gd name="T52" fmla="*/ 0 h 22"/>
                  <a:gd name="T53" fmla="*/ 14 w 14"/>
                  <a:gd name="T54" fmla="*/ 22 h 22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4" h="22">
                    <a:moveTo>
                      <a:pt x="4" y="21"/>
                    </a:moveTo>
                    <a:lnTo>
                      <a:pt x="7" y="22"/>
                    </a:lnTo>
                    <a:lnTo>
                      <a:pt x="9" y="21"/>
                    </a:lnTo>
                    <a:lnTo>
                      <a:pt x="12" y="19"/>
                    </a:lnTo>
                    <a:lnTo>
                      <a:pt x="14" y="15"/>
                    </a:lnTo>
                    <a:lnTo>
                      <a:pt x="14" y="11"/>
                    </a:lnTo>
                    <a:lnTo>
                      <a:pt x="14" y="6"/>
                    </a:lnTo>
                    <a:lnTo>
                      <a:pt x="12" y="3"/>
                    </a:lnTo>
                    <a:lnTo>
                      <a:pt x="10" y="1"/>
                    </a:lnTo>
                    <a:lnTo>
                      <a:pt x="8" y="0"/>
                    </a:lnTo>
                    <a:lnTo>
                      <a:pt x="5" y="1"/>
                    </a:lnTo>
                    <a:lnTo>
                      <a:pt x="3" y="3"/>
                    </a:lnTo>
                    <a:lnTo>
                      <a:pt x="1" y="7"/>
                    </a:lnTo>
                    <a:lnTo>
                      <a:pt x="0" y="11"/>
                    </a:lnTo>
                    <a:lnTo>
                      <a:pt x="0" y="15"/>
                    </a:lnTo>
                    <a:lnTo>
                      <a:pt x="2" y="19"/>
                    </a:lnTo>
                    <a:lnTo>
                      <a:pt x="4" y="21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2" name="Freeform 79"/>
              <p:cNvSpPr>
                <a:spLocks/>
              </p:cNvSpPr>
              <p:nvPr/>
            </p:nvSpPr>
            <p:spPr bwMode="auto">
              <a:xfrm>
                <a:off x="1636713" y="1857376"/>
                <a:ext cx="4762" cy="6350"/>
              </a:xfrm>
              <a:custGeom>
                <a:avLst/>
                <a:gdLst>
                  <a:gd name="T0" fmla="*/ 2147483647 w 14"/>
                  <a:gd name="T1" fmla="*/ 2147483647 h 23"/>
                  <a:gd name="T2" fmla="*/ 2147483647 w 14"/>
                  <a:gd name="T3" fmla="*/ 2147483647 h 23"/>
                  <a:gd name="T4" fmla="*/ 2147483647 w 14"/>
                  <a:gd name="T5" fmla="*/ 2147483647 h 23"/>
                  <a:gd name="T6" fmla="*/ 2147483647 w 14"/>
                  <a:gd name="T7" fmla="*/ 2147483647 h 23"/>
                  <a:gd name="T8" fmla="*/ 2147483647 w 14"/>
                  <a:gd name="T9" fmla="*/ 2147483647 h 23"/>
                  <a:gd name="T10" fmla="*/ 2147483647 w 14"/>
                  <a:gd name="T11" fmla="*/ 2147483647 h 23"/>
                  <a:gd name="T12" fmla="*/ 2147483647 w 14"/>
                  <a:gd name="T13" fmla="*/ 2147483647 h 23"/>
                  <a:gd name="T14" fmla="*/ 2147483647 w 14"/>
                  <a:gd name="T15" fmla="*/ 2147483647 h 23"/>
                  <a:gd name="T16" fmla="*/ 2147483647 w 14"/>
                  <a:gd name="T17" fmla="*/ 2147483647 h 23"/>
                  <a:gd name="T18" fmla="*/ 2147483647 w 14"/>
                  <a:gd name="T19" fmla="*/ 0 h 23"/>
                  <a:gd name="T20" fmla="*/ 2147483647 w 14"/>
                  <a:gd name="T21" fmla="*/ 2147483647 h 23"/>
                  <a:gd name="T22" fmla="*/ 2147483647 w 14"/>
                  <a:gd name="T23" fmla="*/ 2147483647 h 23"/>
                  <a:gd name="T24" fmla="*/ 0 w 14"/>
                  <a:gd name="T25" fmla="*/ 2147483647 h 23"/>
                  <a:gd name="T26" fmla="*/ 0 w 14"/>
                  <a:gd name="T27" fmla="*/ 2147483647 h 23"/>
                  <a:gd name="T28" fmla="*/ 0 w 14"/>
                  <a:gd name="T29" fmla="*/ 2147483647 h 23"/>
                  <a:gd name="T30" fmla="*/ 2147483647 w 14"/>
                  <a:gd name="T31" fmla="*/ 2147483647 h 23"/>
                  <a:gd name="T32" fmla="*/ 2147483647 w 14"/>
                  <a:gd name="T33" fmla="*/ 2147483647 h 2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4"/>
                  <a:gd name="T52" fmla="*/ 0 h 23"/>
                  <a:gd name="T53" fmla="*/ 14 w 14"/>
                  <a:gd name="T54" fmla="*/ 23 h 2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4" h="23">
                    <a:moveTo>
                      <a:pt x="4" y="22"/>
                    </a:moveTo>
                    <a:lnTo>
                      <a:pt x="7" y="23"/>
                    </a:lnTo>
                    <a:lnTo>
                      <a:pt x="9" y="21"/>
                    </a:lnTo>
                    <a:lnTo>
                      <a:pt x="12" y="19"/>
                    </a:lnTo>
                    <a:lnTo>
                      <a:pt x="13" y="15"/>
                    </a:lnTo>
                    <a:lnTo>
                      <a:pt x="14" y="11"/>
                    </a:lnTo>
                    <a:lnTo>
                      <a:pt x="14" y="6"/>
                    </a:lnTo>
                    <a:lnTo>
                      <a:pt x="12" y="3"/>
                    </a:lnTo>
                    <a:lnTo>
                      <a:pt x="10" y="1"/>
                    </a:lnTo>
                    <a:lnTo>
                      <a:pt x="7" y="0"/>
                    </a:lnTo>
                    <a:lnTo>
                      <a:pt x="5" y="1"/>
                    </a:lnTo>
                    <a:lnTo>
                      <a:pt x="2" y="4"/>
                    </a:lnTo>
                    <a:lnTo>
                      <a:pt x="0" y="7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2" y="20"/>
                    </a:lnTo>
                    <a:lnTo>
                      <a:pt x="4" y="22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3" name="Freeform 80"/>
              <p:cNvSpPr>
                <a:spLocks/>
              </p:cNvSpPr>
              <p:nvPr/>
            </p:nvSpPr>
            <p:spPr bwMode="auto">
              <a:xfrm>
                <a:off x="1571625" y="1893888"/>
                <a:ext cx="4762" cy="14288"/>
              </a:xfrm>
              <a:custGeom>
                <a:avLst/>
                <a:gdLst>
                  <a:gd name="T0" fmla="*/ 2147483647 w 14"/>
                  <a:gd name="T1" fmla="*/ 0 h 41"/>
                  <a:gd name="T2" fmla="*/ 2147483647 w 14"/>
                  <a:gd name="T3" fmla="*/ 2147483647 h 41"/>
                  <a:gd name="T4" fmla="*/ 2147483647 w 14"/>
                  <a:gd name="T5" fmla="*/ 2147483647 h 41"/>
                  <a:gd name="T6" fmla="*/ 2147483647 w 14"/>
                  <a:gd name="T7" fmla="*/ 2147483647 h 41"/>
                  <a:gd name="T8" fmla="*/ 0 w 14"/>
                  <a:gd name="T9" fmla="*/ 2147483647 h 41"/>
                  <a:gd name="T10" fmla="*/ 0 w 14"/>
                  <a:gd name="T11" fmla="*/ 2147483647 h 41"/>
                  <a:gd name="T12" fmla="*/ 2147483647 w 14"/>
                  <a:gd name="T13" fmla="*/ 2147483647 h 41"/>
                  <a:gd name="T14" fmla="*/ 2147483647 w 14"/>
                  <a:gd name="T15" fmla="*/ 2147483647 h 41"/>
                  <a:gd name="T16" fmla="*/ 2147483647 w 14"/>
                  <a:gd name="T17" fmla="*/ 2147483647 h 41"/>
                  <a:gd name="T18" fmla="*/ 2147483647 w 14"/>
                  <a:gd name="T19" fmla="*/ 2147483647 h 41"/>
                  <a:gd name="T20" fmla="*/ 2147483647 w 14"/>
                  <a:gd name="T21" fmla="*/ 2147483647 h 41"/>
                  <a:gd name="T22" fmla="*/ 2147483647 w 14"/>
                  <a:gd name="T23" fmla="*/ 2147483647 h 41"/>
                  <a:gd name="T24" fmla="*/ 2147483647 w 14"/>
                  <a:gd name="T25" fmla="*/ 2147483647 h 41"/>
                  <a:gd name="T26" fmla="*/ 2147483647 w 14"/>
                  <a:gd name="T27" fmla="*/ 2147483647 h 41"/>
                  <a:gd name="T28" fmla="*/ 2147483647 w 14"/>
                  <a:gd name="T29" fmla="*/ 2147483647 h 41"/>
                  <a:gd name="T30" fmla="*/ 2147483647 w 14"/>
                  <a:gd name="T31" fmla="*/ 2147483647 h 41"/>
                  <a:gd name="T32" fmla="*/ 2147483647 w 14"/>
                  <a:gd name="T33" fmla="*/ 0 h 4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4"/>
                  <a:gd name="T52" fmla="*/ 0 h 41"/>
                  <a:gd name="T53" fmla="*/ 14 w 14"/>
                  <a:gd name="T54" fmla="*/ 41 h 4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4" h="41">
                    <a:moveTo>
                      <a:pt x="9" y="0"/>
                    </a:moveTo>
                    <a:lnTo>
                      <a:pt x="7" y="2"/>
                    </a:lnTo>
                    <a:lnTo>
                      <a:pt x="3" y="6"/>
                    </a:lnTo>
                    <a:lnTo>
                      <a:pt x="1" y="12"/>
                    </a:lnTo>
                    <a:lnTo>
                      <a:pt x="0" y="20"/>
                    </a:lnTo>
                    <a:lnTo>
                      <a:pt x="0" y="28"/>
                    </a:lnTo>
                    <a:lnTo>
                      <a:pt x="1" y="35"/>
                    </a:lnTo>
                    <a:lnTo>
                      <a:pt x="3" y="39"/>
                    </a:lnTo>
                    <a:lnTo>
                      <a:pt x="6" y="41"/>
                    </a:lnTo>
                    <a:lnTo>
                      <a:pt x="9" y="40"/>
                    </a:lnTo>
                    <a:lnTo>
                      <a:pt x="12" y="36"/>
                    </a:lnTo>
                    <a:lnTo>
                      <a:pt x="13" y="29"/>
                    </a:lnTo>
                    <a:lnTo>
                      <a:pt x="14" y="21"/>
                    </a:lnTo>
                    <a:lnTo>
                      <a:pt x="14" y="13"/>
                    </a:lnTo>
                    <a:lnTo>
                      <a:pt x="13" y="6"/>
                    </a:lnTo>
                    <a:lnTo>
                      <a:pt x="12" y="2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AA8E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4" name="Freeform 81"/>
              <p:cNvSpPr>
                <a:spLocks/>
              </p:cNvSpPr>
              <p:nvPr/>
            </p:nvSpPr>
            <p:spPr bwMode="auto">
              <a:xfrm>
                <a:off x="1614488" y="1870076"/>
                <a:ext cx="7937" cy="7938"/>
              </a:xfrm>
              <a:custGeom>
                <a:avLst/>
                <a:gdLst>
                  <a:gd name="T0" fmla="*/ 0 w 26"/>
                  <a:gd name="T1" fmla="*/ 2147483647 h 22"/>
                  <a:gd name="T2" fmla="*/ 2147483647 w 26"/>
                  <a:gd name="T3" fmla="*/ 2147483647 h 22"/>
                  <a:gd name="T4" fmla="*/ 2147483647 w 26"/>
                  <a:gd name="T5" fmla="*/ 2147483647 h 22"/>
                  <a:gd name="T6" fmla="*/ 2147483647 w 26"/>
                  <a:gd name="T7" fmla="*/ 2147483647 h 22"/>
                  <a:gd name="T8" fmla="*/ 2147483647 w 26"/>
                  <a:gd name="T9" fmla="*/ 2147483647 h 22"/>
                  <a:gd name="T10" fmla="*/ 2147483647 w 26"/>
                  <a:gd name="T11" fmla="*/ 2147483647 h 22"/>
                  <a:gd name="T12" fmla="*/ 2147483647 w 26"/>
                  <a:gd name="T13" fmla="*/ 2147483647 h 22"/>
                  <a:gd name="T14" fmla="*/ 2147483647 w 26"/>
                  <a:gd name="T15" fmla="*/ 2147483647 h 22"/>
                  <a:gd name="T16" fmla="*/ 2147483647 w 26"/>
                  <a:gd name="T17" fmla="*/ 2147483647 h 22"/>
                  <a:gd name="T18" fmla="*/ 2147483647 w 26"/>
                  <a:gd name="T19" fmla="*/ 0 h 22"/>
                  <a:gd name="T20" fmla="*/ 2147483647 w 26"/>
                  <a:gd name="T21" fmla="*/ 0 h 22"/>
                  <a:gd name="T22" fmla="*/ 2147483647 w 26"/>
                  <a:gd name="T23" fmla="*/ 2147483647 h 22"/>
                  <a:gd name="T24" fmla="*/ 2147483647 w 26"/>
                  <a:gd name="T25" fmla="*/ 2147483647 h 22"/>
                  <a:gd name="T26" fmla="*/ 2147483647 w 26"/>
                  <a:gd name="T27" fmla="*/ 2147483647 h 22"/>
                  <a:gd name="T28" fmla="*/ 2147483647 w 26"/>
                  <a:gd name="T29" fmla="*/ 2147483647 h 22"/>
                  <a:gd name="T30" fmla="*/ 0 w 26"/>
                  <a:gd name="T31" fmla="*/ 2147483647 h 22"/>
                  <a:gd name="T32" fmla="*/ 0 w 26"/>
                  <a:gd name="T33" fmla="*/ 2147483647 h 2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6"/>
                  <a:gd name="T52" fmla="*/ 0 h 22"/>
                  <a:gd name="T53" fmla="*/ 26 w 26"/>
                  <a:gd name="T54" fmla="*/ 22 h 22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6" h="22">
                    <a:moveTo>
                      <a:pt x="0" y="21"/>
                    </a:moveTo>
                    <a:lnTo>
                      <a:pt x="2" y="22"/>
                    </a:lnTo>
                    <a:lnTo>
                      <a:pt x="6" y="21"/>
                    </a:lnTo>
                    <a:lnTo>
                      <a:pt x="11" y="18"/>
                    </a:lnTo>
                    <a:lnTo>
                      <a:pt x="16" y="15"/>
                    </a:lnTo>
                    <a:lnTo>
                      <a:pt x="20" y="11"/>
                    </a:lnTo>
                    <a:lnTo>
                      <a:pt x="23" y="7"/>
                    </a:lnTo>
                    <a:lnTo>
                      <a:pt x="26" y="4"/>
                    </a:lnTo>
                    <a:lnTo>
                      <a:pt x="26" y="1"/>
                    </a:lnTo>
                    <a:lnTo>
                      <a:pt x="23" y="0"/>
                    </a:lnTo>
                    <a:lnTo>
                      <a:pt x="19" y="0"/>
                    </a:lnTo>
                    <a:lnTo>
                      <a:pt x="15" y="4"/>
                    </a:lnTo>
                    <a:lnTo>
                      <a:pt x="10" y="7"/>
                    </a:lnTo>
                    <a:lnTo>
                      <a:pt x="5" y="11"/>
                    </a:lnTo>
                    <a:lnTo>
                      <a:pt x="2" y="15"/>
                    </a:lnTo>
                    <a:lnTo>
                      <a:pt x="0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AA8E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5" name="Freeform 82"/>
              <p:cNvSpPr>
                <a:spLocks/>
              </p:cNvSpPr>
              <p:nvPr/>
            </p:nvSpPr>
            <p:spPr bwMode="auto">
              <a:xfrm>
                <a:off x="1630363" y="1862138"/>
                <a:ext cx="3175" cy="4763"/>
              </a:xfrm>
              <a:custGeom>
                <a:avLst/>
                <a:gdLst>
                  <a:gd name="T0" fmla="*/ 2147483647 w 10"/>
                  <a:gd name="T1" fmla="*/ 2147483647 h 18"/>
                  <a:gd name="T2" fmla="*/ 2147483647 w 10"/>
                  <a:gd name="T3" fmla="*/ 2147483647 h 18"/>
                  <a:gd name="T4" fmla="*/ 2147483647 w 10"/>
                  <a:gd name="T5" fmla="*/ 2147483647 h 18"/>
                  <a:gd name="T6" fmla="*/ 2147483647 w 10"/>
                  <a:gd name="T7" fmla="*/ 2147483647 h 18"/>
                  <a:gd name="T8" fmla="*/ 2147483647 w 10"/>
                  <a:gd name="T9" fmla="*/ 2147483647 h 18"/>
                  <a:gd name="T10" fmla="*/ 2147483647 w 10"/>
                  <a:gd name="T11" fmla="*/ 2147483647 h 18"/>
                  <a:gd name="T12" fmla="*/ 2147483647 w 10"/>
                  <a:gd name="T13" fmla="*/ 2147483647 h 18"/>
                  <a:gd name="T14" fmla="*/ 2147483647 w 10"/>
                  <a:gd name="T15" fmla="*/ 2147483647 h 18"/>
                  <a:gd name="T16" fmla="*/ 2147483647 w 10"/>
                  <a:gd name="T17" fmla="*/ 2147483647 h 18"/>
                  <a:gd name="T18" fmla="*/ 2147483647 w 10"/>
                  <a:gd name="T19" fmla="*/ 0 h 18"/>
                  <a:gd name="T20" fmla="*/ 2147483647 w 10"/>
                  <a:gd name="T21" fmla="*/ 2147483647 h 18"/>
                  <a:gd name="T22" fmla="*/ 2147483647 w 10"/>
                  <a:gd name="T23" fmla="*/ 2147483647 h 18"/>
                  <a:gd name="T24" fmla="*/ 2147483647 w 10"/>
                  <a:gd name="T25" fmla="*/ 2147483647 h 18"/>
                  <a:gd name="T26" fmla="*/ 0 w 10"/>
                  <a:gd name="T27" fmla="*/ 2147483647 h 18"/>
                  <a:gd name="T28" fmla="*/ 0 w 10"/>
                  <a:gd name="T29" fmla="*/ 2147483647 h 18"/>
                  <a:gd name="T30" fmla="*/ 2147483647 w 10"/>
                  <a:gd name="T31" fmla="*/ 2147483647 h 18"/>
                  <a:gd name="T32" fmla="*/ 2147483647 w 10"/>
                  <a:gd name="T33" fmla="*/ 2147483647 h 1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0"/>
                  <a:gd name="T52" fmla="*/ 0 h 18"/>
                  <a:gd name="T53" fmla="*/ 10 w 10"/>
                  <a:gd name="T54" fmla="*/ 18 h 1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0" h="18">
                    <a:moveTo>
                      <a:pt x="2" y="18"/>
                    </a:moveTo>
                    <a:lnTo>
                      <a:pt x="4" y="18"/>
                    </a:lnTo>
                    <a:lnTo>
                      <a:pt x="6" y="17"/>
                    </a:lnTo>
                    <a:lnTo>
                      <a:pt x="8" y="15"/>
                    </a:lnTo>
                    <a:lnTo>
                      <a:pt x="9" y="12"/>
                    </a:lnTo>
                    <a:lnTo>
                      <a:pt x="10" y="8"/>
                    </a:lnTo>
                    <a:lnTo>
                      <a:pt x="10" y="5"/>
                    </a:lnTo>
                    <a:lnTo>
                      <a:pt x="9" y="2"/>
                    </a:lnTo>
                    <a:lnTo>
                      <a:pt x="8" y="1"/>
                    </a:lnTo>
                    <a:lnTo>
                      <a:pt x="6" y="0"/>
                    </a:lnTo>
                    <a:lnTo>
                      <a:pt x="4" y="1"/>
                    </a:lnTo>
                    <a:lnTo>
                      <a:pt x="2" y="4"/>
                    </a:lnTo>
                    <a:lnTo>
                      <a:pt x="1" y="7"/>
                    </a:lnTo>
                    <a:lnTo>
                      <a:pt x="0" y="10"/>
                    </a:lnTo>
                    <a:lnTo>
                      <a:pt x="0" y="13"/>
                    </a:lnTo>
                    <a:lnTo>
                      <a:pt x="1" y="16"/>
                    </a:lnTo>
                    <a:lnTo>
                      <a:pt x="2" y="18"/>
                    </a:lnTo>
                    <a:close/>
                  </a:path>
                </a:pathLst>
              </a:custGeom>
              <a:solidFill>
                <a:srgbClr val="AA8E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6" name="Freeform 83"/>
              <p:cNvSpPr>
                <a:spLocks/>
              </p:cNvSpPr>
              <p:nvPr/>
            </p:nvSpPr>
            <p:spPr bwMode="auto">
              <a:xfrm>
                <a:off x="1636713" y="1857376"/>
                <a:ext cx="3175" cy="4763"/>
              </a:xfrm>
              <a:custGeom>
                <a:avLst/>
                <a:gdLst>
                  <a:gd name="T0" fmla="*/ 2147483647 w 10"/>
                  <a:gd name="T1" fmla="*/ 2147483647 h 17"/>
                  <a:gd name="T2" fmla="*/ 2147483647 w 10"/>
                  <a:gd name="T3" fmla="*/ 2147483647 h 17"/>
                  <a:gd name="T4" fmla="*/ 2147483647 w 10"/>
                  <a:gd name="T5" fmla="*/ 2147483647 h 17"/>
                  <a:gd name="T6" fmla="*/ 2147483647 w 10"/>
                  <a:gd name="T7" fmla="*/ 2147483647 h 17"/>
                  <a:gd name="T8" fmla="*/ 2147483647 w 10"/>
                  <a:gd name="T9" fmla="*/ 2147483647 h 17"/>
                  <a:gd name="T10" fmla="*/ 2147483647 w 10"/>
                  <a:gd name="T11" fmla="*/ 2147483647 h 17"/>
                  <a:gd name="T12" fmla="*/ 2147483647 w 10"/>
                  <a:gd name="T13" fmla="*/ 2147483647 h 17"/>
                  <a:gd name="T14" fmla="*/ 2147483647 w 10"/>
                  <a:gd name="T15" fmla="*/ 2147483647 h 17"/>
                  <a:gd name="T16" fmla="*/ 2147483647 w 10"/>
                  <a:gd name="T17" fmla="*/ 0 h 17"/>
                  <a:gd name="T18" fmla="*/ 2147483647 w 10"/>
                  <a:gd name="T19" fmla="*/ 0 h 17"/>
                  <a:gd name="T20" fmla="*/ 2147483647 w 10"/>
                  <a:gd name="T21" fmla="*/ 2147483647 h 17"/>
                  <a:gd name="T22" fmla="*/ 2147483647 w 10"/>
                  <a:gd name="T23" fmla="*/ 2147483647 h 17"/>
                  <a:gd name="T24" fmla="*/ 0 w 10"/>
                  <a:gd name="T25" fmla="*/ 2147483647 h 17"/>
                  <a:gd name="T26" fmla="*/ 0 w 10"/>
                  <a:gd name="T27" fmla="*/ 2147483647 h 17"/>
                  <a:gd name="T28" fmla="*/ 0 w 10"/>
                  <a:gd name="T29" fmla="*/ 2147483647 h 17"/>
                  <a:gd name="T30" fmla="*/ 2147483647 w 10"/>
                  <a:gd name="T31" fmla="*/ 2147483647 h 17"/>
                  <a:gd name="T32" fmla="*/ 2147483647 w 10"/>
                  <a:gd name="T33" fmla="*/ 2147483647 h 1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0"/>
                  <a:gd name="T52" fmla="*/ 0 h 17"/>
                  <a:gd name="T53" fmla="*/ 10 w 10"/>
                  <a:gd name="T54" fmla="*/ 17 h 1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0" h="17">
                    <a:moveTo>
                      <a:pt x="2" y="17"/>
                    </a:moveTo>
                    <a:lnTo>
                      <a:pt x="4" y="17"/>
                    </a:lnTo>
                    <a:lnTo>
                      <a:pt x="6" y="16"/>
                    </a:lnTo>
                    <a:lnTo>
                      <a:pt x="7" y="14"/>
                    </a:lnTo>
                    <a:lnTo>
                      <a:pt x="9" y="11"/>
                    </a:lnTo>
                    <a:lnTo>
                      <a:pt x="10" y="7"/>
                    </a:lnTo>
                    <a:lnTo>
                      <a:pt x="10" y="4"/>
                    </a:lnTo>
                    <a:lnTo>
                      <a:pt x="9" y="1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4" y="1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10"/>
                    </a:lnTo>
                    <a:lnTo>
                      <a:pt x="0" y="13"/>
                    </a:lnTo>
                    <a:lnTo>
                      <a:pt x="1" y="16"/>
                    </a:lnTo>
                    <a:lnTo>
                      <a:pt x="2" y="17"/>
                    </a:lnTo>
                    <a:close/>
                  </a:path>
                </a:pathLst>
              </a:custGeom>
              <a:solidFill>
                <a:srgbClr val="AA8E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7" name="Freeform 84"/>
              <p:cNvSpPr>
                <a:spLocks/>
              </p:cNvSpPr>
              <p:nvPr/>
            </p:nvSpPr>
            <p:spPr bwMode="auto">
              <a:xfrm>
                <a:off x="1573213" y="1893888"/>
                <a:ext cx="3175" cy="14288"/>
              </a:xfrm>
              <a:custGeom>
                <a:avLst/>
                <a:gdLst>
                  <a:gd name="T0" fmla="*/ 2147483647 w 8"/>
                  <a:gd name="T1" fmla="*/ 0 h 41"/>
                  <a:gd name="T2" fmla="*/ 2147483647 w 8"/>
                  <a:gd name="T3" fmla="*/ 2147483647 h 41"/>
                  <a:gd name="T4" fmla="*/ 2147483647 w 8"/>
                  <a:gd name="T5" fmla="*/ 2147483647 h 41"/>
                  <a:gd name="T6" fmla="*/ 2147483647 w 8"/>
                  <a:gd name="T7" fmla="*/ 2147483647 h 41"/>
                  <a:gd name="T8" fmla="*/ 0 w 8"/>
                  <a:gd name="T9" fmla="*/ 2147483647 h 41"/>
                  <a:gd name="T10" fmla="*/ 0 w 8"/>
                  <a:gd name="T11" fmla="*/ 2147483647 h 41"/>
                  <a:gd name="T12" fmla="*/ 0 w 8"/>
                  <a:gd name="T13" fmla="*/ 2147483647 h 41"/>
                  <a:gd name="T14" fmla="*/ 2147483647 w 8"/>
                  <a:gd name="T15" fmla="*/ 2147483647 h 41"/>
                  <a:gd name="T16" fmla="*/ 2147483647 w 8"/>
                  <a:gd name="T17" fmla="*/ 2147483647 h 41"/>
                  <a:gd name="T18" fmla="*/ 2147483647 w 8"/>
                  <a:gd name="T19" fmla="*/ 2147483647 h 41"/>
                  <a:gd name="T20" fmla="*/ 2147483647 w 8"/>
                  <a:gd name="T21" fmla="*/ 2147483647 h 41"/>
                  <a:gd name="T22" fmla="*/ 2147483647 w 8"/>
                  <a:gd name="T23" fmla="*/ 2147483647 h 41"/>
                  <a:gd name="T24" fmla="*/ 2147483647 w 8"/>
                  <a:gd name="T25" fmla="*/ 2147483647 h 41"/>
                  <a:gd name="T26" fmla="*/ 2147483647 w 8"/>
                  <a:gd name="T27" fmla="*/ 2147483647 h 41"/>
                  <a:gd name="T28" fmla="*/ 2147483647 w 8"/>
                  <a:gd name="T29" fmla="*/ 2147483647 h 41"/>
                  <a:gd name="T30" fmla="*/ 2147483647 w 8"/>
                  <a:gd name="T31" fmla="*/ 2147483647 h 41"/>
                  <a:gd name="T32" fmla="*/ 2147483647 w 8"/>
                  <a:gd name="T33" fmla="*/ 0 h 4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"/>
                  <a:gd name="T52" fmla="*/ 0 h 41"/>
                  <a:gd name="T53" fmla="*/ 8 w 8"/>
                  <a:gd name="T54" fmla="*/ 41 h 4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" h="41">
                    <a:moveTo>
                      <a:pt x="6" y="0"/>
                    </a:moveTo>
                    <a:lnTo>
                      <a:pt x="4" y="2"/>
                    </a:lnTo>
                    <a:lnTo>
                      <a:pt x="2" y="6"/>
                    </a:lnTo>
                    <a:lnTo>
                      <a:pt x="1" y="13"/>
                    </a:lnTo>
                    <a:lnTo>
                      <a:pt x="0" y="21"/>
                    </a:lnTo>
                    <a:lnTo>
                      <a:pt x="0" y="29"/>
                    </a:lnTo>
                    <a:lnTo>
                      <a:pt x="0" y="35"/>
                    </a:lnTo>
                    <a:lnTo>
                      <a:pt x="1" y="39"/>
                    </a:lnTo>
                    <a:lnTo>
                      <a:pt x="3" y="41"/>
                    </a:lnTo>
                    <a:lnTo>
                      <a:pt x="5" y="40"/>
                    </a:lnTo>
                    <a:lnTo>
                      <a:pt x="6" y="36"/>
                    </a:lnTo>
                    <a:lnTo>
                      <a:pt x="8" y="29"/>
                    </a:lnTo>
                    <a:lnTo>
                      <a:pt x="8" y="21"/>
                    </a:lnTo>
                    <a:lnTo>
                      <a:pt x="8" y="13"/>
                    </a:lnTo>
                    <a:lnTo>
                      <a:pt x="8" y="7"/>
                    </a:lnTo>
                    <a:lnTo>
                      <a:pt x="7" y="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C6B59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8" name="Freeform 85"/>
              <p:cNvSpPr>
                <a:spLocks/>
              </p:cNvSpPr>
              <p:nvPr/>
            </p:nvSpPr>
            <p:spPr bwMode="auto">
              <a:xfrm>
                <a:off x="1614488" y="1870076"/>
                <a:ext cx="7937" cy="6350"/>
              </a:xfrm>
              <a:custGeom>
                <a:avLst/>
                <a:gdLst>
                  <a:gd name="T0" fmla="*/ 0 w 26"/>
                  <a:gd name="T1" fmla="*/ 2147483647 h 21"/>
                  <a:gd name="T2" fmla="*/ 2147483647 w 26"/>
                  <a:gd name="T3" fmla="*/ 2147483647 h 21"/>
                  <a:gd name="T4" fmla="*/ 2147483647 w 26"/>
                  <a:gd name="T5" fmla="*/ 2147483647 h 21"/>
                  <a:gd name="T6" fmla="*/ 2147483647 w 26"/>
                  <a:gd name="T7" fmla="*/ 2147483647 h 21"/>
                  <a:gd name="T8" fmla="*/ 2147483647 w 26"/>
                  <a:gd name="T9" fmla="*/ 2147483647 h 21"/>
                  <a:gd name="T10" fmla="*/ 2147483647 w 26"/>
                  <a:gd name="T11" fmla="*/ 2147483647 h 21"/>
                  <a:gd name="T12" fmla="*/ 2147483647 w 26"/>
                  <a:gd name="T13" fmla="*/ 2147483647 h 21"/>
                  <a:gd name="T14" fmla="*/ 2147483647 w 26"/>
                  <a:gd name="T15" fmla="*/ 2147483647 h 21"/>
                  <a:gd name="T16" fmla="*/ 2147483647 w 26"/>
                  <a:gd name="T17" fmla="*/ 0 h 21"/>
                  <a:gd name="T18" fmla="*/ 2147483647 w 26"/>
                  <a:gd name="T19" fmla="*/ 0 h 21"/>
                  <a:gd name="T20" fmla="*/ 2147483647 w 26"/>
                  <a:gd name="T21" fmla="*/ 2147483647 h 21"/>
                  <a:gd name="T22" fmla="*/ 2147483647 w 26"/>
                  <a:gd name="T23" fmla="*/ 2147483647 h 21"/>
                  <a:gd name="T24" fmla="*/ 2147483647 w 26"/>
                  <a:gd name="T25" fmla="*/ 2147483647 h 21"/>
                  <a:gd name="T26" fmla="*/ 2147483647 w 26"/>
                  <a:gd name="T27" fmla="*/ 2147483647 h 21"/>
                  <a:gd name="T28" fmla="*/ 2147483647 w 26"/>
                  <a:gd name="T29" fmla="*/ 2147483647 h 21"/>
                  <a:gd name="T30" fmla="*/ 0 w 26"/>
                  <a:gd name="T31" fmla="*/ 2147483647 h 21"/>
                  <a:gd name="T32" fmla="*/ 0 w 26"/>
                  <a:gd name="T33" fmla="*/ 2147483647 h 2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6"/>
                  <a:gd name="T52" fmla="*/ 0 h 21"/>
                  <a:gd name="T53" fmla="*/ 26 w 26"/>
                  <a:gd name="T54" fmla="*/ 21 h 2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6" h="21">
                    <a:moveTo>
                      <a:pt x="0" y="21"/>
                    </a:moveTo>
                    <a:lnTo>
                      <a:pt x="2" y="21"/>
                    </a:lnTo>
                    <a:lnTo>
                      <a:pt x="6" y="20"/>
                    </a:lnTo>
                    <a:lnTo>
                      <a:pt x="10" y="17"/>
                    </a:lnTo>
                    <a:lnTo>
                      <a:pt x="15" y="13"/>
                    </a:lnTo>
                    <a:lnTo>
                      <a:pt x="19" y="9"/>
                    </a:lnTo>
                    <a:lnTo>
                      <a:pt x="23" y="6"/>
                    </a:lnTo>
                    <a:lnTo>
                      <a:pt x="26" y="2"/>
                    </a:lnTo>
                    <a:lnTo>
                      <a:pt x="26" y="0"/>
                    </a:lnTo>
                    <a:lnTo>
                      <a:pt x="23" y="0"/>
                    </a:lnTo>
                    <a:lnTo>
                      <a:pt x="20" y="1"/>
                    </a:lnTo>
                    <a:lnTo>
                      <a:pt x="15" y="5"/>
                    </a:lnTo>
                    <a:lnTo>
                      <a:pt x="11" y="8"/>
                    </a:lnTo>
                    <a:lnTo>
                      <a:pt x="6" y="12"/>
                    </a:lnTo>
                    <a:lnTo>
                      <a:pt x="3" y="16"/>
                    </a:lnTo>
                    <a:lnTo>
                      <a:pt x="0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C6B59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9" name="Freeform 86"/>
              <p:cNvSpPr>
                <a:spLocks/>
              </p:cNvSpPr>
              <p:nvPr/>
            </p:nvSpPr>
            <p:spPr bwMode="auto">
              <a:xfrm>
                <a:off x="1630363" y="1862138"/>
                <a:ext cx="1587" cy="4763"/>
              </a:xfrm>
              <a:custGeom>
                <a:avLst/>
                <a:gdLst>
                  <a:gd name="T0" fmla="*/ 2147483647 w 8"/>
                  <a:gd name="T1" fmla="*/ 2147483647 h 17"/>
                  <a:gd name="T2" fmla="*/ 2147483647 w 8"/>
                  <a:gd name="T3" fmla="*/ 2147483647 h 17"/>
                  <a:gd name="T4" fmla="*/ 2147483647 w 8"/>
                  <a:gd name="T5" fmla="*/ 2147483647 h 17"/>
                  <a:gd name="T6" fmla="*/ 2147483647 w 8"/>
                  <a:gd name="T7" fmla="*/ 2147483647 h 17"/>
                  <a:gd name="T8" fmla="*/ 2147483647 w 8"/>
                  <a:gd name="T9" fmla="*/ 2147483647 h 17"/>
                  <a:gd name="T10" fmla="*/ 2147483647 w 8"/>
                  <a:gd name="T11" fmla="*/ 2147483647 h 17"/>
                  <a:gd name="T12" fmla="*/ 2147483647 w 8"/>
                  <a:gd name="T13" fmla="*/ 2147483647 h 17"/>
                  <a:gd name="T14" fmla="*/ 2147483647 w 8"/>
                  <a:gd name="T15" fmla="*/ 2147483647 h 17"/>
                  <a:gd name="T16" fmla="*/ 2147483647 w 8"/>
                  <a:gd name="T17" fmla="*/ 0 h 17"/>
                  <a:gd name="T18" fmla="*/ 2147483647 w 8"/>
                  <a:gd name="T19" fmla="*/ 0 h 17"/>
                  <a:gd name="T20" fmla="*/ 2147483647 w 8"/>
                  <a:gd name="T21" fmla="*/ 2147483647 h 17"/>
                  <a:gd name="T22" fmla="*/ 2147483647 w 8"/>
                  <a:gd name="T23" fmla="*/ 2147483647 h 17"/>
                  <a:gd name="T24" fmla="*/ 2147483647 w 8"/>
                  <a:gd name="T25" fmla="*/ 2147483647 h 17"/>
                  <a:gd name="T26" fmla="*/ 0 w 8"/>
                  <a:gd name="T27" fmla="*/ 2147483647 h 17"/>
                  <a:gd name="T28" fmla="*/ 0 w 8"/>
                  <a:gd name="T29" fmla="*/ 2147483647 h 17"/>
                  <a:gd name="T30" fmla="*/ 0 w 8"/>
                  <a:gd name="T31" fmla="*/ 2147483647 h 17"/>
                  <a:gd name="T32" fmla="*/ 2147483647 w 8"/>
                  <a:gd name="T33" fmla="*/ 2147483647 h 1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"/>
                  <a:gd name="T52" fmla="*/ 0 h 17"/>
                  <a:gd name="T53" fmla="*/ 8 w 8"/>
                  <a:gd name="T54" fmla="*/ 17 h 1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" h="17">
                    <a:moveTo>
                      <a:pt x="1" y="17"/>
                    </a:moveTo>
                    <a:lnTo>
                      <a:pt x="2" y="17"/>
                    </a:lnTo>
                    <a:lnTo>
                      <a:pt x="4" y="16"/>
                    </a:lnTo>
                    <a:lnTo>
                      <a:pt x="5" y="13"/>
                    </a:lnTo>
                    <a:lnTo>
                      <a:pt x="6" y="10"/>
                    </a:lnTo>
                    <a:lnTo>
                      <a:pt x="7" y="6"/>
                    </a:lnTo>
                    <a:lnTo>
                      <a:pt x="8" y="3"/>
                    </a:lnTo>
                    <a:lnTo>
                      <a:pt x="7" y="1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4" y="1"/>
                    </a:lnTo>
                    <a:lnTo>
                      <a:pt x="2" y="4"/>
                    </a:lnTo>
                    <a:lnTo>
                      <a:pt x="1" y="7"/>
                    </a:lnTo>
                    <a:lnTo>
                      <a:pt x="0" y="10"/>
                    </a:lnTo>
                    <a:lnTo>
                      <a:pt x="0" y="13"/>
                    </a:lnTo>
                    <a:lnTo>
                      <a:pt x="0" y="16"/>
                    </a:lnTo>
                    <a:lnTo>
                      <a:pt x="1" y="17"/>
                    </a:lnTo>
                    <a:close/>
                  </a:path>
                </a:pathLst>
              </a:custGeom>
              <a:solidFill>
                <a:srgbClr val="C6B59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0" name="Freeform 87"/>
              <p:cNvSpPr>
                <a:spLocks/>
              </p:cNvSpPr>
              <p:nvPr/>
            </p:nvSpPr>
            <p:spPr bwMode="auto">
              <a:xfrm>
                <a:off x="1636713" y="1857376"/>
                <a:ext cx="1587" cy="4763"/>
              </a:xfrm>
              <a:custGeom>
                <a:avLst/>
                <a:gdLst>
                  <a:gd name="T0" fmla="*/ 2147483647 w 8"/>
                  <a:gd name="T1" fmla="*/ 2147483647 h 17"/>
                  <a:gd name="T2" fmla="*/ 2147483647 w 8"/>
                  <a:gd name="T3" fmla="*/ 2147483647 h 17"/>
                  <a:gd name="T4" fmla="*/ 2147483647 w 8"/>
                  <a:gd name="T5" fmla="*/ 2147483647 h 17"/>
                  <a:gd name="T6" fmla="*/ 2147483647 w 8"/>
                  <a:gd name="T7" fmla="*/ 2147483647 h 17"/>
                  <a:gd name="T8" fmla="*/ 2147483647 w 8"/>
                  <a:gd name="T9" fmla="*/ 2147483647 h 17"/>
                  <a:gd name="T10" fmla="*/ 2147483647 w 8"/>
                  <a:gd name="T11" fmla="*/ 2147483647 h 17"/>
                  <a:gd name="T12" fmla="*/ 2147483647 w 8"/>
                  <a:gd name="T13" fmla="*/ 2147483647 h 17"/>
                  <a:gd name="T14" fmla="*/ 2147483647 w 8"/>
                  <a:gd name="T15" fmla="*/ 2147483647 h 17"/>
                  <a:gd name="T16" fmla="*/ 2147483647 w 8"/>
                  <a:gd name="T17" fmla="*/ 0 h 17"/>
                  <a:gd name="T18" fmla="*/ 2147483647 w 8"/>
                  <a:gd name="T19" fmla="*/ 0 h 17"/>
                  <a:gd name="T20" fmla="*/ 2147483647 w 8"/>
                  <a:gd name="T21" fmla="*/ 2147483647 h 17"/>
                  <a:gd name="T22" fmla="*/ 2147483647 w 8"/>
                  <a:gd name="T23" fmla="*/ 2147483647 h 17"/>
                  <a:gd name="T24" fmla="*/ 2147483647 w 8"/>
                  <a:gd name="T25" fmla="*/ 2147483647 h 17"/>
                  <a:gd name="T26" fmla="*/ 0 w 8"/>
                  <a:gd name="T27" fmla="*/ 2147483647 h 17"/>
                  <a:gd name="T28" fmla="*/ 0 w 8"/>
                  <a:gd name="T29" fmla="*/ 2147483647 h 17"/>
                  <a:gd name="T30" fmla="*/ 2147483647 w 8"/>
                  <a:gd name="T31" fmla="*/ 2147483647 h 17"/>
                  <a:gd name="T32" fmla="*/ 2147483647 w 8"/>
                  <a:gd name="T33" fmla="*/ 2147483647 h 1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"/>
                  <a:gd name="T52" fmla="*/ 0 h 17"/>
                  <a:gd name="T53" fmla="*/ 8 w 8"/>
                  <a:gd name="T54" fmla="*/ 17 h 1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" h="17">
                    <a:moveTo>
                      <a:pt x="2" y="17"/>
                    </a:moveTo>
                    <a:lnTo>
                      <a:pt x="3" y="17"/>
                    </a:lnTo>
                    <a:lnTo>
                      <a:pt x="4" y="16"/>
                    </a:lnTo>
                    <a:lnTo>
                      <a:pt x="6" y="13"/>
                    </a:lnTo>
                    <a:lnTo>
                      <a:pt x="7" y="10"/>
                    </a:lnTo>
                    <a:lnTo>
                      <a:pt x="8" y="7"/>
                    </a:lnTo>
                    <a:lnTo>
                      <a:pt x="8" y="4"/>
                    </a:lnTo>
                    <a:lnTo>
                      <a:pt x="8" y="1"/>
                    </a:lnTo>
                    <a:lnTo>
                      <a:pt x="7" y="0"/>
                    </a:lnTo>
                    <a:lnTo>
                      <a:pt x="6" y="0"/>
                    </a:lnTo>
                    <a:lnTo>
                      <a:pt x="4" y="1"/>
                    </a:lnTo>
                    <a:lnTo>
                      <a:pt x="3" y="4"/>
                    </a:lnTo>
                    <a:lnTo>
                      <a:pt x="1" y="7"/>
                    </a:lnTo>
                    <a:lnTo>
                      <a:pt x="0" y="11"/>
                    </a:lnTo>
                    <a:lnTo>
                      <a:pt x="0" y="13"/>
                    </a:lnTo>
                    <a:lnTo>
                      <a:pt x="1" y="16"/>
                    </a:lnTo>
                    <a:lnTo>
                      <a:pt x="2" y="17"/>
                    </a:lnTo>
                    <a:close/>
                  </a:path>
                </a:pathLst>
              </a:custGeom>
              <a:solidFill>
                <a:srgbClr val="C6B59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1" name="Freeform 88"/>
              <p:cNvSpPr>
                <a:spLocks/>
              </p:cNvSpPr>
              <p:nvPr/>
            </p:nvSpPr>
            <p:spPr bwMode="auto">
              <a:xfrm>
                <a:off x="1477963" y="1590676"/>
                <a:ext cx="168275" cy="34925"/>
              </a:xfrm>
              <a:custGeom>
                <a:avLst/>
                <a:gdLst>
                  <a:gd name="T0" fmla="*/ 2147483647 w 529"/>
                  <a:gd name="T1" fmla="*/ 2147483647 h 110"/>
                  <a:gd name="T2" fmla="*/ 2147483647 w 529"/>
                  <a:gd name="T3" fmla="*/ 0 h 110"/>
                  <a:gd name="T4" fmla="*/ 0 w 529"/>
                  <a:gd name="T5" fmla="*/ 2147483647 h 110"/>
                  <a:gd name="T6" fmla="*/ 2147483647 w 529"/>
                  <a:gd name="T7" fmla="*/ 2147483647 h 110"/>
                  <a:gd name="T8" fmla="*/ 2147483647 w 529"/>
                  <a:gd name="T9" fmla="*/ 2147483647 h 1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29"/>
                  <a:gd name="T16" fmla="*/ 0 h 110"/>
                  <a:gd name="T17" fmla="*/ 529 w 529"/>
                  <a:gd name="T18" fmla="*/ 110 h 1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29" h="110">
                    <a:moveTo>
                      <a:pt x="529" y="9"/>
                    </a:moveTo>
                    <a:lnTo>
                      <a:pt x="414" y="0"/>
                    </a:lnTo>
                    <a:lnTo>
                      <a:pt x="0" y="83"/>
                    </a:lnTo>
                    <a:lnTo>
                      <a:pt x="110" y="110"/>
                    </a:lnTo>
                    <a:lnTo>
                      <a:pt x="529" y="9"/>
                    </a:lnTo>
                    <a:close/>
                  </a:path>
                </a:pathLst>
              </a:custGeom>
              <a:solidFill>
                <a:srgbClr val="AA8E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2" name="Freeform 89"/>
              <p:cNvSpPr>
                <a:spLocks/>
              </p:cNvSpPr>
              <p:nvPr/>
            </p:nvSpPr>
            <p:spPr bwMode="auto">
              <a:xfrm>
                <a:off x="1476375" y="1817688"/>
                <a:ext cx="41275" cy="134938"/>
              </a:xfrm>
              <a:custGeom>
                <a:avLst/>
                <a:gdLst>
                  <a:gd name="T0" fmla="*/ 2147483647 w 128"/>
                  <a:gd name="T1" fmla="*/ 2147483647 h 423"/>
                  <a:gd name="T2" fmla="*/ 2147483647 w 128"/>
                  <a:gd name="T3" fmla="*/ 2147483647 h 423"/>
                  <a:gd name="T4" fmla="*/ 2147483647 w 128"/>
                  <a:gd name="T5" fmla="*/ 2147483647 h 423"/>
                  <a:gd name="T6" fmla="*/ 2147483647 w 128"/>
                  <a:gd name="T7" fmla="*/ 2147483647 h 423"/>
                  <a:gd name="T8" fmla="*/ 2147483647 w 128"/>
                  <a:gd name="T9" fmla="*/ 2147483647 h 423"/>
                  <a:gd name="T10" fmla="*/ 2147483647 w 128"/>
                  <a:gd name="T11" fmla="*/ 0 h 423"/>
                  <a:gd name="T12" fmla="*/ 2147483647 w 128"/>
                  <a:gd name="T13" fmla="*/ 2147483647 h 423"/>
                  <a:gd name="T14" fmla="*/ 0 w 128"/>
                  <a:gd name="T15" fmla="*/ 2147483647 h 423"/>
                  <a:gd name="T16" fmla="*/ 2147483647 w 128"/>
                  <a:gd name="T17" fmla="*/ 2147483647 h 423"/>
                  <a:gd name="T18" fmla="*/ 2147483647 w 128"/>
                  <a:gd name="T19" fmla="*/ 2147483647 h 423"/>
                  <a:gd name="T20" fmla="*/ 2147483647 w 128"/>
                  <a:gd name="T21" fmla="*/ 2147483647 h 42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8"/>
                  <a:gd name="T34" fmla="*/ 0 h 423"/>
                  <a:gd name="T35" fmla="*/ 128 w 128"/>
                  <a:gd name="T36" fmla="*/ 423 h 42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8" h="423">
                    <a:moveTo>
                      <a:pt x="14" y="423"/>
                    </a:moveTo>
                    <a:lnTo>
                      <a:pt x="115" y="375"/>
                    </a:lnTo>
                    <a:lnTo>
                      <a:pt x="125" y="288"/>
                    </a:lnTo>
                    <a:lnTo>
                      <a:pt x="128" y="195"/>
                    </a:lnTo>
                    <a:lnTo>
                      <a:pt x="123" y="98"/>
                    </a:lnTo>
                    <a:lnTo>
                      <a:pt x="111" y="0"/>
                    </a:lnTo>
                    <a:lnTo>
                      <a:pt x="6" y="20"/>
                    </a:lnTo>
                    <a:lnTo>
                      <a:pt x="0" y="117"/>
                    </a:lnTo>
                    <a:lnTo>
                      <a:pt x="3" y="221"/>
                    </a:lnTo>
                    <a:lnTo>
                      <a:pt x="10" y="327"/>
                    </a:lnTo>
                    <a:lnTo>
                      <a:pt x="14" y="423"/>
                    </a:lnTo>
                    <a:close/>
                  </a:path>
                </a:pathLst>
              </a:custGeom>
              <a:solidFill>
                <a:srgbClr val="AA8E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3" name="Freeform 90"/>
              <p:cNvSpPr>
                <a:spLocks/>
              </p:cNvSpPr>
              <p:nvPr/>
            </p:nvSpPr>
            <p:spPr bwMode="auto">
              <a:xfrm>
                <a:off x="1466850" y="1685926"/>
                <a:ext cx="44450" cy="219075"/>
              </a:xfrm>
              <a:custGeom>
                <a:avLst/>
                <a:gdLst>
                  <a:gd name="T0" fmla="*/ 2147483647 w 141"/>
                  <a:gd name="T1" fmla="*/ 0 h 692"/>
                  <a:gd name="T2" fmla="*/ 0 w 141"/>
                  <a:gd name="T3" fmla="*/ 2147483647 h 692"/>
                  <a:gd name="T4" fmla="*/ 2147483647 w 141"/>
                  <a:gd name="T5" fmla="*/ 2147483647 h 692"/>
                  <a:gd name="T6" fmla="*/ 2147483647 w 141"/>
                  <a:gd name="T7" fmla="*/ 2147483647 h 692"/>
                  <a:gd name="T8" fmla="*/ 2147483647 w 141"/>
                  <a:gd name="T9" fmla="*/ 2147483647 h 692"/>
                  <a:gd name="T10" fmla="*/ 2147483647 w 141"/>
                  <a:gd name="T11" fmla="*/ 2147483647 h 692"/>
                  <a:gd name="T12" fmla="*/ 2147483647 w 141"/>
                  <a:gd name="T13" fmla="*/ 2147483647 h 692"/>
                  <a:gd name="T14" fmla="*/ 2147483647 w 141"/>
                  <a:gd name="T15" fmla="*/ 2147483647 h 692"/>
                  <a:gd name="T16" fmla="*/ 2147483647 w 141"/>
                  <a:gd name="T17" fmla="*/ 2147483647 h 692"/>
                  <a:gd name="T18" fmla="*/ 2147483647 w 141"/>
                  <a:gd name="T19" fmla="*/ 2147483647 h 692"/>
                  <a:gd name="T20" fmla="*/ 2147483647 w 141"/>
                  <a:gd name="T21" fmla="*/ 2147483647 h 692"/>
                  <a:gd name="T22" fmla="*/ 2147483647 w 141"/>
                  <a:gd name="T23" fmla="*/ 2147483647 h 692"/>
                  <a:gd name="T24" fmla="*/ 2147483647 w 141"/>
                  <a:gd name="T25" fmla="*/ 2147483647 h 692"/>
                  <a:gd name="T26" fmla="*/ 2147483647 w 141"/>
                  <a:gd name="T27" fmla="*/ 2147483647 h 692"/>
                  <a:gd name="T28" fmla="*/ 2147483647 w 141"/>
                  <a:gd name="T29" fmla="*/ 2147483647 h 692"/>
                  <a:gd name="T30" fmla="*/ 2147483647 w 141"/>
                  <a:gd name="T31" fmla="*/ 2147483647 h 692"/>
                  <a:gd name="T32" fmla="*/ 2147483647 w 141"/>
                  <a:gd name="T33" fmla="*/ 2147483647 h 692"/>
                  <a:gd name="T34" fmla="*/ 2147483647 w 141"/>
                  <a:gd name="T35" fmla="*/ 2147483647 h 692"/>
                  <a:gd name="T36" fmla="*/ 2147483647 w 141"/>
                  <a:gd name="T37" fmla="*/ 2147483647 h 692"/>
                  <a:gd name="T38" fmla="*/ 2147483647 w 141"/>
                  <a:gd name="T39" fmla="*/ 2147483647 h 692"/>
                  <a:gd name="T40" fmla="*/ 2147483647 w 141"/>
                  <a:gd name="T41" fmla="*/ 2147483647 h 692"/>
                  <a:gd name="T42" fmla="*/ 2147483647 w 141"/>
                  <a:gd name="T43" fmla="*/ 0 h 692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41"/>
                  <a:gd name="T67" fmla="*/ 0 h 692"/>
                  <a:gd name="T68" fmla="*/ 141 w 141"/>
                  <a:gd name="T69" fmla="*/ 692 h 692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41" h="692">
                    <a:moveTo>
                      <a:pt x="76" y="0"/>
                    </a:moveTo>
                    <a:lnTo>
                      <a:pt x="0" y="38"/>
                    </a:lnTo>
                    <a:lnTo>
                      <a:pt x="10" y="112"/>
                    </a:lnTo>
                    <a:lnTo>
                      <a:pt x="20" y="187"/>
                    </a:lnTo>
                    <a:lnTo>
                      <a:pt x="29" y="261"/>
                    </a:lnTo>
                    <a:lnTo>
                      <a:pt x="37" y="336"/>
                    </a:lnTo>
                    <a:lnTo>
                      <a:pt x="45" y="410"/>
                    </a:lnTo>
                    <a:lnTo>
                      <a:pt x="52" y="485"/>
                    </a:lnTo>
                    <a:lnTo>
                      <a:pt x="60" y="559"/>
                    </a:lnTo>
                    <a:lnTo>
                      <a:pt x="68" y="634"/>
                    </a:lnTo>
                    <a:lnTo>
                      <a:pt x="94" y="692"/>
                    </a:lnTo>
                    <a:lnTo>
                      <a:pt x="131" y="688"/>
                    </a:lnTo>
                    <a:lnTo>
                      <a:pt x="135" y="639"/>
                    </a:lnTo>
                    <a:lnTo>
                      <a:pt x="139" y="554"/>
                    </a:lnTo>
                    <a:lnTo>
                      <a:pt x="141" y="473"/>
                    </a:lnTo>
                    <a:lnTo>
                      <a:pt x="139" y="394"/>
                    </a:lnTo>
                    <a:lnTo>
                      <a:pt x="136" y="317"/>
                    </a:lnTo>
                    <a:lnTo>
                      <a:pt x="131" y="242"/>
                    </a:lnTo>
                    <a:lnTo>
                      <a:pt x="125" y="167"/>
                    </a:lnTo>
                    <a:lnTo>
                      <a:pt x="118" y="92"/>
                    </a:lnTo>
                    <a:lnTo>
                      <a:pt x="111" y="16"/>
                    </a:lnTo>
                    <a:lnTo>
                      <a:pt x="76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4" name="Freeform 91"/>
              <p:cNvSpPr>
                <a:spLocks/>
              </p:cNvSpPr>
              <p:nvPr/>
            </p:nvSpPr>
            <p:spPr bwMode="auto">
              <a:xfrm>
                <a:off x="1684338" y="1581151"/>
                <a:ext cx="68262" cy="30163"/>
              </a:xfrm>
              <a:custGeom>
                <a:avLst/>
                <a:gdLst>
                  <a:gd name="T0" fmla="*/ 2147483647 w 216"/>
                  <a:gd name="T1" fmla="*/ 2147483647 h 96"/>
                  <a:gd name="T2" fmla="*/ 2147483647 w 216"/>
                  <a:gd name="T3" fmla="*/ 2147483647 h 96"/>
                  <a:gd name="T4" fmla="*/ 2147483647 w 216"/>
                  <a:gd name="T5" fmla="*/ 2147483647 h 96"/>
                  <a:gd name="T6" fmla="*/ 2147483647 w 216"/>
                  <a:gd name="T7" fmla="*/ 2147483647 h 96"/>
                  <a:gd name="T8" fmla="*/ 2147483647 w 216"/>
                  <a:gd name="T9" fmla="*/ 2147483647 h 96"/>
                  <a:gd name="T10" fmla="*/ 2147483647 w 216"/>
                  <a:gd name="T11" fmla="*/ 2147483647 h 96"/>
                  <a:gd name="T12" fmla="*/ 2147483647 w 216"/>
                  <a:gd name="T13" fmla="*/ 2147483647 h 96"/>
                  <a:gd name="T14" fmla="*/ 0 w 216"/>
                  <a:gd name="T15" fmla="*/ 2147483647 h 96"/>
                  <a:gd name="T16" fmla="*/ 2147483647 w 216"/>
                  <a:gd name="T17" fmla="*/ 2147483647 h 96"/>
                  <a:gd name="T18" fmla="*/ 2147483647 w 216"/>
                  <a:gd name="T19" fmla="*/ 0 h 96"/>
                  <a:gd name="T20" fmla="*/ 2147483647 w 216"/>
                  <a:gd name="T21" fmla="*/ 2147483647 h 96"/>
                  <a:gd name="T22" fmla="*/ 2147483647 w 216"/>
                  <a:gd name="T23" fmla="*/ 2147483647 h 9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16"/>
                  <a:gd name="T37" fmla="*/ 0 h 96"/>
                  <a:gd name="T38" fmla="*/ 216 w 216"/>
                  <a:gd name="T39" fmla="*/ 96 h 9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16" h="96">
                    <a:moveTo>
                      <a:pt x="205" y="2"/>
                    </a:moveTo>
                    <a:lnTo>
                      <a:pt x="216" y="72"/>
                    </a:lnTo>
                    <a:lnTo>
                      <a:pt x="195" y="70"/>
                    </a:lnTo>
                    <a:lnTo>
                      <a:pt x="189" y="18"/>
                    </a:lnTo>
                    <a:lnTo>
                      <a:pt x="16" y="33"/>
                    </a:lnTo>
                    <a:lnTo>
                      <a:pt x="23" y="81"/>
                    </a:lnTo>
                    <a:lnTo>
                      <a:pt x="12" y="96"/>
                    </a:lnTo>
                    <a:lnTo>
                      <a:pt x="0" y="21"/>
                    </a:lnTo>
                    <a:lnTo>
                      <a:pt x="70" y="7"/>
                    </a:lnTo>
                    <a:lnTo>
                      <a:pt x="126" y="0"/>
                    </a:lnTo>
                    <a:lnTo>
                      <a:pt x="191" y="1"/>
                    </a:lnTo>
                    <a:lnTo>
                      <a:pt x="205" y="2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5" name="Freeform 92"/>
              <p:cNvSpPr>
                <a:spLocks/>
              </p:cNvSpPr>
              <p:nvPr/>
            </p:nvSpPr>
            <p:spPr bwMode="auto">
              <a:xfrm>
                <a:off x="1689100" y="1585913"/>
                <a:ext cx="58737" cy="20638"/>
              </a:xfrm>
              <a:custGeom>
                <a:avLst/>
                <a:gdLst>
                  <a:gd name="T0" fmla="*/ 2147483647 w 184"/>
                  <a:gd name="T1" fmla="*/ 0 h 63"/>
                  <a:gd name="T2" fmla="*/ 2147483647 w 184"/>
                  <a:gd name="T3" fmla="*/ 2147483647 h 63"/>
                  <a:gd name="T4" fmla="*/ 2147483647 w 184"/>
                  <a:gd name="T5" fmla="*/ 2147483647 h 63"/>
                  <a:gd name="T6" fmla="*/ 0 w 184"/>
                  <a:gd name="T7" fmla="*/ 2147483647 h 63"/>
                  <a:gd name="T8" fmla="*/ 2147483647 w 18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63"/>
                  <a:gd name="T17" fmla="*/ 184 w 18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63">
                    <a:moveTo>
                      <a:pt x="178" y="0"/>
                    </a:moveTo>
                    <a:lnTo>
                      <a:pt x="184" y="46"/>
                    </a:lnTo>
                    <a:lnTo>
                      <a:pt x="7" y="63"/>
                    </a:lnTo>
                    <a:lnTo>
                      <a:pt x="0" y="16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rgbClr val="333D5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6" name="Freeform 93"/>
              <p:cNvSpPr>
                <a:spLocks/>
              </p:cNvSpPr>
              <p:nvPr/>
            </p:nvSpPr>
            <p:spPr bwMode="auto">
              <a:xfrm>
                <a:off x="1687513" y="1600201"/>
                <a:ext cx="65087" cy="12700"/>
              </a:xfrm>
              <a:custGeom>
                <a:avLst/>
                <a:gdLst>
                  <a:gd name="T0" fmla="*/ 2147483647 w 205"/>
                  <a:gd name="T1" fmla="*/ 0 h 42"/>
                  <a:gd name="T2" fmla="*/ 2147483647 w 205"/>
                  <a:gd name="T3" fmla="*/ 2147483647 h 42"/>
                  <a:gd name="T4" fmla="*/ 2147483647 w 205"/>
                  <a:gd name="T5" fmla="*/ 2147483647 h 42"/>
                  <a:gd name="T6" fmla="*/ 0 w 205"/>
                  <a:gd name="T7" fmla="*/ 2147483647 h 42"/>
                  <a:gd name="T8" fmla="*/ 2147483647 w 205"/>
                  <a:gd name="T9" fmla="*/ 2147483647 h 42"/>
                  <a:gd name="T10" fmla="*/ 2147483647 w 205"/>
                  <a:gd name="T11" fmla="*/ 2147483647 h 42"/>
                  <a:gd name="T12" fmla="*/ 2147483647 w 205"/>
                  <a:gd name="T13" fmla="*/ 2147483647 h 42"/>
                  <a:gd name="T14" fmla="*/ 2147483647 w 205"/>
                  <a:gd name="T15" fmla="*/ 2147483647 h 42"/>
                  <a:gd name="T16" fmla="*/ 2147483647 w 205"/>
                  <a:gd name="T17" fmla="*/ 2147483647 h 42"/>
                  <a:gd name="T18" fmla="*/ 2147483647 w 205"/>
                  <a:gd name="T19" fmla="*/ 2147483647 h 42"/>
                  <a:gd name="T20" fmla="*/ 2147483647 w 205"/>
                  <a:gd name="T21" fmla="*/ 2147483647 h 42"/>
                  <a:gd name="T22" fmla="*/ 2147483647 w 205"/>
                  <a:gd name="T23" fmla="*/ 2147483647 h 42"/>
                  <a:gd name="T24" fmla="*/ 2147483647 w 205"/>
                  <a:gd name="T25" fmla="*/ 2147483647 h 42"/>
                  <a:gd name="T26" fmla="*/ 2147483647 w 205"/>
                  <a:gd name="T27" fmla="*/ 2147483647 h 42"/>
                  <a:gd name="T28" fmla="*/ 2147483647 w 205"/>
                  <a:gd name="T29" fmla="*/ 0 h 4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05"/>
                  <a:gd name="T46" fmla="*/ 0 h 42"/>
                  <a:gd name="T47" fmla="*/ 205 w 205"/>
                  <a:gd name="T48" fmla="*/ 42 h 4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05" h="42">
                    <a:moveTo>
                      <a:pt x="195" y="0"/>
                    </a:moveTo>
                    <a:lnTo>
                      <a:pt x="87" y="11"/>
                    </a:lnTo>
                    <a:lnTo>
                      <a:pt x="7" y="20"/>
                    </a:lnTo>
                    <a:lnTo>
                      <a:pt x="0" y="32"/>
                    </a:lnTo>
                    <a:lnTo>
                      <a:pt x="34" y="41"/>
                    </a:lnTo>
                    <a:lnTo>
                      <a:pt x="55" y="41"/>
                    </a:lnTo>
                    <a:lnTo>
                      <a:pt x="75" y="41"/>
                    </a:lnTo>
                    <a:lnTo>
                      <a:pt x="94" y="42"/>
                    </a:lnTo>
                    <a:lnTo>
                      <a:pt x="114" y="41"/>
                    </a:lnTo>
                    <a:lnTo>
                      <a:pt x="132" y="40"/>
                    </a:lnTo>
                    <a:lnTo>
                      <a:pt x="151" y="37"/>
                    </a:lnTo>
                    <a:lnTo>
                      <a:pt x="170" y="33"/>
                    </a:lnTo>
                    <a:lnTo>
                      <a:pt x="191" y="27"/>
                    </a:lnTo>
                    <a:lnTo>
                      <a:pt x="205" y="9"/>
                    </a:lnTo>
                    <a:lnTo>
                      <a:pt x="195" y="0"/>
                    </a:lnTo>
                    <a:close/>
                  </a:path>
                </a:pathLst>
              </a:custGeom>
              <a:solidFill>
                <a:srgbClr val="F4BC9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7" name="Freeform 94"/>
              <p:cNvSpPr>
                <a:spLocks/>
              </p:cNvSpPr>
              <p:nvPr/>
            </p:nvSpPr>
            <p:spPr bwMode="auto">
              <a:xfrm>
                <a:off x="1673225" y="1614488"/>
                <a:ext cx="88900" cy="19050"/>
              </a:xfrm>
              <a:custGeom>
                <a:avLst/>
                <a:gdLst>
                  <a:gd name="T0" fmla="*/ 2147483647 w 277"/>
                  <a:gd name="T1" fmla="*/ 0 h 60"/>
                  <a:gd name="T2" fmla="*/ 2147483647 w 277"/>
                  <a:gd name="T3" fmla="*/ 2147483647 h 60"/>
                  <a:gd name="T4" fmla="*/ 2147483647 w 277"/>
                  <a:gd name="T5" fmla="*/ 2147483647 h 60"/>
                  <a:gd name="T6" fmla="*/ 2147483647 w 277"/>
                  <a:gd name="T7" fmla="*/ 2147483647 h 60"/>
                  <a:gd name="T8" fmla="*/ 2147483647 w 277"/>
                  <a:gd name="T9" fmla="*/ 2147483647 h 60"/>
                  <a:gd name="T10" fmla="*/ 2147483647 w 277"/>
                  <a:gd name="T11" fmla="*/ 2147483647 h 60"/>
                  <a:gd name="T12" fmla="*/ 2147483647 w 277"/>
                  <a:gd name="T13" fmla="*/ 2147483647 h 60"/>
                  <a:gd name="T14" fmla="*/ 2147483647 w 277"/>
                  <a:gd name="T15" fmla="*/ 2147483647 h 60"/>
                  <a:gd name="T16" fmla="*/ 2147483647 w 277"/>
                  <a:gd name="T17" fmla="*/ 2147483647 h 60"/>
                  <a:gd name="T18" fmla="*/ 2147483647 w 277"/>
                  <a:gd name="T19" fmla="*/ 2147483647 h 60"/>
                  <a:gd name="T20" fmla="*/ 2147483647 w 277"/>
                  <a:gd name="T21" fmla="*/ 2147483647 h 60"/>
                  <a:gd name="T22" fmla="*/ 2147483647 w 277"/>
                  <a:gd name="T23" fmla="*/ 2147483647 h 60"/>
                  <a:gd name="T24" fmla="*/ 2147483647 w 277"/>
                  <a:gd name="T25" fmla="*/ 2147483647 h 60"/>
                  <a:gd name="T26" fmla="*/ 2147483647 w 277"/>
                  <a:gd name="T27" fmla="*/ 2147483647 h 60"/>
                  <a:gd name="T28" fmla="*/ 2147483647 w 277"/>
                  <a:gd name="T29" fmla="*/ 2147483647 h 60"/>
                  <a:gd name="T30" fmla="*/ 2147483647 w 277"/>
                  <a:gd name="T31" fmla="*/ 2147483647 h 60"/>
                  <a:gd name="T32" fmla="*/ 0 w 277"/>
                  <a:gd name="T33" fmla="*/ 2147483647 h 60"/>
                  <a:gd name="T34" fmla="*/ 2147483647 w 277"/>
                  <a:gd name="T35" fmla="*/ 2147483647 h 60"/>
                  <a:gd name="T36" fmla="*/ 2147483647 w 277"/>
                  <a:gd name="T37" fmla="*/ 2147483647 h 60"/>
                  <a:gd name="T38" fmla="*/ 2147483647 w 277"/>
                  <a:gd name="T39" fmla="*/ 2147483647 h 60"/>
                  <a:gd name="T40" fmla="*/ 2147483647 w 277"/>
                  <a:gd name="T41" fmla="*/ 2147483647 h 60"/>
                  <a:gd name="T42" fmla="*/ 2147483647 w 277"/>
                  <a:gd name="T43" fmla="*/ 2147483647 h 60"/>
                  <a:gd name="T44" fmla="*/ 2147483647 w 277"/>
                  <a:gd name="T45" fmla="*/ 2147483647 h 60"/>
                  <a:gd name="T46" fmla="*/ 2147483647 w 277"/>
                  <a:gd name="T47" fmla="*/ 2147483647 h 60"/>
                  <a:gd name="T48" fmla="*/ 2147483647 w 277"/>
                  <a:gd name="T49" fmla="*/ 2147483647 h 60"/>
                  <a:gd name="T50" fmla="*/ 2147483647 w 277"/>
                  <a:gd name="T51" fmla="*/ 2147483647 h 60"/>
                  <a:gd name="T52" fmla="*/ 2147483647 w 277"/>
                  <a:gd name="T53" fmla="*/ 2147483647 h 60"/>
                  <a:gd name="T54" fmla="*/ 2147483647 w 277"/>
                  <a:gd name="T55" fmla="*/ 2147483647 h 60"/>
                  <a:gd name="T56" fmla="*/ 2147483647 w 277"/>
                  <a:gd name="T57" fmla="*/ 2147483647 h 60"/>
                  <a:gd name="T58" fmla="*/ 2147483647 w 277"/>
                  <a:gd name="T59" fmla="*/ 2147483647 h 60"/>
                  <a:gd name="T60" fmla="*/ 2147483647 w 277"/>
                  <a:gd name="T61" fmla="*/ 2147483647 h 60"/>
                  <a:gd name="T62" fmla="*/ 2147483647 w 277"/>
                  <a:gd name="T63" fmla="*/ 2147483647 h 60"/>
                  <a:gd name="T64" fmla="*/ 2147483647 w 277"/>
                  <a:gd name="T65" fmla="*/ 2147483647 h 60"/>
                  <a:gd name="T66" fmla="*/ 2147483647 w 277"/>
                  <a:gd name="T67" fmla="*/ 2147483647 h 60"/>
                  <a:gd name="T68" fmla="*/ 2147483647 w 277"/>
                  <a:gd name="T69" fmla="*/ 2147483647 h 60"/>
                  <a:gd name="T70" fmla="*/ 2147483647 w 277"/>
                  <a:gd name="T71" fmla="*/ 0 h 60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77"/>
                  <a:gd name="T109" fmla="*/ 0 h 60"/>
                  <a:gd name="T110" fmla="*/ 277 w 277"/>
                  <a:gd name="T111" fmla="*/ 60 h 60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77" h="60">
                    <a:moveTo>
                      <a:pt x="277" y="0"/>
                    </a:moveTo>
                    <a:lnTo>
                      <a:pt x="268" y="14"/>
                    </a:lnTo>
                    <a:lnTo>
                      <a:pt x="257" y="25"/>
                    </a:lnTo>
                    <a:lnTo>
                      <a:pt x="243" y="35"/>
                    </a:lnTo>
                    <a:lnTo>
                      <a:pt x="227" y="42"/>
                    </a:lnTo>
                    <a:lnTo>
                      <a:pt x="210" y="47"/>
                    </a:lnTo>
                    <a:lnTo>
                      <a:pt x="191" y="51"/>
                    </a:lnTo>
                    <a:lnTo>
                      <a:pt x="172" y="53"/>
                    </a:lnTo>
                    <a:lnTo>
                      <a:pt x="152" y="53"/>
                    </a:lnTo>
                    <a:lnTo>
                      <a:pt x="131" y="53"/>
                    </a:lnTo>
                    <a:lnTo>
                      <a:pt x="110" y="52"/>
                    </a:lnTo>
                    <a:lnTo>
                      <a:pt x="90" y="50"/>
                    </a:lnTo>
                    <a:lnTo>
                      <a:pt x="69" y="48"/>
                    </a:lnTo>
                    <a:lnTo>
                      <a:pt x="50" y="46"/>
                    </a:lnTo>
                    <a:lnTo>
                      <a:pt x="32" y="43"/>
                    </a:lnTo>
                    <a:lnTo>
                      <a:pt x="15" y="41"/>
                    </a:lnTo>
                    <a:lnTo>
                      <a:pt x="0" y="39"/>
                    </a:lnTo>
                    <a:lnTo>
                      <a:pt x="2" y="50"/>
                    </a:lnTo>
                    <a:lnTo>
                      <a:pt x="25" y="51"/>
                    </a:lnTo>
                    <a:lnTo>
                      <a:pt x="37" y="53"/>
                    </a:lnTo>
                    <a:lnTo>
                      <a:pt x="50" y="55"/>
                    </a:lnTo>
                    <a:lnTo>
                      <a:pt x="65" y="56"/>
                    </a:lnTo>
                    <a:lnTo>
                      <a:pt x="82" y="58"/>
                    </a:lnTo>
                    <a:lnTo>
                      <a:pt x="100" y="59"/>
                    </a:lnTo>
                    <a:lnTo>
                      <a:pt x="118" y="60"/>
                    </a:lnTo>
                    <a:lnTo>
                      <a:pt x="137" y="60"/>
                    </a:lnTo>
                    <a:lnTo>
                      <a:pt x="156" y="59"/>
                    </a:lnTo>
                    <a:lnTo>
                      <a:pt x="175" y="58"/>
                    </a:lnTo>
                    <a:lnTo>
                      <a:pt x="193" y="55"/>
                    </a:lnTo>
                    <a:lnTo>
                      <a:pt x="210" y="51"/>
                    </a:lnTo>
                    <a:lnTo>
                      <a:pt x="227" y="46"/>
                    </a:lnTo>
                    <a:lnTo>
                      <a:pt x="243" y="40"/>
                    </a:lnTo>
                    <a:lnTo>
                      <a:pt x="256" y="32"/>
                    </a:lnTo>
                    <a:lnTo>
                      <a:pt x="268" y="21"/>
                    </a:lnTo>
                    <a:lnTo>
                      <a:pt x="277" y="10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8" name="Freeform 95"/>
              <p:cNvSpPr>
                <a:spLocks/>
              </p:cNvSpPr>
              <p:nvPr/>
            </p:nvSpPr>
            <p:spPr bwMode="auto">
              <a:xfrm>
                <a:off x="1682750" y="1679576"/>
                <a:ext cx="87312" cy="19050"/>
              </a:xfrm>
              <a:custGeom>
                <a:avLst/>
                <a:gdLst>
                  <a:gd name="T0" fmla="*/ 2147483647 w 276"/>
                  <a:gd name="T1" fmla="*/ 0 h 60"/>
                  <a:gd name="T2" fmla="*/ 2147483647 w 276"/>
                  <a:gd name="T3" fmla="*/ 2147483647 h 60"/>
                  <a:gd name="T4" fmla="*/ 2147483647 w 276"/>
                  <a:gd name="T5" fmla="*/ 2147483647 h 60"/>
                  <a:gd name="T6" fmla="*/ 2147483647 w 276"/>
                  <a:gd name="T7" fmla="*/ 2147483647 h 60"/>
                  <a:gd name="T8" fmla="*/ 2147483647 w 276"/>
                  <a:gd name="T9" fmla="*/ 2147483647 h 60"/>
                  <a:gd name="T10" fmla="*/ 2147483647 w 276"/>
                  <a:gd name="T11" fmla="*/ 2147483647 h 60"/>
                  <a:gd name="T12" fmla="*/ 2147483647 w 276"/>
                  <a:gd name="T13" fmla="*/ 2147483647 h 60"/>
                  <a:gd name="T14" fmla="*/ 2147483647 w 276"/>
                  <a:gd name="T15" fmla="*/ 2147483647 h 60"/>
                  <a:gd name="T16" fmla="*/ 2147483647 w 276"/>
                  <a:gd name="T17" fmla="*/ 2147483647 h 60"/>
                  <a:gd name="T18" fmla="*/ 2147483647 w 276"/>
                  <a:gd name="T19" fmla="*/ 2147483647 h 60"/>
                  <a:gd name="T20" fmla="*/ 2147483647 w 276"/>
                  <a:gd name="T21" fmla="*/ 2147483647 h 60"/>
                  <a:gd name="T22" fmla="*/ 2147483647 w 276"/>
                  <a:gd name="T23" fmla="*/ 2147483647 h 60"/>
                  <a:gd name="T24" fmla="*/ 2147483647 w 276"/>
                  <a:gd name="T25" fmla="*/ 2147483647 h 60"/>
                  <a:gd name="T26" fmla="*/ 2147483647 w 276"/>
                  <a:gd name="T27" fmla="*/ 2147483647 h 60"/>
                  <a:gd name="T28" fmla="*/ 2147483647 w 276"/>
                  <a:gd name="T29" fmla="*/ 2147483647 h 60"/>
                  <a:gd name="T30" fmla="*/ 2147483647 w 276"/>
                  <a:gd name="T31" fmla="*/ 2147483647 h 60"/>
                  <a:gd name="T32" fmla="*/ 0 w 276"/>
                  <a:gd name="T33" fmla="*/ 2147483647 h 60"/>
                  <a:gd name="T34" fmla="*/ 2147483647 w 276"/>
                  <a:gd name="T35" fmla="*/ 2147483647 h 60"/>
                  <a:gd name="T36" fmla="*/ 2147483647 w 276"/>
                  <a:gd name="T37" fmla="*/ 2147483647 h 60"/>
                  <a:gd name="T38" fmla="*/ 2147483647 w 276"/>
                  <a:gd name="T39" fmla="*/ 2147483647 h 60"/>
                  <a:gd name="T40" fmla="*/ 2147483647 w 276"/>
                  <a:gd name="T41" fmla="*/ 2147483647 h 60"/>
                  <a:gd name="T42" fmla="*/ 2147483647 w 276"/>
                  <a:gd name="T43" fmla="*/ 2147483647 h 60"/>
                  <a:gd name="T44" fmla="*/ 2147483647 w 276"/>
                  <a:gd name="T45" fmla="*/ 2147483647 h 60"/>
                  <a:gd name="T46" fmla="*/ 2147483647 w 276"/>
                  <a:gd name="T47" fmla="*/ 2147483647 h 60"/>
                  <a:gd name="T48" fmla="*/ 2147483647 w 276"/>
                  <a:gd name="T49" fmla="*/ 2147483647 h 60"/>
                  <a:gd name="T50" fmla="*/ 2147483647 w 276"/>
                  <a:gd name="T51" fmla="*/ 2147483647 h 60"/>
                  <a:gd name="T52" fmla="*/ 2147483647 w 276"/>
                  <a:gd name="T53" fmla="*/ 2147483647 h 60"/>
                  <a:gd name="T54" fmla="*/ 2147483647 w 276"/>
                  <a:gd name="T55" fmla="*/ 2147483647 h 60"/>
                  <a:gd name="T56" fmla="*/ 2147483647 w 276"/>
                  <a:gd name="T57" fmla="*/ 2147483647 h 60"/>
                  <a:gd name="T58" fmla="*/ 2147483647 w 276"/>
                  <a:gd name="T59" fmla="*/ 2147483647 h 60"/>
                  <a:gd name="T60" fmla="*/ 2147483647 w 276"/>
                  <a:gd name="T61" fmla="*/ 2147483647 h 60"/>
                  <a:gd name="T62" fmla="*/ 2147483647 w 276"/>
                  <a:gd name="T63" fmla="*/ 2147483647 h 60"/>
                  <a:gd name="T64" fmla="*/ 2147483647 w 276"/>
                  <a:gd name="T65" fmla="*/ 2147483647 h 60"/>
                  <a:gd name="T66" fmla="*/ 2147483647 w 276"/>
                  <a:gd name="T67" fmla="*/ 2147483647 h 60"/>
                  <a:gd name="T68" fmla="*/ 2147483647 w 276"/>
                  <a:gd name="T69" fmla="*/ 2147483647 h 60"/>
                  <a:gd name="T70" fmla="*/ 2147483647 w 276"/>
                  <a:gd name="T71" fmla="*/ 0 h 60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76"/>
                  <a:gd name="T109" fmla="*/ 0 h 60"/>
                  <a:gd name="T110" fmla="*/ 276 w 276"/>
                  <a:gd name="T111" fmla="*/ 60 h 60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76" h="60">
                    <a:moveTo>
                      <a:pt x="276" y="0"/>
                    </a:moveTo>
                    <a:lnTo>
                      <a:pt x="267" y="14"/>
                    </a:lnTo>
                    <a:lnTo>
                      <a:pt x="256" y="25"/>
                    </a:lnTo>
                    <a:lnTo>
                      <a:pt x="242" y="34"/>
                    </a:lnTo>
                    <a:lnTo>
                      <a:pt x="227" y="42"/>
                    </a:lnTo>
                    <a:lnTo>
                      <a:pt x="210" y="47"/>
                    </a:lnTo>
                    <a:lnTo>
                      <a:pt x="191" y="51"/>
                    </a:lnTo>
                    <a:lnTo>
                      <a:pt x="172" y="53"/>
                    </a:lnTo>
                    <a:lnTo>
                      <a:pt x="152" y="53"/>
                    </a:lnTo>
                    <a:lnTo>
                      <a:pt x="131" y="53"/>
                    </a:lnTo>
                    <a:lnTo>
                      <a:pt x="110" y="52"/>
                    </a:lnTo>
                    <a:lnTo>
                      <a:pt x="89" y="50"/>
                    </a:lnTo>
                    <a:lnTo>
                      <a:pt x="70" y="48"/>
                    </a:lnTo>
                    <a:lnTo>
                      <a:pt x="51" y="46"/>
                    </a:lnTo>
                    <a:lnTo>
                      <a:pt x="32" y="43"/>
                    </a:lnTo>
                    <a:lnTo>
                      <a:pt x="15" y="41"/>
                    </a:lnTo>
                    <a:lnTo>
                      <a:pt x="0" y="39"/>
                    </a:lnTo>
                    <a:lnTo>
                      <a:pt x="1" y="51"/>
                    </a:lnTo>
                    <a:lnTo>
                      <a:pt x="25" y="52"/>
                    </a:lnTo>
                    <a:lnTo>
                      <a:pt x="38" y="53"/>
                    </a:lnTo>
                    <a:lnTo>
                      <a:pt x="53" y="55"/>
                    </a:lnTo>
                    <a:lnTo>
                      <a:pt x="69" y="57"/>
                    </a:lnTo>
                    <a:lnTo>
                      <a:pt x="86" y="58"/>
                    </a:lnTo>
                    <a:lnTo>
                      <a:pt x="104" y="59"/>
                    </a:lnTo>
                    <a:lnTo>
                      <a:pt x="123" y="60"/>
                    </a:lnTo>
                    <a:lnTo>
                      <a:pt x="142" y="60"/>
                    </a:lnTo>
                    <a:lnTo>
                      <a:pt x="161" y="60"/>
                    </a:lnTo>
                    <a:lnTo>
                      <a:pt x="180" y="58"/>
                    </a:lnTo>
                    <a:lnTo>
                      <a:pt x="197" y="56"/>
                    </a:lnTo>
                    <a:lnTo>
                      <a:pt x="215" y="53"/>
                    </a:lnTo>
                    <a:lnTo>
                      <a:pt x="231" y="48"/>
                    </a:lnTo>
                    <a:lnTo>
                      <a:pt x="245" y="42"/>
                    </a:lnTo>
                    <a:lnTo>
                      <a:pt x="258" y="34"/>
                    </a:lnTo>
                    <a:lnTo>
                      <a:pt x="268" y="25"/>
                    </a:lnTo>
                    <a:lnTo>
                      <a:pt x="276" y="14"/>
                    </a:lnTo>
                    <a:lnTo>
                      <a:pt x="276" y="0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9" name="Freeform 96"/>
              <p:cNvSpPr>
                <a:spLocks/>
              </p:cNvSpPr>
              <p:nvPr/>
            </p:nvSpPr>
            <p:spPr bwMode="auto">
              <a:xfrm>
                <a:off x="1714500" y="1703388"/>
                <a:ext cx="41275" cy="12700"/>
              </a:xfrm>
              <a:custGeom>
                <a:avLst/>
                <a:gdLst>
                  <a:gd name="T0" fmla="*/ 2147483647 w 131"/>
                  <a:gd name="T1" fmla="*/ 2147483647 h 39"/>
                  <a:gd name="T2" fmla="*/ 2147483647 w 131"/>
                  <a:gd name="T3" fmla="*/ 0 h 39"/>
                  <a:gd name="T4" fmla="*/ 0 w 131"/>
                  <a:gd name="T5" fmla="*/ 2147483647 h 39"/>
                  <a:gd name="T6" fmla="*/ 2147483647 w 131"/>
                  <a:gd name="T7" fmla="*/ 2147483647 h 39"/>
                  <a:gd name="T8" fmla="*/ 2147483647 w 131"/>
                  <a:gd name="T9" fmla="*/ 2147483647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1"/>
                  <a:gd name="T16" fmla="*/ 0 h 39"/>
                  <a:gd name="T17" fmla="*/ 131 w 131"/>
                  <a:gd name="T18" fmla="*/ 39 h 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1" h="39">
                    <a:moveTo>
                      <a:pt x="130" y="16"/>
                    </a:moveTo>
                    <a:lnTo>
                      <a:pt x="131" y="0"/>
                    </a:lnTo>
                    <a:lnTo>
                      <a:pt x="0" y="22"/>
                    </a:lnTo>
                    <a:lnTo>
                      <a:pt x="1" y="39"/>
                    </a:lnTo>
                    <a:lnTo>
                      <a:pt x="130" y="16"/>
                    </a:lnTo>
                    <a:close/>
                  </a:path>
                </a:pathLst>
              </a:custGeom>
              <a:solidFill>
                <a:srgbClr val="333D5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0" name="Freeform 97"/>
              <p:cNvSpPr>
                <a:spLocks/>
              </p:cNvSpPr>
              <p:nvPr/>
            </p:nvSpPr>
            <p:spPr bwMode="auto">
              <a:xfrm>
                <a:off x="1711325" y="1700213"/>
                <a:ext cx="50800" cy="17463"/>
              </a:xfrm>
              <a:custGeom>
                <a:avLst/>
                <a:gdLst>
                  <a:gd name="T0" fmla="*/ 2147483647 w 156"/>
                  <a:gd name="T1" fmla="*/ 2147483647 h 53"/>
                  <a:gd name="T2" fmla="*/ 2147483647 w 156"/>
                  <a:gd name="T3" fmla="*/ 2147483647 h 53"/>
                  <a:gd name="T4" fmla="*/ 2147483647 w 156"/>
                  <a:gd name="T5" fmla="*/ 2147483647 h 53"/>
                  <a:gd name="T6" fmla="*/ 2147483647 w 156"/>
                  <a:gd name="T7" fmla="*/ 2147483647 h 53"/>
                  <a:gd name="T8" fmla="*/ 2147483647 w 156"/>
                  <a:gd name="T9" fmla="*/ 2147483647 h 53"/>
                  <a:gd name="T10" fmla="*/ 2147483647 w 156"/>
                  <a:gd name="T11" fmla="*/ 2147483647 h 53"/>
                  <a:gd name="T12" fmla="*/ 0 w 156"/>
                  <a:gd name="T13" fmla="*/ 2147483647 h 53"/>
                  <a:gd name="T14" fmla="*/ 0 w 156"/>
                  <a:gd name="T15" fmla="*/ 2147483647 h 53"/>
                  <a:gd name="T16" fmla="*/ 2147483647 w 156"/>
                  <a:gd name="T17" fmla="*/ 2147483647 h 53"/>
                  <a:gd name="T18" fmla="*/ 2147483647 w 156"/>
                  <a:gd name="T19" fmla="*/ 2147483647 h 53"/>
                  <a:gd name="T20" fmla="*/ 2147483647 w 156"/>
                  <a:gd name="T21" fmla="*/ 2147483647 h 53"/>
                  <a:gd name="T22" fmla="*/ 2147483647 w 156"/>
                  <a:gd name="T23" fmla="*/ 2147483647 h 53"/>
                  <a:gd name="T24" fmla="*/ 2147483647 w 156"/>
                  <a:gd name="T25" fmla="*/ 2147483647 h 53"/>
                  <a:gd name="T26" fmla="*/ 2147483647 w 156"/>
                  <a:gd name="T27" fmla="*/ 2147483647 h 53"/>
                  <a:gd name="T28" fmla="*/ 2147483647 w 156"/>
                  <a:gd name="T29" fmla="*/ 0 h 53"/>
                  <a:gd name="T30" fmla="*/ 2147483647 w 156"/>
                  <a:gd name="T31" fmla="*/ 0 h 53"/>
                  <a:gd name="T32" fmla="*/ 2147483647 w 156"/>
                  <a:gd name="T33" fmla="*/ 2147483647 h 5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56"/>
                  <a:gd name="T52" fmla="*/ 0 h 53"/>
                  <a:gd name="T53" fmla="*/ 156 w 156"/>
                  <a:gd name="T54" fmla="*/ 53 h 5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56" h="53">
                    <a:moveTo>
                      <a:pt x="156" y="3"/>
                    </a:moveTo>
                    <a:lnTo>
                      <a:pt x="154" y="29"/>
                    </a:lnTo>
                    <a:lnTo>
                      <a:pt x="135" y="23"/>
                    </a:lnTo>
                    <a:lnTo>
                      <a:pt x="136" y="10"/>
                    </a:lnTo>
                    <a:lnTo>
                      <a:pt x="11" y="30"/>
                    </a:lnTo>
                    <a:lnTo>
                      <a:pt x="10" y="51"/>
                    </a:lnTo>
                    <a:lnTo>
                      <a:pt x="0" y="53"/>
                    </a:lnTo>
                    <a:lnTo>
                      <a:pt x="0" y="24"/>
                    </a:lnTo>
                    <a:lnTo>
                      <a:pt x="18" y="19"/>
                    </a:lnTo>
                    <a:lnTo>
                      <a:pt x="37" y="15"/>
                    </a:lnTo>
                    <a:lnTo>
                      <a:pt x="54" y="11"/>
                    </a:lnTo>
                    <a:lnTo>
                      <a:pt x="71" y="7"/>
                    </a:lnTo>
                    <a:lnTo>
                      <a:pt x="89" y="4"/>
                    </a:lnTo>
                    <a:lnTo>
                      <a:pt x="107" y="2"/>
                    </a:lnTo>
                    <a:lnTo>
                      <a:pt x="126" y="0"/>
                    </a:lnTo>
                    <a:lnTo>
                      <a:pt x="145" y="0"/>
                    </a:lnTo>
                    <a:lnTo>
                      <a:pt x="156" y="3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1" name="Freeform 98"/>
              <p:cNvSpPr>
                <a:spLocks/>
              </p:cNvSpPr>
              <p:nvPr/>
            </p:nvSpPr>
            <p:spPr bwMode="auto">
              <a:xfrm>
                <a:off x="1684338" y="1714501"/>
                <a:ext cx="85725" cy="142875"/>
              </a:xfrm>
              <a:custGeom>
                <a:avLst/>
                <a:gdLst>
                  <a:gd name="T0" fmla="*/ 2147483647 w 270"/>
                  <a:gd name="T1" fmla="*/ 2147483647 h 451"/>
                  <a:gd name="T2" fmla="*/ 2147483647 w 270"/>
                  <a:gd name="T3" fmla="*/ 2147483647 h 451"/>
                  <a:gd name="T4" fmla="*/ 2147483647 w 270"/>
                  <a:gd name="T5" fmla="*/ 2147483647 h 451"/>
                  <a:gd name="T6" fmla="*/ 2147483647 w 270"/>
                  <a:gd name="T7" fmla="*/ 2147483647 h 451"/>
                  <a:gd name="T8" fmla="*/ 2147483647 w 270"/>
                  <a:gd name="T9" fmla="*/ 2147483647 h 451"/>
                  <a:gd name="T10" fmla="*/ 2147483647 w 270"/>
                  <a:gd name="T11" fmla="*/ 2147483647 h 451"/>
                  <a:gd name="T12" fmla="*/ 2147483647 w 270"/>
                  <a:gd name="T13" fmla="*/ 2147483647 h 451"/>
                  <a:gd name="T14" fmla="*/ 2147483647 w 270"/>
                  <a:gd name="T15" fmla="*/ 2147483647 h 451"/>
                  <a:gd name="T16" fmla="*/ 2147483647 w 270"/>
                  <a:gd name="T17" fmla="*/ 2147483647 h 451"/>
                  <a:gd name="T18" fmla="*/ 2147483647 w 270"/>
                  <a:gd name="T19" fmla="*/ 2147483647 h 451"/>
                  <a:gd name="T20" fmla="*/ 2147483647 w 270"/>
                  <a:gd name="T21" fmla="*/ 2147483647 h 451"/>
                  <a:gd name="T22" fmla="*/ 2147483647 w 270"/>
                  <a:gd name="T23" fmla="*/ 2147483647 h 451"/>
                  <a:gd name="T24" fmla="*/ 0 w 270"/>
                  <a:gd name="T25" fmla="*/ 0 h 451"/>
                  <a:gd name="T26" fmla="*/ 2147483647 w 270"/>
                  <a:gd name="T27" fmla="*/ 2147483647 h 451"/>
                  <a:gd name="T28" fmla="*/ 2147483647 w 270"/>
                  <a:gd name="T29" fmla="*/ 2147483647 h 451"/>
                  <a:gd name="T30" fmla="*/ 2147483647 w 270"/>
                  <a:gd name="T31" fmla="*/ 2147483647 h 451"/>
                  <a:gd name="T32" fmla="*/ 2147483647 w 270"/>
                  <a:gd name="T33" fmla="*/ 2147483647 h 451"/>
                  <a:gd name="T34" fmla="*/ 2147483647 w 270"/>
                  <a:gd name="T35" fmla="*/ 2147483647 h 451"/>
                  <a:gd name="T36" fmla="*/ 2147483647 w 270"/>
                  <a:gd name="T37" fmla="*/ 2147483647 h 451"/>
                  <a:gd name="T38" fmla="*/ 2147483647 w 270"/>
                  <a:gd name="T39" fmla="*/ 2147483647 h 451"/>
                  <a:gd name="T40" fmla="*/ 2147483647 w 270"/>
                  <a:gd name="T41" fmla="*/ 2147483647 h 451"/>
                  <a:gd name="T42" fmla="*/ 2147483647 w 270"/>
                  <a:gd name="T43" fmla="*/ 2147483647 h 451"/>
                  <a:gd name="T44" fmla="*/ 2147483647 w 270"/>
                  <a:gd name="T45" fmla="*/ 2147483647 h 451"/>
                  <a:gd name="T46" fmla="*/ 2147483647 w 270"/>
                  <a:gd name="T47" fmla="*/ 2147483647 h 451"/>
                  <a:gd name="T48" fmla="*/ 2147483647 w 270"/>
                  <a:gd name="T49" fmla="*/ 2147483647 h 451"/>
                  <a:gd name="T50" fmla="*/ 2147483647 w 270"/>
                  <a:gd name="T51" fmla="*/ 2147483647 h 451"/>
                  <a:gd name="T52" fmla="*/ 2147483647 w 270"/>
                  <a:gd name="T53" fmla="*/ 2147483647 h 451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270"/>
                  <a:gd name="T82" fmla="*/ 0 h 451"/>
                  <a:gd name="T83" fmla="*/ 270 w 270"/>
                  <a:gd name="T84" fmla="*/ 451 h 451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270" h="451">
                    <a:moveTo>
                      <a:pt x="270" y="130"/>
                    </a:moveTo>
                    <a:lnTo>
                      <a:pt x="249" y="255"/>
                    </a:lnTo>
                    <a:lnTo>
                      <a:pt x="225" y="335"/>
                    </a:lnTo>
                    <a:lnTo>
                      <a:pt x="206" y="343"/>
                    </a:lnTo>
                    <a:lnTo>
                      <a:pt x="188" y="351"/>
                    </a:lnTo>
                    <a:lnTo>
                      <a:pt x="173" y="357"/>
                    </a:lnTo>
                    <a:lnTo>
                      <a:pt x="159" y="362"/>
                    </a:lnTo>
                    <a:lnTo>
                      <a:pt x="144" y="365"/>
                    </a:lnTo>
                    <a:lnTo>
                      <a:pt x="128" y="367"/>
                    </a:lnTo>
                    <a:lnTo>
                      <a:pt x="109" y="367"/>
                    </a:lnTo>
                    <a:lnTo>
                      <a:pt x="87" y="366"/>
                    </a:lnTo>
                    <a:lnTo>
                      <a:pt x="64" y="364"/>
                    </a:lnTo>
                    <a:lnTo>
                      <a:pt x="0" y="0"/>
                    </a:lnTo>
                    <a:lnTo>
                      <a:pt x="56" y="419"/>
                    </a:lnTo>
                    <a:lnTo>
                      <a:pt x="64" y="448"/>
                    </a:lnTo>
                    <a:lnTo>
                      <a:pt x="85" y="449"/>
                    </a:lnTo>
                    <a:lnTo>
                      <a:pt x="104" y="450"/>
                    </a:lnTo>
                    <a:lnTo>
                      <a:pt x="123" y="451"/>
                    </a:lnTo>
                    <a:lnTo>
                      <a:pt x="140" y="450"/>
                    </a:lnTo>
                    <a:lnTo>
                      <a:pt x="157" y="448"/>
                    </a:lnTo>
                    <a:lnTo>
                      <a:pt x="173" y="443"/>
                    </a:lnTo>
                    <a:lnTo>
                      <a:pt x="189" y="435"/>
                    </a:lnTo>
                    <a:lnTo>
                      <a:pt x="207" y="423"/>
                    </a:lnTo>
                    <a:lnTo>
                      <a:pt x="226" y="406"/>
                    </a:lnTo>
                    <a:lnTo>
                      <a:pt x="249" y="298"/>
                    </a:lnTo>
                    <a:lnTo>
                      <a:pt x="262" y="209"/>
                    </a:lnTo>
                    <a:lnTo>
                      <a:pt x="270" y="130"/>
                    </a:lnTo>
                    <a:close/>
                  </a:path>
                </a:pathLst>
              </a:custGeom>
              <a:solidFill>
                <a:srgbClr val="00233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2" name="Freeform 99"/>
              <p:cNvSpPr>
                <a:spLocks/>
              </p:cNvSpPr>
              <p:nvPr/>
            </p:nvSpPr>
            <p:spPr bwMode="auto">
              <a:xfrm>
                <a:off x="1754188" y="1752601"/>
                <a:ext cx="17462" cy="120650"/>
              </a:xfrm>
              <a:custGeom>
                <a:avLst/>
                <a:gdLst>
                  <a:gd name="T0" fmla="*/ 2147483647 w 58"/>
                  <a:gd name="T1" fmla="*/ 2147483647 h 377"/>
                  <a:gd name="T2" fmla="*/ 2147483647 w 58"/>
                  <a:gd name="T3" fmla="*/ 2147483647 h 377"/>
                  <a:gd name="T4" fmla="*/ 2147483647 w 58"/>
                  <a:gd name="T5" fmla="*/ 2147483647 h 377"/>
                  <a:gd name="T6" fmla="*/ 2147483647 w 58"/>
                  <a:gd name="T7" fmla="*/ 2147483647 h 377"/>
                  <a:gd name="T8" fmla="*/ 2147483647 w 58"/>
                  <a:gd name="T9" fmla="*/ 2147483647 h 377"/>
                  <a:gd name="T10" fmla="*/ 2147483647 w 58"/>
                  <a:gd name="T11" fmla="*/ 2147483647 h 377"/>
                  <a:gd name="T12" fmla="*/ 0 w 58"/>
                  <a:gd name="T13" fmla="*/ 2147483647 h 377"/>
                  <a:gd name="T14" fmla="*/ 2147483647 w 58"/>
                  <a:gd name="T15" fmla="*/ 2147483647 h 377"/>
                  <a:gd name="T16" fmla="*/ 2147483647 w 58"/>
                  <a:gd name="T17" fmla="*/ 2147483647 h 377"/>
                  <a:gd name="T18" fmla="*/ 2147483647 w 58"/>
                  <a:gd name="T19" fmla="*/ 0 h 377"/>
                  <a:gd name="T20" fmla="*/ 2147483647 w 58"/>
                  <a:gd name="T21" fmla="*/ 2147483647 h 377"/>
                  <a:gd name="T22" fmla="*/ 2147483647 w 58"/>
                  <a:gd name="T23" fmla="*/ 2147483647 h 377"/>
                  <a:gd name="T24" fmla="*/ 2147483647 w 58"/>
                  <a:gd name="T25" fmla="*/ 2147483647 h 377"/>
                  <a:gd name="T26" fmla="*/ 2147483647 w 58"/>
                  <a:gd name="T27" fmla="*/ 2147483647 h 377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58"/>
                  <a:gd name="T43" fmla="*/ 0 h 377"/>
                  <a:gd name="T44" fmla="*/ 58 w 58"/>
                  <a:gd name="T45" fmla="*/ 377 h 377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58" h="377">
                    <a:moveTo>
                      <a:pt x="58" y="26"/>
                    </a:moveTo>
                    <a:lnTo>
                      <a:pt x="47" y="160"/>
                    </a:lnTo>
                    <a:lnTo>
                      <a:pt x="29" y="283"/>
                    </a:lnTo>
                    <a:lnTo>
                      <a:pt x="15" y="336"/>
                    </a:lnTo>
                    <a:lnTo>
                      <a:pt x="7" y="377"/>
                    </a:lnTo>
                    <a:lnTo>
                      <a:pt x="8" y="325"/>
                    </a:lnTo>
                    <a:lnTo>
                      <a:pt x="0" y="294"/>
                    </a:lnTo>
                    <a:lnTo>
                      <a:pt x="19" y="208"/>
                    </a:lnTo>
                    <a:lnTo>
                      <a:pt x="38" y="106"/>
                    </a:lnTo>
                    <a:lnTo>
                      <a:pt x="47" y="0"/>
                    </a:lnTo>
                    <a:lnTo>
                      <a:pt x="49" y="3"/>
                    </a:lnTo>
                    <a:lnTo>
                      <a:pt x="52" y="11"/>
                    </a:lnTo>
                    <a:lnTo>
                      <a:pt x="56" y="21"/>
                    </a:lnTo>
                    <a:lnTo>
                      <a:pt x="58" y="26"/>
                    </a:lnTo>
                    <a:close/>
                  </a:path>
                </a:pathLst>
              </a:custGeom>
              <a:solidFill>
                <a:srgbClr val="63563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3" name="Freeform 100"/>
              <p:cNvSpPr>
                <a:spLocks/>
              </p:cNvSpPr>
              <p:nvPr/>
            </p:nvSpPr>
            <p:spPr bwMode="auto">
              <a:xfrm>
                <a:off x="1703388" y="1847851"/>
                <a:ext cx="53975" cy="36513"/>
              </a:xfrm>
              <a:custGeom>
                <a:avLst/>
                <a:gdLst>
                  <a:gd name="T0" fmla="*/ 2147483647 w 171"/>
                  <a:gd name="T1" fmla="*/ 0 h 116"/>
                  <a:gd name="T2" fmla="*/ 2147483647 w 171"/>
                  <a:gd name="T3" fmla="*/ 2147483647 h 116"/>
                  <a:gd name="T4" fmla="*/ 2147483647 w 171"/>
                  <a:gd name="T5" fmla="*/ 2147483647 h 116"/>
                  <a:gd name="T6" fmla="*/ 2147483647 w 171"/>
                  <a:gd name="T7" fmla="*/ 2147483647 h 116"/>
                  <a:gd name="T8" fmla="*/ 2147483647 w 171"/>
                  <a:gd name="T9" fmla="*/ 2147483647 h 116"/>
                  <a:gd name="T10" fmla="*/ 2147483647 w 171"/>
                  <a:gd name="T11" fmla="*/ 2147483647 h 116"/>
                  <a:gd name="T12" fmla="*/ 2147483647 w 171"/>
                  <a:gd name="T13" fmla="*/ 2147483647 h 116"/>
                  <a:gd name="T14" fmla="*/ 2147483647 w 171"/>
                  <a:gd name="T15" fmla="*/ 2147483647 h 116"/>
                  <a:gd name="T16" fmla="*/ 0 w 171"/>
                  <a:gd name="T17" fmla="*/ 2147483647 h 116"/>
                  <a:gd name="T18" fmla="*/ 2147483647 w 171"/>
                  <a:gd name="T19" fmla="*/ 2147483647 h 116"/>
                  <a:gd name="T20" fmla="*/ 2147483647 w 171"/>
                  <a:gd name="T21" fmla="*/ 2147483647 h 116"/>
                  <a:gd name="T22" fmla="*/ 2147483647 w 171"/>
                  <a:gd name="T23" fmla="*/ 2147483647 h 116"/>
                  <a:gd name="T24" fmla="*/ 2147483647 w 171"/>
                  <a:gd name="T25" fmla="*/ 2147483647 h 116"/>
                  <a:gd name="T26" fmla="*/ 2147483647 w 171"/>
                  <a:gd name="T27" fmla="*/ 2147483647 h 116"/>
                  <a:gd name="T28" fmla="*/ 2147483647 w 171"/>
                  <a:gd name="T29" fmla="*/ 2147483647 h 116"/>
                  <a:gd name="T30" fmla="*/ 2147483647 w 171"/>
                  <a:gd name="T31" fmla="*/ 0 h 11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71"/>
                  <a:gd name="T49" fmla="*/ 0 h 116"/>
                  <a:gd name="T50" fmla="*/ 171 w 171"/>
                  <a:gd name="T51" fmla="*/ 116 h 11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71" h="116">
                    <a:moveTo>
                      <a:pt x="155" y="0"/>
                    </a:moveTo>
                    <a:lnTo>
                      <a:pt x="136" y="10"/>
                    </a:lnTo>
                    <a:lnTo>
                      <a:pt x="118" y="15"/>
                    </a:lnTo>
                    <a:lnTo>
                      <a:pt x="99" y="19"/>
                    </a:lnTo>
                    <a:lnTo>
                      <a:pt x="81" y="21"/>
                    </a:lnTo>
                    <a:lnTo>
                      <a:pt x="62" y="22"/>
                    </a:lnTo>
                    <a:lnTo>
                      <a:pt x="41" y="21"/>
                    </a:lnTo>
                    <a:lnTo>
                      <a:pt x="21" y="21"/>
                    </a:lnTo>
                    <a:lnTo>
                      <a:pt x="0" y="20"/>
                    </a:lnTo>
                    <a:lnTo>
                      <a:pt x="11" y="71"/>
                    </a:lnTo>
                    <a:lnTo>
                      <a:pt x="25" y="116"/>
                    </a:lnTo>
                    <a:lnTo>
                      <a:pt x="89" y="115"/>
                    </a:lnTo>
                    <a:lnTo>
                      <a:pt x="151" y="95"/>
                    </a:lnTo>
                    <a:lnTo>
                      <a:pt x="167" y="78"/>
                    </a:lnTo>
                    <a:lnTo>
                      <a:pt x="171" y="30"/>
                    </a:lnTo>
                    <a:lnTo>
                      <a:pt x="155" y="0"/>
                    </a:lnTo>
                    <a:close/>
                  </a:path>
                </a:pathLst>
              </a:custGeom>
              <a:solidFill>
                <a:srgbClr val="AA8E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4" name="Freeform 101"/>
              <p:cNvSpPr>
                <a:spLocks/>
              </p:cNvSpPr>
              <p:nvPr/>
            </p:nvSpPr>
            <p:spPr bwMode="auto">
              <a:xfrm>
                <a:off x="1725613" y="1736726"/>
                <a:ext cx="26987" cy="17463"/>
              </a:xfrm>
              <a:custGeom>
                <a:avLst/>
                <a:gdLst>
                  <a:gd name="T0" fmla="*/ 2147483647 w 89"/>
                  <a:gd name="T1" fmla="*/ 2147483647 h 53"/>
                  <a:gd name="T2" fmla="*/ 2147483647 w 89"/>
                  <a:gd name="T3" fmla="*/ 2147483647 h 53"/>
                  <a:gd name="T4" fmla="*/ 2147483647 w 89"/>
                  <a:gd name="T5" fmla="*/ 2147483647 h 53"/>
                  <a:gd name="T6" fmla="*/ 2147483647 w 89"/>
                  <a:gd name="T7" fmla="*/ 2147483647 h 53"/>
                  <a:gd name="T8" fmla="*/ 2147483647 w 89"/>
                  <a:gd name="T9" fmla="*/ 2147483647 h 53"/>
                  <a:gd name="T10" fmla="*/ 2147483647 w 89"/>
                  <a:gd name="T11" fmla="*/ 2147483647 h 53"/>
                  <a:gd name="T12" fmla="*/ 0 w 89"/>
                  <a:gd name="T13" fmla="*/ 2147483647 h 53"/>
                  <a:gd name="T14" fmla="*/ 0 w 89"/>
                  <a:gd name="T15" fmla="*/ 2147483647 h 53"/>
                  <a:gd name="T16" fmla="*/ 2147483647 w 89"/>
                  <a:gd name="T17" fmla="*/ 2147483647 h 53"/>
                  <a:gd name="T18" fmla="*/ 2147483647 w 89"/>
                  <a:gd name="T19" fmla="*/ 2147483647 h 53"/>
                  <a:gd name="T20" fmla="*/ 2147483647 w 89"/>
                  <a:gd name="T21" fmla="*/ 2147483647 h 53"/>
                  <a:gd name="T22" fmla="*/ 2147483647 w 89"/>
                  <a:gd name="T23" fmla="*/ 2147483647 h 53"/>
                  <a:gd name="T24" fmla="*/ 2147483647 w 89"/>
                  <a:gd name="T25" fmla="*/ 2147483647 h 53"/>
                  <a:gd name="T26" fmla="*/ 2147483647 w 89"/>
                  <a:gd name="T27" fmla="*/ 2147483647 h 53"/>
                  <a:gd name="T28" fmla="*/ 2147483647 w 89"/>
                  <a:gd name="T29" fmla="*/ 2147483647 h 53"/>
                  <a:gd name="T30" fmla="*/ 2147483647 w 89"/>
                  <a:gd name="T31" fmla="*/ 2147483647 h 53"/>
                  <a:gd name="T32" fmla="*/ 2147483647 w 89"/>
                  <a:gd name="T33" fmla="*/ 2147483647 h 53"/>
                  <a:gd name="T34" fmla="*/ 2147483647 w 89"/>
                  <a:gd name="T35" fmla="*/ 2147483647 h 53"/>
                  <a:gd name="T36" fmla="*/ 2147483647 w 89"/>
                  <a:gd name="T37" fmla="*/ 2147483647 h 53"/>
                  <a:gd name="T38" fmla="*/ 2147483647 w 89"/>
                  <a:gd name="T39" fmla="*/ 2147483647 h 53"/>
                  <a:gd name="T40" fmla="*/ 2147483647 w 89"/>
                  <a:gd name="T41" fmla="*/ 2147483647 h 53"/>
                  <a:gd name="T42" fmla="*/ 2147483647 w 89"/>
                  <a:gd name="T43" fmla="*/ 2147483647 h 53"/>
                  <a:gd name="T44" fmla="*/ 2147483647 w 89"/>
                  <a:gd name="T45" fmla="*/ 2147483647 h 53"/>
                  <a:gd name="T46" fmla="*/ 2147483647 w 89"/>
                  <a:gd name="T47" fmla="*/ 2147483647 h 53"/>
                  <a:gd name="T48" fmla="*/ 2147483647 w 89"/>
                  <a:gd name="T49" fmla="*/ 2147483647 h 53"/>
                  <a:gd name="T50" fmla="*/ 2147483647 w 89"/>
                  <a:gd name="T51" fmla="*/ 2147483647 h 53"/>
                  <a:gd name="T52" fmla="*/ 2147483647 w 89"/>
                  <a:gd name="T53" fmla="*/ 2147483647 h 53"/>
                  <a:gd name="T54" fmla="*/ 2147483647 w 89"/>
                  <a:gd name="T55" fmla="*/ 2147483647 h 53"/>
                  <a:gd name="T56" fmla="*/ 2147483647 w 89"/>
                  <a:gd name="T57" fmla="*/ 2147483647 h 53"/>
                  <a:gd name="T58" fmla="*/ 2147483647 w 89"/>
                  <a:gd name="T59" fmla="*/ 0 h 53"/>
                  <a:gd name="T60" fmla="*/ 2147483647 w 89"/>
                  <a:gd name="T61" fmla="*/ 0 h 53"/>
                  <a:gd name="T62" fmla="*/ 2147483647 w 89"/>
                  <a:gd name="T63" fmla="*/ 0 h 53"/>
                  <a:gd name="T64" fmla="*/ 2147483647 w 89"/>
                  <a:gd name="T65" fmla="*/ 2147483647 h 5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89"/>
                  <a:gd name="T100" fmla="*/ 0 h 53"/>
                  <a:gd name="T101" fmla="*/ 89 w 89"/>
                  <a:gd name="T102" fmla="*/ 53 h 53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89" h="53">
                    <a:moveTo>
                      <a:pt x="30" y="2"/>
                    </a:moveTo>
                    <a:lnTo>
                      <a:pt x="22" y="5"/>
                    </a:lnTo>
                    <a:lnTo>
                      <a:pt x="15" y="9"/>
                    </a:lnTo>
                    <a:lnTo>
                      <a:pt x="9" y="13"/>
                    </a:lnTo>
                    <a:lnTo>
                      <a:pt x="4" y="18"/>
                    </a:lnTo>
                    <a:lnTo>
                      <a:pt x="1" y="23"/>
                    </a:lnTo>
                    <a:lnTo>
                      <a:pt x="0" y="28"/>
                    </a:lnTo>
                    <a:lnTo>
                      <a:pt x="0" y="33"/>
                    </a:lnTo>
                    <a:lnTo>
                      <a:pt x="2" y="38"/>
                    </a:lnTo>
                    <a:lnTo>
                      <a:pt x="6" y="43"/>
                    </a:lnTo>
                    <a:lnTo>
                      <a:pt x="11" y="46"/>
                    </a:lnTo>
                    <a:lnTo>
                      <a:pt x="17" y="49"/>
                    </a:lnTo>
                    <a:lnTo>
                      <a:pt x="24" y="51"/>
                    </a:lnTo>
                    <a:lnTo>
                      <a:pt x="32" y="53"/>
                    </a:lnTo>
                    <a:lnTo>
                      <a:pt x="41" y="53"/>
                    </a:lnTo>
                    <a:lnTo>
                      <a:pt x="49" y="52"/>
                    </a:lnTo>
                    <a:lnTo>
                      <a:pt x="58" y="50"/>
                    </a:lnTo>
                    <a:lnTo>
                      <a:pt x="66" y="47"/>
                    </a:lnTo>
                    <a:lnTo>
                      <a:pt x="75" y="44"/>
                    </a:lnTo>
                    <a:lnTo>
                      <a:pt x="81" y="39"/>
                    </a:lnTo>
                    <a:lnTo>
                      <a:pt x="85" y="35"/>
                    </a:lnTo>
                    <a:lnTo>
                      <a:pt x="88" y="30"/>
                    </a:lnTo>
                    <a:lnTo>
                      <a:pt x="89" y="24"/>
                    </a:lnTo>
                    <a:lnTo>
                      <a:pt x="89" y="19"/>
                    </a:lnTo>
                    <a:lnTo>
                      <a:pt x="87" y="14"/>
                    </a:lnTo>
                    <a:lnTo>
                      <a:pt x="83" y="10"/>
                    </a:lnTo>
                    <a:lnTo>
                      <a:pt x="78" y="6"/>
                    </a:lnTo>
                    <a:lnTo>
                      <a:pt x="72" y="3"/>
                    </a:lnTo>
                    <a:lnTo>
                      <a:pt x="64" y="1"/>
                    </a:lnTo>
                    <a:lnTo>
                      <a:pt x="56" y="0"/>
                    </a:lnTo>
                    <a:lnTo>
                      <a:pt x="47" y="0"/>
                    </a:lnTo>
                    <a:lnTo>
                      <a:pt x="39" y="0"/>
                    </a:lnTo>
                    <a:lnTo>
                      <a:pt x="30" y="2"/>
                    </a:lnTo>
                    <a:close/>
                  </a:path>
                </a:pathLst>
              </a:custGeom>
              <a:solidFill>
                <a:srgbClr val="00233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5" name="Freeform 102"/>
              <p:cNvSpPr>
                <a:spLocks/>
              </p:cNvSpPr>
              <p:nvPr/>
            </p:nvSpPr>
            <p:spPr bwMode="auto">
              <a:xfrm>
                <a:off x="1725613" y="1741488"/>
                <a:ext cx="17462" cy="11113"/>
              </a:xfrm>
              <a:custGeom>
                <a:avLst/>
                <a:gdLst>
                  <a:gd name="T0" fmla="*/ 2147483647 w 55"/>
                  <a:gd name="T1" fmla="*/ 2147483647 h 34"/>
                  <a:gd name="T2" fmla="*/ 2147483647 w 55"/>
                  <a:gd name="T3" fmla="*/ 2147483647 h 34"/>
                  <a:gd name="T4" fmla="*/ 2147483647 w 55"/>
                  <a:gd name="T5" fmla="*/ 2147483647 h 34"/>
                  <a:gd name="T6" fmla="*/ 0 w 55"/>
                  <a:gd name="T7" fmla="*/ 2147483647 h 34"/>
                  <a:gd name="T8" fmla="*/ 2147483647 w 55"/>
                  <a:gd name="T9" fmla="*/ 2147483647 h 34"/>
                  <a:gd name="T10" fmla="*/ 2147483647 w 55"/>
                  <a:gd name="T11" fmla="*/ 2147483647 h 34"/>
                  <a:gd name="T12" fmla="*/ 2147483647 w 55"/>
                  <a:gd name="T13" fmla="*/ 2147483647 h 34"/>
                  <a:gd name="T14" fmla="*/ 2147483647 w 55"/>
                  <a:gd name="T15" fmla="*/ 2147483647 h 34"/>
                  <a:gd name="T16" fmla="*/ 2147483647 w 55"/>
                  <a:gd name="T17" fmla="*/ 2147483647 h 34"/>
                  <a:gd name="T18" fmla="*/ 2147483647 w 55"/>
                  <a:gd name="T19" fmla="*/ 2147483647 h 34"/>
                  <a:gd name="T20" fmla="*/ 2147483647 w 55"/>
                  <a:gd name="T21" fmla="*/ 2147483647 h 34"/>
                  <a:gd name="T22" fmla="*/ 2147483647 w 55"/>
                  <a:gd name="T23" fmla="*/ 2147483647 h 34"/>
                  <a:gd name="T24" fmla="*/ 2147483647 w 55"/>
                  <a:gd name="T25" fmla="*/ 2147483647 h 34"/>
                  <a:gd name="T26" fmla="*/ 2147483647 w 55"/>
                  <a:gd name="T27" fmla="*/ 2147483647 h 34"/>
                  <a:gd name="T28" fmla="*/ 2147483647 w 55"/>
                  <a:gd name="T29" fmla="*/ 2147483647 h 34"/>
                  <a:gd name="T30" fmla="*/ 2147483647 w 55"/>
                  <a:gd name="T31" fmla="*/ 2147483647 h 34"/>
                  <a:gd name="T32" fmla="*/ 2147483647 w 55"/>
                  <a:gd name="T33" fmla="*/ 2147483647 h 34"/>
                  <a:gd name="T34" fmla="*/ 2147483647 w 55"/>
                  <a:gd name="T35" fmla="*/ 2147483647 h 34"/>
                  <a:gd name="T36" fmla="*/ 2147483647 w 55"/>
                  <a:gd name="T37" fmla="*/ 2147483647 h 34"/>
                  <a:gd name="T38" fmla="*/ 2147483647 w 55"/>
                  <a:gd name="T39" fmla="*/ 2147483647 h 34"/>
                  <a:gd name="T40" fmla="*/ 2147483647 w 55"/>
                  <a:gd name="T41" fmla="*/ 2147483647 h 34"/>
                  <a:gd name="T42" fmla="*/ 2147483647 w 55"/>
                  <a:gd name="T43" fmla="*/ 0 h 34"/>
                  <a:gd name="T44" fmla="*/ 2147483647 w 55"/>
                  <a:gd name="T45" fmla="*/ 0 h 34"/>
                  <a:gd name="T46" fmla="*/ 2147483647 w 55"/>
                  <a:gd name="T47" fmla="*/ 2147483647 h 34"/>
                  <a:gd name="T48" fmla="*/ 2147483647 w 55"/>
                  <a:gd name="T49" fmla="*/ 2147483647 h 3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55"/>
                  <a:gd name="T76" fmla="*/ 0 h 34"/>
                  <a:gd name="T77" fmla="*/ 55 w 55"/>
                  <a:gd name="T78" fmla="*/ 34 h 34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55" h="34">
                    <a:moveTo>
                      <a:pt x="19" y="2"/>
                    </a:moveTo>
                    <a:lnTo>
                      <a:pt x="9" y="6"/>
                    </a:lnTo>
                    <a:lnTo>
                      <a:pt x="3" y="12"/>
                    </a:lnTo>
                    <a:lnTo>
                      <a:pt x="0" y="18"/>
                    </a:lnTo>
                    <a:lnTo>
                      <a:pt x="1" y="25"/>
                    </a:lnTo>
                    <a:lnTo>
                      <a:pt x="3" y="28"/>
                    </a:lnTo>
                    <a:lnTo>
                      <a:pt x="7" y="30"/>
                    </a:lnTo>
                    <a:lnTo>
                      <a:pt x="11" y="32"/>
                    </a:lnTo>
                    <a:lnTo>
                      <a:pt x="15" y="33"/>
                    </a:lnTo>
                    <a:lnTo>
                      <a:pt x="20" y="34"/>
                    </a:lnTo>
                    <a:lnTo>
                      <a:pt x="26" y="34"/>
                    </a:lnTo>
                    <a:lnTo>
                      <a:pt x="31" y="33"/>
                    </a:lnTo>
                    <a:lnTo>
                      <a:pt x="37" y="32"/>
                    </a:lnTo>
                    <a:lnTo>
                      <a:pt x="46" y="28"/>
                    </a:lnTo>
                    <a:lnTo>
                      <a:pt x="53" y="22"/>
                    </a:lnTo>
                    <a:lnTo>
                      <a:pt x="55" y="16"/>
                    </a:lnTo>
                    <a:lnTo>
                      <a:pt x="54" y="10"/>
                    </a:lnTo>
                    <a:lnTo>
                      <a:pt x="52" y="7"/>
                    </a:lnTo>
                    <a:lnTo>
                      <a:pt x="48" y="4"/>
                    </a:lnTo>
                    <a:lnTo>
                      <a:pt x="44" y="2"/>
                    </a:lnTo>
                    <a:lnTo>
                      <a:pt x="40" y="1"/>
                    </a:lnTo>
                    <a:lnTo>
                      <a:pt x="35" y="0"/>
                    </a:lnTo>
                    <a:lnTo>
                      <a:pt x="30" y="0"/>
                    </a:lnTo>
                    <a:lnTo>
                      <a:pt x="24" y="1"/>
                    </a:lnTo>
                    <a:lnTo>
                      <a:pt x="19" y="2"/>
                    </a:lnTo>
                    <a:close/>
                  </a:path>
                </a:pathLst>
              </a:custGeom>
              <a:solidFill>
                <a:srgbClr val="9670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6" name="Freeform 103"/>
              <p:cNvSpPr>
                <a:spLocks/>
              </p:cNvSpPr>
              <p:nvPr/>
            </p:nvSpPr>
            <p:spPr bwMode="auto">
              <a:xfrm>
                <a:off x="1435100" y="1677988"/>
                <a:ext cx="57150" cy="14288"/>
              </a:xfrm>
              <a:custGeom>
                <a:avLst/>
                <a:gdLst>
                  <a:gd name="T0" fmla="*/ 2147483647 w 179"/>
                  <a:gd name="T1" fmla="*/ 2147483647 h 46"/>
                  <a:gd name="T2" fmla="*/ 2147483647 w 179"/>
                  <a:gd name="T3" fmla="*/ 2147483647 h 46"/>
                  <a:gd name="T4" fmla="*/ 0 w 179"/>
                  <a:gd name="T5" fmla="*/ 2147483647 h 46"/>
                  <a:gd name="T6" fmla="*/ 2147483647 w 179"/>
                  <a:gd name="T7" fmla="*/ 0 h 46"/>
                  <a:gd name="T8" fmla="*/ 2147483647 w 179"/>
                  <a:gd name="T9" fmla="*/ 2147483647 h 46"/>
                  <a:gd name="T10" fmla="*/ 2147483647 w 179"/>
                  <a:gd name="T11" fmla="*/ 2147483647 h 4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79"/>
                  <a:gd name="T19" fmla="*/ 0 h 46"/>
                  <a:gd name="T20" fmla="*/ 179 w 179"/>
                  <a:gd name="T21" fmla="*/ 46 h 4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79" h="46">
                    <a:moveTo>
                      <a:pt x="88" y="46"/>
                    </a:moveTo>
                    <a:lnTo>
                      <a:pt x="43" y="42"/>
                    </a:lnTo>
                    <a:lnTo>
                      <a:pt x="0" y="39"/>
                    </a:lnTo>
                    <a:lnTo>
                      <a:pt x="88" y="0"/>
                    </a:lnTo>
                    <a:lnTo>
                      <a:pt x="179" y="6"/>
                    </a:lnTo>
                    <a:lnTo>
                      <a:pt x="88" y="46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7" name="Freeform 104"/>
              <p:cNvSpPr>
                <a:spLocks/>
              </p:cNvSpPr>
              <p:nvPr/>
            </p:nvSpPr>
            <p:spPr bwMode="auto">
              <a:xfrm>
                <a:off x="1389063" y="1597026"/>
                <a:ext cx="177800" cy="47625"/>
              </a:xfrm>
              <a:custGeom>
                <a:avLst/>
                <a:gdLst>
                  <a:gd name="T0" fmla="*/ 2147483647 w 559"/>
                  <a:gd name="T1" fmla="*/ 0 h 151"/>
                  <a:gd name="T2" fmla="*/ 2147483647 w 559"/>
                  <a:gd name="T3" fmla="*/ 2147483647 h 151"/>
                  <a:gd name="T4" fmla="*/ 0 w 559"/>
                  <a:gd name="T5" fmla="*/ 2147483647 h 151"/>
                  <a:gd name="T6" fmla="*/ 2147483647 w 559"/>
                  <a:gd name="T7" fmla="*/ 2147483647 h 151"/>
                  <a:gd name="T8" fmla="*/ 2147483647 w 559"/>
                  <a:gd name="T9" fmla="*/ 0 h 1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59"/>
                  <a:gd name="T16" fmla="*/ 0 h 151"/>
                  <a:gd name="T17" fmla="*/ 559 w 559"/>
                  <a:gd name="T18" fmla="*/ 151 h 15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59" h="151">
                    <a:moveTo>
                      <a:pt x="559" y="0"/>
                    </a:moveTo>
                    <a:lnTo>
                      <a:pt x="107" y="97"/>
                    </a:lnTo>
                    <a:lnTo>
                      <a:pt x="0" y="151"/>
                    </a:lnTo>
                    <a:lnTo>
                      <a:pt x="310" y="74"/>
                    </a:lnTo>
                    <a:lnTo>
                      <a:pt x="559" y="0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8" name="Freeform 105"/>
              <p:cNvSpPr>
                <a:spLocks/>
              </p:cNvSpPr>
              <p:nvPr/>
            </p:nvSpPr>
            <p:spPr bwMode="auto">
              <a:xfrm>
                <a:off x="1277938" y="1651001"/>
                <a:ext cx="122237" cy="28575"/>
              </a:xfrm>
              <a:custGeom>
                <a:avLst/>
                <a:gdLst>
                  <a:gd name="T0" fmla="*/ 2147483647 w 385"/>
                  <a:gd name="T1" fmla="*/ 0 h 91"/>
                  <a:gd name="T2" fmla="*/ 2147483647 w 385"/>
                  <a:gd name="T3" fmla="*/ 2147483647 h 91"/>
                  <a:gd name="T4" fmla="*/ 0 w 385"/>
                  <a:gd name="T5" fmla="*/ 2147483647 h 91"/>
                  <a:gd name="T6" fmla="*/ 2147483647 w 385"/>
                  <a:gd name="T7" fmla="*/ 2147483647 h 91"/>
                  <a:gd name="T8" fmla="*/ 2147483647 w 385"/>
                  <a:gd name="T9" fmla="*/ 2147483647 h 91"/>
                  <a:gd name="T10" fmla="*/ 2147483647 w 385"/>
                  <a:gd name="T11" fmla="*/ 0 h 9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85"/>
                  <a:gd name="T19" fmla="*/ 0 h 91"/>
                  <a:gd name="T20" fmla="*/ 385 w 385"/>
                  <a:gd name="T21" fmla="*/ 91 h 9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85" h="91">
                    <a:moveTo>
                      <a:pt x="343" y="0"/>
                    </a:moveTo>
                    <a:lnTo>
                      <a:pt x="216" y="22"/>
                    </a:lnTo>
                    <a:lnTo>
                      <a:pt x="0" y="91"/>
                    </a:lnTo>
                    <a:lnTo>
                      <a:pt x="385" y="81"/>
                    </a:lnTo>
                    <a:lnTo>
                      <a:pt x="312" y="63"/>
                    </a:lnTo>
                    <a:lnTo>
                      <a:pt x="343" y="0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9" name="Freeform 106"/>
              <p:cNvSpPr>
                <a:spLocks/>
              </p:cNvSpPr>
              <p:nvPr/>
            </p:nvSpPr>
            <p:spPr bwMode="auto">
              <a:xfrm>
                <a:off x="1468438" y="1695451"/>
                <a:ext cx="33337" cy="207963"/>
              </a:xfrm>
              <a:custGeom>
                <a:avLst/>
                <a:gdLst>
                  <a:gd name="T0" fmla="*/ 2147483647 w 108"/>
                  <a:gd name="T1" fmla="*/ 0 h 653"/>
                  <a:gd name="T2" fmla="*/ 2147483647 w 108"/>
                  <a:gd name="T3" fmla="*/ 2147483647 h 653"/>
                  <a:gd name="T4" fmla="*/ 2147483647 w 108"/>
                  <a:gd name="T5" fmla="*/ 2147483647 h 653"/>
                  <a:gd name="T6" fmla="*/ 2147483647 w 108"/>
                  <a:gd name="T7" fmla="*/ 2147483647 h 653"/>
                  <a:gd name="T8" fmla="*/ 2147483647 w 108"/>
                  <a:gd name="T9" fmla="*/ 2147483647 h 653"/>
                  <a:gd name="T10" fmla="*/ 2147483647 w 108"/>
                  <a:gd name="T11" fmla="*/ 2147483647 h 653"/>
                  <a:gd name="T12" fmla="*/ 2147483647 w 108"/>
                  <a:gd name="T13" fmla="*/ 2147483647 h 653"/>
                  <a:gd name="T14" fmla="*/ 2147483647 w 108"/>
                  <a:gd name="T15" fmla="*/ 2147483647 h 653"/>
                  <a:gd name="T16" fmla="*/ 2147483647 w 108"/>
                  <a:gd name="T17" fmla="*/ 2147483647 h 653"/>
                  <a:gd name="T18" fmla="*/ 2147483647 w 108"/>
                  <a:gd name="T19" fmla="*/ 2147483647 h 653"/>
                  <a:gd name="T20" fmla="*/ 2147483647 w 108"/>
                  <a:gd name="T21" fmla="*/ 2147483647 h 653"/>
                  <a:gd name="T22" fmla="*/ 2147483647 w 108"/>
                  <a:gd name="T23" fmla="*/ 2147483647 h 653"/>
                  <a:gd name="T24" fmla="*/ 2147483647 w 108"/>
                  <a:gd name="T25" fmla="*/ 2147483647 h 653"/>
                  <a:gd name="T26" fmla="*/ 2147483647 w 108"/>
                  <a:gd name="T27" fmla="*/ 2147483647 h 653"/>
                  <a:gd name="T28" fmla="*/ 2147483647 w 108"/>
                  <a:gd name="T29" fmla="*/ 2147483647 h 653"/>
                  <a:gd name="T30" fmla="*/ 2147483647 w 108"/>
                  <a:gd name="T31" fmla="*/ 2147483647 h 653"/>
                  <a:gd name="T32" fmla="*/ 2147483647 w 108"/>
                  <a:gd name="T33" fmla="*/ 2147483647 h 653"/>
                  <a:gd name="T34" fmla="*/ 0 w 108"/>
                  <a:gd name="T35" fmla="*/ 2147483647 h 653"/>
                  <a:gd name="T36" fmla="*/ 2147483647 w 108"/>
                  <a:gd name="T37" fmla="*/ 0 h 65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08"/>
                  <a:gd name="T58" fmla="*/ 0 h 653"/>
                  <a:gd name="T59" fmla="*/ 108 w 108"/>
                  <a:gd name="T60" fmla="*/ 653 h 65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08" h="653">
                    <a:moveTo>
                      <a:pt x="21" y="0"/>
                    </a:moveTo>
                    <a:lnTo>
                      <a:pt x="25" y="84"/>
                    </a:lnTo>
                    <a:lnTo>
                      <a:pt x="29" y="167"/>
                    </a:lnTo>
                    <a:lnTo>
                      <a:pt x="34" y="249"/>
                    </a:lnTo>
                    <a:lnTo>
                      <a:pt x="40" y="331"/>
                    </a:lnTo>
                    <a:lnTo>
                      <a:pt x="49" y="413"/>
                    </a:lnTo>
                    <a:lnTo>
                      <a:pt x="62" y="494"/>
                    </a:lnTo>
                    <a:lnTo>
                      <a:pt x="81" y="574"/>
                    </a:lnTo>
                    <a:lnTo>
                      <a:pt x="108" y="653"/>
                    </a:lnTo>
                    <a:lnTo>
                      <a:pt x="87" y="623"/>
                    </a:lnTo>
                    <a:lnTo>
                      <a:pt x="71" y="585"/>
                    </a:lnTo>
                    <a:lnTo>
                      <a:pt x="59" y="541"/>
                    </a:lnTo>
                    <a:lnTo>
                      <a:pt x="49" y="496"/>
                    </a:lnTo>
                    <a:lnTo>
                      <a:pt x="42" y="448"/>
                    </a:lnTo>
                    <a:lnTo>
                      <a:pt x="36" y="401"/>
                    </a:lnTo>
                    <a:lnTo>
                      <a:pt x="32" y="359"/>
                    </a:lnTo>
                    <a:lnTo>
                      <a:pt x="28" y="320"/>
                    </a:lnTo>
                    <a:lnTo>
                      <a:pt x="0" y="29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000F2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0" name="Freeform 107"/>
              <p:cNvSpPr>
                <a:spLocks/>
              </p:cNvSpPr>
              <p:nvPr/>
            </p:nvSpPr>
            <p:spPr bwMode="auto">
              <a:xfrm>
                <a:off x="1419225" y="1714501"/>
                <a:ext cx="25400" cy="157163"/>
              </a:xfrm>
              <a:custGeom>
                <a:avLst/>
                <a:gdLst>
                  <a:gd name="T0" fmla="*/ 2147483647 w 79"/>
                  <a:gd name="T1" fmla="*/ 0 h 494"/>
                  <a:gd name="T2" fmla="*/ 2147483647 w 79"/>
                  <a:gd name="T3" fmla="*/ 2147483647 h 494"/>
                  <a:gd name="T4" fmla="*/ 2147483647 w 79"/>
                  <a:gd name="T5" fmla="*/ 2147483647 h 494"/>
                  <a:gd name="T6" fmla="*/ 2147483647 w 79"/>
                  <a:gd name="T7" fmla="*/ 2147483647 h 494"/>
                  <a:gd name="T8" fmla="*/ 0 w 79"/>
                  <a:gd name="T9" fmla="*/ 2147483647 h 494"/>
                  <a:gd name="T10" fmla="*/ 2147483647 w 79"/>
                  <a:gd name="T11" fmla="*/ 2147483647 h 494"/>
                  <a:gd name="T12" fmla="*/ 2147483647 w 79"/>
                  <a:gd name="T13" fmla="*/ 2147483647 h 494"/>
                  <a:gd name="T14" fmla="*/ 2147483647 w 79"/>
                  <a:gd name="T15" fmla="*/ 2147483647 h 494"/>
                  <a:gd name="T16" fmla="*/ 2147483647 w 79"/>
                  <a:gd name="T17" fmla="*/ 2147483647 h 494"/>
                  <a:gd name="T18" fmla="*/ 2147483647 w 79"/>
                  <a:gd name="T19" fmla="*/ 2147483647 h 494"/>
                  <a:gd name="T20" fmla="*/ 2147483647 w 79"/>
                  <a:gd name="T21" fmla="*/ 2147483647 h 494"/>
                  <a:gd name="T22" fmla="*/ 2147483647 w 79"/>
                  <a:gd name="T23" fmla="*/ 2147483647 h 494"/>
                  <a:gd name="T24" fmla="*/ 2147483647 w 79"/>
                  <a:gd name="T25" fmla="*/ 2147483647 h 494"/>
                  <a:gd name="T26" fmla="*/ 2147483647 w 79"/>
                  <a:gd name="T27" fmla="*/ 2147483647 h 494"/>
                  <a:gd name="T28" fmla="*/ 2147483647 w 79"/>
                  <a:gd name="T29" fmla="*/ 2147483647 h 494"/>
                  <a:gd name="T30" fmla="*/ 2147483647 w 79"/>
                  <a:gd name="T31" fmla="*/ 2147483647 h 494"/>
                  <a:gd name="T32" fmla="*/ 2147483647 w 79"/>
                  <a:gd name="T33" fmla="*/ 2147483647 h 494"/>
                  <a:gd name="T34" fmla="*/ 2147483647 w 79"/>
                  <a:gd name="T35" fmla="*/ 0 h 49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79"/>
                  <a:gd name="T55" fmla="*/ 0 h 494"/>
                  <a:gd name="T56" fmla="*/ 79 w 79"/>
                  <a:gd name="T57" fmla="*/ 494 h 494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79" h="494">
                    <a:moveTo>
                      <a:pt x="53" y="0"/>
                    </a:moveTo>
                    <a:lnTo>
                      <a:pt x="32" y="63"/>
                    </a:lnTo>
                    <a:lnTo>
                      <a:pt x="15" y="126"/>
                    </a:lnTo>
                    <a:lnTo>
                      <a:pt x="4" y="186"/>
                    </a:lnTo>
                    <a:lnTo>
                      <a:pt x="0" y="245"/>
                    </a:lnTo>
                    <a:lnTo>
                      <a:pt x="1" y="302"/>
                    </a:lnTo>
                    <a:lnTo>
                      <a:pt x="10" y="356"/>
                    </a:lnTo>
                    <a:lnTo>
                      <a:pt x="27" y="406"/>
                    </a:lnTo>
                    <a:lnTo>
                      <a:pt x="51" y="455"/>
                    </a:lnTo>
                    <a:lnTo>
                      <a:pt x="79" y="494"/>
                    </a:lnTo>
                    <a:lnTo>
                      <a:pt x="68" y="435"/>
                    </a:lnTo>
                    <a:lnTo>
                      <a:pt x="61" y="378"/>
                    </a:lnTo>
                    <a:lnTo>
                      <a:pt x="56" y="323"/>
                    </a:lnTo>
                    <a:lnTo>
                      <a:pt x="54" y="268"/>
                    </a:lnTo>
                    <a:lnTo>
                      <a:pt x="53" y="211"/>
                    </a:lnTo>
                    <a:lnTo>
                      <a:pt x="53" y="148"/>
                    </a:lnTo>
                    <a:lnTo>
                      <a:pt x="54" y="78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776B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1" name="Freeform 108"/>
              <p:cNvSpPr>
                <a:spLocks/>
              </p:cNvSpPr>
              <p:nvPr/>
            </p:nvSpPr>
            <p:spPr bwMode="auto">
              <a:xfrm>
                <a:off x="1435100" y="1689101"/>
                <a:ext cx="49212" cy="261938"/>
              </a:xfrm>
              <a:custGeom>
                <a:avLst/>
                <a:gdLst>
                  <a:gd name="T0" fmla="*/ 2147483647 w 151"/>
                  <a:gd name="T1" fmla="*/ 2147483647 h 823"/>
                  <a:gd name="T2" fmla="*/ 2147483647 w 151"/>
                  <a:gd name="T3" fmla="*/ 2147483647 h 823"/>
                  <a:gd name="T4" fmla="*/ 2147483647 w 151"/>
                  <a:gd name="T5" fmla="*/ 2147483647 h 823"/>
                  <a:gd name="T6" fmla="*/ 2147483647 w 151"/>
                  <a:gd name="T7" fmla="*/ 2147483647 h 823"/>
                  <a:gd name="T8" fmla="*/ 0 w 151"/>
                  <a:gd name="T9" fmla="*/ 0 h 823"/>
                  <a:gd name="T10" fmla="*/ 2147483647 w 151"/>
                  <a:gd name="T11" fmla="*/ 2147483647 h 8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1"/>
                  <a:gd name="T19" fmla="*/ 0 h 823"/>
                  <a:gd name="T20" fmla="*/ 151 w 151"/>
                  <a:gd name="T21" fmla="*/ 823 h 8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1" h="823">
                    <a:moveTo>
                      <a:pt x="97" y="3"/>
                    </a:moveTo>
                    <a:lnTo>
                      <a:pt x="128" y="459"/>
                    </a:lnTo>
                    <a:lnTo>
                      <a:pt x="151" y="823"/>
                    </a:lnTo>
                    <a:lnTo>
                      <a:pt x="55" y="805"/>
                    </a:lnTo>
                    <a:lnTo>
                      <a:pt x="0" y="0"/>
                    </a:lnTo>
                    <a:lnTo>
                      <a:pt x="97" y="3"/>
                    </a:lnTo>
                    <a:close/>
                  </a:path>
                </a:pathLst>
              </a:custGeom>
              <a:solidFill>
                <a:srgbClr val="776B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2" name="Freeform 109"/>
              <p:cNvSpPr>
                <a:spLocks/>
              </p:cNvSpPr>
              <p:nvPr/>
            </p:nvSpPr>
            <p:spPr bwMode="auto">
              <a:xfrm>
                <a:off x="1479550" y="1828801"/>
                <a:ext cx="34925" cy="80963"/>
              </a:xfrm>
              <a:custGeom>
                <a:avLst/>
                <a:gdLst>
                  <a:gd name="T0" fmla="*/ 2147483647 w 106"/>
                  <a:gd name="T1" fmla="*/ 0 h 254"/>
                  <a:gd name="T2" fmla="*/ 2147483647 w 106"/>
                  <a:gd name="T3" fmla="*/ 2147483647 h 254"/>
                  <a:gd name="T4" fmla="*/ 2147483647 w 106"/>
                  <a:gd name="T5" fmla="*/ 2147483647 h 254"/>
                  <a:gd name="T6" fmla="*/ 2147483647 w 106"/>
                  <a:gd name="T7" fmla="*/ 2147483647 h 254"/>
                  <a:gd name="T8" fmla="*/ 2147483647 w 106"/>
                  <a:gd name="T9" fmla="*/ 2147483647 h 254"/>
                  <a:gd name="T10" fmla="*/ 2147483647 w 106"/>
                  <a:gd name="T11" fmla="*/ 2147483647 h 254"/>
                  <a:gd name="T12" fmla="*/ 2147483647 w 106"/>
                  <a:gd name="T13" fmla="*/ 2147483647 h 254"/>
                  <a:gd name="T14" fmla="*/ 0 w 106"/>
                  <a:gd name="T15" fmla="*/ 2147483647 h 254"/>
                  <a:gd name="T16" fmla="*/ 2147483647 w 106"/>
                  <a:gd name="T17" fmla="*/ 2147483647 h 254"/>
                  <a:gd name="T18" fmla="*/ 2147483647 w 106"/>
                  <a:gd name="T19" fmla="*/ 2147483647 h 254"/>
                  <a:gd name="T20" fmla="*/ 2147483647 w 106"/>
                  <a:gd name="T21" fmla="*/ 2147483647 h 254"/>
                  <a:gd name="T22" fmla="*/ 2147483647 w 106"/>
                  <a:gd name="T23" fmla="*/ 2147483647 h 254"/>
                  <a:gd name="T24" fmla="*/ 2147483647 w 106"/>
                  <a:gd name="T25" fmla="*/ 2147483647 h 254"/>
                  <a:gd name="T26" fmla="*/ 2147483647 w 106"/>
                  <a:gd name="T27" fmla="*/ 2147483647 h 254"/>
                  <a:gd name="T28" fmla="*/ 2147483647 w 106"/>
                  <a:gd name="T29" fmla="*/ 0 h 25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06"/>
                  <a:gd name="T46" fmla="*/ 0 h 254"/>
                  <a:gd name="T47" fmla="*/ 106 w 106"/>
                  <a:gd name="T48" fmla="*/ 254 h 25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06" h="254">
                    <a:moveTo>
                      <a:pt x="106" y="0"/>
                    </a:moveTo>
                    <a:lnTo>
                      <a:pt x="103" y="166"/>
                    </a:lnTo>
                    <a:lnTo>
                      <a:pt x="99" y="218"/>
                    </a:lnTo>
                    <a:lnTo>
                      <a:pt x="84" y="254"/>
                    </a:lnTo>
                    <a:lnTo>
                      <a:pt x="62" y="253"/>
                    </a:lnTo>
                    <a:lnTo>
                      <a:pt x="27" y="208"/>
                    </a:lnTo>
                    <a:lnTo>
                      <a:pt x="18" y="154"/>
                    </a:lnTo>
                    <a:lnTo>
                      <a:pt x="0" y="1"/>
                    </a:lnTo>
                    <a:lnTo>
                      <a:pt x="24" y="159"/>
                    </a:lnTo>
                    <a:lnTo>
                      <a:pt x="44" y="218"/>
                    </a:lnTo>
                    <a:lnTo>
                      <a:pt x="61" y="231"/>
                    </a:lnTo>
                    <a:lnTo>
                      <a:pt x="84" y="219"/>
                    </a:lnTo>
                    <a:lnTo>
                      <a:pt x="89" y="143"/>
                    </a:lnTo>
                    <a:lnTo>
                      <a:pt x="99" y="34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rgbClr val="DBC4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3" name="Freeform 110"/>
              <p:cNvSpPr>
                <a:spLocks/>
              </p:cNvSpPr>
              <p:nvPr/>
            </p:nvSpPr>
            <p:spPr bwMode="auto">
              <a:xfrm>
                <a:off x="1712913" y="1708151"/>
                <a:ext cx="47625" cy="9525"/>
              </a:xfrm>
              <a:custGeom>
                <a:avLst/>
                <a:gdLst>
                  <a:gd name="T0" fmla="*/ 2147483647 w 149"/>
                  <a:gd name="T1" fmla="*/ 0 h 34"/>
                  <a:gd name="T2" fmla="*/ 2147483647 w 149"/>
                  <a:gd name="T3" fmla="*/ 2147483647 h 34"/>
                  <a:gd name="T4" fmla="*/ 2147483647 w 149"/>
                  <a:gd name="T5" fmla="*/ 2147483647 h 34"/>
                  <a:gd name="T6" fmla="*/ 2147483647 w 149"/>
                  <a:gd name="T7" fmla="*/ 2147483647 h 34"/>
                  <a:gd name="T8" fmla="*/ 2147483647 w 149"/>
                  <a:gd name="T9" fmla="*/ 2147483647 h 34"/>
                  <a:gd name="T10" fmla="*/ 2147483647 w 149"/>
                  <a:gd name="T11" fmla="*/ 2147483647 h 34"/>
                  <a:gd name="T12" fmla="*/ 2147483647 w 149"/>
                  <a:gd name="T13" fmla="*/ 2147483647 h 34"/>
                  <a:gd name="T14" fmla="*/ 2147483647 w 149"/>
                  <a:gd name="T15" fmla="*/ 2147483647 h 34"/>
                  <a:gd name="T16" fmla="*/ 2147483647 w 149"/>
                  <a:gd name="T17" fmla="*/ 2147483647 h 34"/>
                  <a:gd name="T18" fmla="*/ 0 w 149"/>
                  <a:gd name="T19" fmla="*/ 2147483647 h 34"/>
                  <a:gd name="T20" fmla="*/ 2147483647 w 149"/>
                  <a:gd name="T21" fmla="*/ 2147483647 h 34"/>
                  <a:gd name="T22" fmla="*/ 2147483647 w 149"/>
                  <a:gd name="T23" fmla="*/ 0 h 3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49"/>
                  <a:gd name="T37" fmla="*/ 0 h 34"/>
                  <a:gd name="T38" fmla="*/ 149 w 149"/>
                  <a:gd name="T39" fmla="*/ 34 h 3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49" h="34">
                    <a:moveTo>
                      <a:pt x="135" y="0"/>
                    </a:moveTo>
                    <a:lnTo>
                      <a:pt x="149" y="6"/>
                    </a:lnTo>
                    <a:lnTo>
                      <a:pt x="130" y="14"/>
                    </a:lnTo>
                    <a:lnTo>
                      <a:pt x="112" y="22"/>
                    </a:lnTo>
                    <a:lnTo>
                      <a:pt x="94" y="27"/>
                    </a:lnTo>
                    <a:lnTo>
                      <a:pt x="76" y="31"/>
                    </a:lnTo>
                    <a:lnTo>
                      <a:pt x="59" y="33"/>
                    </a:lnTo>
                    <a:lnTo>
                      <a:pt x="41" y="34"/>
                    </a:lnTo>
                    <a:lnTo>
                      <a:pt x="21" y="34"/>
                    </a:lnTo>
                    <a:lnTo>
                      <a:pt x="0" y="33"/>
                    </a:lnTo>
                    <a:lnTo>
                      <a:pt x="2" y="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4EAE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4" name="Freeform 111"/>
              <p:cNvSpPr>
                <a:spLocks/>
              </p:cNvSpPr>
              <p:nvPr/>
            </p:nvSpPr>
            <p:spPr bwMode="auto">
              <a:xfrm>
                <a:off x="1331913" y="1681163"/>
                <a:ext cx="76200" cy="233363"/>
              </a:xfrm>
              <a:custGeom>
                <a:avLst/>
                <a:gdLst>
                  <a:gd name="T0" fmla="*/ 2147483647 w 241"/>
                  <a:gd name="T1" fmla="*/ 0 h 734"/>
                  <a:gd name="T2" fmla="*/ 2147483647 w 241"/>
                  <a:gd name="T3" fmla="*/ 2147483647 h 734"/>
                  <a:gd name="T4" fmla="*/ 2147483647 w 241"/>
                  <a:gd name="T5" fmla="*/ 2147483647 h 734"/>
                  <a:gd name="T6" fmla="*/ 2147483647 w 241"/>
                  <a:gd name="T7" fmla="*/ 2147483647 h 734"/>
                  <a:gd name="T8" fmla="*/ 0 w 241"/>
                  <a:gd name="T9" fmla="*/ 2147483647 h 734"/>
                  <a:gd name="T10" fmla="*/ 2147483647 w 241"/>
                  <a:gd name="T11" fmla="*/ 0 h 73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41"/>
                  <a:gd name="T19" fmla="*/ 0 h 734"/>
                  <a:gd name="T20" fmla="*/ 241 w 241"/>
                  <a:gd name="T21" fmla="*/ 734 h 73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41" h="734">
                    <a:moveTo>
                      <a:pt x="220" y="0"/>
                    </a:moveTo>
                    <a:lnTo>
                      <a:pt x="241" y="734"/>
                    </a:lnTo>
                    <a:lnTo>
                      <a:pt x="75" y="674"/>
                    </a:lnTo>
                    <a:lnTo>
                      <a:pt x="21" y="479"/>
                    </a:lnTo>
                    <a:lnTo>
                      <a:pt x="0" y="9"/>
                    </a:lnTo>
                    <a:lnTo>
                      <a:pt x="220" y="0"/>
                    </a:lnTo>
                    <a:close/>
                  </a:path>
                </a:pathLst>
              </a:custGeom>
              <a:solidFill>
                <a:srgbClr val="51442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5" name="Freeform 112"/>
              <p:cNvSpPr>
                <a:spLocks/>
              </p:cNvSpPr>
              <p:nvPr/>
            </p:nvSpPr>
            <p:spPr bwMode="auto">
              <a:xfrm>
                <a:off x="1427163" y="1651001"/>
                <a:ext cx="57150" cy="19050"/>
              </a:xfrm>
              <a:custGeom>
                <a:avLst/>
                <a:gdLst>
                  <a:gd name="T0" fmla="*/ 2147483647 w 181"/>
                  <a:gd name="T1" fmla="*/ 0 h 56"/>
                  <a:gd name="T2" fmla="*/ 0 w 181"/>
                  <a:gd name="T3" fmla="*/ 2147483647 h 56"/>
                  <a:gd name="T4" fmla="*/ 2147483647 w 181"/>
                  <a:gd name="T5" fmla="*/ 2147483647 h 56"/>
                  <a:gd name="T6" fmla="*/ 2147483647 w 181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1"/>
                  <a:gd name="T13" fmla="*/ 0 h 56"/>
                  <a:gd name="T14" fmla="*/ 181 w 181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1" h="56">
                    <a:moveTo>
                      <a:pt x="172" y="0"/>
                    </a:moveTo>
                    <a:lnTo>
                      <a:pt x="0" y="24"/>
                    </a:lnTo>
                    <a:lnTo>
                      <a:pt x="181" y="56"/>
                    </a:lnTo>
                    <a:lnTo>
                      <a:pt x="172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6" name="Freeform 113"/>
              <p:cNvSpPr>
                <a:spLocks/>
              </p:cNvSpPr>
              <p:nvPr/>
            </p:nvSpPr>
            <p:spPr bwMode="auto">
              <a:xfrm>
                <a:off x="1296988" y="1692276"/>
                <a:ext cx="76200" cy="3175"/>
              </a:xfrm>
              <a:custGeom>
                <a:avLst/>
                <a:gdLst>
                  <a:gd name="T0" fmla="*/ 2147483647 w 240"/>
                  <a:gd name="T1" fmla="*/ 0 h 10"/>
                  <a:gd name="T2" fmla="*/ 0 w 240"/>
                  <a:gd name="T3" fmla="*/ 0 h 10"/>
                  <a:gd name="T4" fmla="*/ 0 w 240"/>
                  <a:gd name="T5" fmla="*/ 2147483647 h 10"/>
                  <a:gd name="T6" fmla="*/ 2147483647 w 240"/>
                  <a:gd name="T7" fmla="*/ 2147483647 h 10"/>
                  <a:gd name="T8" fmla="*/ 2147483647 w 240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0"/>
                  <a:gd name="T16" fmla="*/ 0 h 10"/>
                  <a:gd name="T17" fmla="*/ 240 w 240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0" h="10">
                    <a:moveTo>
                      <a:pt x="238" y="0"/>
                    </a:moveTo>
                    <a:lnTo>
                      <a:pt x="0" y="0"/>
                    </a:lnTo>
                    <a:lnTo>
                      <a:pt x="0" y="10"/>
                    </a:lnTo>
                    <a:lnTo>
                      <a:pt x="240" y="9"/>
                    </a:lnTo>
                    <a:lnTo>
                      <a:pt x="238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7" name="Freeform 114"/>
              <p:cNvSpPr>
                <a:spLocks/>
              </p:cNvSpPr>
              <p:nvPr/>
            </p:nvSpPr>
            <p:spPr bwMode="auto">
              <a:xfrm>
                <a:off x="1296988" y="1719263"/>
                <a:ext cx="76200" cy="3175"/>
              </a:xfrm>
              <a:custGeom>
                <a:avLst/>
                <a:gdLst>
                  <a:gd name="T0" fmla="*/ 2147483647 w 242"/>
                  <a:gd name="T1" fmla="*/ 0 h 10"/>
                  <a:gd name="T2" fmla="*/ 2147483647 w 242"/>
                  <a:gd name="T3" fmla="*/ 2147483647 h 10"/>
                  <a:gd name="T4" fmla="*/ 0 w 242"/>
                  <a:gd name="T5" fmla="*/ 2147483647 h 10"/>
                  <a:gd name="T6" fmla="*/ 2147483647 w 242"/>
                  <a:gd name="T7" fmla="*/ 2147483647 h 10"/>
                  <a:gd name="T8" fmla="*/ 2147483647 w 242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2"/>
                  <a:gd name="T16" fmla="*/ 0 h 10"/>
                  <a:gd name="T17" fmla="*/ 242 w 242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2" h="10">
                    <a:moveTo>
                      <a:pt x="239" y="0"/>
                    </a:moveTo>
                    <a:lnTo>
                      <a:pt x="1" y="1"/>
                    </a:lnTo>
                    <a:lnTo>
                      <a:pt x="0" y="10"/>
                    </a:lnTo>
                    <a:lnTo>
                      <a:pt x="242" y="10"/>
                    </a:lnTo>
                    <a:lnTo>
                      <a:pt x="239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8" name="Freeform 115"/>
              <p:cNvSpPr>
                <a:spLocks/>
              </p:cNvSpPr>
              <p:nvPr/>
            </p:nvSpPr>
            <p:spPr bwMode="auto">
              <a:xfrm>
                <a:off x="1295400" y="1697038"/>
                <a:ext cx="77787" cy="3175"/>
              </a:xfrm>
              <a:custGeom>
                <a:avLst/>
                <a:gdLst>
                  <a:gd name="T0" fmla="*/ 2147483647 w 241"/>
                  <a:gd name="T1" fmla="*/ 0 h 10"/>
                  <a:gd name="T2" fmla="*/ 2147483647 w 241"/>
                  <a:gd name="T3" fmla="*/ 2147483647 h 10"/>
                  <a:gd name="T4" fmla="*/ 0 w 241"/>
                  <a:gd name="T5" fmla="*/ 2147483647 h 10"/>
                  <a:gd name="T6" fmla="*/ 2147483647 w 241"/>
                  <a:gd name="T7" fmla="*/ 2147483647 h 10"/>
                  <a:gd name="T8" fmla="*/ 2147483647 w 24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0"/>
                  <a:gd name="T17" fmla="*/ 241 w 24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0">
                    <a:moveTo>
                      <a:pt x="238" y="0"/>
                    </a:moveTo>
                    <a:lnTo>
                      <a:pt x="2" y="1"/>
                    </a:lnTo>
                    <a:lnTo>
                      <a:pt x="0" y="10"/>
                    </a:lnTo>
                    <a:lnTo>
                      <a:pt x="241" y="10"/>
                    </a:lnTo>
                    <a:lnTo>
                      <a:pt x="238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9" name="Freeform 116"/>
              <p:cNvSpPr>
                <a:spLocks/>
              </p:cNvSpPr>
              <p:nvPr/>
            </p:nvSpPr>
            <p:spPr bwMode="auto">
              <a:xfrm>
                <a:off x="1296988" y="1724026"/>
                <a:ext cx="76200" cy="3175"/>
              </a:xfrm>
              <a:custGeom>
                <a:avLst/>
                <a:gdLst>
                  <a:gd name="T0" fmla="*/ 2147483647 w 241"/>
                  <a:gd name="T1" fmla="*/ 0 h 10"/>
                  <a:gd name="T2" fmla="*/ 2147483647 w 241"/>
                  <a:gd name="T3" fmla="*/ 0 h 10"/>
                  <a:gd name="T4" fmla="*/ 0 w 241"/>
                  <a:gd name="T5" fmla="*/ 2147483647 h 10"/>
                  <a:gd name="T6" fmla="*/ 2147483647 w 241"/>
                  <a:gd name="T7" fmla="*/ 2147483647 h 10"/>
                  <a:gd name="T8" fmla="*/ 2147483647 w 24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0"/>
                  <a:gd name="T17" fmla="*/ 241 w 24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0">
                    <a:moveTo>
                      <a:pt x="238" y="0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241" y="9"/>
                    </a:lnTo>
                    <a:lnTo>
                      <a:pt x="238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0" name="Freeform 117"/>
              <p:cNvSpPr>
                <a:spLocks/>
              </p:cNvSpPr>
              <p:nvPr/>
            </p:nvSpPr>
            <p:spPr bwMode="auto">
              <a:xfrm>
                <a:off x="1296988" y="1703388"/>
                <a:ext cx="76200" cy="3175"/>
              </a:xfrm>
              <a:custGeom>
                <a:avLst/>
                <a:gdLst>
                  <a:gd name="T0" fmla="*/ 2147483647 w 242"/>
                  <a:gd name="T1" fmla="*/ 0 h 10"/>
                  <a:gd name="T2" fmla="*/ 2147483647 w 242"/>
                  <a:gd name="T3" fmla="*/ 2147483647 h 10"/>
                  <a:gd name="T4" fmla="*/ 0 w 242"/>
                  <a:gd name="T5" fmla="*/ 2147483647 h 10"/>
                  <a:gd name="T6" fmla="*/ 2147483647 w 242"/>
                  <a:gd name="T7" fmla="*/ 2147483647 h 10"/>
                  <a:gd name="T8" fmla="*/ 2147483647 w 242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2"/>
                  <a:gd name="T16" fmla="*/ 0 h 10"/>
                  <a:gd name="T17" fmla="*/ 242 w 242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2" h="10">
                    <a:moveTo>
                      <a:pt x="238" y="0"/>
                    </a:moveTo>
                    <a:lnTo>
                      <a:pt x="1" y="1"/>
                    </a:lnTo>
                    <a:lnTo>
                      <a:pt x="0" y="10"/>
                    </a:lnTo>
                    <a:lnTo>
                      <a:pt x="242" y="10"/>
                    </a:lnTo>
                    <a:lnTo>
                      <a:pt x="238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1" name="Freeform 118"/>
              <p:cNvSpPr>
                <a:spLocks/>
              </p:cNvSpPr>
              <p:nvPr/>
            </p:nvSpPr>
            <p:spPr bwMode="auto">
              <a:xfrm>
                <a:off x="1296988" y="1728788"/>
                <a:ext cx="77787" cy="3175"/>
              </a:xfrm>
              <a:custGeom>
                <a:avLst/>
                <a:gdLst>
                  <a:gd name="T0" fmla="*/ 2147483647 w 241"/>
                  <a:gd name="T1" fmla="*/ 0 h 10"/>
                  <a:gd name="T2" fmla="*/ 2147483647 w 241"/>
                  <a:gd name="T3" fmla="*/ 2147483647 h 10"/>
                  <a:gd name="T4" fmla="*/ 0 w 241"/>
                  <a:gd name="T5" fmla="*/ 2147483647 h 10"/>
                  <a:gd name="T6" fmla="*/ 2147483647 w 241"/>
                  <a:gd name="T7" fmla="*/ 2147483647 h 10"/>
                  <a:gd name="T8" fmla="*/ 2147483647 w 24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0"/>
                  <a:gd name="T17" fmla="*/ 241 w 24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0">
                    <a:moveTo>
                      <a:pt x="238" y="0"/>
                    </a:moveTo>
                    <a:lnTo>
                      <a:pt x="1" y="1"/>
                    </a:lnTo>
                    <a:lnTo>
                      <a:pt x="0" y="10"/>
                    </a:lnTo>
                    <a:lnTo>
                      <a:pt x="241" y="10"/>
                    </a:lnTo>
                    <a:lnTo>
                      <a:pt x="238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2" name="Freeform 119"/>
              <p:cNvSpPr>
                <a:spLocks/>
              </p:cNvSpPr>
              <p:nvPr/>
            </p:nvSpPr>
            <p:spPr bwMode="auto">
              <a:xfrm>
                <a:off x="1296988" y="1708151"/>
                <a:ext cx="76200" cy="3175"/>
              </a:xfrm>
              <a:custGeom>
                <a:avLst/>
                <a:gdLst>
                  <a:gd name="T0" fmla="*/ 2147483647 w 241"/>
                  <a:gd name="T1" fmla="*/ 0 h 9"/>
                  <a:gd name="T2" fmla="*/ 0 w 241"/>
                  <a:gd name="T3" fmla="*/ 0 h 9"/>
                  <a:gd name="T4" fmla="*/ 0 w 241"/>
                  <a:gd name="T5" fmla="*/ 2147483647 h 9"/>
                  <a:gd name="T6" fmla="*/ 2147483647 w 241"/>
                  <a:gd name="T7" fmla="*/ 2147483647 h 9"/>
                  <a:gd name="T8" fmla="*/ 2147483647 w 241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9"/>
                  <a:gd name="T17" fmla="*/ 241 w 241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9">
                    <a:moveTo>
                      <a:pt x="238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241" y="9"/>
                    </a:lnTo>
                    <a:lnTo>
                      <a:pt x="238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3" name="Freeform 120"/>
              <p:cNvSpPr>
                <a:spLocks/>
              </p:cNvSpPr>
              <p:nvPr/>
            </p:nvSpPr>
            <p:spPr bwMode="auto">
              <a:xfrm>
                <a:off x="1298575" y="1735138"/>
                <a:ext cx="76200" cy="3175"/>
              </a:xfrm>
              <a:custGeom>
                <a:avLst/>
                <a:gdLst>
                  <a:gd name="T0" fmla="*/ 2147483647 w 240"/>
                  <a:gd name="T1" fmla="*/ 0 h 11"/>
                  <a:gd name="T2" fmla="*/ 0 w 240"/>
                  <a:gd name="T3" fmla="*/ 2147483647 h 11"/>
                  <a:gd name="T4" fmla="*/ 0 w 240"/>
                  <a:gd name="T5" fmla="*/ 2147483647 h 11"/>
                  <a:gd name="T6" fmla="*/ 2147483647 w 240"/>
                  <a:gd name="T7" fmla="*/ 2147483647 h 11"/>
                  <a:gd name="T8" fmla="*/ 2147483647 w 240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0"/>
                  <a:gd name="T16" fmla="*/ 0 h 11"/>
                  <a:gd name="T17" fmla="*/ 240 w 240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0" h="11">
                    <a:moveTo>
                      <a:pt x="239" y="0"/>
                    </a:moveTo>
                    <a:lnTo>
                      <a:pt x="0" y="1"/>
                    </a:lnTo>
                    <a:lnTo>
                      <a:pt x="0" y="11"/>
                    </a:lnTo>
                    <a:lnTo>
                      <a:pt x="240" y="11"/>
                    </a:lnTo>
                    <a:lnTo>
                      <a:pt x="239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4" name="Freeform 121"/>
              <p:cNvSpPr>
                <a:spLocks/>
              </p:cNvSpPr>
              <p:nvPr/>
            </p:nvSpPr>
            <p:spPr bwMode="auto">
              <a:xfrm>
                <a:off x="1296988" y="1714501"/>
                <a:ext cx="76200" cy="3175"/>
              </a:xfrm>
              <a:custGeom>
                <a:avLst/>
                <a:gdLst>
                  <a:gd name="T0" fmla="*/ 2147483647 w 241"/>
                  <a:gd name="T1" fmla="*/ 0 h 10"/>
                  <a:gd name="T2" fmla="*/ 2147483647 w 241"/>
                  <a:gd name="T3" fmla="*/ 2147483647 h 10"/>
                  <a:gd name="T4" fmla="*/ 0 w 241"/>
                  <a:gd name="T5" fmla="*/ 2147483647 h 10"/>
                  <a:gd name="T6" fmla="*/ 2147483647 w 241"/>
                  <a:gd name="T7" fmla="*/ 2147483647 h 10"/>
                  <a:gd name="T8" fmla="*/ 2147483647 w 24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0"/>
                  <a:gd name="T17" fmla="*/ 241 w 24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0">
                    <a:moveTo>
                      <a:pt x="239" y="0"/>
                    </a:moveTo>
                    <a:lnTo>
                      <a:pt x="1" y="1"/>
                    </a:lnTo>
                    <a:lnTo>
                      <a:pt x="0" y="10"/>
                    </a:lnTo>
                    <a:lnTo>
                      <a:pt x="241" y="10"/>
                    </a:lnTo>
                    <a:lnTo>
                      <a:pt x="239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5" name="Freeform 122"/>
              <p:cNvSpPr>
                <a:spLocks/>
              </p:cNvSpPr>
              <p:nvPr/>
            </p:nvSpPr>
            <p:spPr bwMode="auto">
              <a:xfrm>
                <a:off x="1298575" y="1741488"/>
                <a:ext cx="76200" cy="3175"/>
              </a:xfrm>
              <a:custGeom>
                <a:avLst/>
                <a:gdLst>
                  <a:gd name="T0" fmla="*/ 2147483647 w 241"/>
                  <a:gd name="T1" fmla="*/ 0 h 9"/>
                  <a:gd name="T2" fmla="*/ 2147483647 w 241"/>
                  <a:gd name="T3" fmla="*/ 0 h 9"/>
                  <a:gd name="T4" fmla="*/ 0 w 241"/>
                  <a:gd name="T5" fmla="*/ 2147483647 h 9"/>
                  <a:gd name="T6" fmla="*/ 2147483647 w 241"/>
                  <a:gd name="T7" fmla="*/ 2147483647 h 9"/>
                  <a:gd name="T8" fmla="*/ 2147483647 w 241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9"/>
                  <a:gd name="T17" fmla="*/ 241 w 241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9">
                    <a:moveTo>
                      <a:pt x="239" y="0"/>
                    </a:moveTo>
                    <a:lnTo>
                      <a:pt x="1" y="0"/>
                    </a:lnTo>
                    <a:lnTo>
                      <a:pt x="0" y="9"/>
                    </a:lnTo>
                    <a:lnTo>
                      <a:pt x="241" y="9"/>
                    </a:lnTo>
                    <a:lnTo>
                      <a:pt x="239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6" name="Freeform 123"/>
              <p:cNvSpPr>
                <a:spLocks/>
              </p:cNvSpPr>
              <p:nvPr/>
            </p:nvSpPr>
            <p:spPr bwMode="auto">
              <a:xfrm>
                <a:off x="1539875" y="1924051"/>
                <a:ext cx="77787" cy="73025"/>
              </a:xfrm>
              <a:custGeom>
                <a:avLst/>
                <a:gdLst>
                  <a:gd name="T0" fmla="*/ 2147483647 w 245"/>
                  <a:gd name="T1" fmla="*/ 2147483647 h 229"/>
                  <a:gd name="T2" fmla="*/ 2147483647 w 245"/>
                  <a:gd name="T3" fmla="*/ 2147483647 h 229"/>
                  <a:gd name="T4" fmla="*/ 2147483647 w 245"/>
                  <a:gd name="T5" fmla="*/ 2147483647 h 229"/>
                  <a:gd name="T6" fmla="*/ 2147483647 w 245"/>
                  <a:gd name="T7" fmla="*/ 2147483647 h 229"/>
                  <a:gd name="T8" fmla="*/ 2147483647 w 245"/>
                  <a:gd name="T9" fmla="*/ 2147483647 h 229"/>
                  <a:gd name="T10" fmla="*/ 2147483647 w 245"/>
                  <a:gd name="T11" fmla="*/ 2147483647 h 229"/>
                  <a:gd name="T12" fmla="*/ 2147483647 w 245"/>
                  <a:gd name="T13" fmla="*/ 2147483647 h 229"/>
                  <a:gd name="T14" fmla="*/ 2147483647 w 245"/>
                  <a:gd name="T15" fmla="*/ 2147483647 h 229"/>
                  <a:gd name="T16" fmla="*/ 2147483647 w 245"/>
                  <a:gd name="T17" fmla="*/ 2147483647 h 229"/>
                  <a:gd name="T18" fmla="*/ 2147483647 w 245"/>
                  <a:gd name="T19" fmla="*/ 2147483647 h 229"/>
                  <a:gd name="T20" fmla="*/ 2147483647 w 245"/>
                  <a:gd name="T21" fmla="*/ 2147483647 h 229"/>
                  <a:gd name="T22" fmla="*/ 2147483647 w 245"/>
                  <a:gd name="T23" fmla="*/ 2147483647 h 229"/>
                  <a:gd name="T24" fmla="*/ 2147483647 w 245"/>
                  <a:gd name="T25" fmla="*/ 2147483647 h 229"/>
                  <a:gd name="T26" fmla="*/ 2147483647 w 245"/>
                  <a:gd name="T27" fmla="*/ 2147483647 h 229"/>
                  <a:gd name="T28" fmla="*/ 2147483647 w 245"/>
                  <a:gd name="T29" fmla="*/ 2147483647 h 229"/>
                  <a:gd name="T30" fmla="*/ 2147483647 w 245"/>
                  <a:gd name="T31" fmla="*/ 2147483647 h 229"/>
                  <a:gd name="T32" fmla="*/ 2147483647 w 245"/>
                  <a:gd name="T33" fmla="*/ 2147483647 h 229"/>
                  <a:gd name="T34" fmla="*/ 2147483647 w 245"/>
                  <a:gd name="T35" fmla="*/ 2147483647 h 229"/>
                  <a:gd name="T36" fmla="*/ 2147483647 w 245"/>
                  <a:gd name="T37" fmla="*/ 2147483647 h 229"/>
                  <a:gd name="T38" fmla="*/ 2147483647 w 245"/>
                  <a:gd name="T39" fmla="*/ 2147483647 h 229"/>
                  <a:gd name="T40" fmla="*/ 2147483647 w 245"/>
                  <a:gd name="T41" fmla="*/ 2147483647 h 229"/>
                  <a:gd name="T42" fmla="*/ 2147483647 w 245"/>
                  <a:gd name="T43" fmla="*/ 2147483647 h 229"/>
                  <a:gd name="T44" fmla="*/ 2147483647 w 245"/>
                  <a:gd name="T45" fmla="*/ 2147483647 h 229"/>
                  <a:gd name="T46" fmla="*/ 2147483647 w 245"/>
                  <a:gd name="T47" fmla="*/ 2147483647 h 229"/>
                  <a:gd name="T48" fmla="*/ 0 w 245"/>
                  <a:gd name="T49" fmla="*/ 2147483647 h 229"/>
                  <a:gd name="T50" fmla="*/ 2147483647 w 245"/>
                  <a:gd name="T51" fmla="*/ 2147483647 h 229"/>
                  <a:gd name="T52" fmla="*/ 2147483647 w 245"/>
                  <a:gd name="T53" fmla="*/ 2147483647 h 229"/>
                  <a:gd name="T54" fmla="*/ 2147483647 w 245"/>
                  <a:gd name="T55" fmla="*/ 0 h 229"/>
                  <a:gd name="T56" fmla="*/ 2147483647 w 245"/>
                  <a:gd name="T57" fmla="*/ 2147483647 h 229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245"/>
                  <a:gd name="T88" fmla="*/ 0 h 229"/>
                  <a:gd name="T89" fmla="*/ 245 w 245"/>
                  <a:gd name="T90" fmla="*/ 229 h 229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245" h="229">
                    <a:moveTo>
                      <a:pt x="210" y="7"/>
                    </a:moveTo>
                    <a:lnTo>
                      <a:pt x="230" y="27"/>
                    </a:lnTo>
                    <a:lnTo>
                      <a:pt x="242" y="44"/>
                    </a:lnTo>
                    <a:lnTo>
                      <a:pt x="245" y="60"/>
                    </a:lnTo>
                    <a:lnTo>
                      <a:pt x="241" y="74"/>
                    </a:lnTo>
                    <a:lnTo>
                      <a:pt x="232" y="87"/>
                    </a:lnTo>
                    <a:lnTo>
                      <a:pt x="217" y="100"/>
                    </a:lnTo>
                    <a:lnTo>
                      <a:pt x="199" y="114"/>
                    </a:lnTo>
                    <a:lnTo>
                      <a:pt x="177" y="130"/>
                    </a:lnTo>
                    <a:lnTo>
                      <a:pt x="165" y="143"/>
                    </a:lnTo>
                    <a:lnTo>
                      <a:pt x="155" y="155"/>
                    </a:lnTo>
                    <a:lnTo>
                      <a:pt x="145" y="167"/>
                    </a:lnTo>
                    <a:lnTo>
                      <a:pt x="135" y="177"/>
                    </a:lnTo>
                    <a:lnTo>
                      <a:pt x="127" y="187"/>
                    </a:lnTo>
                    <a:lnTo>
                      <a:pt x="118" y="197"/>
                    </a:lnTo>
                    <a:lnTo>
                      <a:pt x="109" y="205"/>
                    </a:lnTo>
                    <a:lnTo>
                      <a:pt x="99" y="212"/>
                    </a:lnTo>
                    <a:lnTo>
                      <a:pt x="90" y="218"/>
                    </a:lnTo>
                    <a:lnTo>
                      <a:pt x="81" y="223"/>
                    </a:lnTo>
                    <a:lnTo>
                      <a:pt x="70" y="226"/>
                    </a:lnTo>
                    <a:lnTo>
                      <a:pt x="59" y="228"/>
                    </a:lnTo>
                    <a:lnTo>
                      <a:pt x="46" y="229"/>
                    </a:lnTo>
                    <a:lnTo>
                      <a:pt x="33" y="228"/>
                    </a:lnTo>
                    <a:lnTo>
                      <a:pt x="17" y="225"/>
                    </a:lnTo>
                    <a:lnTo>
                      <a:pt x="0" y="221"/>
                    </a:lnTo>
                    <a:lnTo>
                      <a:pt x="16" y="161"/>
                    </a:lnTo>
                    <a:lnTo>
                      <a:pt x="45" y="95"/>
                    </a:lnTo>
                    <a:lnTo>
                      <a:pt x="173" y="0"/>
                    </a:lnTo>
                    <a:lnTo>
                      <a:pt x="210" y="7"/>
                    </a:lnTo>
                    <a:close/>
                  </a:path>
                </a:pathLst>
              </a:custGeom>
              <a:solidFill>
                <a:srgbClr val="AA8E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7" name="Freeform 124"/>
              <p:cNvSpPr>
                <a:spLocks/>
              </p:cNvSpPr>
              <p:nvPr/>
            </p:nvSpPr>
            <p:spPr bwMode="auto">
              <a:xfrm>
                <a:off x="1417638" y="1722438"/>
                <a:ext cx="17462" cy="77788"/>
              </a:xfrm>
              <a:custGeom>
                <a:avLst/>
                <a:gdLst>
                  <a:gd name="T0" fmla="*/ 2147483647 w 57"/>
                  <a:gd name="T1" fmla="*/ 0 h 245"/>
                  <a:gd name="T2" fmla="*/ 2147483647 w 57"/>
                  <a:gd name="T3" fmla="*/ 2147483647 h 245"/>
                  <a:gd name="T4" fmla="*/ 2147483647 w 57"/>
                  <a:gd name="T5" fmla="*/ 2147483647 h 245"/>
                  <a:gd name="T6" fmla="*/ 2147483647 w 57"/>
                  <a:gd name="T7" fmla="*/ 2147483647 h 245"/>
                  <a:gd name="T8" fmla="*/ 2147483647 w 57"/>
                  <a:gd name="T9" fmla="*/ 2147483647 h 245"/>
                  <a:gd name="T10" fmla="*/ 2147483647 w 57"/>
                  <a:gd name="T11" fmla="*/ 2147483647 h 245"/>
                  <a:gd name="T12" fmla="*/ 0 w 57"/>
                  <a:gd name="T13" fmla="*/ 2147483647 h 245"/>
                  <a:gd name="T14" fmla="*/ 2147483647 w 57"/>
                  <a:gd name="T15" fmla="*/ 2147483647 h 245"/>
                  <a:gd name="T16" fmla="*/ 2147483647 w 57"/>
                  <a:gd name="T17" fmla="*/ 2147483647 h 245"/>
                  <a:gd name="T18" fmla="*/ 2147483647 w 57"/>
                  <a:gd name="T19" fmla="*/ 2147483647 h 245"/>
                  <a:gd name="T20" fmla="*/ 2147483647 w 57"/>
                  <a:gd name="T21" fmla="*/ 2147483647 h 245"/>
                  <a:gd name="T22" fmla="*/ 2147483647 w 57"/>
                  <a:gd name="T23" fmla="*/ 2147483647 h 245"/>
                  <a:gd name="T24" fmla="*/ 2147483647 w 57"/>
                  <a:gd name="T25" fmla="*/ 2147483647 h 245"/>
                  <a:gd name="T26" fmla="*/ 2147483647 w 57"/>
                  <a:gd name="T27" fmla="*/ 2147483647 h 245"/>
                  <a:gd name="T28" fmla="*/ 2147483647 w 57"/>
                  <a:gd name="T29" fmla="*/ 2147483647 h 245"/>
                  <a:gd name="T30" fmla="*/ 2147483647 w 57"/>
                  <a:gd name="T31" fmla="*/ 2147483647 h 245"/>
                  <a:gd name="T32" fmla="*/ 2147483647 w 57"/>
                  <a:gd name="T33" fmla="*/ 2147483647 h 245"/>
                  <a:gd name="T34" fmla="*/ 2147483647 w 57"/>
                  <a:gd name="T35" fmla="*/ 0 h 24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57"/>
                  <a:gd name="T55" fmla="*/ 0 h 245"/>
                  <a:gd name="T56" fmla="*/ 57 w 57"/>
                  <a:gd name="T57" fmla="*/ 245 h 24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57" h="245">
                    <a:moveTo>
                      <a:pt x="57" y="0"/>
                    </a:moveTo>
                    <a:lnTo>
                      <a:pt x="38" y="35"/>
                    </a:lnTo>
                    <a:lnTo>
                      <a:pt x="24" y="67"/>
                    </a:lnTo>
                    <a:lnTo>
                      <a:pt x="13" y="96"/>
                    </a:lnTo>
                    <a:lnTo>
                      <a:pt x="6" y="124"/>
                    </a:lnTo>
                    <a:lnTo>
                      <a:pt x="2" y="152"/>
                    </a:lnTo>
                    <a:lnTo>
                      <a:pt x="0" y="180"/>
                    </a:lnTo>
                    <a:lnTo>
                      <a:pt x="1" y="211"/>
                    </a:lnTo>
                    <a:lnTo>
                      <a:pt x="3" y="245"/>
                    </a:lnTo>
                    <a:lnTo>
                      <a:pt x="5" y="219"/>
                    </a:lnTo>
                    <a:lnTo>
                      <a:pt x="7" y="194"/>
                    </a:lnTo>
                    <a:lnTo>
                      <a:pt x="9" y="168"/>
                    </a:lnTo>
                    <a:lnTo>
                      <a:pt x="12" y="145"/>
                    </a:lnTo>
                    <a:lnTo>
                      <a:pt x="17" y="122"/>
                    </a:lnTo>
                    <a:lnTo>
                      <a:pt x="26" y="100"/>
                    </a:lnTo>
                    <a:lnTo>
                      <a:pt x="38" y="81"/>
                    </a:lnTo>
                    <a:lnTo>
                      <a:pt x="53" y="63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38" name="AutoShape 126"/>
            <p:cNvSpPr>
              <a:spLocks noChangeAspect="1" noChangeArrowheads="1" noTextEdit="1"/>
            </p:cNvSpPr>
            <p:nvPr/>
          </p:nvSpPr>
          <p:spPr bwMode="auto">
            <a:xfrm>
              <a:off x="1557212" y="3335014"/>
              <a:ext cx="499868" cy="7608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03071" tIns="51536" rIns="103071" bIns="51536"/>
            <a:lstStyle/>
            <a:p>
              <a:pPr defTabSz="913925"/>
              <a:endParaRPr lang="de-DE" dirty="0">
                <a:solidFill>
                  <a:srgbClr val="000000"/>
                </a:solidFill>
              </a:endParaRPr>
            </a:p>
          </p:txBody>
        </p:sp>
        <p:grpSp>
          <p:nvGrpSpPr>
            <p:cNvPr id="33" name="Gruppieren 232"/>
            <p:cNvGrpSpPr>
              <a:grpSpLocks/>
            </p:cNvGrpSpPr>
            <p:nvPr/>
          </p:nvGrpSpPr>
          <p:grpSpPr bwMode="auto">
            <a:xfrm>
              <a:off x="1535159" y="3552402"/>
              <a:ext cx="356524" cy="381292"/>
              <a:chOff x="1404938" y="3213100"/>
              <a:chExt cx="307976" cy="523875"/>
            </a:xfrm>
          </p:grpSpPr>
          <p:sp>
            <p:nvSpPr>
              <p:cNvPr id="140" name="Freeform 129"/>
              <p:cNvSpPr>
                <a:spLocks/>
              </p:cNvSpPr>
              <p:nvPr/>
            </p:nvSpPr>
            <p:spPr bwMode="auto">
              <a:xfrm>
                <a:off x="1404938" y="3446463"/>
                <a:ext cx="300038" cy="290512"/>
              </a:xfrm>
              <a:custGeom>
                <a:avLst/>
                <a:gdLst>
                  <a:gd name="T0" fmla="*/ 0 w 756"/>
                  <a:gd name="T1" fmla="*/ 0 h 730"/>
                  <a:gd name="T2" fmla="*/ 2147483647 w 756"/>
                  <a:gd name="T3" fmla="*/ 2147483647 h 730"/>
                  <a:gd name="T4" fmla="*/ 2147483647 w 756"/>
                  <a:gd name="T5" fmla="*/ 2147483647 h 730"/>
                  <a:gd name="T6" fmla="*/ 2147483647 w 756"/>
                  <a:gd name="T7" fmla="*/ 2147483647 h 730"/>
                  <a:gd name="T8" fmla="*/ 2147483647 w 756"/>
                  <a:gd name="T9" fmla="*/ 2147483647 h 730"/>
                  <a:gd name="T10" fmla="*/ 2147483647 w 756"/>
                  <a:gd name="T11" fmla="*/ 2147483647 h 730"/>
                  <a:gd name="T12" fmla="*/ 2147483647 w 756"/>
                  <a:gd name="T13" fmla="*/ 2147483647 h 730"/>
                  <a:gd name="T14" fmla="*/ 0 w 756"/>
                  <a:gd name="T15" fmla="*/ 0 h 73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56"/>
                  <a:gd name="T25" fmla="*/ 0 h 730"/>
                  <a:gd name="T26" fmla="*/ 756 w 756"/>
                  <a:gd name="T27" fmla="*/ 730 h 73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56" h="730">
                    <a:moveTo>
                      <a:pt x="0" y="0"/>
                    </a:moveTo>
                    <a:lnTo>
                      <a:pt x="136" y="633"/>
                    </a:lnTo>
                    <a:lnTo>
                      <a:pt x="232" y="730"/>
                    </a:lnTo>
                    <a:lnTo>
                      <a:pt x="720" y="729"/>
                    </a:lnTo>
                    <a:lnTo>
                      <a:pt x="756" y="624"/>
                    </a:lnTo>
                    <a:lnTo>
                      <a:pt x="632" y="80"/>
                    </a:lnTo>
                    <a:lnTo>
                      <a:pt x="586" y="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0919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1" name="Freeform 131"/>
              <p:cNvSpPr>
                <a:spLocks/>
              </p:cNvSpPr>
              <p:nvPr/>
            </p:nvSpPr>
            <p:spPr bwMode="auto">
              <a:xfrm>
                <a:off x="1466851" y="3213100"/>
                <a:ext cx="246063" cy="523875"/>
              </a:xfrm>
              <a:custGeom>
                <a:avLst/>
                <a:gdLst>
                  <a:gd name="T0" fmla="*/ 0 w 621"/>
                  <a:gd name="T1" fmla="*/ 0 h 1320"/>
                  <a:gd name="T2" fmla="*/ 0 w 621"/>
                  <a:gd name="T3" fmla="*/ 2147483647 h 1320"/>
                  <a:gd name="T4" fmla="*/ 2147483647 w 621"/>
                  <a:gd name="T5" fmla="*/ 2147483647 h 1320"/>
                  <a:gd name="T6" fmla="*/ 2147483647 w 621"/>
                  <a:gd name="T7" fmla="*/ 2147483647 h 1320"/>
                  <a:gd name="T8" fmla="*/ 2147483647 w 621"/>
                  <a:gd name="T9" fmla="*/ 2147483647 h 1320"/>
                  <a:gd name="T10" fmla="*/ 2147483647 w 621"/>
                  <a:gd name="T11" fmla="*/ 2147483647 h 1320"/>
                  <a:gd name="T12" fmla="*/ 2147483647 w 621"/>
                  <a:gd name="T13" fmla="*/ 2147483647 h 1320"/>
                  <a:gd name="T14" fmla="*/ 0 w 621"/>
                  <a:gd name="T15" fmla="*/ 0 h 132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21"/>
                  <a:gd name="T25" fmla="*/ 0 h 1320"/>
                  <a:gd name="T26" fmla="*/ 621 w 621"/>
                  <a:gd name="T27" fmla="*/ 1320 h 132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21" h="1320">
                    <a:moveTo>
                      <a:pt x="0" y="0"/>
                    </a:moveTo>
                    <a:lnTo>
                      <a:pt x="0" y="1144"/>
                    </a:lnTo>
                    <a:lnTo>
                      <a:pt x="75" y="1320"/>
                    </a:lnTo>
                    <a:lnTo>
                      <a:pt x="563" y="1318"/>
                    </a:lnTo>
                    <a:lnTo>
                      <a:pt x="621" y="1127"/>
                    </a:lnTo>
                    <a:lnTo>
                      <a:pt x="613" y="145"/>
                    </a:lnTo>
                    <a:lnTo>
                      <a:pt x="580" y="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1442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2" name="Freeform 133"/>
              <p:cNvSpPr>
                <a:spLocks/>
              </p:cNvSpPr>
              <p:nvPr/>
            </p:nvSpPr>
            <p:spPr bwMode="auto">
              <a:xfrm>
                <a:off x="1506538" y="3257550"/>
                <a:ext cx="200025" cy="479425"/>
              </a:xfrm>
              <a:custGeom>
                <a:avLst/>
                <a:gdLst>
                  <a:gd name="T0" fmla="*/ 0 w 506"/>
                  <a:gd name="T1" fmla="*/ 0 h 1208"/>
                  <a:gd name="T2" fmla="*/ 2147483647 w 506"/>
                  <a:gd name="T3" fmla="*/ 0 h 1208"/>
                  <a:gd name="T4" fmla="*/ 2147483647 w 506"/>
                  <a:gd name="T5" fmla="*/ 2147483647 h 1208"/>
                  <a:gd name="T6" fmla="*/ 2147483647 w 506"/>
                  <a:gd name="T7" fmla="*/ 2147483647 h 1208"/>
                  <a:gd name="T8" fmla="*/ 0 w 506"/>
                  <a:gd name="T9" fmla="*/ 2147483647 h 1208"/>
                  <a:gd name="T10" fmla="*/ 0 w 506"/>
                  <a:gd name="T11" fmla="*/ 2147483647 h 1208"/>
                  <a:gd name="T12" fmla="*/ 0 w 506"/>
                  <a:gd name="T13" fmla="*/ 0 h 12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06"/>
                  <a:gd name="T22" fmla="*/ 0 h 1208"/>
                  <a:gd name="T23" fmla="*/ 506 w 506"/>
                  <a:gd name="T24" fmla="*/ 1208 h 120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06" h="1208">
                    <a:moveTo>
                      <a:pt x="0" y="0"/>
                    </a:moveTo>
                    <a:lnTo>
                      <a:pt x="481" y="0"/>
                    </a:lnTo>
                    <a:lnTo>
                      <a:pt x="506" y="1015"/>
                    </a:lnTo>
                    <a:lnTo>
                      <a:pt x="480" y="1205"/>
                    </a:lnTo>
                    <a:lnTo>
                      <a:pt x="0" y="1208"/>
                    </a:lnTo>
                    <a:lnTo>
                      <a:pt x="0" y="10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3" name="Freeform 134"/>
              <p:cNvSpPr>
                <a:spLocks/>
              </p:cNvSpPr>
              <p:nvPr/>
            </p:nvSpPr>
            <p:spPr bwMode="auto">
              <a:xfrm>
                <a:off x="1506538" y="3257550"/>
                <a:ext cx="200025" cy="441325"/>
              </a:xfrm>
              <a:custGeom>
                <a:avLst/>
                <a:gdLst>
                  <a:gd name="T0" fmla="*/ 0 w 502"/>
                  <a:gd name="T1" fmla="*/ 0 h 1114"/>
                  <a:gd name="T2" fmla="*/ 2147483647 w 502"/>
                  <a:gd name="T3" fmla="*/ 0 h 1114"/>
                  <a:gd name="T4" fmla="*/ 2147483647 w 502"/>
                  <a:gd name="T5" fmla="*/ 0 h 1114"/>
                  <a:gd name="T6" fmla="*/ 2147483647 w 502"/>
                  <a:gd name="T7" fmla="*/ 0 h 1114"/>
                  <a:gd name="T8" fmla="*/ 2147483647 w 502"/>
                  <a:gd name="T9" fmla="*/ 0 h 1114"/>
                  <a:gd name="T10" fmla="*/ 2147483647 w 502"/>
                  <a:gd name="T11" fmla="*/ 0 h 1114"/>
                  <a:gd name="T12" fmla="*/ 2147483647 w 502"/>
                  <a:gd name="T13" fmla="*/ 0 h 1114"/>
                  <a:gd name="T14" fmla="*/ 2147483647 w 502"/>
                  <a:gd name="T15" fmla="*/ 0 h 1114"/>
                  <a:gd name="T16" fmla="*/ 2147483647 w 502"/>
                  <a:gd name="T17" fmla="*/ 0 h 1114"/>
                  <a:gd name="T18" fmla="*/ 2147483647 w 502"/>
                  <a:gd name="T19" fmla="*/ 0 h 1114"/>
                  <a:gd name="T20" fmla="*/ 2147483647 w 502"/>
                  <a:gd name="T21" fmla="*/ 0 h 1114"/>
                  <a:gd name="T22" fmla="*/ 2147483647 w 502"/>
                  <a:gd name="T23" fmla="*/ 0 h 1114"/>
                  <a:gd name="T24" fmla="*/ 2147483647 w 502"/>
                  <a:gd name="T25" fmla="*/ 0 h 1114"/>
                  <a:gd name="T26" fmla="*/ 2147483647 w 502"/>
                  <a:gd name="T27" fmla="*/ 0 h 1114"/>
                  <a:gd name="T28" fmla="*/ 2147483647 w 502"/>
                  <a:gd name="T29" fmla="*/ 0 h 1114"/>
                  <a:gd name="T30" fmla="*/ 2147483647 w 502"/>
                  <a:gd name="T31" fmla="*/ 0 h 1114"/>
                  <a:gd name="T32" fmla="*/ 2147483647 w 502"/>
                  <a:gd name="T33" fmla="*/ 0 h 1114"/>
                  <a:gd name="T34" fmla="*/ 2147483647 w 502"/>
                  <a:gd name="T35" fmla="*/ 2147483647 h 1114"/>
                  <a:gd name="T36" fmla="*/ 2147483647 w 502"/>
                  <a:gd name="T37" fmla="*/ 2147483647 h 1114"/>
                  <a:gd name="T38" fmla="*/ 2147483647 w 502"/>
                  <a:gd name="T39" fmla="*/ 2147483647 h 1114"/>
                  <a:gd name="T40" fmla="*/ 2147483647 w 502"/>
                  <a:gd name="T41" fmla="*/ 2147483647 h 1114"/>
                  <a:gd name="T42" fmla="*/ 2147483647 w 502"/>
                  <a:gd name="T43" fmla="*/ 2147483647 h 1114"/>
                  <a:gd name="T44" fmla="*/ 2147483647 w 502"/>
                  <a:gd name="T45" fmla="*/ 2147483647 h 1114"/>
                  <a:gd name="T46" fmla="*/ 2147483647 w 502"/>
                  <a:gd name="T47" fmla="*/ 2147483647 h 1114"/>
                  <a:gd name="T48" fmla="*/ 2147483647 w 502"/>
                  <a:gd name="T49" fmla="*/ 2147483647 h 1114"/>
                  <a:gd name="T50" fmla="*/ 2147483647 w 502"/>
                  <a:gd name="T51" fmla="*/ 2147483647 h 1114"/>
                  <a:gd name="T52" fmla="*/ 2147483647 w 502"/>
                  <a:gd name="T53" fmla="*/ 2147483647 h 1114"/>
                  <a:gd name="T54" fmla="*/ 2147483647 w 502"/>
                  <a:gd name="T55" fmla="*/ 2147483647 h 1114"/>
                  <a:gd name="T56" fmla="*/ 2147483647 w 502"/>
                  <a:gd name="T57" fmla="*/ 2147483647 h 1114"/>
                  <a:gd name="T58" fmla="*/ 2147483647 w 502"/>
                  <a:gd name="T59" fmla="*/ 2147483647 h 1114"/>
                  <a:gd name="T60" fmla="*/ 2147483647 w 502"/>
                  <a:gd name="T61" fmla="*/ 2147483647 h 1114"/>
                  <a:gd name="T62" fmla="*/ 2147483647 w 502"/>
                  <a:gd name="T63" fmla="*/ 2147483647 h 1114"/>
                  <a:gd name="T64" fmla="*/ 2147483647 w 502"/>
                  <a:gd name="T65" fmla="*/ 2147483647 h 1114"/>
                  <a:gd name="T66" fmla="*/ 2147483647 w 502"/>
                  <a:gd name="T67" fmla="*/ 2147483647 h 1114"/>
                  <a:gd name="T68" fmla="*/ 2147483647 w 502"/>
                  <a:gd name="T69" fmla="*/ 2147483647 h 1114"/>
                  <a:gd name="T70" fmla="*/ 2147483647 w 502"/>
                  <a:gd name="T71" fmla="*/ 2147483647 h 1114"/>
                  <a:gd name="T72" fmla="*/ 2147483647 w 502"/>
                  <a:gd name="T73" fmla="*/ 2147483647 h 1114"/>
                  <a:gd name="T74" fmla="*/ 2147483647 w 502"/>
                  <a:gd name="T75" fmla="*/ 2147483647 h 1114"/>
                  <a:gd name="T76" fmla="*/ 2147483647 w 502"/>
                  <a:gd name="T77" fmla="*/ 2147483647 h 1114"/>
                  <a:gd name="T78" fmla="*/ 2147483647 w 502"/>
                  <a:gd name="T79" fmla="*/ 2147483647 h 1114"/>
                  <a:gd name="T80" fmla="*/ 2147483647 w 502"/>
                  <a:gd name="T81" fmla="*/ 2147483647 h 1114"/>
                  <a:gd name="T82" fmla="*/ 2147483647 w 502"/>
                  <a:gd name="T83" fmla="*/ 2147483647 h 1114"/>
                  <a:gd name="T84" fmla="*/ 2147483647 w 502"/>
                  <a:gd name="T85" fmla="*/ 2147483647 h 1114"/>
                  <a:gd name="T86" fmla="*/ 2147483647 w 502"/>
                  <a:gd name="T87" fmla="*/ 2147483647 h 1114"/>
                  <a:gd name="T88" fmla="*/ 0 w 502"/>
                  <a:gd name="T89" fmla="*/ 2147483647 h 1114"/>
                  <a:gd name="T90" fmla="*/ 0 w 502"/>
                  <a:gd name="T91" fmla="*/ 2147483647 h 1114"/>
                  <a:gd name="T92" fmla="*/ 0 w 502"/>
                  <a:gd name="T93" fmla="*/ 2147483647 h 1114"/>
                  <a:gd name="T94" fmla="*/ 0 w 502"/>
                  <a:gd name="T95" fmla="*/ 2147483647 h 1114"/>
                  <a:gd name="T96" fmla="*/ 0 w 502"/>
                  <a:gd name="T97" fmla="*/ 0 h 1114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502"/>
                  <a:gd name="T148" fmla="*/ 0 h 1114"/>
                  <a:gd name="T149" fmla="*/ 502 w 502"/>
                  <a:gd name="T150" fmla="*/ 1114 h 1114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502" h="1114">
                    <a:moveTo>
                      <a:pt x="0" y="0"/>
                    </a:moveTo>
                    <a:lnTo>
                      <a:pt x="30" y="0"/>
                    </a:lnTo>
                    <a:lnTo>
                      <a:pt x="61" y="0"/>
                    </a:lnTo>
                    <a:lnTo>
                      <a:pt x="91" y="0"/>
                    </a:lnTo>
                    <a:lnTo>
                      <a:pt x="121" y="0"/>
                    </a:lnTo>
                    <a:lnTo>
                      <a:pt x="151" y="0"/>
                    </a:lnTo>
                    <a:lnTo>
                      <a:pt x="181" y="0"/>
                    </a:lnTo>
                    <a:lnTo>
                      <a:pt x="212" y="0"/>
                    </a:lnTo>
                    <a:lnTo>
                      <a:pt x="242" y="0"/>
                    </a:lnTo>
                    <a:lnTo>
                      <a:pt x="272" y="0"/>
                    </a:lnTo>
                    <a:lnTo>
                      <a:pt x="302" y="0"/>
                    </a:lnTo>
                    <a:lnTo>
                      <a:pt x="331" y="0"/>
                    </a:lnTo>
                    <a:lnTo>
                      <a:pt x="361" y="0"/>
                    </a:lnTo>
                    <a:lnTo>
                      <a:pt x="391" y="0"/>
                    </a:lnTo>
                    <a:lnTo>
                      <a:pt x="420" y="0"/>
                    </a:lnTo>
                    <a:lnTo>
                      <a:pt x="450" y="0"/>
                    </a:lnTo>
                    <a:lnTo>
                      <a:pt x="480" y="0"/>
                    </a:lnTo>
                    <a:lnTo>
                      <a:pt x="485" y="234"/>
                    </a:lnTo>
                    <a:lnTo>
                      <a:pt x="492" y="468"/>
                    </a:lnTo>
                    <a:lnTo>
                      <a:pt x="497" y="703"/>
                    </a:lnTo>
                    <a:lnTo>
                      <a:pt x="502" y="936"/>
                    </a:lnTo>
                    <a:lnTo>
                      <a:pt x="497" y="980"/>
                    </a:lnTo>
                    <a:lnTo>
                      <a:pt x="490" y="1024"/>
                    </a:lnTo>
                    <a:lnTo>
                      <a:pt x="485" y="1068"/>
                    </a:lnTo>
                    <a:lnTo>
                      <a:pt x="479" y="1111"/>
                    </a:lnTo>
                    <a:lnTo>
                      <a:pt x="449" y="1111"/>
                    </a:lnTo>
                    <a:lnTo>
                      <a:pt x="420" y="1111"/>
                    </a:lnTo>
                    <a:lnTo>
                      <a:pt x="390" y="1112"/>
                    </a:lnTo>
                    <a:lnTo>
                      <a:pt x="360" y="1112"/>
                    </a:lnTo>
                    <a:lnTo>
                      <a:pt x="331" y="1112"/>
                    </a:lnTo>
                    <a:lnTo>
                      <a:pt x="302" y="1112"/>
                    </a:lnTo>
                    <a:lnTo>
                      <a:pt x="272" y="1112"/>
                    </a:lnTo>
                    <a:lnTo>
                      <a:pt x="242" y="1112"/>
                    </a:lnTo>
                    <a:lnTo>
                      <a:pt x="212" y="1113"/>
                    </a:lnTo>
                    <a:lnTo>
                      <a:pt x="183" y="1113"/>
                    </a:lnTo>
                    <a:lnTo>
                      <a:pt x="153" y="1113"/>
                    </a:lnTo>
                    <a:lnTo>
                      <a:pt x="123" y="1113"/>
                    </a:lnTo>
                    <a:lnTo>
                      <a:pt x="93" y="1113"/>
                    </a:lnTo>
                    <a:lnTo>
                      <a:pt x="63" y="1114"/>
                    </a:lnTo>
                    <a:lnTo>
                      <a:pt x="34" y="1114"/>
                    </a:lnTo>
                    <a:lnTo>
                      <a:pt x="4" y="1114"/>
                    </a:lnTo>
                    <a:lnTo>
                      <a:pt x="4" y="1074"/>
                    </a:lnTo>
                    <a:lnTo>
                      <a:pt x="3" y="1033"/>
                    </a:lnTo>
                    <a:lnTo>
                      <a:pt x="2" y="993"/>
                    </a:lnTo>
                    <a:lnTo>
                      <a:pt x="0" y="952"/>
                    </a:lnTo>
                    <a:lnTo>
                      <a:pt x="0" y="714"/>
                    </a:lnTo>
                    <a:lnTo>
                      <a:pt x="0" y="476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72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4" name="Freeform 135"/>
              <p:cNvSpPr>
                <a:spLocks/>
              </p:cNvSpPr>
              <p:nvPr/>
            </p:nvSpPr>
            <p:spPr bwMode="auto">
              <a:xfrm>
                <a:off x="1506538" y="3257550"/>
                <a:ext cx="198438" cy="404812"/>
              </a:xfrm>
              <a:custGeom>
                <a:avLst/>
                <a:gdLst>
                  <a:gd name="T0" fmla="*/ 0 w 498"/>
                  <a:gd name="T1" fmla="*/ 0 h 1021"/>
                  <a:gd name="T2" fmla="*/ 2147483647 w 498"/>
                  <a:gd name="T3" fmla="*/ 0 h 1021"/>
                  <a:gd name="T4" fmla="*/ 2147483647 w 498"/>
                  <a:gd name="T5" fmla="*/ 0 h 1021"/>
                  <a:gd name="T6" fmla="*/ 2147483647 w 498"/>
                  <a:gd name="T7" fmla="*/ 0 h 1021"/>
                  <a:gd name="T8" fmla="*/ 2147483647 w 498"/>
                  <a:gd name="T9" fmla="*/ 0 h 1021"/>
                  <a:gd name="T10" fmla="*/ 2147483647 w 498"/>
                  <a:gd name="T11" fmla="*/ 0 h 1021"/>
                  <a:gd name="T12" fmla="*/ 2147483647 w 498"/>
                  <a:gd name="T13" fmla="*/ 0 h 1021"/>
                  <a:gd name="T14" fmla="*/ 2147483647 w 498"/>
                  <a:gd name="T15" fmla="*/ 0 h 1021"/>
                  <a:gd name="T16" fmla="*/ 2147483647 w 498"/>
                  <a:gd name="T17" fmla="*/ 0 h 1021"/>
                  <a:gd name="T18" fmla="*/ 2147483647 w 498"/>
                  <a:gd name="T19" fmla="*/ 0 h 1021"/>
                  <a:gd name="T20" fmla="*/ 2147483647 w 498"/>
                  <a:gd name="T21" fmla="*/ 0 h 1021"/>
                  <a:gd name="T22" fmla="*/ 2147483647 w 498"/>
                  <a:gd name="T23" fmla="*/ 0 h 1021"/>
                  <a:gd name="T24" fmla="*/ 2147483647 w 498"/>
                  <a:gd name="T25" fmla="*/ 0 h 1021"/>
                  <a:gd name="T26" fmla="*/ 2147483647 w 498"/>
                  <a:gd name="T27" fmla="*/ 0 h 1021"/>
                  <a:gd name="T28" fmla="*/ 2147483647 w 498"/>
                  <a:gd name="T29" fmla="*/ 0 h 1021"/>
                  <a:gd name="T30" fmla="*/ 2147483647 w 498"/>
                  <a:gd name="T31" fmla="*/ 0 h 1021"/>
                  <a:gd name="T32" fmla="*/ 2147483647 w 498"/>
                  <a:gd name="T33" fmla="*/ 0 h 1021"/>
                  <a:gd name="T34" fmla="*/ 2147483647 w 498"/>
                  <a:gd name="T35" fmla="*/ 2147483647 h 1021"/>
                  <a:gd name="T36" fmla="*/ 2147483647 w 498"/>
                  <a:gd name="T37" fmla="*/ 2147483647 h 1021"/>
                  <a:gd name="T38" fmla="*/ 2147483647 w 498"/>
                  <a:gd name="T39" fmla="*/ 2147483647 h 1021"/>
                  <a:gd name="T40" fmla="*/ 2147483647 w 498"/>
                  <a:gd name="T41" fmla="*/ 2147483647 h 1021"/>
                  <a:gd name="T42" fmla="*/ 2147483647 w 498"/>
                  <a:gd name="T43" fmla="*/ 2147483647 h 1021"/>
                  <a:gd name="T44" fmla="*/ 2147483647 w 498"/>
                  <a:gd name="T45" fmla="*/ 2147483647 h 1021"/>
                  <a:gd name="T46" fmla="*/ 2147483647 w 498"/>
                  <a:gd name="T47" fmla="*/ 2147483647 h 1021"/>
                  <a:gd name="T48" fmla="*/ 2147483647 w 498"/>
                  <a:gd name="T49" fmla="*/ 2147483647 h 1021"/>
                  <a:gd name="T50" fmla="*/ 2147483647 w 498"/>
                  <a:gd name="T51" fmla="*/ 2147483647 h 1021"/>
                  <a:gd name="T52" fmla="*/ 2147483647 w 498"/>
                  <a:gd name="T53" fmla="*/ 2147483647 h 1021"/>
                  <a:gd name="T54" fmla="*/ 2147483647 w 498"/>
                  <a:gd name="T55" fmla="*/ 2147483647 h 1021"/>
                  <a:gd name="T56" fmla="*/ 2147483647 w 498"/>
                  <a:gd name="T57" fmla="*/ 2147483647 h 1021"/>
                  <a:gd name="T58" fmla="*/ 2147483647 w 498"/>
                  <a:gd name="T59" fmla="*/ 2147483647 h 1021"/>
                  <a:gd name="T60" fmla="*/ 2147483647 w 498"/>
                  <a:gd name="T61" fmla="*/ 2147483647 h 1021"/>
                  <a:gd name="T62" fmla="*/ 2147483647 w 498"/>
                  <a:gd name="T63" fmla="*/ 2147483647 h 1021"/>
                  <a:gd name="T64" fmla="*/ 2147483647 w 498"/>
                  <a:gd name="T65" fmla="*/ 2147483647 h 1021"/>
                  <a:gd name="T66" fmla="*/ 2147483647 w 498"/>
                  <a:gd name="T67" fmla="*/ 2147483647 h 1021"/>
                  <a:gd name="T68" fmla="*/ 2147483647 w 498"/>
                  <a:gd name="T69" fmla="*/ 2147483647 h 1021"/>
                  <a:gd name="T70" fmla="*/ 2147483647 w 498"/>
                  <a:gd name="T71" fmla="*/ 2147483647 h 1021"/>
                  <a:gd name="T72" fmla="*/ 2147483647 w 498"/>
                  <a:gd name="T73" fmla="*/ 2147483647 h 1021"/>
                  <a:gd name="T74" fmla="*/ 2147483647 w 498"/>
                  <a:gd name="T75" fmla="*/ 2147483647 h 1021"/>
                  <a:gd name="T76" fmla="*/ 2147483647 w 498"/>
                  <a:gd name="T77" fmla="*/ 2147483647 h 1021"/>
                  <a:gd name="T78" fmla="*/ 2147483647 w 498"/>
                  <a:gd name="T79" fmla="*/ 2147483647 h 1021"/>
                  <a:gd name="T80" fmla="*/ 2147483647 w 498"/>
                  <a:gd name="T81" fmla="*/ 2147483647 h 1021"/>
                  <a:gd name="T82" fmla="*/ 2147483647 w 498"/>
                  <a:gd name="T83" fmla="*/ 2147483647 h 1021"/>
                  <a:gd name="T84" fmla="*/ 2147483647 w 498"/>
                  <a:gd name="T85" fmla="*/ 2147483647 h 1021"/>
                  <a:gd name="T86" fmla="*/ 2147483647 w 498"/>
                  <a:gd name="T87" fmla="*/ 2147483647 h 1021"/>
                  <a:gd name="T88" fmla="*/ 0 w 498"/>
                  <a:gd name="T89" fmla="*/ 2147483647 h 1021"/>
                  <a:gd name="T90" fmla="*/ 0 w 498"/>
                  <a:gd name="T91" fmla="*/ 2147483647 h 1021"/>
                  <a:gd name="T92" fmla="*/ 0 w 498"/>
                  <a:gd name="T93" fmla="*/ 2147483647 h 1021"/>
                  <a:gd name="T94" fmla="*/ 0 w 498"/>
                  <a:gd name="T95" fmla="*/ 2147483647 h 1021"/>
                  <a:gd name="T96" fmla="*/ 0 w 498"/>
                  <a:gd name="T97" fmla="*/ 0 h 1021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98"/>
                  <a:gd name="T148" fmla="*/ 0 h 1021"/>
                  <a:gd name="T149" fmla="*/ 498 w 498"/>
                  <a:gd name="T150" fmla="*/ 1021 h 1021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98" h="1021">
                    <a:moveTo>
                      <a:pt x="0" y="0"/>
                    </a:moveTo>
                    <a:lnTo>
                      <a:pt x="29" y="0"/>
                    </a:lnTo>
                    <a:lnTo>
                      <a:pt x="59" y="0"/>
                    </a:lnTo>
                    <a:lnTo>
                      <a:pt x="89" y="0"/>
                    </a:lnTo>
                    <a:lnTo>
                      <a:pt x="119" y="0"/>
                    </a:lnTo>
                    <a:lnTo>
                      <a:pt x="150" y="0"/>
                    </a:lnTo>
                    <a:lnTo>
                      <a:pt x="180" y="0"/>
                    </a:lnTo>
                    <a:lnTo>
                      <a:pt x="210" y="0"/>
                    </a:lnTo>
                    <a:lnTo>
                      <a:pt x="240" y="0"/>
                    </a:lnTo>
                    <a:lnTo>
                      <a:pt x="270" y="0"/>
                    </a:lnTo>
                    <a:lnTo>
                      <a:pt x="300" y="0"/>
                    </a:lnTo>
                    <a:lnTo>
                      <a:pt x="329" y="0"/>
                    </a:lnTo>
                    <a:lnTo>
                      <a:pt x="359" y="0"/>
                    </a:lnTo>
                    <a:lnTo>
                      <a:pt x="389" y="0"/>
                    </a:lnTo>
                    <a:lnTo>
                      <a:pt x="418" y="0"/>
                    </a:lnTo>
                    <a:lnTo>
                      <a:pt x="448" y="0"/>
                    </a:lnTo>
                    <a:lnTo>
                      <a:pt x="478" y="0"/>
                    </a:lnTo>
                    <a:lnTo>
                      <a:pt x="483" y="215"/>
                    </a:lnTo>
                    <a:lnTo>
                      <a:pt x="488" y="429"/>
                    </a:lnTo>
                    <a:lnTo>
                      <a:pt x="493" y="644"/>
                    </a:lnTo>
                    <a:lnTo>
                      <a:pt x="498" y="857"/>
                    </a:lnTo>
                    <a:lnTo>
                      <a:pt x="493" y="897"/>
                    </a:lnTo>
                    <a:lnTo>
                      <a:pt x="487" y="937"/>
                    </a:lnTo>
                    <a:lnTo>
                      <a:pt x="482" y="977"/>
                    </a:lnTo>
                    <a:lnTo>
                      <a:pt x="477" y="1017"/>
                    </a:lnTo>
                    <a:lnTo>
                      <a:pt x="448" y="1017"/>
                    </a:lnTo>
                    <a:lnTo>
                      <a:pt x="418" y="1017"/>
                    </a:lnTo>
                    <a:lnTo>
                      <a:pt x="389" y="1018"/>
                    </a:lnTo>
                    <a:lnTo>
                      <a:pt x="359" y="1018"/>
                    </a:lnTo>
                    <a:lnTo>
                      <a:pt x="330" y="1018"/>
                    </a:lnTo>
                    <a:lnTo>
                      <a:pt x="301" y="1018"/>
                    </a:lnTo>
                    <a:lnTo>
                      <a:pt x="271" y="1018"/>
                    </a:lnTo>
                    <a:lnTo>
                      <a:pt x="242" y="1018"/>
                    </a:lnTo>
                    <a:lnTo>
                      <a:pt x="212" y="1019"/>
                    </a:lnTo>
                    <a:lnTo>
                      <a:pt x="182" y="1019"/>
                    </a:lnTo>
                    <a:lnTo>
                      <a:pt x="152" y="1019"/>
                    </a:lnTo>
                    <a:lnTo>
                      <a:pt x="123" y="1019"/>
                    </a:lnTo>
                    <a:lnTo>
                      <a:pt x="93" y="1019"/>
                    </a:lnTo>
                    <a:lnTo>
                      <a:pt x="64" y="1021"/>
                    </a:lnTo>
                    <a:lnTo>
                      <a:pt x="34" y="1021"/>
                    </a:lnTo>
                    <a:lnTo>
                      <a:pt x="4" y="1021"/>
                    </a:lnTo>
                    <a:lnTo>
                      <a:pt x="3" y="983"/>
                    </a:lnTo>
                    <a:lnTo>
                      <a:pt x="2" y="946"/>
                    </a:lnTo>
                    <a:lnTo>
                      <a:pt x="1" y="910"/>
                    </a:lnTo>
                    <a:lnTo>
                      <a:pt x="0" y="872"/>
                    </a:lnTo>
                    <a:lnTo>
                      <a:pt x="0" y="653"/>
                    </a:lnTo>
                    <a:lnTo>
                      <a:pt x="0" y="436"/>
                    </a:lnTo>
                    <a:lnTo>
                      <a:pt x="0" y="2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75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5" name="Freeform 136"/>
              <p:cNvSpPr>
                <a:spLocks/>
              </p:cNvSpPr>
              <p:nvPr/>
            </p:nvSpPr>
            <p:spPr bwMode="auto">
              <a:xfrm>
                <a:off x="1508126" y="3257550"/>
                <a:ext cx="195263" cy="366712"/>
              </a:xfrm>
              <a:custGeom>
                <a:avLst/>
                <a:gdLst>
                  <a:gd name="T0" fmla="*/ 0 w 494"/>
                  <a:gd name="T1" fmla="*/ 0 h 927"/>
                  <a:gd name="T2" fmla="*/ 2147483647 w 494"/>
                  <a:gd name="T3" fmla="*/ 0 h 927"/>
                  <a:gd name="T4" fmla="*/ 2147483647 w 494"/>
                  <a:gd name="T5" fmla="*/ 0 h 927"/>
                  <a:gd name="T6" fmla="*/ 2147483647 w 494"/>
                  <a:gd name="T7" fmla="*/ 0 h 927"/>
                  <a:gd name="T8" fmla="*/ 2147483647 w 494"/>
                  <a:gd name="T9" fmla="*/ 0 h 927"/>
                  <a:gd name="T10" fmla="*/ 2147483647 w 494"/>
                  <a:gd name="T11" fmla="*/ 0 h 927"/>
                  <a:gd name="T12" fmla="*/ 2147483647 w 494"/>
                  <a:gd name="T13" fmla="*/ 0 h 927"/>
                  <a:gd name="T14" fmla="*/ 2147483647 w 494"/>
                  <a:gd name="T15" fmla="*/ 0 h 927"/>
                  <a:gd name="T16" fmla="*/ 2147483647 w 494"/>
                  <a:gd name="T17" fmla="*/ 0 h 927"/>
                  <a:gd name="T18" fmla="*/ 2147483647 w 494"/>
                  <a:gd name="T19" fmla="*/ 0 h 927"/>
                  <a:gd name="T20" fmla="*/ 2147483647 w 494"/>
                  <a:gd name="T21" fmla="*/ 0 h 927"/>
                  <a:gd name="T22" fmla="*/ 2147483647 w 494"/>
                  <a:gd name="T23" fmla="*/ 0 h 927"/>
                  <a:gd name="T24" fmla="*/ 2147483647 w 494"/>
                  <a:gd name="T25" fmla="*/ 0 h 927"/>
                  <a:gd name="T26" fmla="*/ 2147483647 w 494"/>
                  <a:gd name="T27" fmla="*/ 0 h 927"/>
                  <a:gd name="T28" fmla="*/ 2147483647 w 494"/>
                  <a:gd name="T29" fmla="*/ 0 h 927"/>
                  <a:gd name="T30" fmla="*/ 2147483647 w 494"/>
                  <a:gd name="T31" fmla="*/ 0 h 927"/>
                  <a:gd name="T32" fmla="*/ 2147483647 w 494"/>
                  <a:gd name="T33" fmla="*/ 0 h 927"/>
                  <a:gd name="T34" fmla="*/ 2147483647 w 494"/>
                  <a:gd name="T35" fmla="*/ 2147483647 h 927"/>
                  <a:gd name="T36" fmla="*/ 2147483647 w 494"/>
                  <a:gd name="T37" fmla="*/ 2147483647 h 927"/>
                  <a:gd name="T38" fmla="*/ 2147483647 w 494"/>
                  <a:gd name="T39" fmla="*/ 2147483647 h 927"/>
                  <a:gd name="T40" fmla="*/ 2147483647 w 494"/>
                  <a:gd name="T41" fmla="*/ 2147483647 h 927"/>
                  <a:gd name="T42" fmla="*/ 2147483647 w 494"/>
                  <a:gd name="T43" fmla="*/ 2147483647 h 927"/>
                  <a:gd name="T44" fmla="*/ 2147483647 w 494"/>
                  <a:gd name="T45" fmla="*/ 2147483647 h 927"/>
                  <a:gd name="T46" fmla="*/ 2147483647 w 494"/>
                  <a:gd name="T47" fmla="*/ 2147483647 h 927"/>
                  <a:gd name="T48" fmla="*/ 2147483647 w 494"/>
                  <a:gd name="T49" fmla="*/ 2147483647 h 927"/>
                  <a:gd name="T50" fmla="*/ 2147483647 w 494"/>
                  <a:gd name="T51" fmla="*/ 2147483647 h 927"/>
                  <a:gd name="T52" fmla="*/ 2147483647 w 494"/>
                  <a:gd name="T53" fmla="*/ 2147483647 h 927"/>
                  <a:gd name="T54" fmla="*/ 2147483647 w 494"/>
                  <a:gd name="T55" fmla="*/ 2147483647 h 927"/>
                  <a:gd name="T56" fmla="*/ 2147483647 w 494"/>
                  <a:gd name="T57" fmla="*/ 2147483647 h 927"/>
                  <a:gd name="T58" fmla="*/ 2147483647 w 494"/>
                  <a:gd name="T59" fmla="*/ 2147483647 h 927"/>
                  <a:gd name="T60" fmla="*/ 2147483647 w 494"/>
                  <a:gd name="T61" fmla="*/ 2147483647 h 927"/>
                  <a:gd name="T62" fmla="*/ 2147483647 w 494"/>
                  <a:gd name="T63" fmla="*/ 2147483647 h 927"/>
                  <a:gd name="T64" fmla="*/ 2147483647 w 494"/>
                  <a:gd name="T65" fmla="*/ 2147483647 h 927"/>
                  <a:gd name="T66" fmla="*/ 2147483647 w 494"/>
                  <a:gd name="T67" fmla="*/ 2147483647 h 927"/>
                  <a:gd name="T68" fmla="*/ 2147483647 w 494"/>
                  <a:gd name="T69" fmla="*/ 2147483647 h 927"/>
                  <a:gd name="T70" fmla="*/ 2147483647 w 494"/>
                  <a:gd name="T71" fmla="*/ 2147483647 h 927"/>
                  <a:gd name="T72" fmla="*/ 2147483647 w 494"/>
                  <a:gd name="T73" fmla="*/ 2147483647 h 927"/>
                  <a:gd name="T74" fmla="*/ 2147483647 w 494"/>
                  <a:gd name="T75" fmla="*/ 2147483647 h 927"/>
                  <a:gd name="T76" fmla="*/ 2147483647 w 494"/>
                  <a:gd name="T77" fmla="*/ 2147483647 h 927"/>
                  <a:gd name="T78" fmla="*/ 2147483647 w 494"/>
                  <a:gd name="T79" fmla="*/ 2147483647 h 927"/>
                  <a:gd name="T80" fmla="*/ 2147483647 w 494"/>
                  <a:gd name="T81" fmla="*/ 2147483647 h 927"/>
                  <a:gd name="T82" fmla="*/ 2147483647 w 494"/>
                  <a:gd name="T83" fmla="*/ 2147483647 h 927"/>
                  <a:gd name="T84" fmla="*/ 2147483647 w 494"/>
                  <a:gd name="T85" fmla="*/ 2147483647 h 927"/>
                  <a:gd name="T86" fmla="*/ 2147483647 w 494"/>
                  <a:gd name="T87" fmla="*/ 2147483647 h 927"/>
                  <a:gd name="T88" fmla="*/ 0 w 494"/>
                  <a:gd name="T89" fmla="*/ 2147483647 h 927"/>
                  <a:gd name="T90" fmla="*/ 0 w 494"/>
                  <a:gd name="T91" fmla="*/ 2147483647 h 927"/>
                  <a:gd name="T92" fmla="*/ 0 w 494"/>
                  <a:gd name="T93" fmla="*/ 2147483647 h 927"/>
                  <a:gd name="T94" fmla="*/ 0 w 494"/>
                  <a:gd name="T95" fmla="*/ 2147483647 h 927"/>
                  <a:gd name="T96" fmla="*/ 0 w 494"/>
                  <a:gd name="T97" fmla="*/ 0 h 927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94"/>
                  <a:gd name="T148" fmla="*/ 0 h 927"/>
                  <a:gd name="T149" fmla="*/ 494 w 494"/>
                  <a:gd name="T150" fmla="*/ 927 h 927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94" h="927">
                    <a:moveTo>
                      <a:pt x="0" y="0"/>
                    </a:moveTo>
                    <a:lnTo>
                      <a:pt x="30" y="0"/>
                    </a:lnTo>
                    <a:lnTo>
                      <a:pt x="59" y="0"/>
                    </a:lnTo>
                    <a:lnTo>
                      <a:pt x="88" y="0"/>
                    </a:lnTo>
                    <a:lnTo>
                      <a:pt x="118" y="0"/>
                    </a:lnTo>
                    <a:lnTo>
                      <a:pt x="148" y="0"/>
                    </a:lnTo>
                    <a:lnTo>
                      <a:pt x="178" y="0"/>
                    </a:lnTo>
                    <a:lnTo>
                      <a:pt x="208" y="0"/>
                    </a:lnTo>
                    <a:lnTo>
                      <a:pt x="238" y="0"/>
                    </a:lnTo>
                    <a:lnTo>
                      <a:pt x="268" y="0"/>
                    </a:lnTo>
                    <a:lnTo>
                      <a:pt x="298" y="0"/>
                    </a:lnTo>
                    <a:lnTo>
                      <a:pt x="327" y="0"/>
                    </a:lnTo>
                    <a:lnTo>
                      <a:pt x="357" y="0"/>
                    </a:lnTo>
                    <a:lnTo>
                      <a:pt x="387" y="0"/>
                    </a:lnTo>
                    <a:lnTo>
                      <a:pt x="416" y="0"/>
                    </a:lnTo>
                    <a:lnTo>
                      <a:pt x="446" y="0"/>
                    </a:lnTo>
                    <a:lnTo>
                      <a:pt x="476" y="0"/>
                    </a:lnTo>
                    <a:lnTo>
                      <a:pt x="480" y="195"/>
                    </a:lnTo>
                    <a:lnTo>
                      <a:pt x="485" y="390"/>
                    </a:lnTo>
                    <a:lnTo>
                      <a:pt x="490" y="584"/>
                    </a:lnTo>
                    <a:lnTo>
                      <a:pt x="494" y="779"/>
                    </a:lnTo>
                    <a:lnTo>
                      <a:pt x="490" y="816"/>
                    </a:lnTo>
                    <a:lnTo>
                      <a:pt x="484" y="852"/>
                    </a:lnTo>
                    <a:lnTo>
                      <a:pt x="480" y="888"/>
                    </a:lnTo>
                    <a:lnTo>
                      <a:pt x="476" y="925"/>
                    </a:lnTo>
                    <a:lnTo>
                      <a:pt x="447" y="925"/>
                    </a:lnTo>
                    <a:lnTo>
                      <a:pt x="417" y="925"/>
                    </a:lnTo>
                    <a:lnTo>
                      <a:pt x="388" y="925"/>
                    </a:lnTo>
                    <a:lnTo>
                      <a:pt x="358" y="926"/>
                    </a:lnTo>
                    <a:lnTo>
                      <a:pt x="330" y="926"/>
                    </a:lnTo>
                    <a:lnTo>
                      <a:pt x="300" y="926"/>
                    </a:lnTo>
                    <a:lnTo>
                      <a:pt x="270" y="926"/>
                    </a:lnTo>
                    <a:lnTo>
                      <a:pt x="241" y="926"/>
                    </a:lnTo>
                    <a:lnTo>
                      <a:pt x="211" y="926"/>
                    </a:lnTo>
                    <a:lnTo>
                      <a:pt x="182" y="926"/>
                    </a:lnTo>
                    <a:lnTo>
                      <a:pt x="152" y="926"/>
                    </a:lnTo>
                    <a:lnTo>
                      <a:pt x="122" y="926"/>
                    </a:lnTo>
                    <a:lnTo>
                      <a:pt x="94" y="927"/>
                    </a:lnTo>
                    <a:lnTo>
                      <a:pt x="64" y="927"/>
                    </a:lnTo>
                    <a:lnTo>
                      <a:pt x="35" y="927"/>
                    </a:lnTo>
                    <a:lnTo>
                      <a:pt x="5" y="927"/>
                    </a:lnTo>
                    <a:lnTo>
                      <a:pt x="4" y="892"/>
                    </a:lnTo>
                    <a:lnTo>
                      <a:pt x="2" y="859"/>
                    </a:lnTo>
                    <a:lnTo>
                      <a:pt x="1" y="825"/>
                    </a:lnTo>
                    <a:lnTo>
                      <a:pt x="0" y="792"/>
                    </a:lnTo>
                    <a:lnTo>
                      <a:pt x="0" y="594"/>
                    </a:lnTo>
                    <a:lnTo>
                      <a:pt x="0" y="396"/>
                    </a:lnTo>
                    <a:lnTo>
                      <a:pt x="0" y="1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B7C6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6" name="Freeform 137"/>
              <p:cNvSpPr>
                <a:spLocks/>
              </p:cNvSpPr>
              <p:nvPr/>
            </p:nvSpPr>
            <p:spPr bwMode="auto">
              <a:xfrm>
                <a:off x="1508126" y="3257550"/>
                <a:ext cx="195263" cy="330200"/>
              </a:xfrm>
              <a:custGeom>
                <a:avLst/>
                <a:gdLst>
                  <a:gd name="T0" fmla="*/ 0 w 492"/>
                  <a:gd name="T1" fmla="*/ 0 h 833"/>
                  <a:gd name="T2" fmla="*/ 2147483647 w 492"/>
                  <a:gd name="T3" fmla="*/ 0 h 833"/>
                  <a:gd name="T4" fmla="*/ 2147483647 w 492"/>
                  <a:gd name="T5" fmla="*/ 0 h 833"/>
                  <a:gd name="T6" fmla="*/ 2147483647 w 492"/>
                  <a:gd name="T7" fmla="*/ 0 h 833"/>
                  <a:gd name="T8" fmla="*/ 2147483647 w 492"/>
                  <a:gd name="T9" fmla="*/ 0 h 833"/>
                  <a:gd name="T10" fmla="*/ 2147483647 w 492"/>
                  <a:gd name="T11" fmla="*/ 0 h 833"/>
                  <a:gd name="T12" fmla="*/ 2147483647 w 492"/>
                  <a:gd name="T13" fmla="*/ 0 h 833"/>
                  <a:gd name="T14" fmla="*/ 2147483647 w 492"/>
                  <a:gd name="T15" fmla="*/ 0 h 833"/>
                  <a:gd name="T16" fmla="*/ 2147483647 w 492"/>
                  <a:gd name="T17" fmla="*/ 0 h 833"/>
                  <a:gd name="T18" fmla="*/ 2147483647 w 492"/>
                  <a:gd name="T19" fmla="*/ 0 h 833"/>
                  <a:gd name="T20" fmla="*/ 2147483647 w 492"/>
                  <a:gd name="T21" fmla="*/ 0 h 833"/>
                  <a:gd name="T22" fmla="*/ 2147483647 w 492"/>
                  <a:gd name="T23" fmla="*/ 0 h 833"/>
                  <a:gd name="T24" fmla="*/ 2147483647 w 492"/>
                  <a:gd name="T25" fmla="*/ 0 h 833"/>
                  <a:gd name="T26" fmla="*/ 2147483647 w 492"/>
                  <a:gd name="T27" fmla="*/ 0 h 833"/>
                  <a:gd name="T28" fmla="*/ 2147483647 w 492"/>
                  <a:gd name="T29" fmla="*/ 0 h 833"/>
                  <a:gd name="T30" fmla="*/ 2147483647 w 492"/>
                  <a:gd name="T31" fmla="*/ 0 h 833"/>
                  <a:gd name="T32" fmla="*/ 2147483647 w 492"/>
                  <a:gd name="T33" fmla="*/ 0 h 833"/>
                  <a:gd name="T34" fmla="*/ 2147483647 w 492"/>
                  <a:gd name="T35" fmla="*/ 2147483647 h 833"/>
                  <a:gd name="T36" fmla="*/ 2147483647 w 492"/>
                  <a:gd name="T37" fmla="*/ 2147483647 h 833"/>
                  <a:gd name="T38" fmla="*/ 2147483647 w 492"/>
                  <a:gd name="T39" fmla="*/ 2147483647 h 833"/>
                  <a:gd name="T40" fmla="*/ 2147483647 w 492"/>
                  <a:gd name="T41" fmla="*/ 2147483647 h 833"/>
                  <a:gd name="T42" fmla="*/ 2147483647 w 492"/>
                  <a:gd name="T43" fmla="*/ 2147483647 h 833"/>
                  <a:gd name="T44" fmla="*/ 2147483647 w 492"/>
                  <a:gd name="T45" fmla="*/ 2147483647 h 833"/>
                  <a:gd name="T46" fmla="*/ 2147483647 w 492"/>
                  <a:gd name="T47" fmla="*/ 2147483647 h 833"/>
                  <a:gd name="T48" fmla="*/ 2147483647 w 492"/>
                  <a:gd name="T49" fmla="*/ 2147483647 h 833"/>
                  <a:gd name="T50" fmla="*/ 2147483647 w 492"/>
                  <a:gd name="T51" fmla="*/ 2147483647 h 833"/>
                  <a:gd name="T52" fmla="*/ 2147483647 w 492"/>
                  <a:gd name="T53" fmla="*/ 2147483647 h 833"/>
                  <a:gd name="T54" fmla="*/ 2147483647 w 492"/>
                  <a:gd name="T55" fmla="*/ 2147483647 h 833"/>
                  <a:gd name="T56" fmla="*/ 2147483647 w 492"/>
                  <a:gd name="T57" fmla="*/ 2147483647 h 833"/>
                  <a:gd name="T58" fmla="*/ 2147483647 w 492"/>
                  <a:gd name="T59" fmla="*/ 2147483647 h 833"/>
                  <a:gd name="T60" fmla="*/ 2147483647 w 492"/>
                  <a:gd name="T61" fmla="*/ 2147483647 h 833"/>
                  <a:gd name="T62" fmla="*/ 2147483647 w 492"/>
                  <a:gd name="T63" fmla="*/ 2147483647 h 833"/>
                  <a:gd name="T64" fmla="*/ 2147483647 w 492"/>
                  <a:gd name="T65" fmla="*/ 2147483647 h 833"/>
                  <a:gd name="T66" fmla="*/ 2147483647 w 492"/>
                  <a:gd name="T67" fmla="*/ 2147483647 h 833"/>
                  <a:gd name="T68" fmla="*/ 2147483647 w 492"/>
                  <a:gd name="T69" fmla="*/ 2147483647 h 833"/>
                  <a:gd name="T70" fmla="*/ 2147483647 w 492"/>
                  <a:gd name="T71" fmla="*/ 2147483647 h 833"/>
                  <a:gd name="T72" fmla="*/ 2147483647 w 492"/>
                  <a:gd name="T73" fmla="*/ 2147483647 h 833"/>
                  <a:gd name="T74" fmla="*/ 2147483647 w 492"/>
                  <a:gd name="T75" fmla="*/ 2147483647 h 833"/>
                  <a:gd name="T76" fmla="*/ 2147483647 w 492"/>
                  <a:gd name="T77" fmla="*/ 2147483647 h 833"/>
                  <a:gd name="T78" fmla="*/ 2147483647 w 492"/>
                  <a:gd name="T79" fmla="*/ 2147483647 h 833"/>
                  <a:gd name="T80" fmla="*/ 2147483647 w 492"/>
                  <a:gd name="T81" fmla="*/ 2147483647 h 833"/>
                  <a:gd name="T82" fmla="*/ 2147483647 w 492"/>
                  <a:gd name="T83" fmla="*/ 2147483647 h 833"/>
                  <a:gd name="T84" fmla="*/ 2147483647 w 492"/>
                  <a:gd name="T85" fmla="*/ 2147483647 h 833"/>
                  <a:gd name="T86" fmla="*/ 2147483647 w 492"/>
                  <a:gd name="T87" fmla="*/ 2147483647 h 833"/>
                  <a:gd name="T88" fmla="*/ 0 w 492"/>
                  <a:gd name="T89" fmla="*/ 2147483647 h 833"/>
                  <a:gd name="T90" fmla="*/ 0 w 492"/>
                  <a:gd name="T91" fmla="*/ 2147483647 h 833"/>
                  <a:gd name="T92" fmla="*/ 0 w 492"/>
                  <a:gd name="T93" fmla="*/ 2147483647 h 833"/>
                  <a:gd name="T94" fmla="*/ 0 w 492"/>
                  <a:gd name="T95" fmla="*/ 2147483647 h 833"/>
                  <a:gd name="T96" fmla="*/ 0 w 492"/>
                  <a:gd name="T97" fmla="*/ 0 h 833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92"/>
                  <a:gd name="T148" fmla="*/ 0 h 833"/>
                  <a:gd name="T149" fmla="*/ 492 w 492"/>
                  <a:gd name="T150" fmla="*/ 833 h 833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92" h="833">
                    <a:moveTo>
                      <a:pt x="0" y="0"/>
                    </a:moveTo>
                    <a:lnTo>
                      <a:pt x="30" y="0"/>
                    </a:lnTo>
                    <a:lnTo>
                      <a:pt x="59" y="0"/>
                    </a:lnTo>
                    <a:lnTo>
                      <a:pt x="89" y="0"/>
                    </a:lnTo>
                    <a:lnTo>
                      <a:pt x="119" y="0"/>
                    </a:lnTo>
                    <a:lnTo>
                      <a:pt x="149" y="0"/>
                    </a:lnTo>
                    <a:lnTo>
                      <a:pt x="179" y="0"/>
                    </a:lnTo>
                    <a:lnTo>
                      <a:pt x="209" y="0"/>
                    </a:lnTo>
                    <a:lnTo>
                      <a:pt x="239" y="0"/>
                    </a:lnTo>
                    <a:lnTo>
                      <a:pt x="269" y="0"/>
                    </a:lnTo>
                    <a:lnTo>
                      <a:pt x="299" y="0"/>
                    </a:lnTo>
                    <a:lnTo>
                      <a:pt x="327" y="0"/>
                    </a:lnTo>
                    <a:lnTo>
                      <a:pt x="357" y="0"/>
                    </a:lnTo>
                    <a:lnTo>
                      <a:pt x="387" y="0"/>
                    </a:lnTo>
                    <a:lnTo>
                      <a:pt x="417" y="0"/>
                    </a:lnTo>
                    <a:lnTo>
                      <a:pt x="446" y="0"/>
                    </a:lnTo>
                    <a:lnTo>
                      <a:pt x="476" y="0"/>
                    </a:lnTo>
                    <a:lnTo>
                      <a:pt x="480" y="175"/>
                    </a:lnTo>
                    <a:lnTo>
                      <a:pt x="484" y="350"/>
                    </a:lnTo>
                    <a:lnTo>
                      <a:pt x="488" y="525"/>
                    </a:lnTo>
                    <a:lnTo>
                      <a:pt x="492" y="700"/>
                    </a:lnTo>
                    <a:lnTo>
                      <a:pt x="488" y="732"/>
                    </a:lnTo>
                    <a:lnTo>
                      <a:pt x="484" y="766"/>
                    </a:lnTo>
                    <a:lnTo>
                      <a:pt x="480" y="798"/>
                    </a:lnTo>
                    <a:lnTo>
                      <a:pt x="476" y="831"/>
                    </a:lnTo>
                    <a:lnTo>
                      <a:pt x="447" y="831"/>
                    </a:lnTo>
                    <a:lnTo>
                      <a:pt x="418" y="831"/>
                    </a:lnTo>
                    <a:lnTo>
                      <a:pt x="388" y="832"/>
                    </a:lnTo>
                    <a:lnTo>
                      <a:pt x="359" y="832"/>
                    </a:lnTo>
                    <a:lnTo>
                      <a:pt x="331" y="832"/>
                    </a:lnTo>
                    <a:lnTo>
                      <a:pt x="301" y="832"/>
                    </a:lnTo>
                    <a:lnTo>
                      <a:pt x="272" y="832"/>
                    </a:lnTo>
                    <a:lnTo>
                      <a:pt x="242" y="832"/>
                    </a:lnTo>
                    <a:lnTo>
                      <a:pt x="213" y="833"/>
                    </a:lnTo>
                    <a:lnTo>
                      <a:pt x="184" y="833"/>
                    </a:lnTo>
                    <a:lnTo>
                      <a:pt x="154" y="833"/>
                    </a:lnTo>
                    <a:lnTo>
                      <a:pt x="126" y="833"/>
                    </a:lnTo>
                    <a:lnTo>
                      <a:pt x="96" y="833"/>
                    </a:lnTo>
                    <a:lnTo>
                      <a:pt x="67" y="833"/>
                    </a:lnTo>
                    <a:lnTo>
                      <a:pt x="37" y="833"/>
                    </a:lnTo>
                    <a:lnTo>
                      <a:pt x="8" y="833"/>
                    </a:lnTo>
                    <a:lnTo>
                      <a:pt x="6" y="802"/>
                    </a:lnTo>
                    <a:lnTo>
                      <a:pt x="4" y="772"/>
                    </a:lnTo>
                    <a:lnTo>
                      <a:pt x="2" y="741"/>
                    </a:lnTo>
                    <a:lnTo>
                      <a:pt x="0" y="711"/>
                    </a:lnTo>
                    <a:lnTo>
                      <a:pt x="0" y="533"/>
                    </a:lnTo>
                    <a:lnTo>
                      <a:pt x="0" y="356"/>
                    </a:lnTo>
                    <a:lnTo>
                      <a:pt x="0" y="1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3846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7" name="Freeform 138"/>
              <p:cNvSpPr>
                <a:spLocks/>
              </p:cNvSpPr>
              <p:nvPr/>
            </p:nvSpPr>
            <p:spPr bwMode="auto">
              <a:xfrm>
                <a:off x="1508126" y="3257550"/>
                <a:ext cx="193675" cy="292100"/>
              </a:xfrm>
              <a:custGeom>
                <a:avLst/>
                <a:gdLst>
                  <a:gd name="T0" fmla="*/ 0 w 489"/>
                  <a:gd name="T1" fmla="*/ 0 h 739"/>
                  <a:gd name="T2" fmla="*/ 2147483647 w 489"/>
                  <a:gd name="T3" fmla="*/ 0 h 739"/>
                  <a:gd name="T4" fmla="*/ 2147483647 w 489"/>
                  <a:gd name="T5" fmla="*/ 0 h 739"/>
                  <a:gd name="T6" fmla="*/ 2147483647 w 489"/>
                  <a:gd name="T7" fmla="*/ 0 h 739"/>
                  <a:gd name="T8" fmla="*/ 2147483647 w 489"/>
                  <a:gd name="T9" fmla="*/ 0 h 739"/>
                  <a:gd name="T10" fmla="*/ 2147483647 w 489"/>
                  <a:gd name="T11" fmla="*/ 0 h 739"/>
                  <a:gd name="T12" fmla="*/ 2147483647 w 489"/>
                  <a:gd name="T13" fmla="*/ 0 h 739"/>
                  <a:gd name="T14" fmla="*/ 2147483647 w 489"/>
                  <a:gd name="T15" fmla="*/ 0 h 739"/>
                  <a:gd name="T16" fmla="*/ 2147483647 w 489"/>
                  <a:gd name="T17" fmla="*/ 0 h 739"/>
                  <a:gd name="T18" fmla="*/ 2147483647 w 489"/>
                  <a:gd name="T19" fmla="*/ 0 h 739"/>
                  <a:gd name="T20" fmla="*/ 2147483647 w 489"/>
                  <a:gd name="T21" fmla="*/ 0 h 739"/>
                  <a:gd name="T22" fmla="*/ 2147483647 w 489"/>
                  <a:gd name="T23" fmla="*/ 0 h 739"/>
                  <a:gd name="T24" fmla="*/ 2147483647 w 489"/>
                  <a:gd name="T25" fmla="*/ 0 h 739"/>
                  <a:gd name="T26" fmla="*/ 2147483647 w 489"/>
                  <a:gd name="T27" fmla="*/ 0 h 739"/>
                  <a:gd name="T28" fmla="*/ 2147483647 w 489"/>
                  <a:gd name="T29" fmla="*/ 0 h 739"/>
                  <a:gd name="T30" fmla="*/ 2147483647 w 489"/>
                  <a:gd name="T31" fmla="*/ 0 h 739"/>
                  <a:gd name="T32" fmla="*/ 2147483647 w 489"/>
                  <a:gd name="T33" fmla="*/ 0 h 739"/>
                  <a:gd name="T34" fmla="*/ 2147483647 w 489"/>
                  <a:gd name="T35" fmla="*/ 2147483647 h 739"/>
                  <a:gd name="T36" fmla="*/ 2147483647 w 489"/>
                  <a:gd name="T37" fmla="*/ 2147483647 h 739"/>
                  <a:gd name="T38" fmla="*/ 2147483647 w 489"/>
                  <a:gd name="T39" fmla="*/ 2147483647 h 739"/>
                  <a:gd name="T40" fmla="*/ 2147483647 w 489"/>
                  <a:gd name="T41" fmla="*/ 2147483647 h 739"/>
                  <a:gd name="T42" fmla="*/ 2147483647 w 489"/>
                  <a:gd name="T43" fmla="*/ 2147483647 h 739"/>
                  <a:gd name="T44" fmla="*/ 2147483647 w 489"/>
                  <a:gd name="T45" fmla="*/ 2147483647 h 739"/>
                  <a:gd name="T46" fmla="*/ 2147483647 w 489"/>
                  <a:gd name="T47" fmla="*/ 2147483647 h 739"/>
                  <a:gd name="T48" fmla="*/ 2147483647 w 489"/>
                  <a:gd name="T49" fmla="*/ 2147483647 h 739"/>
                  <a:gd name="T50" fmla="*/ 2147483647 w 489"/>
                  <a:gd name="T51" fmla="*/ 2147483647 h 739"/>
                  <a:gd name="T52" fmla="*/ 2147483647 w 489"/>
                  <a:gd name="T53" fmla="*/ 2147483647 h 739"/>
                  <a:gd name="T54" fmla="*/ 2147483647 w 489"/>
                  <a:gd name="T55" fmla="*/ 2147483647 h 739"/>
                  <a:gd name="T56" fmla="*/ 2147483647 w 489"/>
                  <a:gd name="T57" fmla="*/ 2147483647 h 739"/>
                  <a:gd name="T58" fmla="*/ 2147483647 w 489"/>
                  <a:gd name="T59" fmla="*/ 2147483647 h 739"/>
                  <a:gd name="T60" fmla="*/ 2147483647 w 489"/>
                  <a:gd name="T61" fmla="*/ 2147483647 h 739"/>
                  <a:gd name="T62" fmla="*/ 2147483647 w 489"/>
                  <a:gd name="T63" fmla="*/ 2147483647 h 739"/>
                  <a:gd name="T64" fmla="*/ 2147483647 w 489"/>
                  <a:gd name="T65" fmla="*/ 2147483647 h 739"/>
                  <a:gd name="T66" fmla="*/ 2147483647 w 489"/>
                  <a:gd name="T67" fmla="*/ 2147483647 h 739"/>
                  <a:gd name="T68" fmla="*/ 2147483647 w 489"/>
                  <a:gd name="T69" fmla="*/ 2147483647 h 739"/>
                  <a:gd name="T70" fmla="*/ 2147483647 w 489"/>
                  <a:gd name="T71" fmla="*/ 2147483647 h 739"/>
                  <a:gd name="T72" fmla="*/ 2147483647 w 489"/>
                  <a:gd name="T73" fmla="*/ 2147483647 h 739"/>
                  <a:gd name="T74" fmla="*/ 2147483647 w 489"/>
                  <a:gd name="T75" fmla="*/ 2147483647 h 739"/>
                  <a:gd name="T76" fmla="*/ 2147483647 w 489"/>
                  <a:gd name="T77" fmla="*/ 2147483647 h 739"/>
                  <a:gd name="T78" fmla="*/ 2147483647 w 489"/>
                  <a:gd name="T79" fmla="*/ 2147483647 h 739"/>
                  <a:gd name="T80" fmla="*/ 2147483647 w 489"/>
                  <a:gd name="T81" fmla="*/ 2147483647 h 739"/>
                  <a:gd name="T82" fmla="*/ 2147483647 w 489"/>
                  <a:gd name="T83" fmla="*/ 2147483647 h 739"/>
                  <a:gd name="T84" fmla="*/ 2147483647 w 489"/>
                  <a:gd name="T85" fmla="*/ 2147483647 h 739"/>
                  <a:gd name="T86" fmla="*/ 2147483647 w 489"/>
                  <a:gd name="T87" fmla="*/ 2147483647 h 739"/>
                  <a:gd name="T88" fmla="*/ 0 w 489"/>
                  <a:gd name="T89" fmla="*/ 2147483647 h 739"/>
                  <a:gd name="T90" fmla="*/ 0 w 489"/>
                  <a:gd name="T91" fmla="*/ 2147483647 h 739"/>
                  <a:gd name="T92" fmla="*/ 0 w 489"/>
                  <a:gd name="T93" fmla="*/ 2147483647 h 739"/>
                  <a:gd name="T94" fmla="*/ 0 w 489"/>
                  <a:gd name="T95" fmla="*/ 2147483647 h 739"/>
                  <a:gd name="T96" fmla="*/ 0 w 489"/>
                  <a:gd name="T97" fmla="*/ 0 h 73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89"/>
                  <a:gd name="T148" fmla="*/ 0 h 739"/>
                  <a:gd name="T149" fmla="*/ 489 w 489"/>
                  <a:gd name="T150" fmla="*/ 739 h 73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89" h="739">
                    <a:moveTo>
                      <a:pt x="0" y="0"/>
                    </a:moveTo>
                    <a:lnTo>
                      <a:pt x="30" y="0"/>
                    </a:lnTo>
                    <a:lnTo>
                      <a:pt x="60" y="0"/>
                    </a:lnTo>
                    <a:lnTo>
                      <a:pt x="88" y="0"/>
                    </a:lnTo>
                    <a:lnTo>
                      <a:pt x="118" y="0"/>
                    </a:lnTo>
                    <a:lnTo>
                      <a:pt x="148" y="0"/>
                    </a:lnTo>
                    <a:lnTo>
                      <a:pt x="178" y="0"/>
                    </a:lnTo>
                    <a:lnTo>
                      <a:pt x="208" y="0"/>
                    </a:lnTo>
                    <a:lnTo>
                      <a:pt x="238" y="0"/>
                    </a:lnTo>
                    <a:lnTo>
                      <a:pt x="268" y="0"/>
                    </a:lnTo>
                    <a:lnTo>
                      <a:pt x="298" y="0"/>
                    </a:lnTo>
                    <a:lnTo>
                      <a:pt x="326" y="0"/>
                    </a:lnTo>
                    <a:lnTo>
                      <a:pt x="356" y="0"/>
                    </a:lnTo>
                    <a:lnTo>
                      <a:pt x="386" y="0"/>
                    </a:lnTo>
                    <a:lnTo>
                      <a:pt x="416" y="0"/>
                    </a:lnTo>
                    <a:lnTo>
                      <a:pt x="445" y="0"/>
                    </a:lnTo>
                    <a:lnTo>
                      <a:pt x="475" y="0"/>
                    </a:lnTo>
                    <a:lnTo>
                      <a:pt x="478" y="155"/>
                    </a:lnTo>
                    <a:lnTo>
                      <a:pt x="482" y="311"/>
                    </a:lnTo>
                    <a:lnTo>
                      <a:pt x="485" y="466"/>
                    </a:lnTo>
                    <a:lnTo>
                      <a:pt x="489" y="621"/>
                    </a:lnTo>
                    <a:lnTo>
                      <a:pt x="485" y="650"/>
                    </a:lnTo>
                    <a:lnTo>
                      <a:pt x="482" y="679"/>
                    </a:lnTo>
                    <a:lnTo>
                      <a:pt x="478" y="708"/>
                    </a:lnTo>
                    <a:lnTo>
                      <a:pt x="475" y="738"/>
                    </a:lnTo>
                    <a:lnTo>
                      <a:pt x="446" y="738"/>
                    </a:lnTo>
                    <a:lnTo>
                      <a:pt x="417" y="738"/>
                    </a:lnTo>
                    <a:lnTo>
                      <a:pt x="388" y="738"/>
                    </a:lnTo>
                    <a:lnTo>
                      <a:pt x="360" y="738"/>
                    </a:lnTo>
                    <a:lnTo>
                      <a:pt x="331" y="738"/>
                    </a:lnTo>
                    <a:lnTo>
                      <a:pt x="301" y="738"/>
                    </a:lnTo>
                    <a:lnTo>
                      <a:pt x="272" y="738"/>
                    </a:lnTo>
                    <a:lnTo>
                      <a:pt x="243" y="738"/>
                    </a:lnTo>
                    <a:lnTo>
                      <a:pt x="214" y="739"/>
                    </a:lnTo>
                    <a:lnTo>
                      <a:pt x="184" y="739"/>
                    </a:lnTo>
                    <a:lnTo>
                      <a:pt x="156" y="739"/>
                    </a:lnTo>
                    <a:lnTo>
                      <a:pt x="127" y="739"/>
                    </a:lnTo>
                    <a:lnTo>
                      <a:pt x="98" y="739"/>
                    </a:lnTo>
                    <a:lnTo>
                      <a:pt x="68" y="739"/>
                    </a:lnTo>
                    <a:lnTo>
                      <a:pt x="39" y="739"/>
                    </a:lnTo>
                    <a:lnTo>
                      <a:pt x="10" y="739"/>
                    </a:lnTo>
                    <a:lnTo>
                      <a:pt x="7" y="712"/>
                    </a:lnTo>
                    <a:lnTo>
                      <a:pt x="5" y="685"/>
                    </a:lnTo>
                    <a:lnTo>
                      <a:pt x="2" y="658"/>
                    </a:lnTo>
                    <a:lnTo>
                      <a:pt x="0" y="631"/>
                    </a:lnTo>
                    <a:lnTo>
                      <a:pt x="0" y="473"/>
                    </a:lnTo>
                    <a:lnTo>
                      <a:pt x="0" y="315"/>
                    </a:lnTo>
                    <a:lnTo>
                      <a:pt x="0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A8C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8" name="Freeform 139"/>
              <p:cNvSpPr>
                <a:spLocks/>
              </p:cNvSpPr>
              <p:nvPr/>
            </p:nvSpPr>
            <p:spPr bwMode="auto">
              <a:xfrm>
                <a:off x="1508126" y="3257550"/>
                <a:ext cx="193675" cy="255587"/>
              </a:xfrm>
              <a:custGeom>
                <a:avLst/>
                <a:gdLst>
                  <a:gd name="T0" fmla="*/ 0 w 487"/>
                  <a:gd name="T1" fmla="*/ 0 h 645"/>
                  <a:gd name="T2" fmla="*/ 2147483647 w 487"/>
                  <a:gd name="T3" fmla="*/ 0 h 645"/>
                  <a:gd name="T4" fmla="*/ 2147483647 w 487"/>
                  <a:gd name="T5" fmla="*/ 0 h 645"/>
                  <a:gd name="T6" fmla="*/ 2147483647 w 487"/>
                  <a:gd name="T7" fmla="*/ 0 h 645"/>
                  <a:gd name="T8" fmla="*/ 2147483647 w 487"/>
                  <a:gd name="T9" fmla="*/ 0 h 645"/>
                  <a:gd name="T10" fmla="*/ 2147483647 w 487"/>
                  <a:gd name="T11" fmla="*/ 0 h 645"/>
                  <a:gd name="T12" fmla="*/ 2147483647 w 487"/>
                  <a:gd name="T13" fmla="*/ 0 h 645"/>
                  <a:gd name="T14" fmla="*/ 2147483647 w 487"/>
                  <a:gd name="T15" fmla="*/ 0 h 645"/>
                  <a:gd name="T16" fmla="*/ 2147483647 w 487"/>
                  <a:gd name="T17" fmla="*/ 0 h 645"/>
                  <a:gd name="T18" fmla="*/ 2147483647 w 487"/>
                  <a:gd name="T19" fmla="*/ 0 h 645"/>
                  <a:gd name="T20" fmla="*/ 2147483647 w 487"/>
                  <a:gd name="T21" fmla="*/ 0 h 645"/>
                  <a:gd name="T22" fmla="*/ 2147483647 w 487"/>
                  <a:gd name="T23" fmla="*/ 0 h 645"/>
                  <a:gd name="T24" fmla="*/ 2147483647 w 487"/>
                  <a:gd name="T25" fmla="*/ 0 h 645"/>
                  <a:gd name="T26" fmla="*/ 2147483647 w 487"/>
                  <a:gd name="T27" fmla="*/ 0 h 645"/>
                  <a:gd name="T28" fmla="*/ 2147483647 w 487"/>
                  <a:gd name="T29" fmla="*/ 0 h 645"/>
                  <a:gd name="T30" fmla="*/ 2147483647 w 487"/>
                  <a:gd name="T31" fmla="*/ 0 h 645"/>
                  <a:gd name="T32" fmla="*/ 2147483647 w 487"/>
                  <a:gd name="T33" fmla="*/ 0 h 645"/>
                  <a:gd name="T34" fmla="*/ 2147483647 w 487"/>
                  <a:gd name="T35" fmla="*/ 2147483647 h 645"/>
                  <a:gd name="T36" fmla="*/ 2147483647 w 487"/>
                  <a:gd name="T37" fmla="*/ 2147483647 h 645"/>
                  <a:gd name="T38" fmla="*/ 2147483647 w 487"/>
                  <a:gd name="T39" fmla="*/ 2147483647 h 645"/>
                  <a:gd name="T40" fmla="*/ 2147483647 w 487"/>
                  <a:gd name="T41" fmla="*/ 2147483647 h 645"/>
                  <a:gd name="T42" fmla="*/ 2147483647 w 487"/>
                  <a:gd name="T43" fmla="*/ 2147483647 h 645"/>
                  <a:gd name="T44" fmla="*/ 2147483647 w 487"/>
                  <a:gd name="T45" fmla="*/ 2147483647 h 645"/>
                  <a:gd name="T46" fmla="*/ 2147483647 w 487"/>
                  <a:gd name="T47" fmla="*/ 2147483647 h 645"/>
                  <a:gd name="T48" fmla="*/ 2147483647 w 487"/>
                  <a:gd name="T49" fmla="*/ 2147483647 h 645"/>
                  <a:gd name="T50" fmla="*/ 2147483647 w 487"/>
                  <a:gd name="T51" fmla="*/ 2147483647 h 645"/>
                  <a:gd name="T52" fmla="*/ 2147483647 w 487"/>
                  <a:gd name="T53" fmla="*/ 2147483647 h 645"/>
                  <a:gd name="T54" fmla="*/ 2147483647 w 487"/>
                  <a:gd name="T55" fmla="*/ 2147483647 h 645"/>
                  <a:gd name="T56" fmla="*/ 2147483647 w 487"/>
                  <a:gd name="T57" fmla="*/ 2147483647 h 645"/>
                  <a:gd name="T58" fmla="*/ 2147483647 w 487"/>
                  <a:gd name="T59" fmla="*/ 2147483647 h 645"/>
                  <a:gd name="T60" fmla="*/ 2147483647 w 487"/>
                  <a:gd name="T61" fmla="*/ 2147483647 h 645"/>
                  <a:gd name="T62" fmla="*/ 2147483647 w 487"/>
                  <a:gd name="T63" fmla="*/ 2147483647 h 645"/>
                  <a:gd name="T64" fmla="*/ 2147483647 w 487"/>
                  <a:gd name="T65" fmla="*/ 2147483647 h 645"/>
                  <a:gd name="T66" fmla="*/ 2147483647 w 487"/>
                  <a:gd name="T67" fmla="*/ 2147483647 h 645"/>
                  <a:gd name="T68" fmla="*/ 2147483647 w 487"/>
                  <a:gd name="T69" fmla="*/ 2147483647 h 645"/>
                  <a:gd name="T70" fmla="*/ 2147483647 w 487"/>
                  <a:gd name="T71" fmla="*/ 2147483647 h 645"/>
                  <a:gd name="T72" fmla="*/ 2147483647 w 487"/>
                  <a:gd name="T73" fmla="*/ 2147483647 h 645"/>
                  <a:gd name="T74" fmla="*/ 2147483647 w 487"/>
                  <a:gd name="T75" fmla="*/ 2147483647 h 645"/>
                  <a:gd name="T76" fmla="*/ 2147483647 w 487"/>
                  <a:gd name="T77" fmla="*/ 2147483647 h 645"/>
                  <a:gd name="T78" fmla="*/ 2147483647 w 487"/>
                  <a:gd name="T79" fmla="*/ 2147483647 h 645"/>
                  <a:gd name="T80" fmla="*/ 2147483647 w 487"/>
                  <a:gd name="T81" fmla="*/ 2147483647 h 645"/>
                  <a:gd name="T82" fmla="*/ 2147483647 w 487"/>
                  <a:gd name="T83" fmla="*/ 2147483647 h 645"/>
                  <a:gd name="T84" fmla="*/ 2147483647 w 487"/>
                  <a:gd name="T85" fmla="*/ 2147483647 h 645"/>
                  <a:gd name="T86" fmla="*/ 2147483647 w 487"/>
                  <a:gd name="T87" fmla="*/ 2147483647 h 645"/>
                  <a:gd name="T88" fmla="*/ 0 w 487"/>
                  <a:gd name="T89" fmla="*/ 2147483647 h 645"/>
                  <a:gd name="T90" fmla="*/ 0 w 487"/>
                  <a:gd name="T91" fmla="*/ 2147483647 h 645"/>
                  <a:gd name="T92" fmla="*/ 0 w 487"/>
                  <a:gd name="T93" fmla="*/ 2147483647 h 645"/>
                  <a:gd name="T94" fmla="*/ 0 w 487"/>
                  <a:gd name="T95" fmla="*/ 2147483647 h 645"/>
                  <a:gd name="T96" fmla="*/ 0 w 487"/>
                  <a:gd name="T97" fmla="*/ 0 h 645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87"/>
                  <a:gd name="T148" fmla="*/ 0 h 645"/>
                  <a:gd name="T149" fmla="*/ 487 w 487"/>
                  <a:gd name="T150" fmla="*/ 645 h 645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87" h="645">
                    <a:moveTo>
                      <a:pt x="0" y="0"/>
                    </a:moveTo>
                    <a:lnTo>
                      <a:pt x="30" y="0"/>
                    </a:lnTo>
                    <a:lnTo>
                      <a:pt x="60" y="0"/>
                    </a:lnTo>
                    <a:lnTo>
                      <a:pt x="89" y="0"/>
                    </a:lnTo>
                    <a:lnTo>
                      <a:pt x="119" y="0"/>
                    </a:lnTo>
                    <a:lnTo>
                      <a:pt x="149" y="0"/>
                    </a:lnTo>
                    <a:lnTo>
                      <a:pt x="179" y="0"/>
                    </a:lnTo>
                    <a:lnTo>
                      <a:pt x="208" y="0"/>
                    </a:lnTo>
                    <a:lnTo>
                      <a:pt x="238" y="0"/>
                    </a:lnTo>
                    <a:lnTo>
                      <a:pt x="268" y="0"/>
                    </a:lnTo>
                    <a:lnTo>
                      <a:pt x="298" y="0"/>
                    </a:lnTo>
                    <a:lnTo>
                      <a:pt x="327" y="0"/>
                    </a:lnTo>
                    <a:lnTo>
                      <a:pt x="356" y="0"/>
                    </a:lnTo>
                    <a:lnTo>
                      <a:pt x="386" y="0"/>
                    </a:lnTo>
                    <a:lnTo>
                      <a:pt x="416" y="0"/>
                    </a:lnTo>
                    <a:lnTo>
                      <a:pt x="445" y="0"/>
                    </a:lnTo>
                    <a:lnTo>
                      <a:pt x="475" y="0"/>
                    </a:lnTo>
                    <a:lnTo>
                      <a:pt x="478" y="136"/>
                    </a:lnTo>
                    <a:lnTo>
                      <a:pt x="481" y="271"/>
                    </a:lnTo>
                    <a:lnTo>
                      <a:pt x="483" y="407"/>
                    </a:lnTo>
                    <a:lnTo>
                      <a:pt x="487" y="542"/>
                    </a:lnTo>
                    <a:lnTo>
                      <a:pt x="483" y="568"/>
                    </a:lnTo>
                    <a:lnTo>
                      <a:pt x="480" y="593"/>
                    </a:lnTo>
                    <a:lnTo>
                      <a:pt x="477" y="618"/>
                    </a:lnTo>
                    <a:lnTo>
                      <a:pt x="475" y="644"/>
                    </a:lnTo>
                    <a:lnTo>
                      <a:pt x="446" y="644"/>
                    </a:lnTo>
                    <a:lnTo>
                      <a:pt x="417" y="644"/>
                    </a:lnTo>
                    <a:lnTo>
                      <a:pt x="388" y="644"/>
                    </a:lnTo>
                    <a:lnTo>
                      <a:pt x="360" y="644"/>
                    </a:lnTo>
                    <a:lnTo>
                      <a:pt x="331" y="644"/>
                    </a:lnTo>
                    <a:lnTo>
                      <a:pt x="302" y="644"/>
                    </a:lnTo>
                    <a:lnTo>
                      <a:pt x="273" y="644"/>
                    </a:lnTo>
                    <a:lnTo>
                      <a:pt x="244" y="644"/>
                    </a:lnTo>
                    <a:lnTo>
                      <a:pt x="215" y="645"/>
                    </a:lnTo>
                    <a:lnTo>
                      <a:pt x="187" y="645"/>
                    </a:lnTo>
                    <a:lnTo>
                      <a:pt x="158" y="645"/>
                    </a:lnTo>
                    <a:lnTo>
                      <a:pt x="129" y="645"/>
                    </a:lnTo>
                    <a:lnTo>
                      <a:pt x="100" y="645"/>
                    </a:lnTo>
                    <a:lnTo>
                      <a:pt x="70" y="645"/>
                    </a:lnTo>
                    <a:lnTo>
                      <a:pt x="41" y="645"/>
                    </a:lnTo>
                    <a:lnTo>
                      <a:pt x="13" y="645"/>
                    </a:lnTo>
                    <a:lnTo>
                      <a:pt x="9" y="621"/>
                    </a:lnTo>
                    <a:lnTo>
                      <a:pt x="6" y="598"/>
                    </a:lnTo>
                    <a:lnTo>
                      <a:pt x="3" y="574"/>
                    </a:lnTo>
                    <a:lnTo>
                      <a:pt x="0" y="551"/>
                    </a:lnTo>
                    <a:lnTo>
                      <a:pt x="0" y="413"/>
                    </a:lnTo>
                    <a:lnTo>
                      <a:pt x="0" y="276"/>
                    </a:lnTo>
                    <a:lnTo>
                      <a:pt x="0" y="1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D8E7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9" name="Freeform 140"/>
              <p:cNvSpPr>
                <a:spLocks/>
              </p:cNvSpPr>
              <p:nvPr/>
            </p:nvSpPr>
            <p:spPr bwMode="auto">
              <a:xfrm>
                <a:off x="1508126" y="3257550"/>
                <a:ext cx="192088" cy="219075"/>
              </a:xfrm>
              <a:custGeom>
                <a:avLst/>
                <a:gdLst>
                  <a:gd name="T0" fmla="*/ 0 w 484"/>
                  <a:gd name="T1" fmla="*/ 0 h 552"/>
                  <a:gd name="T2" fmla="*/ 2147483647 w 484"/>
                  <a:gd name="T3" fmla="*/ 0 h 552"/>
                  <a:gd name="T4" fmla="*/ 2147483647 w 484"/>
                  <a:gd name="T5" fmla="*/ 0 h 552"/>
                  <a:gd name="T6" fmla="*/ 2147483647 w 484"/>
                  <a:gd name="T7" fmla="*/ 0 h 552"/>
                  <a:gd name="T8" fmla="*/ 2147483647 w 484"/>
                  <a:gd name="T9" fmla="*/ 0 h 552"/>
                  <a:gd name="T10" fmla="*/ 2147483647 w 484"/>
                  <a:gd name="T11" fmla="*/ 0 h 552"/>
                  <a:gd name="T12" fmla="*/ 2147483647 w 484"/>
                  <a:gd name="T13" fmla="*/ 0 h 552"/>
                  <a:gd name="T14" fmla="*/ 2147483647 w 484"/>
                  <a:gd name="T15" fmla="*/ 0 h 552"/>
                  <a:gd name="T16" fmla="*/ 2147483647 w 484"/>
                  <a:gd name="T17" fmla="*/ 0 h 552"/>
                  <a:gd name="T18" fmla="*/ 2147483647 w 484"/>
                  <a:gd name="T19" fmla="*/ 0 h 552"/>
                  <a:gd name="T20" fmla="*/ 2147483647 w 484"/>
                  <a:gd name="T21" fmla="*/ 0 h 552"/>
                  <a:gd name="T22" fmla="*/ 2147483647 w 484"/>
                  <a:gd name="T23" fmla="*/ 0 h 552"/>
                  <a:gd name="T24" fmla="*/ 2147483647 w 484"/>
                  <a:gd name="T25" fmla="*/ 0 h 552"/>
                  <a:gd name="T26" fmla="*/ 2147483647 w 484"/>
                  <a:gd name="T27" fmla="*/ 0 h 552"/>
                  <a:gd name="T28" fmla="*/ 2147483647 w 484"/>
                  <a:gd name="T29" fmla="*/ 0 h 552"/>
                  <a:gd name="T30" fmla="*/ 2147483647 w 484"/>
                  <a:gd name="T31" fmla="*/ 0 h 552"/>
                  <a:gd name="T32" fmla="*/ 2147483647 w 484"/>
                  <a:gd name="T33" fmla="*/ 0 h 552"/>
                  <a:gd name="T34" fmla="*/ 2147483647 w 484"/>
                  <a:gd name="T35" fmla="*/ 2147483647 h 552"/>
                  <a:gd name="T36" fmla="*/ 2147483647 w 484"/>
                  <a:gd name="T37" fmla="*/ 2147483647 h 552"/>
                  <a:gd name="T38" fmla="*/ 2147483647 w 484"/>
                  <a:gd name="T39" fmla="*/ 2147483647 h 552"/>
                  <a:gd name="T40" fmla="*/ 2147483647 w 484"/>
                  <a:gd name="T41" fmla="*/ 2147483647 h 552"/>
                  <a:gd name="T42" fmla="*/ 2147483647 w 484"/>
                  <a:gd name="T43" fmla="*/ 2147483647 h 552"/>
                  <a:gd name="T44" fmla="*/ 2147483647 w 484"/>
                  <a:gd name="T45" fmla="*/ 2147483647 h 552"/>
                  <a:gd name="T46" fmla="*/ 2147483647 w 484"/>
                  <a:gd name="T47" fmla="*/ 2147483647 h 552"/>
                  <a:gd name="T48" fmla="*/ 2147483647 w 484"/>
                  <a:gd name="T49" fmla="*/ 2147483647 h 552"/>
                  <a:gd name="T50" fmla="*/ 2147483647 w 484"/>
                  <a:gd name="T51" fmla="*/ 2147483647 h 552"/>
                  <a:gd name="T52" fmla="*/ 2147483647 w 484"/>
                  <a:gd name="T53" fmla="*/ 2147483647 h 552"/>
                  <a:gd name="T54" fmla="*/ 2147483647 w 484"/>
                  <a:gd name="T55" fmla="*/ 2147483647 h 552"/>
                  <a:gd name="T56" fmla="*/ 2147483647 w 484"/>
                  <a:gd name="T57" fmla="*/ 2147483647 h 552"/>
                  <a:gd name="T58" fmla="*/ 2147483647 w 484"/>
                  <a:gd name="T59" fmla="*/ 2147483647 h 552"/>
                  <a:gd name="T60" fmla="*/ 2147483647 w 484"/>
                  <a:gd name="T61" fmla="*/ 2147483647 h 552"/>
                  <a:gd name="T62" fmla="*/ 2147483647 w 484"/>
                  <a:gd name="T63" fmla="*/ 2147483647 h 552"/>
                  <a:gd name="T64" fmla="*/ 2147483647 w 484"/>
                  <a:gd name="T65" fmla="*/ 2147483647 h 552"/>
                  <a:gd name="T66" fmla="*/ 2147483647 w 484"/>
                  <a:gd name="T67" fmla="*/ 2147483647 h 552"/>
                  <a:gd name="T68" fmla="*/ 2147483647 w 484"/>
                  <a:gd name="T69" fmla="*/ 2147483647 h 552"/>
                  <a:gd name="T70" fmla="*/ 2147483647 w 484"/>
                  <a:gd name="T71" fmla="*/ 2147483647 h 552"/>
                  <a:gd name="T72" fmla="*/ 2147483647 w 484"/>
                  <a:gd name="T73" fmla="*/ 2147483647 h 552"/>
                  <a:gd name="T74" fmla="*/ 2147483647 w 484"/>
                  <a:gd name="T75" fmla="*/ 2147483647 h 552"/>
                  <a:gd name="T76" fmla="*/ 2147483647 w 484"/>
                  <a:gd name="T77" fmla="*/ 2147483647 h 552"/>
                  <a:gd name="T78" fmla="*/ 2147483647 w 484"/>
                  <a:gd name="T79" fmla="*/ 2147483647 h 552"/>
                  <a:gd name="T80" fmla="*/ 2147483647 w 484"/>
                  <a:gd name="T81" fmla="*/ 2147483647 h 552"/>
                  <a:gd name="T82" fmla="*/ 2147483647 w 484"/>
                  <a:gd name="T83" fmla="*/ 2147483647 h 552"/>
                  <a:gd name="T84" fmla="*/ 2147483647 w 484"/>
                  <a:gd name="T85" fmla="*/ 2147483647 h 552"/>
                  <a:gd name="T86" fmla="*/ 2147483647 w 484"/>
                  <a:gd name="T87" fmla="*/ 2147483647 h 552"/>
                  <a:gd name="T88" fmla="*/ 0 w 484"/>
                  <a:gd name="T89" fmla="*/ 2147483647 h 552"/>
                  <a:gd name="T90" fmla="*/ 0 w 484"/>
                  <a:gd name="T91" fmla="*/ 2147483647 h 552"/>
                  <a:gd name="T92" fmla="*/ 0 w 484"/>
                  <a:gd name="T93" fmla="*/ 2147483647 h 552"/>
                  <a:gd name="T94" fmla="*/ 0 w 484"/>
                  <a:gd name="T95" fmla="*/ 2147483647 h 552"/>
                  <a:gd name="T96" fmla="*/ 0 w 484"/>
                  <a:gd name="T97" fmla="*/ 0 h 55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84"/>
                  <a:gd name="T148" fmla="*/ 0 h 552"/>
                  <a:gd name="T149" fmla="*/ 484 w 484"/>
                  <a:gd name="T150" fmla="*/ 552 h 552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84" h="552">
                    <a:moveTo>
                      <a:pt x="0" y="0"/>
                    </a:moveTo>
                    <a:lnTo>
                      <a:pt x="30" y="0"/>
                    </a:lnTo>
                    <a:lnTo>
                      <a:pt x="60" y="0"/>
                    </a:lnTo>
                    <a:lnTo>
                      <a:pt x="89" y="0"/>
                    </a:lnTo>
                    <a:lnTo>
                      <a:pt x="119" y="0"/>
                    </a:lnTo>
                    <a:lnTo>
                      <a:pt x="149" y="0"/>
                    </a:lnTo>
                    <a:lnTo>
                      <a:pt x="179" y="0"/>
                    </a:lnTo>
                    <a:lnTo>
                      <a:pt x="208" y="0"/>
                    </a:lnTo>
                    <a:lnTo>
                      <a:pt x="238" y="0"/>
                    </a:lnTo>
                    <a:lnTo>
                      <a:pt x="268" y="0"/>
                    </a:lnTo>
                    <a:lnTo>
                      <a:pt x="298" y="0"/>
                    </a:lnTo>
                    <a:lnTo>
                      <a:pt x="327" y="0"/>
                    </a:lnTo>
                    <a:lnTo>
                      <a:pt x="356" y="0"/>
                    </a:lnTo>
                    <a:lnTo>
                      <a:pt x="386" y="0"/>
                    </a:lnTo>
                    <a:lnTo>
                      <a:pt x="416" y="0"/>
                    </a:lnTo>
                    <a:lnTo>
                      <a:pt x="445" y="0"/>
                    </a:lnTo>
                    <a:lnTo>
                      <a:pt x="475" y="0"/>
                    </a:lnTo>
                    <a:lnTo>
                      <a:pt x="477" y="117"/>
                    </a:lnTo>
                    <a:lnTo>
                      <a:pt x="480" y="232"/>
                    </a:lnTo>
                    <a:lnTo>
                      <a:pt x="482" y="347"/>
                    </a:lnTo>
                    <a:lnTo>
                      <a:pt x="484" y="464"/>
                    </a:lnTo>
                    <a:lnTo>
                      <a:pt x="482" y="485"/>
                    </a:lnTo>
                    <a:lnTo>
                      <a:pt x="480" y="506"/>
                    </a:lnTo>
                    <a:lnTo>
                      <a:pt x="477" y="529"/>
                    </a:lnTo>
                    <a:lnTo>
                      <a:pt x="475" y="550"/>
                    </a:lnTo>
                    <a:lnTo>
                      <a:pt x="446" y="550"/>
                    </a:lnTo>
                    <a:lnTo>
                      <a:pt x="418" y="550"/>
                    </a:lnTo>
                    <a:lnTo>
                      <a:pt x="389" y="550"/>
                    </a:lnTo>
                    <a:lnTo>
                      <a:pt x="361" y="551"/>
                    </a:lnTo>
                    <a:lnTo>
                      <a:pt x="332" y="551"/>
                    </a:lnTo>
                    <a:lnTo>
                      <a:pt x="304" y="551"/>
                    </a:lnTo>
                    <a:lnTo>
                      <a:pt x="275" y="551"/>
                    </a:lnTo>
                    <a:lnTo>
                      <a:pt x="246" y="551"/>
                    </a:lnTo>
                    <a:lnTo>
                      <a:pt x="218" y="551"/>
                    </a:lnTo>
                    <a:lnTo>
                      <a:pt x="189" y="551"/>
                    </a:lnTo>
                    <a:lnTo>
                      <a:pt x="160" y="551"/>
                    </a:lnTo>
                    <a:lnTo>
                      <a:pt x="131" y="551"/>
                    </a:lnTo>
                    <a:lnTo>
                      <a:pt x="102" y="552"/>
                    </a:lnTo>
                    <a:lnTo>
                      <a:pt x="73" y="552"/>
                    </a:lnTo>
                    <a:lnTo>
                      <a:pt x="45" y="552"/>
                    </a:lnTo>
                    <a:lnTo>
                      <a:pt x="16" y="552"/>
                    </a:lnTo>
                    <a:lnTo>
                      <a:pt x="11" y="532"/>
                    </a:lnTo>
                    <a:lnTo>
                      <a:pt x="8" y="512"/>
                    </a:lnTo>
                    <a:lnTo>
                      <a:pt x="4" y="491"/>
                    </a:lnTo>
                    <a:lnTo>
                      <a:pt x="0" y="471"/>
                    </a:lnTo>
                    <a:lnTo>
                      <a:pt x="0" y="354"/>
                    </a:lnTo>
                    <a:lnTo>
                      <a:pt x="0" y="235"/>
                    </a:lnTo>
                    <a:lnTo>
                      <a:pt x="0" y="1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5967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0" name="Freeform 141"/>
              <p:cNvSpPr>
                <a:spLocks/>
              </p:cNvSpPr>
              <p:nvPr/>
            </p:nvSpPr>
            <p:spPr bwMode="auto">
              <a:xfrm>
                <a:off x="1508126" y="3257550"/>
                <a:ext cx="192088" cy="180975"/>
              </a:xfrm>
              <a:custGeom>
                <a:avLst/>
                <a:gdLst>
                  <a:gd name="T0" fmla="*/ 0 w 481"/>
                  <a:gd name="T1" fmla="*/ 0 h 458"/>
                  <a:gd name="T2" fmla="*/ 2147483647 w 481"/>
                  <a:gd name="T3" fmla="*/ 0 h 458"/>
                  <a:gd name="T4" fmla="*/ 2147483647 w 481"/>
                  <a:gd name="T5" fmla="*/ 0 h 458"/>
                  <a:gd name="T6" fmla="*/ 2147483647 w 481"/>
                  <a:gd name="T7" fmla="*/ 0 h 458"/>
                  <a:gd name="T8" fmla="*/ 2147483647 w 481"/>
                  <a:gd name="T9" fmla="*/ 0 h 458"/>
                  <a:gd name="T10" fmla="*/ 2147483647 w 481"/>
                  <a:gd name="T11" fmla="*/ 0 h 458"/>
                  <a:gd name="T12" fmla="*/ 2147483647 w 481"/>
                  <a:gd name="T13" fmla="*/ 0 h 458"/>
                  <a:gd name="T14" fmla="*/ 2147483647 w 481"/>
                  <a:gd name="T15" fmla="*/ 0 h 458"/>
                  <a:gd name="T16" fmla="*/ 2147483647 w 481"/>
                  <a:gd name="T17" fmla="*/ 0 h 458"/>
                  <a:gd name="T18" fmla="*/ 2147483647 w 481"/>
                  <a:gd name="T19" fmla="*/ 0 h 458"/>
                  <a:gd name="T20" fmla="*/ 2147483647 w 481"/>
                  <a:gd name="T21" fmla="*/ 0 h 458"/>
                  <a:gd name="T22" fmla="*/ 2147483647 w 481"/>
                  <a:gd name="T23" fmla="*/ 0 h 458"/>
                  <a:gd name="T24" fmla="*/ 2147483647 w 481"/>
                  <a:gd name="T25" fmla="*/ 0 h 458"/>
                  <a:gd name="T26" fmla="*/ 2147483647 w 481"/>
                  <a:gd name="T27" fmla="*/ 0 h 458"/>
                  <a:gd name="T28" fmla="*/ 2147483647 w 481"/>
                  <a:gd name="T29" fmla="*/ 0 h 458"/>
                  <a:gd name="T30" fmla="*/ 2147483647 w 481"/>
                  <a:gd name="T31" fmla="*/ 0 h 458"/>
                  <a:gd name="T32" fmla="*/ 2147483647 w 481"/>
                  <a:gd name="T33" fmla="*/ 0 h 458"/>
                  <a:gd name="T34" fmla="*/ 2147483647 w 481"/>
                  <a:gd name="T35" fmla="*/ 2147483647 h 458"/>
                  <a:gd name="T36" fmla="*/ 2147483647 w 481"/>
                  <a:gd name="T37" fmla="*/ 2147483647 h 458"/>
                  <a:gd name="T38" fmla="*/ 2147483647 w 481"/>
                  <a:gd name="T39" fmla="*/ 2147483647 h 458"/>
                  <a:gd name="T40" fmla="*/ 2147483647 w 481"/>
                  <a:gd name="T41" fmla="*/ 2147483647 h 458"/>
                  <a:gd name="T42" fmla="*/ 2147483647 w 481"/>
                  <a:gd name="T43" fmla="*/ 2147483647 h 458"/>
                  <a:gd name="T44" fmla="*/ 2147483647 w 481"/>
                  <a:gd name="T45" fmla="*/ 2147483647 h 458"/>
                  <a:gd name="T46" fmla="*/ 2147483647 w 481"/>
                  <a:gd name="T47" fmla="*/ 2147483647 h 458"/>
                  <a:gd name="T48" fmla="*/ 2147483647 w 481"/>
                  <a:gd name="T49" fmla="*/ 2147483647 h 458"/>
                  <a:gd name="T50" fmla="*/ 2147483647 w 481"/>
                  <a:gd name="T51" fmla="*/ 2147483647 h 458"/>
                  <a:gd name="T52" fmla="*/ 2147483647 w 481"/>
                  <a:gd name="T53" fmla="*/ 2147483647 h 458"/>
                  <a:gd name="T54" fmla="*/ 2147483647 w 481"/>
                  <a:gd name="T55" fmla="*/ 2147483647 h 458"/>
                  <a:gd name="T56" fmla="*/ 2147483647 w 481"/>
                  <a:gd name="T57" fmla="*/ 2147483647 h 458"/>
                  <a:gd name="T58" fmla="*/ 2147483647 w 481"/>
                  <a:gd name="T59" fmla="*/ 2147483647 h 458"/>
                  <a:gd name="T60" fmla="*/ 2147483647 w 481"/>
                  <a:gd name="T61" fmla="*/ 2147483647 h 458"/>
                  <a:gd name="T62" fmla="*/ 2147483647 w 481"/>
                  <a:gd name="T63" fmla="*/ 2147483647 h 458"/>
                  <a:gd name="T64" fmla="*/ 2147483647 w 481"/>
                  <a:gd name="T65" fmla="*/ 2147483647 h 458"/>
                  <a:gd name="T66" fmla="*/ 2147483647 w 481"/>
                  <a:gd name="T67" fmla="*/ 2147483647 h 458"/>
                  <a:gd name="T68" fmla="*/ 2147483647 w 481"/>
                  <a:gd name="T69" fmla="*/ 2147483647 h 458"/>
                  <a:gd name="T70" fmla="*/ 2147483647 w 481"/>
                  <a:gd name="T71" fmla="*/ 2147483647 h 458"/>
                  <a:gd name="T72" fmla="*/ 2147483647 w 481"/>
                  <a:gd name="T73" fmla="*/ 2147483647 h 458"/>
                  <a:gd name="T74" fmla="*/ 2147483647 w 481"/>
                  <a:gd name="T75" fmla="*/ 2147483647 h 458"/>
                  <a:gd name="T76" fmla="*/ 2147483647 w 481"/>
                  <a:gd name="T77" fmla="*/ 2147483647 h 458"/>
                  <a:gd name="T78" fmla="*/ 2147483647 w 481"/>
                  <a:gd name="T79" fmla="*/ 2147483647 h 458"/>
                  <a:gd name="T80" fmla="*/ 2147483647 w 481"/>
                  <a:gd name="T81" fmla="*/ 2147483647 h 458"/>
                  <a:gd name="T82" fmla="*/ 2147483647 w 481"/>
                  <a:gd name="T83" fmla="*/ 2147483647 h 458"/>
                  <a:gd name="T84" fmla="*/ 2147483647 w 481"/>
                  <a:gd name="T85" fmla="*/ 2147483647 h 458"/>
                  <a:gd name="T86" fmla="*/ 2147483647 w 481"/>
                  <a:gd name="T87" fmla="*/ 2147483647 h 458"/>
                  <a:gd name="T88" fmla="*/ 0 w 481"/>
                  <a:gd name="T89" fmla="*/ 2147483647 h 458"/>
                  <a:gd name="T90" fmla="*/ 0 w 481"/>
                  <a:gd name="T91" fmla="*/ 2147483647 h 458"/>
                  <a:gd name="T92" fmla="*/ 0 w 481"/>
                  <a:gd name="T93" fmla="*/ 2147483647 h 458"/>
                  <a:gd name="T94" fmla="*/ 0 w 481"/>
                  <a:gd name="T95" fmla="*/ 2147483647 h 458"/>
                  <a:gd name="T96" fmla="*/ 0 w 481"/>
                  <a:gd name="T97" fmla="*/ 0 h 45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81"/>
                  <a:gd name="T148" fmla="*/ 0 h 458"/>
                  <a:gd name="T149" fmla="*/ 481 w 481"/>
                  <a:gd name="T150" fmla="*/ 458 h 458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81" h="458">
                    <a:moveTo>
                      <a:pt x="0" y="0"/>
                    </a:moveTo>
                    <a:lnTo>
                      <a:pt x="30" y="0"/>
                    </a:lnTo>
                    <a:lnTo>
                      <a:pt x="60" y="0"/>
                    </a:lnTo>
                    <a:lnTo>
                      <a:pt x="89" y="0"/>
                    </a:lnTo>
                    <a:lnTo>
                      <a:pt x="119" y="0"/>
                    </a:lnTo>
                    <a:lnTo>
                      <a:pt x="149" y="0"/>
                    </a:lnTo>
                    <a:lnTo>
                      <a:pt x="178" y="0"/>
                    </a:lnTo>
                    <a:lnTo>
                      <a:pt x="208" y="0"/>
                    </a:lnTo>
                    <a:lnTo>
                      <a:pt x="238" y="0"/>
                    </a:lnTo>
                    <a:lnTo>
                      <a:pt x="268" y="0"/>
                    </a:lnTo>
                    <a:lnTo>
                      <a:pt x="298" y="0"/>
                    </a:lnTo>
                    <a:lnTo>
                      <a:pt x="326" y="0"/>
                    </a:lnTo>
                    <a:lnTo>
                      <a:pt x="356" y="0"/>
                    </a:lnTo>
                    <a:lnTo>
                      <a:pt x="386" y="0"/>
                    </a:lnTo>
                    <a:lnTo>
                      <a:pt x="415" y="0"/>
                    </a:lnTo>
                    <a:lnTo>
                      <a:pt x="445" y="0"/>
                    </a:lnTo>
                    <a:lnTo>
                      <a:pt x="474" y="0"/>
                    </a:lnTo>
                    <a:lnTo>
                      <a:pt x="476" y="96"/>
                    </a:lnTo>
                    <a:lnTo>
                      <a:pt x="477" y="192"/>
                    </a:lnTo>
                    <a:lnTo>
                      <a:pt x="479" y="288"/>
                    </a:lnTo>
                    <a:lnTo>
                      <a:pt x="481" y="385"/>
                    </a:lnTo>
                    <a:lnTo>
                      <a:pt x="479" y="403"/>
                    </a:lnTo>
                    <a:lnTo>
                      <a:pt x="477" y="421"/>
                    </a:lnTo>
                    <a:lnTo>
                      <a:pt x="476" y="439"/>
                    </a:lnTo>
                    <a:lnTo>
                      <a:pt x="474" y="457"/>
                    </a:lnTo>
                    <a:lnTo>
                      <a:pt x="446" y="457"/>
                    </a:lnTo>
                    <a:lnTo>
                      <a:pt x="417" y="457"/>
                    </a:lnTo>
                    <a:lnTo>
                      <a:pt x="388" y="457"/>
                    </a:lnTo>
                    <a:lnTo>
                      <a:pt x="361" y="457"/>
                    </a:lnTo>
                    <a:lnTo>
                      <a:pt x="332" y="457"/>
                    </a:lnTo>
                    <a:lnTo>
                      <a:pt x="304" y="457"/>
                    </a:lnTo>
                    <a:lnTo>
                      <a:pt x="275" y="457"/>
                    </a:lnTo>
                    <a:lnTo>
                      <a:pt x="246" y="457"/>
                    </a:lnTo>
                    <a:lnTo>
                      <a:pt x="219" y="457"/>
                    </a:lnTo>
                    <a:lnTo>
                      <a:pt x="190" y="457"/>
                    </a:lnTo>
                    <a:lnTo>
                      <a:pt x="161" y="457"/>
                    </a:lnTo>
                    <a:lnTo>
                      <a:pt x="132" y="457"/>
                    </a:lnTo>
                    <a:lnTo>
                      <a:pt x="103" y="458"/>
                    </a:lnTo>
                    <a:lnTo>
                      <a:pt x="76" y="458"/>
                    </a:lnTo>
                    <a:lnTo>
                      <a:pt x="47" y="458"/>
                    </a:lnTo>
                    <a:lnTo>
                      <a:pt x="18" y="458"/>
                    </a:lnTo>
                    <a:lnTo>
                      <a:pt x="14" y="441"/>
                    </a:lnTo>
                    <a:lnTo>
                      <a:pt x="9" y="424"/>
                    </a:lnTo>
                    <a:lnTo>
                      <a:pt x="4" y="408"/>
                    </a:lnTo>
                    <a:lnTo>
                      <a:pt x="0" y="391"/>
                    </a:lnTo>
                    <a:lnTo>
                      <a:pt x="0" y="293"/>
                    </a:lnTo>
                    <a:lnTo>
                      <a:pt x="0" y="196"/>
                    </a:lnTo>
                    <a:lnTo>
                      <a:pt x="0" y="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C9E8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1" name="Freeform 142"/>
              <p:cNvSpPr>
                <a:spLocks/>
              </p:cNvSpPr>
              <p:nvPr/>
            </p:nvSpPr>
            <p:spPr bwMode="auto">
              <a:xfrm>
                <a:off x="1509713" y="3257550"/>
                <a:ext cx="188913" cy="144462"/>
              </a:xfrm>
              <a:custGeom>
                <a:avLst/>
                <a:gdLst>
                  <a:gd name="T0" fmla="*/ 0 w 477"/>
                  <a:gd name="T1" fmla="*/ 0 h 364"/>
                  <a:gd name="T2" fmla="*/ 2147483647 w 477"/>
                  <a:gd name="T3" fmla="*/ 0 h 364"/>
                  <a:gd name="T4" fmla="*/ 2147483647 w 477"/>
                  <a:gd name="T5" fmla="*/ 0 h 364"/>
                  <a:gd name="T6" fmla="*/ 2147483647 w 477"/>
                  <a:gd name="T7" fmla="*/ 0 h 364"/>
                  <a:gd name="T8" fmla="*/ 2147483647 w 477"/>
                  <a:gd name="T9" fmla="*/ 0 h 364"/>
                  <a:gd name="T10" fmla="*/ 2147483647 w 477"/>
                  <a:gd name="T11" fmla="*/ 0 h 364"/>
                  <a:gd name="T12" fmla="*/ 2147483647 w 477"/>
                  <a:gd name="T13" fmla="*/ 0 h 364"/>
                  <a:gd name="T14" fmla="*/ 2147483647 w 477"/>
                  <a:gd name="T15" fmla="*/ 0 h 364"/>
                  <a:gd name="T16" fmla="*/ 2147483647 w 477"/>
                  <a:gd name="T17" fmla="*/ 0 h 364"/>
                  <a:gd name="T18" fmla="*/ 2147483647 w 477"/>
                  <a:gd name="T19" fmla="*/ 0 h 364"/>
                  <a:gd name="T20" fmla="*/ 2147483647 w 477"/>
                  <a:gd name="T21" fmla="*/ 0 h 364"/>
                  <a:gd name="T22" fmla="*/ 2147483647 w 477"/>
                  <a:gd name="T23" fmla="*/ 0 h 364"/>
                  <a:gd name="T24" fmla="*/ 2147483647 w 477"/>
                  <a:gd name="T25" fmla="*/ 0 h 364"/>
                  <a:gd name="T26" fmla="*/ 2147483647 w 477"/>
                  <a:gd name="T27" fmla="*/ 0 h 364"/>
                  <a:gd name="T28" fmla="*/ 2147483647 w 477"/>
                  <a:gd name="T29" fmla="*/ 0 h 364"/>
                  <a:gd name="T30" fmla="*/ 2147483647 w 477"/>
                  <a:gd name="T31" fmla="*/ 0 h 364"/>
                  <a:gd name="T32" fmla="*/ 2147483647 w 477"/>
                  <a:gd name="T33" fmla="*/ 0 h 364"/>
                  <a:gd name="T34" fmla="*/ 2147483647 w 477"/>
                  <a:gd name="T35" fmla="*/ 2147483647 h 364"/>
                  <a:gd name="T36" fmla="*/ 2147483647 w 477"/>
                  <a:gd name="T37" fmla="*/ 2147483647 h 364"/>
                  <a:gd name="T38" fmla="*/ 2147483647 w 477"/>
                  <a:gd name="T39" fmla="*/ 2147483647 h 364"/>
                  <a:gd name="T40" fmla="*/ 2147483647 w 477"/>
                  <a:gd name="T41" fmla="*/ 2147483647 h 364"/>
                  <a:gd name="T42" fmla="*/ 2147483647 w 477"/>
                  <a:gd name="T43" fmla="*/ 2147483647 h 364"/>
                  <a:gd name="T44" fmla="*/ 2147483647 w 477"/>
                  <a:gd name="T45" fmla="*/ 2147483647 h 364"/>
                  <a:gd name="T46" fmla="*/ 2147483647 w 477"/>
                  <a:gd name="T47" fmla="*/ 2147483647 h 364"/>
                  <a:gd name="T48" fmla="*/ 2147483647 w 477"/>
                  <a:gd name="T49" fmla="*/ 2147483647 h 364"/>
                  <a:gd name="T50" fmla="*/ 2147483647 w 477"/>
                  <a:gd name="T51" fmla="*/ 2147483647 h 364"/>
                  <a:gd name="T52" fmla="*/ 2147483647 w 477"/>
                  <a:gd name="T53" fmla="*/ 2147483647 h 364"/>
                  <a:gd name="T54" fmla="*/ 2147483647 w 477"/>
                  <a:gd name="T55" fmla="*/ 2147483647 h 364"/>
                  <a:gd name="T56" fmla="*/ 2147483647 w 477"/>
                  <a:gd name="T57" fmla="*/ 2147483647 h 364"/>
                  <a:gd name="T58" fmla="*/ 2147483647 w 477"/>
                  <a:gd name="T59" fmla="*/ 2147483647 h 364"/>
                  <a:gd name="T60" fmla="*/ 2147483647 w 477"/>
                  <a:gd name="T61" fmla="*/ 2147483647 h 364"/>
                  <a:gd name="T62" fmla="*/ 2147483647 w 477"/>
                  <a:gd name="T63" fmla="*/ 2147483647 h 364"/>
                  <a:gd name="T64" fmla="*/ 2147483647 w 477"/>
                  <a:gd name="T65" fmla="*/ 2147483647 h 364"/>
                  <a:gd name="T66" fmla="*/ 2147483647 w 477"/>
                  <a:gd name="T67" fmla="*/ 2147483647 h 364"/>
                  <a:gd name="T68" fmla="*/ 2147483647 w 477"/>
                  <a:gd name="T69" fmla="*/ 2147483647 h 364"/>
                  <a:gd name="T70" fmla="*/ 2147483647 w 477"/>
                  <a:gd name="T71" fmla="*/ 2147483647 h 364"/>
                  <a:gd name="T72" fmla="*/ 2147483647 w 477"/>
                  <a:gd name="T73" fmla="*/ 2147483647 h 364"/>
                  <a:gd name="T74" fmla="*/ 2147483647 w 477"/>
                  <a:gd name="T75" fmla="*/ 2147483647 h 364"/>
                  <a:gd name="T76" fmla="*/ 2147483647 w 477"/>
                  <a:gd name="T77" fmla="*/ 2147483647 h 364"/>
                  <a:gd name="T78" fmla="*/ 2147483647 w 477"/>
                  <a:gd name="T79" fmla="*/ 2147483647 h 364"/>
                  <a:gd name="T80" fmla="*/ 2147483647 w 477"/>
                  <a:gd name="T81" fmla="*/ 2147483647 h 364"/>
                  <a:gd name="T82" fmla="*/ 2147483647 w 477"/>
                  <a:gd name="T83" fmla="*/ 2147483647 h 364"/>
                  <a:gd name="T84" fmla="*/ 2147483647 w 477"/>
                  <a:gd name="T85" fmla="*/ 2147483647 h 364"/>
                  <a:gd name="T86" fmla="*/ 2147483647 w 477"/>
                  <a:gd name="T87" fmla="*/ 2147483647 h 364"/>
                  <a:gd name="T88" fmla="*/ 0 w 477"/>
                  <a:gd name="T89" fmla="*/ 2147483647 h 364"/>
                  <a:gd name="T90" fmla="*/ 0 w 477"/>
                  <a:gd name="T91" fmla="*/ 2147483647 h 364"/>
                  <a:gd name="T92" fmla="*/ 0 w 477"/>
                  <a:gd name="T93" fmla="*/ 2147483647 h 364"/>
                  <a:gd name="T94" fmla="*/ 0 w 477"/>
                  <a:gd name="T95" fmla="*/ 2147483647 h 364"/>
                  <a:gd name="T96" fmla="*/ 0 w 477"/>
                  <a:gd name="T97" fmla="*/ 0 h 364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77"/>
                  <a:gd name="T148" fmla="*/ 0 h 364"/>
                  <a:gd name="T149" fmla="*/ 477 w 477"/>
                  <a:gd name="T150" fmla="*/ 364 h 364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77" h="364">
                    <a:moveTo>
                      <a:pt x="0" y="0"/>
                    </a:moveTo>
                    <a:lnTo>
                      <a:pt x="30" y="0"/>
                    </a:lnTo>
                    <a:lnTo>
                      <a:pt x="60" y="0"/>
                    </a:lnTo>
                    <a:lnTo>
                      <a:pt x="88" y="0"/>
                    </a:lnTo>
                    <a:lnTo>
                      <a:pt x="118" y="0"/>
                    </a:lnTo>
                    <a:lnTo>
                      <a:pt x="148" y="0"/>
                    </a:lnTo>
                    <a:lnTo>
                      <a:pt x="178" y="0"/>
                    </a:lnTo>
                    <a:lnTo>
                      <a:pt x="207" y="0"/>
                    </a:lnTo>
                    <a:lnTo>
                      <a:pt x="237" y="0"/>
                    </a:lnTo>
                    <a:lnTo>
                      <a:pt x="267" y="0"/>
                    </a:lnTo>
                    <a:lnTo>
                      <a:pt x="297" y="0"/>
                    </a:lnTo>
                    <a:lnTo>
                      <a:pt x="325" y="0"/>
                    </a:lnTo>
                    <a:lnTo>
                      <a:pt x="355" y="0"/>
                    </a:lnTo>
                    <a:lnTo>
                      <a:pt x="385" y="0"/>
                    </a:lnTo>
                    <a:lnTo>
                      <a:pt x="414" y="0"/>
                    </a:lnTo>
                    <a:lnTo>
                      <a:pt x="444" y="0"/>
                    </a:lnTo>
                    <a:lnTo>
                      <a:pt x="473" y="0"/>
                    </a:lnTo>
                    <a:lnTo>
                      <a:pt x="474" y="76"/>
                    </a:lnTo>
                    <a:lnTo>
                      <a:pt x="475" y="153"/>
                    </a:lnTo>
                    <a:lnTo>
                      <a:pt x="476" y="230"/>
                    </a:lnTo>
                    <a:lnTo>
                      <a:pt x="477" y="306"/>
                    </a:lnTo>
                    <a:lnTo>
                      <a:pt x="476" y="319"/>
                    </a:lnTo>
                    <a:lnTo>
                      <a:pt x="475" y="334"/>
                    </a:lnTo>
                    <a:lnTo>
                      <a:pt x="474" y="348"/>
                    </a:lnTo>
                    <a:lnTo>
                      <a:pt x="473" y="363"/>
                    </a:lnTo>
                    <a:lnTo>
                      <a:pt x="445" y="363"/>
                    </a:lnTo>
                    <a:lnTo>
                      <a:pt x="416" y="363"/>
                    </a:lnTo>
                    <a:lnTo>
                      <a:pt x="388" y="363"/>
                    </a:lnTo>
                    <a:lnTo>
                      <a:pt x="361" y="363"/>
                    </a:lnTo>
                    <a:lnTo>
                      <a:pt x="332" y="363"/>
                    </a:lnTo>
                    <a:lnTo>
                      <a:pt x="304" y="363"/>
                    </a:lnTo>
                    <a:lnTo>
                      <a:pt x="275" y="363"/>
                    </a:lnTo>
                    <a:lnTo>
                      <a:pt x="248" y="363"/>
                    </a:lnTo>
                    <a:lnTo>
                      <a:pt x="219" y="364"/>
                    </a:lnTo>
                    <a:lnTo>
                      <a:pt x="191" y="364"/>
                    </a:lnTo>
                    <a:lnTo>
                      <a:pt x="162" y="364"/>
                    </a:lnTo>
                    <a:lnTo>
                      <a:pt x="133" y="364"/>
                    </a:lnTo>
                    <a:lnTo>
                      <a:pt x="106" y="364"/>
                    </a:lnTo>
                    <a:lnTo>
                      <a:pt x="77" y="364"/>
                    </a:lnTo>
                    <a:lnTo>
                      <a:pt x="49" y="364"/>
                    </a:lnTo>
                    <a:lnTo>
                      <a:pt x="20" y="364"/>
                    </a:lnTo>
                    <a:lnTo>
                      <a:pt x="15" y="350"/>
                    </a:lnTo>
                    <a:lnTo>
                      <a:pt x="11" y="338"/>
                    </a:lnTo>
                    <a:lnTo>
                      <a:pt x="5" y="325"/>
                    </a:lnTo>
                    <a:lnTo>
                      <a:pt x="0" y="311"/>
                    </a:lnTo>
                    <a:lnTo>
                      <a:pt x="0" y="233"/>
                    </a:lnTo>
                    <a:lnTo>
                      <a:pt x="0" y="155"/>
                    </a:lnTo>
                    <a:lnTo>
                      <a:pt x="0" y="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4A5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2" name="Freeform 143"/>
              <p:cNvSpPr>
                <a:spLocks/>
              </p:cNvSpPr>
              <p:nvPr/>
            </p:nvSpPr>
            <p:spPr bwMode="auto">
              <a:xfrm>
                <a:off x="1509713" y="3257550"/>
                <a:ext cx="187325" cy="106362"/>
              </a:xfrm>
              <a:custGeom>
                <a:avLst/>
                <a:gdLst>
                  <a:gd name="T0" fmla="*/ 0 w 474"/>
                  <a:gd name="T1" fmla="*/ 0 h 270"/>
                  <a:gd name="T2" fmla="*/ 2147483647 w 474"/>
                  <a:gd name="T3" fmla="*/ 0 h 270"/>
                  <a:gd name="T4" fmla="*/ 2147483647 w 474"/>
                  <a:gd name="T5" fmla="*/ 0 h 270"/>
                  <a:gd name="T6" fmla="*/ 2147483647 w 474"/>
                  <a:gd name="T7" fmla="*/ 0 h 270"/>
                  <a:gd name="T8" fmla="*/ 2147483647 w 474"/>
                  <a:gd name="T9" fmla="*/ 0 h 270"/>
                  <a:gd name="T10" fmla="*/ 2147483647 w 474"/>
                  <a:gd name="T11" fmla="*/ 0 h 270"/>
                  <a:gd name="T12" fmla="*/ 2147483647 w 474"/>
                  <a:gd name="T13" fmla="*/ 0 h 270"/>
                  <a:gd name="T14" fmla="*/ 2147483647 w 474"/>
                  <a:gd name="T15" fmla="*/ 0 h 270"/>
                  <a:gd name="T16" fmla="*/ 2147483647 w 474"/>
                  <a:gd name="T17" fmla="*/ 0 h 270"/>
                  <a:gd name="T18" fmla="*/ 2147483647 w 474"/>
                  <a:gd name="T19" fmla="*/ 0 h 270"/>
                  <a:gd name="T20" fmla="*/ 2147483647 w 474"/>
                  <a:gd name="T21" fmla="*/ 0 h 270"/>
                  <a:gd name="T22" fmla="*/ 2147483647 w 474"/>
                  <a:gd name="T23" fmla="*/ 0 h 270"/>
                  <a:gd name="T24" fmla="*/ 2147483647 w 474"/>
                  <a:gd name="T25" fmla="*/ 0 h 270"/>
                  <a:gd name="T26" fmla="*/ 2147483647 w 474"/>
                  <a:gd name="T27" fmla="*/ 0 h 270"/>
                  <a:gd name="T28" fmla="*/ 2147483647 w 474"/>
                  <a:gd name="T29" fmla="*/ 0 h 270"/>
                  <a:gd name="T30" fmla="*/ 2147483647 w 474"/>
                  <a:gd name="T31" fmla="*/ 0 h 270"/>
                  <a:gd name="T32" fmla="*/ 2147483647 w 474"/>
                  <a:gd name="T33" fmla="*/ 0 h 270"/>
                  <a:gd name="T34" fmla="*/ 2147483647 w 474"/>
                  <a:gd name="T35" fmla="*/ 2147483647 h 270"/>
                  <a:gd name="T36" fmla="*/ 2147483647 w 474"/>
                  <a:gd name="T37" fmla="*/ 2147483647 h 270"/>
                  <a:gd name="T38" fmla="*/ 2147483647 w 474"/>
                  <a:gd name="T39" fmla="*/ 2147483647 h 270"/>
                  <a:gd name="T40" fmla="*/ 2147483647 w 474"/>
                  <a:gd name="T41" fmla="*/ 2147483647 h 270"/>
                  <a:gd name="T42" fmla="*/ 2147483647 w 474"/>
                  <a:gd name="T43" fmla="*/ 2147483647 h 270"/>
                  <a:gd name="T44" fmla="*/ 2147483647 w 474"/>
                  <a:gd name="T45" fmla="*/ 2147483647 h 270"/>
                  <a:gd name="T46" fmla="*/ 2147483647 w 474"/>
                  <a:gd name="T47" fmla="*/ 2147483647 h 270"/>
                  <a:gd name="T48" fmla="*/ 2147483647 w 474"/>
                  <a:gd name="T49" fmla="*/ 2147483647 h 270"/>
                  <a:gd name="T50" fmla="*/ 2147483647 w 474"/>
                  <a:gd name="T51" fmla="*/ 2147483647 h 270"/>
                  <a:gd name="T52" fmla="*/ 2147483647 w 474"/>
                  <a:gd name="T53" fmla="*/ 2147483647 h 270"/>
                  <a:gd name="T54" fmla="*/ 2147483647 w 474"/>
                  <a:gd name="T55" fmla="*/ 2147483647 h 270"/>
                  <a:gd name="T56" fmla="*/ 2147483647 w 474"/>
                  <a:gd name="T57" fmla="*/ 2147483647 h 270"/>
                  <a:gd name="T58" fmla="*/ 2147483647 w 474"/>
                  <a:gd name="T59" fmla="*/ 2147483647 h 270"/>
                  <a:gd name="T60" fmla="*/ 2147483647 w 474"/>
                  <a:gd name="T61" fmla="*/ 2147483647 h 270"/>
                  <a:gd name="T62" fmla="*/ 2147483647 w 474"/>
                  <a:gd name="T63" fmla="*/ 2147483647 h 270"/>
                  <a:gd name="T64" fmla="*/ 2147483647 w 474"/>
                  <a:gd name="T65" fmla="*/ 2147483647 h 270"/>
                  <a:gd name="T66" fmla="*/ 2147483647 w 474"/>
                  <a:gd name="T67" fmla="*/ 2147483647 h 270"/>
                  <a:gd name="T68" fmla="*/ 2147483647 w 474"/>
                  <a:gd name="T69" fmla="*/ 2147483647 h 270"/>
                  <a:gd name="T70" fmla="*/ 2147483647 w 474"/>
                  <a:gd name="T71" fmla="*/ 2147483647 h 270"/>
                  <a:gd name="T72" fmla="*/ 2147483647 w 474"/>
                  <a:gd name="T73" fmla="*/ 2147483647 h 270"/>
                  <a:gd name="T74" fmla="*/ 2147483647 w 474"/>
                  <a:gd name="T75" fmla="*/ 2147483647 h 270"/>
                  <a:gd name="T76" fmla="*/ 2147483647 w 474"/>
                  <a:gd name="T77" fmla="*/ 2147483647 h 270"/>
                  <a:gd name="T78" fmla="*/ 2147483647 w 474"/>
                  <a:gd name="T79" fmla="*/ 2147483647 h 270"/>
                  <a:gd name="T80" fmla="*/ 2147483647 w 474"/>
                  <a:gd name="T81" fmla="*/ 2147483647 h 270"/>
                  <a:gd name="T82" fmla="*/ 2147483647 w 474"/>
                  <a:gd name="T83" fmla="*/ 2147483647 h 270"/>
                  <a:gd name="T84" fmla="*/ 2147483647 w 474"/>
                  <a:gd name="T85" fmla="*/ 2147483647 h 270"/>
                  <a:gd name="T86" fmla="*/ 2147483647 w 474"/>
                  <a:gd name="T87" fmla="*/ 2147483647 h 270"/>
                  <a:gd name="T88" fmla="*/ 0 w 474"/>
                  <a:gd name="T89" fmla="*/ 2147483647 h 270"/>
                  <a:gd name="T90" fmla="*/ 0 w 474"/>
                  <a:gd name="T91" fmla="*/ 2147483647 h 270"/>
                  <a:gd name="T92" fmla="*/ 0 w 474"/>
                  <a:gd name="T93" fmla="*/ 2147483647 h 270"/>
                  <a:gd name="T94" fmla="*/ 0 w 474"/>
                  <a:gd name="T95" fmla="*/ 2147483647 h 270"/>
                  <a:gd name="T96" fmla="*/ 0 w 474"/>
                  <a:gd name="T97" fmla="*/ 0 h 270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74"/>
                  <a:gd name="T148" fmla="*/ 0 h 270"/>
                  <a:gd name="T149" fmla="*/ 474 w 474"/>
                  <a:gd name="T150" fmla="*/ 270 h 270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74" h="270">
                    <a:moveTo>
                      <a:pt x="0" y="0"/>
                    </a:moveTo>
                    <a:lnTo>
                      <a:pt x="30" y="0"/>
                    </a:lnTo>
                    <a:lnTo>
                      <a:pt x="59" y="0"/>
                    </a:lnTo>
                    <a:lnTo>
                      <a:pt x="89" y="0"/>
                    </a:lnTo>
                    <a:lnTo>
                      <a:pt x="118" y="0"/>
                    </a:lnTo>
                    <a:lnTo>
                      <a:pt x="148" y="0"/>
                    </a:lnTo>
                    <a:lnTo>
                      <a:pt x="177" y="0"/>
                    </a:lnTo>
                    <a:lnTo>
                      <a:pt x="207" y="0"/>
                    </a:lnTo>
                    <a:lnTo>
                      <a:pt x="237" y="0"/>
                    </a:lnTo>
                    <a:lnTo>
                      <a:pt x="266" y="0"/>
                    </a:lnTo>
                    <a:lnTo>
                      <a:pt x="296" y="0"/>
                    </a:lnTo>
                    <a:lnTo>
                      <a:pt x="326" y="0"/>
                    </a:lnTo>
                    <a:lnTo>
                      <a:pt x="354" y="0"/>
                    </a:lnTo>
                    <a:lnTo>
                      <a:pt x="384" y="0"/>
                    </a:lnTo>
                    <a:lnTo>
                      <a:pt x="413" y="0"/>
                    </a:lnTo>
                    <a:lnTo>
                      <a:pt x="443" y="0"/>
                    </a:lnTo>
                    <a:lnTo>
                      <a:pt x="472" y="0"/>
                    </a:lnTo>
                    <a:lnTo>
                      <a:pt x="473" y="57"/>
                    </a:lnTo>
                    <a:lnTo>
                      <a:pt x="473" y="113"/>
                    </a:lnTo>
                    <a:lnTo>
                      <a:pt x="474" y="170"/>
                    </a:lnTo>
                    <a:lnTo>
                      <a:pt x="474" y="227"/>
                    </a:lnTo>
                    <a:lnTo>
                      <a:pt x="474" y="237"/>
                    </a:lnTo>
                    <a:lnTo>
                      <a:pt x="473" y="248"/>
                    </a:lnTo>
                    <a:lnTo>
                      <a:pt x="473" y="260"/>
                    </a:lnTo>
                    <a:lnTo>
                      <a:pt x="472" y="270"/>
                    </a:lnTo>
                    <a:lnTo>
                      <a:pt x="444" y="270"/>
                    </a:lnTo>
                    <a:lnTo>
                      <a:pt x="416" y="270"/>
                    </a:lnTo>
                    <a:lnTo>
                      <a:pt x="389" y="270"/>
                    </a:lnTo>
                    <a:lnTo>
                      <a:pt x="361" y="270"/>
                    </a:lnTo>
                    <a:lnTo>
                      <a:pt x="332" y="270"/>
                    </a:lnTo>
                    <a:lnTo>
                      <a:pt x="304" y="270"/>
                    </a:lnTo>
                    <a:lnTo>
                      <a:pt x="276" y="270"/>
                    </a:lnTo>
                    <a:lnTo>
                      <a:pt x="249" y="270"/>
                    </a:lnTo>
                    <a:lnTo>
                      <a:pt x="220" y="270"/>
                    </a:lnTo>
                    <a:lnTo>
                      <a:pt x="192" y="270"/>
                    </a:lnTo>
                    <a:lnTo>
                      <a:pt x="164" y="270"/>
                    </a:lnTo>
                    <a:lnTo>
                      <a:pt x="136" y="270"/>
                    </a:lnTo>
                    <a:lnTo>
                      <a:pt x="108" y="270"/>
                    </a:lnTo>
                    <a:lnTo>
                      <a:pt x="79" y="270"/>
                    </a:lnTo>
                    <a:lnTo>
                      <a:pt x="51" y="270"/>
                    </a:lnTo>
                    <a:lnTo>
                      <a:pt x="22" y="270"/>
                    </a:lnTo>
                    <a:lnTo>
                      <a:pt x="17" y="261"/>
                    </a:lnTo>
                    <a:lnTo>
                      <a:pt x="12" y="250"/>
                    </a:lnTo>
                    <a:lnTo>
                      <a:pt x="5" y="240"/>
                    </a:lnTo>
                    <a:lnTo>
                      <a:pt x="0" y="231"/>
                    </a:lnTo>
                    <a:lnTo>
                      <a:pt x="0" y="173"/>
                    </a:lnTo>
                    <a:lnTo>
                      <a:pt x="0" y="116"/>
                    </a:lnTo>
                    <a:lnTo>
                      <a:pt x="0" y="5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9A89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3" name="Freeform 144"/>
              <p:cNvSpPr>
                <a:spLocks/>
              </p:cNvSpPr>
              <p:nvPr/>
            </p:nvSpPr>
            <p:spPr bwMode="auto">
              <a:xfrm>
                <a:off x="1509713" y="3257550"/>
                <a:ext cx="187325" cy="69850"/>
              </a:xfrm>
              <a:custGeom>
                <a:avLst/>
                <a:gdLst>
                  <a:gd name="T0" fmla="*/ 0 w 472"/>
                  <a:gd name="T1" fmla="*/ 0 h 176"/>
                  <a:gd name="T2" fmla="*/ 2147483647 w 472"/>
                  <a:gd name="T3" fmla="*/ 0 h 176"/>
                  <a:gd name="T4" fmla="*/ 2147483647 w 472"/>
                  <a:gd name="T5" fmla="*/ 2147483647 h 176"/>
                  <a:gd name="T6" fmla="*/ 2147483647 w 472"/>
                  <a:gd name="T7" fmla="*/ 2147483647 h 176"/>
                  <a:gd name="T8" fmla="*/ 2147483647 w 472"/>
                  <a:gd name="T9" fmla="*/ 2147483647 h 176"/>
                  <a:gd name="T10" fmla="*/ 0 w 472"/>
                  <a:gd name="T11" fmla="*/ 2147483647 h 176"/>
                  <a:gd name="T12" fmla="*/ 0 w 472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72"/>
                  <a:gd name="T22" fmla="*/ 0 h 176"/>
                  <a:gd name="T23" fmla="*/ 472 w 472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72" h="176">
                    <a:moveTo>
                      <a:pt x="0" y="0"/>
                    </a:moveTo>
                    <a:lnTo>
                      <a:pt x="472" y="0"/>
                    </a:lnTo>
                    <a:lnTo>
                      <a:pt x="472" y="149"/>
                    </a:lnTo>
                    <a:lnTo>
                      <a:pt x="472" y="176"/>
                    </a:lnTo>
                    <a:lnTo>
                      <a:pt x="26" y="176"/>
                    </a:lnTo>
                    <a:lnTo>
                      <a:pt x="0" y="1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1AF9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4" name="Freeform 157"/>
              <p:cNvSpPr>
                <a:spLocks/>
              </p:cNvSpPr>
              <p:nvPr/>
            </p:nvSpPr>
            <p:spPr bwMode="auto">
              <a:xfrm>
                <a:off x="1695451" y="3236913"/>
                <a:ext cx="17463" cy="500062"/>
              </a:xfrm>
              <a:custGeom>
                <a:avLst/>
                <a:gdLst>
                  <a:gd name="T0" fmla="*/ 2147483647 w 45"/>
                  <a:gd name="T1" fmla="*/ 2147483647 h 1259"/>
                  <a:gd name="T2" fmla="*/ 2147483647 w 45"/>
                  <a:gd name="T3" fmla="*/ 0 h 1259"/>
                  <a:gd name="T4" fmla="*/ 2147483647 w 45"/>
                  <a:gd name="T5" fmla="*/ 2147483647 h 1259"/>
                  <a:gd name="T6" fmla="*/ 2147483647 w 45"/>
                  <a:gd name="T7" fmla="*/ 2147483647 h 1259"/>
                  <a:gd name="T8" fmla="*/ 2147483647 w 45"/>
                  <a:gd name="T9" fmla="*/ 2147483647 h 1259"/>
                  <a:gd name="T10" fmla="*/ 2147483647 w 45"/>
                  <a:gd name="T11" fmla="*/ 2147483647 h 1259"/>
                  <a:gd name="T12" fmla="*/ 0 w 45"/>
                  <a:gd name="T13" fmla="*/ 2147483647 h 1259"/>
                  <a:gd name="T14" fmla="*/ 2147483647 w 45"/>
                  <a:gd name="T15" fmla="*/ 2147483647 h 1259"/>
                  <a:gd name="T16" fmla="*/ 2147483647 w 45"/>
                  <a:gd name="T17" fmla="*/ 2147483647 h 1259"/>
                  <a:gd name="T18" fmla="*/ 2147483647 w 45"/>
                  <a:gd name="T19" fmla="*/ 2147483647 h 1259"/>
                  <a:gd name="T20" fmla="*/ 2147483647 w 45"/>
                  <a:gd name="T21" fmla="*/ 2147483647 h 125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5"/>
                  <a:gd name="T34" fmla="*/ 0 h 1259"/>
                  <a:gd name="T35" fmla="*/ 45 w 45"/>
                  <a:gd name="T36" fmla="*/ 1259 h 125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5" h="1259">
                    <a:moveTo>
                      <a:pt x="5" y="50"/>
                    </a:moveTo>
                    <a:lnTo>
                      <a:pt x="44" y="0"/>
                    </a:lnTo>
                    <a:lnTo>
                      <a:pt x="44" y="193"/>
                    </a:lnTo>
                    <a:lnTo>
                      <a:pt x="45" y="906"/>
                    </a:lnTo>
                    <a:lnTo>
                      <a:pt x="45" y="1069"/>
                    </a:lnTo>
                    <a:lnTo>
                      <a:pt x="7" y="1252"/>
                    </a:lnTo>
                    <a:lnTo>
                      <a:pt x="0" y="1259"/>
                    </a:lnTo>
                    <a:lnTo>
                      <a:pt x="4" y="1091"/>
                    </a:lnTo>
                    <a:lnTo>
                      <a:pt x="4" y="922"/>
                    </a:lnTo>
                    <a:lnTo>
                      <a:pt x="4" y="135"/>
                    </a:lnTo>
                    <a:lnTo>
                      <a:pt x="5" y="50"/>
                    </a:lnTo>
                    <a:close/>
                  </a:path>
                </a:pathLst>
              </a:custGeom>
              <a:solidFill>
                <a:srgbClr val="C9997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5" name="Freeform 159"/>
              <p:cNvSpPr>
                <a:spLocks/>
              </p:cNvSpPr>
              <p:nvPr/>
            </p:nvSpPr>
            <p:spPr bwMode="auto">
              <a:xfrm>
                <a:off x="1466851" y="3214688"/>
                <a:ext cx="246063" cy="42862"/>
              </a:xfrm>
              <a:custGeom>
                <a:avLst/>
                <a:gdLst>
                  <a:gd name="T0" fmla="*/ 0 w 621"/>
                  <a:gd name="T1" fmla="*/ 0 h 108"/>
                  <a:gd name="T2" fmla="*/ 2147483647 w 621"/>
                  <a:gd name="T3" fmla="*/ 0 h 108"/>
                  <a:gd name="T4" fmla="*/ 2147483647 w 621"/>
                  <a:gd name="T5" fmla="*/ 2147483647 h 108"/>
                  <a:gd name="T6" fmla="*/ 2147483647 w 621"/>
                  <a:gd name="T7" fmla="*/ 2147483647 h 108"/>
                  <a:gd name="T8" fmla="*/ 2147483647 w 621"/>
                  <a:gd name="T9" fmla="*/ 2147483647 h 108"/>
                  <a:gd name="T10" fmla="*/ 0 w 621"/>
                  <a:gd name="T11" fmla="*/ 0 h 10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1"/>
                  <a:gd name="T19" fmla="*/ 0 h 108"/>
                  <a:gd name="T20" fmla="*/ 621 w 621"/>
                  <a:gd name="T21" fmla="*/ 108 h 10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1" h="108">
                    <a:moveTo>
                      <a:pt x="0" y="0"/>
                    </a:moveTo>
                    <a:lnTo>
                      <a:pt x="555" y="0"/>
                    </a:lnTo>
                    <a:lnTo>
                      <a:pt x="621" y="58"/>
                    </a:lnTo>
                    <a:lnTo>
                      <a:pt x="580" y="108"/>
                    </a:lnTo>
                    <a:lnTo>
                      <a:pt x="105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EA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6" name="Freeform 161"/>
              <p:cNvSpPr>
                <a:spLocks/>
              </p:cNvSpPr>
              <p:nvPr/>
            </p:nvSpPr>
            <p:spPr bwMode="auto">
              <a:xfrm>
                <a:off x="1535113" y="3686175"/>
                <a:ext cx="133350" cy="34925"/>
              </a:xfrm>
              <a:custGeom>
                <a:avLst/>
                <a:gdLst>
                  <a:gd name="T0" fmla="*/ 2147483647 w 336"/>
                  <a:gd name="T1" fmla="*/ 0 h 89"/>
                  <a:gd name="T2" fmla="*/ 2147483647 w 336"/>
                  <a:gd name="T3" fmla="*/ 0 h 89"/>
                  <a:gd name="T4" fmla="*/ 2147483647 w 336"/>
                  <a:gd name="T5" fmla="*/ 2147483647 h 89"/>
                  <a:gd name="T6" fmla="*/ 2147483647 w 336"/>
                  <a:gd name="T7" fmla="*/ 2147483647 h 89"/>
                  <a:gd name="T8" fmla="*/ 2147483647 w 336"/>
                  <a:gd name="T9" fmla="*/ 2147483647 h 89"/>
                  <a:gd name="T10" fmla="*/ 2147483647 w 336"/>
                  <a:gd name="T11" fmla="*/ 2147483647 h 89"/>
                  <a:gd name="T12" fmla="*/ 2147483647 w 336"/>
                  <a:gd name="T13" fmla="*/ 2147483647 h 89"/>
                  <a:gd name="T14" fmla="*/ 2147483647 w 336"/>
                  <a:gd name="T15" fmla="*/ 2147483647 h 89"/>
                  <a:gd name="T16" fmla="*/ 2147483647 w 336"/>
                  <a:gd name="T17" fmla="*/ 2147483647 h 89"/>
                  <a:gd name="T18" fmla="*/ 2147483647 w 336"/>
                  <a:gd name="T19" fmla="*/ 2147483647 h 89"/>
                  <a:gd name="T20" fmla="*/ 2147483647 w 336"/>
                  <a:gd name="T21" fmla="*/ 2147483647 h 89"/>
                  <a:gd name="T22" fmla="*/ 2147483647 w 336"/>
                  <a:gd name="T23" fmla="*/ 2147483647 h 89"/>
                  <a:gd name="T24" fmla="*/ 2147483647 w 336"/>
                  <a:gd name="T25" fmla="*/ 2147483647 h 89"/>
                  <a:gd name="T26" fmla="*/ 2147483647 w 336"/>
                  <a:gd name="T27" fmla="*/ 2147483647 h 89"/>
                  <a:gd name="T28" fmla="*/ 2147483647 w 336"/>
                  <a:gd name="T29" fmla="*/ 2147483647 h 89"/>
                  <a:gd name="T30" fmla="*/ 2147483647 w 336"/>
                  <a:gd name="T31" fmla="*/ 2147483647 h 89"/>
                  <a:gd name="T32" fmla="*/ 2147483647 w 336"/>
                  <a:gd name="T33" fmla="*/ 2147483647 h 89"/>
                  <a:gd name="T34" fmla="*/ 2147483647 w 336"/>
                  <a:gd name="T35" fmla="*/ 2147483647 h 89"/>
                  <a:gd name="T36" fmla="*/ 2147483647 w 336"/>
                  <a:gd name="T37" fmla="*/ 2147483647 h 89"/>
                  <a:gd name="T38" fmla="*/ 2147483647 w 336"/>
                  <a:gd name="T39" fmla="*/ 2147483647 h 89"/>
                  <a:gd name="T40" fmla="*/ 2147483647 w 336"/>
                  <a:gd name="T41" fmla="*/ 2147483647 h 89"/>
                  <a:gd name="T42" fmla="*/ 2147483647 w 336"/>
                  <a:gd name="T43" fmla="*/ 2147483647 h 89"/>
                  <a:gd name="T44" fmla="*/ 2147483647 w 336"/>
                  <a:gd name="T45" fmla="*/ 2147483647 h 89"/>
                  <a:gd name="T46" fmla="*/ 2147483647 w 336"/>
                  <a:gd name="T47" fmla="*/ 2147483647 h 89"/>
                  <a:gd name="T48" fmla="*/ 2147483647 w 336"/>
                  <a:gd name="T49" fmla="*/ 2147483647 h 89"/>
                  <a:gd name="T50" fmla="*/ 2147483647 w 336"/>
                  <a:gd name="T51" fmla="*/ 2147483647 h 89"/>
                  <a:gd name="T52" fmla="*/ 2147483647 w 336"/>
                  <a:gd name="T53" fmla="*/ 2147483647 h 89"/>
                  <a:gd name="T54" fmla="*/ 0 w 336"/>
                  <a:gd name="T55" fmla="*/ 2147483647 h 89"/>
                  <a:gd name="T56" fmla="*/ 0 w 336"/>
                  <a:gd name="T57" fmla="*/ 2147483647 h 89"/>
                  <a:gd name="T58" fmla="*/ 2147483647 w 336"/>
                  <a:gd name="T59" fmla="*/ 2147483647 h 89"/>
                  <a:gd name="T60" fmla="*/ 2147483647 w 336"/>
                  <a:gd name="T61" fmla="*/ 2147483647 h 89"/>
                  <a:gd name="T62" fmla="*/ 2147483647 w 336"/>
                  <a:gd name="T63" fmla="*/ 2147483647 h 89"/>
                  <a:gd name="T64" fmla="*/ 2147483647 w 336"/>
                  <a:gd name="T65" fmla="*/ 2147483647 h 89"/>
                  <a:gd name="T66" fmla="*/ 2147483647 w 336"/>
                  <a:gd name="T67" fmla="*/ 2147483647 h 89"/>
                  <a:gd name="T68" fmla="*/ 2147483647 w 336"/>
                  <a:gd name="T69" fmla="*/ 2147483647 h 89"/>
                  <a:gd name="T70" fmla="*/ 2147483647 w 336"/>
                  <a:gd name="T71" fmla="*/ 2147483647 h 89"/>
                  <a:gd name="T72" fmla="*/ 2147483647 w 336"/>
                  <a:gd name="T73" fmla="*/ 0 h 89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336"/>
                  <a:gd name="T112" fmla="*/ 0 h 89"/>
                  <a:gd name="T113" fmla="*/ 336 w 336"/>
                  <a:gd name="T114" fmla="*/ 89 h 89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336" h="89">
                    <a:moveTo>
                      <a:pt x="44" y="0"/>
                    </a:moveTo>
                    <a:lnTo>
                      <a:pt x="295" y="0"/>
                    </a:lnTo>
                    <a:lnTo>
                      <a:pt x="303" y="1"/>
                    </a:lnTo>
                    <a:lnTo>
                      <a:pt x="311" y="4"/>
                    </a:lnTo>
                    <a:lnTo>
                      <a:pt x="318" y="8"/>
                    </a:lnTo>
                    <a:lnTo>
                      <a:pt x="324" y="13"/>
                    </a:lnTo>
                    <a:lnTo>
                      <a:pt x="329" y="21"/>
                    </a:lnTo>
                    <a:lnTo>
                      <a:pt x="333" y="28"/>
                    </a:lnTo>
                    <a:lnTo>
                      <a:pt x="335" y="37"/>
                    </a:lnTo>
                    <a:lnTo>
                      <a:pt x="336" y="45"/>
                    </a:lnTo>
                    <a:lnTo>
                      <a:pt x="335" y="54"/>
                    </a:lnTo>
                    <a:lnTo>
                      <a:pt x="333" y="62"/>
                    </a:lnTo>
                    <a:lnTo>
                      <a:pt x="329" y="70"/>
                    </a:lnTo>
                    <a:lnTo>
                      <a:pt x="324" y="76"/>
                    </a:lnTo>
                    <a:lnTo>
                      <a:pt x="318" y="81"/>
                    </a:lnTo>
                    <a:lnTo>
                      <a:pt x="311" y="86"/>
                    </a:lnTo>
                    <a:lnTo>
                      <a:pt x="303" y="88"/>
                    </a:lnTo>
                    <a:lnTo>
                      <a:pt x="295" y="89"/>
                    </a:lnTo>
                    <a:lnTo>
                      <a:pt x="44" y="89"/>
                    </a:lnTo>
                    <a:lnTo>
                      <a:pt x="35" y="88"/>
                    </a:lnTo>
                    <a:lnTo>
                      <a:pt x="27" y="86"/>
                    </a:lnTo>
                    <a:lnTo>
                      <a:pt x="19" y="81"/>
                    </a:lnTo>
                    <a:lnTo>
                      <a:pt x="13" y="76"/>
                    </a:lnTo>
                    <a:lnTo>
                      <a:pt x="8" y="70"/>
                    </a:lnTo>
                    <a:lnTo>
                      <a:pt x="3" y="62"/>
                    </a:lnTo>
                    <a:lnTo>
                      <a:pt x="1" y="54"/>
                    </a:lnTo>
                    <a:lnTo>
                      <a:pt x="0" y="45"/>
                    </a:lnTo>
                    <a:lnTo>
                      <a:pt x="1" y="37"/>
                    </a:lnTo>
                    <a:lnTo>
                      <a:pt x="3" y="28"/>
                    </a:lnTo>
                    <a:lnTo>
                      <a:pt x="8" y="21"/>
                    </a:lnTo>
                    <a:lnTo>
                      <a:pt x="13" y="13"/>
                    </a:lnTo>
                    <a:lnTo>
                      <a:pt x="19" y="8"/>
                    </a:lnTo>
                    <a:lnTo>
                      <a:pt x="27" y="4"/>
                    </a:lnTo>
                    <a:lnTo>
                      <a:pt x="35" y="1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7" name="Freeform 163"/>
              <p:cNvSpPr>
                <a:spLocks/>
              </p:cNvSpPr>
              <p:nvPr/>
            </p:nvSpPr>
            <p:spPr bwMode="auto">
              <a:xfrm>
                <a:off x="1544638" y="3684588"/>
                <a:ext cx="127000" cy="33337"/>
              </a:xfrm>
              <a:custGeom>
                <a:avLst/>
                <a:gdLst>
                  <a:gd name="T0" fmla="*/ 2147483647 w 323"/>
                  <a:gd name="T1" fmla="*/ 0 h 84"/>
                  <a:gd name="T2" fmla="*/ 2147483647 w 323"/>
                  <a:gd name="T3" fmla="*/ 0 h 84"/>
                  <a:gd name="T4" fmla="*/ 2147483647 w 323"/>
                  <a:gd name="T5" fmla="*/ 2147483647 h 84"/>
                  <a:gd name="T6" fmla="*/ 2147483647 w 323"/>
                  <a:gd name="T7" fmla="*/ 2147483647 h 84"/>
                  <a:gd name="T8" fmla="*/ 2147483647 w 323"/>
                  <a:gd name="T9" fmla="*/ 2147483647 h 84"/>
                  <a:gd name="T10" fmla="*/ 2147483647 w 323"/>
                  <a:gd name="T11" fmla="*/ 2147483647 h 84"/>
                  <a:gd name="T12" fmla="*/ 2147483647 w 323"/>
                  <a:gd name="T13" fmla="*/ 2147483647 h 84"/>
                  <a:gd name="T14" fmla="*/ 2147483647 w 323"/>
                  <a:gd name="T15" fmla="*/ 2147483647 h 84"/>
                  <a:gd name="T16" fmla="*/ 2147483647 w 323"/>
                  <a:gd name="T17" fmla="*/ 2147483647 h 84"/>
                  <a:gd name="T18" fmla="*/ 2147483647 w 323"/>
                  <a:gd name="T19" fmla="*/ 2147483647 h 84"/>
                  <a:gd name="T20" fmla="*/ 2147483647 w 323"/>
                  <a:gd name="T21" fmla="*/ 2147483647 h 84"/>
                  <a:gd name="T22" fmla="*/ 2147483647 w 323"/>
                  <a:gd name="T23" fmla="*/ 2147483647 h 84"/>
                  <a:gd name="T24" fmla="*/ 2147483647 w 323"/>
                  <a:gd name="T25" fmla="*/ 2147483647 h 84"/>
                  <a:gd name="T26" fmla="*/ 2147483647 w 323"/>
                  <a:gd name="T27" fmla="*/ 2147483647 h 84"/>
                  <a:gd name="T28" fmla="*/ 2147483647 w 323"/>
                  <a:gd name="T29" fmla="*/ 2147483647 h 84"/>
                  <a:gd name="T30" fmla="*/ 2147483647 w 323"/>
                  <a:gd name="T31" fmla="*/ 2147483647 h 84"/>
                  <a:gd name="T32" fmla="*/ 2147483647 w 323"/>
                  <a:gd name="T33" fmla="*/ 2147483647 h 84"/>
                  <a:gd name="T34" fmla="*/ 2147483647 w 323"/>
                  <a:gd name="T35" fmla="*/ 2147483647 h 84"/>
                  <a:gd name="T36" fmla="*/ 2147483647 w 323"/>
                  <a:gd name="T37" fmla="*/ 2147483647 h 84"/>
                  <a:gd name="T38" fmla="*/ 2147483647 w 323"/>
                  <a:gd name="T39" fmla="*/ 2147483647 h 84"/>
                  <a:gd name="T40" fmla="*/ 2147483647 w 323"/>
                  <a:gd name="T41" fmla="*/ 2147483647 h 84"/>
                  <a:gd name="T42" fmla="*/ 2147483647 w 323"/>
                  <a:gd name="T43" fmla="*/ 2147483647 h 84"/>
                  <a:gd name="T44" fmla="*/ 2147483647 w 323"/>
                  <a:gd name="T45" fmla="*/ 2147483647 h 84"/>
                  <a:gd name="T46" fmla="*/ 2147483647 w 323"/>
                  <a:gd name="T47" fmla="*/ 2147483647 h 84"/>
                  <a:gd name="T48" fmla="*/ 2147483647 w 323"/>
                  <a:gd name="T49" fmla="*/ 2147483647 h 84"/>
                  <a:gd name="T50" fmla="*/ 2147483647 w 323"/>
                  <a:gd name="T51" fmla="*/ 2147483647 h 84"/>
                  <a:gd name="T52" fmla="*/ 2147483647 w 323"/>
                  <a:gd name="T53" fmla="*/ 2147483647 h 84"/>
                  <a:gd name="T54" fmla="*/ 0 w 323"/>
                  <a:gd name="T55" fmla="*/ 2147483647 h 84"/>
                  <a:gd name="T56" fmla="*/ 0 w 323"/>
                  <a:gd name="T57" fmla="*/ 2147483647 h 84"/>
                  <a:gd name="T58" fmla="*/ 2147483647 w 323"/>
                  <a:gd name="T59" fmla="*/ 2147483647 h 84"/>
                  <a:gd name="T60" fmla="*/ 2147483647 w 323"/>
                  <a:gd name="T61" fmla="*/ 2147483647 h 84"/>
                  <a:gd name="T62" fmla="*/ 2147483647 w 323"/>
                  <a:gd name="T63" fmla="*/ 2147483647 h 84"/>
                  <a:gd name="T64" fmla="*/ 2147483647 w 323"/>
                  <a:gd name="T65" fmla="*/ 2147483647 h 84"/>
                  <a:gd name="T66" fmla="*/ 2147483647 w 323"/>
                  <a:gd name="T67" fmla="*/ 2147483647 h 84"/>
                  <a:gd name="T68" fmla="*/ 2147483647 w 323"/>
                  <a:gd name="T69" fmla="*/ 2147483647 h 84"/>
                  <a:gd name="T70" fmla="*/ 2147483647 w 323"/>
                  <a:gd name="T71" fmla="*/ 2147483647 h 84"/>
                  <a:gd name="T72" fmla="*/ 2147483647 w 323"/>
                  <a:gd name="T73" fmla="*/ 0 h 84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323"/>
                  <a:gd name="T112" fmla="*/ 0 h 84"/>
                  <a:gd name="T113" fmla="*/ 323 w 323"/>
                  <a:gd name="T114" fmla="*/ 84 h 84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323" h="84">
                    <a:moveTo>
                      <a:pt x="43" y="0"/>
                    </a:moveTo>
                    <a:lnTo>
                      <a:pt x="282" y="0"/>
                    </a:lnTo>
                    <a:lnTo>
                      <a:pt x="290" y="1"/>
                    </a:lnTo>
                    <a:lnTo>
                      <a:pt x="297" y="3"/>
                    </a:lnTo>
                    <a:lnTo>
                      <a:pt x="305" y="8"/>
                    </a:lnTo>
                    <a:lnTo>
                      <a:pt x="311" y="13"/>
                    </a:lnTo>
                    <a:lnTo>
                      <a:pt x="315" y="18"/>
                    </a:lnTo>
                    <a:lnTo>
                      <a:pt x="320" y="26"/>
                    </a:lnTo>
                    <a:lnTo>
                      <a:pt x="322" y="33"/>
                    </a:lnTo>
                    <a:lnTo>
                      <a:pt x="323" y="42"/>
                    </a:lnTo>
                    <a:lnTo>
                      <a:pt x="322" y="50"/>
                    </a:lnTo>
                    <a:lnTo>
                      <a:pt x="320" y="59"/>
                    </a:lnTo>
                    <a:lnTo>
                      <a:pt x="315" y="65"/>
                    </a:lnTo>
                    <a:lnTo>
                      <a:pt x="311" y="72"/>
                    </a:lnTo>
                    <a:lnTo>
                      <a:pt x="305" y="77"/>
                    </a:lnTo>
                    <a:lnTo>
                      <a:pt x="297" y="81"/>
                    </a:lnTo>
                    <a:lnTo>
                      <a:pt x="290" y="83"/>
                    </a:lnTo>
                    <a:lnTo>
                      <a:pt x="282" y="84"/>
                    </a:lnTo>
                    <a:lnTo>
                      <a:pt x="43" y="84"/>
                    </a:lnTo>
                    <a:lnTo>
                      <a:pt x="35" y="83"/>
                    </a:lnTo>
                    <a:lnTo>
                      <a:pt x="26" y="81"/>
                    </a:lnTo>
                    <a:lnTo>
                      <a:pt x="20" y="77"/>
                    </a:lnTo>
                    <a:lnTo>
                      <a:pt x="13" y="72"/>
                    </a:lnTo>
                    <a:lnTo>
                      <a:pt x="8" y="65"/>
                    </a:lnTo>
                    <a:lnTo>
                      <a:pt x="4" y="59"/>
                    </a:lnTo>
                    <a:lnTo>
                      <a:pt x="1" y="50"/>
                    </a:lnTo>
                    <a:lnTo>
                      <a:pt x="0" y="42"/>
                    </a:lnTo>
                    <a:lnTo>
                      <a:pt x="1" y="33"/>
                    </a:lnTo>
                    <a:lnTo>
                      <a:pt x="4" y="26"/>
                    </a:lnTo>
                    <a:lnTo>
                      <a:pt x="8" y="18"/>
                    </a:lnTo>
                    <a:lnTo>
                      <a:pt x="13" y="13"/>
                    </a:lnTo>
                    <a:lnTo>
                      <a:pt x="20" y="8"/>
                    </a:lnTo>
                    <a:lnTo>
                      <a:pt x="26" y="3"/>
                    </a:lnTo>
                    <a:lnTo>
                      <a:pt x="35" y="1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8" name="Freeform 165"/>
              <p:cNvSpPr>
                <a:spLocks/>
              </p:cNvSpPr>
              <p:nvPr/>
            </p:nvSpPr>
            <p:spPr bwMode="auto">
              <a:xfrm>
                <a:off x="1530351" y="3308350"/>
                <a:ext cx="166688" cy="315912"/>
              </a:xfrm>
              <a:custGeom>
                <a:avLst/>
                <a:gdLst>
                  <a:gd name="T0" fmla="*/ 0 w 422"/>
                  <a:gd name="T1" fmla="*/ 2147483647 h 796"/>
                  <a:gd name="T2" fmla="*/ 2147483647 w 422"/>
                  <a:gd name="T3" fmla="*/ 0 h 796"/>
                  <a:gd name="T4" fmla="*/ 2147483647 w 422"/>
                  <a:gd name="T5" fmla="*/ 2147483647 h 796"/>
                  <a:gd name="T6" fmla="*/ 2147483647 w 422"/>
                  <a:gd name="T7" fmla="*/ 2147483647 h 796"/>
                  <a:gd name="T8" fmla="*/ 2147483647 w 422"/>
                  <a:gd name="T9" fmla="*/ 2147483647 h 796"/>
                  <a:gd name="T10" fmla="*/ 2147483647 w 422"/>
                  <a:gd name="T11" fmla="*/ 2147483647 h 796"/>
                  <a:gd name="T12" fmla="*/ 2147483647 w 422"/>
                  <a:gd name="T13" fmla="*/ 2147483647 h 796"/>
                  <a:gd name="T14" fmla="*/ 2147483647 w 422"/>
                  <a:gd name="T15" fmla="*/ 2147483647 h 796"/>
                  <a:gd name="T16" fmla="*/ 2147483647 w 422"/>
                  <a:gd name="T17" fmla="*/ 2147483647 h 796"/>
                  <a:gd name="T18" fmla="*/ 2147483647 w 422"/>
                  <a:gd name="T19" fmla="*/ 2147483647 h 796"/>
                  <a:gd name="T20" fmla="*/ 2147483647 w 422"/>
                  <a:gd name="T21" fmla="*/ 2147483647 h 796"/>
                  <a:gd name="T22" fmla="*/ 2147483647 w 422"/>
                  <a:gd name="T23" fmla="*/ 2147483647 h 796"/>
                  <a:gd name="T24" fmla="*/ 2147483647 w 422"/>
                  <a:gd name="T25" fmla="*/ 2147483647 h 796"/>
                  <a:gd name="T26" fmla="*/ 2147483647 w 422"/>
                  <a:gd name="T27" fmla="*/ 2147483647 h 796"/>
                  <a:gd name="T28" fmla="*/ 2147483647 w 422"/>
                  <a:gd name="T29" fmla="*/ 2147483647 h 796"/>
                  <a:gd name="T30" fmla="*/ 2147483647 w 422"/>
                  <a:gd name="T31" fmla="*/ 2147483647 h 796"/>
                  <a:gd name="T32" fmla="*/ 2147483647 w 422"/>
                  <a:gd name="T33" fmla="*/ 2147483647 h 796"/>
                  <a:gd name="T34" fmla="*/ 2147483647 w 422"/>
                  <a:gd name="T35" fmla="*/ 2147483647 h 796"/>
                  <a:gd name="T36" fmla="*/ 0 w 422"/>
                  <a:gd name="T37" fmla="*/ 2147483647 h 796"/>
                  <a:gd name="T38" fmla="*/ 0 w 422"/>
                  <a:gd name="T39" fmla="*/ 2147483647 h 79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22"/>
                  <a:gd name="T61" fmla="*/ 0 h 796"/>
                  <a:gd name="T62" fmla="*/ 422 w 422"/>
                  <a:gd name="T63" fmla="*/ 796 h 79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22" h="796">
                    <a:moveTo>
                      <a:pt x="0" y="7"/>
                    </a:moveTo>
                    <a:lnTo>
                      <a:pt x="422" y="0"/>
                    </a:lnTo>
                    <a:lnTo>
                      <a:pt x="422" y="745"/>
                    </a:lnTo>
                    <a:lnTo>
                      <a:pt x="406" y="758"/>
                    </a:lnTo>
                    <a:lnTo>
                      <a:pt x="387" y="769"/>
                    </a:lnTo>
                    <a:lnTo>
                      <a:pt x="365" y="779"/>
                    </a:lnTo>
                    <a:lnTo>
                      <a:pt x="341" y="786"/>
                    </a:lnTo>
                    <a:lnTo>
                      <a:pt x="314" y="791"/>
                    </a:lnTo>
                    <a:lnTo>
                      <a:pt x="286" y="795"/>
                    </a:lnTo>
                    <a:lnTo>
                      <a:pt x="256" y="796"/>
                    </a:lnTo>
                    <a:lnTo>
                      <a:pt x="226" y="796"/>
                    </a:lnTo>
                    <a:lnTo>
                      <a:pt x="195" y="792"/>
                    </a:lnTo>
                    <a:lnTo>
                      <a:pt x="165" y="787"/>
                    </a:lnTo>
                    <a:lnTo>
                      <a:pt x="135" y="780"/>
                    </a:lnTo>
                    <a:lnTo>
                      <a:pt x="105" y="770"/>
                    </a:lnTo>
                    <a:lnTo>
                      <a:pt x="76" y="758"/>
                    </a:lnTo>
                    <a:lnTo>
                      <a:pt x="48" y="744"/>
                    </a:lnTo>
                    <a:lnTo>
                      <a:pt x="24" y="727"/>
                    </a:lnTo>
                    <a:lnTo>
                      <a:pt x="0" y="708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D1AF9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9" name="Freeform 167"/>
              <p:cNvSpPr>
                <a:spLocks/>
              </p:cNvSpPr>
              <p:nvPr/>
            </p:nvSpPr>
            <p:spPr bwMode="auto">
              <a:xfrm>
                <a:off x="1530351" y="3297238"/>
                <a:ext cx="166688" cy="319087"/>
              </a:xfrm>
              <a:custGeom>
                <a:avLst/>
                <a:gdLst>
                  <a:gd name="T0" fmla="*/ 0 w 422"/>
                  <a:gd name="T1" fmla="*/ 2147483647 h 802"/>
                  <a:gd name="T2" fmla="*/ 2147483647 w 422"/>
                  <a:gd name="T3" fmla="*/ 0 h 802"/>
                  <a:gd name="T4" fmla="*/ 2147483647 w 422"/>
                  <a:gd name="T5" fmla="*/ 2147483647 h 802"/>
                  <a:gd name="T6" fmla="*/ 2147483647 w 422"/>
                  <a:gd name="T7" fmla="*/ 2147483647 h 802"/>
                  <a:gd name="T8" fmla="*/ 2147483647 w 422"/>
                  <a:gd name="T9" fmla="*/ 2147483647 h 802"/>
                  <a:gd name="T10" fmla="*/ 2147483647 w 422"/>
                  <a:gd name="T11" fmla="*/ 2147483647 h 802"/>
                  <a:gd name="T12" fmla="*/ 2147483647 w 422"/>
                  <a:gd name="T13" fmla="*/ 2147483647 h 802"/>
                  <a:gd name="T14" fmla="*/ 2147483647 w 422"/>
                  <a:gd name="T15" fmla="*/ 2147483647 h 802"/>
                  <a:gd name="T16" fmla="*/ 2147483647 w 422"/>
                  <a:gd name="T17" fmla="*/ 2147483647 h 802"/>
                  <a:gd name="T18" fmla="*/ 2147483647 w 422"/>
                  <a:gd name="T19" fmla="*/ 2147483647 h 802"/>
                  <a:gd name="T20" fmla="*/ 2147483647 w 422"/>
                  <a:gd name="T21" fmla="*/ 2147483647 h 802"/>
                  <a:gd name="T22" fmla="*/ 2147483647 w 422"/>
                  <a:gd name="T23" fmla="*/ 2147483647 h 802"/>
                  <a:gd name="T24" fmla="*/ 2147483647 w 422"/>
                  <a:gd name="T25" fmla="*/ 2147483647 h 802"/>
                  <a:gd name="T26" fmla="*/ 2147483647 w 422"/>
                  <a:gd name="T27" fmla="*/ 2147483647 h 802"/>
                  <a:gd name="T28" fmla="*/ 2147483647 w 422"/>
                  <a:gd name="T29" fmla="*/ 2147483647 h 802"/>
                  <a:gd name="T30" fmla="*/ 2147483647 w 422"/>
                  <a:gd name="T31" fmla="*/ 2147483647 h 802"/>
                  <a:gd name="T32" fmla="*/ 2147483647 w 422"/>
                  <a:gd name="T33" fmla="*/ 2147483647 h 802"/>
                  <a:gd name="T34" fmla="*/ 2147483647 w 422"/>
                  <a:gd name="T35" fmla="*/ 2147483647 h 802"/>
                  <a:gd name="T36" fmla="*/ 0 w 422"/>
                  <a:gd name="T37" fmla="*/ 2147483647 h 802"/>
                  <a:gd name="T38" fmla="*/ 0 w 422"/>
                  <a:gd name="T39" fmla="*/ 2147483647 h 80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22"/>
                  <a:gd name="T61" fmla="*/ 0 h 802"/>
                  <a:gd name="T62" fmla="*/ 422 w 422"/>
                  <a:gd name="T63" fmla="*/ 802 h 802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22" h="802">
                    <a:moveTo>
                      <a:pt x="0" y="8"/>
                    </a:moveTo>
                    <a:lnTo>
                      <a:pt x="422" y="0"/>
                    </a:lnTo>
                    <a:lnTo>
                      <a:pt x="422" y="747"/>
                    </a:lnTo>
                    <a:lnTo>
                      <a:pt x="406" y="759"/>
                    </a:lnTo>
                    <a:lnTo>
                      <a:pt x="387" y="771"/>
                    </a:lnTo>
                    <a:lnTo>
                      <a:pt x="365" y="780"/>
                    </a:lnTo>
                    <a:lnTo>
                      <a:pt x="341" y="788"/>
                    </a:lnTo>
                    <a:lnTo>
                      <a:pt x="314" y="795"/>
                    </a:lnTo>
                    <a:lnTo>
                      <a:pt x="286" y="799"/>
                    </a:lnTo>
                    <a:lnTo>
                      <a:pt x="256" y="801"/>
                    </a:lnTo>
                    <a:lnTo>
                      <a:pt x="226" y="802"/>
                    </a:lnTo>
                    <a:lnTo>
                      <a:pt x="195" y="801"/>
                    </a:lnTo>
                    <a:lnTo>
                      <a:pt x="165" y="798"/>
                    </a:lnTo>
                    <a:lnTo>
                      <a:pt x="135" y="793"/>
                    </a:lnTo>
                    <a:lnTo>
                      <a:pt x="105" y="786"/>
                    </a:lnTo>
                    <a:lnTo>
                      <a:pt x="76" y="778"/>
                    </a:lnTo>
                    <a:lnTo>
                      <a:pt x="48" y="766"/>
                    </a:lnTo>
                    <a:lnTo>
                      <a:pt x="24" y="753"/>
                    </a:lnTo>
                    <a:lnTo>
                      <a:pt x="0" y="738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51442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0" name="Freeform 169"/>
              <p:cNvSpPr>
                <a:spLocks/>
              </p:cNvSpPr>
              <p:nvPr/>
            </p:nvSpPr>
            <p:spPr bwMode="auto">
              <a:xfrm>
                <a:off x="1562101" y="3606800"/>
                <a:ext cx="58738" cy="15875"/>
              </a:xfrm>
              <a:custGeom>
                <a:avLst/>
                <a:gdLst>
                  <a:gd name="T0" fmla="*/ 0 w 150"/>
                  <a:gd name="T1" fmla="*/ 0 h 40"/>
                  <a:gd name="T2" fmla="*/ 2147483647 w 150"/>
                  <a:gd name="T3" fmla="*/ 2147483647 h 40"/>
                  <a:gd name="T4" fmla="*/ 2147483647 w 150"/>
                  <a:gd name="T5" fmla="*/ 2147483647 h 40"/>
                  <a:gd name="T6" fmla="*/ 2147483647 w 150"/>
                  <a:gd name="T7" fmla="*/ 2147483647 h 40"/>
                  <a:gd name="T8" fmla="*/ 2147483647 w 150"/>
                  <a:gd name="T9" fmla="*/ 2147483647 h 40"/>
                  <a:gd name="T10" fmla="*/ 2147483647 w 150"/>
                  <a:gd name="T11" fmla="*/ 2147483647 h 40"/>
                  <a:gd name="T12" fmla="*/ 2147483647 w 150"/>
                  <a:gd name="T13" fmla="*/ 2147483647 h 40"/>
                  <a:gd name="T14" fmla="*/ 2147483647 w 150"/>
                  <a:gd name="T15" fmla="*/ 2147483647 h 40"/>
                  <a:gd name="T16" fmla="*/ 0 w 150"/>
                  <a:gd name="T17" fmla="*/ 0 h 4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50"/>
                  <a:gd name="T28" fmla="*/ 0 h 40"/>
                  <a:gd name="T29" fmla="*/ 150 w 150"/>
                  <a:gd name="T30" fmla="*/ 40 h 4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50" h="40">
                    <a:moveTo>
                      <a:pt x="0" y="0"/>
                    </a:moveTo>
                    <a:lnTo>
                      <a:pt x="49" y="20"/>
                    </a:lnTo>
                    <a:lnTo>
                      <a:pt x="100" y="24"/>
                    </a:lnTo>
                    <a:lnTo>
                      <a:pt x="150" y="32"/>
                    </a:lnTo>
                    <a:lnTo>
                      <a:pt x="143" y="40"/>
                    </a:lnTo>
                    <a:lnTo>
                      <a:pt x="119" y="40"/>
                    </a:lnTo>
                    <a:lnTo>
                      <a:pt x="64" y="29"/>
                    </a:lnTo>
                    <a:lnTo>
                      <a:pt x="14" y="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BC9B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1" name="Freeform 171"/>
              <p:cNvSpPr>
                <a:spLocks/>
              </p:cNvSpPr>
              <p:nvPr/>
            </p:nvSpPr>
            <p:spPr bwMode="auto">
              <a:xfrm>
                <a:off x="1530351" y="3289300"/>
                <a:ext cx="166688" cy="11112"/>
              </a:xfrm>
              <a:custGeom>
                <a:avLst/>
                <a:gdLst>
                  <a:gd name="T0" fmla="*/ 0 w 422"/>
                  <a:gd name="T1" fmla="*/ 2147483647 h 30"/>
                  <a:gd name="T2" fmla="*/ 2147483647 w 422"/>
                  <a:gd name="T3" fmla="*/ 0 h 30"/>
                  <a:gd name="T4" fmla="*/ 2147483647 w 422"/>
                  <a:gd name="T5" fmla="*/ 0 h 30"/>
                  <a:gd name="T6" fmla="*/ 2147483647 w 422"/>
                  <a:gd name="T7" fmla="*/ 2147483647 h 30"/>
                  <a:gd name="T8" fmla="*/ 0 w 422"/>
                  <a:gd name="T9" fmla="*/ 2147483647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2"/>
                  <a:gd name="T16" fmla="*/ 0 h 30"/>
                  <a:gd name="T17" fmla="*/ 422 w 422"/>
                  <a:gd name="T18" fmla="*/ 30 h 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2" h="30">
                    <a:moveTo>
                      <a:pt x="0" y="30"/>
                    </a:moveTo>
                    <a:lnTo>
                      <a:pt x="24" y="0"/>
                    </a:lnTo>
                    <a:lnTo>
                      <a:pt x="422" y="0"/>
                    </a:lnTo>
                    <a:lnTo>
                      <a:pt x="422" y="3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776B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2" name="Freeform 173"/>
              <p:cNvSpPr>
                <a:spLocks/>
              </p:cNvSpPr>
              <p:nvPr/>
            </p:nvSpPr>
            <p:spPr bwMode="auto">
              <a:xfrm>
                <a:off x="1531938" y="3289300"/>
                <a:ext cx="6350" cy="304800"/>
              </a:xfrm>
              <a:custGeom>
                <a:avLst/>
                <a:gdLst>
                  <a:gd name="T0" fmla="*/ 2147483647 w 20"/>
                  <a:gd name="T1" fmla="*/ 0 h 771"/>
                  <a:gd name="T2" fmla="*/ 2147483647 w 20"/>
                  <a:gd name="T3" fmla="*/ 2147483647 h 771"/>
                  <a:gd name="T4" fmla="*/ 2147483647 w 20"/>
                  <a:gd name="T5" fmla="*/ 2147483647 h 771"/>
                  <a:gd name="T6" fmla="*/ 2147483647 w 20"/>
                  <a:gd name="T7" fmla="*/ 2147483647 h 771"/>
                  <a:gd name="T8" fmla="*/ 0 w 20"/>
                  <a:gd name="T9" fmla="*/ 2147483647 h 771"/>
                  <a:gd name="T10" fmla="*/ 2147483647 w 20"/>
                  <a:gd name="T11" fmla="*/ 0 h 77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0"/>
                  <a:gd name="T19" fmla="*/ 0 h 771"/>
                  <a:gd name="T20" fmla="*/ 20 w 20"/>
                  <a:gd name="T21" fmla="*/ 771 h 77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0" h="771">
                    <a:moveTo>
                      <a:pt x="20" y="0"/>
                    </a:moveTo>
                    <a:lnTo>
                      <a:pt x="20" y="65"/>
                    </a:lnTo>
                    <a:lnTo>
                      <a:pt x="20" y="771"/>
                    </a:lnTo>
                    <a:lnTo>
                      <a:pt x="1" y="723"/>
                    </a:lnTo>
                    <a:lnTo>
                      <a:pt x="0" y="28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3" name="Freeform 175"/>
              <p:cNvSpPr>
                <a:spLocks/>
              </p:cNvSpPr>
              <p:nvPr/>
            </p:nvSpPr>
            <p:spPr bwMode="auto">
              <a:xfrm>
                <a:off x="1695451" y="3275013"/>
                <a:ext cx="17463" cy="320675"/>
              </a:xfrm>
              <a:custGeom>
                <a:avLst/>
                <a:gdLst>
                  <a:gd name="T0" fmla="*/ 2147483647 w 42"/>
                  <a:gd name="T1" fmla="*/ 2147483647 h 809"/>
                  <a:gd name="T2" fmla="*/ 2147483647 w 42"/>
                  <a:gd name="T3" fmla="*/ 2147483647 h 809"/>
                  <a:gd name="T4" fmla="*/ 2147483647 w 42"/>
                  <a:gd name="T5" fmla="*/ 0 h 809"/>
                  <a:gd name="T6" fmla="*/ 2147483647 w 42"/>
                  <a:gd name="T7" fmla="*/ 2147483647 h 809"/>
                  <a:gd name="T8" fmla="*/ 2147483647 w 42"/>
                  <a:gd name="T9" fmla="*/ 2147483647 h 809"/>
                  <a:gd name="T10" fmla="*/ 0 w 42"/>
                  <a:gd name="T11" fmla="*/ 2147483647 h 809"/>
                  <a:gd name="T12" fmla="*/ 2147483647 w 42"/>
                  <a:gd name="T13" fmla="*/ 2147483647 h 8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2"/>
                  <a:gd name="T22" fmla="*/ 0 h 809"/>
                  <a:gd name="T23" fmla="*/ 42 w 42"/>
                  <a:gd name="T24" fmla="*/ 809 h 80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2" h="809">
                    <a:moveTo>
                      <a:pt x="2" y="39"/>
                    </a:moveTo>
                    <a:lnTo>
                      <a:pt x="31" y="20"/>
                    </a:lnTo>
                    <a:lnTo>
                      <a:pt x="42" y="0"/>
                    </a:lnTo>
                    <a:lnTo>
                      <a:pt x="42" y="746"/>
                    </a:lnTo>
                    <a:lnTo>
                      <a:pt x="25" y="788"/>
                    </a:lnTo>
                    <a:lnTo>
                      <a:pt x="0" y="809"/>
                    </a:lnTo>
                    <a:lnTo>
                      <a:pt x="2" y="39"/>
                    </a:lnTo>
                    <a:close/>
                  </a:path>
                </a:pathLst>
              </a:custGeom>
              <a:solidFill>
                <a:srgbClr val="776B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4" name="Freeform 177"/>
              <p:cNvSpPr>
                <a:spLocks/>
              </p:cNvSpPr>
              <p:nvPr/>
            </p:nvSpPr>
            <p:spPr bwMode="auto">
              <a:xfrm>
                <a:off x="1541463" y="3638550"/>
                <a:ext cx="26988" cy="28575"/>
              </a:xfrm>
              <a:custGeom>
                <a:avLst/>
                <a:gdLst>
                  <a:gd name="T0" fmla="*/ 2147483647 w 70"/>
                  <a:gd name="T1" fmla="*/ 0 h 71"/>
                  <a:gd name="T2" fmla="*/ 2147483647 w 70"/>
                  <a:gd name="T3" fmla="*/ 2147483647 h 71"/>
                  <a:gd name="T4" fmla="*/ 2147483647 w 70"/>
                  <a:gd name="T5" fmla="*/ 2147483647 h 71"/>
                  <a:gd name="T6" fmla="*/ 2147483647 w 70"/>
                  <a:gd name="T7" fmla="*/ 2147483647 h 71"/>
                  <a:gd name="T8" fmla="*/ 2147483647 w 70"/>
                  <a:gd name="T9" fmla="*/ 2147483647 h 71"/>
                  <a:gd name="T10" fmla="*/ 2147483647 w 70"/>
                  <a:gd name="T11" fmla="*/ 2147483647 h 71"/>
                  <a:gd name="T12" fmla="*/ 2147483647 w 70"/>
                  <a:gd name="T13" fmla="*/ 2147483647 h 71"/>
                  <a:gd name="T14" fmla="*/ 2147483647 w 70"/>
                  <a:gd name="T15" fmla="*/ 2147483647 h 71"/>
                  <a:gd name="T16" fmla="*/ 2147483647 w 70"/>
                  <a:gd name="T17" fmla="*/ 2147483647 h 71"/>
                  <a:gd name="T18" fmla="*/ 2147483647 w 70"/>
                  <a:gd name="T19" fmla="*/ 2147483647 h 71"/>
                  <a:gd name="T20" fmla="*/ 2147483647 w 70"/>
                  <a:gd name="T21" fmla="*/ 2147483647 h 71"/>
                  <a:gd name="T22" fmla="*/ 2147483647 w 70"/>
                  <a:gd name="T23" fmla="*/ 2147483647 h 71"/>
                  <a:gd name="T24" fmla="*/ 2147483647 w 70"/>
                  <a:gd name="T25" fmla="*/ 2147483647 h 71"/>
                  <a:gd name="T26" fmla="*/ 2147483647 w 70"/>
                  <a:gd name="T27" fmla="*/ 2147483647 h 71"/>
                  <a:gd name="T28" fmla="*/ 2147483647 w 70"/>
                  <a:gd name="T29" fmla="*/ 2147483647 h 71"/>
                  <a:gd name="T30" fmla="*/ 2147483647 w 70"/>
                  <a:gd name="T31" fmla="*/ 2147483647 h 71"/>
                  <a:gd name="T32" fmla="*/ 2147483647 w 70"/>
                  <a:gd name="T33" fmla="*/ 2147483647 h 71"/>
                  <a:gd name="T34" fmla="*/ 2147483647 w 70"/>
                  <a:gd name="T35" fmla="*/ 2147483647 h 71"/>
                  <a:gd name="T36" fmla="*/ 2147483647 w 70"/>
                  <a:gd name="T37" fmla="*/ 2147483647 h 71"/>
                  <a:gd name="T38" fmla="*/ 2147483647 w 70"/>
                  <a:gd name="T39" fmla="*/ 2147483647 h 71"/>
                  <a:gd name="T40" fmla="*/ 2147483647 w 70"/>
                  <a:gd name="T41" fmla="*/ 2147483647 h 71"/>
                  <a:gd name="T42" fmla="*/ 2147483647 w 70"/>
                  <a:gd name="T43" fmla="*/ 2147483647 h 71"/>
                  <a:gd name="T44" fmla="*/ 2147483647 w 70"/>
                  <a:gd name="T45" fmla="*/ 2147483647 h 71"/>
                  <a:gd name="T46" fmla="*/ 2147483647 w 70"/>
                  <a:gd name="T47" fmla="*/ 2147483647 h 71"/>
                  <a:gd name="T48" fmla="*/ 0 w 70"/>
                  <a:gd name="T49" fmla="*/ 2147483647 h 71"/>
                  <a:gd name="T50" fmla="*/ 2147483647 w 70"/>
                  <a:gd name="T51" fmla="*/ 2147483647 h 71"/>
                  <a:gd name="T52" fmla="*/ 2147483647 w 70"/>
                  <a:gd name="T53" fmla="*/ 2147483647 h 71"/>
                  <a:gd name="T54" fmla="*/ 2147483647 w 70"/>
                  <a:gd name="T55" fmla="*/ 2147483647 h 71"/>
                  <a:gd name="T56" fmla="*/ 2147483647 w 70"/>
                  <a:gd name="T57" fmla="*/ 2147483647 h 71"/>
                  <a:gd name="T58" fmla="*/ 2147483647 w 70"/>
                  <a:gd name="T59" fmla="*/ 2147483647 h 71"/>
                  <a:gd name="T60" fmla="*/ 2147483647 w 70"/>
                  <a:gd name="T61" fmla="*/ 2147483647 h 71"/>
                  <a:gd name="T62" fmla="*/ 2147483647 w 70"/>
                  <a:gd name="T63" fmla="*/ 2147483647 h 71"/>
                  <a:gd name="T64" fmla="*/ 2147483647 w 70"/>
                  <a:gd name="T65" fmla="*/ 0 h 7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70"/>
                  <a:gd name="T100" fmla="*/ 0 h 71"/>
                  <a:gd name="T101" fmla="*/ 70 w 70"/>
                  <a:gd name="T102" fmla="*/ 71 h 7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70" h="71">
                    <a:moveTo>
                      <a:pt x="35" y="0"/>
                    </a:moveTo>
                    <a:lnTo>
                      <a:pt x="43" y="1"/>
                    </a:lnTo>
                    <a:lnTo>
                      <a:pt x="49" y="3"/>
                    </a:lnTo>
                    <a:lnTo>
                      <a:pt x="55" y="6"/>
                    </a:lnTo>
                    <a:lnTo>
                      <a:pt x="61" y="11"/>
                    </a:lnTo>
                    <a:lnTo>
                      <a:pt x="65" y="16"/>
                    </a:lnTo>
                    <a:lnTo>
                      <a:pt x="68" y="22"/>
                    </a:lnTo>
                    <a:lnTo>
                      <a:pt x="69" y="29"/>
                    </a:lnTo>
                    <a:lnTo>
                      <a:pt x="70" y="36"/>
                    </a:lnTo>
                    <a:lnTo>
                      <a:pt x="69" y="44"/>
                    </a:lnTo>
                    <a:lnTo>
                      <a:pt x="68" y="50"/>
                    </a:lnTo>
                    <a:lnTo>
                      <a:pt x="65" y="55"/>
                    </a:lnTo>
                    <a:lnTo>
                      <a:pt x="61" y="61"/>
                    </a:lnTo>
                    <a:lnTo>
                      <a:pt x="55" y="65"/>
                    </a:lnTo>
                    <a:lnTo>
                      <a:pt x="49" y="68"/>
                    </a:lnTo>
                    <a:lnTo>
                      <a:pt x="43" y="70"/>
                    </a:lnTo>
                    <a:lnTo>
                      <a:pt x="35" y="71"/>
                    </a:lnTo>
                    <a:lnTo>
                      <a:pt x="28" y="70"/>
                    </a:lnTo>
                    <a:lnTo>
                      <a:pt x="21" y="68"/>
                    </a:lnTo>
                    <a:lnTo>
                      <a:pt x="16" y="65"/>
                    </a:lnTo>
                    <a:lnTo>
                      <a:pt x="11" y="61"/>
                    </a:lnTo>
                    <a:lnTo>
                      <a:pt x="6" y="55"/>
                    </a:lnTo>
                    <a:lnTo>
                      <a:pt x="3" y="50"/>
                    </a:lnTo>
                    <a:lnTo>
                      <a:pt x="1" y="44"/>
                    </a:lnTo>
                    <a:lnTo>
                      <a:pt x="0" y="36"/>
                    </a:lnTo>
                    <a:lnTo>
                      <a:pt x="1" y="29"/>
                    </a:lnTo>
                    <a:lnTo>
                      <a:pt x="3" y="22"/>
                    </a:lnTo>
                    <a:lnTo>
                      <a:pt x="6" y="16"/>
                    </a:lnTo>
                    <a:lnTo>
                      <a:pt x="11" y="11"/>
                    </a:lnTo>
                    <a:lnTo>
                      <a:pt x="16" y="6"/>
                    </a:lnTo>
                    <a:lnTo>
                      <a:pt x="21" y="3"/>
                    </a:lnTo>
                    <a:lnTo>
                      <a:pt x="28" y="1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5" name="Freeform 179"/>
              <p:cNvSpPr>
                <a:spLocks/>
              </p:cNvSpPr>
              <p:nvPr/>
            </p:nvSpPr>
            <p:spPr bwMode="auto">
              <a:xfrm>
                <a:off x="1582738" y="3638550"/>
                <a:ext cx="28575" cy="28575"/>
              </a:xfrm>
              <a:custGeom>
                <a:avLst/>
                <a:gdLst>
                  <a:gd name="T0" fmla="*/ 2147483647 w 70"/>
                  <a:gd name="T1" fmla="*/ 0 h 71"/>
                  <a:gd name="T2" fmla="*/ 2147483647 w 70"/>
                  <a:gd name="T3" fmla="*/ 2147483647 h 71"/>
                  <a:gd name="T4" fmla="*/ 2147483647 w 70"/>
                  <a:gd name="T5" fmla="*/ 2147483647 h 71"/>
                  <a:gd name="T6" fmla="*/ 2147483647 w 70"/>
                  <a:gd name="T7" fmla="*/ 2147483647 h 71"/>
                  <a:gd name="T8" fmla="*/ 2147483647 w 70"/>
                  <a:gd name="T9" fmla="*/ 2147483647 h 71"/>
                  <a:gd name="T10" fmla="*/ 2147483647 w 70"/>
                  <a:gd name="T11" fmla="*/ 2147483647 h 71"/>
                  <a:gd name="T12" fmla="*/ 2147483647 w 70"/>
                  <a:gd name="T13" fmla="*/ 2147483647 h 71"/>
                  <a:gd name="T14" fmla="*/ 2147483647 w 70"/>
                  <a:gd name="T15" fmla="*/ 2147483647 h 71"/>
                  <a:gd name="T16" fmla="*/ 2147483647 w 70"/>
                  <a:gd name="T17" fmla="*/ 2147483647 h 71"/>
                  <a:gd name="T18" fmla="*/ 2147483647 w 70"/>
                  <a:gd name="T19" fmla="*/ 2147483647 h 71"/>
                  <a:gd name="T20" fmla="*/ 2147483647 w 70"/>
                  <a:gd name="T21" fmla="*/ 2147483647 h 71"/>
                  <a:gd name="T22" fmla="*/ 2147483647 w 70"/>
                  <a:gd name="T23" fmla="*/ 2147483647 h 71"/>
                  <a:gd name="T24" fmla="*/ 2147483647 w 70"/>
                  <a:gd name="T25" fmla="*/ 2147483647 h 71"/>
                  <a:gd name="T26" fmla="*/ 2147483647 w 70"/>
                  <a:gd name="T27" fmla="*/ 2147483647 h 71"/>
                  <a:gd name="T28" fmla="*/ 2147483647 w 70"/>
                  <a:gd name="T29" fmla="*/ 2147483647 h 71"/>
                  <a:gd name="T30" fmla="*/ 2147483647 w 70"/>
                  <a:gd name="T31" fmla="*/ 2147483647 h 71"/>
                  <a:gd name="T32" fmla="*/ 2147483647 w 70"/>
                  <a:gd name="T33" fmla="*/ 2147483647 h 71"/>
                  <a:gd name="T34" fmla="*/ 2147483647 w 70"/>
                  <a:gd name="T35" fmla="*/ 2147483647 h 71"/>
                  <a:gd name="T36" fmla="*/ 2147483647 w 70"/>
                  <a:gd name="T37" fmla="*/ 2147483647 h 71"/>
                  <a:gd name="T38" fmla="*/ 2147483647 w 70"/>
                  <a:gd name="T39" fmla="*/ 2147483647 h 71"/>
                  <a:gd name="T40" fmla="*/ 2147483647 w 70"/>
                  <a:gd name="T41" fmla="*/ 2147483647 h 71"/>
                  <a:gd name="T42" fmla="*/ 2147483647 w 70"/>
                  <a:gd name="T43" fmla="*/ 2147483647 h 71"/>
                  <a:gd name="T44" fmla="*/ 2147483647 w 70"/>
                  <a:gd name="T45" fmla="*/ 2147483647 h 71"/>
                  <a:gd name="T46" fmla="*/ 2147483647 w 70"/>
                  <a:gd name="T47" fmla="*/ 2147483647 h 71"/>
                  <a:gd name="T48" fmla="*/ 0 w 70"/>
                  <a:gd name="T49" fmla="*/ 2147483647 h 71"/>
                  <a:gd name="T50" fmla="*/ 2147483647 w 70"/>
                  <a:gd name="T51" fmla="*/ 2147483647 h 71"/>
                  <a:gd name="T52" fmla="*/ 2147483647 w 70"/>
                  <a:gd name="T53" fmla="*/ 2147483647 h 71"/>
                  <a:gd name="T54" fmla="*/ 2147483647 w 70"/>
                  <a:gd name="T55" fmla="*/ 2147483647 h 71"/>
                  <a:gd name="T56" fmla="*/ 2147483647 w 70"/>
                  <a:gd name="T57" fmla="*/ 2147483647 h 71"/>
                  <a:gd name="T58" fmla="*/ 2147483647 w 70"/>
                  <a:gd name="T59" fmla="*/ 2147483647 h 71"/>
                  <a:gd name="T60" fmla="*/ 2147483647 w 70"/>
                  <a:gd name="T61" fmla="*/ 2147483647 h 71"/>
                  <a:gd name="T62" fmla="*/ 2147483647 w 70"/>
                  <a:gd name="T63" fmla="*/ 2147483647 h 71"/>
                  <a:gd name="T64" fmla="*/ 2147483647 w 70"/>
                  <a:gd name="T65" fmla="*/ 0 h 7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70"/>
                  <a:gd name="T100" fmla="*/ 0 h 71"/>
                  <a:gd name="T101" fmla="*/ 70 w 70"/>
                  <a:gd name="T102" fmla="*/ 71 h 7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70" h="71">
                    <a:moveTo>
                      <a:pt x="35" y="0"/>
                    </a:moveTo>
                    <a:lnTo>
                      <a:pt x="42" y="1"/>
                    </a:lnTo>
                    <a:lnTo>
                      <a:pt x="50" y="3"/>
                    </a:lnTo>
                    <a:lnTo>
                      <a:pt x="55" y="6"/>
                    </a:lnTo>
                    <a:lnTo>
                      <a:pt x="60" y="11"/>
                    </a:lnTo>
                    <a:lnTo>
                      <a:pt x="65" y="16"/>
                    </a:lnTo>
                    <a:lnTo>
                      <a:pt x="68" y="22"/>
                    </a:lnTo>
                    <a:lnTo>
                      <a:pt x="69" y="29"/>
                    </a:lnTo>
                    <a:lnTo>
                      <a:pt x="70" y="36"/>
                    </a:lnTo>
                    <a:lnTo>
                      <a:pt x="69" y="44"/>
                    </a:lnTo>
                    <a:lnTo>
                      <a:pt x="68" y="50"/>
                    </a:lnTo>
                    <a:lnTo>
                      <a:pt x="65" y="55"/>
                    </a:lnTo>
                    <a:lnTo>
                      <a:pt x="60" y="61"/>
                    </a:lnTo>
                    <a:lnTo>
                      <a:pt x="55" y="65"/>
                    </a:lnTo>
                    <a:lnTo>
                      <a:pt x="50" y="68"/>
                    </a:lnTo>
                    <a:lnTo>
                      <a:pt x="42" y="70"/>
                    </a:lnTo>
                    <a:lnTo>
                      <a:pt x="35" y="71"/>
                    </a:lnTo>
                    <a:lnTo>
                      <a:pt x="27" y="70"/>
                    </a:lnTo>
                    <a:lnTo>
                      <a:pt x="21" y="68"/>
                    </a:lnTo>
                    <a:lnTo>
                      <a:pt x="16" y="65"/>
                    </a:lnTo>
                    <a:lnTo>
                      <a:pt x="10" y="61"/>
                    </a:lnTo>
                    <a:lnTo>
                      <a:pt x="6" y="55"/>
                    </a:lnTo>
                    <a:lnTo>
                      <a:pt x="3" y="50"/>
                    </a:lnTo>
                    <a:lnTo>
                      <a:pt x="1" y="44"/>
                    </a:lnTo>
                    <a:lnTo>
                      <a:pt x="0" y="36"/>
                    </a:lnTo>
                    <a:lnTo>
                      <a:pt x="1" y="29"/>
                    </a:lnTo>
                    <a:lnTo>
                      <a:pt x="3" y="22"/>
                    </a:lnTo>
                    <a:lnTo>
                      <a:pt x="6" y="16"/>
                    </a:lnTo>
                    <a:lnTo>
                      <a:pt x="10" y="11"/>
                    </a:lnTo>
                    <a:lnTo>
                      <a:pt x="16" y="6"/>
                    </a:lnTo>
                    <a:lnTo>
                      <a:pt x="21" y="3"/>
                    </a:lnTo>
                    <a:lnTo>
                      <a:pt x="27" y="1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6" name="Freeform 181"/>
              <p:cNvSpPr>
                <a:spLocks/>
              </p:cNvSpPr>
              <p:nvPr/>
            </p:nvSpPr>
            <p:spPr bwMode="auto">
              <a:xfrm>
                <a:off x="1543051" y="3641725"/>
                <a:ext cx="23813" cy="22225"/>
              </a:xfrm>
              <a:custGeom>
                <a:avLst/>
                <a:gdLst>
                  <a:gd name="T0" fmla="*/ 2147483647 w 59"/>
                  <a:gd name="T1" fmla="*/ 0 h 59"/>
                  <a:gd name="T2" fmla="*/ 2147483647 w 59"/>
                  <a:gd name="T3" fmla="*/ 2147483647 h 59"/>
                  <a:gd name="T4" fmla="*/ 2147483647 w 59"/>
                  <a:gd name="T5" fmla="*/ 2147483647 h 59"/>
                  <a:gd name="T6" fmla="*/ 2147483647 w 59"/>
                  <a:gd name="T7" fmla="*/ 2147483647 h 59"/>
                  <a:gd name="T8" fmla="*/ 2147483647 w 59"/>
                  <a:gd name="T9" fmla="*/ 2147483647 h 59"/>
                  <a:gd name="T10" fmla="*/ 2147483647 w 59"/>
                  <a:gd name="T11" fmla="*/ 2147483647 h 59"/>
                  <a:gd name="T12" fmla="*/ 2147483647 w 59"/>
                  <a:gd name="T13" fmla="*/ 2147483647 h 59"/>
                  <a:gd name="T14" fmla="*/ 2147483647 w 59"/>
                  <a:gd name="T15" fmla="*/ 2147483647 h 59"/>
                  <a:gd name="T16" fmla="*/ 2147483647 w 59"/>
                  <a:gd name="T17" fmla="*/ 2147483647 h 59"/>
                  <a:gd name="T18" fmla="*/ 2147483647 w 59"/>
                  <a:gd name="T19" fmla="*/ 2147483647 h 59"/>
                  <a:gd name="T20" fmla="*/ 2147483647 w 59"/>
                  <a:gd name="T21" fmla="*/ 2147483647 h 59"/>
                  <a:gd name="T22" fmla="*/ 2147483647 w 59"/>
                  <a:gd name="T23" fmla="*/ 2147483647 h 59"/>
                  <a:gd name="T24" fmla="*/ 0 w 59"/>
                  <a:gd name="T25" fmla="*/ 2147483647 h 59"/>
                  <a:gd name="T26" fmla="*/ 2147483647 w 59"/>
                  <a:gd name="T27" fmla="*/ 2147483647 h 59"/>
                  <a:gd name="T28" fmla="*/ 2147483647 w 59"/>
                  <a:gd name="T29" fmla="*/ 2147483647 h 59"/>
                  <a:gd name="T30" fmla="*/ 2147483647 w 59"/>
                  <a:gd name="T31" fmla="*/ 2147483647 h 59"/>
                  <a:gd name="T32" fmla="*/ 2147483647 w 59"/>
                  <a:gd name="T33" fmla="*/ 0 h 5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9"/>
                  <a:gd name="T52" fmla="*/ 0 h 59"/>
                  <a:gd name="T53" fmla="*/ 59 w 59"/>
                  <a:gd name="T54" fmla="*/ 59 h 5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9" h="59">
                    <a:moveTo>
                      <a:pt x="30" y="0"/>
                    </a:moveTo>
                    <a:lnTo>
                      <a:pt x="42" y="2"/>
                    </a:lnTo>
                    <a:lnTo>
                      <a:pt x="50" y="9"/>
                    </a:lnTo>
                    <a:lnTo>
                      <a:pt x="57" y="18"/>
                    </a:lnTo>
                    <a:lnTo>
                      <a:pt x="59" y="30"/>
                    </a:lnTo>
                    <a:lnTo>
                      <a:pt x="57" y="42"/>
                    </a:lnTo>
                    <a:lnTo>
                      <a:pt x="50" y="50"/>
                    </a:lnTo>
                    <a:lnTo>
                      <a:pt x="42" y="57"/>
                    </a:lnTo>
                    <a:lnTo>
                      <a:pt x="30" y="59"/>
                    </a:lnTo>
                    <a:lnTo>
                      <a:pt x="18" y="57"/>
                    </a:lnTo>
                    <a:lnTo>
                      <a:pt x="9" y="50"/>
                    </a:lnTo>
                    <a:lnTo>
                      <a:pt x="2" y="42"/>
                    </a:lnTo>
                    <a:lnTo>
                      <a:pt x="0" y="30"/>
                    </a:lnTo>
                    <a:lnTo>
                      <a:pt x="2" y="18"/>
                    </a:lnTo>
                    <a:lnTo>
                      <a:pt x="9" y="9"/>
                    </a:lnTo>
                    <a:lnTo>
                      <a:pt x="18" y="2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473A2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7" name="Freeform 183"/>
              <p:cNvSpPr>
                <a:spLocks/>
              </p:cNvSpPr>
              <p:nvPr/>
            </p:nvSpPr>
            <p:spPr bwMode="auto">
              <a:xfrm>
                <a:off x="1584326" y="3641725"/>
                <a:ext cx="23813" cy="22225"/>
              </a:xfrm>
              <a:custGeom>
                <a:avLst/>
                <a:gdLst>
                  <a:gd name="T0" fmla="*/ 2147483647 w 59"/>
                  <a:gd name="T1" fmla="*/ 0 h 59"/>
                  <a:gd name="T2" fmla="*/ 2147483647 w 59"/>
                  <a:gd name="T3" fmla="*/ 2147483647 h 59"/>
                  <a:gd name="T4" fmla="*/ 2147483647 w 59"/>
                  <a:gd name="T5" fmla="*/ 2147483647 h 59"/>
                  <a:gd name="T6" fmla="*/ 2147483647 w 59"/>
                  <a:gd name="T7" fmla="*/ 2147483647 h 59"/>
                  <a:gd name="T8" fmla="*/ 2147483647 w 59"/>
                  <a:gd name="T9" fmla="*/ 2147483647 h 59"/>
                  <a:gd name="T10" fmla="*/ 2147483647 w 59"/>
                  <a:gd name="T11" fmla="*/ 2147483647 h 59"/>
                  <a:gd name="T12" fmla="*/ 2147483647 w 59"/>
                  <a:gd name="T13" fmla="*/ 2147483647 h 59"/>
                  <a:gd name="T14" fmla="*/ 2147483647 w 59"/>
                  <a:gd name="T15" fmla="*/ 2147483647 h 59"/>
                  <a:gd name="T16" fmla="*/ 2147483647 w 59"/>
                  <a:gd name="T17" fmla="*/ 2147483647 h 59"/>
                  <a:gd name="T18" fmla="*/ 2147483647 w 59"/>
                  <a:gd name="T19" fmla="*/ 2147483647 h 59"/>
                  <a:gd name="T20" fmla="*/ 2147483647 w 59"/>
                  <a:gd name="T21" fmla="*/ 2147483647 h 59"/>
                  <a:gd name="T22" fmla="*/ 2147483647 w 59"/>
                  <a:gd name="T23" fmla="*/ 2147483647 h 59"/>
                  <a:gd name="T24" fmla="*/ 0 w 59"/>
                  <a:gd name="T25" fmla="*/ 2147483647 h 59"/>
                  <a:gd name="T26" fmla="*/ 2147483647 w 59"/>
                  <a:gd name="T27" fmla="*/ 2147483647 h 59"/>
                  <a:gd name="T28" fmla="*/ 2147483647 w 59"/>
                  <a:gd name="T29" fmla="*/ 2147483647 h 59"/>
                  <a:gd name="T30" fmla="*/ 2147483647 w 59"/>
                  <a:gd name="T31" fmla="*/ 2147483647 h 59"/>
                  <a:gd name="T32" fmla="*/ 2147483647 w 59"/>
                  <a:gd name="T33" fmla="*/ 0 h 5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9"/>
                  <a:gd name="T52" fmla="*/ 0 h 59"/>
                  <a:gd name="T53" fmla="*/ 59 w 59"/>
                  <a:gd name="T54" fmla="*/ 59 h 5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9" h="59">
                    <a:moveTo>
                      <a:pt x="30" y="0"/>
                    </a:moveTo>
                    <a:lnTo>
                      <a:pt x="42" y="2"/>
                    </a:lnTo>
                    <a:lnTo>
                      <a:pt x="50" y="9"/>
                    </a:lnTo>
                    <a:lnTo>
                      <a:pt x="57" y="18"/>
                    </a:lnTo>
                    <a:lnTo>
                      <a:pt x="59" y="30"/>
                    </a:lnTo>
                    <a:lnTo>
                      <a:pt x="57" y="42"/>
                    </a:lnTo>
                    <a:lnTo>
                      <a:pt x="50" y="50"/>
                    </a:lnTo>
                    <a:lnTo>
                      <a:pt x="42" y="57"/>
                    </a:lnTo>
                    <a:lnTo>
                      <a:pt x="30" y="59"/>
                    </a:lnTo>
                    <a:lnTo>
                      <a:pt x="18" y="57"/>
                    </a:lnTo>
                    <a:lnTo>
                      <a:pt x="8" y="50"/>
                    </a:lnTo>
                    <a:lnTo>
                      <a:pt x="2" y="42"/>
                    </a:lnTo>
                    <a:lnTo>
                      <a:pt x="0" y="30"/>
                    </a:lnTo>
                    <a:lnTo>
                      <a:pt x="2" y="18"/>
                    </a:lnTo>
                    <a:lnTo>
                      <a:pt x="8" y="9"/>
                    </a:lnTo>
                    <a:lnTo>
                      <a:pt x="18" y="2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473A2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8" name="Freeform 185"/>
              <p:cNvSpPr>
                <a:spLocks/>
              </p:cNvSpPr>
              <p:nvPr/>
            </p:nvSpPr>
            <p:spPr bwMode="auto">
              <a:xfrm>
                <a:off x="1546226" y="3643313"/>
                <a:ext cx="20638" cy="19050"/>
              </a:xfrm>
              <a:custGeom>
                <a:avLst/>
                <a:gdLst>
                  <a:gd name="T0" fmla="*/ 2147483647 w 50"/>
                  <a:gd name="T1" fmla="*/ 0 h 52"/>
                  <a:gd name="T2" fmla="*/ 2147483647 w 50"/>
                  <a:gd name="T3" fmla="*/ 2147483647 h 52"/>
                  <a:gd name="T4" fmla="*/ 2147483647 w 50"/>
                  <a:gd name="T5" fmla="*/ 2147483647 h 52"/>
                  <a:gd name="T6" fmla="*/ 2147483647 w 50"/>
                  <a:gd name="T7" fmla="*/ 2147483647 h 52"/>
                  <a:gd name="T8" fmla="*/ 2147483647 w 50"/>
                  <a:gd name="T9" fmla="*/ 2147483647 h 52"/>
                  <a:gd name="T10" fmla="*/ 2147483647 w 50"/>
                  <a:gd name="T11" fmla="*/ 2147483647 h 52"/>
                  <a:gd name="T12" fmla="*/ 2147483647 w 50"/>
                  <a:gd name="T13" fmla="*/ 2147483647 h 52"/>
                  <a:gd name="T14" fmla="*/ 2147483647 w 50"/>
                  <a:gd name="T15" fmla="*/ 2147483647 h 52"/>
                  <a:gd name="T16" fmla="*/ 2147483647 w 50"/>
                  <a:gd name="T17" fmla="*/ 2147483647 h 52"/>
                  <a:gd name="T18" fmla="*/ 2147483647 w 50"/>
                  <a:gd name="T19" fmla="*/ 2147483647 h 52"/>
                  <a:gd name="T20" fmla="*/ 2147483647 w 50"/>
                  <a:gd name="T21" fmla="*/ 2147483647 h 52"/>
                  <a:gd name="T22" fmla="*/ 2147483647 w 50"/>
                  <a:gd name="T23" fmla="*/ 2147483647 h 52"/>
                  <a:gd name="T24" fmla="*/ 0 w 50"/>
                  <a:gd name="T25" fmla="*/ 2147483647 h 52"/>
                  <a:gd name="T26" fmla="*/ 2147483647 w 50"/>
                  <a:gd name="T27" fmla="*/ 2147483647 h 52"/>
                  <a:gd name="T28" fmla="*/ 2147483647 w 50"/>
                  <a:gd name="T29" fmla="*/ 2147483647 h 52"/>
                  <a:gd name="T30" fmla="*/ 2147483647 w 50"/>
                  <a:gd name="T31" fmla="*/ 2147483647 h 52"/>
                  <a:gd name="T32" fmla="*/ 2147483647 w 50"/>
                  <a:gd name="T33" fmla="*/ 0 h 5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0"/>
                  <a:gd name="T52" fmla="*/ 0 h 52"/>
                  <a:gd name="T53" fmla="*/ 50 w 50"/>
                  <a:gd name="T54" fmla="*/ 52 h 52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0" h="52">
                    <a:moveTo>
                      <a:pt x="24" y="0"/>
                    </a:moveTo>
                    <a:lnTo>
                      <a:pt x="34" y="3"/>
                    </a:lnTo>
                    <a:lnTo>
                      <a:pt x="43" y="8"/>
                    </a:lnTo>
                    <a:lnTo>
                      <a:pt x="48" y="16"/>
                    </a:lnTo>
                    <a:lnTo>
                      <a:pt x="50" y="26"/>
                    </a:lnTo>
                    <a:lnTo>
                      <a:pt x="48" y="36"/>
                    </a:lnTo>
                    <a:lnTo>
                      <a:pt x="43" y="44"/>
                    </a:lnTo>
                    <a:lnTo>
                      <a:pt x="34" y="50"/>
                    </a:lnTo>
                    <a:lnTo>
                      <a:pt x="24" y="52"/>
                    </a:lnTo>
                    <a:lnTo>
                      <a:pt x="15" y="50"/>
                    </a:lnTo>
                    <a:lnTo>
                      <a:pt x="7" y="44"/>
                    </a:lnTo>
                    <a:lnTo>
                      <a:pt x="2" y="36"/>
                    </a:lnTo>
                    <a:lnTo>
                      <a:pt x="0" y="26"/>
                    </a:lnTo>
                    <a:lnTo>
                      <a:pt x="2" y="16"/>
                    </a:lnTo>
                    <a:lnTo>
                      <a:pt x="7" y="8"/>
                    </a:lnTo>
                    <a:lnTo>
                      <a:pt x="15" y="3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776B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9" name="Freeform 187"/>
              <p:cNvSpPr>
                <a:spLocks/>
              </p:cNvSpPr>
              <p:nvPr/>
            </p:nvSpPr>
            <p:spPr bwMode="auto">
              <a:xfrm>
                <a:off x="1589088" y="3643313"/>
                <a:ext cx="19050" cy="19050"/>
              </a:xfrm>
              <a:custGeom>
                <a:avLst/>
                <a:gdLst>
                  <a:gd name="T0" fmla="*/ 2147483647 w 51"/>
                  <a:gd name="T1" fmla="*/ 0 h 52"/>
                  <a:gd name="T2" fmla="*/ 2147483647 w 51"/>
                  <a:gd name="T3" fmla="*/ 2147483647 h 52"/>
                  <a:gd name="T4" fmla="*/ 2147483647 w 51"/>
                  <a:gd name="T5" fmla="*/ 2147483647 h 52"/>
                  <a:gd name="T6" fmla="*/ 2147483647 w 51"/>
                  <a:gd name="T7" fmla="*/ 2147483647 h 52"/>
                  <a:gd name="T8" fmla="*/ 2147483647 w 51"/>
                  <a:gd name="T9" fmla="*/ 2147483647 h 52"/>
                  <a:gd name="T10" fmla="*/ 2147483647 w 51"/>
                  <a:gd name="T11" fmla="*/ 2147483647 h 52"/>
                  <a:gd name="T12" fmla="*/ 2147483647 w 51"/>
                  <a:gd name="T13" fmla="*/ 2147483647 h 52"/>
                  <a:gd name="T14" fmla="*/ 2147483647 w 51"/>
                  <a:gd name="T15" fmla="*/ 2147483647 h 52"/>
                  <a:gd name="T16" fmla="*/ 2147483647 w 51"/>
                  <a:gd name="T17" fmla="*/ 2147483647 h 52"/>
                  <a:gd name="T18" fmla="*/ 2147483647 w 51"/>
                  <a:gd name="T19" fmla="*/ 2147483647 h 52"/>
                  <a:gd name="T20" fmla="*/ 2147483647 w 51"/>
                  <a:gd name="T21" fmla="*/ 2147483647 h 52"/>
                  <a:gd name="T22" fmla="*/ 2147483647 w 51"/>
                  <a:gd name="T23" fmla="*/ 2147483647 h 52"/>
                  <a:gd name="T24" fmla="*/ 0 w 51"/>
                  <a:gd name="T25" fmla="*/ 2147483647 h 52"/>
                  <a:gd name="T26" fmla="*/ 2147483647 w 51"/>
                  <a:gd name="T27" fmla="*/ 2147483647 h 52"/>
                  <a:gd name="T28" fmla="*/ 2147483647 w 51"/>
                  <a:gd name="T29" fmla="*/ 2147483647 h 52"/>
                  <a:gd name="T30" fmla="*/ 2147483647 w 51"/>
                  <a:gd name="T31" fmla="*/ 2147483647 h 52"/>
                  <a:gd name="T32" fmla="*/ 2147483647 w 51"/>
                  <a:gd name="T33" fmla="*/ 0 h 5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1"/>
                  <a:gd name="T52" fmla="*/ 0 h 52"/>
                  <a:gd name="T53" fmla="*/ 51 w 51"/>
                  <a:gd name="T54" fmla="*/ 52 h 52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1" h="52">
                    <a:moveTo>
                      <a:pt x="25" y="0"/>
                    </a:moveTo>
                    <a:lnTo>
                      <a:pt x="35" y="3"/>
                    </a:lnTo>
                    <a:lnTo>
                      <a:pt x="43" y="8"/>
                    </a:lnTo>
                    <a:lnTo>
                      <a:pt x="49" y="16"/>
                    </a:lnTo>
                    <a:lnTo>
                      <a:pt x="51" y="26"/>
                    </a:lnTo>
                    <a:lnTo>
                      <a:pt x="49" y="36"/>
                    </a:lnTo>
                    <a:lnTo>
                      <a:pt x="43" y="44"/>
                    </a:lnTo>
                    <a:lnTo>
                      <a:pt x="35" y="50"/>
                    </a:lnTo>
                    <a:lnTo>
                      <a:pt x="25" y="52"/>
                    </a:lnTo>
                    <a:lnTo>
                      <a:pt x="15" y="50"/>
                    </a:lnTo>
                    <a:lnTo>
                      <a:pt x="8" y="44"/>
                    </a:lnTo>
                    <a:lnTo>
                      <a:pt x="3" y="36"/>
                    </a:lnTo>
                    <a:lnTo>
                      <a:pt x="0" y="26"/>
                    </a:lnTo>
                    <a:lnTo>
                      <a:pt x="3" y="16"/>
                    </a:lnTo>
                    <a:lnTo>
                      <a:pt x="8" y="8"/>
                    </a:lnTo>
                    <a:lnTo>
                      <a:pt x="15" y="3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776B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0" name="Freeform 189"/>
              <p:cNvSpPr>
                <a:spLocks/>
              </p:cNvSpPr>
              <p:nvPr/>
            </p:nvSpPr>
            <p:spPr bwMode="auto">
              <a:xfrm>
                <a:off x="1552576" y="3646488"/>
                <a:ext cx="14288" cy="14287"/>
              </a:xfrm>
              <a:custGeom>
                <a:avLst/>
                <a:gdLst>
                  <a:gd name="T0" fmla="*/ 2147483647 w 35"/>
                  <a:gd name="T1" fmla="*/ 0 h 35"/>
                  <a:gd name="T2" fmla="*/ 2147483647 w 35"/>
                  <a:gd name="T3" fmla="*/ 2147483647 h 35"/>
                  <a:gd name="T4" fmla="*/ 2147483647 w 35"/>
                  <a:gd name="T5" fmla="*/ 2147483647 h 35"/>
                  <a:gd name="T6" fmla="*/ 2147483647 w 35"/>
                  <a:gd name="T7" fmla="*/ 2147483647 h 35"/>
                  <a:gd name="T8" fmla="*/ 2147483647 w 35"/>
                  <a:gd name="T9" fmla="*/ 2147483647 h 35"/>
                  <a:gd name="T10" fmla="*/ 2147483647 w 35"/>
                  <a:gd name="T11" fmla="*/ 2147483647 h 35"/>
                  <a:gd name="T12" fmla="*/ 2147483647 w 35"/>
                  <a:gd name="T13" fmla="*/ 2147483647 h 35"/>
                  <a:gd name="T14" fmla="*/ 2147483647 w 35"/>
                  <a:gd name="T15" fmla="*/ 2147483647 h 35"/>
                  <a:gd name="T16" fmla="*/ 2147483647 w 35"/>
                  <a:gd name="T17" fmla="*/ 2147483647 h 35"/>
                  <a:gd name="T18" fmla="*/ 2147483647 w 35"/>
                  <a:gd name="T19" fmla="*/ 2147483647 h 35"/>
                  <a:gd name="T20" fmla="*/ 2147483647 w 35"/>
                  <a:gd name="T21" fmla="*/ 2147483647 h 35"/>
                  <a:gd name="T22" fmla="*/ 2147483647 w 35"/>
                  <a:gd name="T23" fmla="*/ 2147483647 h 35"/>
                  <a:gd name="T24" fmla="*/ 0 w 35"/>
                  <a:gd name="T25" fmla="*/ 2147483647 h 35"/>
                  <a:gd name="T26" fmla="*/ 2147483647 w 35"/>
                  <a:gd name="T27" fmla="*/ 2147483647 h 35"/>
                  <a:gd name="T28" fmla="*/ 2147483647 w 35"/>
                  <a:gd name="T29" fmla="*/ 2147483647 h 35"/>
                  <a:gd name="T30" fmla="*/ 2147483647 w 35"/>
                  <a:gd name="T31" fmla="*/ 2147483647 h 35"/>
                  <a:gd name="T32" fmla="*/ 2147483647 w 35"/>
                  <a:gd name="T33" fmla="*/ 0 h 3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5"/>
                  <a:gd name="T52" fmla="*/ 0 h 35"/>
                  <a:gd name="T53" fmla="*/ 35 w 35"/>
                  <a:gd name="T54" fmla="*/ 35 h 35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5" h="35">
                    <a:moveTo>
                      <a:pt x="17" y="0"/>
                    </a:moveTo>
                    <a:lnTo>
                      <a:pt x="24" y="1"/>
                    </a:lnTo>
                    <a:lnTo>
                      <a:pt x="30" y="5"/>
                    </a:lnTo>
                    <a:lnTo>
                      <a:pt x="34" y="11"/>
                    </a:lnTo>
                    <a:lnTo>
                      <a:pt x="35" y="17"/>
                    </a:lnTo>
                    <a:lnTo>
                      <a:pt x="34" y="25"/>
                    </a:lnTo>
                    <a:lnTo>
                      <a:pt x="30" y="30"/>
                    </a:lnTo>
                    <a:lnTo>
                      <a:pt x="24" y="34"/>
                    </a:lnTo>
                    <a:lnTo>
                      <a:pt x="17" y="35"/>
                    </a:lnTo>
                    <a:lnTo>
                      <a:pt x="10" y="34"/>
                    </a:lnTo>
                    <a:lnTo>
                      <a:pt x="5" y="30"/>
                    </a:lnTo>
                    <a:lnTo>
                      <a:pt x="1" y="25"/>
                    </a:lnTo>
                    <a:lnTo>
                      <a:pt x="0" y="17"/>
                    </a:lnTo>
                    <a:lnTo>
                      <a:pt x="1" y="11"/>
                    </a:lnTo>
                    <a:lnTo>
                      <a:pt x="5" y="5"/>
                    </a:lnTo>
                    <a:lnTo>
                      <a:pt x="10" y="1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1" name="Freeform 191"/>
              <p:cNvSpPr>
                <a:spLocks/>
              </p:cNvSpPr>
              <p:nvPr/>
            </p:nvSpPr>
            <p:spPr bwMode="auto">
              <a:xfrm>
                <a:off x="1593851" y="3646488"/>
                <a:ext cx="14288" cy="14287"/>
              </a:xfrm>
              <a:custGeom>
                <a:avLst/>
                <a:gdLst>
                  <a:gd name="T0" fmla="*/ 2147483647 w 36"/>
                  <a:gd name="T1" fmla="*/ 0 h 35"/>
                  <a:gd name="T2" fmla="*/ 2147483647 w 36"/>
                  <a:gd name="T3" fmla="*/ 2147483647 h 35"/>
                  <a:gd name="T4" fmla="*/ 2147483647 w 36"/>
                  <a:gd name="T5" fmla="*/ 2147483647 h 35"/>
                  <a:gd name="T6" fmla="*/ 2147483647 w 36"/>
                  <a:gd name="T7" fmla="*/ 2147483647 h 35"/>
                  <a:gd name="T8" fmla="*/ 2147483647 w 36"/>
                  <a:gd name="T9" fmla="*/ 2147483647 h 35"/>
                  <a:gd name="T10" fmla="*/ 2147483647 w 36"/>
                  <a:gd name="T11" fmla="*/ 2147483647 h 35"/>
                  <a:gd name="T12" fmla="*/ 2147483647 w 36"/>
                  <a:gd name="T13" fmla="*/ 2147483647 h 35"/>
                  <a:gd name="T14" fmla="*/ 2147483647 w 36"/>
                  <a:gd name="T15" fmla="*/ 2147483647 h 35"/>
                  <a:gd name="T16" fmla="*/ 2147483647 w 36"/>
                  <a:gd name="T17" fmla="*/ 2147483647 h 35"/>
                  <a:gd name="T18" fmla="*/ 2147483647 w 36"/>
                  <a:gd name="T19" fmla="*/ 2147483647 h 35"/>
                  <a:gd name="T20" fmla="*/ 2147483647 w 36"/>
                  <a:gd name="T21" fmla="*/ 2147483647 h 35"/>
                  <a:gd name="T22" fmla="*/ 2147483647 w 36"/>
                  <a:gd name="T23" fmla="*/ 2147483647 h 35"/>
                  <a:gd name="T24" fmla="*/ 0 w 36"/>
                  <a:gd name="T25" fmla="*/ 2147483647 h 35"/>
                  <a:gd name="T26" fmla="*/ 2147483647 w 36"/>
                  <a:gd name="T27" fmla="*/ 2147483647 h 35"/>
                  <a:gd name="T28" fmla="*/ 2147483647 w 36"/>
                  <a:gd name="T29" fmla="*/ 2147483647 h 35"/>
                  <a:gd name="T30" fmla="*/ 2147483647 w 36"/>
                  <a:gd name="T31" fmla="*/ 2147483647 h 35"/>
                  <a:gd name="T32" fmla="*/ 2147483647 w 36"/>
                  <a:gd name="T33" fmla="*/ 0 h 3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6"/>
                  <a:gd name="T52" fmla="*/ 0 h 35"/>
                  <a:gd name="T53" fmla="*/ 36 w 36"/>
                  <a:gd name="T54" fmla="*/ 35 h 35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6" h="35">
                    <a:moveTo>
                      <a:pt x="18" y="0"/>
                    </a:moveTo>
                    <a:lnTo>
                      <a:pt x="25" y="1"/>
                    </a:lnTo>
                    <a:lnTo>
                      <a:pt x="30" y="5"/>
                    </a:lnTo>
                    <a:lnTo>
                      <a:pt x="35" y="11"/>
                    </a:lnTo>
                    <a:lnTo>
                      <a:pt x="36" y="17"/>
                    </a:lnTo>
                    <a:lnTo>
                      <a:pt x="35" y="25"/>
                    </a:lnTo>
                    <a:lnTo>
                      <a:pt x="30" y="30"/>
                    </a:lnTo>
                    <a:lnTo>
                      <a:pt x="25" y="34"/>
                    </a:lnTo>
                    <a:lnTo>
                      <a:pt x="18" y="35"/>
                    </a:lnTo>
                    <a:lnTo>
                      <a:pt x="11" y="34"/>
                    </a:lnTo>
                    <a:lnTo>
                      <a:pt x="6" y="30"/>
                    </a:lnTo>
                    <a:lnTo>
                      <a:pt x="2" y="25"/>
                    </a:lnTo>
                    <a:lnTo>
                      <a:pt x="0" y="17"/>
                    </a:lnTo>
                    <a:lnTo>
                      <a:pt x="2" y="11"/>
                    </a:lnTo>
                    <a:lnTo>
                      <a:pt x="6" y="5"/>
                    </a:lnTo>
                    <a:lnTo>
                      <a:pt x="11" y="1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2" name="Freeform 193"/>
              <p:cNvSpPr>
                <a:spLocks/>
              </p:cNvSpPr>
              <p:nvPr/>
            </p:nvSpPr>
            <p:spPr bwMode="auto">
              <a:xfrm>
                <a:off x="1641476" y="3652838"/>
                <a:ext cx="9525" cy="9525"/>
              </a:xfrm>
              <a:custGeom>
                <a:avLst/>
                <a:gdLst>
                  <a:gd name="T0" fmla="*/ 2147483647 w 21"/>
                  <a:gd name="T1" fmla="*/ 0 h 23"/>
                  <a:gd name="T2" fmla="*/ 2147483647 w 21"/>
                  <a:gd name="T3" fmla="*/ 2147483647 h 23"/>
                  <a:gd name="T4" fmla="*/ 2147483647 w 21"/>
                  <a:gd name="T5" fmla="*/ 2147483647 h 23"/>
                  <a:gd name="T6" fmla="*/ 2147483647 w 21"/>
                  <a:gd name="T7" fmla="*/ 2147483647 h 23"/>
                  <a:gd name="T8" fmla="*/ 2147483647 w 21"/>
                  <a:gd name="T9" fmla="*/ 2147483647 h 23"/>
                  <a:gd name="T10" fmla="*/ 2147483647 w 21"/>
                  <a:gd name="T11" fmla="*/ 2147483647 h 23"/>
                  <a:gd name="T12" fmla="*/ 2147483647 w 21"/>
                  <a:gd name="T13" fmla="*/ 2147483647 h 23"/>
                  <a:gd name="T14" fmla="*/ 2147483647 w 21"/>
                  <a:gd name="T15" fmla="*/ 2147483647 h 23"/>
                  <a:gd name="T16" fmla="*/ 2147483647 w 21"/>
                  <a:gd name="T17" fmla="*/ 2147483647 h 23"/>
                  <a:gd name="T18" fmla="*/ 2147483647 w 21"/>
                  <a:gd name="T19" fmla="*/ 2147483647 h 23"/>
                  <a:gd name="T20" fmla="*/ 2147483647 w 21"/>
                  <a:gd name="T21" fmla="*/ 2147483647 h 23"/>
                  <a:gd name="T22" fmla="*/ 2147483647 w 21"/>
                  <a:gd name="T23" fmla="*/ 2147483647 h 23"/>
                  <a:gd name="T24" fmla="*/ 0 w 21"/>
                  <a:gd name="T25" fmla="*/ 2147483647 h 23"/>
                  <a:gd name="T26" fmla="*/ 2147483647 w 21"/>
                  <a:gd name="T27" fmla="*/ 2147483647 h 23"/>
                  <a:gd name="T28" fmla="*/ 2147483647 w 21"/>
                  <a:gd name="T29" fmla="*/ 2147483647 h 23"/>
                  <a:gd name="T30" fmla="*/ 2147483647 w 21"/>
                  <a:gd name="T31" fmla="*/ 2147483647 h 23"/>
                  <a:gd name="T32" fmla="*/ 2147483647 w 21"/>
                  <a:gd name="T33" fmla="*/ 0 h 2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"/>
                  <a:gd name="T52" fmla="*/ 0 h 23"/>
                  <a:gd name="T53" fmla="*/ 21 w 21"/>
                  <a:gd name="T54" fmla="*/ 23 h 2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" h="23">
                    <a:moveTo>
                      <a:pt x="11" y="0"/>
                    </a:moveTo>
                    <a:lnTo>
                      <a:pt x="15" y="1"/>
                    </a:lnTo>
                    <a:lnTo>
                      <a:pt x="18" y="3"/>
                    </a:lnTo>
                    <a:lnTo>
                      <a:pt x="20" y="7"/>
                    </a:lnTo>
                    <a:lnTo>
                      <a:pt x="21" y="12"/>
                    </a:lnTo>
                    <a:lnTo>
                      <a:pt x="20" y="16"/>
                    </a:lnTo>
                    <a:lnTo>
                      <a:pt x="18" y="20"/>
                    </a:lnTo>
                    <a:lnTo>
                      <a:pt x="15" y="22"/>
                    </a:lnTo>
                    <a:lnTo>
                      <a:pt x="11" y="23"/>
                    </a:lnTo>
                    <a:lnTo>
                      <a:pt x="6" y="22"/>
                    </a:lnTo>
                    <a:lnTo>
                      <a:pt x="3" y="20"/>
                    </a:lnTo>
                    <a:lnTo>
                      <a:pt x="1" y="16"/>
                    </a:lnTo>
                    <a:lnTo>
                      <a:pt x="0" y="12"/>
                    </a:lnTo>
                    <a:lnTo>
                      <a:pt x="1" y="7"/>
                    </a:lnTo>
                    <a:lnTo>
                      <a:pt x="3" y="3"/>
                    </a:lnTo>
                    <a:lnTo>
                      <a:pt x="6" y="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42352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3" name="Freeform 195"/>
              <p:cNvSpPr>
                <a:spLocks/>
              </p:cNvSpPr>
              <p:nvPr/>
            </p:nvSpPr>
            <p:spPr bwMode="auto">
              <a:xfrm>
                <a:off x="1658938" y="3652838"/>
                <a:ext cx="9525" cy="9525"/>
              </a:xfrm>
              <a:custGeom>
                <a:avLst/>
                <a:gdLst>
                  <a:gd name="T0" fmla="*/ 2147483647 w 21"/>
                  <a:gd name="T1" fmla="*/ 0 h 23"/>
                  <a:gd name="T2" fmla="*/ 2147483647 w 21"/>
                  <a:gd name="T3" fmla="*/ 2147483647 h 23"/>
                  <a:gd name="T4" fmla="*/ 2147483647 w 21"/>
                  <a:gd name="T5" fmla="*/ 2147483647 h 23"/>
                  <a:gd name="T6" fmla="*/ 2147483647 w 21"/>
                  <a:gd name="T7" fmla="*/ 2147483647 h 23"/>
                  <a:gd name="T8" fmla="*/ 2147483647 w 21"/>
                  <a:gd name="T9" fmla="*/ 2147483647 h 23"/>
                  <a:gd name="T10" fmla="*/ 2147483647 w 21"/>
                  <a:gd name="T11" fmla="*/ 2147483647 h 23"/>
                  <a:gd name="T12" fmla="*/ 2147483647 w 21"/>
                  <a:gd name="T13" fmla="*/ 2147483647 h 23"/>
                  <a:gd name="T14" fmla="*/ 2147483647 w 21"/>
                  <a:gd name="T15" fmla="*/ 2147483647 h 23"/>
                  <a:gd name="T16" fmla="*/ 2147483647 w 21"/>
                  <a:gd name="T17" fmla="*/ 2147483647 h 23"/>
                  <a:gd name="T18" fmla="*/ 2147483647 w 21"/>
                  <a:gd name="T19" fmla="*/ 2147483647 h 23"/>
                  <a:gd name="T20" fmla="*/ 2147483647 w 21"/>
                  <a:gd name="T21" fmla="*/ 2147483647 h 23"/>
                  <a:gd name="T22" fmla="*/ 2147483647 w 21"/>
                  <a:gd name="T23" fmla="*/ 2147483647 h 23"/>
                  <a:gd name="T24" fmla="*/ 0 w 21"/>
                  <a:gd name="T25" fmla="*/ 2147483647 h 23"/>
                  <a:gd name="T26" fmla="*/ 2147483647 w 21"/>
                  <a:gd name="T27" fmla="*/ 2147483647 h 23"/>
                  <a:gd name="T28" fmla="*/ 2147483647 w 21"/>
                  <a:gd name="T29" fmla="*/ 2147483647 h 23"/>
                  <a:gd name="T30" fmla="*/ 2147483647 w 21"/>
                  <a:gd name="T31" fmla="*/ 2147483647 h 23"/>
                  <a:gd name="T32" fmla="*/ 2147483647 w 21"/>
                  <a:gd name="T33" fmla="*/ 0 h 2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"/>
                  <a:gd name="T52" fmla="*/ 0 h 23"/>
                  <a:gd name="T53" fmla="*/ 21 w 21"/>
                  <a:gd name="T54" fmla="*/ 23 h 2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" h="23">
                    <a:moveTo>
                      <a:pt x="11" y="0"/>
                    </a:moveTo>
                    <a:lnTo>
                      <a:pt x="15" y="1"/>
                    </a:lnTo>
                    <a:lnTo>
                      <a:pt x="18" y="3"/>
                    </a:lnTo>
                    <a:lnTo>
                      <a:pt x="20" y="7"/>
                    </a:lnTo>
                    <a:lnTo>
                      <a:pt x="21" y="12"/>
                    </a:lnTo>
                    <a:lnTo>
                      <a:pt x="20" y="16"/>
                    </a:lnTo>
                    <a:lnTo>
                      <a:pt x="18" y="20"/>
                    </a:lnTo>
                    <a:lnTo>
                      <a:pt x="15" y="22"/>
                    </a:lnTo>
                    <a:lnTo>
                      <a:pt x="11" y="23"/>
                    </a:lnTo>
                    <a:lnTo>
                      <a:pt x="6" y="22"/>
                    </a:lnTo>
                    <a:lnTo>
                      <a:pt x="3" y="20"/>
                    </a:lnTo>
                    <a:lnTo>
                      <a:pt x="1" y="16"/>
                    </a:lnTo>
                    <a:lnTo>
                      <a:pt x="0" y="12"/>
                    </a:lnTo>
                    <a:lnTo>
                      <a:pt x="1" y="7"/>
                    </a:lnTo>
                    <a:lnTo>
                      <a:pt x="3" y="3"/>
                    </a:lnTo>
                    <a:lnTo>
                      <a:pt x="6" y="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42352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4" name="Freeform 197"/>
              <p:cNvSpPr>
                <a:spLocks/>
              </p:cNvSpPr>
              <p:nvPr/>
            </p:nvSpPr>
            <p:spPr bwMode="auto">
              <a:xfrm>
                <a:off x="1676401" y="3652838"/>
                <a:ext cx="7938" cy="9525"/>
              </a:xfrm>
              <a:custGeom>
                <a:avLst/>
                <a:gdLst>
                  <a:gd name="T0" fmla="*/ 2147483647 w 21"/>
                  <a:gd name="T1" fmla="*/ 0 h 23"/>
                  <a:gd name="T2" fmla="*/ 2147483647 w 21"/>
                  <a:gd name="T3" fmla="*/ 2147483647 h 23"/>
                  <a:gd name="T4" fmla="*/ 2147483647 w 21"/>
                  <a:gd name="T5" fmla="*/ 2147483647 h 23"/>
                  <a:gd name="T6" fmla="*/ 2147483647 w 21"/>
                  <a:gd name="T7" fmla="*/ 2147483647 h 23"/>
                  <a:gd name="T8" fmla="*/ 2147483647 w 21"/>
                  <a:gd name="T9" fmla="*/ 2147483647 h 23"/>
                  <a:gd name="T10" fmla="*/ 2147483647 w 21"/>
                  <a:gd name="T11" fmla="*/ 2147483647 h 23"/>
                  <a:gd name="T12" fmla="*/ 2147483647 w 21"/>
                  <a:gd name="T13" fmla="*/ 2147483647 h 23"/>
                  <a:gd name="T14" fmla="*/ 2147483647 w 21"/>
                  <a:gd name="T15" fmla="*/ 2147483647 h 23"/>
                  <a:gd name="T16" fmla="*/ 2147483647 w 21"/>
                  <a:gd name="T17" fmla="*/ 2147483647 h 23"/>
                  <a:gd name="T18" fmla="*/ 2147483647 w 21"/>
                  <a:gd name="T19" fmla="*/ 2147483647 h 23"/>
                  <a:gd name="T20" fmla="*/ 2147483647 w 21"/>
                  <a:gd name="T21" fmla="*/ 2147483647 h 23"/>
                  <a:gd name="T22" fmla="*/ 2147483647 w 21"/>
                  <a:gd name="T23" fmla="*/ 2147483647 h 23"/>
                  <a:gd name="T24" fmla="*/ 0 w 21"/>
                  <a:gd name="T25" fmla="*/ 2147483647 h 23"/>
                  <a:gd name="T26" fmla="*/ 2147483647 w 21"/>
                  <a:gd name="T27" fmla="*/ 2147483647 h 23"/>
                  <a:gd name="T28" fmla="*/ 2147483647 w 21"/>
                  <a:gd name="T29" fmla="*/ 2147483647 h 23"/>
                  <a:gd name="T30" fmla="*/ 2147483647 w 21"/>
                  <a:gd name="T31" fmla="*/ 2147483647 h 23"/>
                  <a:gd name="T32" fmla="*/ 2147483647 w 21"/>
                  <a:gd name="T33" fmla="*/ 0 h 2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"/>
                  <a:gd name="T52" fmla="*/ 0 h 23"/>
                  <a:gd name="T53" fmla="*/ 21 w 21"/>
                  <a:gd name="T54" fmla="*/ 23 h 2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" h="23">
                    <a:moveTo>
                      <a:pt x="10" y="0"/>
                    </a:moveTo>
                    <a:lnTo>
                      <a:pt x="16" y="1"/>
                    </a:lnTo>
                    <a:lnTo>
                      <a:pt x="19" y="3"/>
                    </a:lnTo>
                    <a:lnTo>
                      <a:pt x="20" y="7"/>
                    </a:lnTo>
                    <a:lnTo>
                      <a:pt x="21" y="12"/>
                    </a:lnTo>
                    <a:lnTo>
                      <a:pt x="20" y="16"/>
                    </a:lnTo>
                    <a:lnTo>
                      <a:pt x="19" y="20"/>
                    </a:lnTo>
                    <a:lnTo>
                      <a:pt x="16" y="22"/>
                    </a:lnTo>
                    <a:lnTo>
                      <a:pt x="10" y="23"/>
                    </a:lnTo>
                    <a:lnTo>
                      <a:pt x="6" y="22"/>
                    </a:lnTo>
                    <a:lnTo>
                      <a:pt x="3" y="20"/>
                    </a:lnTo>
                    <a:lnTo>
                      <a:pt x="1" y="16"/>
                    </a:lnTo>
                    <a:lnTo>
                      <a:pt x="0" y="12"/>
                    </a:lnTo>
                    <a:lnTo>
                      <a:pt x="1" y="7"/>
                    </a:lnTo>
                    <a:lnTo>
                      <a:pt x="3" y="3"/>
                    </a:lnTo>
                    <a:lnTo>
                      <a:pt x="6" y="1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42352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5" name="Freeform 199"/>
              <p:cNvSpPr>
                <a:spLocks/>
              </p:cNvSpPr>
              <p:nvPr/>
            </p:nvSpPr>
            <p:spPr bwMode="auto">
              <a:xfrm>
                <a:off x="1590676" y="3267075"/>
                <a:ext cx="42863" cy="14287"/>
              </a:xfrm>
              <a:custGeom>
                <a:avLst/>
                <a:gdLst>
                  <a:gd name="T0" fmla="*/ 2147483647 w 111"/>
                  <a:gd name="T1" fmla="*/ 0 h 36"/>
                  <a:gd name="T2" fmla="*/ 2147483647 w 111"/>
                  <a:gd name="T3" fmla="*/ 0 h 36"/>
                  <a:gd name="T4" fmla="*/ 2147483647 w 111"/>
                  <a:gd name="T5" fmla="*/ 2147483647 h 36"/>
                  <a:gd name="T6" fmla="*/ 2147483647 w 111"/>
                  <a:gd name="T7" fmla="*/ 2147483647 h 36"/>
                  <a:gd name="T8" fmla="*/ 2147483647 w 111"/>
                  <a:gd name="T9" fmla="*/ 2147483647 h 36"/>
                  <a:gd name="T10" fmla="*/ 2147483647 w 111"/>
                  <a:gd name="T11" fmla="*/ 2147483647 h 36"/>
                  <a:gd name="T12" fmla="*/ 2147483647 w 111"/>
                  <a:gd name="T13" fmla="*/ 2147483647 h 36"/>
                  <a:gd name="T14" fmla="*/ 2147483647 w 111"/>
                  <a:gd name="T15" fmla="*/ 2147483647 h 36"/>
                  <a:gd name="T16" fmla="*/ 2147483647 w 111"/>
                  <a:gd name="T17" fmla="*/ 2147483647 h 36"/>
                  <a:gd name="T18" fmla="*/ 2147483647 w 111"/>
                  <a:gd name="T19" fmla="*/ 2147483647 h 36"/>
                  <a:gd name="T20" fmla="*/ 2147483647 w 111"/>
                  <a:gd name="T21" fmla="*/ 2147483647 h 36"/>
                  <a:gd name="T22" fmla="*/ 2147483647 w 111"/>
                  <a:gd name="T23" fmla="*/ 2147483647 h 36"/>
                  <a:gd name="T24" fmla="*/ 2147483647 w 111"/>
                  <a:gd name="T25" fmla="*/ 2147483647 h 36"/>
                  <a:gd name="T26" fmla="*/ 2147483647 w 111"/>
                  <a:gd name="T27" fmla="*/ 2147483647 h 36"/>
                  <a:gd name="T28" fmla="*/ 2147483647 w 111"/>
                  <a:gd name="T29" fmla="*/ 2147483647 h 36"/>
                  <a:gd name="T30" fmla="*/ 2147483647 w 111"/>
                  <a:gd name="T31" fmla="*/ 2147483647 h 36"/>
                  <a:gd name="T32" fmla="*/ 2147483647 w 111"/>
                  <a:gd name="T33" fmla="*/ 2147483647 h 36"/>
                  <a:gd name="T34" fmla="*/ 2147483647 w 111"/>
                  <a:gd name="T35" fmla="*/ 2147483647 h 36"/>
                  <a:gd name="T36" fmla="*/ 2147483647 w 111"/>
                  <a:gd name="T37" fmla="*/ 2147483647 h 36"/>
                  <a:gd name="T38" fmla="*/ 2147483647 w 111"/>
                  <a:gd name="T39" fmla="*/ 2147483647 h 36"/>
                  <a:gd name="T40" fmla="*/ 2147483647 w 111"/>
                  <a:gd name="T41" fmla="*/ 2147483647 h 36"/>
                  <a:gd name="T42" fmla="*/ 2147483647 w 111"/>
                  <a:gd name="T43" fmla="*/ 2147483647 h 36"/>
                  <a:gd name="T44" fmla="*/ 2147483647 w 111"/>
                  <a:gd name="T45" fmla="*/ 2147483647 h 36"/>
                  <a:gd name="T46" fmla="*/ 2147483647 w 111"/>
                  <a:gd name="T47" fmla="*/ 2147483647 h 36"/>
                  <a:gd name="T48" fmla="*/ 0 w 111"/>
                  <a:gd name="T49" fmla="*/ 2147483647 h 36"/>
                  <a:gd name="T50" fmla="*/ 2147483647 w 111"/>
                  <a:gd name="T51" fmla="*/ 2147483647 h 36"/>
                  <a:gd name="T52" fmla="*/ 2147483647 w 111"/>
                  <a:gd name="T53" fmla="*/ 2147483647 h 36"/>
                  <a:gd name="T54" fmla="*/ 2147483647 w 111"/>
                  <a:gd name="T55" fmla="*/ 2147483647 h 36"/>
                  <a:gd name="T56" fmla="*/ 2147483647 w 111"/>
                  <a:gd name="T57" fmla="*/ 2147483647 h 36"/>
                  <a:gd name="T58" fmla="*/ 2147483647 w 111"/>
                  <a:gd name="T59" fmla="*/ 2147483647 h 36"/>
                  <a:gd name="T60" fmla="*/ 2147483647 w 111"/>
                  <a:gd name="T61" fmla="*/ 2147483647 h 36"/>
                  <a:gd name="T62" fmla="*/ 2147483647 w 111"/>
                  <a:gd name="T63" fmla="*/ 0 h 36"/>
                  <a:gd name="T64" fmla="*/ 2147483647 w 111"/>
                  <a:gd name="T65" fmla="*/ 0 h 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1"/>
                  <a:gd name="T100" fmla="*/ 0 h 36"/>
                  <a:gd name="T101" fmla="*/ 111 w 111"/>
                  <a:gd name="T102" fmla="*/ 36 h 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1" h="36">
                    <a:moveTo>
                      <a:pt x="55" y="0"/>
                    </a:moveTo>
                    <a:lnTo>
                      <a:pt x="67" y="0"/>
                    </a:lnTo>
                    <a:lnTo>
                      <a:pt x="77" y="1"/>
                    </a:lnTo>
                    <a:lnTo>
                      <a:pt x="86" y="3"/>
                    </a:lnTo>
                    <a:lnTo>
                      <a:pt x="95" y="5"/>
                    </a:lnTo>
                    <a:lnTo>
                      <a:pt x="101" y="7"/>
                    </a:lnTo>
                    <a:lnTo>
                      <a:pt x="107" y="11"/>
                    </a:lnTo>
                    <a:lnTo>
                      <a:pt x="110" y="14"/>
                    </a:lnTo>
                    <a:lnTo>
                      <a:pt x="111" y="18"/>
                    </a:lnTo>
                    <a:lnTo>
                      <a:pt x="110" y="21"/>
                    </a:lnTo>
                    <a:lnTo>
                      <a:pt x="107" y="25"/>
                    </a:lnTo>
                    <a:lnTo>
                      <a:pt x="101" y="28"/>
                    </a:lnTo>
                    <a:lnTo>
                      <a:pt x="95" y="31"/>
                    </a:lnTo>
                    <a:lnTo>
                      <a:pt x="86" y="33"/>
                    </a:lnTo>
                    <a:lnTo>
                      <a:pt x="77" y="35"/>
                    </a:lnTo>
                    <a:lnTo>
                      <a:pt x="67" y="36"/>
                    </a:lnTo>
                    <a:lnTo>
                      <a:pt x="55" y="36"/>
                    </a:lnTo>
                    <a:lnTo>
                      <a:pt x="44" y="36"/>
                    </a:lnTo>
                    <a:lnTo>
                      <a:pt x="34" y="35"/>
                    </a:lnTo>
                    <a:lnTo>
                      <a:pt x="24" y="33"/>
                    </a:lnTo>
                    <a:lnTo>
                      <a:pt x="16" y="31"/>
                    </a:lnTo>
                    <a:lnTo>
                      <a:pt x="9" y="28"/>
                    </a:lnTo>
                    <a:lnTo>
                      <a:pt x="4" y="25"/>
                    </a:lnTo>
                    <a:lnTo>
                      <a:pt x="1" y="21"/>
                    </a:lnTo>
                    <a:lnTo>
                      <a:pt x="0" y="18"/>
                    </a:lnTo>
                    <a:lnTo>
                      <a:pt x="1" y="14"/>
                    </a:lnTo>
                    <a:lnTo>
                      <a:pt x="4" y="11"/>
                    </a:lnTo>
                    <a:lnTo>
                      <a:pt x="9" y="7"/>
                    </a:lnTo>
                    <a:lnTo>
                      <a:pt x="16" y="5"/>
                    </a:lnTo>
                    <a:lnTo>
                      <a:pt x="24" y="3"/>
                    </a:lnTo>
                    <a:lnTo>
                      <a:pt x="34" y="1"/>
                    </a:lnTo>
                    <a:lnTo>
                      <a:pt x="44" y="0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63563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39" name="Gruppieren 233"/>
            <p:cNvGrpSpPr>
              <a:grpSpLocks/>
            </p:cNvGrpSpPr>
            <p:nvPr/>
          </p:nvGrpSpPr>
          <p:grpSpPr bwMode="auto">
            <a:xfrm>
              <a:off x="1535159" y="4352943"/>
              <a:ext cx="356524" cy="381292"/>
              <a:chOff x="1404938" y="3213100"/>
              <a:chExt cx="307976" cy="523875"/>
            </a:xfrm>
          </p:grpSpPr>
          <p:sp>
            <p:nvSpPr>
              <p:cNvPr id="177" name="Freeform 129"/>
              <p:cNvSpPr>
                <a:spLocks/>
              </p:cNvSpPr>
              <p:nvPr/>
            </p:nvSpPr>
            <p:spPr bwMode="auto">
              <a:xfrm>
                <a:off x="1404938" y="3446463"/>
                <a:ext cx="300038" cy="290512"/>
              </a:xfrm>
              <a:custGeom>
                <a:avLst/>
                <a:gdLst>
                  <a:gd name="T0" fmla="*/ 0 w 756"/>
                  <a:gd name="T1" fmla="*/ 0 h 730"/>
                  <a:gd name="T2" fmla="*/ 2147483647 w 756"/>
                  <a:gd name="T3" fmla="*/ 2147483647 h 730"/>
                  <a:gd name="T4" fmla="*/ 2147483647 w 756"/>
                  <a:gd name="T5" fmla="*/ 2147483647 h 730"/>
                  <a:gd name="T6" fmla="*/ 2147483647 w 756"/>
                  <a:gd name="T7" fmla="*/ 2147483647 h 730"/>
                  <a:gd name="T8" fmla="*/ 2147483647 w 756"/>
                  <a:gd name="T9" fmla="*/ 2147483647 h 730"/>
                  <a:gd name="T10" fmla="*/ 2147483647 w 756"/>
                  <a:gd name="T11" fmla="*/ 2147483647 h 730"/>
                  <a:gd name="T12" fmla="*/ 2147483647 w 756"/>
                  <a:gd name="T13" fmla="*/ 2147483647 h 730"/>
                  <a:gd name="T14" fmla="*/ 0 w 756"/>
                  <a:gd name="T15" fmla="*/ 0 h 73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56"/>
                  <a:gd name="T25" fmla="*/ 0 h 730"/>
                  <a:gd name="T26" fmla="*/ 756 w 756"/>
                  <a:gd name="T27" fmla="*/ 730 h 73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56" h="730">
                    <a:moveTo>
                      <a:pt x="0" y="0"/>
                    </a:moveTo>
                    <a:lnTo>
                      <a:pt x="136" y="633"/>
                    </a:lnTo>
                    <a:lnTo>
                      <a:pt x="232" y="730"/>
                    </a:lnTo>
                    <a:lnTo>
                      <a:pt x="720" y="729"/>
                    </a:lnTo>
                    <a:lnTo>
                      <a:pt x="756" y="624"/>
                    </a:lnTo>
                    <a:lnTo>
                      <a:pt x="632" y="80"/>
                    </a:lnTo>
                    <a:lnTo>
                      <a:pt x="586" y="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0919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8" name="Freeform 131"/>
              <p:cNvSpPr>
                <a:spLocks/>
              </p:cNvSpPr>
              <p:nvPr/>
            </p:nvSpPr>
            <p:spPr bwMode="auto">
              <a:xfrm>
                <a:off x="1466851" y="3213100"/>
                <a:ext cx="246063" cy="523875"/>
              </a:xfrm>
              <a:custGeom>
                <a:avLst/>
                <a:gdLst>
                  <a:gd name="T0" fmla="*/ 0 w 621"/>
                  <a:gd name="T1" fmla="*/ 0 h 1320"/>
                  <a:gd name="T2" fmla="*/ 0 w 621"/>
                  <a:gd name="T3" fmla="*/ 2147483647 h 1320"/>
                  <a:gd name="T4" fmla="*/ 2147483647 w 621"/>
                  <a:gd name="T5" fmla="*/ 2147483647 h 1320"/>
                  <a:gd name="T6" fmla="*/ 2147483647 w 621"/>
                  <a:gd name="T7" fmla="*/ 2147483647 h 1320"/>
                  <a:gd name="T8" fmla="*/ 2147483647 w 621"/>
                  <a:gd name="T9" fmla="*/ 2147483647 h 1320"/>
                  <a:gd name="T10" fmla="*/ 2147483647 w 621"/>
                  <a:gd name="T11" fmla="*/ 2147483647 h 1320"/>
                  <a:gd name="T12" fmla="*/ 2147483647 w 621"/>
                  <a:gd name="T13" fmla="*/ 2147483647 h 1320"/>
                  <a:gd name="T14" fmla="*/ 0 w 621"/>
                  <a:gd name="T15" fmla="*/ 0 h 132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21"/>
                  <a:gd name="T25" fmla="*/ 0 h 1320"/>
                  <a:gd name="T26" fmla="*/ 621 w 621"/>
                  <a:gd name="T27" fmla="*/ 1320 h 132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21" h="1320">
                    <a:moveTo>
                      <a:pt x="0" y="0"/>
                    </a:moveTo>
                    <a:lnTo>
                      <a:pt x="0" y="1144"/>
                    </a:lnTo>
                    <a:lnTo>
                      <a:pt x="75" y="1320"/>
                    </a:lnTo>
                    <a:lnTo>
                      <a:pt x="563" y="1318"/>
                    </a:lnTo>
                    <a:lnTo>
                      <a:pt x="621" y="1127"/>
                    </a:lnTo>
                    <a:lnTo>
                      <a:pt x="613" y="145"/>
                    </a:lnTo>
                    <a:lnTo>
                      <a:pt x="580" y="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1442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9" name="Freeform 133"/>
              <p:cNvSpPr>
                <a:spLocks/>
              </p:cNvSpPr>
              <p:nvPr/>
            </p:nvSpPr>
            <p:spPr bwMode="auto">
              <a:xfrm>
                <a:off x="1506538" y="3257550"/>
                <a:ext cx="200025" cy="479425"/>
              </a:xfrm>
              <a:custGeom>
                <a:avLst/>
                <a:gdLst>
                  <a:gd name="T0" fmla="*/ 0 w 506"/>
                  <a:gd name="T1" fmla="*/ 0 h 1208"/>
                  <a:gd name="T2" fmla="*/ 2147483647 w 506"/>
                  <a:gd name="T3" fmla="*/ 0 h 1208"/>
                  <a:gd name="T4" fmla="*/ 2147483647 w 506"/>
                  <a:gd name="T5" fmla="*/ 2147483647 h 1208"/>
                  <a:gd name="T6" fmla="*/ 2147483647 w 506"/>
                  <a:gd name="T7" fmla="*/ 2147483647 h 1208"/>
                  <a:gd name="T8" fmla="*/ 0 w 506"/>
                  <a:gd name="T9" fmla="*/ 2147483647 h 1208"/>
                  <a:gd name="T10" fmla="*/ 0 w 506"/>
                  <a:gd name="T11" fmla="*/ 2147483647 h 1208"/>
                  <a:gd name="T12" fmla="*/ 0 w 506"/>
                  <a:gd name="T13" fmla="*/ 0 h 12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06"/>
                  <a:gd name="T22" fmla="*/ 0 h 1208"/>
                  <a:gd name="T23" fmla="*/ 506 w 506"/>
                  <a:gd name="T24" fmla="*/ 1208 h 120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06" h="1208">
                    <a:moveTo>
                      <a:pt x="0" y="0"/>
                    </a:moveTo>
                    <a:lnTo>
                      <a:pt x="481" y="0"/>
                    </a:lnTo>
                    <a:lnTo>
                      <a:pt x="506" y="1015"/>
                    </a:lnTo>
                    <a:lnTo>
                      <a:pt x="480" y="1205"/>
                    </a:lnTo>
                    <a:lnTo>
                      <a:pt x="0" y="1208"/>
                    </a:lnTo>
                    <a:lnTo>
                      <a:pt x="0" y="10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0" name="Freeform 134"/>
              <p:cNvSpPr>
                <a:spLocks/>
              </p:cNvSpPr>
              <p:nvPr/>
            </p:nvSpPr>
            <p:spPr bwMode="auto">
              <a:xfrm>
                <a:off x="1506538" y="3257550"/>
                <a:ext cx="200025" cy="441325"/>
              </a:xfrm>
              <a:custGeom>
                <a:avLst/>
                <a:gdLst>
                  <a:gd name="T0" fmla="*/ 0 w 502"/>
                  <a:gd name="T1" fmla="*/ 0 h 1114"/>
                  <a:gd name="T2" fmla="*/ 2147483647 w 502"/>
                  <a:gd name="T3" fmla="*/ 0 h 1114"/>
                  <a:gd name="T4" fmla="*/ 2147483647 w 502"/>
                  <a:gd name="T5" fmla="*/ 0 h 1114"/>
                  <a:gd name="T6" fmla="*/ 2147483647 w 502"/>
                  <a:gd name="T7" fmla="*/ 0 h 1114"/>
                  <a:gd name="T8" fmla="*/ 2147483647 w 502"/>
                  <a:gd name="T9" fmla="*/ 0 h 1114"/>
                  <a:gd name="T10" fmla="*/ 2147483647 w 502"/>
                  <a:gd name="T11" fmla="*/ 0 h 1114"/>
                  <a:gd name="T12" fmla="*/ 2147483647 w 502"/>
                  <a:gd name="T13" fmla="*/ 0 h 1114"/>
                  <a:gd name="T14" fmla="*/ 2147483647 w 502"/>
                  <a:gd name="T15" fmla="*/ 0 h 1114"/>
                  <a:gd name="T16" fmla="*/ 2147483647 w 502"/>
                  <a:gd name="T17" fmla="*/ 0 h 1114"/>
                  <a:gd name="T18" fmla="*/ 2147483647 w 502"/>
                  <a:gd name="T19" fmla="*/ 0 h 1114"/>
                  <a:gd name="T20" fmla="*/ 2147483647 w 502"/>
                  <a:gd name="T21" fmla="*/ 0 h 1114"/>
                  <a:gd name="T22" fmla="*/ 2147483647 w 502"/>
                  <a:gd name="T23" fmla="*/ 0 h 1114"/>
                  <a:gd name="T24" fmla="*/ 2147483647 w 502"/>
                  <a:gd name="T25" fmla="*/ 0 h 1114"/>
                  <a:gd name="T26" fmla="*/ 2147483647 w 502"/>
                  <a:gd name="T27" fmla="*/ 0 h 1114"/>
                  <a:gd name="T28" fmla="*/ 2147483647 w 502"/>
                  <a:gd name="T29" fmla="*/ 0 h 1114"/>
                  <a:gd name="T30" fmla="*/ 2147483647 w 502"/>
                  <a:gd name="T31" fmla="*/ 0 h 1114"/>
                  <a:gd name="T32" fmla="*/ 2147483647 w 502"/>
                  <a:gd name="T33" fmla="*/ 0 h 1114"/>
                  <a:gd name="T34" fmla="*/ 2147483647 w 502"/>
                  <a:gd name="T35" fmla="*/ 2147483647 h 1114"/>
                  <a:gd name="T36" fmla="*/ 2147483647 w 502"/>
                  <a:gd name="T37" fmla="*/ 2147483647 h 1114"/>
                  <a:gd name="T38" fmla="*/ 2147483647 w 502"/>
                  <a:gd name="T39" fmla="*/ 2147483647 h 1114"/>
                  <a:gd name="T40" fmla="*/ 2147483647 w 502"/>
                  <a:gd name="T41" fmla="*/ 2147483647 h 1114"/>
                  <a:gd name="T42" fmla="*/ 2147483647 w 502"/>
                  <a:gd name="T43" fmla="*/ 2147483647 h 1114"/>
                  <a:gd name="T44" fmla="*/ 2147483647 w 502"/>
                  <a:gd name="T45" fmla="*/ 2147483647 h 1114"/>
                  <a:gd name="T46" fmla="*/ 2147483647 w 502"/>
                  <a:gd name="T47" fmla="*/ 2147483647 h 1114"/>
                  <a:gd name="T48" fmla="*/ 2147483647 w 502"/>
                  <a:gd name="T49" fmla="*/ 2147483647 h 1114"/>
                  <a:gd name="T50" fmla="*/ 2147483647 w 502"/>
                  <a:gd name="T51" fmla="*/ 2147483647 h 1114"/>
                  <a:gd name="T52" fmla="*/ 2147483647 w 502"/>
                  <a:gd name="T53" fmla="*/ 2147483647 h 1114"/>
                  <a:gd name="T54" fmla="*/ 2147483647 w 502"/>
                  <a:gd name="T55" fmla="*/ 2147483647 h 1114"/>
                  <a:gd name="T56" fmla="*/ 2147483647 w 502"/>
                  <a:gd name="T57" fmla="*/ 2147483647 h 1114"/>
                  <a:gd name="T58" fmla="*/ 2147483647 w 502"/>
                  <a:gd name="T59" fmla="*/ 2147483647 h 1114"/>
                  <a:gd name="T60" fmla="*/ 2147483647 w 502"/>
                  <a:gd name="T61" fmla="*/ 2147483647 h 1114"/>
                  <a:gd name="T62" fmla="*/ 2147483647 w 502"/>
                  <a:gd name="T63" fmla="*/ 2147483647 h 1114"/>
                  <a:gd name="T64" fmla="*/ 2147483647 w 502"/>
                  <a:gd name="T65" fmla="*/ 2147483647 h 1114"/>
                  <a:gd name="T66" fmla="*/ 2147483647 w 502"/>
                  <a:gd name="T67" fmla="*/ 2147483647 h 1114"/>
                  <a:gd name="T68" fmla="*/ 2147483647 w 502"/>
                  <a:gd name="T69" fmla="*/ 2147483647 h 1114"/>
                  <a:gd name="T70" fmla="*/ 2147483647 w 502"/>
                  <a:gd name="T71" fmla="*/ 2147483647 h 1114"/>
                  <a:gd name="T72" fmla="*/ 2147483647 w 502"/>
                  <a:gd name="T73" fmla="*/ 2147483647 h 1114"/>
                  <a:gd name="T74" fmla="*/ 2147483647 w 502"/>
                  <a:gd name="T75" fmla="*/ 2147483647 h 1114"/>
                  <a:gd name="T76" fmla="*/ 2147483647 w 502"/>
                  <a:gd name="T77" fmla="*/ 2147483647 h 1114"/>
                  <a:gd name="T78" fmla="*/ 2147483647 w 502"/>
                  <a:gd name="T79" fmla="*/ 2147483647 h 1114"/>
                  <a:gd name="T80" fmla="*/ 2147483647 w 502"/>
                  <a:gd name="T81" fmla="*/ 2147483647 h 1114"/>
                  <a:gd name="T82" fmla="*/ 2147483647 w 502"/>
                  <a:gd name="T83" fmla="*/ 2147483647 h 1114"/>
                  <a:gd name="T84" fmla="*/ 2147483647 w 502"/>
                  <a:gd name="T85" fmla="*/ 2147483647 h 1114"/>
                  <a:gd name="T86" fmla="*/ 2147483647 w 502"/>
                  <a:gd name="T87" fmla="*/ 2147483647 h 1114"/>
                  <a:gd name="T88" fmla="*/ 0 w 502"/>
                  <a:gd name="T89" fmla="*/ 2147483647 h 1114"/>
                  <a:gd name="T90" fmla="*/ 0 w 502"/>
                  <a:gd name="T91" fmla="*/ 2147483647 h 1114"/>
                  <a:gd name="T92" fmla="*/ 0 w 502"/>
                  <a:gd name="T93" fmla="*/ 2147483647 h 1114"/>
                  <a:gd name="T94" fmla="*/ 0 w 502"/>
                  <a:gd name="T95" fmla="*/ 2147483647 h 1114"/>
                  <a:gd name="T96" fmla="*/ 0 w 502"/>
                  <a:gd name="T97" fmla="*/ 0 h 1114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502"/>
                  <a:gd name="T148" fmla="*/ 0 h 1114"/>
                  <a:gd name="T149" fmla="*/ 502 w 502"/>
                  <a:gd name="T150" fmla="*/ 1114 h 1114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502" h="1114">
                    <a:moveTo>
                      <a:pt x="0" y="0"/>
                    </a:moveTo>
                    <a:lnTo>
                      <a:pt x="30" y="0"/>
                    </a:lnTo>
                    <a:lnTo>
                      <a:pt x="61" y="0"/>
                    </a:lnTo>
                    <a:lnTo>
                      <a:pt x="91" y="0"/>
                    </a:lnTo>
                    <a:lnTo>
                      <a:pt x="121" y="0"/>
                    </a:lnTo>
                    <a:lnTo>
                      <a:pt x="151" y="0"/>
                    </a:lnTo>
                    <a:lnTo>
                      <a:pt x="181" y="0"/>
                    </a:lnTo>
                    <a:lnTo>
                      <a:pt x="212" y="0"/>
                    </a:lnTo>
                    <a:lnTo>
                      <a:pt x="242" y="0"/>
                    </a:lnTo>
                    <a:lnTo>
                      <a:pt x="272" y="0"/>
                    </a:lnTo>
                    <a:lnTo>
                      <a:pt x="302" y="0"/>
                    </a:lnTo>
                    <a:lnTo>
                      <a:pt x="331" y="0"/>
                    </a:lnTo>
                    <a:lnTo>
                      <a:pt x="361" y="0"/>
                    </a:lnTo>
                    <a:lnTo>
                      <a:pt x="391" y="0"/>
                    </a:lnTo>
                    <a:lnTo>
                      <a:pt x="420" y="0"/>
                    </a:lnTo>
                    <a:lnTo>
                      <a:pt x="450" y="0"/>
                    </a:lnTo>
                    <a:lnTo>
                      <a:pt x="480" y="0"/>
                    </a:lnTo>
                    <a:lnTo>
                      <a:pt x="485" y="234"/>
                    </a:lnTo>
                    <a:lnTo>
                      <a:pt x="492" y="468"/>
                    </a:lnTo>
                    <a:lnTo>
                      <a:pt x="497" y="703"/>
                    </a:lnTo>
                    <a:lnTo>
                      <a:pt x="502" y="936"/>
                    </a:lnTo>
                    <a:lnTo>
                      <a:pt x="497" y="980"/>
                    </a:lnTo>
                    <a:lnTo>
                      <a:pt x="490" y="1024"/>
                    </a:lnTo>
                    <a:lnTo>
                      <a:pt x="485" y="1068"/>
                    </a:lnTo>
                    <a:lnTo>
                      <a:pt x="479" y="1111"/>
                    </a:lnTo>
                    <a:lnTo>
                      <a:pt x="449" y="1111"/>
                    </a:lnTo>
                    <a:lnTo>
                      <a:pt x="420" y="1111"/>
                    </a:lnTo>
                    <a:lnTo>
                      <a:pt x="390" y="1112"/>
                    </a:lnTo>
                    <a:lnTo>
                      <a:pt x="360" y="1112"/>
                    </a:lnTo>
                    <a:lnTo>
                      <a:pt x="331" y="1112"/>
                    </a:lnTo>
                    <a:lnTo>
                      <a:pt x="302" y="1112"/>
                    </a:lnTo>
                    <a:lnTo>
                      <a:pt x="272" y="1112"/>
                    </a:lnTo>
                    <a:lnTo>
                      <a:pt x="242" y="1112"/>
                    </a:lnTo>
                    <a:lnTo>
                      <a:pt x="212" y="1113"/>
                    </a:lnTo>
                    <a:lnTo>
                      <a:pt x="183" y="1113"/>
                    </a:lnTo>
                    <a:lnTo>
                      <a:pt x="153" y="1113"/>
                    </a:lnTo>
                    <a:lnTo>
                      <a:pt x="123" y="1113"/>
                    </a:lnTo>
                    <a:lnTo>
                      <a:pt x="93" y="1113"/>
                    </a:lnTo>
                    <a:lnTo>
                      <a:pt x="63" y="1114"/>
                    </a:lnTo>
                    <a:lnTo>
                      <a:pt x="34" y="1114"/>
                    </a:lnTo>
                    <a:lnTo>
                      <a:pt x="4" y="1114"/>
                    </a:lnTo>
                    <a:lnTo>
                      <a:pt x="4" y="1074"/>
                    </a:lnTo>
                    <a:lnTo>
                      <a:pt x="3" y="1033"/>
                    </a:lnTo>
                    <a:lnTo>
                      <a:pt x="2" y="993"/>
                    </a:lnTo>
                    <a:lnTo>
                      <a:pt x="0" y="952"/>
                    </a:lnTo>
                    <a:lnTo>
                      <a:pt x="0" y="714"/>
                    </a:lnTo>
                    <a:lnTo>
                      <a:pt x="0" y="476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72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1" name="Freeform 135"/>
              <p:cNvSpPr>
                <a:spLocks/>
              </p:cNvSpPr>
              <p:nvPr/>
            </p:nvSpPr>
            <p:spPr bwMode="auto">
              <a:xfrm>
                <a:off x="1506538" y="3257550"/>
                <a:ext cx="198438" cy="404812"/>
              </a:xfrm>
              <a:custGeom>
                <a:avLst/>
                <a:gdLst>
                  <a:gd name="T0" fmla="*/ 0 w 498"/>
                  <a:gd name="T1" fmla="*/ 0 h 1021"/>
                  <a:gd name="T2" fmla="*/ 2147483647 w 498"/>
                  <a:gd name="T3" fmla="*/ 0 h 1021"/>
                  <a:gd name="T4" fmla="*/ 2147483647 w 498"/>
                  <a:gd name="T5" fmla="*/ 0 h 1021"/>
                  <a:gd name="T6" fmla="*/ 2147483647 w 498"/>
                  <a:gd name="T7" fmla="*/ 0 h 1021"/>
                  <a:gd name="T8" fmla="*/ 2147483647 w 498"/>
                  <a:gd name="T9" fmla="*/ 0 h 1021"/>
                  <a:gd name="T10" fmla="*/ 2147483647 w 498"/>
                  <a:gd name="T11" fmla="*/ 0 h 1021"/>
                  <a:gd name="T12" fmla="*/ 2147483647 w 498"/>
                  <a:gd name="T13" fmla="*/ 0 h 1021"/>
                  <a:gd name="T14" fmla="*/ 2147483647 w 498"/>
                  <a:gd name="T15" fmla="*/ 0 h 1021"/>
                  <a:gd name="T16" fmla="*/ 2147483647 w 498"/>
                  <a:gd name="T17" fmla="*/ 0 h 1021"/>
                  <a:gd name="T18" fmla="*/ 2147483647 w 498"/>
                  <a:gd name="T19" fmla="*/ 0 h 1021"/>
                  <a:gd name="T20" fmla="*/ 2147483647 w 498"/>
                  <a:gd name="T21" fmla="*/ 0 h 1021"/>
                  <a:gd name="T22" fmla="*/ 2147483647 w 498"/>
                  <a:gd name="T23" fmla="*/ 0 h 1021"/>
                  <a:gd name="T24" fmla="*/ 2147483647 w 498"/>
                  <a:gd name="T25" fmla="*/ 0 h 1021"/>
                  <a:gd name="T26" fmla="*/ 2147483647 w 498"/>
                  <a:gd name="T27" fmla="*/ 0 h 1021"/>
                  <a:gd name="T28" fmla="*/ 2147483647 w 498"/>
                  <a:gd name="T29" fmla="*/ 0 h 1021"/>
                  <a:gd name="T30" fmla="*/ 2147483647 w 498"/>
                  <a:gd name="T31" fmla="*/ 0 h 1021"/>
                  <a:gd name="T32" fmla="*/ 2147483647 w 498"/>
                  <a:gd name="T33" fmla="*/ 0 h 1021"/>
                  <a:gd name="T34" fmla="*/ 2147483647 w 498"/>
                  <a:gd name="T35" fmla="*/ 2147483647 h 1021"/>
                  <a:gd name="T36" fmla="*/ 2147483647 w 498"/>
                  <a:gd name="T37" fmla="*/ 2147483647 h 1021"/>
                  <a:gd name="T38" fmla="*/ 2147483647 w 498"/>
                  <a:gd name="T39" fmla="*/ 2147483647 h 1021"/>
                  <a:gd name="T40" fmla="*/ 2147483647 w 498"/>
                  <a:gd name="T41" fmla="*/ 2147483647 h 1021"/>
                  <a:gd name="T42" fmla="*/ 2147483647 w 498"/>
                  <a:gd name="T43" fmla="*/ 2147483647 h 1021"/>
                  <a:gd name="T44" fmla="*/ 2147483647 w 498"/>
                  <a:gd name="T45" fmla="*/ 2147483647 h 1021"/>
                  <a:gd name="T46" fmla="*/ 2147483647 w 498"/>
                  <a:gd name="T47" fmla="*/ 2147483647 h 1021"/>
                  <a:gd name="T48" fmla="*/ 2147483647 w 498"/>
                  <a:gd name="T49" fmla="*/ 2147483647 h 1021"/>
                  <a:gd name="T50" fmla="*/ 2147483647 w 498"/>
                  <a:gd name="T51" fmla="*/ 2147483647 h 1021"/>
                  <a:gd name="T52" fmla="*/ 2147483647 w 498"/>
                  <a:gd name="T53" fmla="*/ 2147483647 h 1021"/>
                  <a:gd name="T54" fmla="*/ 2147483647 w 498"/>
                  <a:gd name="T55" fmla="*/ 2147483647 h 1021"/>
                  <a:gd name="T56" fmla="*/ 2147483647 w 498"/>
                  <a:gd name="T57" fmla="*/ 2147483647 h 1021"/>
                  <a:gd name="T58" fmla="*/ 2147483647 w 498"/>
                  <a:gd name="T59" fmla="*/ 2147483647 h 1021"/>
                  <a:gd name="T60" fmla="*/ 2147483647 w 498"/>
                  <a:gd name="T61" fmla="*/ 2147483647 h 1021"/>
                  <a:gd name="T62" fmla="*/ 2147483647 w 498"/>
                  <a:gd name="T63" fmla="*/ 2147483647 h 1021"/>
                  <a:gd name="T64" fmla="*/ 2147483647 w 498"/>
                  <a:gd name="T65" fmla="*/ 2147483647 h 1021"/>
                  <a:gd name="T66" fmla="*/ 2147483647 w 498"/>
                  <a:gd name="T67" fmla="*/ 2147483647 h 1021"/>
                  <a:gd name="T68" fmla="*/ 2147483647 w 498"/>
                  <a:gd name="T69" fmla="*/ 2147483647 h 1021"/>
                  <a:gd name="T70" fmla="*/ 2147483647 w 498"/>
                  <a:gd name="T71" fmla="*/ 2147483647 h 1021"/>
                  <a:gd name="T72" fmla="*/ 2147483647 w 498"/>
                  <a:gd name="T73" fmla="*/ 2147483647 h 1021"/>
                  <a:gd name="T74" fmla="*/ 2147483647 w 498"/>
                  <a:gd name="T75" fmla="*/ 2147483647 h 1021"/>
                  <a:gd name="T76" fmla="*/ 2147483647 w 498"/>
                  <a:gd name="T77" fmla="*/ 2147483647 h 1021"/>
                  <a:gd name="T78" fmla="*/ 2147483647 w 498"/>
                  <a:gd name="T79" fmla="*/ 2147483647 h 1021"/>
                  <a:gd name="T80" fmla="*/ 2147483647 w 498"/>
                  <a:gd name="T81" fmla="*/ 2147483647 h 1021"/>
                  <a:gd name="T82" fmla="*/ 2147483647 w 498"/>
                  <a:gd name="T83" fmla="*/ 2147483647 h 1021"/>
                  <a:gd name="T84" fmla="*/ 2147483647 w 498"/>
                  <a:gd name="T85" fmla="*/ 2147483647 h 1021"/>
                  <a:gd name="T86" fmla="*/ 2147483647 w 498"/>
                  <a:gd name="T87" fmla="*/ 2147483647 h 1021"/>
                  <a:gd name="T88" fmla="*/ 0 w 498"/>
                  <a:gd name="T89" fmla="*/ 2147483647 h 1021"/>
                  <a:gd name="T90" fmla="*/ 0 w 498"/>
                  <a:gd name="T91" fmla="*/ 2147483647 h 1021"/>
                  <a:gd name="T92" fmla="*/ 0 w 498"/>
                  <a:gd name="T93" fmla="*/ 2147483647 h 1021"/>
                  <a:gd name="T94" fmla="*/ 0 w 498"/>
                  <a:gd name="T95" fmla="*/ 2147483647 h 1021"/>
                  <a:gd name="T96" fmla="*/ 0 w 498"/>
                  <a:gd name="T97" fmla="*/ 0 h 1021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98"/>
                  <a:gd name="T148" fmla="*/ 0 h 1021"/>
                  <a:gd name="T149" fmla="*/ 498 w 498"/>
                  <a:gd name="T150" fmla="*/ 1021 h 1021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98" h="1021">
                    <a:moveTo>
                      <a:pt x="0" y="0"/>
                    </a:moveTo>
                    <a:lnTo>
                      <a:pt x="29" y="0"/>
                    </a:lnTo>
                    <a:lnTo>
                      <a:pt x="59" y="0"/>
                    </a:lnTo>
                    <a:lnTo>
                      <a:pt x="89" y="0"/>
                    </a:lnTo>
                    <a:lnTo>
                      <a:pt x="119" y="0"/>
                    </a:lnTo>
                    <a:lnTo>
                      <a:pt x="150" y="0"/>
                    </a:lnTo>
                    <a:lnTo>
                      <a:pt x="180" y="0"/>
                    </a:lnTo>
                    <a:lnTo>
                      <a:pt x="210" y="0"/>
                    </a:lnTo>
                    <a:lnTo>
                      <a:pt x="240" y="0"/>
                    </a:lnTo>
                    <a:lnTo>
                      <a:pt x="270" y="0"/>
                    </a:lnTo>
                    <a:lnTo>
                      <a:pt x="300" y="0"/>
                    </a:lnTo>
                    <a:lnTo>
                      <a:pt x="329" y="0"/>
                    </a:lnTo>
                    <a:lnTo>
                      <a:pt x="359" y="0"/>
                    </a:lnTo>
                    <a:lnTo>
                      <a:pt x="389" y="0"/>
                    </a:lnTo>
                    <a:lnTo>
                      <a:pt x="418" y="0"/>
                    </a:lnTo>
                    <a:lnTo>
                      <a:pt x="448" y="0"/>
                    </a:lnTo>
                    <a:lnTo>
                      <a:pt x="478" y="0"/>
                    </a:lnTo>
                    <a:lnTo>
                      <a:pt x="483" y="215"/>
                    </a:lnTo>
                    <a:lnTo>
                      <a:pt x="488" y="429"/>
                    </a:lnTo>
                    <a:lnTo>
                      <a:pt x="493" y="644"/>
                    </a:lnTo>
                    <a:lnTo>
                      <a:pt x="498" y="857"/>
                    </a:lnTo>
                    <a:lnTo>
                      <a:pt x="493" y="897"/>
                    </a:lnTo>
                    <a:lnTo>
                      <a:pt x="487" y="937"/>
                    </a:lnTo>
                    <a:lnTo>
                      <a:pt x="482" y="977"/>
                    </a:lnTo>
                    <a:lnTo>
                      <a:pt x="477" y="1017"/>
                    </a:lnTo>
                    <a:lnTo>
                      <a:pt x="448" y="1017"/>
                    </a:lnTo>
                    <a:lnTo>
                      <a:pt x="418" y="1017"/>
                    </a:lnTo>
                    <a:lnTo>
                      <a:pt x="389" y="1018"/>
                    </a:lnTo>
                    <a:lnTo>
                      <a:pt x="359" y="1018"/>
                    </a:lnTo>
                    <a:lnTo>
                      <a:pt x="330" y="1018"/>
                    </a:lnTo>
                    <a:lnTo>
                      <a:pt x="301" y="1018"/>
                    </a:lnTo>
                    <a:lnTo>
                      <a:pt x="271" y="1018"/>
                    </a:lnTo>
                    <a:lnTo>
                      <a:pt x="242" y="1018"/>
                    </a:lnTo>
                    <a:lnTo>
                      <a:pt x="212" y="1019"/>
                    </a:lnTo>
                    <a:lnTo>
                      <a:pt x="182" y="1019"/>
                    </a:lnTo>
                    <a:lnTo>
                      <a:pt x="152" y="1019"/>
                    </a:lnTo>
                    <a:lnTo>
                      <a:pt x="123" y="1019"/>
                    </a:lnTo>
                    <a:lnTo>
                      <a:pt x="93" y="1019"/>
                    </a:lnTo>
                    <a:lnTo>
                      <a:pt x="64" y="1021"/>
                    </a:lnTo>
                    <a:lnTo>
                      <a:pt x="34" y="1021"/>
                    </a:lnTo>
                    <a:lnTo>
                      <a:pt x="4" y="1021"/>
                    </a:lnTo>
                    <a:lnTo>
                      <a:pt x="3" y="983"/>
                    </a:lnTo>
                    <a:lnTo>
                      <a:pt x="2" y="946"/>
                    </a:lnTo>
                    <a:lnTo>
                      <a:pt x="1" y="910"/>
                    </a:lnTo>
                    <a:lnTo>
                      <a:pt x="0" y="872"/>
                    </a:lnTo>
                    <a:lnTo>
                      <a:pt x="0" y="653"/>
                    </a:lnTo>
                    <a:lnTo>
                      <a:pt x="0" y="436"/>
                    </a:lnTo>
                    <a:lnTo>
                      <a:pt x="0" y="2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75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2" name="Freeform 136"/>
              <p:cNvSpPr>
                <a:spLocks/>
              </p:cNvSpPr>
              <p:nvPr/>
            </p:nvSpPr>
            <p:spPr bwMode="auto">
              <a:xfrm>
                <a:off x="1508126" y="3257550"/>
                <a:ext cx="195263" cy="366712"/>
              </a:xfrm>
              <a:custGeom>
                <a:avLst/>
                <a:gdLst>
                  <a:gd name="T0" fmla="*/ 0 w 494"/>
                  <a:gd name="T1" fmla="*/ 0 h 927"/>
                  <a:gd name="T2" fmla="*/ 2147483647 w 494"/>
                  <a:gd name="T3" fmla="*/ 0 h 927"/>
                  <a:gd name="T4" fmla="*/ 2147483647 w 494"/>
                  <a:gd name="T5" fmla="*/ 0 h 927"/>
                  <a:gd name="T6" fmla="*/ 2147483647 w 494"/>
                  <a:gd name="T7" fmla="*/ 0 h 927"/>
                  <a:gd name="T8" fmla="*/ 2147483647 w 494"/>
                  <a:gd name="T9" fmla="*/ 0 h 927"/>
                  <a:gd name="T10" fmla="*/ 2147483647 w 494"/>
                  <a:gd name="T11" fmla="*/ 0 h 927"/>
                  <a:gd name="T12" fmla="*/ 2147483647 w 494"/>
                  <a:gd name="T13" fmla="*/ 0 h 927"/>
                  <a:gd name="T14" fmla="*/ 2147483647 w 494"/>
                  <a:gd name="T15" fmla="*/ 0 h 927"/>
                  <a:gd name="T16" fmla="*/ 2147483647 w 494"/>
                  <a:gd name="T17" fmla="*/ 0 h 927"/>
                  <a:gd name="T18" fmla="*/ 2147483647 w 494"/>
                  <a:gd name="T19" fmla="*/ 0 h 927"/>
                  <a:gd name="T20" fmla="*/ 2147483647 w 494"/>
                  <a:gd name="T21" fmla="*/ 0 h 927"/>
                  <a:gd name="T22" fmla="*/ 2147483647 w 494"/>
                  <a:gd name="T23" fmla="*/ 0 h 927"/>
                  <a:gd name="T24" fmla="*/ 2147483647 w 494"/>
                  <a:gd name="T25" fmla="*/ 0 h 927"/>
                  <a:gd name="T26" fmla="*/ 2147483647 w 494"/>
                  <a:gd name="T27" fmla="*/ 0 h 927"/>
                  <a:gd name="T28" fmla="*/ 2147483647 w 494"/>
                  <a:gd name="T29" fmla="*/ 0 h 927"/>
                  <a:gd name="T30" fmla="*/ 2147483647 w 494"/>
                  <a:gd name="T31" fmla="*/ 0 h 927"/>
                  <a:gd name="T32" fmla="*/ 2147483647 w 494"/>
                  <a:gd name="T33" fmla="*/ 0 h 927"/>
                  <a:gd name="T34" fmla="*/ 2147483647 w 494"/>
                  <a:gd name="T35" fmla="*/ 2147483647 h 927"/>
                  <a:gd name="T36" fmla="*/ 2147483647 w 494"/>
                  <a:gd name="T37" fmla="*/ 2147483647 h 927"/>
                  <a:gd name="T38" fmla="*/ 2147483647 w 494"/>
                  <a:gd name="T39" fmla="*/ 2147483647 h 927"/>
                  <a:gd name="T40" fmla="*/ 2147483647 w 494"/>
                  <a:gd name="T41" fmla="*/ 2147483647 h 927"/>
                  <a:gd name="T42" fmla="*/ 2147483647 w 494"/>
                  <a:gd name="T43" fmla="*/ 2147483647 h 927"/>
                  <a:gd name="T44" fmla="*/ 2147483647 w 494"/>
                  <a:gd name="T45" fmla="*/ 2147483647 h 927"/>
                  <a:gd name="T46" fmla="*/ 2147483647 w 494"/>
                  <a:gd name="T47" fmla="*/ 2147483647 h 927"/>
                  <a:gd name="T48" fmla="*/ 2147483647 w 494"/>
                  <a:gd name="T49" fmla="*/ 2147483647 h 927"/>
                  <a:gd name="T50" fmla="*/ 2147483647 w 494"/>
                  <a:gd name="T51" fmla="*/ 2147483647 h 927"/>
                  <a:gd name="T52" fmla="*/ 2147483647 w 494"/>
                  <a:gd name="T53" fmla="*/ 2147483647 h 927"/>
                  <a:gd name="T54" fmla="*/ 2147483647 w 494"/>
                  <a:gd name="T55" fmla="*/ 2147483647 h 927"/>
                  <a:gd name="T56" fmla="*/ 2147483647 w 494"/>
                  <a:gd name="T57" fmla="*/ 2147483647 h 927"/>
                  <a:gd name="T58" fmla="*/ 2147483647 w 494"/>
                  <a:gd name="T59" fmla="*/ 2147483647 h 927"/>
                  <a:gd name="T60" fmla="*/ 2147483647 w 494"/>
                  <a:gd name="T61" fmla="*/ 2147483647 h 927"/>
                  <a:gd name="T62" fmla="*/ 2147483647 w 494"/>
                  <a:gd name="T63" fmla="*/ 2147483647 h 927"/>
                  <a:gd name="T64" fmla="*/ 2147483647 w 494"/>
                  <a:gd name="T65" fmla="*/ 2147483647 h 927"/>
                  <a:gd name="T66" fmla="*/ 2147483647 w 494"/>
                  <a:gd name="T67" fmla="*/ 2147483647 h 927"/>
                  <a:gd name="T68" fmla="*/ 2147483647 w 494"/>
                  <a:gd name="T69" fmla="*/ 2147483647 h 927"/>
                  <a:gd name="T70" fmla="*/ 2147483647 w 494"/>
                  <a:gd name="T71" fmla="*/ 2147483647 h 927"/>
                  <a:gd name="T72" fmla="*/ 2147483647 w 494"/>
                  <a:gd name="T73" fmla="*/ 2147483647 h 927"/>
                  <a:gd name="T74" fmla="*/ 2147483647 w 494"/>
                  <a:gd name="T75" fmla="*/ 2147483647 h 927"/>
                  <a:gd name="T76" fmla="*/ 2147483647 w 494"/>
                  <a:gd name="T77" fmla="*/ 2147483647 h 927"/>
                  <a:gd name="T78" fmla="*/ 2147483647 w 494"/>
                  <a:gd name="T79" fmla="*/ 2147483647 h 927"/>
                  <a:gd name="T80" fmla="*/ 2147483647 w 494"/>
                  <a:gd name="T81" fmla="*/ 2147483647 h 927"/>
                  <a:gd name="T82" fmla="*/ 2147483647 w 494"/>
                  <a:gd name="T83" fmla="*/ 2147483647 h 927"/>
                  <a:gd name="T84" fmla="*/ 2147483647 w 494"/>
                  <a:gd name="T85" fmla="*/ 2147483647 h 927"/>
                  <a:gd name="T86" fmla="*/ 2147483647 w 494"/>
                  <a:gd name="T87" fmla="*/ 2147483647 h 927"/>
                  <a:gd name="T88" fmla="*/ 0 w 494"/>
                  <a:gd name="T89" fmla="*/ 2147483647 h 927"/>
                  <a:gd name="T90" fmla="*/ 0 w 494"/>
                  <a:gd name="T91" fmla="*/ 2147483647 h 927"/>
                  <a:gd name="T92" fmla="*/ 0 w 494"/>
                  <a:gd name="T93" fmla="*/ 2147483647 h 927"/>
                  <a:gd name="T94" fmla="*/ 0 w 494"/>
                  <a:gd name="T95" fmla="*/ 2147483647 h 927"/>
                  <a:gd name="T96" fmla="*/ 0 w 494"/>
                  <a:gd name="T97" fmla="*/ 0 h 927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94"/>
                  <a:gd name="T148" fmla="*/ 0 h 927"/>
                  <a:gd name="T149" fmla="*/ 494 w 494"/>
                  <a:gd name="T150" fmla="*/ 927 h 927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94" h="927">
                    <a:moveTo>
                      <a:pt x="0" y="0"/>
                    </a:moveTo>
                    <a:lnTo>
                      <a:pt x="30" y="0"/>
                    </a:lnTo>
                    <a:lnTo>
                      <a:pt x="59" y="0"/>
                    </a:lnTo>
                    <a:lnTo>
                      <a:pt x="88" y="0"/>
                    </a:lnTo>
                    <a:lnTo>
                      <a:pt x="118" y="0"/>
                    </a:lnTo>
                    <a:lnTo>
                      <a:pt x="148" y="0"/>
                    </a:lnTo>
                    <a:lnTo>
                      <a:pt x="178" y="0"/>
                    </a:lnTo>
                    <a:lnTo>
                      <a:pt x="208" y="0"/>
                    </a:lnTo>
                    <a:lnTo>
                      <a:pt x="238" y="0"/>
                    </a:lnTo>
                    <a:lnTo>
                      <a:pt x="268" y="0"/>
                    </a:lnTo>
                    <a:lnTo>
                      <a:pt x="298" y="0"/>
                    </a:lnTo>
                    <a:lnTo>
                      <a:pt x="327" y="0"/>
                    </a:lnTo>
                    <a:lnTo>
                      <a:pt x="357" y="0"/>
                    </a:lnTo>
                    <a:lnTo>
                      <a:pt x="387" y="0"/>
                    </a:lnTo>
                    <a:lnTo>
                      <a:pt x="416" y="0"/>
                    </a:lnTo>
                    <a:lnTo>
                      <a:pt x="446" y="0"/>
                    </a:lnTo>
                    <a:lnTo>
                      <a:pt x="476" y="0"/>
                    </a:lnTo>
                    <a:lnTo>
                      <a:pt x="480" y="195"/>
                    </a:lnTo>
                    <a:lnTo>
                      <a:pt x="485" y="390"/>
                    </a:lnTo>
                    <a:lnTo>
                      <a:pt x="490" y="584"/>
                    </a:lnTo>
                    <a:lnTo>
                      <a:pt x="494" y="779"/>
                    </a:lnTo>
                    <a:lnTo>
                      <a:pt x="490" y="816"/>
                    </a:lnTo>
                    <a:lnTo>
                      <a:pt x="484" y="852"/>
                    </a:lnTo>
                    <a:lnTo>
                      <a:pt x="480" y="888"/>
                    </a:lnTo>
                    <a:lnTo>
                      <a:pt x="476" y="925"/>
                    </a:lnTo>
                    <a:lnTo>
                      <a:pt x="447" y="925"/>
                    </a:lnTo>
                    <a:lnTo>
                      <a:pt x="417" y="925"/>
                    </a:lnTo>
                    <a:lnTo>
                      <a:pt x="388" y="925"/>
                    </a:lnTo>
                    <a:lnTo>
                      <a:pt x="358" y="926"/>
                    </a:lnTo>
                    <a:lnTo>
                      <a:pt x="330" y="926"/>
                    </a:lnTo>
                    <a:lnTo>
                      <a:pt x="300" y="926"/>
                    </a:lnTo>
                    <a:lnTo>
                      <a:pt x="270" y="926"/>
                    </a:lnTo>
                    <a:lnTo>
                      <a:pt x="241" y="926"/>
                    </a:lnTo>
                    <a:lnTo>
                      <a:pt x="211" y="926"/>
                    </a:lnTo>
                    <a:lnTo>
                      <a:pt x="182" y="926"/>
                    </a:lnTo>
                    <a:lnTo>
                      <a:pt x="152" y="926"/>
                    </a:lnTo>
                    <a:lnTo>
                      <a:pt x="122" y="926"/>
                    </a:lnTo>
                    <a:lnTo>
                      <a:pt x="94" y="927"/>
                    </a:lnTo>
                    <a:lnTo>
                      <a:pt x="64" y="927"/>
                    </a:lnTo>
                    <a:lnTo>
                      <a:pt x="35" y="927"/>
                    </a:lnTo>
                    <a:lnTo>
                      <a:pt x="5" y="927"/>
                    </a:lnTo>
                    <a:lnTo>
                      <a:pt x="4" y="892"/>
                    </a:lnTo>
                    <a:lnTo>
                      <a:pt x="2" y="859"/>
                    </a:lnTo>
                    <a:lnTo>
                      <a:pt x="1" y="825"/>
                    </a:lnTo>
                    <a:lnTo>
                      <a:pt x="0" y="792"/>
                    </a:lnTo>
                    <a:lnTo>
                      <a:pt x="0" y="594"/>
                    </a:lnTo>
                    <a:lnTo>
                      <a:pt x="0" y="396"/>
                    </a:lnTo>
                    <a:lnTo>
                      <a:pt x="0" y="1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B7C6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3" name="Freeform 137"/>
              <p:cNvSpPr>
                <a:spLocks/>
              </p:cNvSpPr>
              <p:nvPr/>
            </p:nvSpPr>
            <p:spPr bwMode="auto">
              <a:xfrm>
                <a:off x="1508126" y="3257550"/>
                <a:ext cx="195263" cy="330200"/>
              </a:xfrm>
              <a:custGeom>
                <a:avLst/>
                <a:gdLst>
                  <a:gd name="T0" fmla="*/ 0 w 492"/>
                  <a:gd name="T1" fmla="*/ 0 h 833"/>
                  <a:gd name="T2" fmla="*/ 2147483647 w 492"/>
                  <a:gd name="T3" fmla="*/ 0 h 833"/>
                  <a:gd name="T4" fmla="*/ 2147483647 w 492"/>
                  <a:gd name="T5" fmla="*/ 0 h 833"/>
                  <a:gd name="T6" fmla="*/ 2147483647 w 492"/>
                  <a:gd name="T7" fmla="*/ 0 h 833"/>
                  <a:gd name="T8" fmla="*/ 2147483647 w 492"/>
                  <a:gd name="T9" fmla="*/ 0 h 833"/>
                  <a:gd name="T10" fmla="*/ 2147483647 w 492"/>
                  <a:gd name="T11" fmla="*/ 0 h 833"/>
                  <a:gd name="T12" fmla="*/ 2147483647 w 492"/>
                  <a:gd name="T13" fmla="*/ 0 h 833"/>
                  <a:gd name="T14" fmla="*/ 2147483647 w 492"/>
                  <a:gd name="T15" fmla="*/ 0 h 833"/>
                  <a:gd name="T16" fmla="*/ 2147483647 w 492"/>
                  <a:gd name="T17" fmla="*/ 0 h 833"/>
                  <a:gd name="T18" fmla="*/ 2147483647 w 492"/>
                  <a:gd name="T19" fmla="*/ 0 h 833"/>
                  <a:gd name="T20" fmla="*/ 2147483647 w 492"/>
                  <a:gd name="T21" fmla="*/ 0 h 833"/>
                  <a:gd name="T22" fmla="*/ 2147483647 w 492"/>
                  <a:gd name="T23" fmla="*/ 0 h 833"/>
                  <a:gd name="T24" fmla="*/ 2147483647 w 492"/>
                  <a:gd name="T25" fmla="*/ 0 h 833"/>
                  <a:gd name="T26" fmla="*/ 2147483647 w 492"/>
                  <a:gd name="T27" fmla="*/ 0 h 833"/>
                  <a:gd name="T28" fmla="*/ 2147483647 w 492"/>
                  <a:gd name="T29" fmla="*/ 0 h 833"/>
                  <a:gd name="T30" fmla="*/ 2147483647 w 492"/>
                  <a:gd name="T31" fmla="*/ 0 h 833"/>
                  <a:gd name="T32" fmla="*/ 2147483647 w 492"/>
                  <a:gd name="T33" fmla="*/ 0 h 833"/>
                  <a:gd name="T34" fmla="*/ 2147483647 w 492"/>
                  <a:gd name="T35" fmla="*/ 2147483647 h 833"/>
                  <a:gd name="T36" fmla="*/ 2147483647 w 492"/>
                  <a:gd name="T37" fmla="*/ 2147483647 h 833"/>
                  <a:gd name="T38" fmla="*/ 2147483647 w 492"/>
                  <a:gd name="T39" fmla="*/ 2147483647 h 833"/>
                  <a:gd name="T40" fmla="*/ 2147483647 w 492"/>
                  <a:gd name="T41" fmla="*/ 2147483647 h 833"/>
                  <a:gd name="T42" fmla="*/ 2147483647 w 492"/>
                  <a:gd name="T43" fmla="*/ 2147483647 h 833"/>
                  <a:gd name="T44" fmla="*/ 2147483647 w 492"/>
                  <a:gd name="T45" fmla="*/ 2147483647 h 833"/>
                  <a:gd name="T46" fmla="*/ 2147483647 w 492"/>
                  <a:gd name="T47" fmla="*/ 2147483647 h 833"/>
                  <a:gd name="T48" fmla="*/ 2147483647 w 492"/>
                  <a:gd name="T49" fmla="*/ 2147483647 h 833"/>
                  <a:gd name="T50" fmla="*/ 2147483647 w 492"/>
                  <a:gd name="T51" fmla="*/ 2147483647 h 833"/>
                  <a:gd name="T52" fmla="*/ 2147483647 w 492"/>
                  <a:gd name="T53" fmla="*/ 2147483647 h 833"/>
                  <a:gd name="T54" fmla="*/ 2147483647 w 492"/>
                  <a:gd name="T55" fmla="*/ 2147483647 h 833"/>
                  <a:gd name="T56" fmla="*/ 2147483647 w 492"/>
                  <a:gd name="T57" fmla="*/ 2147483647 h 833"/>
                  <a:gd name="T58" fmla="*/ 2147483647 w 492"/>
                  <a:gd name="T59" fmla="*/ 2147483647 h 833"/>
                  <a:gd name="T60" fmla="*/ 2147483647 w 492"/>
                  <a:gd name="T61" fmla="*/ 2147483647 h 833"/>
                  <a:gd name="T62" fmla="*/ 2147483647 w 492"/>
                  <a:gd name="T63" fmla="*/ 2147483647 h 833"/>
                  <a:gd name="T64" fmla="*/ 2147483647 w 492"/>
                  <a:gd name="T65" fmla="*/ 2147483647 h 833"/>
                  <a:gd name="T66" fmla="*/ 2147483647 w 492"/>
                  <a:gd name="T67" fmla="*/ 2147483647 h 833"/>
                  <a:gd name="T68" fmla="*/ 2147483647 w 492"/>
                  <a:gd name="T69" fmla="*/ 2147483647 h 833"/>
                  <a:gd name="T70" fmla="*/ 2147483647 w 492"/>
                  <a:gd name="T71" fmla="*/ 2147483647 h 833"/>
                  <a:gd name="T72" fmla="*/ 2147483647 w 492"/>
                  <a:gd name="T73" fmla="*/ 2147483647 h 833"/>
                  <a:gd name="T74" fmla="*/ 2147483647 w 492"/>
                  <a:gd name="T75" fmla="*/ 2147483647 h 833"/>
                  <a:gd name="T76" fmla="*/ 2147483647 w 492"/>
                  <a:gd name="T77" fmla="*/ 2147483647 h 833"/>
                  <a:gd name="T78" fmla="*/ 2147483647 w 492"/>
                  <a:gd name="T79" fmla="*/ 2147483647 h 833"/>
                  <a:gd name="T80" fmla="*/ 2147483647 w 492"/>
                  <a:gd name="T81" fmla="*/ 2147483647 h 833"/>
                  <a:gd name="T82" fmla="*/ 2147483647 w 492"/>
                  <a:gd name="T83" fmla="*/ 2147483647 h 833"/>
                  <a:gd name="T84" fmla="*/ 2147483647 w 492"/>
                  <a:gd name="T85" fmla="*/ 2147483647 h 833"/>
                  <a:gd name="T86" fmla="*/ 2147483647 w 492"/>
                  <a:gd name="T87" fmla="*/ 2147483647 h 833"/>
                  <a:gd name="T88" fmla="*/ 0 w 492"/>
                  <a:gd name="T89" fmla="*/ 2147483647 h 833"/>
                  <a:gd name="T90" fmla="*/ 0 w 492"/>
                  <a:gd name="T91" fmla="*/ 2147483647 h 833"/>
                  <a:gd name="T92" fmla="*/ 0 w 492"/>
                  <a:gd name="T93" fmla="*/ 2147483647 h 833"/>
                  <a:gd name="T94" fmla="*/ 0 w 492"/>
                  <a:gd name="T95" fmla="*/ 2147483647 h 833"/>
                  <a:gd name="T96" fmla="*/ 0 w 492"/>
                  <a:gd name="T97" fmla="*/ 0 h 833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92"/>
                  <a:gd name="T148" fmla="*/ 0 h 833"/>
                  <a:gd name="T149" fmla="*/ 492 w 492"/>
                  <a:gd name="T150" fmla="*/ 833 h 833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92" h="833">
                    <a:moveTo>
                      <a:pt x="0" y="0"/>
                    </a:moveTo>
                    <a:lnTo>
                      <a:pt x="30" y="0"/>
                    </a:lnTo>
                    <a:lnTo>
                      <a:pt x="59" y="0"/>
                    </a:lnTo>
                    <a:lnTo>
                      <a:pt x="89" y="0"/>
                    </a:lnTo>
                    <a:lnTo>
                      <a:pt x="119" y="0"/>
                    </a:lnTo>
                    <a:lnTo>
                      <a:pt x="149" y="0"/>
                    </a:lnTo>
                    <a:lnTo>
                      <a:pt x="179" y="0"/>
                    </a:lnTo>
                    <a:lnTo>
                      <a:pt x="209" y="0"/>
                    </a:lnTo>
                    <a:lnTo>
                      <a:pt x="239" y="0"/>
                    </a:lnTo>
                    <a:lnTo>
                      <a:pt x="269" y="0"/>
                    </a:lnTo>
                    <a:lnTo>
                      <a:pt x="299" y="0"/>
                    </a:lnTo>
                    <a:lnTo>
                      <a:pt x="327" y="0"/>
                    </a:lnTo>
                    <a:lnTo>
                      <a:pt x="357" y="0"/>
                    </a:lnTo>
                    <a:lnTo>
                      <a:pt x="387" y="0"/>
                    </a:lnTo>
                    <a:lnTo>
                      <a:pt x="417" y="0"/>
                    </a:lnTo>
                    <a:lnTo>
                      <a:pt x="446" y="0"/>
                    </a:lnTo>
                    <a:lnTo>
                      <a:pt x="476" y="0"/>
                    </a:lnTo>
                    <a:lnTo>
                      <a:pt x="480" y="175"/>
                    </a:lnTo>
                    <a:lnTo>
                      <a:pt x="484" y="350"/>
                    </a:lnTo>
                    <a:lnTo>
                      <a:pt x="488" y="525"/>
                    </a:lnTo>
                    <a:lnTo>
                      <a:pt x="492" y="700"/>
                    </a:lnTo>
                    <a:lnTo>
                      <a:pt x="488" y="732"/>
                    </a:lnTo>
                    <a:lnTo>
                      <a:pt x="484" y="766"/>
                    </a:lnTo>
                    <a:lnTo>
                      <a:pt x="480" y="798"/>
                    </a:lnTo>
                    <a:lnTo>
                      <a:pt x="476" y="831"/>
                    </a:lnTo>
                    <a:lnTo>
                      <a:pt x="447" y="831"/>
                    </a:lnTo>
                    <a:lnTo>
                      <a:pt x="418" y="831"/>
                    </a:lnTo>
                    <a:lnTo>
                      <a:pt x="388" y="832"/>
                    </a:lnTo>
                    <a:lnTo>
                      <a:pt x="359" y="832"/>
                    </a:lnTo>
                    <a:lnTo>
                      <a:pt x="331" y="832"/>
                    </a:lnTo>
                    <a:lnTo>
                      <a:pt x="301" y="832"/>
                    </a:lnTo>
                    <a:lnTo>
                      <a:pt x="272" y="832"/>
                    </a:lnTo>
                    <a:lnTo>
                      <a:pt x="242" y="832"/>
                    </a:lnTo>
                    <a:lnTo>
                      <a:pt x="213" y="833"/>
                    </a:lnTo>
                    <a:lnTo>
                      <a:pt x="184" y="833"/>
                    </a:lnTo>
                    <a:lnTo>
                      <a:pt x="154" y="833"/>
                    </a:lnTo>
                    <a:lnTo>
                      <a:pt x="126" y="833"/>
                    </a:lnTo>
                    <a:lnTo>
                      <a:pt x="96" y="833"/>
                    </a:lnTo>
                    <a:lnTo>
                      <a:pt x="67" y="833"/>
                    </a:lnTo>
                    <a:lnTo>
                      <a:pt x="37" y="833"/>
                    </a:lnTo>
                    <a:lnTo>
                      <a:pt x="8" y="833"/>
                    </a:lnTo>
                    <a:lnTo>
                      <a:pt x="6" y="802"/>
                    </a:lnTo>
                    <a:lnTo>
                      <a:pt x="4" y="772"/>
                    </a:lnTo>
                    <a:lnTo>
                      <a:pt x="2" y="741"/>
                    </a:lnTo>
                    <a:lnTo>
                      <a:pt x="0" y="711"/>
                    </a:lnTo>
                    <a:lnTo>
                      <a:pt x="0" y="533"/>
                    </a:lnTo>
                    <a:lnTo>
                      <a:pt x="0" y="356"/>
                    </a:lnTo>
                    <a:lnTo>
                      <a:pt x="0" y="1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3846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4" name="Freeform 138"/>
              <p:cNvSpPr>
                <a:spLocks/>
              </p:cNvSpPr>
              <p:nvPr/>
            </p:nvSpPr>
            <p:spPr bwMode="auto">
              <a:xfrm>
                <a:off x="1508126" y="3257550"/>
                <a:ext cx="193675" cy="292100"/>
              </a:xfrm>
              <a:custGeom>
                <a:avLst/>
                <a:gdLst>
                  <a:gd name="T0" fmla="*/ 0 w 489"/>
                  <a:gd name="T1" fmla="*/ 0 h 739"/>
                  <a:gd name="T2" fmla="*/ 2147483647 w 489"/>
                  <a:gd name="T3" fmla="*/ 0 h 739"/>
                  <a:gd name="T4" fmla="*/ 2147483647 w 489"/>
                  <a:gd name="T5" fmla="*/ 0 h 739"/>
                  <a:gd name="T6" fmla="*/ 2147483647 w 489"/>
                  <a:gd name="T7" fmla="*/ 0 h 739"/>
                  <a:gd name="T8" fmla="*/ 2147483647 w 489"/>
                  <a:gd name="T9" fmla="*/ 0 h 739"/>
                  <a:gd name="T10" fmla="*/ 2147483647 w 489"/>
                  <a:gd name="T11" fmla="*/ 0 h 739"/>
                  <a:gd name="T12" fmla="*/ 2147483647 w 489"/>
                  <a:gd name="T13" fmla="*/ 0 h 739"/>
                  <a:gd name="T14" fmla="*/ 2147483647 w 489"/>
                  <a:gd name="T15" fmla="*/ 0 h 739"/>
                  <a:gd name="T16" fmla="*/ 2147483647 w 489"/>
                  <a:gd name="T17" fmla="*/ 0 h 739"/>
                  <a:gd name="T18" fmla="*/ 2147483647 w 489"/>
                  <a:gd name="T19" fmla="*/ 0 h 739"/>
                  <a:gd name="T20" fmla="*/ 2147483647 w 489"/>
                  <a:gd name="T21" fmla="*/ 0 h 739"/>
                  <a:gd name="T22" fmla="*/ 2147483647 w 489"/>
                  <a:gd name="T23" fmla="*/ 0 h 739"/>
                  <a:gd name="T24" fmla="*/ 2147483647 w 489"/>
                  <a:gd name="T25" fmla="*/ 0 h 739"/>
                  <a:gd name="T26" fmla="*/ 2147483647 w 489"/>
                  <a:gd name="T27" fmla="*/ 0 h 739"/>
                  <a:gd name="T28" fmla="*/ 2147483647 w 489"/>
                  <a:gd name="T29" fmla="*/ 0 h 739"/>
                  <a:gd name="T30" fmla="*/ 2147483647 w 489"/>
                  <a:gd name="T31" fmla="*/ 0 h 739"/>
                  <a:gd name="T32" fmla="*/ 2147483647 w 489"/>
                  <a:gd name="T33" fmla="*/ 0 h 739"/>
                  <a:gd name="T34" fmla="*/ 2147483647 w 489"/>
                  <a:gd name="T35" fmla="*/ 2147483647 h 739"/>
                  <a:gd name="T36" fmla="*/ 2147483647 w 489"/>
                  <a:gd name="T37" fmla="*/ 2147483647 h 739"/>
                  <a:gd name="T38" fmla="*/ 2147483647 w 489"/>
                  <a:gd name="T39" fmla="*/ 2147483647 h 739"/>
                  <a:gd name="T40" fmla="*/ 2147483647 w 489"/>
                  <a:gd name="T41" fmla="*/ 2147483647 h 739"/>
                  <a:gd name="T42" fmla="*/ 2147483647 w 489"/>
                  <a:gd name="T43" fmla="*/ 2147483647 h 739"/>
                  <a:gd name="T44" fmla="*/ 2147483647 w 489"/>
                  <a:gd name="T45" fmla="*/ 2147483647 h 739"/>
                  <a:gd name="T46" fmla="*/ 2147483647 w 489"/>
                  <a:gd name="T47" fmla="*/ 2147483647 h 739"/>
                  <a:gd name="T48" fmla="*/ 2147483647 w 489"/>
                  <a:gd name="T49" fmla="*/ 2147483647 h 739"/>
                  <a:gd name="T50" fmla="*/ 2147483647 w 489"/>
                  <a:gd name="T51" fmla="*/ 2147483647 h 739"/>
                  <a:gd name="T52" fmla="*/ 2147483647 w 489"/>
                  <a:gd name="T53" fmla="*/ 2147483647 h 739"/>
                  <a:gd name="T54" fmla="*/ 2147483647 w 489"/>
                  <a:gd name="T55" fmla="*/ 2147483647 h 739"/>
                  <a:gd name="T56" fmla="*/ 2147483647 w 489"/>
                  <a:gd name="T57" fmla="*/ 2147483647 h 739"/>
                  <a:gd name="T58" fmla="*/ 2147483647 w 489"/>
                  <a:gd name="T59" fmla="*/ 2147483647 h 739"/>
                  <a:gd name="T60" fmla="*/ 2147483647 w 489"/>
                  <a:gd name="T61" fmla="*/ 2147483647 h 739"/>
                  <a:gd name="T62" fmla="*/ 2147483647 w 489"/>
                  <a:gd name="T63" fmla="*/ 2147483647 h 739"/>
                  <a:gd name="T64" fmla="*/ 2147483647 w 489"/>
                  <a:gd name="T65" fmla="*/ 2147483647 h 739"/>
                  <a:gd name="T66" fmla="*/ 2147483647 w 489"/>
                  <a:gd name="T67" fmla="*/ 2147483647 h 739"/>
                  <a:gd name="T68" fmla="*/ 2147483647 w 489"/>
                  <a:gd name="T69" fmla="*/ 2147483647 h 739"/>
                  <a:gd name="T70" fmla="*/ 2147483647 w 489"/>
                  <a:gd name="T71" fmla="*/ 2147483647 h 739"/>
                  <a:gd name="T72" fmla="*/ 2147483647 w 489"/>
                  <a:gd name="T73" fmla="*/ 2147483647 h 739"/>
                  <a:gd name="T74" fmla="*/ 2147483647 w 489"/>
                  <a:gd name="T75" fmla="*/ 2147483647 h 739"/>
                  <a:gd name="T76" fmla="*/ 2147483647 w 489"/>
                  <a:gd name="T77" fmla="*/ 2147483647 h 739"/>
                  <a:gd name="T78" fmla="*/ 2147483647 w 489"/>
                  <a:gd name="T79" fmla="*/ 2147483647 h 739"/>
                  <a:gd name="T80" fmla="*/ 2147483647 w 489"/>
                  <a:gd name="T81" fmla="*/ 2147483647 h 739"/>
                  <a:gd name="T82" fmla="*/ 2147483647 w 489"/>
                  <a:gd name="T83" fmla="*/ 2147483647 h 739"/>
                  <a:gd name="T84" fmla="*/ 2147483647 w 489"/>
                  <a:gd name="T85" fmla="*/ 2147483647 h 739"/>
                  <a:gd name="T86" fmla="*/ 2147483647 w 489"/>
                  <a:gd name="T87" fmla="*/ 2147483647 h 739"/>
                  <a:gd name="T88" fmla="*/ 0 w 489"/>
                  <a:gd name="T89" fmla="*/ 2147483647 h 739"/>
                  <a:gd name="T90" fmla="*/ 0 w 489"/>
                  <a:gd name="T91" fmla="*/ 2147483647 h 739"/>
                  <a:gd name="T92" fmla="*/ 0 w 489"/>
                  <a:gd name="T93" fmla="*/ 2147483647 h 739"/>
                  <a:gd name="T94" fmla="*/ 0 w 489"/>
                  <a:gd name="T95" fmla="*/ 2147483647 h 739"/>
                  <a:gd name="T96" fmla="*/ 0 w 489"/>
                  <a:gd name="T97" fmla="*/ 0 h 73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89"/>
                  <a:gd name="T148" fmla="*/ 0 h 739"/>
                  <a:gd name="T149" fmla="*/ 489 w 489"/>
                  <a:gd name="T150" fmla="*/ 739 h 73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89" h="739">
                    <a:moveTo>
                      <a:pt x="0" y="0"/>
                    </a:moveTo>
                    <a:lnTo>
                      <a:pt x="30" y="0"/>
                    </a:lnTo>
                    <a:lnTo>
                      <a:pt x="60" y="0"/>
                    </a:lnTo>
                    <a:lnTo>
                      <a:pt x="88" y="0"/>
                    </a:lnTo>
                    <a:lnTo>
                      <a:pt x="118" y="0"/>
                    </a:lnTo>
                    <a:lnTo>
                      <a:pt x="148" y="0"/>
                    </a:lnTo>
                    <a:lnTo>
                      <a:pt x="178" y="0"/>
                    </a:lnTo>
                    <a:lnTo>
                      <a:pt x="208" y="0"/>
                    </a:lnTo>
                    <a:lnTo>
                      <a:pt x="238" y="0"/>
                    </a:lnTo>
                    <a:lnTo>
                      <a:pt x="268" y="0"/>
                    </a:lnTo>
                    <a:lnTo>
                      <a:pt x="298" y="0"/>
                    </a:lnTo>
                    <a:lnTo>
                      <a:pt x="326" y="0"/>
                    </a:lnTo>
                    <a:lnTo>
                      <a:pt x="356" y="0"/>
                    </a:lnTo>
                    <a:lnTo>
                      <a:pt x="386" y="0"/>
                    </a:lnTo>
                    <a:lnTo>
                      <a:pt x="416" y="0"/>
                    </a:lnTo>
                    <a:lnTo>
                      <a:pt x="445" y="0"/>
                    </a:lnTo>
                    <a:lnTo>
                      <a:pt x="475" y="0"/>
                    </a:lnTo>
                    <a:lnTo>
                      <a:pt x="478" y="155"/>
                    </a:lnTo>
                    <a:lnTo>
                      <a:pt x="482" y="311"/>
                    </a:lnTo>
                    <a:lnTo>
                      <a:pt x="485" y="466"/>
                    </a:lnTo>
                    <a:lnTo>
                      <a:pt x="489" y="621"/>
                    </a:lnTo>
                    <a:lnTo>
                      <a:pt x="485" y="650"/>
                    </a:lnTo>
                    <a:lnTo>
                      <a:pt x="482" y="679"/>
                    </a:lnTo>
                    <a:lnTo>
                      <a:pt x="478" y="708"/>
                    </a:lnTo>
                    <a:lnTo>
                      <a:pt x="475" y="738"/>
                    </a:lnTo>
                    <a:lnTo>
                      <a:pt x="446" y="738"/>
                    </a:lnTo>
                    <a:lnTo>
                      <a:pt x="417" y="738"/>
                    </a:lnTo>
                    <a:lnTo>
                      <a:pt x="388" y="738"/>
                    </a:lnTo>
                    <a:lnTo>
                      <a:pt x="360" y="738"/>
                    </a:lnTo>
                    <a:lnTo>
                      <a:pt x="331" y="738"/>
                    </a:lnTo>
                    <a:lnTo>
                      <a:pt x="301" y="738"/>
                    </a:lnTo>
                    <a:lnTo>
                      <a:pt x="272" y="738"/>
                    </a:lnTo>
                    <a:lnTo>
                      <a:pt x="243" y="738"/>
                    </a:lnTo>
                    <a:lnTo>
                      <a:pt x="214" y="739"/>
                    </a:lnTo>
                    <a:lnTo>
                      <a:pt x="184" y="739"/>
                    </a:lnTo>
                    <a:lnTo>
                      <a:pt x="156" y="739"/>
                    </a:lnTo>
                    <a:lnTo>
                      <a:pt x="127" y="739"/>
                    </a:lnTo>
                    <a:lnTo>
                      <a:pt x="98" y="739"/>
                    </a:lnTo>
                    <a:lnTo>
                      <a:pt x="68" y="739"/>
                    </a:lnTo>
                    <a:lnTo>
                      <a:pt x="39" y="739"/>
                    </a:lnTo>
                    <a:lnTo>
                      <a:pt x="10" y="739"/>
                    </a:lnTo>
                    <a:lnTo>
                      <a:pt x="7" y="712"/>
                    </a:lnTo>
                    <a:lnTo>
                      <a:pt x="5" y="685"/>
                    </a:lnTo>
                    <a:lnTo>
                      <a:pt x="2" y="658"/>
                    </a:lnTo>
                    <a:lnTo>
                      <a:pt x="0" y="631"/>
                    </a:lnTo>
                    <a:lnTo>
                      <a:pt x="0" y="473"/>
                    </a:lnTo>
                    <a:lnTo>
                      <a:pt x="0" y="315"/>
                    </a:lnTo>
                    <a:lnTo>
                      <a:pt x="0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A8C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5" name="Freeform 139"/>
              <p:cNvSpPr>
                <a:spLocks/>
              </p:cNvSpPr>
              <p:nvPr/>
            </p:nvSpPr>
            <p:spPr bwMode="auto">
              <a:xfrm>
                <a:off x="1508126" y="3257550"/>
                <a:ext cx="193675" cy="255587"/>
              </a:xfrm>
              <a:custGeom>
                <a:avLst/>
                <a:gdLst>
                  <a:gd name="T0" fmla="*/ 0 w 487"/>
                  <a:gd name="T1" fmla="*/ 0 h 645"/>
                  <a:gd name="T2" fmla="*/ 2147483647 w 487"/>
                  <a:gd name="T3" fmla="*/ 0 h 645"/>
                  <a:gd name="T4" fmla="*/ 2147483647 w 487"/>
                  <a:gd name="T5" fmla="*/ 0 h 645"/>
                  <a:gd name="T6" fmla="*/ 2147483647 w 487"/>
                  <a:gd name="T7" fmla="*/ 0 h 645"/>
                  <a:gd name="T8" fmla="*/ 2147483647 w 487"/>
                  <a:gd name="T9" fmla="*/ 0 h 645"/>
                  <a:gd name="T10" fmla="*/ 2147483647 w 487"/>
                  <a:gd name="T11" fmla="*/ 0 h 645"/>
                  <a:gd name="T12" fmla="*/ 2147483647 w 487"/>
                  <a:gd name="T13" fmla="*/ 0 h 645"/>
                  <a:gd name="T14" fmla="*/ 2147483647 w 487"/>
                  <a:gd name="T15" fmla="*/ 0 h 645"/>
                  <a:gd name="T16" fmla="*/ 2147483647 w 487"/>
                  <a:gd name="T17" fmla="*/ 0 h 645"/>
                  <a:gd name="T18" fmla="*/ 2147483647 w 487"/>
                  <a:gd name="T19" fmla="*/ 0 h 645"/>
                  <a:gd name="T20" fmla="*/ 2147483647 w 487"/>
                  <a:gd name="T21" fmla="*/ 0 h 645"/>
                  <a:gd name="T22" fmla="*/ 2147483647 w 487"/>
                  <a:gd name="T23" fmla="*/ 0 h 645"/>
                  <a:gd name="T24" fmla="*/ 2147483647 w 487"/>
                  <a:gd name="T25" fmla="*/ 0 h 645"/>
                  <a:gd name="T26" fmla="*/ 2147483647 w 487"/>
                  <a:gd name="T27" fmla="*/ 0 h 645"/>
                  <a:gd name="T28" fmla="*/ 2147483647 w 487"/>
                  <a:gd name="T29" fmla="*/ 0 h 645"/>
                  <a:gd name="T30" fmla="*/ 2147483647 w 487"/>
                  <a:gd name="T31" fmla="*/ 0 h 645"/>
                  <a:gd name="T32" fmla="*/ 2147483647 w 487"/>
                  <a:gd name="T33" fmla="*/ 0 h 645"/>
                  <a:gd name="T34" fmla="*/ 2147483647 w 487"/>
                  <a:gd name="T35" fmla="*/ 2147483647 h 645"/>
                  <a:gd name="T36" fmla="*/ 2147483647 w 487"/>
                  <a:gd name="T37" fmla="*/ 2147483647 h 645"/>
                  <a:gd name="T38" fmla="*/ 2147483647 w 487"/>
                  <a:gd name="T39" fmla="*/ 2147483647 h 645"/>
                  <a:gd name="T40" fmla="*/ 2147483647 w 487"/>
                  <a:gd name="T41" fmla="*/ 2147483647 h 645"/>
                  <a:gd name="T42" fmla="*/ 2147483647 w 487"/>
                  <a:gd name="T43" fmla="*/ 2147483647 h 645"/>
                  <a:gd name="T44" fmla="*/ 2147483647 w 487"/>
                  <a:gd name="T45" fmla="*/ 2147483647 h 645"/>
                  <a:gd name="T46" fmla="*/ 2147483647 w 487"/>
                  <a:gd name="T47" fmla="*/ 2147483647 h 645"/>
                  <a:gd name="T48" fmla="*/ 2147483647 w 487"/>
                  <a:gd name="T49" fmla="*/ 2147483647 h 645"/>
                  <a:gd name="T50" fmla="*/ 2147483647 w 487"/>
                  <a:gd name="T51" fmla="*/ 2147483647 h 645"/>
                  <a:gd name="T52" fmla="*/ 2147483647 w 487"/>
                  <a:gd name="T53" fmla="*/ 2147483647 h 645"/>
                  <a:gd name="T54" fmla="*/ 2147483647 w 487"/>
                  <a:gd name="T55" fmla="*/ 2147483647 h 645"/>
                  <a:gd name="T56" fmla="*/ 2147483647 w 487"/>
                  <a:gd name="T57" fmla="*/ 2147483647 h 645"/>
                  <a:gd name="T58" fmla="*/ 2147483647 w 487"/>
                  <a:gd name="T59" fmla="*/ 2147483647 h 645"/>
                  <a:gd name="T60" fmla="*/ 2147483647 w 487"/>
                  <a:gd name="T61" fmla="*/ 2147483647 h 645"/>
                  <a:gd name="T62" fmla="*/ 2147483647 w 487"/>
                  <a:gd name="T63" fmla="*/ 2147483647 h 645"/>
                  <a:gd name="T64" fmla="*/ 2147483647 w 487"/>
                  <a:gd name="T65" fmla="*/ 2147483647 h 645"/>
                  <a:gd name="T66" fmla="*/ 2147483647 w 487"/>
                  <a:gd name="T67" fmla="*/ 2147483647 h 645"/>
                  <a:gd name="T68" fmla="*/ 2147483647 w 487"/>
                  <a:gd name="T69" fmla="*/ 2147483647 h 645"/>
                  <a:gd name="T70" fmla="*/ 2147483647 w 487"/>
                  <a:gd name="T71" fmla="*/ 2147483647 h 645"/>
                  <a:gd name="T72" fmla="*/ 2147483647 w 487"/>
                  <a:gd name="T73" fmla="*/ 2147483647 h 645"/>
                  <a:gd name="T74" fmla="*/ 2147483647 w 487"/>
                  <a:gd name="T75" fmla="*/ 2147483647 h 645"/>
                  <a:gd name="T76" fmla="*/ 2147483647 w 487"/>
                  <a:gd name="T77" fmla="*/ 2147483647 h 645"/>
                  <a:gd name="T78" fmla="*/ 2147483647 w 487"/>
                  <a:gd name="T79" fmla="*/ 2147483647 h 645"/>
                  <a:gd name="T80" fmla="*/ 2147483647 w 487"/>
                  <a:gd name="T81" fmla="*/ 2147483647 h 645"/>
                  <a:gd name="T82" fmla="*/ 2147483647 w 487"/>
                  <a:gd name="T83" fmla="*/ 2147483647 h 645"/>
                  <a:gd name="T84" fmla="*/ 2147483647 w 487"/>
                  <a:gd name="T85" fmla="*/ 2147483647 h 645"/>
                  <a:gd name="T86" fmla="*/ 2147483647 w 487"/>
                  <a:gd name="T87" fmla="*/ 2147483647 h 645"/>
                  <a:gd name="T88" fmla="*/ 0 w 487"/>
                  <a:gd name="T89" fmla="*/ 2147483647 h 645"/>
                  <a:gd name="T90" fmla="*/ 0 w 487"/>
                  <a:gd name="T91" fmla="*/ 2147483647 h 645"/>
                  <a:gd name="T92" fmla="*/ 0 w 487"/>
                  <a:gd name="T93" fmla="*/ 2147483647 h 645"/>
                  <a:gd name="T94" fmla="*/ 0 w 487"/>
                  <a:gd name="T95" fmla="*/ 2147483647 h 645"/>
                  <a:gd name="T96" fmla="*/ 0 w 487"/>
                  <a:gd name="T97" fmla="*/ 0 h 645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87"/>
                  <a:gd name="T148" fmla="*/ 0 h 645"/>
                  <a:gd name="T149" fmla="*/ 487 w 487"/>
                  <a:gd name="T150" fmla="*/ 645 h 645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87" h="645">
                    <a:moveTo>
                      <a:pt x="0" y="0"/>
                    </a:moveTo>
                    <a:lnTo>
                      <a:pt x="30" y="0"/>
                    </a:lnTo>
                    <a:lnTo>
                      <a:pt x="60" y="0"/>
                    </a:lnTo>
                    <a:lnTo>
                      <a:pt x="89" y="0"/>
                    </a:lnTo>
                    <a:lnTo>
                      <a:pt x="119" y="0"/>
                    </a:lnTo>
                    <a:lnTo>
                      <a:pt x="149" y="0"/>
                    </a:lnTo>
                    <a:lnTo>
                      <a:pt x="179" y="0"/>
                    </a:lnTo>
                    <a:lnTo>
                      <a:pt x="208" y="0"/>
                    </a:lnTo>
                    <a:lnTo>
                      <a:pt x="238" y="0"/>
                    </a:lnTo>
                    <a:lnTo>
                      <a:pt x="268" y="0"/>
                    </a:lnTo>
                    <a:lnTo>
                      <a:pt x="298" y="0"/>
                    </a:lnTo>
                    <a:lnTo>
                      <a:pt x="327" y="0"/>
                    </a:lnTo>
                    <a:lnTo>
                      <a:pt x="356" y="0"/>
                    </a:lnTo>
                    <a:lnTo>
                      <a:pt x="386" y="0"/>
                    </a:lnTo>
                    <a:lnTo>
                      <a:pt x="416" y="0"/>
                    </a:lnTo>
                    <a:lnTo>
                      <a:pt x="445" y="0"/>
                    </a:lnTo>
                    <a:lnTo>
                      <a:pt x="475" y="0"/>
                    </a:lnTo>
                    <a:lnTo>
                      <a:pt x="478" y="136"/>
                    </a:lnTo>
                    <a:lnTo>
                      <a:pt x="481" y="271"/>
                    </a:lnTo>
                    <a:lnTo>
                      <a:pt x="483" y="407"/>
                    </a:lnTo>
                    <a:lnTo>
                      <a:pt x="487" y="542"/>
                    </a:lnTo>
                    <a:lnTo>
                      <a:pt x="483" y="568"/>
                    </a:lnTo>
                    <a:lnTo>
                      <a:pt x="480" y="593"/>
                    </a:lnTo>
                    <a:lnTo>
                      <a:pt x="477" y="618"/>
                    </a:lnTo>
                    <a:lnTo>
                      <a:pt x="475" y="644"/>
                    </a:lnTo>
                    <a:lnTo>
                      <a:pt x="446" y="644"/>
                    </a:lnTo>
                    <a:lnTo>
                      <a:pt x="417" y="644"/>
                    </a:lnTo>
                    <a:lnTo>
                      <a:pt x="388" y="644"/>
                    </a:lnTo>
                    <a:lnTo>
                      <a:pt x="360" y="644"/>
                    </a:lnTo>
                    <a:lnTo>
                      <a:pt x="331" y="644"/>
                    </a:lnTo>
                    <a:lnTo>
                      <a:pt x="302" y="644"/>
                    </a:lnTo>
                    <a:lnTo>
                      <a:pt x="273" y="644"/>
                    </a:lnTo>
                    <a:lnTo>
                      <a:pt x="244" y="644"/>
                    </a:lnTo>
                    <a:lnTo>
                      <a:pt x="215" y="645"/>
                    </a:lnTo>
                    <a:lnTo>
                      <a:pt x="187" y="645"/>
                    </a:lnTo>
                    <a:lnTo>
                      <a:pt x="158" y="645"/>
                    </a:lnTo>
                    <a:lnTo>
                      <a:pt x="129" y="645"/>
                    </a:lnTo>
                    <a:lnTo>
                      <a:pt x="100" y="645"/>
                    </a:lnTo>
                    <a:lnTo>
                      <a:pt x="70" y="645"/>
                    </a:lnTo>
                    <a:lnTo>
                      <a:pt x="41" y="645"/>
                    </a:lnTo>
                    <a:lnTo>
                      <a:pt x="13" y="645"/>
                    </a:lnTo>
                    <a:lnTo>
                      <a:pt x="9" y="621"/>
                    </a:lnTo>
                    <a:lnTo>
                      <a:pt x="6" y="598"/>
                    </a:lnTo>
                    <a:lnTo>
                      <a:pt x="3" y="574"/>
                    </a:lnTo>
                    <a:lnTo>
                      <a:pt x="0" y="551"/>
                    </a:lnTo>
                    <a:lnTo>
                      <a:pt x="0" y="413"/>
                    </a:lnTo>
                    <a:lnTo>
                      <a:pt x="0" y="276"/>
                    </a:lnTo>
                    <a:lnTo>
                      <a:pt x="0" y="1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D8E7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6" name="Freeform 140"/>
              <p:cNvSpPr>
                <a:spLocks/>
              </p:cNvSpPr>
              <p:nvPr/>
            </p:nvSpPr>
            <p:spPr bwMode="auto">
              <a:xfrm>
                <a:off x="1508126" y="3257550"/>
                <a:ext cx="192088" cy="219075"/>
              </a:xfrm>
              <a:custGeom>
                <a:avLst/>
                <a:gdLst>
                  <a:gd name="T0" fmla="*/ 0 w 484"/>
                  <a:gd name="T1" fmla="*/ 0 h 552"/>
                  <a:gd name="T2" fmla="*/ 2147483647 w 484"/>
                  <a:gd name="T3" fmla="*/ 0 h 552"/>
                  <a:gd name="T4" fmla="*/ 2147483647 w 484"/>
                  <a:gd name="T5" fmla="*/ 0 h 552"/>
                  <a:gd name="T6" fmla="*/ 2147483647 w 484"/>
                  <a:gd name="T7" fmla="*/ 0 h 552"/>
                  <a:gd name="T8" fmla="*/ 2147483647 w 484"/>
                  <a:gd name="T9" fmla="*/ 0 h 552"/>
                  <a:gd name="T10" fmla="*/ 2147483647 w 484"/>
                  <a:gd name="T11" fmla="*/ 0 h 552"/>
                  <a:gd name="T12" fmla="*/ 2147483647 w 484"/>
                  <a:gd name="T13" fmla="*/ 0 h 552"/>
                  <a:gd name="T14" fmla="*/ 2147483647 w 484"/>
                  <a:gd name="T15" fmla="*/ 0 h 552"/>
                  <a:gd name="T16" fmla="*/ 2147483647 w 484"/>
                  <a:gd name="T17" fmla="*/ 0 h 552"/>
                  <a:gd name="T18" fmla="*/ 2147483647 w 484"/>
                  <a:gd name="T19" fmla="*/ 0 h 552"/>
                  <a:gd name="T20" fmla="*/ 2147483647 w 484"/>
                  <a:gd name="T21" fmla="*/ 0 h 552"/>
                  <a:gd name="T22" fmla="*/ 2147483647 w 484"/>
                  <a:gd name="T23" fmla="*/ 0 h 552"/>
                  <a:gd name="T24" fmla="*/ 2147483647 w 484"/>
                  <a:gd name="T25" fmla="*/ 0 h 552"/>
                  <a:gd name="T26" fmla="*/ 2147483647 w 484"/>
                  <a:gd name="T27" fmla="*/ 0 h 552"/>
                  <a:gd name="T28" fmla="*/ 2147483647 w 484"/>
                  <a:gd name="T29" fmla="*/ 0 h 552"/>
                  <a:gd name="T30" fmla="*/ 2147483647 w 484"/>
                  <a:gd name="T31" fmla="*/ 0 h 552"/>
                  <a:gd name="T32" fmla="*/ 2147483647 w 484"/>
                  <a:gd name="T33" fmla="*/ 0 h 552"/>
                  <a:gd name="T34" fmla="*/ 2147483647 w 484"/>
                  <a:gd name="T35" fmla="*/ 2147483647 h 552"/>
                  <a:gd name="T36" fmla="*/ 2147483647 w 484"/>
                  <a:gd name="T37" fmla="*/ 2147483647 h 552"/>
                  <a:gd name="T38" fmla="*/ 2147483647 w 484"/>
                  <a:gd name="T39" fmla="*/ 2147483647 h 552"/>
                  <a:gd name="T40" fmla="*/ 2147483647 w 484"/>
                  <a:gd name="T41" fmla="*/ 2147483647 h 552"/>
                  <a:gd name="T42" fmla="*/ 2147483647 w 484"/>
                  <a:gd name="T43" fmla="*/ 2147483647 h 552"/>
                  <a:gd name="T44" fmla="*/ 2147483647 w 484"/>
                  <a:gd name="T45" fmla="*/ 2147483647 h 552"/>
                  <a:gd name="T46" fmla="*/ 2147483647 w 484"/>
                  <a:gd name="T47" fmla="*/ 2147483647 h 552"/>
                  <a:gd name="T48" fmla="*/ 2147483647 w 484"/>
                  <a:gd name="T49" fmla="*/ 2147483647 h 552"/>
                  <a:gd name="T50" fmla="*/ 2147483647 w 484"/>
                  <a:gd name="T51" fmla="*/ 2147483647 h 552"/>
                  <a:gd name="T52" fmla="*/ 2147483647 w 484"/>
                  <a:gd name="T53" fmla="*/ 2147483647 h 552"/>
                  <a:gd name="T54" fmla="*/ 2147483647 w 484"/>
                  <a:gd name="T55" fmla="*/ 2147483647 h 552"/>
                  <a:gd name="T56" fmla="*/ 2147483647 w 484"/>
                  <a:gd name="T57" fmla="*/ 2147483647 h 552"/>
                  <a:gd name="T58" fmla="*/ 2147483647 w 484"/>
                  <a:gd name="T59" fmla="*/ 2147483647 h 552"/>
                  <a:gd name="T60" fmla="*/ 2147483647 w 484"/>
                  <a:gd name="T61" fmla="*/ 2147483647 h 552"/>
                  <a:gd name="T62" fmla="*/ 2147483647 w 484"/>
                  <a:gd name="T63" fmla="*/ 2147483647 h 552"/>
                  <a:gd name="T64" fmla="*/ 2147483647 w 484"/>
                  <a:gd name="T65" fmla="*/ 2147483647 h 552"/>
                  <a:gd name="T66" fmla="*/ 2147483647 w 484"/>
                  <a:gd name="T67" fmla="*/ 2147483647 h 552"/>
                  <a:gd name="T68" fmla="*/ 2147483647 w 484"/>
                  <a:gd name="T69" fmla="*/ 2147483647 h 552"/>
                  <a:gd name="T70" fmla="*/ 2147483647 w 484"/>
                  <a:gd name="T71" fmla="*/ 2147483647 h 552"/>
                  <a:gd name="T72" fmla="*/ 2147483647 w 484"/>
                  <a:gd name="T73" fmla="*/ 2147483647 h 552"/>
                  <a:gd name="T74" fmla="*/ 2147483647 w 484"/>
                  <a:gd name="T75" fmla="*/ 2147483647 h 552"/>
                  <a:gd name="T76" fmla="*/ 2147483647 w 484"/>
                  <a:gd name="T77" fmla="*/ 2147483647 h 552"/>
                  <a:gd name="T78" fmla="*/ 2147483647 w 484"/>
                  <a:gd name="T79" fmla="*/ 2147483647 h 552"/>
                  <a:gd name="T80" fmla="*/ 2147483647 w 484"/>
                  <a:gd name="T81" fmla="*/ 2147483647 h 552"/>
                  <a:gd name="T82" fmla="*/ 2147483647 w 484"/>
                  <a:gd name="T83" fmla="*/ 2147483647 h 552"/>
                  <a:gd name="T84" fmla="*/ 2147483647 w 484"/>
                  <a:gd name="T85" fmla="*/ 2147483647 h 552"/>
                  <a:gd name="T86" fmla="*/ 2147483647 w 484"/>
                  <a:gd name="T87" fmla="*/ 2147483647 h 552"/>
                  <a:gd name="T88" fmla="*/ 0 w 484"/>
                  <a:gd name="T89" fmla="*/ 2147483647 h 552"/>
                  <a:gd name="T90" fmla="*/ 0 w 484"/>
                  <a:gd name="T91" fmla="*/ 2147483647 h 552"/>
                  <a:gd name="T92" fmla="*/ 0 w 484"/>
                  <a:gd name="T93" fmla="*/ 2147483647 h 552"/>
                  <a:gd name="T94" fmla="*/ 0 w 484"/>
                  <a:gd name="T95" fmla="*/ 2147483647 h 552"/>
                  <a:gd name="T96" fmla="*/ 0 w 484"/>
                  <a:gd name="T97" fmla="*/ 0 h 55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84"/>
                  <a:gd name="T148" fmla="*/ 0 h 552"/>
                  <a:gd name="T149" fmla="*/ 484 w 484"/>
                  <a:gd name="T150" fmla="*/ 552 h 552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84" h="552">
                    <a:moveTo>
                      <a:pt x="0" y="0"/>
                    </a:moveTo>
                    <a:lnTo>
                      <a:pt x="30" y="0"/>
                    </a:lnTo>
                    <a:lnTo>
                      <a:pt x="60" y="0"/>
                    </a:lnTo>
                    <a:lnTo>
                      <a:pt x="89" y="0"/>
                    </a:lnTo>
                    <a:lnTo>
                      <a:pt x="119" y="0"/>
                    </a:lnTo>
                    <a:lnTo>
                      <a:pt x="149" y="0"/>
                    </a:lnTo>
                    <a:lnTo>
                      <a:pt x="179" y="0"/>
                    </a:lnTo>
                    <a:lnTo>
                      <a:pt x="208" y="0"/>
                    </a:lnTo>
                    <a:lnTo>
                      <a:pt x="238" y="0"/>
                    </a:lnTo>
                    <a:lnTo>
                      <a:pt x="268" y="0"/>
                    </a:lnTo>
                    <a:lnTo>
                      <a:pt x="298" y="0"/>
                    </a:lnTo>
                    <a:lnTo>
                      <a:pt x="327" y="0"/>
                    </a:lnTo>
                    <a:lnTo>
                      <a:pt x="356" y="0"/>
                    </a:lnTo>
                    <a:lnTo>
                      <a:pt x="386" y="0"/>
                    </a:lnTo>
                    <a:lnTo>
                      <a:pt x="416" y="0"/>
                    </a:lnTo>
                    <a:lnTo>
                      <a:pt x="445" y="0"/>
                    </a:lnTo>
                    <a:lnTo>
                      <a:pt x="475" y="0"/>
                    </a:lnTo>
                    <a:lnTo>
                      <a:pt x="477" y="117"/>
                    </a:lnTo>
                    <a:lnTo>
                      <a:pt x="480" y="232"/>
                    </a:lnTo>
                    <a:lnTo>
                      <a:pt x="482" y="347"/>
                    </a:lnTo>
                    <a:lnTo>
                      <a:pt x="484" y="464"/>
                    </a:lnTo>
                    <a:lnTo>
                      <a:pt x="482" y="485"/>
                    </a:lnTo>
                    <a:lnTo>
                      <a:pt x="480" y="506"/>
                    </a:lnTo>
                    <a:lnTo>
                      <a:pt x="477" y="529"/>
                    </a:lnTo>
                    <a:lnTo>
                      <a:pt x="475" y="550"/>
                    </a:lnTo>
                    <a:lnTo>
                      <a:pt x="446" y="550"/>
                    </a:lnTo>
                    <a:lnTo>
                      <a:pt x="418" y="550"/>
                    </a:lnTo>
                    <a:lnTo>
                      <a:pt x="389" y="550"/>
                    </a:lnTo>
                    <a:lnTo>
                      <a:pt x="361" y="551"/>
                    </a:lnTo>
                    <a:lnTo>
                      <a:pt x="332" y="551"/>
                    </a:lnTo>
                    <a:lnTo>
                      <a:pt x="304" y="551"/>
                    </a:lnTo>
                    <a:lnTo>
                      <a:pt x="275" y="551"/>
                    </a:lnTo>
                    <a:lnTo>
                      <a:pt x="246" y="551"/>
                    </a:lnTo>
                    <a:lnTo>
                      <a:pt x="218" y="551"/>
                    </a:lnTo>
                    <a:lnTo>
                      <a:pt x="189" y="551"/>
                    </a:lnTo>
                    <a:lnTo>
                      <a:pt x="160" y="551"/>
                    </a:lnTo>
                    <a:lnTo>
                      <a:pt x="131" y="551"/>
                    </a:lnTo>
                    <a:lnTo>
                      <a:pt x="102" y="552"/>
                    </a:lnTo>
                    <a:lnTo>
                      <a:pt x="73" y="552"/>
                    </a:lnTo>
                    <a:lnTo>
                      <a:pt x="45" y="552"/>
                    </a:lnTo>
                    <a:lnTo>
                      <a:pt x="16" y="552"/>
                    </a:lnTo>
                    <a:lnTo>
                      <a:pt x="11" y="532"/>
                    </a:lnTo>
                    <a:lnTo>
                      <a:pt x="8" y="512"/>
                    </a:lnTo>
                    <a:lnTo>
                      <a:pt x="4" y="491"/>
                    </a:lnTo>
                    <a:lnTo>
                      <a:pt x="0" y="471"/>
                    </a:lnTo>
                    <a:lnTo>
                      <a:pt x="0" y="354"/>
                    </a:lnTo>
                    <a:lnTo>
                      <a:pt x="0" y="235"/>
                    </a:lnTo>
                    <a:lnTo>
                      <a:pt x="0" y="1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5967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7" name="Freeform 141"/>
              <p:cNvSpPr>
                <a:spLocks/>
              </p:cNvSpPr>
              <p:nvPr/>
            </p:nvSpPr>
            <p:spPr bwMode="auto">
              <a:xfrm>
                <a:off x="1508126" y="3257550"/>
                <a:ext cx="192088" cy="180975"/>
              </a:xfrm>
              <a:custGeom>
                <a:avLst/>
                <a:gdLst>
                  <a:gd name="T0" fmla="*/ 0 w 481"/>
                  <a:gd name="T1" fmla="*/ 0 h 458"/>
                  <a:gd name="T2" fmla="*/ 2147483647 w 481"/>
                  <a:gd name="T3" fmla="*/ 0 h 458"/>
                  <a:gd name="T4" fmla="*/ 2147483647 w 481"/>
                  <a:gd name="T5" fmla="*/ 0 h 458"/>
                  <a:gd name="T6" fmla="*/ 2147483647 w 481"/>
                  <a:gd name="T7" fmla="*/ 0 h 458"/>
                  <a:gd name="T8" fmla="*/ 2147483647 w 481"/>
                  <a:gd name="T9" fmla="*/ 0 h 458"/>
                  <a:gd name="T10" fmla="*/ 2147483647 w 481"/>
                  <a:gd name="T11" fmla="*/ 0 h 458"/>
                  <a:gd name="T12" fmla="*/ 2147483647 w 481"/>
                  <a:gd name="T13" fmla="*/ 0 h 458"/>
                  <a:gd name="T14" fmla="*/ 2147483647 w 481"/>
                  <a:gd name="T15" fmla="*/ 0 h 458"/>
                  <a:gd name="T16" fmla="*/ 2147483647 w 481"/>
                  <a:gd name="T17" fmla="*/ 0 h 458"/>
                  <a:gd name="T18" fmla="*/ 2147483647 w 481"/>
                  <a:gd name="T19" fmla="*/ 0 h 458"/>
                  <a:gd name="T20" fmla="*/ 2147483647 w 481"/>
                  <a:gd name="T21" fmla="*/ 0 h 458"/>
                  <a:gd name="T22" fmla="*/ 2147483647 w 481"/>
                  <a:gd name="T23" fmla="*/ 0 h 458"/>
                  <a:gd name="T24" fmla="*/ 2147483647 w 481"/>
                  <a:gd name="T25" fmla="*/ 0 h 458"/>
                  <a:gd name="T26" fmla="*/ 2147483647 w 481"/>
                  <a:gd name="T27" fmla="*/ 0 h 458"/>
                  <a:gd name="T28" fmla="*/ 2147483647 w 481"/>
                  <a:gd name="T29" fmla="*/ 0 h 458"/>
                  <a:gd name="T30" fmla="*/ 2147483647 w 481"/>
                  <a:gd name="T31" fmla="*/ 0 h 458"/>
                  <a:gd name="T32" fmla="*/ 2147483647 w 481"/>
                  <a:gd name="T33" fmla="*/ 0 h 458"/>
                  <a:gd name="T34" fmla="*/ 2147483647 w 481"/>
                  <a:gd name="T35" fmla="*/ 2147483647 h 458"/>
                  <a:gd name="T36" fmla="*/ 2147483647 w 481"/>
                  <a:gd name="T37" fmla="*/ 2147483647 h 458"/>
                  <a:gd name="T38" fmla="*/ 2147483647 w 481"/>
                  <a:gd name="T39" fmla="*/ 2147483647 h 458"/>
                  <a:gd name="T40" fmla="*/ 2147483647 w 481"/>
                  <a:gd name="T41" fmla="*/ 2147483647 h 458"/>
                  <a:gd name="T42" fmla="*/ 2147483647 w 481"/>
                  <a:gd name="T43" fmla="*/ 2147483647 h 458"/>
                  <a:gd name="T44" fmla="*/ 2147483647 w 481"/>
                  <a:gd name="T45" fmla="*/ 2147483647 h 458"/>
                  <a:gd name="T46" fmla="*/ 2147483647 w 481"/>
                  <a:gd name="T47" fmla="*/ 2147483647 h 458"/>
                  <a:gd name="T48" fmla="*/ 2147483647 w 481"/>
                  <a:gd name="T49" fmla="*/ 2147483647 h 458"/>
                  <a:gd name="T50" fmla="*/ 2147483647 w 481"/>
                  <a:gd name="T51" fmla="*/ 2147483647 h 458"/>
                  <a:gd name="T52" fmla="*/ 2147483647 w 481"/>
                  <a:gd name="T53" fmla="*/ 2147483647 h 458"/>
                  <a:gd name="T54" fmla="*/ 2147483647 w 481"/>
                  <a:gd name="T55" fmla="*/ 2147483647 h 458"/>
                  <a:gd name="T56" fmla="*/ 2147483647 w 481"/>
                  <a:gd name="T57" fmla="*/ 2147483647 h 458"/>
                  <a:gd name="T58" fmla="*/ 2147483647 w 481"/>
                  <a:gd name="T59" fmla="*/ 2147483647 h 458"/>
                  <a:gd name="T60" fmla="*/ 2147483647 w 481"/>
                  <a:gd name="T61" fmla="*/ 2147483647 h 458"/>
                  <a:gd name="T62" fmla="*/ 2147483647 w 481"/>
                  <a:gd name="T63" fmla="*/ 2147483647 h 458"/>
                  <a:gd name="T64" fmla="*/ 2147483647 w 481"/>
                  <a:gd name="T65" fmla="*/ 2147483647 h 458"/>
                  <a:gd name="T66" fmla="*/ 2147483647 w 481"/>
                  <a:gd name="T67" fmla="*/ 2147483647 h 458"/>
                  <a:gd name="T68" fmla="*/ 2147483647 w 481"/>
                  <a:gd name="T69" fmla="*/ 2147483647 h 458"/>
                  <a:gd name="T70" fmla="*/ 2147483647 w 481"/>
                  <a:gd name="T71" fmla="*/ 2147483647 h 458"/>
                  <a:gd name="T72" fmla="*/ 2147483647 w 481"/>
                  <a:gd name="T73" fmla="*/ 2147483647 h 458"/>
                  <a:gd name="T74" fmla="*/ 2147483647 w 481"/>
                  <a:gd name="T75" fmla="*/ 2147483647 h 458"/>
                  <a:gd name="T76" fmla="*/ 2147483647 w 481"/>
                  <a:gd name="T77" fmla="*/ 2147483647 h 458"/>
                  <a:gd name="T78" fmla="*/ 2147483647 w 481"/>
                  <a:gd name="T79" fmla="*/ 2147483647 h 458"/>
                  <a:gd name="T80" fmla="*/ 2147483647 w 481"/>
                  <a:gd name="T81" fmla="*/ 2147483647 h 458"/>
                  <a:gd name="T82" fmla="*/ 2147483647 w 481"/>
                  <a:gd name="T83" fmla="*/ 2147483647 h 458"/>
                  <a:gd name="T84" fmla="*/ 2147483647 w 481"/>
                  <a:gd name="T85" fmla="*/ 2147483647 h 458"/>
                  <a:gd name="T86" fmla="*/ 2147483647 w 481"/>
                  <a:gd name="T87" fmla="*/ 2147483647 h 458"/>
                  <a:gd name="T88" fmla="*/ 0 w 481"/>
                  <a:gd name="T89" fmla="*/ 2147483647 h 458"/>
                  <a:gd name="T90" fmla="*/ 0 w 481"/>
                  <a:gd name="T91" fmla="*/ 2147483647 h 458"/>
                  <a:gd name="T92" fmla="*/ 0 w 481"/>
                  <a:gd name="T93" fmla="*/ 2147483647 h 458"/>
                  <a:gd name="T94" fmla="*/ 0 w 481"/>
                  <a:gd name="T95" fmla="*/ 2147483647 h 458"/>
                  <a:gd name="T96" fmla="*/ 0 w 481"/>
                  <a:gd name="T97" fmla="*/ 0 h 45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81"/>
                  <a:gd name="T148" fmla="*/ 0 h 458"/>
                  <a:gd name="T149" fmla="*/ 481 w 481"/>
                  <a:gd name="T150" fmla="*/ 458 h 458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81" h="458">
                    <a:moveTo>
                      <a:pt x="0" y="0"/>
                    </a:moveTo>
                    <a:lnTo>
                      <a:pt x="30" y="0"/>
                    </a:lnTo>
                    <a:lnTo>
                      <a:pt x="60" y="0"/>
                    </a:lnTo>
                    <a:lnTo>
                      <a:pt x="89" y="0"/>
                    </a:lnTo>
                    <a:lnTo>
                      <a:pt x="119" y="0"/>
                    </a:lnTo>
                    <a:lnTo>
                      <a:pt x="149" y="0"/>
                    </a:lnTo>
                    <a:lnTo>
                      <a:pt x="178" y="0"/>
                    </a:lnTo>
                    <a:lnTo>
                      <a:pt x="208" y="0"/>
                    </a:lnTo>
                    <a:lnTo>
                      <a:pt x="238" y="0"/>
                    </a:lnTo>
                    <a:lnTo>
                      <a:pt x="268" y="0"/>
                    </a:lnTo>
                    <a:lnTo>
                      <a:pt x="298" y="0"/>
                    </a:lnTo>
                    <a:lnTo>
                      <a:pt x="326" y="0"/>
                    </a:lnTo>
                    <a:lnTo>
                      <a:pt x="356" y="0"/>
                    </a:lnTo>
                    <a:lnTo>
                      <a:pt x="386" y="0"/>
                    </a:lnTo>
                    <a:lnTo>
                      <a:pt x="415" y="0"/>
                    </a:lnTo>
                    <a:lnTo>
                      <a:pt x="445" y="0"/>
                    </a:lnTo>
                    <a:lnTo>
                      <a:pt x="474" y="0"/>
                    </a:lnTo>
                    <a:lnTo>
                      <a:pt x="476" y="96"/>
                    </a:lnTo>
                    <a:lnTo>
                      <a:pt x="477" y="192"/>
                    </a:lnTo>
                    <a:lnTo>
                      <a:pt x="479" y="288"/>
                    </a:lnTo>
                    <a:lnTo>
                      <a:pt x="481" y="385"/>
                    </a:lnTo>
                    <a:lnTo>
                      <a:pt x="479" y="403"/>
                    </a:lnTo>
                    <a:lnTo>
                      <a:pt x="477" y="421"/>
                    </a:lnTo>
                    <a:lnTo>
                      <a:pt x="476" y="439"/>
                    </a:lnTo>
                    <a:lnTo>
                      <a:pt x="474" y="457"/>
                    </a:lnTo>
                    <a:lnTo>
                      <a:pt x="446" y="457"/>
                    </a:lnTo>
                    <a:lnTo>
                      <a:pt x="417" y="457"/>
                    </a:lnTo>
                    <a:lnTo>
                      <a:pt x="388" y="457"/>
                    </a:lnTo>
                    <a:lnTo>
                      <a:pt x="361" y="457"/>
                    </a:lnTo>
                    <a:lnTo>
                      <a:pt x="332" y="457"/>
                    </a:lnTo>
                    <a:lnTo>
                      <a:pt x="304" y="457"/>
                    </a:lnTo>
                    <a:lnTo>
                      <a:pt x="275" y="457"/>
                    </a:lnTo>
                    <a:lnTo>
                      <a:pt x="246" y="457"/>
                    </a:lnTo>
                    <a:lnTo>
                      <a:pt x="219" y="457"/>
                    </a:lnTo>
                    <a:lnTo>
                      <a:pt x="190" y="457"/>
                    </a:lnTo>
                    <a:lnTo>
                      <a:pt x="161" y="457"/>
                    </a:lnTo>
                    <a:lnTo>
                      <a:pt x="132" y="457"/>
                    </a:lnTo>
                    <a:lnTo>
                      <a:pt x="103" y="458"/>
                    </a:lnTo>
                    <a:lnTo>
                      <a:pt x="76" y="458"/>
                    </a:lnTo>
                    <a:lnTo>
                      <a:pt x="47" y="458"/>
                    </a:lnTo>
                    <a:lnTo>
                      <a:pt x="18" y="458"/>
                    </a:lnTo>
                    <a:lnTo>
                      <a:pt x="14" y="441"/>
                    </a:lnTo>
                    <a:lnTo>
                      <a:pt x="9" y="424"/>
                    </a:lnTo>
                    <a:lnTo>
                      <a:pt x="4" y="408"/>
                    </a:lnTo>
                    <a:lnTo>
                      <a:pt x="0" y="391"/>
                    </a:lnTo>
                    <a:lnTo>
                      <a:pt x="0" y="293"/>
                    </a:lnTo>
                    <a:lnTo>
                      <a:pt x="0" y="196"/>
                    </a:lnTo>
                    <a:lnTo>
                      <a:pt x="0" y="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C9E8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8" name="Freeform 142"/>
              <p:cNvSpPr>
                <a:spLocks/>
              </p:cNvSpPr>
              <p:nvPr/>
            </p:nvSpPr>
            <p:spPr bwMode="auto">
              <a:xfrm>
                <a:off x="1509713" y="3257550"/>
                <a:ext cx="188913" cy="144462"/>
              </a:xfrm>
              <a:custGeom>
                <a:avLst/>
                <a:gdLst>
                  <a:gd name="T0" fmla="*/ 0 w 477"/>
                  <a:gd name="T1" fmla="*/ 0 h 364"/>
                  <a:gd name="T2" fmla="*/ 2147483647 w 477"/>
                  <a:gd name="T3" fmla="*/ 0 h 364"/>
                  <a:gd name="T4" fmla="*/ 2147483647 w 477"/>
                  <a:gd name="T5" fmla="*/ 0 h 364"/>
                  <a:gd name="T6" fmla="*/ 2147483647 w 477"/>
                  <a:gd name="T7" fmla="*/ 0 h 364"/>
                  <a:gd name="T8" fmla="*/ 2147483647 w 477"/>
                  <a:gd name="T9" fmla="*/ 0 h 364"/>
                  <a:gd name="T10" fmla="*/ 2147483647 w 477"/>
                  <a:gd name="T11" fmla="*/ 0 h 364"/>
                  <a:gd name="T12" fmla="*/ 2147483647 w 477"/>
                  <a:gd name="T13" fmla="*/ 0 h 364"/>
                  <a:gd name="T14" fmla="*/ 2147483647 w 477"/>
                  <a:gd name="T15" fmla="*/ 0 h 364"/>
                  <a:gd name="T16" fmla="*/ 2147483647 w 477"/>
                  <a:gd name="T17" fmla="*/ 0 h 364"/>
                  <a:gd name="T18" fmla="*/ 2147483647 w 477"/>
                  <a:gd name="T19" fmla="*/ 0 h 364"/>
                  <a:gd name="T20" fmla="*/ 2147483647 w 477"/>
                  <a:gd name="T21" fmla="*/ 0 h 364"/>
                  <a:gd name="T22" fmla="*/ 2147483647 w 477"/>
                  <a:gd name="T23" fmla="*/ 0 h 364"/>
                  <a:gd name="T24" fmla="*/ 2147483647 w 477"/>
                  <a:gd name="T25" fmla="*/ 0 h 364"/>
                  <a:gd name="T26" fmla="*/ 2147483647 w 477"/>
                  <a:gd name="T27" fmla="*/ 0 h 364"/>
                  <a:gd name="T28" fmla="*/ 2147483647 w 477"/>
                  <a:gd name="T29" fmla="*/ 0 h 364"/>
                  <a:gd name="T30" fmla="*/ 2147483647 w 477"/>
                  <a:gd name="T31" fmla="*/ 0 h 364"/>
                  <a:gd name="T32" fmla="*/ 2147483647 w 477"/>
                  <a:gd name="T33" fmla="*/ 0 h 364"/>
                  <a:gd name="T34" fmla="*/ 2147483647 w 477"/>
                  <a:gd name="T35" fmla="*/ 2147483647 h 364"/>
                  <a:gd name="T36" fmla="*/ 2147483647 w 477"/>
                  <a:gd name="T37" fmla="*/ 2147483647 h 364"/>
                  <a:gd name="T38" fmla="*/ 2147483647 w 477"/>
                  <a:gd name="T39" fmla="*/ 2147483647 h 364"/>
                  <a:gd name="T40" fmla="*/ 2147483647 w 477"/>
                  <a:gd name="T41" fmla="*/ 2147483647 h 364"/>
                  <a:gd name="T42" fmla="*/ 2147483647 w 477"/>
                  <a:gd name="T43" fmla="*/ 2147483647 h 364"/>
                  <a:gd name="T44" fmla="*/ 2147483647 w 477"/>
                  <a:gd name="T45" fmla="*/ 2147483647 h 364"/>
                  <a:gd name="T46" fmla="*/ 2147483647 w 477"/>
                  <a:gd name="T47" fmla="*/ 2147483647 h 364"/>
                  <a:gd name="T48" fmla="*/ 2147483647 w 477"/>
                  <a:gd name="T49" fmla="*/ 2147483647 h 364"/>
                  <a:gd name="T50" fmla="*/ 2147483647 w 477"/>
                  <a:gd name="T51" fmla="*/ 2147483647 h 364"/>
                  <a:gd name="T52" fmla="*/ 2147483647 w 477"/>
                  <a:gd name="T53" fmla="*/ 2147483647 h 364"/>
                  <a:gd name="T54" fmla="*/ 2147483647 w 477"/>
                  <a:gd name="T55" fmla="*/ 2147483647 h 364"/>
                  <a:gd name="T56" fmla="*/ 2147483647 w 477"/>
                  <a:gd name="T57" fmla="*/ 2147483647 h 364"/>
                  <a:gd name="T58" fmla="*/ 2147483647 w 477"/>
                  <a:gd name="T59" fmla="*/ 2147483647 h 364"/>
                  <a:gd name="T60" fmla="*/ 2147483647 w 477"/>
                  <a:gd name="T61" fmla="*/ 2147483647 h 364"/>
                  <a:gd name="T62" fmla="*/ 2147483647 w 477"/>
                  <a:gd name="T63" fmla="*/ 2147483647 h 364"/>
                  <a:gd name="T64" fmla="*/ 2147483647 w 477"/>
                  <a:gd name="T65" fmla="*/ 2147483647 h 364"/>
                  <a:gd name="T66" fmla="*/ 2147483647 w 477"/>
                  <a:gd name="T67" fmla="*/ 2147483647 h 364"/>
                  <a:gd name="T68" fmla="*/ 2147483647 w 477"/>
                  <a:gd name="T69" fmla="*/ 2147483647 h 364"/>
                  <a:gd name="T70" fmla="*/ 2147483647 w 477"/>
                  <a:gd name="T71" fmla="*/ 2147483647 h 364"/>
                  <a:gd name="T72" fmla="*/ 2147483647 w 477"/>
                  <a:gd name="T73" fmla="*/ 2147483647 h 364"/>
                  <a:gd name="T74" fmla="*/ 2147483647 w 477"/>
                  <a:gd name="T75" fmla="*/ 2147483647 h 364"/>
                  <a:gd name="T76" fmla="*/ 2147483647 w 477"/>
                  <a:gd name="T77" fmla="*/ 2147483647 h 364"/>
                  <a:gd name="T78" fmla="*/ 2147483647 w 477"/>
                  <a:gd name="T79" fmla="*/ 2147483647 h 364"/>
                  <a:gd name="T80" fmla="*/ 2147483647 w 477"/>
                  <a:gd name="T81" fmla="*/ 2147483647 h 364"/>
                  <a:gd name="T82" fmla="*/ 2147483647 w 477"/>
                  <a:gd name="T83" fmla="*/ 2147483647 h 364"/>
                  <a:gd name="T84" fmla="*/ 2147483647 w 477"/>
                  <a:gd name="T85" fmla="*/ 2147483647 h 364"/>
                  <a:gd name="T86" fmla="*/ 2147483647 w 477"/>
                  <a:gd name="T87" fmla="*/ 2147483647 h 364"/>
                  <a:gd name="T88" fmla="*/ 0 w 477"/>
                  <a:gd name="T89" fmla="*/ 2147483647 h 364"/>
                  <a:gd name="T90" fmla="*/ 0 w 477"/>
                  <a:gd name="T91" fmla="*/ 2147483647 h 364"/>
                  <a:gd name="T92" fmla="*/ 0 w 477"/>
                  <a:gd name="T93" fmla="*/ 2147483647 h 364"/>
                  <a:gd name="T94" fmla="*/ 0 w 477"/>
                  <a:gd name="T95" fmla="*/ 2147483647 h 364"/>
                  <a:gd name="T96" fmla="*/ 0 w 477"/>
                  <a:gd name="T97" fmla="*/ 0 h 364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77"/>
                  <a:gd name="T148" fmla="*/ 0 h 364"/>
                  <a:gd name="T149" fmla="*/ 477 w 477"/>
                  <a:gd name="T150" fmla="*/ 364 h 364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77" h="364">
                    <a:moveTo>
                      <a:pt x="0" y="0"/>
                    </a:moveTo>
                    <a:lnTo>
                      <a:pt x="30" y="0"/>
                    </a:lnTo>
                    <a:lnTo>
                      <a:pt x="60" y="0"/>
                    </a:lnTo>
                    <a:lnTo>
                      <a:pt x="88" y="0"/>
                    </a:lnTo>
                    <a:lnTo>
                      <a:pt x="118" y="0"/>
                    </a:lnTo>
                    <a:lnTo>
                      <a:pt x="148" y="0"/>
                    </a:lnTo>
                    <a:lnTo>
                      <a:pt x="178" y="0"/>
                    </a:lnTo>
                    <a:lnTo>
                      <a:pt x="207" y="0"/>
                    </a:lnTo>
                    <a:lnTo>
                      <a:pt x="237" y="0"/>
                    </a:lnTo>
                    <a:lnTo>
                      <a:pt x="267" y="0"/>
                    </a:lnTo>
                    <a:lnTo>
                      <a:pt x="297" y="0"/>
                    </a:lnTo>
                    <a:lnTo>
                      <a:pt x="325" y="0"/>
                    </a:lnTo>
                    <a:lnTo>
                      <a:pt x="355" y="0"/>
                    </a:lnTo>
                    <a:lnTo>
                      <a:pt x="385" y="0"/>
                    </a:lnTo>
                    <a:lnTo>
                      <a:pt x="414" y="0"/>
                    </a:lnTo>
                    <a:lnTo>
                      <a:pt x="444" y="0"/>
                    </a:lnTo>
                    <a:lnTo>
                      <a:pt x="473" y="0"/>
                    </a:lnTo>
                    <a:lnTo>
                      <a:pt x="474" y="76"/>
                    </a:lnTo>
                    <a:lnTo>
                      <a:pt x="475" y="153"/>
                    </a:lnTo>
                    <a:lnTo>
                      <a:pt x="476" y="230"/>
                    </a:lnTo>
                    <a:lnTo>
                      <a:pt x="477" y="306"/>
                    </a:lnTo>
                    <a:lnTo>
                      <a:pt x="476" y="319"/>
                    </a:lnTo>
                    <a:lnTo>
                      <a:pt x="475" y="334"/>
                    </a:lnTo>
                    <a:lnTo>
                      <a:pt x="474" y="348"/>
                    </a:lnTo>
                    <a:lnTo>
                      <a:pt x="473" y="363"/>
                    </a:lnTo>
                    <a:lnTo>
                      <a:pt x="445" y="363"/>
                    </a:lnTo>
                    <a:lnTo>
                      <a:pt x="416" y="363"/>
                    </a:lnTo>
                    <a:lnTo>
                      <a:pt x="388" y="363"/>
                    </a:lnTo>
                    <a:lnTo>
                      <a:pt x="361" y="363"/>
                    </a:lnTo>
                    <a:lnTo>
                      <a:pt x="332" y="363"/>
                    </a:lnTo>
                    <a:lnTo>
                      <a:pt x="304" y="363"/>
                    </a:lnTo>
                    <a:lnTo>
                      <a:pt x="275" y="363"/>
                    </a:lnTo>
                    <a:lnTo>
                      <a:pt x="248" y="363"/>
                    </a:lnTo>
                    <a:lnTo>
                      <a:pt x="219" y="364"/>
                    </a:lnTo>
                    <a:lnTo>
                      <a:pt x="191" y="364"/>
                    </a:lnTo>
                    <a:lnTo>
                      <a:pt x="162" y="364"/>
                    </a:lnTo>
                    <a:lnTo>
                      <a:pt x="133" y="364"/>
                    </a:lnTo>
                    <a:lnTo>
                      <a:pt x="106" y="364"/>
                    </a:lnTo>
                    <a:lnTo>
                      <a:pt x="77" y="364"/>
                    </a:lnTo>
                    <a:lnTo>
                      <a:pt x="49" y="364"/>
                    </a:lnTo>
                    <a:lnTo>
                      <a:pt x="20" y="364"/>
                    </a:lnTo>
                    <a:lnTo>
                      <a:pt x="15" y="350"/>
                    </a:lnTo>
                    <a:lnTo>
                      <a:pt x="11" y="338"/>
                    </a:lnTo>
                    <a:lnTo>
                      <a:pt x="5" y="325"/>
                    </a:lnTo>
                    <a:lnTo>
                      <a:pt x="0" y="311"/>
                    </a:lnTo>
                    <a:lnTo>
                      <a:pt x="0" y="233"/>
                    </a:lnTo>
                    <a:lnTo>
                      <a:pt x="0" y="155"/>
                    </a:lnTo>
                    <a:lnTo>
                      <a:pt x="0" y="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4A5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9" name="Freeform 143"/>
              <p:cNvSpPr>
                <a:spLocks/>
              </p:cNvSpPr>
              <p:nvPr/>
            </p:nvSpPr>
            <p:spPr bwMode="auto">
              <a:xfrm>
                <a:off x="1509713" y="3257550"/>
                <a:ext cx="187325" cy="106362"/>
              </a:xfrm>
              <a:custGeom>
                <a:avLst/>
                <a:gdLst>
                  <a:gd name="T0" fmla="*/ 0 w 474"/>
                  <a:gd name="T1" fmla="*/ 0 h 270"/>
                  <a:gd name="T2" fmla="*/ 2147483647 w 474"/>
                  <a:gd name="T3" fmla="*/ 0 h 270"/>
                  <a:gd name="T4" fmla="*/ 2147483647 w 474"/>
                  <a:gd name="T5" fmla="*/ 0 h 270"/>
                  <a:gd name="T6" fmla="*/ 2147483647 w 474"/>
                  <a:gd name="T7" fmla="*/ 0 h 270"/>
                  <a:gd name="T8" fmla="*/ 2147483647 w 474"/>
                  <a:gd name="T9" fmla="*/ 0 h 270"/>
                  <a:gd name="T10" fmla="*/ 2147483647 w 474"/>
                  <a:gd name="T11" fmla="*/ 0 h 270"/>
                  <a:gd name="T12" fmla="*/ 2147483647 w 474"/>
                  <a:gd name="T13" fmla="*/ 0 h 270"/>
                  <a:gd name="T14" fmla="*/ 2147483647 w 474"/>
                  <a:gd name="T15" fmla="*/ 0 h 270"/>
                  <a:gd name="T16" fmla="*/ 2147483647 w 474"/>
                  <a:gd name="T17" fmla="*/ 0 h 270"/>
                  <a:gd name="T18" fmla="*/ 2147483647 w 474"/>
                  <a:gd name="T19" fmla="*/ 0 h 270"/>
                  <a:gd name="T20" fmla="*/ 2147483647 w 474"/>
                  <a:gd name="T21" fmla="*/ 0 h 270"/>
                  <a:gd name="T22" fmla="*/ 2147483647 w 474"/>
                  <a:gd name="T23" fmla="*/ 0 h 270"/>
                  <a:gd name="T24" fmla="*/ 2147483647 w 474"/>
                  <a:gd name="T25" fmla="*/ 0 h 270"/>
                  <a:gd name="T26" fmla="*/ 2147483647 w 474"/>
                  <a:gd name="T27" fmla="*/ 0 h 270"/>
                  <a:gd name="T28" fmla="*/ 2147483647 w 474"/>
                  <a:gd name="T29" fmla="*/ 0 h 270"/>
                  <a:gd name="T30" fmla="*/ 2147483647 w 474"/>
                  <a:gd name="T31" fmla="*/ 0 h 270"/>
                  <a:gd name="T32" fmla="*/ 2147483647 w 474"/>
                  <a:gd name="T33" fmla="*/ 0 h 270"/>
                  <a:gd name="T34" fmla="*/ 2147483647 w 474"/>
                  <a:gd name="T35" fmla="*/ 2147483647 h 270"/>
                  <a:gd name="T36" fmla="*/ 2147483647 w 474"/>
                  <a:gd name="T37" fmla="*/ 2147483647 h 270"/>
                  <a:gd name="T38" fmla="*/ 2147483647 w 474"/>
                  <a:gd name="T39" fmla="*/ 2147483647 h 270"/>
                  <a:gd name="T40" fmla="*/ 2147483647 w 474"/>
                  <a:gd name="T41" fmla="*/ 2147483647 h 270"/>
                  <a:gd name="T42" fmla="*/ 2147483647 w 474"/>
                  <a:gd name="T43" fmla="*/ 2147483647 h 270"/>
                  <a:gd name="T44" fmla="*/ 2147483647 w 474"/>
                  <a:gd name="T45" fmla="*/ 2147483647 h 270"/>
                  <a:gd name="T46" fmla="*/ 2147483647 w 474"/>
                  <a:gd name="T47" fmla="*/ 2147483647 h 270"/>
                  <a:gd name="T48" fmla="*/ 2147483647 w 474"/>
                  <a:gd name="T49" fmla="*/ 2147483647 h 270"/>
                  <a:gd name="T50" fmla="*/ 2147483647 w 474"/>
                  <a:gd name="T51" fmla="*/ 2147483647 h 270"/>
                  <a:gd name="T52" fmla="*/ 2147483647 w 474"/>
                  <a:gd name="T53" fmla="*/ 2147483647 h 270"/>
                  <a:gd name="T54" fmla="*/ 2147483647 w 474"/>
                  <a:gd name="T55" fmla="*/ 2147483647 h 270"/>
                  <a:gd name="T56" fmla="*/ 2147483647 w 474"/>
                  <a:gd name="T57" fmla="*/ 2147483647 h 270"/>
                  <a:gd name="T58" fmla="*/ 2147483647 w 474"/>
                  <a:gd name="T59" fmla="*/ 2147483647 h 270"/>
                  <a:gd name="T60" fmla="*/ 2147483647 w 474"/>
                  <a:gd name="T61" fmla="*/ 2147483647 h 270"/>
                  <a:gd name="T62" fmla="*/ 2147483647 w 474"/>
                  <a:gd name="T63" fmla="*/ 2147483647 h 270"/>
                  <a:gd name="T64" fmla="*/ 2147483647 w 474"/>
                  <a:gd name="T65" fmla="*/ 2147483647 h 270"/>
                  <a:gd name="T66" fmla="*/ 2147483647 w 474"/>
                  <a:gd name="T67" fmla="*/ 2147483647 h 270"/>
                  <a:gd name="T68" fmla="*/ 2147483647 w 474"/>
                  <a:gd name="T69" fmla="*/ 2147483647 h 270"/>
                  <a:gd name="T70" fmla="*/ 2147483647 w 474"/>
                  <a:gd name="T71" fmla="*/ 2147483647 h 270"/>
                  <a:gd name="T72" fmla="*/ 2147483647 w 474"/>
                  <a:gd name="T73" fmla="*/ 2147483647 h 270"/>
                  <a:gd name="T74" fmla="*/ 2147483647 w 474"/>
                  <a:gd name="T75" fmla="*/ 2147483647 h 270"/>
                  <a:gd name="T76" fmla="*/ 2147483647 w 474"/>
                  <a:gd name="T77" fmla="*/ 2147483647 h 270"/>
                  <a:gd name="T78" fmla="*/ 2147483647 w 474"/>
                  <a:gd name="T79" fmla="*/ 2147483647 h 270"/>
                  <a:gd name="T80" fmla="*/ 2147483647 w 474"/>
                  <a:gd name="T81" fmla="*/ 2147483647 h 270"/>
                  <a:gd name="T82" fmla="*/ 2147483647 w 474"/>
                  <a:gd name="T83" fmla="*/ 2147483647 h 270"/>
                  <a:gd name="T84" fmla="*/ 2147483647 w 474"/>
                  <a:gd name="T85" fmla="*/ 2147483647 h 270"/>
                  <a:gd name="T86" fmla="*/ 2147483647 w 474"/>
                  <a:gd name="T87" fmla="*/ 2147483647 h 270"/>
                  <a:gd name="T88" fmla="*/ 0 w 474"/>
                  <a:gd name="T89" fmla="*/ 2147483647 h 270"/>
                  <a:gd name="T90" fmla="*/ 0 w 474"/>
                  <a:gd name="T91" fmla="*/ 2147483647 h 270"/>
                  <a:gd name="T92" fmla="*/ 0 w 474"/>
                  <a:gd name="T93" fmla="*/ 2147483647 h 270"/>
                  <a:gd name="T94" fmla="*/ 0 w 474"/>
                  <a:gd name="T95" fmla="*/ 2147483647 h 270"/>
                  <a:gd name="T96" fmla="*/ 0 w 474"/>
                  <a:gd name="T97" fmla="*/ 0 h 270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74"/>
                  <a:gd name="T148" fmla="*/ 0 h 270"/>
                  <a:gd name="T149" fmla="*/ 474 w 474"/>
                  <a:gd name="T150" fmla="*/ 270 h 270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74" h="270">
                    <a:moveTo>
                      <a:pt x="0" y="0"/>
                    </a:moveTo>
                    <a:lnTo>
                      <a:pt x="30" y="0"/>
                    </a:lnTo>
                    <a:lnTo>
                      <a:pt x="59" y="0"/>
                    </a:lnTo>
                    <a:lnTo>
                      <a:pt x="89" y="0"/>
                    </a:lnTo>
                    <a:lnTo>
                      <a:pt x="118" y="0"/>
                    </a:lnTo>
                    <a:lnTo>
                      <a:pt x="148" y="0"/>
                    </a:lnTo>
                    <a:lnTo>
                      <a:pt x="177" y="0"/>
                    </a:lnTo>
                    <a:lnTo>
                      <a:pt x="207" y="0"/>
                    </a:lnTo>
                    <a:lnTo>
                      <a:pt x="237" y="0"/>
                    </a:lnTo>
                    <a:lnTo>
                      <a:pt x="266" y="0"/>
                    </a:lnTo>
                    <a:lnTo>
                      <a:pt x="296" y="0"/>
                    </a:lnTo>
                    <a:lnTo>
                      <a:pt x="326" y="0"/>
                    </a:lnTo>
                    <a:lnTo>
                      <a:pt x="354" y="0"/>
                    </a:lnTo>
                    <a:lnTo>
                      <a:pt x="384" y="0"/>
                    </a:lnTo>
                    <a:lnTo>
                      <a:pt x="413" y="0"/>
                    </a:lnTo>
                    <a:lnTo>
                      <a:pt x="443" y="0"/>
                    </a:lnTo>
                    <a:lnTo>
                      <a:pt x="472" y="0"/>
                    </a:lnTo>
                    <a:lnTo>
                      <a:pt x="473" y="57"/>
                    </a:lnTo>
                    <a:lnTo>
                      <a:pt x="473" y="113"/>
                    </a:lnTo>
                    <a:lnTo>
                      <a:pt x="474" y="170"/>
                    </a:lnTo>
                    <a:lnTo>
                      <a:pt x="474" y="227"/>
                    </a:lnTo>
                    <a:lnTo>
                      <a:pt x="474" y="237"/>
                    </a:lnTo>
                    <a:lnTo>
                      <a:pt x="473" y="248"/>
                    </a:lnTo>
                    <a:lnTo>
                      <a:pt x="473" y="260"/>
                    </a:lnTo>
                    <a:lnTo>
                      <a:pt x="472" y="270"/>
                    </a:lnTo>
                    <a:lnTo>
                      <a:pt x="444" y="270"/>
                    </a:lnTo>
                    <a:lnTo>
                      <a:pt x="416" y="270"/>
                    </a:lnTo>
                    <a:lnTo>
                      <a:pt x="389" y="270"/>
                    </a:lnTo>
                    <a:lnTo>
                      <a:pt x="361" y="270"/>
                    </a:lnTo>
                    <a:lnTo>
                      <a:pt x="332" y="270"/>
                    </a:lnTo>
                    <a:lnTo>
                      <a:pt x="304" y="270"/>
                    </a:lnTo>
                    <a:lnTo>
                      <a:pt x="276" y="270"/>
                    </a:lnTo>
                    <a:lnTo>
                      <a:pt x="249" y="270"/>
                    </a:lnTo>
                    <a:lnTo>
                      <a:pt x="220" y="270"/>
                    </a:lnTo>
                    <a:lnTo>
                      <a:pt x="192" y="270"/>
                    </a:lnTo>
                    <a:lnTo>
                      <a:pt x="164" y="270"/>
                    </a:lnTo>
                    <a:lnTo>
                      <a:pt x="136" y="270"/>
                    </a:lnTo>
                    <a:lnTo>
                      <a:pt x="108" y="270"/>
                    </a:lnTo>
                    <a:lnTo>
                      <a:pt x="79" y="270"/>
                    </a:lnTo>
                    <a:lnTo>
                      <a:pt x="51" y="270"/>
                    </a:lnTo>
                    <a:lnTo>
                      <a:pt x="22" y="270"/>
                    </a:lnTo>
                    <a:lnTo>
                      <a:pt x="17" y="261"/>
                    </a:lnTo>
                    <a:lnTo>
                      <a:pt x="12" y="250"/>
                    </a:lnTo>
                    <a:lnTo>
                      <a:pt x="5" y="240"/>
                    </a:lnTo>
                    <a:lnTo>
                      <a:pt x="0" y="231"/>
                    </a:lnTo>
                    <a:lnTo>
                      <a:pt x="0" y="173"/>
                    </a:lnTo>
                    <a:lnTo>
                      <a:pt x="0" y="116"/>
                    </a:lnTo>
                    <a:lnTo>
                      <a:pt x="0" y="5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9A89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0" name="Freeform 144"/>
              <p:cNvSpPr>
                <a:spLocks/>
              </p:cNvSpPr>
              <p:nvPr/>
            </p:nvSpPr>
            <p:spPr bwMode="auto">
              <a:xfrm>
                <a:off x="1509713" y="3257550"/>
                <a:ext cx="187325" cy="69850"/>
              </a:xfrm>
              <a:custGeom>
                <a:avLst/>
                <a:gdLst>
                  <a:gd name="T0" fmla="*/ 0 w 472"/>
                  <a:gd name="T1" fmla="*/ 0 h 176"/>
                  <a:gd name="T2" fmla="*/ 2147483647 w 472"/>
                  <a:gd name="T3" fmla="*/ 0 h 176"/>
                  <a:gd name="T4" fmla="*/ 2147483647 w 472"/>
                  <a:gd name="T5" fmla="*/ 2147483647 h 176"/>
                  <a:gd name="T6" fmla="*/ 2147483647 w 472"/>
                  <a:gd name="T7" fmla="*/ 2147483647 h 176"/>
                  <a:gd name="T8" fmla="*/ 2147483647 w 472"/>
                  <a:gd name="T9" fmla="*/ 2147483647 h 176"/>
                  <a:gd name="T10" fmla="*/ 0 w 472"/>
                  <a:gd name="T11" fmla="*/ 2147483647 h 176"/>
                  <a:gd name="T12" fmla="*/ 0 w 472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72"/>
                  <a:gd name="T22" fmla="*/ 0 h 176"/>
                  <a:gd name="T23" fmla="*/ 472 w 472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72" h="176">
                    <a:moveTo>
                      <a:pt x="0" y="0"/>
                    </a:moveTo>
                    <a:lnTo>
                      <a:pt x="472" y="0"/>
                    </a:lnTo>
                    <a:lnTo>
                      <a:pt x="472" y="149"/>
                    </a:lnTo>
                    <a:lnTo>
                      <a:pt x="472" y="176"/>
                    </a:lnTo>
                    <a:lnTo>
                      <a:pt x="26" y="176"/>
                    </a:lnTo>
                    <a:lnTo>
                      <a:pt x="0" y="1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1AF9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1" name="Freeform 157"/>
              <p:cNvSpPr>
                <a:spLocks/>
              </p:cNvSpPr>
              <p:nvPr/>
            </p:nvSpPr>
            <p:spPr bwMode="auto">
              <a:xfrm>
                <a:off x="1695451" y="3236913"/>
                <a:ext cx="17463" cy="500062"/>
              </a:xfrm>
              <a:custGeom>
                <a:avLst/>
                <a:gdLst>
                  <a:gd name="T0" fmla="*/ 2147483647 w 45"/>
                  <a:gd name="T1" fmla="*/ 2147483647 h 1259"/>
                  <a:gd name="T2" fmla="*/ 2147483647 w 45"/>
                  <a:gd name="T3" fmla="*/ 0 h 1259"/>
                  <a:gd name="T4" fmla="*/ 2147483647 w 45"/>
                  <a:gd name="T5" fmla="*/ 2147483647 h 1259"/>
                  <a:gd name="T6" fmla="*/ 2147483647 w 45"/>
                  <a:gd name="T7" fmla="*/ 2147483647 h 1259"/>
                  <a:gd name="T8" fmla="*/ 2147483647 w 45"/>
                  <a:gd name="T9" fmla="*/ 2147483647 h 1259"/>
                  <a:gd name="T10" fmla="*/ 2147483647 w 45"/>
                  <a:gd name="T11" fmla="*/ 2147483647 h 1259"/>
                  <a:gd name="T12" fmla="*/ 0 w 45"/>
                  <a:gd name="T13" fmla="*/ 2147483647 h 1259"/>
                  <a:gd name="T14" fmla="*/ 2147483647 w 45"/>
                  <a:gd name="T15" fmla="*/ 2147483647 h 1259"/>
                  <a:gd name="T16" fmla="*/ 2147483647 w 45"/>
                  <a:gd name="T17" fmla="*/ 2147483647 h 1259"/>
                  <a:gd name="T18" fmla="*/ 2147483647 w 45"/>
                  <a:gd name="T19" fmla="*/ 2147483647 h 1259"/>
                  <a:gd name="T20" fmla="*/ 2147483647 w 45"/>
                  <a:gd name="T21" fmla="*/ 2147483647 h 125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5"/>
                  <a:gd name="T34" fmla="*/ 0 h 1259"/>
                  <a:gd name="T35" fmla="*/ 45 w 45"/>
                  <a:gd name="T36" fmla="*/ 1259 h 125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5" h="1259">
                    <a:moveTo>
                      <a:pt x="5" y="50"/>
                    </a:moveTo>
                    <a:lnTo>
                      <a:pt x="44" y="0"/>
                    </a:lnTo>
                    <a:lnTo>
                      <a:pt x="44" y="193"/>
                    </a:lnTo>
                    <a:lnTo>
                      <a:pt x="45" y="906"/>
                    </a:lnTo>
                    <a:lnTo>
                      <a:pt x="45" y="1069"/>
                    </a:lnTo>
                    <a:lnTo>
                      <a:pt x="7" y="1252"/>
                    </a:lnTo>
                    <a:lnTo>
                      <a:pt x="0" y="1259"/>
                    </a:lnTo>
                    <a:lnTo>
                      <a:pt x="4" y="1091"/>
                    </a:lnTo>
                    <a:lnTo>
                      <a:pt x="4" y="922"/>
                    </a:lnTo>
                    <a:lnTo>
                      <a:pt x="4" y="135"/>
                    </a:lnTo>
                    <a:lnTo>
                      <a:pt x="5" y="50"/>
                    </a:lnTo>
                    <a:close/>
                  </a:path>
                </a:pathLst>
              </a:custGeom>
              <a:solidFill>
                <a:srgbClr val="C9997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2" name="Freeform 159"/>
              <p:cNvSpPr>
                <a:spLocks/>
              </p:cNvSpPr>
              <p:nvPr/>
            </p:nvSpPr>
            <p:spPr bwMode="auto">
              <a:xfrm>
                <a:off x="1466851" y="3214688"/>
                <a:ext cx="246063" cy="42862"/>
              </a:xfrm>
              <a:custGeom>
                <a:avLst/>
                <a:gdLst>
                  <a:gd name="T0" fmla="*/ 0 w 621"/>
                  <a:gd name="T1" fmla="*/ 0 h 108"/>
                  <a:gd name="T2" fmla="*/ 2147483647 w 621"/>
                  <a:gd name="T3" fmla="*/ 0 h 108"/>
                  <a:gd name="T4" fmla="*/ 2147483647 w 621"/>
                  <a:gd name="T5" fmla="*/ 2147483647 h 108"/>
                  <a:gd name="T6" fmla="*/ 2147483647 w 621"/>
                  <a:gd name="T7" fmla="*/ 2147483647 h 108"/>
                  <a:gd name="T8" fmla="*/ 2147483647 w 621"/>
                  <a:gd name="T9" fmla="*/ 2147483647 h 108"/>
                  <a:gd name="T10" fmla="*/ 0 w 621"/>
                  <a:gd name="T11" fmla="*/ 0 h 10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1"/>
                  <a:gd name="T19" fmla="*/ 0 h 108"/>
                  <a:gd name="T20" fmla="*/ 621 w 621"/>
                  <a:gd name="T21" fmla="*/ 108 h 10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1" h="108">
                    <a:moveTo>
                      <a:pt x="0" y="0"/>
                    </a:moveTo>
                    <a:lnTo>
                      <a:pt x="555" y="0"/>
                    </a:lnTo>
                    <a:lnTo>
                      <a:pt x="621" y="58"/>
                    </a:lnTo>
                    <a:lnTo>
                      <a:pt x="580" y="108"/>
                    </a:lnTo>
                    <a:lnTo>
                      <a:pt x="105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EA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3" name="Freeform 161"/>
              <p:cNvSpPr>
                <a:spLocks/>
              </p:cNvSpPr>
              <p:nvPr/>
            </p:nvSpPr>
            <p:spPr bwMode="auto">
              <a:xfrm>
                <a:off x="1535113" y="3686175"/>
                <a:ext cx="133350" cy="34925"/>
              </a:xfrm>
              <a:custGeom>
                <a:avLst/>
                <a:gdLst>
                  <a:gd name="T0" fmla="*/ 2147483647 w 336"/>
                  <a:gd name="T1" fmla="*/ 0 h 89"/>
                  <a:gd name="T2" fmla="*/ 2147483647 w 336"/>
                  <a:gd name="T3" fmla="*/ 0 h 89"/>
                  <a:gd name="T4" fmla="*/ 2147483647 w 336"/>
                  <a:gd name="T5" fmla="*/ 2147483647 h 89"/>
                  <a:gd name="T6" fmla="*/ 2147483647 w 336"/>
                  <a:gd name="T7" fmla="*/ 2147483647 h 89"/>
                  <a:gd name="T8" fmla="*/ 2147483647 w 336"/>
                  <a:gd name="T9" fmla="*/ 2147483647 h 89"/>
                  <a:gd name="T10" fmla="*/ 2147483647 w 336"/>
                  <a:gd name="T11" fmla="*/ 2147483647 h 89"/>
                  <a:gd name="T12" fmla="*/ 2147483647 w 336"/>
                  <a:gd name="T13" fmla="*/ 2147483647 h 89"/>
                  <a:gd name="T14" fmla="*/ 2147483647 w 336"/>
                  <a:gd name="T15" fmla="*/ 2147483647 h 89"/>
                  <a:gd name="T16" fmla="*/ 2147483647 w 336"/>
                  <a:gd name="T17" fmla="*/ 2147483647 h 89"/>
                  <a:gd name="T18" fmla="*/ 2147483647 w 336"/>
                  <a:gd name="T19" fmla="*/ 2147483647 h 89"/>
                  <a:gd name="T20" fmla="*/ 2147483647 w 336"/>
                  <a:gd name="T21" fmla="*/ 2147483647 h 89"/>
                  <a:gd name="T22" fmla="*/ 2147483647 w 336"/>
                  <a:gd name="T23" fmla="*/ 2147483647 h 89"/>
                  <a:gd name="T24" fmla="*/ 2147483647 w 336"/>
                  <a:gd name="T25" fmla="*/ 2147483647 h 89"/>
                  <a:gd name="T26" fmla="*/ 2147483647 w 336"/>
                  <a:gd name="T27" fmla="*/ 2147483647 h 89"/>
                  <a:gd name="T28" fmla="*/ 2147483647 w 336"/>
                  <a:gd name="T29" fmla="*/ 2147483647 h 89"/>
                  <a:gd name="T30" fmla="*/ 2147483647 w 336"/>
                  <a:gd name="T31" fmla="*/ 2147483647 h 89"/>
                  <a:gd name="T32" fmla="*/ 2147483647 w 336"/>
                  <a:gd name="T33" fmla="*/ 2147483647 h 89"/>
                  <a:gd name="T34" fmla="*/ 2147483647 w 336"/>
                  <a:gd name="T35" fmla="*/ 2147483647 h 89"/>
                  <a:gd name="T36" fmla="*/ 2147483647 w 336"/>
                  <a:gd name="T37" fmla="*/ 2147483647 h 89"/>
                  <a:gd name="T38" fmla="*/ 2147483647 w 336"/>
                  <a:gd name="T39" fmla="*/ 2147483647 h 89"/>
                  <a:gd name="T40" fmla="*/ 2147483647 w 336"/>
                  <a:gd name="T41" fmla="*/ 2147483647 h 89"/>
                  <a:gd name="T42" fmla="*/ 2147483647 w 336"/>
                  <a:gd name="T43" fmla="*/ 2147483647 h 89"/>
                  <a:gd name="T44" fmla="*/ 2147483647 w 336"/>
                  <a:gd name="T45" fmla="*/ 2147483647 h 89"/>
                  <a:gd name="T46" fmla="*/ 2147483647 w 336"/>
                  <a:gd name="T47" fmla="*/ 2147483647 h 89"/>
                  <a:gd name="T48" fmla="*/ 2147483647 w 336"/>
                  <a:gd name="T49" fmla="*/ 2147483647 h 89"/>
                  <a:gd name="T50" fmla="*/ 2147483647 w 336"/>
                  <a:gd name="T51" fmla="*/ 2147483647 h 89"/>
                  <a:gd name="T52" fmla="*/ 2147483647 w 336"/>
                  <a:gd name="T53" fmla="*/ 2147483647 h 89"/>
                  <a:gd name="T54" fmla="*/ 0 w 336"/>
                  <a:gd name="T55" fmla="*/ 2147483647 h 89"/>
                  <a:gd name="T56" fmla="*/ 0 w 336"/>
                  <a:gd name="T57" fmla="*/ 2147483647 h 89"/>
                  <a:gd name="T58" fmla="*/ 2147483647 w 336"/>
                  <a:gd name="T59" fmla="*/ 2147483647 h 89"/>
                  <a:gd name="T60" fmla="*/ 2147483647 w 336"/>
                  <a:gd name="T61" fmla="*/ 2147483647 h 89"/>
                  <a:gd name="T62" fmla="*/ 2147483647 w 336"/>
                  <a:gd name="T63" fmla="*/ 2147483647 h 89"/>
                  <a:gd name="T64" fmla="*/ 2147483647 w 336"/>
                  <a:gd name="T65" fmla="*/ 2147483647 h 89"/>
                  <a:gd name="T66" fmla="*/ 2147483647 w 336"/>
                  <a:gd name="T67" fmla="*/ 2147483647 h 89"/>
                  <a:gd name="T68" fmla="*/ 2147483647 w 336"/>
                  <a:gd name="T69" fmla="*/ 2147483647 h 89"/>
                  <a:gd name="T70" fmla="*/ 2147483647 w 336"/>
                  <a:gd name="T71" fmla="*/ 2147483647 h 89"/>
                  <a:gd name="T72" fmla="*/ 2147483647 w 336"/>
                  <a:gd name="T73" fmla="*/ 0 h 89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336"/>
                  <a:gd name="T112" fmla="*/ 0 h 89"/>
                  <a:gd name="T113" fmla="*/ 336 w 336"/>
                  <a:gd name="T114" fmla="*/ 89 h 89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336" h="89">
                    <a:moveTo>
                      <a:pt x="44" y="0"/>
                    </a:moveTo>
                    <a:lnTo>
                      <a:pt x="295" y="0"/>
                    </a:lnTo>
                    <a:lnTo>
                      <a:pt x="303" y="1"/>
                    </a:lnTo>
                    <a:lnTo>
                      <a:pt x="311" y="4"/>
                    </a:lnTo>
                    <a:lnTo>
                      <a:pt x="318" y="8"/>
                    </a:lnTo>
                    <a:lnTo>
                      <a:pt x="324" y="13"/>
                    </a:lnTo>
                    <a:lnTo>
                      <a:pt x="329" y="21"/>
                    </a:lnTo>
                    <a:lnTo>
                      <a:pt x="333" y="28"/>
                    </a:lnTo>
                    <a:lnTo>
                      <a:pt x="335" y="37"/>
                    </a:lnTo>
                    <a:lnTo>
                      <a:pt x="336" y="45"/>
                    </a:lnTo>
                    <a:lnTo>
                      <a:pt x="335" y="54"/>
                    </a:lnTo>
                    <a:lnTo>
                      <a:pt x="333" y="62"/>
                    </a:lnTo>
                    <a:lnTo>
                      <a:pt x="329" y="70"/>
                    </a:lnTo>
                    <a:lnTo>
                      <a:pt x="324" y="76"/>
                    </a:lnTo>
                    <a:lnTo>
                      <a:pt x="318" y="81"/>
                    </a:lnTo>
                    <a:lnTo>
                      <a:pt x="311" y="86"/>
                    </a:lnTo>
                    <a:lnTo>
                      <a:pt x="303" y="88"/>
                    </a:lnTo>
                    <a:lnTo>
                      <a:pt x="295" y="89"/>
                    </a:lnTo>
                    <a:lnTo>
                      <a:pt x="44" y="89"/>
                    </a:lnTo>
                    <a:lnTo>
                      <a:pt x="35" y="88"/>
                    </a:lnTo>
                    <a:lnTo>
                      <a:pt x="27" y="86"/>
                    </a:lnTo>
                    <a:lnTo>
                      <a:pt x="19" y="81"/>
                    </a:lnTo>
                    <a:lnTo>
                      <a:pt x="13" y="76"/>
                    </a:lnTo>
                    <a:lnTo>
                      <a:pt x="8" y="70"/>
                    </a:lnTo>
                    <a:lnTo>
                      <a:pt x="3" y="62"/>
                    </a:lnTo>
                    <a:lnTo>
                      <a:pt x="1" y="54"/>
                    </a:lnTo>
                    <a:lnTo>
                      <a:pt x="0" y="45"/>
                    </a:lnTo>
                    <a:lnTo>
                      <a:pt x="1" y="37"/>
                    </a:lnTo>
                    <a:lnTo>
                      <a:pt x="3" y="28"/>
                    </a:lnTo>
                    <a:lnTo>
                      <a:pt x="8" y="21"/>
                    </a:lnTo>
                    <a:lnTo>
                      <a:pt x="13" y="13"/>
                    </a:lnTo>
                    <a:lnTo>
                      <a:pt x="19" y="8"/>
                    </a:lnTo>
                    <a:lnTo>
                      <a:pt x="27" y="4"/>
                    </a:lnTo>
                    <a:lnTo>
                      <a:pt x="35" y="1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4" name="Freeform 163"/>
              <p:cNvSpPr>
                <a:spLocks/>
              </p:cNvSpPr>
              <p:nvPr/>
            </p:nvSpPr>
            <p:spPr bwMode="auto">
              <a:xfrm>
                <a:off x="1544638" y="3684588"/>
                <a:ext cx="127000" cy="33337"/>
              </a:xfrm>
              <a:custGeom>
                <a:avLst/>
                <a:gdLst>
                  <a:gd name="T0" fmla="*/ 2147483647 w 323"/>
                  <a:gd name="T1" fmla="*/ 0 h 84"/>
                  <a:gd name="T2" fmla="*/ 2147483647 w 323"/>
                  <a:gd name="T3" fmla="*/ 0 h 84"/>
                  <a:gd name="T4" fmla="*/ 2147483647 w 323"/>
                  <a:gd name="T5" fmla="*/ 2147483647 h 84"/>
                  <a:gd name="T6" fmla="*/ 2147483647 w 323"/>
                  <a:gd name="T7" fmla="*/ 2147483647 h 84"/>
                  <a:gd name="T8" fmla="*/ 2147483647 w 323"/>
                  <a:gd name="T9" fmla="*/ 2147483647 h 84"/>
                  <a:gd name="T10" fmla="*/ 2147483647 w 323"/>
                  <a:gd name="T11" fmla="*/ 2147483647 h 84"/>
                  <a:gd name="T12" fmla="*/ 2147483647 w 323"/>
                  <a:gd name="T13" fmla="*/ 2147483647 h 84"/>
                  <a:gd name="T14" fmla="*/ 2147483647 w 323"/>
                  <a:gd name="T15" fmla="*/ 2147483647 h 84"/>
                  <a:gd name="T16" fmla="*/ 2147483647 w 323"/>
                  <a:gd name="T17" fmla="*/ 2147483647 h 84"/>
                  <a:gd name="T18" fmla="*/ 2147483647 w 323"/>
                  <a:gd name="T19" fmla="*/ 2147483647 h 84"/>
                  <a:gd name="T20" fmla="*/ 2147483647 w 323"/>
                  <a:gd name="T21" fmla="*/ 2147483647 h 84"/>
                  <a:gd name="T22" fmla="*/ 2147483647 w 323"/>
                  <a:gd name="T23" fmla="*/ 2147483647 h 84"/>
                  <a:gd name="T24" fmla="*/ 2147483647 w 323"/>
                  <a:gd name="T25" fmla="*/ 2147483647 h 84"/>
                  <a:gd name="T26" fmla="*/ 2147483647 w 323"/>
                  <a:gd name="T27" fmla="*/ 2147483647 h 84"/>
                  <a:gd name="T28" fmla="*/ 2147483647 w 323"/>
                  <a:gd name="T29" fmla="*/ 2147483647 h 84"/>
                  <a:gd name="T30" fmla="*/ 2147483647 w 323"/>
                  <a:gd name="T31" fmla="*/ 2147483647 h 84"/>
                  <a:gd name="T32" fmla="*/ 2147483647 w 323"/>
                  <a:gd name="T33" fmla="*/ 2147483647 h 84"/>
                  <a:gd name="T34" fmla="*/ 2147483647 w 323"/>
                  <a:gd name="T35" fmla="*/ 2147483647 h 84"/>
                  <a:gd name="T36" fmla="*/ 2147483647 w 323"/>
                  <a:gd name="T37" fmla="*/ 2147483647 h 84"/>
                  <a:gd name="T38" fmla="*/ 2147483647 w 323"/>
                  <a:gd name="T39" fmla="*/ 2147483647 h 84"/>
                  <a:gd name="T40" fmla="*/ 2147483647 w 323"/>
                  <a:gd name="T41" fmla="*/ 2147483647 h 84"/>
                  <a:gd name="T42" fmla="*/ 2147483647 w 323"/>
                  <a:gd name="T43" fmla="*/ 2147483647 h 84"/>
                  <a:gd name="T44" fmla="*/ 2147483647 w 323"/>
                  <a:gd name="T45" fmla="*/ 2147483647 h 84"/>
                  <a:gd name="T46" fmla="*/ 2147483647 w 323"/>
                  <a:gd name="T47" fmla="*/ 2147483647 h 84"/>
                  <a:gd name="T48" fmla="*/ 2147483647 w 323"/>
                  <a:gd name="T49" fmla="*/ 2147483647 h 84"/>
                  <a:gd name="T50" fmla="*/ 2147483647 w 323"/>
                  <a:gd name="T51" fmla="*/ 2147483647 h 84"/>
                  <a:gd name="T52" fmla="*/ 2147483647 w 323"/>
                  <a:gd name="T53" fmla="*/ 2147483647 h 84"/>
                  <a:gd name="T54" fmla="*/ 0 w 323"/>
                  <a:gd name="T55" fmla="*/ 2147483647 h 84"/>
                  <a:gd name="T56" fmla="*/ 0 w 323"/>
                  <a:gd name="T57" fmla="*/ 2147483647 h 84"/>
                  <a:gd name="T58" fmla="*/ 2147483647 w 323"/>
                  <a:gd name="T59" fmla="*/ 2147483647 h 84"/>
                  <a:gd name="T60" fmla="*/ 2147483647 w 323"/>
                  <a:gd name="T61" fmla="*/ 2147483647 h 84"/>
                  <a:gd name="T62" fmla="*/ 2147483647 w 323"/>
                  <a:gd name="T63" fmla="*/ 2147483647 h 84"/>
                  <a:gd name="T64" fmla="*/ 2147483647 w 323"/>
                  <a:gd name="T65" fmla="*/ 2147483647 h 84"/>
                  <a:gd name="T66" fmla="*/ 2147483647 w 323"/>
                  <a:gd name="T67" fmla="*/ 2147483647 h 84"/>
                  <a:gd name="T68" fmla="*/ 2147483647 w 323"/>
                  <a:gd name="T69" fmla="*/ 2147483647 h 84"/>
                  <a:gd name="T70" fmla="*/ 2147483647 w 323"/>
                  <a:gd name="T71" fmla="*/ 2147483647 h 84"/>
                  <a:gd name="T72" fmla="*/ 2147483647 w 323"/>
                  <a:gd name="T73" fmla="*/ 0 h 84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323"/>
                  <a:gd name="T112" fmla="*/ 0 h 84"/>
                  <a:gd name="T113" fmla="*/ 323 w 323"/>
                  <a:gd name="T114" fmla="*/ 84 h 84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323" h="84">
                    <a:moveTo>
                      <a:pt x="43" y="0"/>
                    </a:moveTo>
                    <a:lnTo>
                      <a:pt x="282" y="0"/>
                    </a:lnTo>
                    <a:lnTo>
                      <a:pt x="290" y="1"/>
                    </a:lnTo>
                    <a:lnTo>
                      <a:pt x="297" y="3"/>
                    </a:lnTo>
                    <a:lnTo>
                      <a:pt x="305" y="8"/>
                    </a:lnTo>
                    <a:lnTo>
                      <a:pt x="311" y="13"/>
                    </a:lnTo>
                    <a:lnTo>
                      <a:pt x="315" y="18"/>
                    </a:lnTo>
                    <a:lnTo>
                      <a:pt x="320" y="26"/>
                    </a:lnTo>
                    <a:lnTo>
                      <a:pt x="322" y="33"/>
                    </a:lnTo>
                    <a:lnTo>
                      <a:pt x="323" y="42"/>
                    </a:lnTo>
                    <a:lnTo>
                      <a:pt x="322" y="50"/>
                    </a:lnTo>
                    <a:lnTo>
                      <a:pt x="320" y="59"/>
                    </a:lnTo>
                    <a:lnTo>
                      <a:pt x="315" y="65"/>
                    </a:lnTo>
                    <a:lnTo>
                      <a:pt x="311" y="72"/>
                    </a:lnTo>
                    <a:lnTo>
                      <a:pt x="305" y="77"/>
                    </a:lnTo>
                    <a:lnTo>
                      <a:pt x="297" y="81"/>
                    </a:lnTo>
                    <a:lnTo>
                      <a:pt x="290" y="83"/>
                    </a:lnTo>
                    <a:lnTo>
                      <a:pt x="282" y="84"/>
                    </a:lnTo>
                    <a:lnTo>
                      <a:pt x="43" y="84"/>
                    </a:lnTo>
                    <a:lnTo>
                      <a:pt x="35" y="83"/>
                    </a:lnTo>
                    <a:lnTo>
                      <a:pt x="26" y="81"/>
                    </a:lnTo>
                    <a:lnTo>
                      <a:pt x="20" y="77"/>
                    </a:lnTo>
                    <a:lnTo>
                      <a:pt x="13" y="72"/>
                    </a:lnTo>
                    <a:lnTo>
                      <a:pt x="8" y="65"/>
                    </a:lnTo>
                    <a:lnTo>
                      <a:pt x="4" y="59"/>
                    </a:lnTo>
                    <a:lnTo>
                      <a:pt x="1" y="50"/>
                    </a:lnTo>
                    <a:lnTo>
                      <a:pt x="0" y="42"/>
                    </a:lnTo>
                    <a:lnTo>
                      <a:pt x="1" y="33"/>
                    </a:lnTo>
                    <a:lnTo>
                      <a:pt x="4" y="26"/>
                    </a:lnTo>
                    <a:lnTo>
                      <a:pt x="8" y="18"/>
                    </a:lnTo>
                    <a:lnTo>
                      <a:pt x="13" y="13"/>
                    </a:lnTo>
                    <a:lnTo>
                      <a:pt x="20" y="8"/>
                    </a:lnTo>
                    <a:lnTo>
                      <a:pt x="26" y="3"/>
                    </a:lnTo>
                    <a:lnTo>
                      <a:pt x="35" y="1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5" name="Freeform 165"/>
              <p:cNvSpPr>
                <a:spLocks/>
              </p:cNvSpPr>
              <p:nvPr/>
            </p:nvSpPr>
            <p:spPr bwMode="auto">
              <a:xfrm>
                <a:off x="1530351" y="3308350"/>
                <a:ext cx="166688" cy="315912"/>
              </a:xfrm>
              <a:custGeom>
                <a:avLst/>
                <a:gdLst>
                  <a:gd name="T0" fmla="*/ 0 w 422"/>
                  <a:gd name="T1" fmla="*/ 2147483647 h 796"/>
                  <a:gd name="T2" fmla="*/ 2147483647 w 422"/>
                  <a:gd name="T3" fmla="*/ 0 h 796"/>
                  <a:gd name="T4" fmla="*/ 2147483647 w 422"/>
                  <a:gd name="T5" fmla="*/ 2147483647 h 796"/>
                  <a:gd name="T6" fmla="*/ 2147483647 w 422"/>
                  <a:gd name="T7" fmla="*/ 2147483647 h 796"/>
                  <a:gd name="T8" fmla="*/ 2147483647 w 422"/>
                  <a:gd name="T9" fmla="*/ 2147483647 h 796"/>
                  <a:gd name="T10" fmla="*/ 2147483647 w 422"/>
                  <a:gd name="T11" fmla="*/ 2147483647 h 796"/>
                  <a:gd name="T12" fmla="*/ 2147483647 w 422"/>
                  <a:gd name="T13" fmla="*/ 2147483647 h 796"/>
                  <a:gd name="T14" fmla="*/ 2147483647 w 422"/>
                  <a:gd name="T15" fmla="*/ 2147483647 h 796"/>
                  <a:gd name="T16" fmla="*/ 2147483647 w 422"/>
                  <a:gd name="T17" fmla="*/ 2147483647 h 796"/>
                  <a:gd name="T18" fmla="*/ 2147483647 w 422"/>
                  <a:gd name="T19" fmla="*/ 2147483647 h 796"/>
                  <a:gd name="T20" fmla="*/ 2147483647 w 422"/>
                  <a:gd name="T21" fmla="*/ 2147483647 h 796"/>
                  <a:gd name="T22" fmla="*/ 2147483647 w 422"/>
                  <a:gd name="T23" fmla="*/ 2147483647 h 796"/>
                  <a:gd name="T24" fmla="*/ 2147483647 w 422"/>
                  <a:gd name="T25" fmla="*/ 2147483647 h 796"/>
                  <a:gd name="T26" fmla="*/ 2147483647 w 422"/>
                  <a:gd name="T27" fmla="*/ 2147483647 h 796"/>
                  <a:gd name="T28" fmla="*/ 2147483647 w 422"/>
                  <a:gd name="T29" fmla="*/ 2147483647 h 796"/>
                  <a:gd name="T30" fmla="*/ 2147483647 w 422"/>
                  <a:gd name="T31" fmla="*/ 2147483647 h 796"/>
                  <a:gd name="T32" fmla="*/ 2147483647 w 422"/>
                  <a:gd name="T33" fmla="*/ 2147483647 h 796"/>
                  <a:gd name="T34" fmla="*/ 2147483647 w 422"/>
                  <a:gd name="T35" fmla="*/ 2147483647 h 796"/>
                  <a:gd name="T36" fmla="*/ 0 w 422"/>
                  <a:gd name="T37" fmla="*/ 2147483647 h 796"/>
                  <a:gd name="T38" fmla="*/ 0 w 422"/>
                  <a:gd name="T39" fmla="*/ 2147483647 h 79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22"/>
                  <a:gd name="T61" fmla="*/ 0 h 796"/>
                  <a:gd name="T62" fmla="*/ 422 w 422"/>
                  <a:gd name="T63" fmla="*/ 796 h 79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22" h="796">
                    <a:moveTo>
                      <a:pt x="0" y="7"/>
                    </a:moveTo>
                    <a:lnTo>
                      <a:pt x="422" y="0"/>
                    </a:lnTo>
                    <a:lnTo>
                      <a:pt x="422" y="745"/>
                    </a:lnTo>
                    <a:lnTo>
                      <a:pt x="406" y="758"/>
                    </a:lnTo>
                    <a:lnTo>
                      <a:pt x="387" y="769"/>
                    </a:lnTo>
                    <a:lnTo>
                      <a:pt x="365" y="779"/>
                    </a:lnTo>
                    <a:lnTo>
                      <a:pt x="341" y="786"/>
                    </a:lnTo>
                    <a:lnTo>
                      <a:pt x="314" y="791"/>
                    </a:lnTo>
                    <a:lnTo>
                      <a:pt x="286" y="795"/>
                    </a:lnTo>
                    <a:lnTo>
                      <a:pt x="256" y="796"/>
                    </a:lnTo>
                    <a:lnTo>
                      <a:pt x="226" y="796"/>
                    </a:lnTo>
                    <a:lnTo>
                      <a:pt x="195" y="792"/>
                    </a:lnTo>
                    <a:lnTo>
                      <a:pt x="165" y="787"/>
                    </a:lnTo>
                    <a:lnTo>
                      <a:pt x="135" y="780"/>
                    </a:lnTo>
                    <a:lnTo>
                      <a:pt x="105" y="770"/>
                    </a:lnTo>
                    <a:lnTo>
                      <a:pt x="76" y="758"/>
                    </a:lnTo>
                    <a:lnTo>
                      <a:pt x="48" y="744"/>
                    </a:lnTo>
                    <a:lnTo>
                      <a:pt x="24" y="727"/>
                    </a:lnTo>
                    <a:lnTo>
                      <a:pt x="0" y="708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D1AF9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6" name="Freeform 167"/>
              <p:cNvSpPr>
                <a:spLocks/>
              </p:cNvSpPr>
              <p:nvPr/>
            </p:nvSpPr>
            <p:spPr bwMode="auto">
              <a:xfrm>
                <a:off x="1530351" y="3297238"/>
                <a:ext cx="166688" cy="319087"/>
              </a:xfrm>
              <a:custGeom>
                <a:avLst/>
                <a:gdLst>
                  <a:gd name="T0" fmla="*/ 0 w 422"/>
                  <a:gd name="T1" fmla="*/ 2147483647 h 802"/>
                  <a:gd name="T2" fmla="*/ 2147483647 w 422"/>
                  <a:gd name="T3" fmla="*/ 0 h 802"/>
                  <a:gd name="T4" fmla="*/ 2147483647 w 422"/>
                  <a:gd name="T5" fmla="*/ 2147483647 h 802"/>
                  <a:gd name="T6" fmla="*/ 2147483647 w 422"/>
                  <a:gd name="T7" fmla="*/ 2147483647 h 802"/>
                  <a:gd name="T8" fmla="*/ 2147483647 w 422"/>
                  <a:gd name="T9" fmla="*/ 2147483647 h 802"/>
                  <a:gd name="T10" fmla="*/ 2147483647 w 422"/>
                  <a:gd name="T11" fmla="*/ 2147483647 h 802"/>
                  <a:gd name="T12" fmla="*/ 2147483647 w 422"/>
                  <a:gd name="T13" fmla="*/ 2147483647 h 802"/>
                  <a:gd name="T14" fmla="*/ 2147483647 w 422"/>
                  <a:gd name="T15" fmla="*/ 2147483647 h 802"/>
                  <a:gd name="T16" fmla="*/ 2147483647 w 422"/>
                  <a:gd name="T17" fmla="*/ 2147483647 h 802"/>
                  <a:gd name="T18" fmla="*/ 2147483647 w 422"/>
                  <a:gd name="T19" fmla="*/ 2147483647 h 802"/>
                  <a:gd name="T20" fmla="*/ 2147483647 w 422"/>
                  <a:gd name="T21" fmla="*/ 2147483647 h 802"/>
                  <a:gd name="T22" fmla="*/ 2147483647 w 422"/>
                  <a:gd name="T23" fmla="*/ 2147483647 h 802"/>
                  <a:gd name="T24" fmla="*/ 2147483647 w 422"/>
                  <a:gd name="T25" fmla="*/ 2147483647 h 802"/>
                  <a:gd name="T26" fmla="*/ 2147483647 w 422"/>
                  <a:gd name="T27" fmla="*/ 2147483647 h 802"/>
                  <a:gd name="T28" fmla="*/ 2147483647 w 422"/>
                  <a:gd name="T29" fmla="*/ 2147483647 h 802"/>
                  <a:gd name="T30" fmla="*/ 2147483647 w 422"/>
                  <a:gd name="T31" fmla="*/ 2147483647 h 802"/>
                  <a:gd name="T32" fmla="*/ 2147483647 w 422"/>
                  <a:gd name="T33" fmla="*/ 2147483647 h 802"/>
                  <a:gd name="T34" fmla="*/ 2147483647 w 422"/>
                  <a:gd name="T35" fmla="*/ 2147483647 h 802"/>
                  <a:gd name="T36" fmla="*/ 0 w 422"/>
                  <a:gd name="T37" fmla="*/ 2147483647 h 802"/>
                  <a:gd name="T38" fmla="*/ 0 w 422"/>
                  <a:gd name="T39" fmla="*/ 2147483647 h 80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22"/>
                  <a:gd name="T61" fmla="*/ 0 h 802"/>
                  <a:gd name="T62" fmla="*/ 422 w 422"/>
                  <a:gd name="T63" fmla="*/ 802 h 802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22" h="802">
                    <a:moveTo>
                      <a:pt x="0" y="8"/>
                    </a:moveTo>
                    <a:lnTo>
                      <a:pt x="422" y="0"/>
                    </a:lnTo>
                    <a:lnTo>
                      <a:pt x="422" y="747"/>
                    </a:lnTo>
                    <a:lnTo>
                      <a:pt x="406" y="759"/>
                    </a:lnTo>
                    <a:lnTo>
                      <a:pt x="387" y="771"/>
                    </a:lnTo>
                    <a:lnTo>
                      <a:pt x="365" y="780"/>
                    </a:lnTo>
                    <a:lnTo>
                      <a:pt x="341" y="788"/>
                    </a:lnTo>
                    <a:lnTo>
                      <a:pt x="314" y="795"/>
                    </a:lnTo>
                    <a:lnTo>
                      <a:pt x="286" y="799"/>
                    </a:lnTo>
                    <a:lnTo>
                      <a:pt x="256" y="801"/>
                    </a:lnTo>
                    <a:lnTo>
                      <a:pt x="226" y="802"/>
                    </a:lnTo>
                    <a:lnTo>
                      <a:pt x="195" y="801"/>
                    </a:lnTo>
                    <a:lnTo>
                      <a:pt x="165" y="798"/>
                    </a:lnTo>
                    <a:lnTo>
                      <a:pt x="135" y="793"/>
                    </a:lnTo>
                    <a:lnTo>
                      <a:pt x="105" y="786"/>
                    </a:lnTo>
                    <a:lnTo>
                      <a:pt x="76" y="778"/>
                    </a:lnTo>
                    <a:lnTo>
                      <a:pt x="48" y="766"/>
                    </a:lnTo>
                    <a:lnTo>
                      <a:pt x="24" y="753"/>
                    </a:lnTo>
                    <a:lnTo>
                      <a:pt x="0" y="738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51442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7" name="Freeform 169"/>
              <p:cNvSpPr>
                <a:spLocks/>
              </p:cNvSpPr>
              <p:nvPr/>
            </p:nvSpPr>
            <p:spPr bwMode="auto">
              <a:xfrm>
                <a:off x="1562101" y="3606800"/>
                <a:ext cx="58738" cy="15875"/>
              </a:xfrm>
              <a:custGeom>
                <a:avLst/>
                <a:gdLst>
                  <a:gd name="T0" fmla="*/ 0 w 150"/>
                  <a:gd name="T1" fmla="*/ 0 h 40"/>
                  <a:gd name="T2" fmla="*/ 2147483647 w 150"/>
                  <a:gd name="T3" fmla="*/ 2147483647 h 40"/>
                  <a:gd name="T4" fmla="*/ 2147483647 w 150"/>
                  <a:gd name="T5" fmla="*/ 2147483647 h 40"/>
                  <a:gd name="T6" fmla="*/ 2147483647 w 150"/>
                  <a:gd name="T7" fmla="*/ 2147483647 h 40"/>
                  <a:gd name="T8" fmla="*/ 2147483647 w 150"/>
                  <a:gd name="T9" fmla="*/ 2147483647 h 40"/>
                  <a:gd name="T10" fmla="*/ 2147483647 w 150"/>
                  <a:gd name="T11" fmla="*/ 2147483647 h 40"/>
                  <a:gd name="T12" fmla="*/ 2147483647 w 150"/>
                  <a:gd name="T13" fmla="*/ 2147483647 h 40"/>
                  <a:gd name="T14" fmla="*/ 2147483647 w 150"/>
                  <a:gd name="T15" fmla="*/ 2147483647 h 40"/>
                  <a:gd name="T16" fmla="*/ 0 w 150"/>
                  <a:gd name="T17" fmla="*/ 0 h 4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50"/>
                  <a:gd name="T28" fmla="*/ 0 h 40"/>
                  <a:gd name="T29" fmla="*/ 150 w 150"/>
                  <a:gd name="T30" fmla="*/ 40 h 4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50" h="40">
                    <a:moveTo>
                      <a:pt x="0" y="0"/>
                    </a:moveTo>
                    <a:lnTo>
                      <a:pt x="49" y="20"/>
                    </a:lnTo>
                    <a:lnTo>
                      <a:pt x="100" y="24"/>
                    </a:lnTo>
                    <a:lnTo>
                      <a:pt x="150" y="32"/>
                    </a:lnTo>
                    <a:lnTo>
                      <a:pt x="143" y="40"/>
                    </a:lnTo>
                    <a:lnTo>
                      <a:pt x="119" y="40"/>
                    </a:lnTo>
                    <a:lnTo>
                      <a:pt x="64" y="29"/>
                    </a:lnTo>
                    <a:lnTo>
                      <a:pt x="14" y="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BC9B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8" name="Freeform 171"/>
              <p:cNvSpPr>
                <a:spLocks/>
              </p:cNvSpPr>
              <p:nvPr/>
            </p:nvSpPr>
            <p:spPr bwMode="auto">
              <a:xfrm>
                <a:off x="1530351" y="3289300"/>
                <a:ext cx="166688" cy="11112"/>
              </a:xfrm>
              <a:custGeom>
                <a:avLst/>
                <a:gdLst>
                  <a:gd name="T0" fmla="*/ 0 w 422"/>
                  <a:gd name="T1" fmla="*/ 2147483647 h 30"/>
                  <a:gd name="T2" fmla="*/ 2147483647 w 422"/>
                  <a:gd name="T3" fmla="*/ 0 h 30"/>
                  <a:gd name="T4" fmla="*/ 2147483647 w 422"/>
                  <a:gd name="T5" fmla="*/ 0 h 30"/>
                  <a:gd name="T6" fmla="*/ 2147483647 w 422"/>
                  <a:gd name="T7" fmla="*/ 2147483647 h 30"/>
                  <a:gd name="T8" fmla="*/ 0 w 422"/>
                  <a:gd name="T9" fmla="*/ 2147483647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2"/>
                  <a:gd name="T16" fmla="*/ 0 h 30"/>
                  <a:gd name="T17" fmla="*/ 422 w 422"/>
                  <a:gd name="T18" fmla="*/ 30 h 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2" h="30">
                    <a:moveTo>
                      <a:pt x="0" y="30"/>
                    </a:moveTo>
                    <a:lnTo>
                      <a:pt x="24" y="0"/>
                    </a:lnTo>
                    <a:lnTo>
                      <a:pt x="422" y="0"/>
                    </a:lnTo>
                    <a:lnTo>
                      <a:pt x="422" y="3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776B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9" name="Freeform 173"/>
              <p:cNvSpPr>
                <a:spLocks/>
              </p:cNvSpPr>
              <p:nvPr/>
            </p:nvSpPr>
            <p:spPr bwMode="auto">
              <a:xfrm>
                <a:off x="1531938" y="3289300"/>
                <a:ext cx="6350" cy="304800"/>
              </a:xfrm>
              <a:custGeom>
                <a:avLst/>
                <a:gdLst>
                  <a:gd name="T0" fmla="*/ 2147483647 w 20"/>
                  <a:gd name="T1" fmla="*/ 0 h 771"/>
                  <a:gd name="T2" fmla="*/ 2147483647 w 20"/>
                  <a:gd name="T3" fmla="*/ 2147483647 h 771"/>
                  <a:gd name="T4" fmla="*/ 2147483647 w 20"/>
                  <a:gd name="T5" fmla="*/ 2147483647 h 771"/>
                  <a:gd name="T6" fmla="*/ 2147483647 w 20"/>
                  <a:gd name="T7" fmla="*/ 2147483647 h 771"/>
                  <a:gd name="T8" fmla="*/ 0 w 20"/>
                  <a:gd name="T9" fmla="*/ 2147483647 h 771"/>
                  <a:gd name="T10" fmla="*/ 2147483647 w 20"/>
                  <a:gd name="T11" fmla="*/ 0 h 77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0"/>
                  <a:gd name="T19" fmla="*/ 0 h 771"/>
                  <a:gd name="T20" fmla="*/ 20 w 20"/>
                  <a:gd name="T21" fmla="*/ 771 h 77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0" h="771">
                    <a:moveTo>
                      <a:pt x="20" y="0"/>
                    </a:moveTo>
                    <a:lnTo>
                      <a:pt x="20" y="65"/>
                    </a:lnTo>
                    <a:lnTo>
                      <a:pt x="20" y="771"/>
                    </a:lnTo>
                    <a:lnTo>
                      <a:pt x="1" y="723"/>
                    </a:lnTo>
                    <a:lnTo>
                      <a:pt x="0" y="28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0" name="Freeform 175"/>
              <p:cNvSpPr>
                <a:spLocks/>
              </p:cNvSpPr>
              <p:nvPr/>
            </p:nvSpPr>
            <p:spPr bwMode="auto">
              <a:xfrm>
                <a:off x="1695451" y="3275013"/>
                <a:ext cx="17463" cy="320675"/>
              </a:xfrm>
              <a:custGeom>
                <a:avLst/>
                <a:gdLst>
                  <a:gd name="T0" fmla="*/ 2147483647 w 42"/>
                  <a:gd name="T1" fmla="*/ 2147483647 h 809"/>
                  <a:gd name="T2" fmla="*/ 2147483647 w 42"/>
                  <a:gd name="T3" fmla="*/ 2147483647 h 809"/>
                  <a:gd name="T4" fmla="*/ 2147483647 w 42"/>
                  <a:gd name="T5" fmla="*/ 0 h 809"/>
                  <a:gd name="T6" fmla="*/ 2147483647 w 42"/>
                  <a:gd name="T7" fmla="*/ 2147483647 h 809"/>
                  <a:gd name="T8" fmla="*/ 2147483647 w 42"/>
                  <a:gd name="T9" fmla="*/ 2147483647 h 809"/>
                  <a:gd name="T10" fmla="*/ 0 w 42"/>
                  <a:gd name="T11" fmla="*/ 2147483647 h 809"/>
                  <a:gd name="T12" fmla="*/ 2147483647 w 42"/>
                  <a:gd name="T13" fmla="*/ 2147483647 h 8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2"/>
                  <a:gd name="T22" fmla="*/ 0 h 809"/>
                  <a:gd name="T23" fmla="*/ 42 w 42"/>
                  <a:gd name="T24" fmla="*/ 809 h 80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2" h="809">
                    <a:moveTo>
                      <a:pt x="2" y="39"/>
                    </a:moveTo>
                    <a:lnTo>
                      <a:pt x="31" y="20"/>
                    </a:lnTo>
                    <a:lnTo>
                      <a:pt x="42" y="0"/>
                    </a:lnTo>
                    <a:lnTo>
                      <a:pt x="42" y="746"/>
                    </a:lnTo>
                    <a:lnTo>
                      <a:pt x="25" y="788"/>
                    </a:lnTo>
                    <a:lnTo>
                      <a:pt x="0" y="809"/>
                    </a:lnTo>
                    <a:lnTo>
                      <a:pt x="2" y="39"/>
                    </a:lnTo>
                    <a:close/>
                  </a:path>
                </a:pathLst>
              </a:custGeom>
              <a:solidFill>
                <a:srgbClr val="776B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1" name="Freeform 177"/>
              <p:cNvSpPr>
                <a:spLocks/>
              </p:cNvSpPr>
              <p:nvPr/>
            </p:nvSpPr>
            <p:spPr bwMode="auto">
              <a:xfrm>
                <a:off x="1541463" y="3638550"/>
                <a:ext cx="26988" cy="28575"/>
              </a:xfrm>
              <a:custGeom>
                <a:avLst/>
                <a:gdLst>
                  <a:gd name="T0" fmla="*/ 2147483647 w 70"/>
                  <a:gd name="T1" fmla="*/ 0 h 71"/>
                  <a:gd name="T2" fmla="*/ 2147483647 w 70"/>
                  <a:gd name="T3" fmla="*/ 2147483647 h 71"/>
                  <a:gd name="T4" fmla="*/ 2147483647 w 70"/>
                  <a:gd name="T5" fmla="*/ 2147483647 h 71"/>
                  <a:gd name="T6" fmla="*/ 2147483647 w 70"/>
                  <a:gd name="T7" fmla="*/ 2147483647 h 71"/>
                  <a:gd name="T8" fmla="*/ 2147483647 w 70"/>
                  <a:gd name="T9" fmla="*/ 2147483647 h 71"/>
                  <a:gd name="T10" fmla="*/ 2147483647 w 70"/>
                  <a:gd name="T11" fmla="*/ 2147483647 h 71"/>
                  <a:gd name="T12" fmla="*/ 2147483647 w 70"/>
                  <a:gd name="T13" fmla="*/ 2147483647 h 71"/>
                  <a:gd name="T14" fmla="*/ 2147483647 w 70"/>
                  <a:gd name="T15" fmla="*/ 2147483647 h 71"/>
                  <a:gd name="T16" fmla="*/ 2147483647 w 70"/>
                  <a:gd name="T17" fmla="*/ 2147483647 h 71"/>
                  <a:gd name="T18" fmla="*/ 2147483647 w 70"/>
                  <a:gd name="T19" fmla="*/ 2147483647 h 71"/>
                  <a:gd name="T20" fmla="*/ 2147483647 w 70"/>
                  <a:gd name="T21" fmla="*/ 2147483647 h 71"/>
                  <a:gd name="T22" fmla="*/ 2147483647 w 70"/>
                  <a:gd name="T23" fmla="*/ 2147483647 h 71"/>
                  <a:gd name="T24" fmla="*/ 2147483647 w 70"/>
                  <a:gd name="T25" fmla="*/ 2147483647 h 71"/>
                  <a:gd name="T26" fmla="*/ 2147483647 w 70"/>
                  <a:gd name="T27" fmla="*/ 2147483647 h 71"/>
                  <a:gd name="T28" fmla="*/ 2147483647 w 70"/>
                  <a:gd name="T29" fmla="*/ 2147483647 h 71"/>
                  <a:gd name="T30" fmla="*/ 2147483647 w 70"/>
                  <a:gd name="T31" fmla="*/ 2147483647 h 71"/>
                  <a:gd name="T32" fmla="*/ 2147483647 w 70"/>
                  <a:gd name="T33" fmla="*/ 2147483647 h 71"/>
                  <a:gd name="T34" fmla="*/ 2147483647 w 70"/>
                  <a:gd name="T35" fmla="*/ 2147483647 h 71"/>
                  <a:gd name="T36" fmla="*/ 2147483647 w 70"/>
                  <a:gd name="T37" fmla="*/ 2147483647 h 71"/>
                  <a:gd name="T38" fmla="*/ 2147483647 w 70"/>
                  <a:gd name="T39" fmla="*/ 2147483647 h 71"/>
                  <a:gd name="T40" fmla="*/ 2147483647 w 70"/>
                  <a:gd name="T41" fmla="*/ 2147483647 h 71"/>
                  <a:gd name="T42" fmla="*/ 2147483647 w 70"/>
                  <a:gd name="T43" fmla="*/ 2147483647 h 71"/>
                  <a:gd name="T44" fmla="*/ 2147483647 w 70"/>
                  <a:gd name="T45" fmla="*/ 2147483647 h 71"/>
                  <a:gd name="T46" fmla="*/ 2147483647 w 70"/>
                  <a:gd name="T47" fmla="*/ 2147483647 h 71"/>
                  <a:gd name="T48" fmla="*/ 0 w 70"/>
                  <a:gd name="T49" fmla="*/ 2147483647 h 71"/>
                  <a:gd name="T50" fmla="*/ 2147483647 w 70"/>
                  <a:gd name="T51" fmla="*/ 2147483647 h 71"/>
                  <a:gd name="T52" fmla="*/ 2147483647 w 70"/>
                  <a:gd name="T53" fmla="*/ 2147483647 h 71"/>
                  <a:gd name="T54" fmla="*/ 2147483647 w 70"/>
                  <a:gd name="T55" fmla="*/ 2147483647 h 71"/>
                  <a:gd name="T56" fmla="*/ 2147483647 w 70"/>
                  <a:gd name="T57" fmla="*/ 2147483647 h 71"/>
                  <a:gd name="T58" fmla="*/ 2147483647 w 70"/>
                  <a:gd name="T59" fmla="*/ 2147483647 h 71"/>
                  <a:gd name="T60" fmla="*/ 2147483647 w 70"/>
                  <a:gd name="T61" fmla="*/ 2147483647 h 71"/>
                  <a:gd name="T62" fmla="*/ 2147483647 w 70"/>
                  <a:gd name="T63" fmla="*/ 2147483647 h 71"/>
                  <a:gd name="T64" fmla="*/ 2147483647 w 70"/>
                  <a:gd name="T65" fmla="*/ 0 h 7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70"/>
                  <a:gd name="T100" fmla="*/ 0 h 71"/>
                  <a:gd name="T101" fmla="*/ 70 w 70"/>
                  <a:gd name="T102" fmla="*/ 71 h 7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70" h="71">
                    <a:moveTo>
                      <a:pt x="35" y="0"/>
                    </a:moveTo>
                    <a:lnTo>
                      <a:pt x="43" y="1"/>
                    </a:lnTo>
                    <a:lnTo>
                      <a:pt x="49" y="3"/>
                    </a:lnTo>
                    <a:lnTo>
                      <a:pt x="55" y="6"/>
                    </a:lnTo>
                    <a:lnTo>
                      <a:pt x="61" y="11"/>
                    </a:lnTo>
                    <a:lnTo>
                      <a:pt x="65" y="16"/>
                    </a:lnTo>
                    <a:lnTo>
                      <a:pt x="68" y="22"/>
                    </a:lnTo>
                    <a:lnTo>
                      <a:pt x="69" y="29"/>
                    </a:lnTo>
                    <a:lnTo>
                      <a:pt x="70" y="36"/>
                    </a:lnTo>
                    <a:lnTo>
                      <a:pt x="69" y="44"/>
                    </a:lnTo>
                    <a:lnTo>
                      <a:pt x="68" y="50"/>
                    </a:lnTo>
                    <a:lnTo>
                      <a:pt x="65" y="55"/>
                    </a:lnTo>
                    <a:lnTo>
                      <a:pt x="61" y="61"/>
                    </a:lnTo>
                    <a:lnTo>
                      <a:pt x="55" y="65"/>
                    </a:lnTo>
                    <a:lnTo>
                      <a:pt x="49" y="68"/>
                    </a:lnTo>
                    <a:lnTo>
                      <a:pt x="43" y="70"/>
                    </a:lnTo>
                    <a:lnTo>
                      <a:pt x="35" y="71"/>
                    </a:lnTo>
                    <a:lnTo>
                      <a:pt x="28" y="70"/>
                    </a:lnTo>
                    <a:lnTo>
                      <a:pt x="21" y="68"/>
                    </a:lnTo>
                    <a:lnTo>
                      <a:pt x="16" y="65"/>
                    </a:lnTo>
                    <a:lnTo>
                      <a:pt x="11" y="61"/>
                    </a:lnTo>
                    <a:lnTo>
                      <a:pt x="6" y="55"/>
                    </a:lnTo>
                    <a:lnTo>
                      <a:pt x="3" y="50"/>
                    </a:lnTo>
                    <a:lnTo>
                      <a:pt x="1" y="44"/>
                    </a:lnTo>
                    <a:lnTo>
                      <a:pt x="0" y="36"/>
                    </a:lnTo>
                    <a:lnTo>
                      <a:pt x="1" y="29"/>
                    </a:lnTo>
                    <a:lnTo>
                      <a:pt x="3" y="22"/>
                    </a:lnTo>
                    <a:lnTo>
                      <a:pt x="6" y="16"/>
                    </a:lnTo>
                    <a:lnTo>
                      <a:pt x="11" y="11"/>
                    </a:lnTo>
                    <a:lnTo>
                      <a:pt x="16" y="6"/>
                    </a:lnTo>
                    <a:lnTo>
                      <a:pt x="21" y="3"/>
                    </a:lnTo>
                    <a:lnTo>
                      <a:pt x="28" y="1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2" name="Freeform 179"/>
              <p:cNvSpPr>
                <a:spLocks/>
              </p:cNvSpPr>
              <p:nvPr/>
            </p:nvSpPr>
            <p:spPr bwMode="auto">
              <a:xfrm>
                <a:off x="1582738" y="3638550"/>
                <a:ext cx="28575" cy="28575"/>
              </a:xfrm>
              <a:custGeom>
                <a:avLst/>
                <a:gdLst>
                  <a:gd name="T0" fmla="*/ 2147483647 w 70"/>
                  <a:gd name="T1" fmla="*/ 0 h 71"/>
                  <a:gd name="T2" fmla="*/ 2147483647 w 70"/>
                  <a:gd name="T3" fmla="*/ 2147483647 h 71"/>
                  <a:gd name="T4" fmla="*/ 2147483647 w 70"/>
                  <a:gd name="T5" fmla="*/ 2147483647 h 71"/>
                  <a:gd name="T6" fmla="*/ 2147483647 w 70"/>
                  <a:gd name="T7" fmla="*/ 2147483647 h 71"/>
                  <a:gd name="T8" fmla="*/ 2147483647 w 70"/>
                  <a:gd name="T9" fmla="*/ 2147483647 h 71"/>
                  <a:gd name="T10" fmla="*/ 2147483647 w 70"/>
                  <a:gd name="T11" fmla="*/ 2147483647 h 71"/>
                  <a:gd name="T12" fmla="*/ 2147483647 w 70"/>
                  <a:gd name="T13" fmla="*/ 2147483647 h 71"/>
                  <a:gd name="T14" fmla="*/ 2147483647 w 70"/>
                  <a:gd name="T15" fmla="*/ 2147483647 h 71"/>
                  <a:gd name="T16" fmla="*/ 2147483647 w 70"/>
                  <a:gd name="T17" fmla="*/ 2147483647 h 71"/>
                  <a:gd name="T18" fmla="*/ 2147483647 w 70"/>
                  <a:gd name="T19" fmla="*/ 2147483647 h 71"/>
                  <a:gd name="T20" fmla="*/ 2147483647 w 70"/>
                  <a:gd name="T21" fmla="*/ 2147483647 h 71"/>
                  <a:gd name="T22" fmla="*/ 2147483647 w 70"/>
                  <a:gd name="T23" fmla="*/ 2147483647 h 71"/>
                  <a:gd name="T24" fmla="*/ 2147483647 w 70"/>
                  <a:gd name="T25" fmla="*/ 2147483647 h 71"/>
                  <a:gd name="T26" fmla="*/ 2147483647 w 70"/>
                  <a:gd name="T27" fmla="*/ 2147483647 h 71"/>
                  <a:gd name="T28" fmla="*/ 2147483647 w 70"/>
                  <a:gd name="T29" fmla="*/ 2147483647 h 71"/>
                  <a:gd name="T30" fmla="*/ 2147483647 w 70"/>
                  <a:gd name="T31" fmla="*/ 2147483647 h 71"/>
                  <a:gd name="T32" fmla="*/ 2147483647 w 70"/>
                  <a:gd name="T33" fmla="*/ 2147483647 h 71"/>
                  <a:gd name="T34" fmla="*/ 2147483647 w 70"/>
                  <a:gd name="T35" fmla="*/ 2147483647 h 71"/>
                  <a:gd name="T36" fmla="*/ 2147483647 w 70"/>
                  <a:gd name="T37" fmla="*/ 2147483647 h 71"/>
                  <a:gd name="T38" fmla="*/ 2147483647 w 70"/>
                  <a:gd name="T39" fmla="*/ 2147483647 h 71"/>
                  <a:gd name="T40" fmla="*/ 2147483647 w 70"/>
                  <a:gd name="T41" fmla="*/ 2147483647 h 71"/>
                  <a:gd name="T42" fmla="*/ 2147483647 w 70"/>
                  <a:gd name="T43" fmla="*/ 2147483647 h 71"/>
                  <a:gd name="T44" fmla="*/ 2147483647 w 70"/>
                  <a:gd name="T45" fmla="*/ 2147483647 h 71"/>
                  <a:gd name="T46" fmla="*/ 2147483647 w 70"/>
                  <a:gd name="T47" fmla="*/ 2147483647 h 71"/>
                  <a:gd name="T48" fmla="*/ 0 w 70"/>
                  <a:gd name="T49" fmla="*/ 2147483647 h 71"/>
                  <a:gd name="T50" fmla="*/ 2147483647 w 70"/>
                  <a:gd name="T51" fmla="*/ 2147483647 h 71"/>
                  <a:gd name="T52" fmla="*/ 2147483647 w 70"/>
                  <a:gd name="T53" fmla="*/ 2147483647 h 71"/>
                  <a:gd name="T54" fmla="*/ 2147483647 w 70"/>
                  <a:gd name="T55" fmla="*/ 2147483647 h 71"/>
                  <a:gd name="T56" fmla="*/ 2147483647 w 70"/>
                  <a:gd name="T57" fmla="*/ 2147483647 h 71"/>
                  <a:gd name="T58" fmla="*/ 2147483647 w 70"/>
                  <a:gd name="T59" fmla="*/ 2147483647 h 71"/>
                  <a:gd name="T60" fmla="*/ 2147483647 w 70"/>
                  <a:gd name="T61" fmla="*/ 2147483647 h 71"/>
                  <a:gd name="T62" fmla="*/ 2147483647 w 70"/>
                  <a:gd name="T63" fmla="*/ 2147483647 h 71"/>
                  <a:gd name="T64" fmla="*/ 2147483647 w 70"/>
                  <a:gd name="T65" fmla="*/ 0 h 7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70"/>
                  <a:gd name="T100" fmla="*/ 0 h 71"/>
                  <a:gd name="T101" fmla="*/ 70 w 70"/>
                  <a:gd name="T102" fmla="*/ 71 h 7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70" h="71">
                    <a:moveTo>
                      <a:pt x="35" y="0"/>
                    </a:moveTo>
                    <a:lnTo>
                      <a:pt x="42" y="1"/>
                    </a:lnTo>
                    <a:lnTo>
                      <a:pt x="50" y="3"/>
                    </a:lnTo>
                    <a:lnTo>
                      <a:pt x="55" y="6"/>
                    </a:lnTo>
                    <a:lnTo>
                      <a:pt x="60" y="11"/>
                    </a:lnTo>
                    <a:lnTo>
                      <a:pt x="65" y="16"/>
                    </a:lnTo>
                    <a:lnTo>
                      <a:pt x="68" y="22"/>
                    </a:lnTo>
                    <a:lnTo>
                      <a:pt x="69" y="29"/>
                    </a:lnTo>
                    <a:lnTo>
                      <a:pt x="70" y="36"/>
                    </a:lnTo>
                    <a:lnTo>
                      <a:pt x="69" y="44"/>
                    </a:lnTo>
                    <a:lnTo>
                      <a:pt x="68" y="50"/>
                    </a:lnTo>
                    <a:lnTo>
                      <a:pt x="65" y="55"/>
                    </a:lnTo>
                    <a:lnTo>
                      <a:pt x="60" y="61"/>
                    </a:lnTo>
                    <a:lnTo>
                      <a:pt x="55" y="65"/>
                    </a:lnTo>
                    <a:lnTo>
                      <a:pt x="50" y="68"/>
                    </a:lnTo>
                    <a:lnTo>
                      <a:pt x="42" y="70"/>
                    </a:lnTo>
                    <a:lnTo>
                      <a:pt x="35" y="71"/>
                    </a:lnTo>
                    <a:lnTo>
                      <a:pt x="27" y="70"/>
                    </a:lnTo>
                    <a:lnTo>
                      <a:pt x="21" y="68"/>
                    </a:lnTo>
                    <a:lnTo>
                      <a:pt x="16" y="65"/>
                    </a:lnTo>
                    <a:lnTo>
                      <a:pt x="10" y="61"/>
                    </a:lnTo>
                    <a:lnTo>
                      <a:pt x="6" y="55"/>
                    </a:lnTo>
                    <a:lnTo>
                      <a:pt x="3" y="50"/>
                    </a:lnTo>
                    <a:lnTo>
                      <a:pt x="1" y="44"/>
                    </a:lnTo>
                    <a:lnTo>
                      <a:pt x="0" y="36"/>
                    </a:lnTo>
                    <a:lnTo>
                      <a:pt x="1" y="29"/>
                    </a:lnTo>
                    <a:lnTo>
                      <a:pt x="3" y="22"/>
                    </a:lnTo>
                    <a:lnTo>
                      <a:pt x="6" y="16"/>
                    </a:lnTo>
                    <a:lnTo>
                      <a:pt x="10" y="11"/>
                    </a:lnTo>
                    <a:lnTo>
                      <a:pt x="16" y="6"/>
                    </a:lnTo>
                    <a:lnTo>
                      <a:pt x="21" y="3"/>
                    </a:lnTo>
                    <a:lnTo>
                      <a:pt x="27" y="1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3" name="Freeform 181"/>
              <p:cNvSpPr>
                <a:spLocks/>
              </p:cNvSpPr>
              <p:nvPr/>
            </p:nvSpPr>
            <p:spPr bwMode="auto">
              <a:xfrm>
                <a:off x="1543051" y="3641725"/>
                <a:ext cx="23813" cy="22225"/>
              </a:xfrm>
              <a:custGeom>
                <a:avLst/>
                <a:gdLst>
                  <a:gd name="T0" fmla="*/ 2147483647 w 59"/>
                  <a:gd name="T1" fmla="*/ 0 h 59"/>
                  <a:gd name="T2" fmla="*/ 2147483647 w 59"/>
                  <a:gd name="T3" fmla="*/ 2147483647 h 59"/>
                  <a:gd name="T4" fmla="*/ 2147483647 w 59"/>
                  <a:gd name="T5" fmla="*/ 2147483647 h 59"/>
                  <a:gd name="T6" fmla="*/ 2147483647 w 59"/>
                  <a:gd name="T7" fmla="*/ 2147483647 h 59"/>
                  <a:gd name="T8" fmla="*/ 2147483647 w 59"/>
                  <a:gd name="T9" fmla="*/ 2147483647 h 59"/>
                  <a:gd name="T10" fmla="*/ 2147483647 w 59"/>
                  <a:gd name="T11" fmla="*/ 2147483647 h 59"/>
                  <a:gd name="T12" fmla="*/ 2147483647 w 59"/>
                  <a:gd name="T13" fmla="*/ 2147483647 h 59"/>
                  <a:gd name="T14" fmla="*/ 2147483647 w 59"/>
                  <a:gd name="T15" fmla="*/ 2147483647 h 59"/>
                  <a:gd name="T16" fmla="*/ 2147483647 w 59"/>
                  <a:gd name="T17" fmla="*/ 2147483647 h 59"/>
                  <a:gd name="T18" fmla="*/ 2147483647 w 59"/>
                  <a:gd name="T19" fmla="*/ 2147483647 h 59"/>
                  <a:gd name="T20" fmla="*/ 2147483647 w 59"/>
                  <a:gd name="T21" fmla="*/ 2147483647 h 59"/>
                  <a:gd name="T22" fmla="*/ 2147483647 w 59"/>
                  <a:gd name="T23" fmla="*/ 2147483647 h 59"/>
                  <a:gd name="T24" fmla="*/ 0 w 59"/>
                  <a:gd name="T25" fmla="*/ 2147483647 h 59"/>
                  <a:gd name="T26" fmla="*/ 2147483647 w 59"/>
                  <a:gd name="T27" fmla="*/ 2147483647 h 59"/>
                  <a:gd name="T28" fmla="*/ 2147483647 w 59"/>
                  <a:gd name="T29" fmla="*/ 2147483647 h 59"/>
                  <a:gd name="T30" fmla="*/ 2147483647 w 59"/>
                  <a:gd name="T31" fmla="*/ 2147483647 h 59"/>
                  <a:gd name="T32" fmla="*/ 2147483647 w 59"/>
                  <a:gd name="T33" fmla="*/ 0 h 5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9"/>
                  <a:gd name="T52" fmla="*/ 0 h 59"/>
                  <a:gd name="T53" fmla="*/ 59 w 59"/>
                  <a:gd name="T54" fmla="*/ 59 h 5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9" h="59">
                    <a:moveTo>
                      <a:pt x="30" y="0"/>
                    </a:moveTo>
                    <a:lnTo>
                      <a:pt x="42" y="2"/>
                    </a:lnTo>
                    <a:lnTo>
                      <a:pt x="50" y="9"/>
                    </a:lnTo>
                    <a:lnTo>
                      <a:pt x="57" y="18"/>
                    </a:lnTo>
                    <a:lnTo>
                      <a:pt x="59" y="30"/>
                    </a:lnTo>
                    <a:lnTo>
                      <a:pt x="57" y="42"/>
                    </a:lnTo>
                    <a:lnTo>
                      <a:pt x="50" y="50"/>
                    </a:lnTo>
                    <a:lnTo>
                      <a:pt x="42" y="57"/>
                    </a:lnTo>
                    <a:lnTo>
                      <a:pt x="30" y="59"/>
                    </a:lnTo>
                    <a:lnTo>
                      <a:pt x="18" y="57"/>
                    </a:lnTo>
                    <a:lnTo>
                      <a:pt x="9" y="50"/>
                    </a:lnTo>
                    <a:lnTo>
                      <a:pt x="2" y="42"/>
                    </a:lnTo>
                    <a:lnTo>
                      <a:pt x="0" y="30"/>
                    </a:lnTo>
                    <a:lnTo>
                      <a:pt x="2" y="18"/>
                    </a:lnTo>
                    <a:lnTo>
                      <a:pt x="9" y="9"/>
                    </a:lnTo>
                    <a:lnTo>
                      <a:pt x="18" y="2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473A2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" name="Freeform 183"/>
              <p:cNvSpPr>
                <a:spLocks/>
              </p:cNvSpPr>
              <p:nvPr/>
            </p:nvSpPr>
            <p:spPr bwMode="auto">
              <a:xfrm>
                <a:off x="1584326" y="3641725"/>
                <a:ext cx="23813" cy="22225"/>
              </a:xfrm>
              <a:custGeom>
                <a:avLst/>
                <a:gdLst>
                  <a:gd name="T0" fmla="*/ 2147483647 w 59"/>
                  <a:gd name="T1" fmla="*/ 0 h 59"/>
                  <a:gd name="T2" fmla="*/ 2147483647 w 59"/>
                  <a:gd name="T3" fmla="*/ 2147483647 h 59"/>
                  <a:gd name="T4" fmla="*/ 2147483647 w 59"/>
                  <a:gd name="T5" fmla="*/ 2147483647 h 59"/>
                  <a:gd name="T6" fmla="*/ 2147483647 w 59"/>
                  <a:gd name="T7" fmla="*/ 2147483647 h 59"/>
                  <a:gd name="T8" fmla="*/ 2147483647 w 59"/>
                  <a:gd name="T9" fmla="*/ 2147483647 h 59"/>
                  <a:gd name="T10" fmla="*/ 2147483647 w 59"/>
                  <a:gd name="T11" fmla="*/ 2147483647 h 59"/>
                  <a:gd name="T12" fmla="*/ 2147483647 w 59"/>
                  <a:gd name="T13" fmla="*/ 2147483647 h 59"/>
                  <a:gd name="T14" fmla="*/ 2147483647 w 59"/>
                  <a:gd name="T15" fmla="*/ 2147483647 h 59"/>
                  <a:gd name="T16" fmla="*/ 2147483647 w 59"/>
                  <a:gd name="T17" fmla="*/ 2147483647 h 59"/>
                  <a:gd name="T18" fmla="*/ 2147483647 w 59"/>
                  <a:gd name="T19" fmla="*/ 2147483647 h 59"/>
                  <a:gd name="T20" fmla="*/ 2147483647 w 59"/>
                  <a:gd name="T21" fmla="*/ 2147483647 h 59"/>
                  <a:gd name="T22" fmla="*/ 2147483647 w 59"/>
                  <a:gd name="T23" fmla="*/ 2147483647 h 59"/>
                  <a:gd name="T24" fmla="*/ 0 w 59"/>
                  <a:gd name="T25" fmla="*/ 2147483647 h 59"/>
                  <a:gd name="T26" fmla="*/ 2147483647 w 59"/>
                  <a:gd name="T27" fmla="*/ 2147483647 h 59"/>
                  <a:gd name="T28" fmla="*/ 2147483647 w 59"/>
                  <a:gd name="T29" fmla="*/ 2147483647 h 59"/>
                  <a:gd name="T30" fmla="*/ 2147483647 w 59"/>
                  <a:gd name="T31" fmla="*/ 2147483647 h 59"/>
                  <a:gd name="T32" fmla="*/ 2147483647 w 59"/>
                  <a:gd name="T33" fmla="*/ 0 h 5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9"/>
                  <a:gd name="T52" fmla="*/ 0 h 59"/>
                  <a:gd name="T53" fmla="*/ 59 w 59"/>
                  <a:gd name="T54" fmla="*/ 59 h 5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9" h="59">
                    <a:moveTo>
                      <a:pt x="30" y="0"/>
                    </a:moveTo>
                    <a:lnTo>
                      <a:pt x="42" y="2"/>
                    </a:lnTo>
                    <a:lnTo>
                      <a:pt x="50" y="9"/>
                    </a:lnTo>
                    <a:lnTo>
                      <a:pt x="57" y="18"/>
                    </a:lnTo>
                    <a:lnTo>
                      <a:pt x="59" y="30"/>
                    </a:lnTo>
                    <a:lnTo>
                      <a:pt x="57" y="42"/>
                    </a:lnTo>
                    <a:lnTo>
                      <a:pt x="50" y="50"/>
                    </a:lnTo>
                    <a:lnTo>
                      <a:pt x="42" y="57"/>
                    </a:lnTo>
                    <a:lnTo>
                      <a:pt x="30" y="59"/>
                    </a:lnTo>
                    <a:lnTo>
                      <a:pt x="18" y="57"/>
                    </a:lnTo>
                    <a:lnTo>
                      <a:pt x="8" y="50"/>
                    </a:lnTo>
                    <a:lnTo>
                      <a:pt x="2" y="42"/>
                    </a:lnTo>
                    <a:lnTo>
                      <a:pt x="0" y="30"/>
                    </a:lnTo>
                    <a:lnTo>
                      <a:pt x="2" y="18"/>
                    </a:lnTo>
                    <a:lnTo>
                      <a:pt x="8" y="9"/>
                    </a:lnTo>
                    <a:lnTo>
                      <a:pt x="18" y="2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473A2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" name="Freeform 185"/>
              <p:cNvSpPr>
                <a:spLocks/>
              </p:cNvSpPr>
              <p:nvPr/>
            </p:nvSpPr>
            <p:spPr bwMode="auto">
              <a:xfrm>
                <a:off x="1546226" y="3643313"/>
                <a:ext cx="20638" cy="19050"/>
              </a:xfrm>
              <a:custGeom>
                <a:avLst/>
                <a:gdLst>
                  <a:gd name="T0" fmla="*/ 2147483647 w 50"/>
                  <a:gd name="T1" fmla="*/ 0 h 52"/>
                  <a:gd name="T2" fmla="*/ 2147483647 w 50"/>
                  <a:gd name="T3" fmla="*/ 2147483647 h 52"/>
                  <a:gd name="T4" fmla="*/ 2147483647 w 50"/>
                  <a:gd name="T5" fmla="*/ 2147483647 h 52"/>
                  <a:gd name="T6" fmla="*/ 2147483647 w 50"/>
                  <a:gd name="T7" fmla="*/ 2147483647 h 52"/>
                  <a:gd name="T8" fmla="*/ 2147483647 w 50"/>
                  <a:gd name="T9" fmla="*/ 2147483647 h 52"/>
                  <a:gd name="T10" fmla="*/ 2147483647 w 50"/>
                  <a:gd name="T11" fmla="*/ 2147483647 h 52"/>
                  <a:gd name="T12" fmla="*/ 2147483647 w 50"/>
                  <a:gd name="T13" fmla="*/ 2147483647 h 52"/>
                  <a:gd name="T14" fmla="*/ 2147483647 w 50"/>
                  <a:gd name="T15" fmla="*/ 2147483647 h 52"/>
                  <a:gd name="T16" fmla="*/ 2147483647 w 50"/>
                  <a:gd name="T17" fmla="*/ 2147483647 h 52"/>
                  <a:gd name="T18" fmla="*/ 2147483647 w 50"/>
                  <a:gd name="T19" fmla="*/ 2147483647 h 52"/>
                  <a:gd name="T20" fmla="*/ 2147483647 w 50"/>
                  <a:gd name="T21" fmla="*/ 2147483647 h 52"/>
                  <a:gd name="T22" fmla="*/ 2147483647 w 50"/>
                  <a:gd name="T23" fmla="*/ 2147483647 h 52"/>
                  <a:gd name="T24" fmla="*/ 0 w 50"/>
                  <a:gd name="T25" fmla="*/ 2147483647 h 52"/>
                  <a:gd name="T26" fmla="*/ 2147483647 w 50"/>
                  <a:gd name="T27" fmla="*/ 2147483647 h 52"/>
                  <a:gd name="T28" fmla="*/ 2147483647 w 50"/>
                  <a:gd name="T29" fmla="*/ 2147483647 h 52"/>
                  <a:gd name="T30" fmla="*/ 2147483647 w 50"/>
                  <a:gd name="T31" fmla="*/ 2147483647 h 52"/>
                  <a:gd name="T32" fmla="*/ 2147483647 w 50"/>
                  <a:gd name="T33" fmla="*/ 0 h 5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0"/>
                  <a:gd name="T52" fmla="*/ 0 h 52"/>
                  <a:gd name="T53" fmla="*/ 50 w 50"/>
                  <a:gd name="T54" fmla="*/ 52 h 52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0" h="52">
                    <a:moveTo>
                      <a:pt x="24" y="0"/>
                    </a:moveTo>
                    <a:lnTo>
                      <a:pt x="34" y="3"/>
                    </a:lnTo>
                    <a:lnTo>
                      <a:pt x="43" y="8"/>
                    </a:lnTo>
                    <a:lnTo>
                      <a:pt x="48" y="16"/>
                    </a:lnTo>
                    <a:lnTo>
                      <a:pt x="50" y="26"/>
                    </a:lnTo>
                    <a:lnTo>
                      <a:pt x="48" y="36"/>
                    </a:lnTo>
                    <a:lnTo>
                      <a:pt x="43" y="44"/>
                    </a:lnTo>
                    <a:lnTo>
                      <a:pt x="34" y="50"/>
                    </a:lnTo>
                    <a:lnTo>
                      <a:pt x="24" y="52"/>
                    </a:lnTo>
                    <a:lnTo>
                      <a:pt x="15" y="50"/>
                    </a:lnTo>
                    <a:lnTo>
                      <a:pt x="7" y="44"/>
                    </a:lnTo>
                    <a:lnTo>
                      <a:pt x="2" y="36"/>
                    </a:lnTo>
                    <a:lnTo>
                      <a:pt x="0" y="26"/>
                    </a:lnTo>
                    <a:lnTo>
                      <a:pt x="2" y="16"/>
                    </a:lnTo>
                    <a:lnTo>
                      <a:pt x="7" y="8"/>
                    </a:lnTo>
                    <a:lnTo>
                      <a:pt x="15" y="3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776B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6" name="Freeform 187"/>
              <p:cNvSpPr>
                <a:spLocks/>
              </p:cNvSpPr>
              <p:nvPr/>
            </p:nvSpPr>
            <p:spPr bwMode="auto">
              <a:xfrm>
                <a:off x="1589088" y="3643313"/>
                <a:ext cx="19050" cy="19050"/>
              </a:xfrm>
              <a:custGeom>
                <a:avLst/>
                <a:gdLst>
                  <a:gd name="T0" fmla="*/ 2147483647 w 51"/>
                  <a:gd name="T1" fmla="*/ 0 h 52"/>
                  <a:gd name="T2" fmla="*/ 2147483647 w 51"/>
                  <a:gd name="T3" fmla="*/ 2147483647 h 52"/>
                  <a:gd name="T4" fmla="*/ 2147483647 w 51"/>
                  <a:gd name="T5" fmla="*/ 2147483647 h 52"/>
                  <a:gd name="T6" fmla="*/ 2147483647 w 51"/>
                  <a:gd name="T7" fmla="*/ 2147483647 h 52"/>
                  <a:gd name="T8" fmla="*/ 2147483647 w 51"/>
                  <a:gd name="T9" fmla="*/ 2147483647 h 52"/>
                  <a:gd name="T10" fmla="*/ 2147483647 w 51"/>
                  <a:gd name="T11" fmla="*/ 2147483647 h 52"/>
                  <a:gd name="T12" fmla="*/ 2147483647 w 51"/>
                  <a:gd name="T13" fmla="*/ 2147483647 h 52"/>
                  <a:gd name="T14" fmla="*/ 2147483647 w 51"/>
                  <a:gd name="T15" fmla="*/ 2147483647 h 52"/>
                  <a:gd name="T16" fmla="*/ 2147483647 w 51"/>
                  <a:gd name="T17" fmla="*/ 2147483647 h 52"/>
                  <a:gd name="T18" fmla="*/ 2147483647 w 51"/>
                  <a:gd name="T19" fmla="*/ 2147483647 h 52"/>
                  <a:gd name="T20" fmla="*/ 2147483647 w 51"/>
                  <a:gd name="T21" fmla="*/ 2147483647 h 52"/>
                  <a:gd name="T22" fmla="*/ 2147483647 w 51"/>
                  <a:gd name="T23" fmla="*/ 2147483647 h 52"/>
                  <a:gd name="T24" fmla="*/ 0 w 51"/>
                  <a:gd name="T25" fmla="*/ 2147483647 h 52"/>
                  <a:gd name="T26" fmla="*/ 2147483647 w 51"/>
                  <a:gd name="T27" fmla="*/ 2147483647 h 52"/>
                  <a:gd name="T28" fmla="*/ 2147483647 w 51"/>
                  <a:gd name="T29" fmla="*/ 2147483647 h 52"/>
                  <a:gd name="T30" fmla="*/ 2147483647 w 51"/>
                  <a:gd name="T31" fmla="*/ 2147483647 h 52"/>
                  <a:gd name="T32" fmla="*/ 2147483647 w 51"/>
                  <a:gd name="T33" fmla="*/ 0 h 5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1"/>
                  <a:gd name="T52" fmla="*/ 0 h 52"/>
                  <a:gd name="T53" fmla="*/ 51 w 51"/>
                  <a:gd name="T54" fmla="*/ 52 h 52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1" h="52">
                    <a:moveTo>
                      <a:pt x="25" y="0"/>
                    </a:moveTo>
                    <a:lnTo>
                      <a:pt x="35" y="3"/>
                    </a:lnTo>
                    <a:lnTo>
                      <a:pt x="43" y="8"/>
                    </a:lnTo>
                    <a:lnTo>
                      <a:pt x="49" y="16"/>
                    </a:lnTo>
                    <a:lnTo>
                      <a:pt x="51" y="26"/>
                    </a:lnTo>
                    <a:lnTo>
                      <a:pt x="49" y="36"/>
                    </a:lnTo>
                    <a:lnTo>
                      <a:pt x="43" y="44"/>
                    </a:lnTo>
                    <a:lnTo>
                      <a:pt x="35" y="50"/>
                    </a:lnTo>
                    <a:lnTo>
                      <a:pt x="25" y="52"/>
                    </a:lnTo>
                    <a:lnTo>
                      <a:pt x="15" y="50"/>
                    </a:lnTo>
                    <a:lnTo>
                      <a:pt x="8" y="44"/>
                    </a:lnTo>
                    <a:lnTo>
                      <a:pt x="3" y="36"/>
                    </a:lnTo>
                    <a:lnTo>
                      <a:pt x="0" y="26"/>
                    </a:lnTo>
                    <a:lnTo>
                      <a:pt x="3" y="16"/>
                    </a:lnTo>
                    <a:lnTo>
                      <a:pt x="8" y="8"/>
                    </a:lnTo>
                    <a:lnTo>
                      <a:pt x="15" y="3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776B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7" name="Freeform 189"/>
              <p:cNvSpPr>
                <a:spLocks/>
              </p:cNvSpPr>
              <p:nvPr/>
            </p:nvSpPr>
            <p:spPr bwMode="auto">
              <a:xfrm>
                <a:off x="1552576" y="3646488"/>
                <a:ext cx="14288" cy="14287"/>
              </a:xfrm>
              <a:custGeom>
                <a:avLst/>
                <a:gdLst>
                  <a:gd name="T0" fmla="*/ 2147483647 w 35"/>
                  <a:gd name="T1" fmla="*/ 0 h 35"/>
                  <a:gd name="T2" fmla="*/ 2147483647 w 35"/>
                  <a:gd name="T3" fmla="*/ 2147483647 h 35"/>
                  <a:gd name="T4" fmla="*/ 2147483647 w 35"/>
                  <a:gd name="T5" fmla="*/ 2147483647 h 35"/>
                  <a:gd name="T6" fmla="*/ 2147483647 w 35"/>
                  <a:gd name="T7" fmla="*/ 2147483647 h 35"/>
                  <a:gd name="T8" fmla="*/ 2147483647 w 35"/>
                  <a:gd name="T9" fmla="*/ 2147483647 h 35"/>
                  <a:gd name="T10" fmla="*/ 2147483647 w 35"/>
                  <a:gd name="T11" fmla="*/ 2147483647 h 35"/>
                  <a:gd name="T12" fmla="*/ 2147483647 w 35"/>
                  <a:gd name="T13" fmla="*/ 2147483647 h 35"/>
                  <a:gd name="T14" fmla="*/ 2147483647 w 35"/>
                  <a:gd name="T15" fmla="*/ 2147483647 h 35"/>
                  <a:gd name="T16" fmla="*/ 2147483647 w 35"/>
                  <a:gd name="T17" fmla="*/ 2147483647 h 35"/>
                  <a:gd name="T18" fmla="*/ 2147483647 w 35"/>
                  <a:gd name="T19" fmla="*/ 2147483647 h 35"/>
                  <a:gd name="T20" fmla="*/ 2147483647 w 35"/>
                  <a:gd name="T21" fmla="*/ 2147483647 h 35"/>
                  <a:gd name="T22" fmla="*/ 2147483647 w 35"/>
                  <a:gd name="T23" fmla="*/ 2147483647 h 35"/>
                  <a:gd name="T24" fmla="*/ 0 w 35"/>
                  <a:gd name="T25" fmla="*/ 2147483647 h 35"/>
                  <a:gd name="T26" fmla="*/ 2147483647 w 35"/>
                  <a:gd name="T27" fmla="*/ 2147483647 h 35"/>
                  <a:gd name="T28" fmla="*/ 2147483647 w 35"/>
                  <a:gd name="T29" fmla="*/ 2147483647 h 35"/>
                  <a:gd name="T30" fmla="*/ 2147483647 w 35"/>
                  <a:gd name="T31" fmla="*/ 2147483647 h 35"/>
                  <a:gd name="T32" fmla="*/ 2147483647 w 35"/>
                  <a:gd name="T33" fmla="*/ 0 h 3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5"/>
                  <a:gd name="T52" fmla="*/ 0 h 35"/>
                  <a:gd name="T53" fmla="*/ 35 w 35"/>
                  <a:gd name="T54" fmla="*/ 35 h 35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5" h="35">
                    <a:moveTo>
                      <a:pt x="17" y="0"/>
                    </a:moveTo>
                    <a:lnTo>
                      <a:pt x="24" y="1"/>
                    </a:lnTo>
                    <a:lnTo>
                      <a:pt x="30" y="5"/>
                    </a:lnTo>
                    <a:lnTo>
                      <a:pt x="34" y="11"/>
                    </a:lnTo>
                    <a:lnTo>
                      <a:pt x="35" y="17"/>
                    </a:lnTo>
                    <a:lnTo>
                      <a:pt x="34" y="25"/>
                    </a:lnTo>
                    <a:lnTo>
                      <a:pt x="30" y="30"/>
                    </a:lnTo>
                    <a:lnTo>
                      <a:pt x="24" y="34"/>
                    </a:lnTo>
                    <a:lnTo>
                      <a:pt x="17" y="35"/>
                    </a:lnTo>
                    <a:lnTo>
                      <a:pt x="10" y="34"/>
                    </a:lnTo>
                    <a:lnTo>
                      <a:pt x="5" y="30"/>
                    </a:lnTo>
                    <a:lnTo>
                      <a:pt x="1" y="25"/>
                    </a:lnTo>
                    <a:lnTo>
                      <a:pt x="0" y="17"/>
                    </a:lnTo>
                    <a:lnTo>
                      <a:pt x="1" y="11"/>
                    </a:lnTo>
                    <a:lnTo>
                      <a:pt x="5" y="5"/>
                    </a:lnTo>
                    <a:lnTo>
                      <a:pt x="10" y="1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8" name="Freeform 191"/>
              <p:cNvSpPr>
                <a:spLocks/>
              </p:cNvSpPr>
              <p:nvPr/>
            </p:nvSpPr>
            <p:spPr bwMode="auto">
              <a:xfrm>
                <a:off x="1593851" y="3646488"/>
                <a:ext cx="14288" cy="14287"/>
              </a:xfrm>
              <a:custGeom>
                <a:avLst/>
                <a:gdLst>
                  <a:gd name="T0" fmla="*/ 2147483647 w 36"/>
                  <a:gd name="T1" fmla="*/ 0 h 35"/>
                  <a:gd name="T2" fmla="*/ 2147483647 w 36"/>
                  <a:gd name="T3" fmla="*/ 2147483647 h 35"/>
                  <a:gd name="T4" fmla="*/ 2147483647 w 36"/>
                  <a:gd name="T5" fmla="*/ 2147483647 h 35"/>
                  <a:gd name="T6" fmla="*/ 2147483647 w 36"/>
                  <a:gd name="T7" fmla="*/ 2147483647 h 35"/>
                  <a:gd name="T8" fmla="*/ 2147483647 w 36"/>
                  <a:gd name="T9" fmla="*/ 2147483647 h 35"/>
                  <a:gd name="T10" fmla="*/ 2147483647 w 36"/>
                  <a:gd name="T11" fmla="*/ 2147483647 h 35"/>
                  <a:gd name="T12" fmla="*/ 2147483647 w 36"/>
                  <a:gd name="T13" fmla="*/ 2147483647 h 35"/>
                  <a:gd name="T14" fmla="*/ 2147483647 w 36"/>
                  <a:gd name="T15" fmla="*/ 2147483647 h 35"/>
                  <a:gd name="T16" fmla="*/ 2147483647 w 36"/>
                  <a:gd name="T17" fmla="*/ 2147483647 h 35"/>
                  <a:gd name="T18" fmla="*/ 2147483647 w 36"/>
                  <a:gd name="T19" fmla="*/ 2147483647 h 35"/>
                  <a:gd name="T20" fmla="*/ 2147483647 w 36"/>
                  <a:gd name="T21" fmla="*/ 2147483647 h 35"/>
                  <a:gd name="T22" fmla="*/ 2147483647 w 36"/>
                  <a:gd name="T23" fmla="*/ 2147483647 h 35"/>
                  <a:gd name="T24" fmla="*/ 0 w 36"/>
                  <a:gd name="T25" fmla="*/ 2147483647 h 35"/>
                  <a:gd name="T26" fmla="*/ 2147483647 w 36"/>
                  <a:gd name="T27" fmla="*/ 2147483647 h 35"/>
                  <a:gd name="T28" fmla="*/ 2147483647 w 36"/>
                  <a:gd name="T29" fmla="*/ 2147483647 h 35"/>
                  <a:gd name="T30" fmla="*/ 2147483647 w 36"/>
                  <a:gd name="T31" fmla="*/ 2147483647 h 35"/>
                  <a:gd name="T32" fmla="*/ 2147483647 w 36"/>
                  <a:gd name="T33" fmla="*/ 0 h 3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6"/>
                  <a:gd name="T52" fmla="*/ 0 h 35"/>
                  <a:gd name="T53" fmla="*/ 36 w 36"/>
                  <a:gd name="T54" fmla="*/ 35 h 35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6" h="35">
                    <a:moveTo>
                      <a:pt x="18" y="0"/>
                    </a:moveTo>
                    <a:lnTo>
                      <a:pt x="25" y="1"/>
                    </a:lnTo>
                    <a:lnTo>
                      <a:pt x="30" y="5"/>
                    </a:lnTo>
                    <a:lnTo>
                      <a:pt x="35" y="11"/>
                    </a:lnTo>
                    <a:lnTo>
                      <a:pt x="36" y="17"/>
                    </a:lnTo>
                    <a:lnTo>
                      <a:pt x="35" y="25"/>
                    </a:lnTo>
                    <a:lnTo>
                      <a:pt x="30" y="30"/>
                    </a:lnTo>
                    <a:lnTo>
                      <a:pt x="25" y="34"/>
                    </a:lnTo>
                    <a:lnTo>
                      <a:pt x="18" y="35"/>
                    </a:lnTo>
                    <a:lnTo>
                      <a:pt x="11" y="34"/>
                    </a:lnTo>
                    <a:lnTo>
                      <a:pt x="6" y="30"/>
                    </a:lnTo>
                    <a:lnTo>
                      <a:pt x="2" y="25"/>
                    </a:lnTo>
                    <a:lnTo>
                      <a:pt x="0" y="17"/>
                    </a:lnTo>
                    <a:lnTo>
                      <a:pt x="2" y="11"/>
                    </a:lnTo>
                    <a:lnTo>
                      <a:pt x="6" y="5"/>
                    </a:lnTo>
                    <a:lnTo>
                      <a:pt x="11" y="1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9" name="Freeform 193"/>
              <p:cNvSpPr>
                <a:spLocks/>
              </p:cNvSpPr>
              <p:nvPr/>
            </p:nvSpPr>
            <p:spPr bwMode="auto">
              <a:xfrm>
                <a:off x="1641476" y="3652838"/>
                <a:ext cx="9525" cy="9525"/>
              </a:xfrm>
              <a:custGeom>
                <a:avLst/>
                <a:gdLst>
                  <a:gd name="T0" fmla="*/ 2147483647 w 21"/>
                  <a:gd name="T1" fmla="*/ 0 h 23"/>
                  <a:gd name="T2" fmla="*/ 2147483647 w 21"/>
                  <a:gd name="T3" fmla="*/ 2147483647 h 23"/>
                  <a:gd name="T4" fmla="*/ 2147483647 w 21"/>
                  <a:gd name="T5" fmla="*/ 2147483647 h 23"/>
                  <a:gd name="T6" fmla="*/ 2147483647 w 21"/>
                  <a:gd name="T7" fmla="*/ 2147483647 h 23"/>
                  <a:gd name="T8" fmla="*/ 2147483647 w 21"/>
                  <a:gd name="T9" fmla="*/ 2147483647 h 23"/>
                  <a:gd name="T10" fmla="*/ 2147483647 w 21"/>
                  <a:gd name="T11" fmla="*/ 2147483647 h 23"/>
                  <a:gd name="T12" fmla="*/ 2147483647 w 21"/>
                  <a:gd name="T13" fmla="*/ 2147483647 h 23"/>
                  <a:gd name="T14" fmla="*/ 2147483647 w 21"/>
                  <a:gd name="T15" fmla="*/ 2147483647 h 23"/>
                  <a:gd name="T16" fmla="*/ 2147483647 w 21"/>
                  <a:gd name="T17" fmla="*/ 2147483647 h 23"/>
                  <a:gd name="T18" fmla="*/ 2147483647 w 21"/>
                  <a:gd name="T19" fmla="*/ 2147483647 h 23"/>
                  <a:gd name="T20" fmla="*/ 2147483647 w 21"/>
                  <a:gd name="T21" fmla="*/ 2147483647 h 23"/>
                  <a:gd name="T22" fmla="*/ 2147483647 w 21"/>
                  <a:gd name="T23" fmla="*/ 2147483647 h 23"/>
                  <a:gd name="T24" fmla="*/ 0 w 21"/>
                  <a:gd name="T25" fmla="*/ 2147483647 h 23"/>
                  <a:gd name="T26" fmla="*/ 2147483647 w 21"/>
                  <a:gd name="T27" fmla="*/ 2147483647 h 23"/>
                  <a:gd name="T28" fmla="*/ 2147483647 w 21"/>
                  <a:gd name="T29" fmla="*/ 2147483647 h 23"/>
                  <a:gd name="T30" fmla="*/ 2147483647 w 21"/>
                  <a:gd name="T31" fmla="*/ 2147483647 h 23"/>
                  <a:gd name="T32" fmla="*/ 2147483647 w 21"/>
                  <a:gd name="T33" fmla="*/ 0 h 2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"/>
                  <a:gd name="T52" fmla="*/ 0 h 23"/>
                  <a:gd name="T53" fmla="*/ 21 w 21"/>
                  <a:gd name="T54" fmla="*/ 23 h 2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" h="23">
                    <a:moveTo>
                      <a:pt x="11" y="0"/>
                    </a:moveTo>
                    <a:lnTo>
                      <a:pt x="15" y="1"/>
                    </a:lnTo>
                    <a:lnTo>
                      <a:pt x="18" y="3"/>
                    </a:lnTo>
                    <a:lnTo>
                      <a:pt x="20" y="7"/>
                    </a:lnTo>
                    <a:lnTo>
                      <a:pt x="21" y="12"/>
                    </a:lnTo>
                    <a:lnTo>
                      <a:pt x="20" y="16"/>
                    </a:lnTo>
                    <a:lnTo>
                      <a:pt x="18" y="20"/>
                    </a:lnTo>
                    <a:lnTo>
                      <a:pt x="15" y="22"/>
                    </a:lnTo>
                    <a:lnTo>
                      <a:pt x="11" y="23"/>
                    </a:lnTo>
                    <a:lnTo>
                      <a:pt x="6" y="22"/>
                    </a:lnTo>
                    <a:lnTo>
                      <a:pt x="3" y="20"/>
                    </a:lnTo>
                    <a:lnTo>
                      <a:pt x="1" y="16"/>
                    </a:lnTo>
                    <a:lnTo>
                      <a:pt x="0" y="12"/>
                    </a:lnTo>
                    <a:lnTo>
                      <a:pt x="1" y="7"/>
                    </a:lnTo>
                    <a:lnTo>
                      <a:pt x="3" y="3"/>
                    </a:lnTo>
                    <a:lnTo>
                      <a:pt x="6" y="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42352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10" name="Freeform 195"/>
              <p:cNvSpPr>
                <a:spLocks/>
              </p:cNvSpPr>
              <p:nvPr/>
            </p:nvSpPr>
            <p:spPr bwMode="auto">
              <a:xfrm>
                <a:off x="1658938" y="3652838"/>
                <a:ext cx="9525" cy="9525"/>
              </a:xfrm>
              <a:custGeom>
                <a:avLst/>
                <a:gdLst>
                  <a:gd name="T0" fmla="*/ 2147483647 w 21"/>
                  <a:gd name="T1" fmla="*/ 0 h 23"/>
                  <a:gd name="T2" fmla="*/ 2147483647 w 21"/>
                  <a:gd name="T3" fmla="*/ 2147483647 h 23"/>
                  <a:gd name="T4" fmla="*/ 2147483647 w 21"/>
                  <a:gd name="T5" fmla="*/ 2147483647 h 23"/>
                  <a:gd name="T6" fmla="*/ 2147483647 w 21"/>
                  <a:gd name="T7" fmla="*/ 2147483647 h 23"/>
                  <a:gd name="T8" fmla="*/ 2147483647 w 21"/>
                  <a:gd name="T9" fmla="*/ 2147483647 h 23"/>
                  <a:gd name="T10" fmla="*/ 2147483647 w 21"/>
                  <a:gd name="T11" fmla="*/ 2147483647 h 23"/>
                  <a:gd name="T12" fmla="*/ 2147483647 w 21"/>
                  <a:gd name="T13" fmla="*/ 2147483647 h 23"/>
                  <a:gd name="T14" fmla="*/ 2147483647 w 21"/>
                  <a:gd name="T15" fmla="*/ 2147483647 h 23"/>
                  <a:gd name="T16" fmla="*/ 2147483647 w 21"/>
                  <a:gd name="T17" fmla="*/ 2147483647 h 23"/>
                  <a:gd name="T18" fmla="*/ 2147483647 w 21"/>
                  <a:gd name="T19" fmla="*/ 2147483647 h 23"/>
                  <a:gd name="T20" fmla="*/ 2147483647 w 21"/>
                  <a:gd name="T21" fmla="*/ 2147483647 h 23"/>
                  <a:gd name="T22" fmla="*/ 2147483647 w 21"/>
                  <a:gd name="T23" fmla="*/ 2147483647 h 23"/>
                  <a:gd name="T24" fmla="*/ 0 w 21"/>
                  <a:gd name="T25" fmla="*/ 2147483647 h 23"/>
                  <a:gd name="T26" fmla="*/ 2147483647 w 21"/>
                  <a:gd name="T27" fmla="*/ 2147483647 h 23"/>
                  <a:gd name="T28" fmla="*/ 2147483647 w 21"/>
                  <a:gd name="T29" fmla="*/ 2147483647 h 23"/>
                  <a:gd name="T30" fmla="*/ 2147483647 w 21"/>
                  <a:gd name="T31" fmla="*/ 2147483647 h 23"/>
                  <a:gd name="T32" fmla="*/ 2147483647 w 21"/>
                  <a:gd name="T33" fmla="*/ 0 h 2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"/>
                  <a:gd name="T52" fmla="*/ 0 h 23"/>
                  <a:gd name="T53" fmla="*/ 21 w 21"/>
                  <a:gd name="T54" fmla="*/ 23 h 2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" h="23">
                    <a:moveTo>
                      <a:pt x="11" y="0"/>
                    </a:moveTo>
                    <a:lnTo>
                      <a:pt x="15" y="1"/>
                    </a:lnTo>
                    <a:lnTo>
                      <a:pt x="18" y="3"/>
                    </a:lnTo>
                    <a:lnTo>
                      <a:pt x="20" y="7"/>
                    </a:lnTo>
                    <a:lnTo>
                      <a:pt x="21" y="12"/>
                    </a:lnTo>
                    <a:lnTo>
                      <a:pt x="20" y="16"/>
                    </a:lnTo>
                    <a:lnTo>
                      <a:pt x="18" y="20"/>
                    </a:lnTo>
                    <a:lnTo>
                      <a:pt x="15" y="22"/>
                    </a:lnTo>
                    <a:lnTo>
                      <a:pt x="11" y="23"/>
                    </a:lnTo>
                    <a:lnTo>
                      <a:pt x="6" y="22"/>
                    </a:lnTo>
                    <a:lnTo>
                      <a:pt x="3" y="20"/>
                    </a:lnTo>
                    <a:lnTo>
                      <a:pt x="1" y="16"/>
                    </a:lnTo>
                    <a:lnTo>
                      <a:pt x="0" y="12"/>
                    </a:lnTo>
                    <a:lnTo>
                      <a:pt x="1" y="7"/>
                    </a:lnTo>
                    <a:lnTo>
                      <a:pt x="3" y="3"/>
                    </a:lnTo>
                    <a:lnTo>
                      <a:pt x="6" y="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42352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11" name="Freeform 197"/>
              <p:cNvSpPr>
                <a:spLocks/>
              </p:cNvSpPr>
              <p:nvPr/>
            </p:nvSpPr>
            <p:spPr bwMode="auto">
              <a:xfrm>
                <a:off x="1676401" y="3652838"/>
                <a:ext cx="7938" cy="9525"/>
              </a:xfrm>
              <a:custGeom>
                <a:avLst/>
                <a:gdLst>
                  <a:gd name="T0" fmla="*/ 2147483647 w 21"/>
                  <a:gd name="T1" fmla="*/ 0 h 23"/>
                  <a:gd name="T2" fmla="*/ 2147483647 w 21"/>
                  <a:gd name="T3" fmla="*/ 2147483647 h 23"/>
                  <a:gd name="T4" fmla="*/ 2147483647 w 21"/>
                  <a:gd name="T5" fmla="*/ 2147483647 h 23"/>
                  <a:gd name="T6" fmla="*/ 2147483647 w 21"/>
                  <a:gd name="T7" fmla="*/ 2147483647 h 23"/>
                  <a:gd name="T8" fmla="*/ 2147483647 w 21"/>
                  <a:gd name="T9" fmla="*/ 2147483647 h 23"/>
                  <a:gd name="T10" fmla="*/ 2147483647 w 21"/>
                  <a:gd name="T11" fmla="*/ 2147483647 h 23"/>
                  <a:gd name="T12" fmla="*/ 2147483647 w 21"/>
                  <a:gd name="T13" fmla="*/ 2147483647 h 23"/>
                  <a:gd name="T14" fmla="*/ 2147483647 w 21"/>
                  <a:gd name="T15" fmla="*/ 2147483647 h 23"/>
                  <a:gd name="T16" fmla="*/ 2147483647 w 21"/>
                  <a:gd name="T17" fmla="*/ 2147483647 h 23"/>
                  <a:gd name="T18" fmla="*/ 2147483647 w 21"/>
                  <a:gd name="T19" fmla="*/ 2147483647 h 23"/>
                  <a:gd name="T20" fmla="*/ 2147483647 w 21"/>
                  <a:gd name="T21" fmla="*/ 2147483647 h 23"/>
                  <a:gd name="T22" fmla="*/ 2147483647 w 21"/>
                  <a:gd name="T23" fmla="*/ 2147483647 h 23"/>
                  <a:gd name="T24" fmla="*/ 0 w 21"/>
                  <a:gd name="T25" fmla="*/ 2147483647 h 23"/>
                  <a:gd name="T26" fmla="*/ 2147483647 w 21"/>
                  <a:gd name="T27" fmla="*/ 2147483647 h 23"/>
                  <a:gd name="T28" fmla="*/ 2147483647 w 21"/>
                  <a:gd name="T29" fmla="*/ 2147483647 h 23"/>
                  <a:gd name="T30" fmla="*/ 2147483647 w 21"/>
                  <a:gd name="T31" fmla="*/ 2147483647 h 23"/>
                  <a:gd name="T32" fmla="*/ 2147483647 w 21"/>
                  <a:gd name="T33" fmla="*/ 0 h 2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"/>
                  <a:gd name="T52" fmla="*/ 0 h 23"/>
                  <a:gd name="T53" fmla="*/ 21 w 21"/>
                  <a:gd name="T54" fmla="*/ 23 h 2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" h="23">
                    <a:moveTo>
                      <a:pt x="10" y="0"/>
                    </a:moveTo>
                    <a:lnTo>
                      <a:pt x="16" y="1"/>
                    </a:lnTo>
                    <a:lnTo>
                      <a:pt x="19" y="3"/>
                    </a:lnTo>
                    <a:lnTo>
                      <a:pt x="20" y="7"/>
                    </a:lnTo>
                    <a:lnTo>
                      <a:pt x="21" y="12"/>
                    </a:lnTo>
                    <a:lnTo>
                      <a:pt x="20" y="16"/>
                    </a:lnTo>
                    <a:lnTo>
                      <a:pt x="19" y="20"/>
                    </a:lnTo>
                    <a:lnTo>
                      <a:pt x="16" y="22"/>
                    </a:lnTo>
                    <a:lnTo>
                      <a:pt x="10" y="23"/>
                    </a:lnTo>
                    <a:lnTo>
                      <a:pt x="6" y="22"/>
                    </a:lnTo>
                    <a:lnTo>
                      <a:pt x="3" y="20"/>
                    </a:lnTo>
                    <a:lnTo>
                      <a:pt x="1" y="16"/>
                    </a:lnTo>
                    <a:lnTo>
                      <a:pt x="0" y="12"/>
                    </a:lnTo>
                    <a:lnTo>
                      <a:pt x="1" y="7"/>
                    </a:lnTo>
                    <a:lnTo>
                      <a:pt x="3" y="3"/>
                    </a:lnTo>
                    <a:lnTo>
                      <a:pt x="6" y="1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42352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12" name="Freeform 199"/>
              <p:cNvSpPr>
                <a:spLocks/>
              </p:cNvSpPr>
              <p:nvPr/>
            </p:nvSpPr>
            <p:spPr bwMode="auto">
              <a:xfrm>
                <a:off x="1590676" y="3267075"/>
                <a:ext cx="42863" cy="14287"/>
              </a:xfrm>
              <a:custGeom>
                <a:avLst/>
                <a:gdLst>
                  <a:gd name="T0" fmla="*/ 2147483647 w 111"/>
                  <a:gd name="T1" fmla="*/ 0 h 36"/>
                  <a:gd name="T2" fmla="*/ 2147483647 w 111"/>
                  <a:gd name="T3" fmla="*/ 0 h 36"/>
                  <a:gd name="T4" fmla="*/ 2147483647 w 111"/>
                  <a:gd name="T5" fmla="*/ 2147483647 h 36"/>
                  <a:gd name="T6" fmla="*/ 2147483647 w 111"/>
                  <a:gd name="T7" fmla="*/ 2147483647 h 36"/>
                  <a:gd name="T8" fmla="*/ 2147483647 w 111"/>
                  <a:gd name="T9" fmla="*/ 2147483647 h 36"/>
                  <a:gd name="T10" fmla="*/ 2147483647 w 111"/>
                  <a:gd name="T11" fmla="*/ 2147483647 h 36"/>
                  <a:gd name="T12" fmla="*/ 2147483647 w 111"/>
                  <a:gd name="T13" fmla="*/ 2147483647 h 36"/>
                  <a:gd name="T14" fmla="*/ 2147483647 w 111"/>
                  <a:gd name="T15" fmla="*/ 2147483647 h 36"/>
                  <a:gd name="T16" fmla="*/ 2147483647 w 111"/>
                  <a:gd name="T17" fmla="*/ 2147483647 h 36"/>
                  <a:gd name="T18" fmla="*/ 2147483647 w 111"/>
                  <a:gd name="T19" fmla="*/ 2147483647 h 36"/>
                  <a:gd name="T20" fmla="*/ 2147483647 w 111"/>
                  <a:gd name="T21" fmla="*/ 2147483647 h 36"/>
                  <a:gd name="T22" fmla="*/ 2147483647 w 111"/>
                  <a:gd name="T23" fmla="*/ 2147483647 h 36"/>
                  <a:gd name="T24" fmla="*/ 2147483647 w 111"/>
                  <a:gd name="T25" fmla="*/ 2147483647 h 36"/>
                  <a:gd name="T26" fmla="*/ 2147483647 w 111"/>
                  <a:gd name="T27" fmla="*/ 2147483647 h 36"/>
                  <a:gd name="T28" fmla="*/ 2147483647 w 111"/>
                  <a:gd name="T29" fmla="*/ 2147483647 h 36"/>
                  <a:gd name="T30" fmla="*/ 2147483647 w 111"/>
                  <a:gd name="T31" fmla="*/ 2147483647 h 36"/>
                  <a:gd name="T32" fmla="*/ 2147483647 w 111"/>
                  <a:gd name="T33" fmla="*/ 2147483647 h 36"/>
                  <a:gd name="T34" fmla="*/ 2147483647 w 111"/>
                  <a:gd name="T35" fmla="*/ 2147483647 h 36"/>
                  <a:gd name="T36" fmla="*/ 2147483647 w 111"/>
                  <a:gd name="T37" fmla="*/ 2147483647 h 36"/>
                  <a:gd name="T38" fmla="*/ 2147483647 w 111"/>
                  <a:gd name="T39" fmla="*/ 2147483647 h 36"/>
                  <a:gd name="T40" fmla="*/ 2147483647 w 111"/>
                  <a:gd name="T41" fmla="*/ 2147483647 h 36"/>
                  <a:gd name="T42" fmla="*/ 2147483647 w 111"/>
                  <a:gd name="T43" fmla="*/ 2147483647 h 36"/>
                  <a:gd name="T44" fmla="*/ 2147483647 w 111"/>
                  <a:gd name="T45" fmla="*/ 2147483647 h 36"/>
                  <a:gd name="T46" fmla="*/ 2147483647 w 111"/>
                  <a:gd name="T47" fmla="*/ 2147483647 h 36"/>
                  <a:gd name="T48" fmla="*/ 0 w 111"/>
                  <a:gd name="T49" fmla="*/ 2147483647 h 36"/>
                  <a:gd name="T50" fmla="*/ 2147483647 w 111"/>
                  <a:gd name="T51" fmla="*/ 2147483647 h 36"/>
                  <a:gd name="T52" fmla="*/ 2147483647 w 111"/>
                  <a:gd name="T53" fmla="*/ 2147483647 h 36"/>
                  <a:gd name="T54" fmla="*/ 2147483647 w 111"/>
                  <a:gd name="T55" fmla="*/ 2147483647 h 36"/>
                  <a:gd name="T56" fmla="*/ 2147483647 w 111"/>
                  <a:gd name="T57" fmla="*/ 2147483647 h 36"/>
                  <a:gd name="T58" fmla="*/ 2147483647 w 111"/>
                  <a:gd name="T59" fmla="*/ 2147483647 h 36"/>
                  <a:gd name="T60" fmla="*/ 2147483647 w 111"/>
                  <a:gd name="T61" fmla="*/ 2147483647 h 36"/>
                  <a:gd name="T62" fmla="*/ 2147483647 w 111"/>
                  <a:gd name="T63" fmla="*/ 0 h 36"/>
                  <a:gd name="T64" fmla="*/ 2147483647 w 111"/>
                  <a:gd name="T65" fmla="*/ 0 h 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1"/>
                  <a:gd name="T100" fmla="*/ 0 h 36"/>
                  <a:gd name="T101" fmla="*/ 111 w 111"/>
                  <a:gd name="T102" fmla="*/ 36 h 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1" h="36">
                    <a:moveTo>
                      <a:pt x="55" y="0"/>
                    </a:moveTo>
                    <a:lnTo>
                      <a:pt x="67" y="0"/>
                    </a:lnTo>
                    <a:lnTo>
                      <a:pt x="77" y="1"/>
                    </a:lnTo>
                    <a:lnTo>
                      <a:pt x="86" y="3"/>
                    </a:lnTo>
                    <a:lnTo>
                      <a:pt x="95" y="5"/>
                    </a:lnTo>
                    <a:lnTo>
                      <a:pt x="101" y="7"/>
                    </a:lnTo>
                    <a:lnTo>
                      <a:pt x="107" y="11"/>
                    </a:lnTo>
                    <a:lnTo>
                      <a:pt x="110" y="14"/>
                    </a:lnTo>
                    <a:lnTo>
                      <a:pt x="111" y="18"/>
                    </a:lnTo>
                    <a:lnTo>
                      <a:pt x="110" y="21"/>
                    </a:lnTo>
                    <a:lnTo>
                      <a:pt x="107" y="25"/>
                    </a:lnTo>
                    <a:lnTo>
                      <a:pt x="101" y="28"/>
                    </a:lnTo>
                    <a:lnTo>
                      <a:pt x="95" y="31"/>
                    </a:lnTo>
                    <a:lnTo>
                      <a:pt x="86" y="33"/>
                    </a:lnTo>
                    <a:lnTo>
                      <a:pt x="77" y="35"/>
                    </a:lnTo>
                    <a:lnTo>
                      <a:pt x="67" y="36"/>
                    </a:lnTo>
                    <a:lnTo>
                      <a:pt x="55" y="36"/>
                    </a:lnTo>
                    <a:lnTo>
                      <a:pt x="44" y="36"/>
                    </a:lnTo>
                    <a:lnTo>
                      <a:pt x="34" y="35"/>
                    </a:lnTo>
                    <a:lnTo>
                      <a:pt x="24" y="33"/>
                    </a:lnTo>
                    <a:lnTo>
                      <a:pt x="16" y="31"/>
                    </a:lnTo>
                    <a:lnTo>
                      <a:pt x="9" y="28"/>
                    </a:lnTo>
                    <a:lnTo>
                      <a:pt x="4" y="25"/>
                    </a:lnTo>
                    <a:lnTo>
                      <a:pt x="1" y="21"/>
                    </a:lnTo>
                    <a:lnTo>
                      <a:pt x="0" y="18"/>
                    </a:lnTo>
                    <a:lnTo>
                      <a:pt x="1" y="14"/>
                    </a:lnTo>
                    <a:lnTo>
                      <a:pt x="4" y="11"/>
                    </a:lnTo>
                    <a:lnTo>
                      <a:pt x="9" y="7"/>
                    </a:lnTo>
                    <a:lnTo>
                      <a:pt x="16" y="5"/>
                    </a:lnTo>
                    <a:lnTo>
                      <a:pt x="24" y="3"/>
                    </a:lnTo>
                    <a:lnTo>
                      <a:pt x="34" y="1"/>
                    </a:lnTo>
                    <a:lnTo>
                      <a:pt x="44" y="0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63563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</p:grpSp>
        <p:graphicFrame>
          <p:nvGraphicFramePr>
            <p:cNvPr id="213" name="Object 201"/>
            <p:cNvGraphicFramePr>
              <a:graphicFrameLocks noChangeAspect="1"/>
            </p:cNvGraphicFramePr>
            <p:nvPr/>
          </p:nvGraphicFramePr>
          <p:xfrm>
            <a:off x="1189662" y="3692151"/>
            <a:ext cx="371226" cy="269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7" name="Bitmap Image" r:id="rId8" imgW="609524" imgH="200159" progId="PBrush">
                    <p:embed/>
                  </p:oleObj>
                </mc:Choice>
                <mc:Fallback>
                  <p:oleObj name="Bitmap Image" r:id="rId8" imgW="609524" imgH="200159" progId="PBrush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9662" y="3692151"/>
                          <a:ext cx="371226" cy="269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76" name="Gruppieren 275"/>
            <p:cNvGrpSpPr/>
            <p:nvPr/>
          </p:nvGrpSpPr>
          <p:grpSpPr>
            <a:xfrm>
              <a:off x="5641443" y="4872404"/>
              <a:ext cx="385517" cy="465833"/>
              <a:chOff x="3714744" y="-285774"/>
              <a:chExt cx="976314" cy="571502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pic>
            <p:nvPicPr>
              <p:cNvPr id="215" name="Picture 203" descr="Bild mit Zinskurve">
                <a:hlinkClick r:id="rId9" tooltip="Überblick über die Themenbereiche"/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/>
              <a:stretch>
                <a:fillRect/>
              </a:stretch>
            </p:blipFill>
            <p:spPr bwMode="auto">
              <a:xfrm>
                <a:off x="3714744" y="-142898"/>
                <a:ext cx="762000" cy="428626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</p:pic>
          <p:pic>
            <p:nvPicPr>
              <p:cNvPr id="216" name="Picture 205" descr="Bild mit statistischer Grafik">
                <a:hlinkClick r:id="rId11" tooltip="Pressematerial zur Wirtschaftsprognose"/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/>
              <a:srcRect/>
              <a:stretch>
                <a:fillRect/>
              </a:stretch>
            </p:blipFill>
            <p:spPr bwMode="auto">
              <a:xfrm>
                <a:off x="3929058" y="-285774"/>
                <a:ext cx="762000" cy="428626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</p:pic>
        </p:grpSp>
        <p:grpSp>
          <p:nvGrpSpPr>
            <p:cNvPr id="214" name="Gruppieren 283"/>
            <p:cNvGrpSpPr>
              <a:grpSpLocks/>
            </p:cNvGrpSpPr>
            <p:nvPr/>
          </p:nvGrpSpPr>
          <p:grpSpPr bwMode="auto">
            <a:xfrm>
              <a:off x="8094094" y="5374323"/>
              <a:ext cx="523760" cy="621109"/>
              <a:chOff x="6500826" y="5857892"/>
              <a:chExt cx="523876" cy="714380"/>
            </a:xfrm>
          </p:grpSpPr>
          <p:pic>
            <p:nvPicPr>
              <p:cNvPr id="218" name="Grafik 217" descr="test.gif"/>
              <p:cNvPicPr>
                <a:picLocks noChangeAspect="1"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6644202" y="5857892"/>
                <a:ext cx="380500" cy="571504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19" name="Grafik 218" descr="test.gif"/>
              <p:cNvPicPr>
                <a:picLocks noChangeAspect="1"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6572515" y="5929330"/>
                <a:ext cx="380498" cy="571504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20" name="Grafik 219" descr="test.gif"/>
              <p:cNvPicPr>
                <a:picLocks noChangeAspect="1"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6500826" y="6000768"/>
                <a:ext cx="380500" cy="571504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pic>
          <p:nvPicPr>
            <p:cNvPr id="221" name="Picture 215" descr="http://t2.gstatic.com/images?q=tbn:Dw9OdPAbM1-DPM:">
              <a:hlinkClick r:id="rId14"/>
            </p:cNvPr>
            <p:cNvPicPr>
              <a:picLocks noChangeAspect="1" noChangeArrowheads="1"/>
            </p:cNvPicPr>
            <p:nvPr/>
          </p:nvPicPr>
          <p:blipFill>
            <a:blip r:embed="rId15" cstate="print"/>
            <a:srcRect/>
            <a:stretch>
              <a:fillRect/>
            </a:stretch>
          </p:blipFill>
          <p:spPr bwMode="auto">
            <a:xfrm>
              <a:off x="5629680" y="5571155"/>
              <a:ext cx="396950" cy="372661"/>
            </a:xfrm>
            <a:prstGeom prst="rect">
              <a:avLst/>
            </a:prstGeom>
            <a:noFill/>
            <a:ln w="38100"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</p:pic>
        <p:grpSp>
          <p:nvGrpSpPr>
            <p:cNvPr id="217" name="Group 222"/>
            <p:cNvGrpSpPr>
              <a:grpSpLocks noChangeAspect="1"/>
            </p:cNvGrpSpPr>
            <p:nvPr/>
          </p:nvGrpSpPr>
          <p:grpSpPr bwMode="auto">
            <a:xfrm>
              <a:off x="614215" y="1900912"/>
              <a:ext cx="698041" cy="512222"/>
              <a:chOff x="242" y="900"/>
              <a:chExt cx="422" cy="37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23" name="AutoShape 221"/>
              <p:cNvSpPr>
                <a:spLocks noChangeAspect="1" noChangeArrowheads="1" noTextEdit="1"/>
              </p:cNvSpPr>
              <p:nvPr/>
            </p:nvSpPr>
            <p:spPr bwMode="auto">
              <a:xfrm>
                <a:off x="242" y="900"/>
                <a:ext cx="422" cy="3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4" name="Freeform 224"/>
              <p:cNvSpPr>
                <a:spLocks/>
              </p:cNvSpPr>
              <p:nvPr/>
            </p:nvSpPr>
            <p:spPr bwMode="auto">
              <a:xfrm>
                <a:off x="287" y="935"/>
                <a:ext cx="332" cy="332"/>
              </a:xfrm>
              <a:custGeom>
                <a:avLst/>
                <a:gdLst/>
                <a:ahLst/>
                <a:cxnLst>
                  <a:cxn ang="0">
                    <a:pos x="0" y="428"/>
                  </a:cxn>
                  <a:cxn ang="0">
                    <a:pos x="912" y="0"/>
                  </a:cxn>
                  <a:cxn ang="0">
                    <a:pos x="1661" y="478"/>
                  </a:cxn>
                  <a:cxn ang="0">
                    <a:pos x="1652" y="1049"/>
                  </a:cxn>
                  <a:cxn ang="0">
                    <a:pos x="625" y="1658"/>
                  </a:cxn>
                  <a:cxn ang="0">
                    <a:pos x="5" y="1108"/>
                  </a:cxn>
                  <a:cxn ang="0">
                    <a:pos x="0" y="428"/>
                  </a:cxn>
                </a:cxnLst>
                <a:rect l="0" t="0" r="r" b="b"/>
                <a:pathLst>
                  <a:path w="1661" h="1658">
                    <a:moveTo>
                      <a:pt x="0" y="428"/>
                    </a:moveTo>
                    <a:lnTo>
                      <a:pt x="912" y="0"/>
                    </a:lnTo>
                    <a:lnTo>
                      <a:pt x="1661" y="478"/>
                    </a:lnTo>
                    <a:lnTo>
                      <a:pt x="1652" y="1049"/>
                    </a:lnTo>
                    <a:lnTo>
                      <a:pt x="625" y="1658"/>
                    </a:lnTo>
                    <a:lnTo>
                      <a:pt x="5" y="1108"/>
                    </a:lnTo>
                    <a:lnTo>
                      <a:pt x="0" y="42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5" name="Freeform 225"/>
              <p:cNvSpPr>
                <a:spLocks/>
              </p:cNvSpPr>
              <p:nvPr/>
            </p:nvSpPr>
            <p:spPr bwMode="auto">
              <a:xfrm>
                <a:off x="364" y="941"/>
                <a:ext cx="186" cy="234"/>
              </a:xfrm>
              <a:custGeom>
                <a:avLst/>
                <a:gdLst/>
                <a:ahLst/>
                <a:cxnLst>
                  <a:cxn ang="0">
                    <a:pos x="352" y="302"/>
                  </a:cxn>
                  <a:cxn ang="0">
                    <a:pos x="400" y="279"/>
                  </a:cxn>
                  <a:cxn ang="0">
                    <a:pos x="480" y="239"/>
                  </a:cxn>
                  <a:cxn ang="0">
                    <a:pos x="580" y="190"/>
                  </a:cxn>
                  <a:cxn ang="0">
                    <a:pos x="684" y="138"/>
                  </a:cxn>
                  <a:cxn ang="0">
                    <a:pos x="784" y="89"/>
                  </a:cxn>
                  <a:cxn ang="0">
                    <a:pos x="864" y="49"/>
                  </a:cxn>
                  <a:cxn ang="0">
                    <a:pos x="913" y="26"/>
                  </a:cxn>
                  <a:cxn ang="0">
                    <a:pos x="925" y="18"/>
                  </a:cxn>
                  <a:cxn ang="0">
                    <a:pos x="926" y="10"/>
                  </a:cxn>
                  <a:cxn ang="0">
                    <a:pos x="919" y="2"/>
                  </a:cxn>
                  <a:cxn ang="0">
                    <a:pos x="906" y="0"/>
                  </a:cxn>
                  <a:cxn ang="0">
                    <a:pos x="889" y="8"/>
                  </a:cxn>
                  <a:cxn ang="0">
                    <a:pos x="841" y="31"/>
                  </a:cxn>
                  <a:cxn ang="0">
                    <a:pos x="765" y="71"/>
                  </a:cxn>
                  <a:cxn ang="0">
                    <a:pos x="672" y="119"/>
                  </a:cxn>
                  <a:cxn ang="0">
                    <a:pos x="572" y="170"/>
                  </a:cxn>
                  <a:cxn ang="0">
                    <a:pos x="478" y="217"/>
                  </a:cxn>
                  <a:cxn ang="0">
                    <a:pos x="401" y="255"/>
                  </a:cxn>
                  <a:cxn ang="0">
                    <a:pos x="353" y="279"/>
                  </a:cxn>
                  <a:cxn ang="0">
                    <a:pos x="336" y="272"/>
                  </a:cxn>
                  <a:cxn ang="0">
                    <a:pos x="327" y="245"/>
                  </a:cxn>
                  <a:cxn ang="0">
                    <a:pos x="305" y="239"/>
                  </a:cxn>
                  <a:cxn ang="0">
                    <a:pos x="279" y="251"/>
                  </a:cxn>
                  <a:cxn ang="0">
                    <a:pos x="239" y="270"/>
                  </a:cxn>
                  <a:cxn ang="0">
                    <a:pos x="192" y="294"/>
                  </a:cxn>
                  <a:cxn ang="0">
                    <a:pos x="143" y="318"/>
                  </a:cxn>
                  <a:cxn ang="0">
                    <a:pos x="96" y="343"/>
                  </a:cxn>
                  <a:cxn ang="0">
                    <a:pos x="56" y="362"/>
                  </a:cxn>
                  <a:cxn ang="0">
                    <a:pos x="30" y="376"/>
                  </a:cxn>
                  <a:cxn ang="0">
                    <a:pos x="12" y="395"/>
                  </a:cxn>
                  <a:cxn ang="0">
                    <a:pos x="0" y="438"/>
                  </a:cxn>
                  <a:cxn ang="0">
                    <a:pos x="2" y="503"/>
                  </a:cxn>
                  <a:cxn ang="0">
                    <a:pos x="9" y="682"/>
                  </a:cxn>
                  <a:cxn ang="0">
                    <a:pos x="20" y="912"/>
                  </a:cxn>
                  <a:cxn ang="0">
                    <a:pos x="30" y="1084"/>
                  </a:cxn>
                  <a:cxn ang="0">
                    <a:pos x="35" y="1121"/>
                  </a:cxn>
                  <a:cxn ang="0">
                    <a:pos x="46" y="1138"/>
                  </a:cxn>
                  <a:cxn ang="0">
                    <a:pos x="59" y="1157"/>
                  </a:cxn>
                  <a:cxn ang="0">
                    <a:pos x="67" y="1167"/>
                  </a:cxn>
                  <a:cxn ang="0">
                    <a:pos x="65" y="1163"/>
                  </a:cxn>
                  <a:cxn ang="0">
                    <a:pos x="52" y="1131"/>
                  </a:cxn>
                  <a:cxn ang="0">
                    <a:pos x="46" y="1088"/>
                  </a:cxn>
                  <a:cxn ang="0">
                    <a:pos x="37" y="931"/>
                  </a:cxn>
                  <a:cxn ang="0">
                    <a:pos x="27" y="714"/>
                  </a:cxn>
                  <a:cxn ang="0">
                    <a:pos x="17" y="531"/>
                  </a:cxn>
                  <a:cxn ang="0">
                    <a:pos x="15" y="477"/>
                  </a:cxn>
                  <a:cxn ang="0">
                    <a:pos x="14" y="460"/>
                  </a:cxn>
                  <a:cxn ang="0">
                    <a:pos x="17" y="436"/>
                  </a:cxn>
                  <a:cxn ang="0">
                    <a:pos x="28" y="408"/>
                  </a:cxn>
                  <a:cxn ang="0">
                    <a:pos x="48" y="392"/>
                  </a:cxn>
                  <a:cxn ang="0">
                    <a:pos x="76" y="377"/>
                  </a:cxn>
                  <a:cxn ang="0">
                    <a:pos x="113" y="358"/>
                  </a:cxn>
                  <a:cxn ang="0">
                    <a:pos x="156" y="336"/>
                  </a:cxn>
                  <a:cxn ang="0">
                    <a:pos x="200" y="313"/>
                  </a:cxn>
                  <a:cxn ang="0">
                    <a:pos x="240" y="293"/>
                  </a:cxn>
                  <a:cxn ang="0">
                    <a:pos x="273" y="275"/>
                  </a:cxn>
                  <a:cxn ang="0">
                    <a:pos x="296" y="263"/>
                  </a:cxn>
                  <a:cxn ang="0">
                    <a:pos x="308" y="257"/>
                  </a:cxn>
                  <a:cxn ang="0">
                    <a:pos x="320" y="267"/>
                  </a:cxn>
                  <a:cxn ang="0">
                    <a:pos x="329" y="284"/>
                  </a:cxn>
                  <a:cxn ang="0">
                    <a:pos x="338" y="301"/>
                  </a:cxn>
                </a:cxnLst>
                <a:rect l="0" t="0" r="r" b="b"/>
                <a:pathLst>
                  <a:path w="927" h="1169">
                    <a:moveTo>
                      <a:pt x="345" y="307"/>
                    </a:moveTo>
                    <a:lnTo>
                      <a:pt x="352" y="302"/>
                    </a:lnTo>
                    <a:lnTo>
                      <a:pt x="371" y="294"/>
                    </a:lnTo>
                    <a:lnTo>
                      <a:pt x="400" y="279"/>
                    </a:lnTo>
                    <a:lnTo>
                      <a:pt x="437" y="261"/>
                    </a:lnTo>
                    <a:lnTo>
                      <a:pt x="480" y="239"/>
                    </a:lnTo>
                    <a:lnTo>
                      <a:pt x="528" y="216"/>
                    </a:lnTo>
                    <a:lnTo>
                      <a:pt x="580" y="190"/>
                    </a:lnTo>
                    <a:lnTo>
                      <a:pt x="632" y="165"/>
                    </a:lnTo>
                    <a:lnTo>
                      <a:pt x="684" y="138"/>
                    </a:lnTo>
                    <a:lnTo>
                      <a:pt x="736" y="113"/>
                    </a:lnTo>
                    <a:lnTo>
                      <a:pt x="784" y="89"/>
                    </a:lnTo>
                    <a:lnTo>
                      <a:pt x="827" y="67"/>
                    </a:lnTo>
                    <a:lnTo>
                      <a:pt x="864" y="49"/>
                    </a:lnTo>
                    <a:lnTo>
                      <a:pt x="894" y="35"/>
                    </a:lnTo>
                    <a:lnTo>
                      <a:pt x="913" y="26"/>
                    </a:lnTo>
                    <a:lnTo>
                      <a:pt x="921" y="22"/>
                    </a:lnTo>
                    <a:lnTo>
                      <a:pt x="925" y="18"/>
                    </a:lnTo>
                    <a:lnTo>
                      <a:pt x="927" y="14"/>
                    </a:lnTo>
                    <a:lnTo>
                      <a:pt x="926" y="10"/>
                    </a:lnTo>
                    <a:lnTo>
                      <a:pt x="924" y="5"/>
                    </a:lnTo>
                    <a:lnTo>
                      <a:pt x="919" y="2"/>
                    </a:lnTo>
                    <a:lnTo>
                      <a:pt x="914" y="0"/>
                    </a:lnTo>
                    <a:lnTo>
                      <a:pt x="906" y="0"/>
                    </a:lnTo>
                    <a:lnTo>
                      <a:pt x="899" y="2"/>
                    </a:lnTo>
                    <a:lnTo>
                      <a:pt x="889" y="8"/>
                    </a:lnTo>
                    <a:lnTo>
                      <a:pt x="870" y="17"/>
                    </a:lnTo>
                    <a:lnTo>
                      <a:pt x="841" y="31"/>
                    </a:lnTo>
                    <a:lnTo>
                      <a:pt x="806" y="49"/>
                    </a:lnTo>
                    <a:lnTo>
                      <a:pt x="765" y="71"/>
                    </a:lnTo>
                    <a:lnTo>
                      <a:pt x="720" y="94"/>
                    </a:lnTo>
                    <a:lnTo>
                      <a:pt x="672" y="119"/>
                    </a:lnTo>
                    <a:lnTo>
                      <a:pt x="621" y="144"/>
                    </a:lnTo>
                    <a:lnTo>
                      <a:pt x="572" y="170"/>
                    </a:lnTo>
                    <a:lnTo>
                      <a:pt x="524" y="194"/>
                    </a:lnTo>
                    <a:lnTo>
                      <a:pt x="478" y="217"/>
                    </a:lnTo>
                    <a:lnTo>
                      <a:pt x="438" y="238"/>
                    </a:lnTo>
                    <a:lnTo>
                      <a:pt x="401" y="255"/>
                    </a:lnTo>
                    <a:lnTo>
                      <a:pt x="374" y="269"/>
                    </a:lnTo>
                    <a:lnTo>
                      <a:pt x="353" y="279"/>
                    </a:lnTo>
                    <a:lnTo>
                      <a:pt x="344" y="283"/>
                    </a:lnTo>
                    <a:lnTo>
                      <a:pt x="336" y="272"/>
                    </a:lnTo>
                    <a:lnTo>
                      <a:pt x="332" y="259"/>
                    </a:lnTo>
                    <a:lnTo>
                      <a:pt x="327" y="245"/>
                    </a:lnTo>
                    <a:lnTo>
                      <a:pt x="313" y="236"/>
                    </a:lnTo>
                    <a:lnTo>
                      <a:pt x="305" y="239"/>
                    </a:lnTo>
                    <a:lnTo>
                      <a:pt x="295" y="245"/>
                    </a:lnTo>
                    <a:lnTo>
                      <a:pt x="279" y="251"/>
                    </a:lnTo>
                    <a:lnTo>
                      <a:pt x="260" y="261"/>
                    </a:lnTo>
                    <a:lnTo>
                      <a:pt x="239" y="270"/>
                    </a:lnTo>
                    <a:lnTo>
                      <a:pt x="217" y="282"/>
                    </a:lnTo>
                    <a:lnTo>
                      <a:pt x="192" y="294"/>
                    </a:lnTo>
                    <a:lnTo>
                      <a:pt x="168" y="307"/>
                    </a:lnTo>
                    <a:lnTo>
                      <a:pt x="143" y="318"/>
                    </a:lnTo>
                    <a:lnTo>
                      <a:pt x="118" y="331"/>
                    </a:lnTo>
                    <a:lnTo>
                      <a:pt x="96" y="343"/>
                    </a:lnTo>
                    <a:lnTo>
                      <a:pt x="75" y="354"/>
                    </a:lnTo>
                    <a:lnTo>
                      <a:pt x="56" y="362"/>
                    </a:lnTo>
                    <a:lnTo>
                      <a:pt x="42" y="371"/>
                    </a:lnTo>
                    <a:lnTo>
                      <a:pt x="30" y="376"/>
                    </a:lnTo>
                    <a:lnTo>
                      <a:pt x="23" y="380"/>
                    </a:lnTo>
                    <a:lnTo>
                      <a:pt x="12" y="395"/>
                    </a:lnTo>
                    <a:lnTo>
                      <a:pt x="4" y="414"/>
                    </a:lnTo>
                    <a:lnTo>
                      <a:pt x="0" y="438"/>
                    </a:lnTo>
                    <a:lnTo>
                      <a:pt x="0" y="465"/>
                    </a:lnTo>
                    <a:lnTo>
                      <a:pt x="2" y="503"/>
                    </a:lnTo>
                    <a:lnTo>
                      <a:pt x="5" y="580"/>
                    </a:lnTo>
                    <a:lnTo>
                      <a:pt x="9" y="682"/>
                    </a:lnTo>
                    <a:lnTo>
                      <a:pt x="15" y="798"/>
                    </a:lnTo>
                    <a:lnTo>
                      <a:pt x="20" y="912"/>
                    </a:lnTo>
                    <a:lnTo>
                      <a:pt x="25" y="1012"/>
                    </a:lnTo>
                    <a:lnTo>
                      <a:pt x="30" y="1084"/>
                    </a:lnTo>
                    <a:lnTo>
                      <a:pt x="32" y="1115"/>
                    </a:lnTo>
                    <a:lnTo>
                      <a:pt x="35" y="1121"/>
                    </a:lnTo>
                    <a:lnTo>
                      <a:pt x="39" y="1130"/>
                    </a:lnTo>
                    <a:lnTo>
                      <a:pt x="46" y="1138"/>
                    </a:lnTo>
                    <a:lnTo>
                      <a:pt x="52" y="1148"/>
                    </a:lnTo>
                    <a:lnTo>
                      <a:pt x="59" y="1157"/>
                    </a:lnTo>
                    <a:lnTo>
                      <a:pt x="63" y="1163"/>
                    </a:lnTo>
                    <a:lnTo>
                      <a:pt x="67" y="1167"/>
                    </a:lnTo>
                    <a:lnTo>
                      <a:pt x="68" y="1169"/>
                    </a:lnTo>
                    <a:lnTo>
                      <a:pt x="65" y="1163"/>
                    </a:lnTo>
                    <a:lnTo>
                      <a:pt x="60" y="1148"/>
                    </a:lnTo>
                    <a:lnTo>
                      <a:pt x="52" y="1131"/>
                    </a:lnTo>
                    <a:lnTo>
                      <a:pt x="48" y="1116"/>
                    </a:lnTo>
                    <a:lnTo>
                      <a:pt x="46" y="1088"/>
                    </a:lnTo>
                    <a:lnTo>
                      <a:pt x="42" y="1023"/>
                    </a:lnTo>
                    <a:lnTo>
                      <a:pt x="37" y="931"/>
                    </a:lnTo>
                    <a:lnTo>
                      <a:pt x="32" y="824"/>
                    </a:lnTo>
                    <a:lnTo>
                      <a:pt x="27" y="714"/>
                    </a:lnTo>
                    <a:lnTo>
                      <a:pt x="21" y="612"/>
                    </a:lnTo>
                    <a:lnTo>
                      <a:pt x="17" y="531"/>
                    </a:lnTo>
                    <a:lnTo>
                      <a:pt x="15" y="480"/>
                    </a:lnTo>
                    <a:lnTo>
                      <a:pt x="15" y="477"/>
                    </a:lnTo>
                    <a:lnTo>
                      <a:pt x="14" y="471"/>
                    </a:lnTo>
                    <a:lnTo>
                      <a:pt x="14" y="460"/>
                    </a:lnTo>
                    <a:lnTo>
                      <a:pt x="15" y="449"/>
                    </a:lnTo>
                    <a:lnTo>
                      <a:pt x="17" y="436"/>
                    </a:lnTo>
                    <a:lnTo>
                      <a:pt x="21" y="422"/>
                    </a:lnTo>
                    <a:lnTo>
                      <a:pt x="28" y="408"/>
                    </a:lnTo>
                    <a:lnTo>
                      <a:pt x="38" y="396"/>
                    </a:lnTo>
                    <a:lnTo>
                      <a:pt x="48" y="392"/>
                    </a:lnTo>
                    <a:lnTo>
                      <a:pt x="61" y="385"/>
                    </a:lnTo>
                    <a:lnTo>
                      <a:pt x="76" y="377"/>
                    </a:lnTo>
                    <a:lnTo>
                      <a:pt x="94" y="369"/>
                    </a:lnTo>
                    <a:lnTo>
                      <a:pt x="113" y="358"/>
                    </a:lnTo>
                    <a:lnTo>
                      <a:pt x="134" y="347"/>
                    </a:lnTo>
                    <a:lnTo>
                      <a:pt x="156" y="336"/>
                    </a:lnTo>
                    <a:lnTo>
                      <a:pt x="177" y="325"/>
                    </a:lnTo>
                    <a:lnTo>
                      <a:pt x="200" y="313"/>
                    </a:lnTo>
                    <a:lnTo>
                      <a:pt x="220" y="302"/>
                    </a:lnTo>
                    <a:lnTo>
                      <a:pt x="240" y="293"/>
                    </a:lnTo>
                    <a:lnTo>
                      <a:pt x="257" y="283"/>
                    </a:lnTo>
                    <a:lnTo>
                      <a:pt x="273" y="275"/>
                    </a:lnTo>
                    <a:lnTo>
                      <a:pt x="286" y="268"/>
                    </a:lnTo>
                    <a:lnTo>
                      <a:pt x="296" y="263"/>
                    </a:lnTo>
                    <a:lnTo>
                      <a:pt x="302" y="260"/>
                    </a:lnTo>
                    <a:lnTo>
                      <a:pt x="308" y="257"/>
                    </a:lnTo>
                    <a:lnTo>
                      <a:pt x="315" y="261"/>
                    </a:lnTo>
                    <a:lnTo>
                      <a:pt x="320" y="267"/>
                    </a:lnTo>
                    <a:lnTo>
                      <a:pt x="324" y="275"/>
                    </a:lnTo>
                    <a:lnTo>
                      <a:pt x="329" y="284"/>
                    </a:lnTo>
                    <a:lnTo>
                      <a:pt x="333" y="294"/>
                    </a:lnTo>
                    <a:lnTo>
                      <a:pt x="338" y="301"/>
                    </a:lnTo>
                    <a:lnTo>
                      <a:pt x="345" y="30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6" name="Freeform 226"/>
              <p:cNvSpPr>
                <a:spLocks/>
              </p:cNvSpPr>
              <p:nvPr/>
            </p:nvSpPr>
            <p:spPr bwMode="auto">
              <a:xfrm>
                <a:off x="378" y="1167"/>
                <a:ext cx="10" cy="8"/>
              </a:xfrm>
              <a:custGeom>
                <a:avLst/>
                <a:gdLst/>
                <a:ahLst/>
                <a:cxnLst>
                  <a:cxn ang="0">
                    <a:pos x="1" y="31"/>
                  </a:cxn>
                  <a:cxn ang="0">
                    <a:pos x="47" y="0"/>
                  </a:cxn>
                  <a:cxn ang="0">
                    <a:pos x="50" y="18"/>
                  </a:cxn>
                  <a:cxn ang="0">
                    <a:pos x="49" y="19"/>
                  </a:cxn>
                  <a:cxn ang="0">
                    <a:pos x="46" y="21"/>
                  </a:cxn>
                  <a:cxn ang="0">
                    <a:pos x="41" y="23"/>
                  </a:cxn>
                  <a:cxn ang="0">
                    <a:pos x="35" y="27"/>
                  </a:cxn>
                  <a:cxn ang="0">
                    <a:pos x="28" y="32"/>
                  </a:cxn>
                  <a:cxn ang="0">
                    <a:pos x="22" y="35"/>
                  </a:cxn>
                  <a:cxn ang="0">
                    <a:pos x="15" y="39"/>
                  </a:cxn>
                  <a:cxn ang="0">
                    <a:pos x="10" y="42"/>
                  </a:cxn>
                  <a:cxn ang="0">
                    <a:pos x="2" y="42"/>
                  </a:cxn>
                  <a:cxn ang="0">
                    <a:pos x="0" y="38"/>
                  </a:cxn>
                  <a:cxn ang="0">
                    <a:pos x="0" y="33"/>
                  </a:cxn>
                  <a:cxn ang="0">
                    <a:pos x="1" y="31"/>
                  </a:cxn>
                </a:cxnLst>
                <a:rect l="0" t="0" r="r" b="b"/>
                <a:pathLst>
                  <a:path w="50" h="42">
                    <a:moveTo>
                      <a:pt x="1" y="31"/>
                    </a:moveTo>
                    <a:lnTo>
                      <a:pt x="47" y="0"/>
                    </a:lnTo>
                    <a:lnTo>
                      <a:pt x="50" y="18"/>
                    </a:lnTo>
                    <a:lnTo>
                      <a:pt x="49" y="19"/>
                    </a:lnTo>
                    <a:lnTo>
                      <a:pt x="46" y="21"/>
                    </a:lnTo>
                    <a:lnTo>
                      <a:pt x="41" y="23"/>
                    </a:lnTo>
                    <a:lnTo>
                      <a:pt x="35" y="27"/>
                    </a:lnTo>
                    <a:lnTo>
                      <a:pt x="28" y="32"/>
                    </a:lnTo>
                    <a:lnTo>
                      <a:pt x="22" y="35"/>
                    </a:lnTo>
                    <a:lnTo>
                      <a:pt x="15" y="39"/>
                    </a:lnTo>
                    <a:lnTo>
                      <a:pt x="10" y="42"/>
                    </a:lnTo>
                    <a:lnTo>
                      <a:pt x="2" y="42"/>
                    </a:lnTo>
                    <a:lnTo>
                      <a:pt x="0" y="38"/>
                    </a:lnTo>
                    <a:lnTo>
                      <a:pt x="0" y="33"/>
                    </a:lnTo>
                    <a:lnTo>
                      <a:pt x="1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7" name="Freeform 227"/>
              <p:cNvSpPr>
                <a:spLocks/>
              </p:cNvSpPr>
              <p:nvPr/>
            </p:nvSpPr>
            <p:spPr bwMode="auto">
              <a:xfrm>
                <a:off x="394" y="1181"/>
                <a:ext cx="11" cy="8"/>
              </a:xfrm>
              <a:custGeom>
                <a:avLst/>
                <a:gdLst/>
                <a:ahLst/>
                <a:cxnLst>
                  <a:cxn ang="0">
                    <a:pos x="1" y="31"/>
                  </a:cxn>
                  <a:cxn ang="0">
                    <a:pos x="47" y="0"/>
                  </a:cxn>
                  <a:cxn ang="0">
                    <a:pos x="51" y="18"/>
                  </a:cxn>
                  <a:cxn ang="0">
                    <a:pos x="50" y="19"/>
                  </a:cxn>
                  <a:cxn ang="0">
                    <a:pos x="46" y="20"/>
                  </a:cxn>
                  <a:cxn ang="0">
                    <a:pos x="41" y="24"/>
                  </a:cxn>
                  <a:cxn ang="0">
                    <a:pos x="36" y="27"/>
                  </a:cxn>
                  <a:cxn ang="0">
                    <a:pos x="28" y="31"/>
                  </a:cxn>
                  <a:cxn ang="0">
                    <a:pos x="22" y="35"/>
                  </a:cxn>
                  <a:cxn ang="0">
                    <a:pos x="15" y="40"/>
                  </a:cxn>
                  <a:cxn ang="0">
                    <a:pos x="10" y="43"/>
                  </a:cxn>
                  <a:cxn ang="0">
                    <a:pos x="3" y="43"/>
                  </a:cxn>
                  <a:cxn ang="0">
                    <a:pos x="0" y="38"/>
                  </a:cxn>
                  <a:cxn ang="0">
                    <a:pos x="0" y="33"/>
                  </a:cxn>
                  <a:cxn ang="0">
                    <a:pos x="1" y="31"/>
                  </a:cxn>
                </a:cxnLst>
                <a:rect l="0" t="0" r="r" b="b"/>
                <a:pathLst>
                  <a:path w="51" h="43">
                    <a:moveTo>
                      <a:pt x="1" y="31"/>
                    </a:moveTo>
                    <a:lnTo>
                      <a:pt x="47" y="0"/>
                    </a:lnTo>
                    <a:lnTo>
                      <a:pt x="51" y="18"/>
                    </a:lnTo>
                    <a:lnTo>
                      <a:pt x="50" y="19"/>
                    </a:lnTo>
                    <a:lnTo>
                      <a:pt x="46" y="20"/>
                    </a:lnTo>
                    <a:lnTo>
                      <a:pt x="41" y="24"/>
                    </a:lnTo>
                    <a:lnTo>
                      <a:pt x="36" y="27"/>
                    </a:lnTo>
                    <a:lnTo>
                      <a:pt x="28" y="31"/>
                    </a:lnTo>
                    <a:lnTo>
                      <a:pt x="22" y="35"/>
                    </a:lnTo>
                    <a:lnTo>
                      <a:pt x="15" y="40"/>
                    </a:lnTo>
                    <a:lnTo>
                      <a:pt x="10" y="43"/>
                    </a:lnTo>
                    <a:lnTo>
                      <a:pt x="3" y="43"/>
                    </a:lnTo>
                    <a:lnTo>
                      <a:pt x="0" y="38"/>
                    </a:lnTo>
                    <a:lnTo>
                      <a:pt x="0" y="33"/>
                    </a:lnTo>
                    <a:lnTo>
                      <a:pt x="1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8" name="Freeform 228"/>
              <p:cNvSpPr>
                <a:spLocks/>
              </p:cNvSpPr>
              <p:nvPr/>
            </p:nvSpPr>
            <p:spPr bwMode="auto">
              <a:xfrm>
                <a:off x="410" y="1193"/>
                <a:ext cx="10" cy="9"/>
              </a:xfrm>
              <a:custGeom>
                <a:avLst/>
                <a:gdLst/>
                <a:ahLst/>
                <a:cxnLst>
                  <a:cxn ang="0">
                    <a:pos x="1" y="32"/>
                  </a:cxn>
                  <a:cxn ang="0">
                    <a:pos x="47" y="0"/>
                  </a:cxn>
                  <a:cxn ang="0">
                    <a:pos x="51" y="18"/>
                  </a:cxn>
                  <a:cxn ang="0">
                    <a:pos x="49" y="19"/>
                  </a:cxn>
                  <a:cxn ang="0">
                    <a:pos x="46" y="21"/>
                  </a:cxn>
                  <a:cxn ang="0">
                    <a:pos x="41" y="24"/>
                  </a:cxn>
                  <a:cxn ang="0">
                    <a:pos x="36" y="28"/>
                  </a:cxn>
                  <a:cxn ang="0">
                    <a:pos x="29" y="32"/>
                  </a:cxn>
                  <a:cxn ang="0">
                    <a:pos x="23" y="35"/>
                  </a:cxn>
                  <a:cxn ang="0">
                    <a:pos x="16" y="40"/>
                  </a:cxn>
                  <a:cxn ang="0">
                    <a:pos x="11" y="43"/>
                  </a:cxn>
                  <a:cxn ang="0">
                    <a:pos x="4" y="43"/>
                  </a:cxn>
                  <a:cxn ang="0">
                    <a:pos x="0" y="39"/>
                  </a:cxn>
                  <a:cxn ang="0">
                    <a:pos x="0" y="34"/>
                  </a:cxn>
                  <a:cxn ang="0">
                    <a:pos x="1" y="32"/>
                  </a:cxn>
                </a:cxnLst>
                <a:rect l="0" t="0" r="r" b="b"/>
                <a:pathLst>
                  <a:path w="51" h="43">
                    <a:moveTo>
                      <a:pt x="1" y="32"/>
                    </a:moveTo>
                    <a:lnTo>
                      <a:pt x="47" y="0"/>
                    </a:lnTo>
                    <a:lnTo>
                      <a:pt x="51" y="18"/>
                    </a:lnTo>
                    <a:lnTo>
                      <a:pt x="49" y="19"/>
                    </a:lnTo>
                    <a:lnTo>
                      <a:pt x="46" y="21"/>
                    </a:lnTo>
                    <a:lnTo>
                      <a:pt x="41" y="24"/>
                    </a:lnTo>
                    <a:lnTo>
                      <a:pt x="36" y="28"/>
                    </a:lnTo>
                    <a:lnTo>
                      <a:pt x="29" y="32"/>
                    </a:lnTo>
                    <a:lnTo>
                      <a:pt x="23" y="35"/>
                    </a:lnTo>
                    <a:lnTo>
                      <a:pt x="16" y="40"/>
                    </a:lnTo>
                    <a:lnTo>
                      <a:pt x="11" y="43"/>
                    </a:lnTo>
                    <a:lnTo>
                      <a:pt x="4" y="43"/>
                    </a:lnTo>
                    <a:lnTo>
                      <a:pt x="0" y="39"/>
                    </a:lnTo>
                    <a:lnTo>
                      <a:pt x="0" y="34"/>
                    </a:lnTo>
                    <a:lnTo>
                      <a:pt x="1" y="3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9" name="Freeform 229"/>
              <p:cNvSpPr>
                <a:spLocks/>
              </p:cNvSpPr>
              <p:nvPr/>
            </p:nvSpPr>
            <p:spPr bwMode="auto">
              <a:xfrm>
                <a:off x="366" y="945"/>
                <a:ext cx="237" cy="268"/>
              </a:xfrm>
              <a:custGeom>
                <a:avLst/>
                <a:gdLst/>
                <a:ahLst/>
                <a:cxnLst>
                  <a:cxn ang="0">
                    <a:pos x="275" y="1285"/>
                  </a:cxn>
                  <a:cxn ang="0">
                    <a:pos x="278" y="1258"/>
                  </a:cxn>
                  <a:cxn ang="0">
                    <a:pos x="216" y="1285"/>
                  </a:cxn>
                  <a:cxn ang="0">
                    <a:pos x="187" y="1232"/>
                  </a:cxn>
                  <a:cxn ang="0">
                    <a:pos x="182" y="1196"/>
                  </a:cxn>
                  <a:cxn ang="0">
                    <a:pos x="136" y="1222"/>
                  </a:cxn>
                  <a:cxn ang="0">
                    <a:pos x="99" y="1167"/>
                  </a:cxn>
                  <a:cxn ang="0">
                    <a:pos x="103" y="1125"/>
                  </a:cxn>
                  <a:cxn ang="0">
                    <a:pos x="60" y="1153"/>
                  </a:cxn>
                  <a:cxn ang="0">
                    <a:pos x="30" y="1102"/>
                  </a:cxn>
                  <a:cxn ang="0">
                    <a:pos x="0" y="444"/>
                  </a:cxn>
                  <a:cxn ang="0">
                    <a:pos x="12" y="392"/>
                  </a:cxn>
                  <a:cxn ang="0">
                    <a:pos x="304" y="237"/>
                  </a:cxn>
                  <a:cxn ang="0">
                    <a:pos x="337" y="279"/>
                  </a:cxn>
                  <a:cxn ang="0">
                    <a:pos x="909" y="0"/>
                  </a:cxn>
                  <a:cxn ang="0">
                    <a:pos x="910" y="44"/>
                  </a:cxn>
                  <a:cxn ang="0">
                    <a:pos x="939" y="40"/>
                  </a:cxn>
                  <a:cxn ang="0">
                    <a:pos x="951" y="79"/>
                  </a:cxn>
                  <a:cxn ang="0">
                    <a:pos x="983" y="75"/>
                  </a:cxn>
                  <a:cxn ang="0">
                    <a:pos x="996" y="111"/>
                  </a:cxn>
                  <a:cxn ang="0">
                    <a:pos x="1023" y="106"/>
                  </a:cxn>
                  <a:cxn ang="0">
                    <a:pos x="1033" y="140"/>
                  </a:cxn>
                  <a:cxn ang="0">
                    <a:pos x="1061" y="139"/>
                  </a:cxn>
                  <a:cxn ang="0">
                    <a:pos x="1070" y="174"/>
                  </a:cxn>
                  <a:cxn ang="0">
                    <a:pos x="1101" y="168"/>
                  </a:cxn>
                  <a:cxn ang="0">
                    <a:pos x="1110" y="199"/>
                  </a:cxn>
                  <a:cxn ang="0">
                    <a:pos x="1144" y="182"/>
                  </a:cxn>
                  <a:cxn ang="0">
                    <a:pos x="1158" y="239"/>
                  </a:cxn>
                  <a:cxn ang="0">
                    <a:pos x="1186" y="249"/>
                  </a:cxn>
                  <a:cxn ang="0">
                    <a:pos x="1186" y="818"/>
                  </a:cxn>
                  <a:cxn ang="0">
                    <a:pos x="338" y="1331"/>
                  </a:cxn>
                  <a:cxn ang="0">
                    <a:pos x="308" y="1344"/>
                  </a:cxn>
                  <a:cxn ang="0">
                    <a:pos x="275" y="1285"/>
                  </a:cxn>
                </a:cxnLst>
                <a:rect l="0" t="0" r="r" b="b"/>
                <a:pathLst>
                  <a:path w="1186" h="1344">
                    <a:moveTo>
                      <a:pt x="275" y="1285"/>
                    </a:moveTo>
                    <a:lnTo>
                      <a:pt x="278" y="1258"/>
                    </a:lnTo>
                    <a:lnTo>
                      <a:pt x="216" y="1285"/>
                    </a:lnTo>
                    <a:lnTo>
                      <a:pt x="187" y="1232"/>
                    </a:lnTo>
                    <a:lnTo>
                      <a:pt x="182" y="1196"/>
                    </a:lnTo>
                    <a:lnTo>
                      <a:pt x="136" y="1222"/>
                    </a:lnTo>
                    <a:lnTo>
                      <a:pt x="99" y="1167"/>
                    </a:lnTo>
                    <a:lnTo>
                      <a:pt x="103" y="1125"/>
                    </a:lnTo>
                    <a:lnTo>
                      <a:pt x="60" y="1153"/>
                    </a:lnTo>
                    <a:lnTo>
                      <a:pt x="30" y="1102"/>
                    </a:lnTo>
                    <a:lnTo>
                      <a:pt x="0" y="444"/>
                    </a:lnTo>
                    <a:lnTo>
                      <a:pt x="12" y="392"/>
                    </a:lnTo>
                    <a:lnTo>
                      <a:pt x="304" y="237"/>
                    </a:lnTo>
                    <a:lnTo>
                      <a:pt x="337" y="279"/>
                    </a:lnTo>
                    <a:lnTo>
                      <a:pt x="909" y="0"/>
                    </a:lnTo>
                    <a:lnTo>
                      <a:pt x="910" y="44"/>
                    </a:lnTo>
                    <a:lnTo>
                      <a:pt x="939" y="40"/>
                    </a:lnTo>
                    <a:lnTo>
                      <a:pt x="951" y="79"/>
                    </a:lnTo>
                    <a:lnTo>
                      <a:pt x="983" y="75"/>
                    </a:lnTo>
                    <a:lnTo>
                      <a:pt x="996" y="111"/>
                    </a:lnTo>
                    <a:lnTo>
                      <a:pt x="1023" y="106"/>
                    </a:lnTo>
                    <a:lnTo>
                      <a:pt x="1033" y="140"/>
                    </a:lnTo>
                    <a:lnTo>
                      <a:pt x="1061" y="139"/>
                    </a:lnTo>
                    <a:lnTo>
                      <a:pt x="1070" y="174"/>
                    </a:lnTo>
                    <a:lnTo>
                      <a:pt x="1101" y="168"/>
                    </a:lnTo>
                    <a:lnTo>
                      <a:pt x="1110" y="199"/>
                    </a:lnTo>
                    <a:lnTo>
                      <a:pt x="1144" y="182"/>
                    </a:lnTo>
                    <a:lnTo>
                      <a:pt x="1158" y="239"/>
                    </a:lnTo>
                    <a:lnTo>
                      <a:pt x="1186" y="249"/>
                    </a:lnTo>
                    <a:lnTo>
                      <a:pt x="1186" y="818"/>
                    </a:lnTo>
                    <a:lnTo>
                      <a:pt x="338" y="1331"/>
                    </a:lnTo>
                    <a:lnTo>
                      <a:pt x="308" y="1344"/>
                    </a:lnTo>
                    <a:lnTo>
                      <a:pt x="275" y="128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0" name="Freeform 230"/>
              <p:cNvSpPr>
                <a:spLocks/>
              </p:cNvSpPr>
              <p:nvPr/>
            </p:nvSpPr>
            <p:spPr bwMode="auto">
              <a:xfrm>
                <a:off x="413" y="978"/>
                <a:ext cx="185" cy="234"/>
              </a:xfrm>
              <a:custGeom>
                <a:avLst/>
                <a:gdLst/>
                <a:ahLst/>
                <a:cxnLst>
                  <a:cxn ang="0">
                    <a:pos x="352" y="302"/>
                  </a:cxn>
                  <a:cxn ang="0">
                    <a:pos x="400" y="278"/>
                  </a:cxn>
                  <a:cxn ang="0">
                    <a:pos x="480" y="240"/>
                  </a:cxn>
                  <a:cxn ang="0">
                    <a:pos x="579" y="191"/>
                  </a:cxn>
                  <a:cxn ang="0">
                    <a:pos x="685" y="139"/>
                  </a:cxn>
                  <a:cxn ang="0">
                    <a:pos x="784" y="89"/>
                  </a:cxn>
                  <a:cxn ang="0">
                    <a:pos x="864" y="50"/>
                  </a:cxn>
                  <a:cxn ang="0">
                    <a:pos x="912" y="25"/>
                  </a:cxn>
                  <a:cxn ang="0">
                    <a:pos x="925" y="18"/>
                  </a:cxn>
                  <a:cxn ang="0">
                    <a:pos x="926" y="9"/>
                  </a:cxn>
                  <a:cxn ang="0">
                    <a:pos x="920" y="2"/>
                  </a:cxn>
                  <a:cxn ang="0">
                    <a:pos x="907" y="0"/>
                  </a:cxn>
                  <a:cxn ang="0">
                    <a:pos x="889" y="7"/>
                  </a:cxn>
                  <a:cxn ang="0">
                    <a:pos x="841" y="32"/>
                  </a:cxn>
                  <a:cxn ang="0">
                    <a:pos x="764" y="71"/>
                  </a:cxn>
                  <a:cxn ang="0">
                    <a:pos x="671" y="119"/>
                  </a:cxn>
                  <a:cxn ang="0">
                    <a:pos x="572" y="170"/>
                  </a:cxn>
                  <a:cxn ang="0">
                    <a:pos x="478" y="218"/>
                  </a:cxn>
                  <a:cxn ang="0">
                    <a:pos x="401" y="255"/>
                  </a:cxn>
                  <a:cxn ang="0">
                    <a:pos x="352" y="278"/>
                  </a:cxn>
                  <a:cxn ang="0">
                    <a:pos x="335" y="272"/>
                  </a:cxn>
                  <a:cxn ang="0">
                    <a:pos x="325" y="245"/>
                  </a:cxn>
                  <a:cxn ang="0">
                    <a:pos x="305" y="239"/>
                  </a:cxn>
                  <a:cxn ang="0">
                    <a:pos x="278" y="251"/>
                  </a:cxn>
                  <a:cxn ang="0">
                    <a:pos x="238" y="270"/>
                  </a:cxn>
                  <a:cxn ang="0">
                    <a:pos x="191" y="293"/>
                  </a:cxn>
                  <a:cxn ang="0">
                    <a:pos x="142" y="318"/>
                  </a:cxn>
                  <a:cxn ang="0">
                    <a:pos x="95" y="342"/>
                  </a:cxn>
                  <a:cxn ang="0">
                    <a:pos x="56" y="362"/>
                  </a:cxn>
                  <a:cxn ang="0">
                    <a:pos x="29" y="376"/>
                  </a:cxn>
                  <a:cxn ang="0">
                    <a:pos x="11" y="395"/>
                  </a:cxn>
                  <a:cxn ang="0">
                    <a:pos x="0" y="438"/>
                  </a:cxn>
                  <a:cxn ang="0">
                    <a:pos x="2" y="503"/>
                  </a:cxn>
                  <a:cxn ang="0">
                    <a:pos x="10" y="682"/>
                  </a:cxn>
                  <a:cxn ang="0">
                    <a:pos x="21" y="912"/>
                  </a:cxn>
                  <a:cxn ang="0">
                    <a:pos x="29" y="1084"/>
                  </a:cxn>
                  <a:cxn ang="0">
                    <a:pos x="36" y="1121"/>
                  </a:cxn>
                  <a:cxn ang="0">
                    <a:pos x="46" y="1138"/>
                  </a:cxn>
                  <a:cxn ang="0">
                    <a:pos x="59" y="1156"/>
                  </a:cxn>
                  <a:cxn ang="0">
                    <a:pos x="68" y="1167"/>
                  </a:cxn>
                  <a:cxn ang="0">
                    <a:pos x="65" y="1163"/>
                  </a:cxn>
                  <a:cxn ang="0">
                    <a:pos x="53" y="1129"/>
                  </a:cxn>
                  <a:cxn ang="0">
                    <a:pos x="46" y="1088"/>
                  </a:cxn>
                  <a:cxn ang="0">
                    <a:pos x="38" y="931"/>
                  </a:cxn>
                  <a:cxn ang="0">
                    <a:pos x="26" y="714"/>
                  </a:cxn>
                  <a:cxn ang="0">
                    <a:pos x="17" y="530"/>
                  </a:cxn>
                  <a:cxn ang="0">
                    <a:pos x="15" y="477"/>
                  </a:cxn>
                  <a:cxn ang="0">
                    <a:pos x="14" y="461"/>
                  </a:cxn>
                  <a:cxn ang="0">
                    <a:pos x="17" y="435"/>
                  </a:cxn>
                  <a:cxn ang="0">
                    <a:pos x="28" y="408"/>
                  </a:cxn>
                  <a:cxn ang="0">
                    <a:pos x="48" y="392"/>
                  </a:cxn>
                  <a:cxn ang="0">
                    <a:pos x="76" y="377"/>
                  </a:cxn>
                  <a:cxn ang="0">
                    <a:pos x="114" y="357"/>
                  </a:cxn>
                  <a:cxn ang="0">
                    <a:pos x="155" y="336"/>
                  </a:cxn>
                  <a:cxn ang="0">
                    <a:pos x="199" y="314"/>
                  </a:cxn>
                  <a:cxn ang="0">
                    <a:pos x="238" y="292"/>
                  </a:cxn>
                  <a:cxn ang="0">
                    <a:pos x="273" y="275"/>
                  </a:cxn>
                  <a:cxn ang="0">
                    <a:pos x="295" y="262"/>
                  </a:cxn>
                  <a:cxn ang="0">
                    <a:pos x="307" y="257"/>
                  </a:cxn>
                  <a:cxn ang="0">
                    <a:pos x="319" y="267"/>
                  </a:cxn>
                  <a:cxn ang="0">
                    <a:pos x="327" y="284"/>
                  </a:cxn>
                  <a:cxn ang="0">
                    <a:pos x="338" y="301"/>
                  </a:cxn>
                </a:cxnLst>
                <a:rect l="0" t="0" r="r" b="b"/>
                <a:pathLst>
                  <a:path w="926" h="1169">
                    <a:moveTo>
                      <a:pt x="344" y="306"/>
                    </a:moveTo>
                    <a:lnTo>
                      <a:pt x="352" y="302"/>
                    </a:lnTo>
                    <a:lnTo>
                      <a:pt x="371" y="293"/>
                    </a:lnTo>
                    <a:lnTo>
                      <a:pt x="400" y="278"/>
                    </a:lnTo>
                    <a:lnTo>
                      <a:pt x="437" y="260"/>
                    </a:lnTo>
                    <a:lnTo>
                      <a:pt x="480" y="240"/>
                    </a:lnTo>
                    <a:lnTo>
                      <a:pt x="528" y="215"/>
                    </a:lnTo>
                    <a:lnTo>
                      <a:pt x="579" y="191"/>
                    </a:lnTo>
                    <a:lnTo>
                      <a:pt x="631" y="164"/>
                    </a:lnTo>
                    <a:lnTo>
                      <a:pt x="685" y="139"/>
                    </a:lnTo>
                    <a:lnTo>
                      <a:pt x="736" y="113"/>
                    </a:lnTo>
                    <a:lnTo>
                      <a:pt x="784" y="89"/>
                    </a:lnTo>
                    <a:lnTo>
                      <a:pt x="827" y="68"/>
                    </a:lnTo>
                    <a:lnTo>
                      <a:pt x="864" y="50"/>
                    </a:lnTo>
                    <a:lnTo>
                      <a:pt x="893" y="35"/>
                    </a:lnTo>
                    <a:lnTo>
                      <a:pt x="912" y="25"/>
                    </a:lnTo>
                    <a:lnTo>
                      <a:pt x="921" y="21"/>
                    </a:lnTo>
                    <a:lnTo>
                      <a:pt x="925" y="18"/>
                    </a:lnTo>
                    <a:lnTo>
                      <a:pt x="926" y="14"/>
                    </a:lnTo>
                    <a:lnTo>
                      <a:pt x="926" y="9"/>
                    </a:lnTo>
                    <a:lnTo>
                      <a:pt x="924" y="5"/>
                    </a:lnTo>
                    <a:lnTo>
                      <a:pt x="920" y="2"/>
                    </a:lnTo>
                    <a:lnTo>
                      <a:pt x="913" y="0"/>
                    </a:lnTo>
                    <a:lnTo>
                      <a:pt x="907" y="0"/>
                    </a:lnTo>
                    <a:lnTo>
                      <a:pt x="898" y="2"/>
                    </a:lnTo>
                    <a:lnTo>
                      <a:pt x="889" y="7"/>
                    </a:lnTo>
                    <a:lnTo>
                      <a:pt x="870" y="17"/>
                    </a:lnTo>
                    <a:lnTo>
                      <a:pt x="841" y="32"/>
                    </a:lnTo>
                    <a:lnTo>
                      <a:pt x="805" y="50"/>
                    </a:lnTo>
                    <a:lnTo>
                      <a:pt x="764" y="71"/>
                    </a:lnTo>
                    <a:lnTo>
                      <a:pt x="719" y="94"/>
                    </a:lnTo>
                    <a:lnTo>
                      <a:pt x="671" y="119"/>
                    </a:lnTo>
                    <a:lnTo>
                      <a:pt x="621" y="144"/>
                    </a:lnTo>
                    <a:lnTo>
                      <a:pt x="572" y="170"/>
                    </a:lnTo>
                    <a:lnTo>
                      <a:pt x="522" y="194"/>
                    </a:lnTo>
                    <a:lnTo>
                      <a:pt x="478" y="218"/>
                    </a:lnTo>
                    <a:lnTo>
                      <a:pt x="436" y="238"/>
                    </a:lnTo>
                    <a:lnTo>
                      <a:pt x="401" y="255"/>
                    </a:lnTo>
                    <a:lnTo>
                      <a:pt x="372" y="269"/>
                    </a:lnTo>
                    <a:lnTo>
                      <a:pt x="352" y="278"/>
                    </a:lnTo>
                    <a:lnTo>
                      <a:pt x="342" y="283"/>
                    </a:lnTo>
                    <a:lnTo>
                      <a:pt x="335" y="272"/>
                    </a:lnTo>
                    <a:lnTo>
                      <a:pt x="330" y="258"/>
                    </a:lnTo>
                    <a:lnTo>
                      <a:pt x="325" y="245"/>
                    </a:lnTo>
                    <a:lnTo>
                      <a:pt x="311" y="236"/>
                    </a:lnTo>
                    <a:lnTo>
                      <a:pt x="305" y="239"/>
                    </a:lnTo>
                    <a:lnTo>
                      <a:pt x="293" y="244"/>
                    </a:lnTo>
                    <a:lnTo>
                      <a:pt x="278" y="251"/>
                    </a:lnTo>
                    <a:lnTo>
                      <a:pt x="260" y="260"/>
                    </a:lnTo>
                    <a:lnTo>
                      <a:pt x="238" y="270"/>
                    </a:lnTo>
                    <a:lnTo>
                      <a:pt x="216" y="282"/>
                    </a:lnTo>
                    <a:lnTo>
                      <a:pt x="191" y="293"/>
                    </a:lnTo>
                    <a:lnTo>
                      <a:pt x="167" y="306"/>
                    </a:lnTo>
                    <a:lnTo>
                      <a:pt x="142" y="318"/>
                    </a:lnTo>
                    <a:lnTo>
                      <a:pt x="118" y="331"/>
                    </a:lnTo>
                    <a:lnTo>
                      <a:pt x="95" y="342"/>
                    </a:lnTo>
                    <a:lnTo>
                      <a:pt x="74" y="353"/>
                    </a:lnTo>
                    <a:lnTo>
                      <a:pt x="56" y="362"/>
                    </a:lnTo>
                    <a:lnTo>
                      <a:pt x="41" y="370"/>
                    </a:lnTo>
                    <a:lnTo>
                      <a:pt x="29" y="376"/>
                    </a:lnTo>
                    <a:lnTo>
                      <a:pt x="23" y="380"/>
                    </a:lnTo>
                    <a:lnTo>
                      <a:pt x="11" y="395"/>
                    </a:lnTo>
                    <a:lnTo>
                      <a:pt x="4" y="414"/>
                    </a:lnTo>
                    <a:lnTo>
                      <a:pt x="0" y="438"/>
                    </a:lnTo>
                    <a:lnTo>
                      <a:pt x="0" y="464"/>
                    </a:lnTo>
                    <a:lnTo>
                      <a:pt x="2" y="503"/>
                    </a:lnTo>
                    <a:lnTo>
                      <a:pt x="6" y="580"/>
                    </a:lnTo>
                    <a:lnTo>
                      <a:pt x="10" y="682"/>
                    </a:lnTo>
                    <a:lnTo>
                      <a:pt x="15" y="797"/>
                    </a:lnTo>
                    <a:lnTo>
                      <a:pt x="21" y="912"/>
                    </a:lnTo>
                    <a:lnTo>
                      <a:pt x="25" y="1012"/>
                    </a:lnTo>
                    <a:lnTo>
                      <a:pt x="29" y="1084"/>
                    </a:lnTo>
                    <a:lnTo>
                      <a:pt x="32" y="1114"/>
                    </a:lnTo>
                    <a:lnTo>
                      <a:pt x="36" y="1121"/>
                    </a:lnTo>
                    <a:lnTo>
                      <a:pt x="40" y="1129"/>
                    </a:lnTo>
                    <a:lnTo>
                      <a:pt x="46" y="1138"/>
                    </a:lnTo>
                    <a:lnTo>
                      <a:pt x="53" y="1148"/>
                    </a:lnTo>
                    <a:lnTo>
                      <a:pt x="59" y="1156"/>
                    </a:lnTo>
                    <a:lnTo>
                      <a:pt x="63" y="1163"/>
                    </a:lnTo>
                    <a:lnTo>
                      <a:pt x="68" y="1167"/>
                    </a:lnTo>
                    <a:lnTo>
                      <a:pt x="69" y="1169"/>
                    </a:lnTo>
                    <a:lnTo>
                      <a:pt x="65" y="1163"/>
                    </a:lnTo>
                    <a:lnTo>
                      <a:pt x="59" y="1147"/>
                    </a:lnTo>
                    <a:lnTo>
                      <a:pt x="53" y="1129"/>
                    </a:lnTo>
                    <a:lnTo>
                      <a:pt x="48" y="1116"/>
                    </a:lnTo>
                    <a:lnTo>
                      <a:pt x="46" y="1088"/>
                    </a:lnTo>
                    <a:lnTo>
                      <a:pt x="42" y="1023"/>
                    </a:lnTo>
                    <a:lnTo>
                      <a:pt x="38" y="931"/>
                    </a:lnTo>
                    <a:lnTo>
                      <a:pt x="32" y="824"/>
                    </a:lnTo>
                    <a:lnTo>
                      <a:pt x="26" y="714"/>
                    </a:lnTo>
                    <a:lnTo>
                      <a:pt x="22" y="612"/>
                    </a:lnTo>
                    <a:lnTo>
                      <a:pt x="17" y="530"/>
                    </a:lnTo>
                    <a:lnTo>
                      <a:pt x="15" y="479"/>
                    </a:lnTo>
                    <a:lnTo>
                      <a:pt x="15" y="477"/>
                    </a:lnTo>
                    <a:lnTo>
                      <a:pt x="14" y="471"/>
                    </a:lnTo>
                    <a:lnTo>
                      <a:pt x="14" y="461"/>
                    </a:lnTo>
                    <a:lnTo>
                      <a:pt x="15" y="448"/>
                    </a:lnTo>
                    <a:lnTo>
                      <a:pt x="17" y="435"/>
                    </a:lnTo>
                    <a:lnTo>
                      <a:pt x="22" y="422"/>
                    </a:lnTo>
                    <a:lnTo>
                      <a:pt x="28" y="408"/>
                    </a:lnTo>
                    <a:lnTo>
                      <a:pt x="39" y="396"/>
                    </a:lnTo>
                    <a:lnTo>
                      <a:pt x="48" y="392"/>
                    </a:lnTo>
                    <a:lnTo>
                      <a:pt x="61" y="385"/>
                    </a:lnTo>
                    <a:lnTo>
                      <a:pt x="76" y="377"/>
                    </a:lnTo>
                    <a:lnTo>
                      <a:pt x="94" y="368"/>
                    </a:lnTo>
                    <a:lnTo>
                      <a:pt x="114" y="357"/>
                    </a:lnTo>
                    <a:lnTo>
                      <a:pt x="134" y="347"/>
                    </a:lnTo>
                    <a:lnTo>
                      <a:pt x="155" y="336"/>
                    </a:lnTo>
                    <a:lnTo>
                      <a:pt x="178" y="324"/>
                    </a:lnTo>
                    <a:lnTo>
                      <a:pt x="199" y="314"/>
                    </a:lnTo>
                    <a:lnTo>
                      <a:pt x="219" y="303"/>
                    </a:lnTo>
                    <a:lnTo>
                      <a:pt x="238" y="292"/>
                    </a:lnTo>
                    <a:lnTo>
                      <a:pt x="257" y="283"/>
                    </a:lnTo>
                    <a:lnTo>
                      <a:pt x="273" y="275"/>
                    </a:lnTo>
                    <a:lnTo>
                      <a:pt x="285" y="268"/>
                    </a:lnTo>
                    <a:lnTo>
                      <a:pt x="295" y="262"/>
                    </a:lnTo>
                    <a:lnTo>
                      <a:pt x="300" y="259"/>
                    </a:lnTo>
                    <a:lnTo>
                      <a:pt x="307" y="257"/>
                    </a:lnTo>
                    <a:lnTo>
                      <a:pt x="313" y="260"/>
                    </a:lnTo>
                    <a:lnTo>
                      <a:pt x="319" y="267"/>
                    </a:lnTo>
                    <a:lnTo>
                      <a:pt x="323" y="274"/>
                    </a:lnTo>
                    <a:lnTo>
                      <a:pt x="327" y="284"/>
                    </a:lnTo>
                    <a:lnTo>
                      <a:pt x="332" y="293"/>
                    </a:lnTo>
                    <a:lnTo>
                      <a:pt x="338" y="301"/>
                    </a:lnTo>
                    <a:lnTo>
                      <a:pt x="344" y="30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1" name="Freeform 231"/>
              <p:cNvSpPr>
                <a:spLocks/>
              </p:cNvSpPr>
              <p:nvPr/>
            </p:nvSpPr>
            <p:spPr bwMode="auto">
              <a:xfrm>
                <a:off x="396" y="968"/>
                <a:ext cx="185" cy="234"/>
              </a:xfrm>
              <a:custGeom>
                <a:avLst/>
                <a:gdLst/>
                <a:ahLst/>
                <a:cxnLst>
                  <a:cxn ang="0">
                    <a:pos x="352" y="303"/>
                  </a:cxn>
                  <a:cxn ang="0">
                    <a:pos x="400" y="279"/>
                  </a:cxn>
                  <a:cxn ang="0">
                    <a:pos x="479" y="241"/>
                  </a:cxn>
                  <a:cxn ang="0">
                    <a:pos x="579" y="192"/>
                  </a:cxn>
                  <a:cxn ang="0">
                    <a:pos x="684" y="139"/>
                  </a:cxn>
                  <a:cxn ang="0">
                    <a:pos x="784" y="90"/>
                  </a:cxn>
                  <a:cxn ang="0">
                    <a:pos x="864" y="51"/>
                  </a:cxn>
                  <a:cxn ang="0">
                    <a:pos x="913" y="27"/>
                  </a:cxn>
                  <a:cxn ang="0">
                    <a:pos x="924" y="20"/>
                  </a:cxn>
                  <a:cxn ang="0">
                    <a:pos x="926" y="11"/>
                  </a:cxn>
                  <a:cxn ang="0">
                    <a:pos x="919" y="3"/>
                  </a:cxn>
                  <a:cxn ang="0">
                    <a:pos x="906" y="0"/>
                  </a:cxn>
                  <a:cxn ang="0">
                    <a:pos x="889" y="9"/>
                  </a:cxn>
                  <a:cxn ang="0">
                    <a:pos x="841" y="33"/>
                  </a:cxn>
                  <a:cxn ang="0">
                    <a:pos x="764" y="72"/>
                  </a:cxn>
                  <a:cxn ang="0">
                    <a:pos x="671" y="120"/>
                  </a:cxn>
                  <a:cxn ang="0">
                    <a:pos x="571" y="170"/>
                  </a:cxn>
                  <a:cxn ang="0">
                    <a:pos x="478" y="218"/>
                  </a:cxn>
                  <a:cxn ang="0">
                    <a:pos x="401" y="256"/>
                  </a:cxn>
                  <a:cxn ang="0">
                    <a:pos x="353" y="279"/>
                  </a:cxn>
                  <a:cxn ang="0">
                    <a:pos x="336" y="273"/>
                  </a:cxn>
                  <a:cxn ang="0">
                    <a:pos x="327" y="246"/>
                  </a:cxn>
                  <a:cxn ang="0">
                    <a:pos x="305" y="241"/>
                  </a:cxn>
                  <a:cxn ang="0">
                    <a:pos x="278" y="252"/>
                  </a:cxn>
                  <a:cxn ang="0">
                    <a:pos x="239" y="272"/>
                  </a:cxn>
                  <a:cxn ang="0">
                    <a:pos x="192" y="295"/>
                  </a:cxn>
                  <a:cxn ang="0">
                    <a:pos x="143" y="320"/>
                  </a:cxn>
                  <a:cxn ang="0">
                    <a:pos x="96" y="343"/>
                  </a:cxn>
                  <a:cxn ang="0">
                    <a:pos x="56" y="364"/>
                  </a:cxn>
                  <a:cxn ang="0">
                    <a:pos x="30" y="377"/>
                  </a:cxn>
                  <a:cxn ang="0">
                    <a:pos x="12" y="397"/>
                  </a:cxn>
                  <a:cxn ang="0">
                    <a:pos x="0" y="438"/>
                  </a:cxn>
                  <a:cxn ang="0">
                    <a:pos x="2" y="503"/>
                  </a:cxn>
                  <a:cxn ang="0">
                    <a:pos x="9" y="684"/>
                  </a:cxn>
                  <a:cxn ang="0">
                    <a:pos x="20" y="913"/>
                  </a:cxn>
                  <a:cxn ang="0">
                    <a:pos x="30" y="1085"/>
                  </a:cxn>
                  <a:cxn ang="0">
                    <a:pos x="35" y="1122"/>
                  </a:cxn>
                  <a:cxn ang="0">
                    <a:pos x="46" y="1140"/>
                  </a:cxn>
                  <a:cxn ang="0">
                    <a:pos x="58" y="1157"/>
                  </a:cxn>
                  <a:cxn ang="0">
                    <a:pos x="67" y="1168"/>
                  </a:cxn>
                  <a:cxn ang="0">
                    <a:pos x="65" y="1163"/>
                  </a:cxn>
                  <a:cxn ang="0">
                    <a:pos x="52" y="1131"/>
                  </a:cxn>
                  <a:cxn ang="0">
                    <a:pos x="46" y="1090"/>
                  </a:cxn>
                  <a:cxn ang="0">
                    <a:pos x="37" y="932"/>
                  </a:cxn>
                  <a:cxn ang="0">
                    <a:pos x="26" y="715"/>
                  </a:cxn>
                  <a:cxn ang="0">
                    <a:pos x="17" y="531"/>
                  </a:cxn>
                  <a:cxn ang="0">
                    <a:pos x="15" y="479"/>
                  </a:cxn>
                  <a:cxn ang="0">
                    <a:pos x="14" y="462"/>
                  </a:cxn>
                  <a:cxn ang="0">
                    <a:pos x="17" y="437"/>
                  </a:cxn>
                  <a:cxn ang="0">
                    <a:pos x="28" y="409"/>
                  </a:cxn>
                  <a:cxn ang="0">
                    <a:pos x="48" y="392"/>
                  </a:cxn>
                  <a:cxn ang="0">
                    <a:pos x="76" y="378"/>
                  </a:cxn>
                  <a:cxn ang="0">
                    <a:pos x="113" y="359"/>
                  </a:cxn>
                  <a:cxn ang="0">
                    <a:pos x="156" y="337"/>
                  </a:cxn>
                  <a:cxn ang="0">
                    <a:pos x="199" y="314"/>
                  </a:cxn>
                  <a:cxn ang="0">
                    <a:pos x="240" y="294"/>
                  </a:cxn>
                  <a:cxn ang="0">
                    <a:pos x="273" y="276"/>
                  </a:cxn>
                  <a:cxn ang="0">
                    <a:pos x="296" y="264"/>
                  </a:cxn>
                  <a:cxn ang="0">
                    <a:pos x="308" y="259"/>
                  </a:cxn>
                  <a:cxn ang="0">
                    <a:pos x="320" y="267"/>
                  </a:cxn>
                  <a:cxn ang="0">
                    <a:pos x="329" y="285"/>
                  </a:cxn>
                  <a:cxn ang="0">
                    <a:pos x="338" y="302"/>
                  </a:cxn>
                </a:cxnLst>
                <a:rect l="0" t="0" r="r" b="b"/>
                <a:pathLst>
                  <a:path w="927" h="1170">
                    <a:moveTo>
                      <a:pt x="345" y="307"/>
                    </a:moveTo>
                    <a:lnTo>
                      <a:pt x="352" y="303"/>
                    </a:lnTo>
                    <a:lnTo>
                      <a:pt x="371" y="294"/>
                    </a:lnTo>
                    <a:lnTo>
                      <a:pt x="400" y="279"/>
                    </a:lnTo>
                    <a:lnTo>
                      <a:pt x="436" y="261"/>
                    </a:lnTo>
                    <a:lnTo>
                      <a:pt x="479" y="241"/>
                    </a:lnTo>
                    <a:lnTo>
                      <a:pt x="527" y="216"/>
                    </a:lnTo>
                    <a:lnTo>
                      <a:pt x="579" y="192"/>
                    </a:lnTo>
                    <a:lnTo>
                      <a:pt x="632" y="165"/>
                    </a:lnTo>
                    <a:lnTo>
                      <a:pt x="684" y="139"/>
                    </a:lnTo>
                    <a:lnTo>
                      <a:pt x="735" y="114"/>
                    </a:lnTo>
                    <a:lnTo>
                      <a:pt x="784" y="90"/>
                    </a:lnTo>
                    <a:lnTo>
                      <a:pt x="827" y="69"/>
                    </a:lnTo>
                    <a:lnTo>
                      <a:pt x="864" y="51"/>
                    </a:lnTo>
                    <a:lnTo>
                      <a:pt x="894" y="37"/>
                    </a:lnTo>
                    <a:lnTo>
                      <a:pt x="913" y="27"/>
                    </a:lnTo>
                    <a:lnTo>
                      <a:pt x="921" y="23"/>
                    </a:lnTo>
                    <a:lnTo>
                      <a:pt x="924" y="20"/>
                    </a:lnTo>
                    <a:lnTo>
                      <a:pt x="927" y="15"/>
                    </a:lnTo>
                    <a:lnTo>
                      <a:pt x="926" y="11"/>
                    </a:lnTo>
                    <a:lnTo>
                      <a:pt x="923" y="7"/>
                    </a:lnTo>
                    <a:lnTo>
                      <a:pt x="919" y="3"/>
                    </a:lnTo>
                    <a:lnTo>
                      <a:pt x="914" y="0"/>
                    </a:lnTo>
                    <a:lnTo>
                      <a:pt x="906" y="0"/>
                    </a:lnTo>
                    <a:lnTo>
                      <a:pt x="899" y="4"/>
                    </a:lnTo>
                    <a:lnTo>
                      <a:pt x="889" y="9"/>
                    </a:lnTo>
                    <a:lnTo>
                      <a:pt x="869" y="19"/>
                    </a:lnTo>
                    <a:lnTo>
                      <a:pt x="841" y="33"/>
                    </a:lnTo>
                    <a:lnTo>
                      <a:pt x="806" y="51"/>
                    </a:lnTo>
                    <a:lnTo>
                      <a:pt x="764" y="72"/>
                    </a:lnTo>
                    <a:lnTo>
                      <a:pt x="719" y="96"/>
                    </a:lnTo>
                    <a:lnTo>
                      <a:pt x="671" y="120"/>
                    </a:lnTo>
                    <a:lnTo>
                      <a:pt x="621" y="145"/>
                    </a:lnTo>
                    <a:lnTo>
                      <a:pt x="571" y="170"/>
                    </a:lnTo>
                    <a:lnTo>
                      <a:pt x="523" y="195"/>
                    </a:lnTo>
                    <a:lnTo>
                      <a:pt x="478" y="218"/>
                    </a:lnTo>
                    <a:lnTo>
                      <a:pt x="436" y="239"/>
                    </a:lnTo>
                    <a:lnTo>
                      <a:pt x="401" y="256"/>
                    </a:lnTo>
                    <a:lnTo>
                      <a:pt x="373" y="270"/>
                    </a:lnTo>
                    <a:lnTo>
                      <a:pt x="353" y="279"/>
                    </a:lnTo>
                    <a:lnTo>
                      <a:pt x="344" y="283"/>
                    </a:lnTo>
                    <a:lnTo>
                      <a:pt x="336" y="273"/>
                    </a:lnTo>
                    <a:lnTo>
                      <a:pt x="332" y="259"/>
                    </a:lnTo>
                    <a:lnTo>
                      <a:pt x="327" y="246"/>
                    </a:lnTo>
                    <a:lnTo>
                      <a:pt x="313" y="238"/>
                    </a:lnTo>
                    <a:lnTo>
                      <a:pt x="305" y="241"/>
                    </a:lnTo>
                    <a:lnTo>
                      <a:pt x="294" y="245"/>
                    </a:lnTo>
                    <a:lnTo>
                      <a:pt x="278" y="252"/>
                    </a:lnTo>
                    <a:lnTo>
                      <a:pt x="260" y="261"/>
                    </a:lnTo>
                    <a:lnTo>
                      <a:pt x="239" y="272"/>
                    </a:lnTo>
                    <a:lnTo>
                      <a:pt x="217" y="282"/>
                    </a:lnTo>
                    <a:lnTo>
                      <a:pt x="192" y="295"/>
                    </a:lnTo>
                    <a:lnTo>
                      <a:pt x="167" y="307"/>
                    </a:lnTo>
                    <a:lnTo>
                      <a:pt x="143" y="320"/>
                    </a:lnTo>
                    <a:lnTo>
                      <a:pt x="118" y="331"/>
                    </a:lnTo>
                    <a:lnTo>
                      <a:pt x="96" y="343"/>
                    </a:lnTo>
                    <a:lnTo>
                      <a:pt x="75" y="354"/>
                    </a:lnTo>
                    <a:lnTo>
                      <a:pt x="56" y="364"/>
                    </a:lnTo>
                    <a:lnTo>
                      <a:pt x="41" y="371"/>
                    </a:lnTo>
                    <a:lnTo>
                      <a:pt x="30" y="377"/>
                    </a:lnTo>
                    <a:lnTo>
                      <a:pt x="23" y="381"/>
                    </a:lnTo>
                    <a:lnTo>
                      <a:pt x="12" y="397"/>
                    </a:lnTo>
                    <a:lnTo>
                      <a:pt x="4" y="416"/>
                    </a:lnTo>
                    <a:lnTo>
                      <a:pt x="0" y="438"/>
                    </a:lnTo>
                    <a:lnTo>
                      <a:pt x="0" y="465"/>
                    </a:lnTo>
                    <a:lnTo>
                      <a:pt x="2" y="503"/>
                    </a:lnTo>
                    <a:lnTo>
                      <a:pt x="5" y="580"/>
                    </a:lnTo>
                    <a:lnTo>
                      <a:pt x="9" y="684"/>
                    </a:lnTo>
                    <a:lnTo>
                      <a:pt x="15" y="799"/>
                    </a:lnTo>
                    <a:lnTo>
                      <a:pt x="20" y="913"/>
                    </a:lnTo>
                    <a:lnTo>
                      <a:pt x="25" y="1013"/>
                    </a:lnTo>
                    <a:lnTo>
                      <a:pt x="30" y="1085"/>
                    </a:lnTo>
                    <a:lnTo>
                      <a:pt x="32" y="1115"/>
                    </a:lnTo>
                    <a:lnTo>
                      <a:pt x="35" y="1122"/>
                    </a:lnTo>
                    <a:lnTo>
                      <a:pt x="39" y="1130"/>
                    </a:lnTo>
                    <a:lnTo>
                      <a:pt x="46" y="1140"/>
                    </a:lnTo>
                    <a:lnTo>
                      <a:pt x="52" y="1148"/>
                    </a:lnTo>
                    <a:lnTo>
                      <a:pt x="58" y="1157"/>
                    </a:lnTo>
                    <a:lnTo>
                      <a:pt x="63" y="1163"/>
                    </a:lnTo>
                    <a:lnTo>
                      <a:pt x="67" y="1168"/>
                    </a:lnTo>
                    <a:lnTo>
                      <a:pt x="68" y="1170"/>
                    </a:lnTo>
                    <a:lnTo>
                      <a:pt x="65" y="1163"/>
                    </a:lnTo>
                    <a:lnTo>
                      <a:pt x="60" y="1148"/>
                    </a:lnTo>
                    <a:lnTo>
                      <a:pt x="52" y="1131"/>
                    </a:lnTo>
                    <a:lnTo>
                      <a:pt x="48" y="1117"/>
                    </a:lnTo>
                    <a:lnTo>
                      <a:pt x="46" y="1090"/>
                    </a:lnTo>
                    <a:lnTo>
                      <a:pt x="41" y="1023"/>
                    </a:lnTo>
                    <a:lnTo>
                      <a:pt x="37" y="932"/>
                    </a:lnTo>
                    <a:lnTo>
                      <a:pt x="32" y="825"/>
                    </a:lnTo>
                    <a:lnTo>
                      <a:pt x="26" y="715"/>
                    </a:lnTo>
                    <a:lnTo>
                      <a:pt x="21" y="613"/>
                    </a:lnTo>
                    <a:lnTo>
                      <a:pt x="17" y="531"/>
                    </a:lnTo>
                    <a:lnTo>
                      <a:pt x="15" y="481"/>
                    </a:lnTo>
                    <a:lnTo>
                      <a:pt x="15" y="479"/>
                    </a:lnTo>
                    <a:lnTo>
                      <a:pt x="14" y="472"/>
                    </a:lnTo>
                    <a:lnTo>
                      <a:pt x="14" y="462"/>
                    </a:lnTo>
                    <a:lnTo>
                      <a:pt x="15" y="450"/>
                    </a:lnTo>
                    <a:lnTo>
                      <a:pt x="17" y="437"/>
                    </a:lnTo>
                    <a:lnTo>
                      <a:pt x="21" y="423"/>
                    </a:lnTo>
                    <a:lnTo>
                      <a:pt x="28" y="409"/>
                    </a:lnTo>
                    <a:lnTo>
                      <a:pt x="38" y="398"/>
                    </a:lnTo>
                    <a:lnTo>
                      <a:pt x="48" y="392"/>
                    </a:lnTo>
                    <a:lnTo>
                      <a:pt x="61" y="386"/>
                    </a:lnTo>
                    <a:lnTo>
                      <a:pt x="76" y="378"/>
                    </a:lnTo>
                    <a:lnTo>
                      <a:pt x="94" y="369"/>
                    </a:lnTo>
                    <a:lnTo>
                      <a:pt x="113" y="359"/>
                    </a:lnTo>
                    <a:lnTo>
                      <a:pt x="134" y="349"/>
                    </a:lnTo>
                    <a:lnTo>
                      <a:pt x="156" y="337"/>
                    </a:lnTo>
                    <a:lnTo>
                      <a:pt x="177" y="326"/>
                    </a:lnTo>
                    <a:lnTo>
                      <a:pt x="199" y="314"/>
                    </a:lnTo>
                    <a:lnTo>
                      <a:pt x="220" y="304"/>
                    </a:lnTo>
                    <a:lnTo>
                      <a:pt x="240" y="294"/>
                    </a:lnTo>
                    <a:lnTo>
                      <a:pt x="257" y="285"/>
                    </a:lnTo>
                    <a:lnTo>
                      <a:pt x="273" y="276"/>
                    </a:lnTo>
                    <a:lnTo>
                      <a:pt x="286" y="270"/>
                    </a:lnTo>
                    <a:lnTo>
                      <a:pt x="296" y="264"/>
                    </a:lnTo>
                    <a:lnTo>
                      <a:pt x="302" y="261"/>
                    </a:lnTo>
                    <a:lnTo>
                      <a:pt x="308" y="259"/>
                    </a:lnTo>
                    <a:lnTo>
                      <a:pt x="315" y="261"/>
                    </a:lnTo>
                    <a:lnTo>
                      <a:pt x="320" y="267"/>
                    </a:lnTo>
                    <a:lnTo>
                      <a:pt x="324" y="276"/>
                    </a:lnTo>
                    <a:lnTo>
                      <a:pt x="329" y="285"/>
                    </a:lnTo>
                    <a:lnTo>
                      <a:pt x="333" y="294"/>
                    </a:lnTo>
                    <a:lnTo>
                      <a:pt x="338" y="302"/>
                    </a:lnTo>
                    <a:lnTo>
                      <a:pt x="345" y="30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2" name="Freeform 232"/>
              <p:cNvSpPr>
                <a:spLocks/>
              </p:cNvSpPr>
              <p:nvPr/>
            </p:nvSpPr>
            <p:spPr bwMode="auto">
              <a:xfrm>
                <a:off x="379" y="955"/>
                <a:ext cx="186" cy="234"/>
              </a:xfrm>
              <a:custGeom>
                <a:avLst/>
                <a:gdLst/>
                <a:ahLst/>
                <a:cxnLst>
                  <a:cxn ang="0">
                    <a:pos x="353" y="303"/>
                  </a:cxn>
                  <a:cxn ang="0">
                    <a:pos x="401" y="279"/>
                  </a:cxn>
                  <a:cxn ang="0">
                    <a:pos x="480" y="241"/>
                  </a:cxn>
                  <a:cxn ang="0">
                    <a:pos x="579" y="192"/>
                  </a:cxn>
                  <a:cxn ang="0">
                    <a:pos x="685" y="139"/>
                  </a:cxn>
                  <a:cxn ang="0">
                    <a:pos x="784" y="90"/>
                  </a:cxn>
                  <a:cxn ang="0">
                    <a:pos x="865" y="51"/>
                  </a:cxn>
                  <a:cxn ang="0">
                    <a:pos x="913" y="27"/>
                  </a:cxn>
                  <a:cxn ang="0">
                    <a:pos x="924" y="20"/>
                  </a:cxn>
                  <a:cxn ang="0">
                    <a:pos x="925" y="11"/>
                  </a:cxn>
                  <a:cxn ang="0">
                    <a:pos x="919" y="3"/>
                  </a:cxn>
                  <a:cxn ang="0">
                    <a:pos x="906" y="0"/>
                  </a:cxn>
                  <a:cxn ang="0">
                    <a:pos x="889" y="9"/>
                  </a:cxn>
                  <a:cxn ang="0">
                    <a:pos x="841" y="33"/>
                  </a:cxn>
                  <a:cxn ang="0">
                    <a:pos x="765" y="72"/>
                  </a:cxn>
                  <a:cxn ang="0">
                    <a:pos x="671" y="120"/>
                  </a:cxn>
                  <a:cxn ang="0">
                    <a:pos x="572" y="170"/>
                  </a:cxn>
                  <a:cxn ang="0">
                    <a:pos x="479" y="218"/>
                  </a:cxn>
                  <a:cxn ang="0">
                    <a:pos x="402" y="256"/>
                  </a:cxn>
                  <a:cxn ang="0">
                    <a:pos x="353" y="279"/>
                  </a:cxn>
                  <a:cxn ang="0">
                    <a:pos x="336" y="273"/>
                  </a:cxn>
                  <a:cxn ang="0">
                    <a:pos x="326" y="246"/>
                  </a:cxn>
                  <a:cxn ang="0">
                    <a:pos x="305" y="241"/>
                  </a:cxn>
                  <a:cxn ang="0">
                    <a:pos x="278" y="252"/>
                  </a:cxn>
                  <a:cxn ang="0">
                    <a:pos x="239" y="272"/>
                  </a:cxn>
                  <a:cxn ang="0">
                    <a:pos x="192" y="295"/>
                  </a:cxn>
                  <a:cxn ang="0">
                    <a:pos x="143" y="320"/>
                  </a:cxn>
                  <a:cxn ang="0">
                    <a:pos x="96" y="343"/>
                  </a:cxn>
                  <a:cxn ang="0">
                    <a:pos x="56" y="364"/>
                  </a:cxn>
                  <a:cxn ang="0">
                    <a:pos x="30" y="377"/>
                  </a:cxn>
                  <a:cxn ang="0">
                    <a:pos x="11" y="397"/>
                  </a:cxn>
                  <a:cxn ang="0">
                    <a:pos x="0" y="438"/>
                  </a:cxn>
                  <a:cxn ang="0">
                    <a:pos x="2" y="503"/>
                  </a:cxn>
                  <a:cxn ang="0">
                    <a:pos x="9" y="684"/>
                  </a:cxn>
                  <a:cxn ang="0">
                    <a:pos x="20" y="913"/>
                  </a:cxn>
                  <a:cxn ang="0">
                    <a:pos x="30" y="1085"/>
                  </a:cxn>
                  <a:cxn ang="0">
                    <a:pos x="35" y="1122"/>
                  </a:cxn>
                  <a:cxn ang="0">
                    <a:pos x="46" y="1140"/>
                  </a:cxn>
                  <a:cxn ang="0">
                    <a:pos x="58" y="1157"/>
                  </a:cxn>
                  <a:cxn ang="0">
                    <a:pos x="68" y="1168"/>
                  </a:cxn>
                  <a:cxn ang="0">
                    <a:pos x="66" y="1163"/>
                  </a:cxn>
                  <a:cxn ang="0">
                    <a:pos x="52" y="1131"/>
                  </a:cxn>
                  <a:cxn ang="0">
                    <a:pos x="46" y="1090"/>
                  </a:cxn>
                  <a:cxn ang="0">
                    <a:pos x="37" y="932"/>
                  </a:cxn>
                  <a:cxn ang="0">
                    <a:pos x="26" y="715"/>
                  </a:cxn>
                  <a:cxn ang="0">
                    <a:pos x="17" y="531"/>
                  </a:cxn>
                  <a:cxn ang="0">
                    <a:pos x="15" y="479"/>
                  </a:cxn>
                  <a:cxn ang="0">
                    <a:pos x="13" y="462"/>
                  </a:cxn>
                  <a:cxn ang="0">
                    <a:pos x="17" y="437"/>
                  </a:cxn>
                  <a:cxn ang="0">
                    <a:pos x="28" y="409"/>
                  </a:cxn>
                  <a:cxn ang="0">
                    <a:pos x="49" y="392"/>
                  </a:cxn>
                  <a:cxn ang="0">
                    <a:pos x="76" y="378"/>
                  </a:cxn>
                  <a:cxn ang="0">
                    <a:pos x="113" y="359"/>
                  </a:cxn>
                  <a:cxn ang="0">
                    <a:pos x="156" y="337"/>
                  </a:cxn>
                  <a:cxn ang="0">
                    <a:pos x="199" y="314"/>
                  </a:cxn>
                  <a:cxn ang="0">
                    <a:pos x="240" y="294"/>
                  </a:cxn>
                  <a:cxn ang="0">
                    <a:pos x="273" y="276"/>
                  </a:cxn>
                  <a:cxn ang="0">
                    <a:pos x="295" y="264"/>
                  </a:cxn>
                  <a:cxn ang="0">
                    <a:pos x="308" y="259"/>
                  </a:cxn>
                  <a:cxn ang="0">
                    <a:pos x="320" y="267"/>
                  </a:cxn>
                  <a:cxn ang="0">
                    <a:pos x="328" y="285"/>
                  </a:cxn>
                  <a:cxn ang="0">
                    <a:pos x="338" y="302"/>
                  </a:cxn>
                </a:cxnLst>
                <a:rect l="0" t="0" r="r" b="b"/>
                <a:pathLst>
                  <a:path w="926" h="1170">
                    <a:moveTo>
                      <a:pt x="345" y="307"/>
                    </a:moveTo>
                    <a:lnTo>
                      <a:pt x="353" y="303"/>
                    </a:lnTo>
                    <a:lnTo>
                      <a:pt x="372" y="294"/>
                    </a:lnTo>
                    <a:lnTo>
                      <a:pt x="401" y="279"/>
                    </a:lnTo>
                    <a:lnTo>
                      <a:pt x="437" y="261"/>
                    </a:lnTo>
                    <a:lnTo>
                      <a:pt x="480" y="241"/>
                    </a:lnTo>
                    <a:lnTo>
                      <a:pt x="528" y="216"/>
                    </a:lnTo>
                    <a:lnTo>
                      <a:pt x="579" y="192"/>
                    </a:lnTo>
                    <a:lnTo>
                      <a:pt x="633" y="165"/>
                    </a:lnTo>
                    <a:lnTo>
                      <a:pt x="685" y="139"/>
                    </a:lnTo>
                    <a:lnTo>
                      <a:pt x="736" y="114"/>
                    </a:lnTo>
                    <a:lnTo>
                      <a:pt x="784" y="90"/>
                    </a:lnTo>
                    <a:lnTo>
                      <a:pt x="827" y="69"/>
                    </a:lnTo>
                    <a:lnTo>
                      <a:pt x="865" y="51"/>
                    </a:lnTo>
                    <a:lnTo>
                      <a:pt x="893" y="37"/>
                    </a:lnTo>
                    <a:lnTo>
                      <a:pt x="913" y="27"/>
                    </a:lnTo>
                    <a:lnTo>
                      <a:pt x="921" y="23"/>
                    </a:lnTo>
                    <a:lnTo>
                      <a:pt x="924" y="20"/>
                    </a:lnTo>
                    <a:lnTo>
                      <a:pt x="926" y="15"/>
                    </a:lnTo>
                    <a:lnTo>
                      <a:pt x="925" y="11"/>
                    </a:lnTo>
                    <a:lnTo>
                      <a:pt x="923" y="7"/>
                    </a:lnTo>
                    <a:lnTo>
                      <a:pt x="919" y="3"/>
                    </a:lnTo>
                    <a:lnTo>
                      <a:pt x="914" y="0"/>
                    </a:lnTo>
                    <a:lnTo>
                      <a:pt x="906" y="0"/>
                    </a:lnTo>
                    <a:lnTo>
                      <a:pt x="899" y="4"/>
                    </a:lnTo>
                    <a:lnTo>
                      <a:pt x="889" y="9"/>
                    </a:lnTo>
                    <a:lnTo>
                      <a:pt x="870" y="19"/>
                    </a:lnTo>
                    <a:lnTo>
                      <a:pt x="841" y="33"/>
                    </a:lnTo>
                    <a:lnTo>
                      <a:pt x="806" y="51"/>
                    </a:lnTo>
                    <a:lnTo>
                      <a:pt x="765" y="72"/>
                    </a:lnTo>
                    <a:lnTo>
                      <a:pt x="719" y="96"/>
                    </a:lnTo>
                    <a:lnTo>
                      <a:pt x="671" y="120"/>
                    </a:lnTo>
                    <a:lnTo>
                      <a:pt x="622" y="145"/>
                    </a:lnTo>
                    <a:lnTo>
                      <a:pt x="572" y="170"/>
                    </a:lnTo>
                    <a:lnTo>
                      <a:pt x="524" y="195"/>
                    </a:lnTo>
                    <a:lnTo>
                      <a:pt x="479" y="218"/>
                    </a:lnTo>
                    <a:lnTo>
                      <a:pt x="437" y="239"/>
                    </a:lnTo>
                    <a:lnTo>
                      <a:pt x="402" y="256"/>
                    </a:lnTo>
                    <a:lnTo>
                      <a:pt x="373" y="270"/>
                    </a:lnTo>
                    <a:lnTo>
                      <a:pt x="353" y="279"/>
                    </a:lnTo>
                    <a:lnTo>
                      <a:pt x="343" y="283"/>
                    </a:lnTo>
                    <a:lnTo>
                      <a:pt x="336" y="273"/>
                    </a:lnTo>
                    <a:lnTo>
                      <a:pt x="332" y="259"/>
                    </a:lnTo>
                    <a:lnTo>
                      <a:pt x="326" y="246"/>
                    </a:lnTo>
                    <a:lnTo>
                      <a:pt x="312" y="238"/>
                    </a:lnTo>
                    <a:lnTo>
                      <a:pt x="305" y="241"/>
                    </a:lnTo>
                    <a:lnTo>
                      <a:pt x="294" y="245"/>
                    </a:lnTo>
                    <a:lnTo>
                      <a:pt x="278" y="252"/>
                    </a:lnTo>
                    <a:lnTo>
                      <a:pt x="260" y="261"/>
                    </a:lnTo>
                    <a:lnTo>
                      <a:pt x="239" y="272"/>
                    </a:lnTo>
                    <a:lnTo>
                      <a:pt x="216" y="282"/>
                    </a:lnTo>
                    <a:lnTo>
                      <a:pt x="192" y="295"/>
                    </a:lnTo>
                    <a:lnTo>
                      <a:pt x="167" y="307"/>
                    </a:lnTo>
                    <a:lnTo>
                      <a:pt x="143" y="320"/>
                    </a:lnTo>
                    <a:lnTo>
                      <a:pt x="118" y="331"/>
                    </a:lnTo>
                    <a:lnTo>
                      <a:pt x="96" y="343"/>
                    </a:lnTo>
                    <a:lnTo>
                      <a:pt x="74" y="354"/>
                    </a:lnTo>
                    <a:lnTo>
                      <a:pt x="56" y="364"/>
                    </a:lnTo>
                    <a:lnTo>
                      <a:pt x="41" y="371"/>
                    </a:lnTo>
                    <a:lnTo>
                      <a:pt x="30" y="377"/>
                    </a:lnTo>
                    <a:lnTo>
                      <a:pt x="23" y="381"/>
                    </a:lnTo>
                    <a:lnTo>
                      <a:pt x="11" y="397"/>
                    </a:lnTo>
                    <a:lnTo>
                      <a:pt x="4" y="416"/>
                    </a:lnTo>
                    <a:lnTo>
                      <a:pt x="0" y="438"/>
                    </a:lnTo>
                    <a:lnTo>
                      <a:pt x="0" y="465"/>
                    </a:lnTo>
                    <a:lnTo>
                      <a:pt x="2" y="503"/>
                    </a:lnTo>
                    <a:lnTo>
                      <a:pt x="5" y="580"/>
                    </a:lnTo>
                    <a:lnTo>
                      <a:pt x="9" y="684"/>
                    </a:lnTo>
                    <a:lnTo>
                      <a:pt x="15" y="799"/>
                    </a:lnTo>
                    <a:lnTo>
                      <a:pt x="20" y="913"/>
                    </a:lnTo>
                    <a:lnTo>
                      <a:pt x="25" y="1013"/>
                    </a:lnTo>
                    <a:lnTo>
                      <a:pt x="30" y="1085"/>
                    </a:lnTo>
                    <a:lnTo>
                      <a:pt x="32" y="1115"/>
                    </a:lnTo>
                    <a:lnTo>
                      <a:pt x="35" y="1122"/>
                    </a:lnTo>
                    <a:lnTo>
                      <a:pt x="40" y="1130"/>
                    </a:lnTo>
                    <a:lnTo>
                      <a:pt x="46" y="1140"/>
                    </a:lnTo>
                    <a:lnTo>
                      <a:pt x="52" y="1148"/>
                    </a:lnTo>
                    <a:lnTo>
                      <a:pt x="58" y="1157"/>
                    </a:lnTo>
                    <a:lnTo>
                      <a:pt x="64" y="1163"/>
                    </a:lnTo>
                    <a:lnTo>
                      <a:pt x="68" y="1168"/>
                    </a:lnTo>
                    <a:lnTo>
                      <a:pt x="69" y="1170"/>
                    </a:lnTo>
                    <a:lnTo>
                      <a:pt x="66" y="1163"/>
                    </a:lnTo>
                    <a:lnTo>
                      <a:pt x="59" y="1148"/>
                    </a:lnTo>
                    <a:lnTo>
                      <a:pt x="52" y="1131"/>
                    </a:lnTo>
                    <a:lnTo>
                      <a:pt x="48" y="1117"/>
                    </a:lnTo>
                    <a:lnTo>
                      <a:pt x="46" y="1090"/>
                    </a:lnTo>
                    <a:lnTo>
                      <a:pt x="42" y="1023"/>
                    </a:lnTo>
                    <a:lnTo>
                      <a:pt x="37" y="932"/>
                    </a:lnTo>
                    <a:lnTo>
                      <a:pt x="32" y="825"/>
                    </a:lnTo>
                    <a:lnTo>
                      <a:pt x="26" y="715"/>
                    </a:lnTo>
                    <a:lnTo>
                      <a:pt x="21" y="613"/>
                    </a:lnTo>
                    <a:lnTo>
                      <a:pt x="17" y="531"/>
                    </a:lnTo>
                    <a:lnTo>
                      <a:pt x="15" y="481"/>
                    </a:lnTo>
                    <a:lnTo>
                      <a:pt x="15" y="479"/>
                    </a:lnTo>
                    <a:lnTo>
                      <a:pt x="13" y="472"/>
                    </a:lnTo>
                    <a:lnTo>
                      <a:pt x="13" y="462"/>
                    </a:lnTo>
                    <a:lnTo>
                      <a:pt x="15" y="450"/>
                    </a:lnTo>
                    <a:lnTo>
                      <a:pt x="17" y="437"/>
                    </a:lnTo>
                    <a:lnTo>
                      <a:pt x="21" y="423"/>
                    </a:lnTo>
                    <a:lnTo>
                      <a:pt x="28" y="409"/>
                    </a:lnTo>
                    <a:lnTo>
                      <a:pt x="39" y="398"/>
                    </a:lnTo>
                    <a:lnTo>
                      <a:pt x="49" y="392"/>
                    </a:lnTo>
                    <a:lnTo>
                      <a:pt x="60" y="386"/>
                    </a:lnTo>
                    <a:lnTo>
                      <a:pt x="76" y="378"/>
                    </a:lnTo>
                    <a:lnTo>
                      <a:pt x="94" y="369"/>
                    </a:lnTo>
                    <a:lnTo>
                      <a:pt x="113" y="359"/>
                    </a:lnTo>
                    <a:lnTo>
                      <a:pt x="134" y="349"/>
                    </a:lnTo>
                    <a:lnTo>
                      <a:pt x="156" y="337"/>
                    </a:lnTo>
                    <a:lnTo>
                      <a:pt x="177" y="326"/>
                    </a:lnTo>
                    <a:lnTo>
                      <a:pt x="199" y="314"/>
                    </a:lnTo>
                    <a:lnTo>
                      <a:pt x="220" y="304"/>
                    </a:lnTo>
                    <a:lnTo>
                      <a:pt x="240" y="294"/>
                    </a:lnTo>
                    <a:lnTo>
                      <a:pt x="257" y="285"/>
                    </a:lnTo>
                    <a:lnTo>
                      <a:pt x="273" y="276"/>
                    </a:lnTo>
                    <a:lnTo>
                      <a:pt x="286" y="270"/>
                    </a:lnTo>
                    <a:lnTo>
                      <a:pt x="295" y="264"/>
                    </a:lnTo>
                    <a:lnTo>
                      <a:pt x="302" y="261"/>
                    </a:lnTo>
                    <a:lnTo>
                      <a:pt x="308" y="259"/>
                    </a:lnTo>
                    <a:lnTo>
                      <a:pt x="315" y="261"/>
                    </a:lnTo>
                    <a:lnTo>
                      <a:pt x="320" y="267"/>
                    </a:lnTo>
                    <a:lnTo>
                      <a:pt x="324" y="276"/>
                    </a:lnTo>
                    <a:lnTo>
                      <a:pt x="328" y="285"/>
                    </a:lnTo>
                    <a:lnTo>
                      <a:pt x="333" y="294"/>
                    </a:lnTo>
                    <a:lnTo>
                      <a:pt x="338" y="302"/>
                    </a:lnTo>
                    <a:lnTo>
                      <a:pt x="345" y="30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3" name="Freeform 233"/>
              <p:cNvSpPr>
                <a:spLocks/>
              </p:cNvSpPr>
              <p:nvPr/>
            </p:nvSpPr>
            <p:spPr bwMode="auto">
              <a:xfrm>
                <a:off x="371" y="948"/>
                <a:ext cx="187" cy="227"/>
              </a:xfrm>
              <a:custGeom>
                <a:avLst/>
                <a:gdLst/>
                <a:ahLst/>
                <a:cxnLst>
                  <a:cxn ang="0">
                    <a:pos x="412" y="268"/>
                  </a:cxn>
                  <a:cxn ang="0">
                    <a:pos x="509" y="221"/>
                  </a:cxn>
                  <a:cxn ang="0">
                    <a:pos x="604" y="174"/>
                  </a:cxn>
                  <a:cxn ang="0">
                    <a:pos x="695" y="132"/>
                  </a:cxn>
                  <a:cxn ang="0">
                    <a:pos x="776" y="93"/>
                  </a:cxn>
                  <a:cxn ang="0">
                    <a:pos x="845" y="60"/>
                  </a:cxn>
                  <a:cxn ang="0">
                    <a:pos x="895" y="37"/>
                  </a:cxn>
                  <a:cxn ang="0">
                    <a:pos x="923" y="23"/>
                  </a:cxn>
                  <a:cxn ang="0">
                    <a:pos x="932" y="17"/>
                  </a:cxn>
                  <a:cxn ang="0">
                    <a:pos x="933" y="10"/>
                  </a:cxn>
                  <a:cxn ang="0">
                    <a:pos x="927" y="3"/>
                  </a:cxn>
                  <a:cxn ang="0">
                    <a:pos x="915" y="0"/>
                  </a:cxn>
                  <a:cxn ang="0">
                    <a:pos x="904" y="4"/>
                  </a:cxn>
                  <a:cxn ang="0">
                    <a:pos x="882" y="14"/>
                  </a:cxn>
                  <a:cxn ang="0">
                    <a:pos x="844" y="32"/>
                  </a:cxn>
                  <a:cxn ang="0">
                    <a:pos x="791" y="57"/>
                  </a:cxn>
                  <a:cxn ang="0">
                    <a:pos x="727" y="88"/>
                  </a:cxn>
                  <a:cxn ang="0">
                    <a:pos x="655" y="123"/>
                  </a:cxn>
                  <a:cxn ang="0">
                    <a:pos x="576" y="161"/>
                  </a:cxn>
                  <a:cxn ang="0">
                    <a:pos x="493" y="201"/>
                  </a:cxn>
                  <a:cxn ang="0">
                    <a:pos x="409" y="242"/>
                  </a:cxn>
                  <a:cxn ang="0">
                    <a:pos x="327" y="281"/>
                  </a:cxn>
                  <a:cxn ang="0">
                    <a:pos x="249" y="320"/>
                  </a:cxn>
                  <a:cxn ang="0">
                    <a:pos x="176" y="356"/>
                  </a:cxn>
                  <a:cxn ang="0">
                    <a:pos x="114" y="388"/>
                  </a:cxn>
                  <a:cxn ang="0">
                    <a:pos x="62" y="415"/>
                  </a:cxn>
                  <a:cxn ang="0">
                    <a:pos x="25" y="435"/>
                  </a:cxn>
                  <a:cxn ang="0">
                    <a:pos x="4" y="448"/>
                  </a:cxn>
                  <a:cxn ang="0">
                    <a:pos x="0" y="483"/>
                  </a:cxn>
                  <a:cxn ang="0">
                    <a:pos x="10" y="653"/>
                  </a:cxn>
                  <a:cxn ang="0">
                    <a:pos x="26" y="875"/>
                  </a:cxn>
                  <a:cxn ang="0">
                    <a:pos x="37" y="1043"/>
                  </a:cxn>
                  <a:cxn ang="0">
                    <a:pos x="38" y="1091"/>
                  </a:cxn>
                  <a:cxn ang="0">
                    <a:pos x="33" y="1127"/>
                  </a:cxn>
                  <a:cxn ang="0">
                    <a:pos x="40" y="1125"/>
                  </a:cxn>
                  <a:cxn ang="0">
                    <a:pos x="51" y="1081"/>
                  </a:cxn>
                  <a:cxn ang="0">
                    <a:pos x="51" y="1055"/>
                  </a:cxn>
                  <a:cxn ang="0">
                    <a:pos x="42" y="898"/>
                  </a:cxn>
                  <a:cxn ang="0">
                    <a:pos x="30" y="679"/>
                  </a:cxn>
                  <a:cxn ang="0">
                    <a:pos x="24" y="508"/>
                  </a:cxn>
                  <a:cxn ang="0">
                    <a:pos x="27" y="471"/>
                  </a:cxn>
                  <a:cxn ang="0">
                    <a:pos x="31" y="467"/>
                  </a:cxn>
                  <a:cxn ang="0">
                    <a:pos x="38" y="461"/>
                  </a:cxn>
                  <a:cxn ang="0">
                    <a:pos x="50" y="453"/>
                  </a:cxn>
                  <a:cxn ang="0">
                    <a:pos x="62" y="434"/>
                  </a:cxn>
                  <a:cxn ang="0">
                    <a:pos x="92" y="417"/>
                  </a:cxn>
                  <a:cxn ang="0">
                    <a:pos x="124" y="400"/>
                  </a:cxn>
                  <a:cxn ang="0">
                    <a:pos x="158" y="382"/>
                  </a:cxn>
                  <a:cxn ang="0">
                    <a:pos x="194" y="362"/>
                  </a:cxn>
                  <a:cxn ang="0">
                    <a:pos x="232" y="342"/>
                  </a:cxn>
                  <a:cxn ang="0">
                    <a:pos x="272" y="323"/>
                  </a:cxn>
                  <a:cxn ang="0">
                    <a:pos x="314" y="301"/>
                  </a:cxn>
                  <a:cxn ang="0">
                    <a:pos x="357" y="280"/>
                  </a:cxn>
                </a:cxnLst>
                <a:rect l="0" t="0" r="r" b="b"/>
                <a:pathLst>
                  <a:path w="933" h="1134">
                    <a:moveTo>
                      <a:pt x="364" y="292"/>
                    </a:moveTo>
                    <a:lnTo>
                      <a:pt x="412" y="268"/>
                    </a:lnTo>
                    <a:lnTo>
                      <a:pt x="460" y="245"/>
                    </a:lnTo>
                    <a:lnTo>
                      <a:pt x="509" y="221"/>
                    </a:lnTo>
                    <a:lnTo>
                      <a:pt x="557" y="198"/>
                    </a:lnTo>
                    <a:lnTo>
                      <a:pt x="604" y="174"/>
                    </a:lnTo>
                    <a:lnTo>
                      <a:pt x="651" y="153"/>
                    </a:lnTo>
                    <a:lnTo>
                      <a:pt x="695" y="132"/>
                    </a:lnTo>
                    <a:lnTo>
                      <a:pt x="738" y="111"/>
                    </a:lnTo>
                    <a:lnTo>
                      <a:pt x="776" y="93"/>
                    </a:lnTo>
                    <a:lnTo>
                      <a:pt x="813" y="76"/>
                    </a:lnTo>
                    <a:lnTo>
                      <a:pt x="845" y="60"/>
                    </a:lnTo>
                    <a:lnTo>
                      <a:pt x="871" y="47"/>
                    </a:lnTo>
                    <a:lnTo>
                      <a:pt x="895" y="37"/>
                    </a:lnTo>
                    <a:lnTo>
                      <a:pt x="912" y="28"/>
                    </a:lnTo>
                    <a:lnTo>
                      <a:pt x="923" y="23"/>
                    </a:lnTo>
                    <a:lnTo>
                      <a:pt x="928" y="21"/>
                    </a:lnTo>
                    <a:lnTo>
                      <a:pt x="932" y="17"/>
                    </a:lnTo>
                    <a:lnTo>
                      <a:pt x="933" y="14"/>
                    </a:lnTo>
                    <a:lnTo>
                      <a:pt x="933" y="10"/>
                    </a:lnTo>
                    <a:lnTo>
                      <a:pt x="930" y="6"/>
                    </a:lnTo>
                    <a:lnTo>
                      <a:pt x="927" y="3"/>
                    </a:lnTo>
                    <a:lnTo>
                      <a:pt x="922" y="0"/>
                    </a:lnTo>
                    <a:lnTo>
                      <a:pt x="915" y="0"/>
                    </a:lnTo>
                    <a:lnTo>
                      <a:pt x="909" y="1"/>
                    </a:lnTo>
                    <a:lnTo>
                      <a:pt x="904" y="4"/>
                    </a:lnTo>
                    <a:lnTo>
                      <a:pt x="896" y="8"/>
                    </a:lnTo>
                    <a:lnTo>
                      <a:pt x="882" y="14"/>
                    </a:lnTo>
                    <a:lnTo>
                      <a:pt x="865" y="23"/>
                    </a:lnTo>
                    <a:lnTo>
                      <a:pt x="844" y="32"/>
                    </a:lnTo>
                    <a:lnTo>
                      <a:pt x="819" y="44"/>
                    </a:lnTo>
                    <a:lnTo>
                      <a:pt x="791" y="57"/>
                    </a:lnTo>
                    <a:lnTo>
                      <a:pt x="760" y="72"/>
                    </a:lnTo>
                    <a:lnTo>
                      <a:pt x="727" y="88"/>
                    </a:lnTo>
                    <a:lnTo>
                      <a:pt x="692" y="105"/>
                    </a:lnTo>
                    <a:lnTo>
                      <a:pt x="655" y="123"/>
                    </a:lnTo>
                    <a:lnTo>
                      <a:pt x="616" y="141"/>
                    </a:lnTo>
                    <a:lnTo>
                      <a:pt x="576" y="161"/>
                    </a:lnTo>
                    <a:lnTo>
                      <a:pt x="535" y="181"/>
                    </a:lnTo>
                    <a:lnTo>
                      <a:pt x="493" y="201"/>
                    </a:lnTo>
                    <a:lnTo>
                      <a:pt x="452" y="221"/>
                    </a:lnTo>
                    <a:lnTo>
                      <a:pt x="409" y="242"/>
                    </a:lnTo>
                    <a:lnTo>
                      <a:pt x="368" y="262"/>
                    </a:lnTo>
                    <a:lnTo>
                      <a:pt x="327" y="281"/>
                    </a:lnTo>
                    <a:lnTo>
                      <a:pt x="287" y="301"/>
                    </a:lnTo>
                    <a:lnTo>
                      <a:pt x="249" y="320"/>
                    </a:lnTo>
                    <a:lnTo>
                      <a:pt x="211" y="339"/>
                    </a:lnTo>
                    <a:lnTo>
                      <a:pt x="176" y="356"/>
                    </a:lnTo>
                    <a:lnTo>
                      <a:pt x="144" y="372"/>
                    </a:lnTo>
                    <a:lnTo>
                      <a:pt x="114" y="388"/>
                    </a:lnTo>
                    <a:lnTo>
                      <a:pt x="87" y="402"/>
                    </a:lnTo>
                    <a:lnTo>
                      <a:pt x="62" y="415"/>
                    </a:lnTo>
                    <a:lnTo>
                      <a:pt x="42" y="425"/>
                    </a:lnTo>
                    <a:lnTo>
                      <a:pt x="25" y="435"/>
                    </a:lnTo>
                    <a:lnTo>
                      <a:pt x="13" y="442"/>
                    </a:lnTo>
                    <a:lnTo>
                      <a:pt x="4" y="448"/>
                    </a:lnTo>
                    <a:lnTo>
                      <a:pt x="1" y="451"/>
                    </a:lnTo>
                    <a:lnTo>
                      <a:pt x="0" y="483"/>
                    </a:lnTo>
                    <a:lnTo>
                      <a:pt x="3" y="556"/>
                    </a:lnTo>
                    <a:lnTo>
                      <a:pt x="10" y="653"/>
                    </a:lnTo>
                    <a:lnTo>
                      <a:pt x="17" y="764"/>
                    </a:lnTo>
                    <a:lnTo>
                      <a:pt x="26" y="875"/>
                    </a:lnTo>
                    <a:lnTo>
                      <a:pt x="33" y="972"/>
                    </a:lnTo>
                    <a:lnTo>
                      <a:pt x="37" y="1043"/>
                    </a:lnTo>
                    <a:lnTo>
                      <a:pt x="40" y="1073"/>
                    </a:lnTo>
                    <a:lnTo>
                      <a:pt x="38" y="1091"/>
                    </a:lnTo>
                    <a:lnTo>
                      <a:pt x="35" y="1111"/>
                    </a:lnTo>
                    <a:lnTo>
                      <a:pt x="33" y="1127"/>
                    </a:lnTo>
                    <a:lnTo>
                      <a:pt x="34" y="1134"/>
                    </a:lnTo>
                    <a:lnTo>
                      <a:pt x="40" y="1125"/>
                    </a:lnTo>
                    <a:lnTo>
                      <a:pt x="47" y="1102"/>
                    </a:lnTo>
                    <a:lnTo>
                      <a:pt x="51" y="1081"/>
                    </a:lnTo>
                    <a:lnTo>
                      <a:pt x="53" y="1077"/>
                    </a:lnTo>
                    <a:lnTo>
                      <a:pt x="51" y="1055"/>
                    </a:lnTo>
                    <a:lnTo>
                      <a:pt x="47" y="991"/>
                    </a:lnTo>
                    <a:lnTo>
                      <a:pt x="42" y="898"/>
                    </a:lnTo>
                    <a:lnTo>
                      <a:pt x="35" y="789"/>
                    </a:lnTo>
                    <a:lnTo>
                      <a:pt x="30" y="679"/>
                    </a:lnTo>
                    <a:lnTo>
                      <a:pt x="26" y="581"/>
                    </a:lnTo>
                    <a:lnTo>
                      <a:pt x="24" y="508"/>
                    </a:lnTo>
                    <a:lnTo>
                      <a:pt x="26" y="472"/>
                    </a:lnTo>
                    <a:lnTo>
                      <a:pt x="27" y="471"/>
                    </a:lnTo>
                    <a:lnTo>
                      <a:pt x="28" y="469"/>
                    </a:lnTo>
                    <a:lnTo>
                      <a:pt x="31" y="467"/>
                    </a:lnTo>
                    <a:lnTo>
                      <a:pt x="34" y="464"/>
                    </a:lnTo>
                    <a:lnTo>
                      <a:pt x="38" y="461"/>
                    </a:lnTo>
                    <a:lnTo>
                      <a:pt x="44" y="457"/>
                    </a:lnTo>
                    <a:lnTo>
                      <a:pt x="50" y="453"/>
                    </a:lnTo>
                    <a:lnTo>
                      <a:pt x="58" y="449"/>
                    </a:lnTo>
                    <a:lnTo>
                      <a:pt x="62" y="434"/>
                    </a:lnTo>
                    <a:lnTo>
                      <a:pt x="77" y="425"/>
                    </a:lnTo>
                    <a:lnTo>
                      <a:pt x="92" y="417"/>
                    </a:lnTo>
                    <a:lnTo>
                      <a:pt x="107" y="408"/>
                    </a:lnTo>
                    <a:lnTo>
                      <a:pt x="124" y="400"/>
                    </a:lnTo>
                    <a:lnTo>
                      <a:pt x="141" y="390"/>
                    </a:lnTo>
                    <a:lnTo>
                      <a:pt x="158" y="382"/>
                    </a:lnTo>
                    <a:lnTo>
                      <a:pt x="176" y="372"/>
                    </a:lnTo>
                    <a:lnTo>
                      <a:pt x="194" y="362"/>
                    </a:lnTo>
                    <a:lnTo>
                      <a:pt x="213" y="353"/>
                    </a:lnTo>
                    <a:lnTo>
                      <a:pt x="232" y="342"/>
                    </a:lnTo>
                    <a:lnTo>
                      <a:pt x="252" y="332"/>
                    </a:lnTo>
                    <a:lnTo>
                      <a:pt x="272" y="323"/>
                    </a:lnTo>
                    <a:lnTo>
                      <a:pt x="293" y="312"/>
                    </a:lnTo>
                    <a:lnTo>
                      <a:pt x="314" y="301"/>
                    </a:lnTo>
                    <a:lnTo>
                      <a:pt x="335" y="291"/>
                    </a:lnTo>
                    <a:lnTo>
                      <a:pt x="357" y="280"/>
                    </a:lnTo>
                    <a:lnTo>
                      <a:pt x="364" y="29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4" name="Freeform 234"/>
              <p:cNvSpPr>
                <a:spLocks/>
              </p:cNvSpPr>
              <p:nvPr/>
            </p:nvSpPr>
            <p:spPr bwMode="auto">
              <a:xfrm>
                <a:off x="386" y="963"/>
                <a:ext cx="187" cy="227"/>
              </a:xfrm>
              <a:custGeom>
                <a:avLst/>
                <a:gdLst/>
                <a:ahLst/>
                <a:cxnLst>
                  <a:cxn ang="0">
                    <a:pos x="421" y="270"/>
                  </a:cxn>
                  <a:cxn ang="0">
                    <a:pos x="517" y="223"/>
                  </a:cxn>
                  <a:cxn ang="0">
                    <a:pos x="612" y="176"/>
                  </a:cxn>
                  <a:cxn ang="0">
                    <a:pos x="700" y="132"/>
                  </a:cxn>
                  <a:cxn ang="0">
                    <a:pos x="780" y="94"/>
                  </a:cxn>
                  <a:cxn ang="0">
                    <a:pos x="848" y="62"/>
                  </a:cxn>
                  <a:cxn ang="0">
                    <a:pos x="897" y="37"/>
                  </a:cxn>
                  <a:cxn ang="0">
                    <a:pos x="925" y="23"/>
                  </a:cxn>
                  <a:cxn ang="0">
                    <a:pos x="934" y="18"/>
                  </a:cxn>
                  <a:cxn ang="0">
                    <a:pos x="935" y="11"/>
                  </a:cxn>
                  <a:cxn ang="0">
                    <a:pos x="929" y="3"/>
                  </a:cxn>
                  <a:cxn ang="0">
                    <a:pos x="917" y="0"/>
                  </a:cxn>
                  <a:cxn ang="0">
                    <a:pos x="906" y="4"/>
                  </a:cxn>
                  <a:cxn ang="0">
                    <a:pos x="884" y="15"/>
                  </a:cxn>
                  <a:cxn ang="0">
                    <a:pos x="846" y="33"/>
                  </a:cxn>
                  <a:cxn ang="0">
                    <a:pos x="793" y="58"/>
                  </a:cxn>
                  <a:cxn ang="0">
                    <a:pos x="729" y="88"/>
                  </a:cxn>
                  <a:cxn ang="0">
                    <a:pos x="657" y="123"/>
                  </a:cxn>
                  <a:cxn ang="0">
                    <a:pos x="579" y="161"/>
                  </a:cxn>
                  <a:cxn ang="0">
                    <a:pos x="496" y="201"/>
                  </a:cxn>
                  <a:cxn ang="0">
                    <a:pos x="413" y="241"/>
                  </a:cxn>
                  <a:cxn ang="0">
                    <a:pos x="331" y="281"/>
                  </a:cxn>
                  <a:cxn ang="0">
                    <a:pos x="252" y="320"/>
                  </a:cxn>
                  <a:cxn ang="0">
                    <a:pos x="180" y="355"/>
                  </a:cxn>
                  <a:cxn ang="0">
                    <a:pos x="117" y="387"/>
                  </a:cxn>
                  <a:cxn ang="0">
                    <a:pos x="65" y="414"/>
                  </a:cxn>
                  <a:cxn ang="0">
                    <a:pos x="28" y="434"/>
                  </a:cxn>
                  <a:cxn ang="0">
                    <a:pos x="6" y="448"/>
                  </a:cxn>
                  <a:cxn ang="0">
                    <a:pos x="0" y="485"/>
                  </a:cxn>
                  <a:cxn ang="0">
                    <a:pos x="9" y="654"/>
                  </a:cxn>
                  <a:cxn ang="0">
                    <a:pos x="27" y="875"/>
                  </a:cxn>
                  <a:cxn ang="0">
                    <a:pos x="39" y="1043"/>
                  </a:cxn>
                  <a:cxn ang="0">
                    <a:pos x="39" y="1091"/>
                  </a:cxn>
                  <a:cxn ang="0">
                    <a:pos x="34" y="1127"/>
                  </a:cxn>
                  <a:cxn ang="0">
                    <a:pos x="41" y="1124"/>
                  </a:cxn>
                  <a:cxn ang="0">
                    <a:pos x="53" y="1082"/>
                  </a:cxn>
                  <a:cxn ang="0">
                    <a:pos x="53" y="1055"/>
                  </a:cxn>
                  <a:cxn ang="0">
                    <a:pos x="43" y="896"/>
                  </a:cxn>
                  <a:cxn ang="0">
                    <a:pos x="30" y="676"/>
                  </a:cxn>
                  <a:cxn ang="0">
                    <a:pos x="24" y="505"/>
                  </a:cxn>
                  <a:cxn ang="0">
                    <a:pos x="30" y="470"/>
                  </a:cxn>
                  <a:cxn ang="0">
                    <a:pos x="46" y="460"/>
                  </a:cxn>
                  <a:cxn ang="0">
                    <a:pos x="67" y="425"/>
                  </a:cxn>
                  <a:cxn ang="0">
                    <a:pos x="90" y="412"/>
                  </a:cxn>
                  <a:cxn ang="0">
                    <a:pos x="116" y="398"/>
                  </a:cxn>
                  <a:cxn ang="0">
                    <a:pos x="147" y="382"/>
                  </a:cxn>
                  <a:cxn ang="0">
                    <a:pos x="182" y="364"/>
                  </a:cxn>
                  <a:cxn ang="0">
                    <a:pos x="220" y="345"/>
                  </a:cxn>
                  <a:cxn ang="0">
                    <a:pos x="263" y="323"/>
                  </a:cxn>
                  <a:cxn ang="0">
                    <a:pos x="308" y="301"/>
                  </a:cxn>
                  <a:cxn ang="0">
                    <a:pos x="358" y="276"/>
                  </a:cxn>
                </a:cxnLst>
                <a:rect l="0" t="0" r="r" b="b"/>
                <a:pathLst>
                  <a:path w="935" h="1135">
                    <a:moveTo>
                      <a:pt x="373" y="293"/>
                    </a:moveTo>
                    <a:lnTo>
                      <a:pt x="421" y="270"/>
                    </a:lnTo>
                    <a:lnTo>
                      <a:pt x="469" y="247"/>
                    </a:lnTo>
                    <a:lnTo>
                      <a:pt x="517" y="223"/>
                    </a:lnTo>
                    <a:lnTo>
                      <a:pt x="565" y="200"/>
                    </a:lnTo>
                    <a:lnTo>
                      <a:pt x="612" y="176"/>
                    </a:lnTo>
                    <a:lnTo>
                      <a:pt x="657" y="154"/>
                    </a:lnTo>
                    <a:lnTo>
                      <a:pt x="700" y="132"/>
                    </a:lnTo>
                    <a:lnTo>
                      <a:pt x="742" y="112"/>
                    </a:lnTo>
                    <a:lnTo>
                      <a:pt x="780" y="94"/>
                    </a:lnTo>
                    <a:lnTo>
                      <a:pt x="816" y="77"/>
                    </a:lnTo>
                    <a:lnTo>
                      <a:pt x="848" y="62"/>
                    </a:lnTo>
                    <a:lnTo>
                      <a:pt x="874" y="48"/>
                    </a:lnTo>
                    <a:lnTo>
                      <a:pt x="897" y="37"/>
                    </a:lnTo>
                    <a:lnTo>
                      <a:pt x="914" y="29"/>
                    </a:lnTo>
                    <a:lnTo>
                      <a:pt x="925" y="23"/>
                    </a:lnTo>
                    <a:lnTo>
                      <a:pt x="930" y="21"/>
                    </a:lnTo>
                    <a:lnTo>
                      <a:pt x="934" y="18"/>
                    </a:lnTo>
                    <a:lnTo>
                      <a:pt x="935" y="15"/>
                    </a:lnTo>
                    <a:lnTo>
                      <a:pt x="935" y="11"/>
                    </a:lnTo>
                    <a:lnTo>
                      <a:pt x="932" y="6"/>
                    </a:lnTo>
                    <a:lnTo>
                      <a:pt x="929" y="3"/>
                    </a:lnTo>
                    <a:lnTo>
                      <a:pt x="924" y="1"/>
                    </a:lnTo>
                    <a:lnTo>
                      <a:pt x="917" y="0"/>
                    </a:lnTo>
                    <a:lnTo>
                      <a:pt x="911" y="2"/>
                    </a:lnTo>
                    <a:lnTo>
                      <a:pt x="906" y="4"/>
                    </a:lnTo>
                    <a:lnTo>
                      <a:pt x="898" y="8"/>
                    </a:lnTo>
                    <a:lnTo>
                      <a:pt x="884" y="15"/>
                    </a:lnTo>
                    <a:lnTo>
                      <a:pt x="867" y="22"/>
                    </a:lnTo>
                    <a:lnTo>
                      <a:pt x="846" y="33"/>
                    </a:lnTo>
                    <a:lnTo>
                      <a:pt x="821" y="45"/>
                    </a:lnTo>
                    <a:lnTo>
                      <a:pt x="793" y="58"/>
                    </a:lnTo>
                    <a:lnTo>
                      <a:pt x="762" y="72"/>
                    </a:lnTo>
                    <a:lnTo>
                      <a:pt x="729" y="88"/>
                    </a:lnTo>
                    <a:lnTo>
                      <a:pt x="694" y="106"/>
                    </a:lnTo>
                    <a:lnTo>
                      <a:pt x="657" y="123"/>
                    </a:lnTo>
                    <a:lnTo>
                      <a:pt x="618" y="142"/>
                    </a:lnTo>
                    <a:lnTo>
                      <a:pt x="579" y="161"/>
                    </a:lnTo>
                    <a:lnTo>
                      <a:pt x="538" y="180"/>
                    </a:lnTo>
                    <a:lnTo>
                      <a:pt x="496" y="201"/>
                    </a:lnTo>
                    <a:lnTo>
                      <a:pt x="455" y="221"/>
                    </a:lnTo>
                    <a:lnTo>
                      <a:pt x="413" y="241"/>
                    </a:lnTo>
                    <a:lnTo>
                      <a:pt x="371" y="261"/>
                    </a:lnTo>
                    <a:lnTo>
                      <a:pt x="331" y="281"/>
                    </a:lnTo>
                    <a:lnTo>
                      <a:pt x="290" y="301"/>
                    </a:lnTo>
                    <a:lnTo>
                      <a:pt x="252" y="320"/>
                    </a:lnTo>
                    <a:lnTo>
                      <a:pt x="216" y="338"/>
                    </a:lnTo>
                    <a:lnTo>
                      <a:pt x="180" y="355"/>
                    </a:lnTo>
                    <a:lnTo>
                      <a:pt x="147" y="373"/>
                    </a:lnTo>
                    <a:lnTo>
                      <a:pt x="117" y="387"/>
                    </a:lnTo>
                    <a:lnTo>
                      <a:pt x="90" y="401"/>
                    </a:lnTo>
                    <a:lnTo>
                      <a:pt x="65" y="414"/>
                    </a:lnTo>
                    <a:lnTo>
                      <a:pt x="45" y="426"/>
                    </a:lnTo>
                    <a:lnTo>
                      <a:pt x="28" y="434"/>
                    </a:lnTo>
                    <a:lnTo>
                      <a:pt x="15" y="443"/>
                    </a:lnTo>
                    <a:lnTo>
                      <a:pt x="6" y="448"/>
                    </a:lnTo>
                    <a:lnTo>
                      <a:pt x="2" y="452"/>
                    </a:lnTo>
                    <a:lnTo>
                      <a:pt x="0" y="485"/>
                    </a:lnTo>
                    <a:lnTo>
                      <a:pt x="3" y="556"/>
                    </a:lnTo>
                    <a:lnTo>
                      <a:pt x="9" y="654"/>
                    </a:lnTo>
                    <a:lnTo>
                      <a:pt x="17" y="764"/>
                    </a:lnTo>
                    <a:lnTo>
                      <a:pt x="27" y="875"/>
                    </a:lnTo>
                    <a:lnTo>
                      <a:pt x="34" y="973"/>
                    </a:lnTo>
                    <a:lnTo>
                      <a:pt x="39" y="1043"/>
                    </a:lnTo>
                    <a:lnTo>
                      <a:pt x="41" y="1074"/>
                    </a:lnTo>
                    <a:lnTo>
                      <a:pt x="39" y="1091"/>
                    </a:lnTo>
                    <a:lnTo>
                      <a:pt x="36" y="1110"/>
                    </a:lnTo>
                    <a:lnTo>
                      <a:pt x="34" y="1127"/>
                    </a:lnTo>
                    <a:lnTo>
                      <a:pt x="36" y="1135"/>
                    </a:lnTo>
                    <a:lnTo>
                      <a:pt x="41" y="1124"/>
                    </a:lnTo>
                    <a:lnTo>
                      <a:pt x="49" y="1102"/>
                    </a:lnTo>
                    <a:lnTo>
                      <a:pt x="53" y="1082"/>
                    </a:lnTo>
                    <a:lnTo>
                      <a:pt x="55" y="1077"/>
                    </a:lnTo>
                    <a:lnTo>
                      <a:pt x="53" y="1055"/>
                    </a:lnTo>
                    <a:lnTo>
                      <a:pt x="49" y="990"/>
                    </a:lnTo>
                    <a:lnTo>
                      <a:pt x="43" y="896"/>
                    </a:lnTo>
                    <a:lnTo>
                      <a:pt x="36" y="787"/>
                    </a:lnTo>
                    <a:lnTo>
                      <a:pt x="30" y="676"/>
                    </a:lnTo>
                    <a:lnTo>
                      <a:pt x="25" y="576"/>
                    </a:lnTo>
                    <a:lnTo>
                      <a:pt x="24" y="505"/>
                    </a:lnTo>
                    <a:lnTo>
                      <a:pt x="27" y="472"/>
                    </a:lnTo>
                    <a:lnTo>
                      <a:pt x="30" y="470"/>
                    </a:lnTo>
                    <a:lnTo>
                      <a:pt x="36" y="465"/>
                    </a:lnTo>
                    <a:lnTo>
                      <a:pt x="46" y="460"/>
                    </a:lnTo>
                    <a:lnTo>
                      <a:pt x="58" y="454"/>
                    </a:lnTo>
                    <a:lnTo>
                      <a:pt x="67" y="425"/>
                    </a:lnTo>
                    <a:lnTo>
                      <a:pt x="78" y="418"/>
                    </a:lnTo>
                    <a:lnTo>
                      <a:pt x="90" y="412"/>
                    </a:lnTo>
                    <a:lnTo>
                      <a:pt x="102" y="406"/>
                    </a:lnTo>
                    <a:lnTo>
                      <a:pt x="116" y="398"/>
                    </a:lnTo>
                    <a:lnTo>
                      <a:pt x="131" y="391"/>
                    </a:lnTo>
                    <a:lnTo>
                      <a:pt x="147" y="382"/>
                    </a:lnTo>
                    <a:lnTo>
                      <a:pt x="164" y="374"/>
                    </a:lnTo>
                    <a:lnTo>
                      <a:pt x="182" y="364"/>
                    </a:lnTo>
                    <a:lnTo>
                      <a:pt x="201" y="354"/>
                    </a:lnTo>
                    <a:lnTo>
                      <a:pt x="220" y="345"/>
                    </a:lnTo>
                    <a:lnTo>
                      <a:pt x="241" y="334"/>
                    </a:lnTo>
                    <a:lnTo>
                      <a:pt x="263" y="323"/>
                    </a:lnTo>
                    <a:lnTo>
                      <a:pt x="285" y="313"/>
                    </a:lnTo>
                    <a:lnTo>
                      <a:pt x="308" y="301"/>
                    </a:lnTo>
                    <a:lnTo>
                      <a:pt x="332" y="289"/>
                    </a:lnTo>
                    <a:lnTo>
                      <a:pt x="358" y="276"/>
                    </a:lnTo>
                    <a:lnTo>
                      <a:pt x="373" y="29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5" name="Freeform 235"/>
              <p:cNvSpPr>
                <a:spLocks/>
              </p:cNvSpPr>
              <p:nvPr/>
            </p:nvSpPr>
            <p:spPr bwMode="auto">
              <a:xfrm>
                <a:off x="402" y="975"/>
                <a:ext cx="187" cy="227"/>
              </a:xfrm>
              <a:custGeom>
                <a:avLst/>
                <a:gdLst/>
                <a:ahLst/>
                <a:cxnLst>
                  <a:cxn ang="0">
                    <a:pos x="428" y="260"/>
                  </a:cxn>
                  <a:cxn ang="0">
                    <a:pos x="524" y="214"/>
                  </a:cxn>
                  <a:cxn ang="0">
                    <a:pos x="617" y="169"/>
                  </a:cxn>
                  <a:cxn ang="0">
                    <a:pos x="706" y="128"/>
                  </a:cxn>
                  <a:cxn ang="0">
                    <a:pos x="785" y="89"/>
                  </a:cxn>
                  <a:cxn ang="0">
                    <a:pos x="850" y="58"/>
                  </a:cxn>
                  <a:cxn ang="0">
                    <a:pos x="898" y="36"/>
                  </a:cxn>
                  <a:cxn ang="0">
                    <a:pos x="926" y="23"/>
                  </a:cxn>
                  <a:cxn ang="0">
                    <a:pos x="934" y="18"/>
                  </a:cxn>
                  <a:cxn ang="0">
                    <a:pos x="935" y="10"/>
                  </a:cxn>
                  <a:cxn ang="0">
                    <a:pos x="929" y="3"/>
                  </a:cxn>
                  <a:cxn ang="0">
                    <a:pos x="917" y="0"/>
                  </a:cxn>
                  <a:cxn ang="0">
                    <a:pos x="906" y="4"/>
                  </a:cxn>
                  <a:cxn ang="0">
                    <a:pos x="884" y="14"/>
                  </a:cxn>
                  <a:cxn ang="0">
                    <a:pos x="846" y="33"/>
                  </a:cxn>
                  <a:cxn ang="0">
                    <a:pos x="794" y="57"/>
                  </a:cxn>
                  <a:cxn ang="0">
                    <a:pos x="730" y="87"/>
                  </a:cxn>
                  <a:cxn ang="0">
                    <a:pos x="659" y="123"/>
                  </a:cxn>
                  <a:cxn ang="0">
                    <a:pos x="580" y="160"/>
                  </a:cxn>
                  <a:cxn ang="0">
                    <a:pos x="497" y="200"/>
                  </a:cxn>
                  <a:cxn ang="0">
                    <a:pos x="414" y="241"/>
                  </a:cxn>
                  <a:cxn ang="0">
                    <a:pos x="332" y="281"/>
                  </a:cxn>
                  <a:cxn ang="0">
                    <a:pos x="254" y="319"/>
                  </a:cxn>
                  <a:cxn ang="0">
                    <a:pos x="182" y="355"/>
                  </a:cxn>
                  <a:cxn ang="0">
                    <a:pos x="118" y="387"/>
                  </a:cxn>
                  <a:cxn ang="0">
                    <a:pos x="67" y="414"/>
                  </a:cxn>
                  <a:cxn ang="0">
                    <a:pos x="29" y="434"/>
                  </a:cxn>
                  <a:cxn ang="0">
                    <a:pos x="7" y="448"/>
                  </a:cxn>
                  <a:cxn ang="0">
                    <a:pos x="0" y="484"/>
                  </a:cxn>
                  <a:cxn ang="0">
                    <a:pos x="8" y="653"/>
                  </a:cxn>
                  <a:cxn ang="0">
                    <a:pos x="25" y="874"/>
                  </a:cxn>
                  <a:cxn ang="0">
                    <a:pos x="39" y="1043"/>
                  </a:cxn>
                  <a:cxn ang="0">
                    <a:pos x="40" y="1091"/>
                  </a:cxn>
                  <a:cxn ang="0">
                    <a:pos x="35" y="1126"/>
                  </a:cxn>
                  <a:cxn ang="0">
                    <a:pos x="41" y="1124"/>
                  </a:cxn>
                  <a:cxn ang="0">
                    <a:pos x="53" y="1080"/>
                  </a:cxn>
                  <a:cxn ang="0">
                    <a:pos x="53" y="1055"/>
                  </a:cxn>
                  <a:cxn ang="0">
                    <a:pos x="44" y="898"/>
                  </a:cxn>
                  <a:cxn ang="0">
                    <a:pos x="32" y="679"/>
                  </a:cxn>
                  <a:cxn ang="0">
                    <a:pos x="26" y="507"/>
                  </a:cxn>
                  <a:cxn ang="0">
                    <a:pos x="29" y="471"/>
                  </a:cxn>
                  <a:cxn ang="0">
                    <a:pos x="34" y="465"/>
                  </a:cxn>
                  <a:cxn ang="0">
                    <a:pos x="43" y="459"/>
                  </a:cxn>
                  <a:cxn ang="0">
                    <a:pos x="56" y="450"/>
                  </a:cxn>
                  <a:cxn ang="0">
                    <a:pos x="75" y="416"/>
                  </a:cxn>
                  <a:cxn ang="0">
                    <a:pos x="99" y="402"/>
                  </a:cxn>
                  <a:cxn ang="0">
                    <a:pos x="127" y="387"/>
                  </a:cxn>
                  <a:cxn ang="0">
                    <a:pos x="158" y="371"/>
                  </a:cxn>
                  <a:cxn ang="0">
                    <a:pos x="192" y="353"/>
                  </a:cxn>
                  <a:cxn ang="0">
                    <a:pos x="230" y="334"/>
                  </a:cxn>
                  <a:cxn ang="0">
                    <a:pos x="272" y="314"/>
                  </a:cxn>
                  <a:cxn ang="0">
                    <a:pos x="317" y="291"/>
                  </a:cxn>
                  <a:cxn ang="0">
                    <a:pos x="366" y="267"/>
                  </a:cxn>
                </a:cxnLst>
                <a:rect l="0" t="0" r="r" b="b"/>
                <a:pathLst>
                  <a:path w="935" h="1134">
                    <a:moveTo>
                      <a:pt x="381" y="284"/>
                    </a:moveTo>
                    <a:lnTo>
                      <a:pt x="428" y="260"/>
                    </a:lnTo>
                    <a:lnTo>
                      <a:pt x="476" y="238"/>
                    </a:lnTo>
                    <a:lnTo>
                      <a:pt x="524" y="214"/>
                    </a:lnTo>
                    <a:lnTo>
                      <a:pt x="571" y="192"/>
                    </a:lnTo>
                    <a:lnTo>
                      <a:pt x="617" y="169"/>
                    </a:lnTo>
                    <a:lnTo>
                      <a:pt x="663" y="148"/>
                    </a:lnTo>
                    <a:lnTo>
                      <a:pt x="706" y="128"/>
                    </a:lnTo>
                    <a:lnTo>
                      <a:pt x="746" y="108"/>
                    </a:lnTo>
                    <a:lnTo>
                      <a:pt x="785" y="89"/>
                    </a:lnTo>
                    <a:lnTo>
                      <a:pt x="819" y="73"/>
                    </a:lnTo>
                    <a:lnTo>
                      <a:pt x="850" y="58"/>
                    </a:lnTo>
                    <a:lnTo>
                      <a:pt x="876" y="47"/>
                    </a:lnTo>
                    <a:lnTo>
                      <a:pt x="898" y="36"/>
                    </a:lnTo>
                    <a:lnTo>
                      <a:pt x="915" y="29"/>
                    </a:lnTo>
                    <a:lnTo>
                      <a:pt x="926" y="23"/>
                    </a:lnTo>
                    <a:lnTo>
                      <a:pt x="930" y="21"/>
                    </a:lnTo>
                    <a:lnTo>
                      <a:pt x="934" y="18"/>
                    </a:lnTo>
                    <a:lnTo>
                      <a:pt x="935" y="15"/>
                    </a:lnTo>
                    <a:lnTo>
                      <a:pt x="935" y="10"/>
                    </a:lnTo>
                    <a:lnTo>
                      <a:pt x="933" y="6"/>
                    </a:lnTo>
                    <a:lnTo>
                      <a:pt x="929" y="3"/>
                    </a:lnTo>
                    <a:lnTo>
                      <a:pt x="923" y="1"/>
                    </a:lnTo>
                    <a:lnTo>
                      <a:pt x="917" y="0"/>
                    </a:lnTo>
                    <a:lnTo>
                      <a:pt x="911" y="2"/>
                    </a:lnTo>
                    <a:lnTo>
                      <a:pt x="906" y="4"/>
                    </a:lnTo>
                    <a:lnTo>
                      <a:pt x="898" y="8"/>
                    </a:lnTo>
                    <a:lnTo>
                      <a:pt x="884" y="14"/>
                    </a:lnTo>
                    <a:lnTo>
                      <a:pt x="867" y="22"/>
                    </a:lnTo>
                    <a:lnTo>
                      <a:pt x="846" y="33"/>
                    </a:lnTo>
                    <a:lnTo>
                      <a:pt x="822" y="43"/>
                    </a:lnTo>
                    <a:lnTo>
                      <a:pt x="794" y="57"/>
                    </a:lnTo>
                    <a:lnTo>
                      <a:pt x="763" y="71"/>
                    </a:lnTo>
                    <a:lnTo>
                      <a:pt x="730" y="87"/>
                    </a:lnTo>
                    <a:lnTo>
                      <a:pt x="695" y="104"/>
                    </a:lnTo>
                    <a:lnTo>
                      <a:pt x="659" y="123"/>
                    </a:lnTo>
                    <a:lnTo>
                      <a:pt x="620" y="141"/>
                    </a:lnTo>
                    <a:lnTo>
                      <a:pt x="580" y="160"/>
                    </a:lnTo>
                    <a:lnTo>
                      <a:pt x="539" y="180"/>
                    </a:lnTo>
                    <a:lnTo>
                      <a:pt x="497" y="200"/>
                    </a:lnTo>
                    <a:lnTo>
                      <a:pt x="456" y="220"/>
                    </a:lnTo>
                    <a:lnTo>
                      <a:pt x="414" y="241"/>
                    </a:lnTo>
                    <a:lnTo>
                      <a:pt x="372" y="260"/>
                    </a:lnTo>
                    <a:lnTo>
                      <a:pt x="332" y="281"/>
                    </a:lnTo>
                    <a:lnTo>
                      <a:pt x="292" y="301"/>
                    </a:lnTo>
                    <a:lnTo>
                      <a:pt x="254" y="319"/>
                    </a:lnTo>
                    <a:lnTo>
                      <a:pt x="217" y="338"/>
                    </a:lnTo>
                    <a:lnTo>
                      <a:pt x="182" y="355"/>
                    </a:lnTo>
                    <a:lnTo>
                      <a:pt x="149" y="371"/>
                    </a:lnTo>
                    <a:lnTo>
                      <a:pt x="118" y="387"/>
                    </a:lnTo>
                    <a:lnTo>
                      <a:pt x="92" y="401"/>
                    </a:lnTo>
                    <a:lnTo>
                      <a:pt x="67" y="414"/>
                    </a:lnTo>
                    <a:lnTo>
                      <a:pt x="46" y="426"/>
                    </a:lnTo>
                    <a:lnTo>
                      <a:pt x="29" y="434"/>
                    </a:lnTo>
                    <a:lnTo>
                      <a:pt x="16" y="443"/>
                    </a:lnTo>
                    <a:lnTo>
                      <a:pt x="7" y="448"/>
                    </a:lnTo>
                    <a:lnTo>
                      <a:pt x="3" y="451"/>
                    </a:lnTo>
                    <a:lnTo>
                      <a:pt x="0" y="484"/>
                    </a:lnTo>
                    <a:lnTo>
                      <a:pt x="2" y="556"/>
                    </a:lnTo>
                    <a:lnTo>
                      <a:pt x="8" y="653"/>
                    </a:lnTo>
                    <a:lnTo>
                      <a:pt x="17" y="764"/>
                    </a:lnTo>
                    <a:lnTo>
                      <a:pt x="25" y="874"/>
                    </a:lnTo>
                    <a:lnTo>
                      <a:pt x="34" y="971"/>
                    </a:lnTo>
                    <a:lnTo>
                      <a:pt x="39" y="1043"/>
                    </a:lnTo>
                    <a:lnTo>
                      <a:pt x="41" y="1074"/>
                    </a:lnTo>
                    <a:lnTo>
                      <a:pt x="40" y="1091"/>
                    </a:lnTo>
                    <a:lnTo>
                      <a:pt x="37" y="1110"/>
                    </a:lnTo>
                    <a:lnTo>
                      <a:pt x="35" y="1126"/>
                    </a:lnTo>
                    <a:lnTo>
                      <a:pt x="36" y="1134"/>
                    </a:lnTo>
                    <a:lnTo>
                      <a:pt x="41" y="1124"/>
                    </a:lnTo>
                    <a:lnTo>
                      <a:pt x="49" y="1102"/>
                    </a:lnTo>
                    <a:lnTo>
                      <a:pt x="53" y="1080"/>
                    </a:lnTo>
                    <a:lnTo>
                      <a:pt x="55" y="1076"/>
                    </a:lnTo>
                    <a:lnTo>
                      <a:pt x="53" y="1055"/>
                    </a:lnTo>
                    <a:lnTo>
                      <a:pt x="49" y="991"/>
                    </a:lnTo>
                    <a:lnTo>
                      <a:pt x="44" y="898"/>
                    </a:lnTo>
                    <a:lnTo>
                      <a:pt x="38" y="790"/>
                    </a:lnTo>
                    <a:lnTo>
                      <a:pt x="32" y="679"/>
                    </a:lnTo>
                    <a:lnTo>
                      <a:pt x="29" y="581"/>
                    </a:lnTo>
                    <a:lnTo>
                      <a:pt x="26" y="507"/>
                    </a:lnTo>
                    <a:lnTo>
                      <a:pt x="28" y="472"/>
                    </a:lnTo>
                    <a:lnTo>
                      <a:pt x="29" y="471"/>
                    </a:lnTo>
                    <a:lnTo>
                      <a:pt x="31" y="468"/>
                    </a:lnTo>
                    <a:lnTo>
                      <a:pt x="34" y="465"/>
                    </a:lnTo>
                    <a:lnTo>
                      <a:pt x="38" y="462"/>
                    </a:lnTo>
                    <a:lnTo>
                      <a:pt x="43" y="459"/>
                    </a:lnTo>
                    <a:lnTo>
                      <a:pt x="49" y="455"/>
                    </a:lnTo>
                    <a:lnTo>
                      <a:pt x="56" y="450"/>
                    </a:lnTo>
                    <a:lnTo>
                      <a:pt x="64" y="446"/>
                    </a:lnTo>
                    <a:lnTo>
                      <a:pt x="75" y="416"/>
                    </a:lnTo>
                    <a:lnTo>
                      <a:pt x="86" y="410"/>
                    </a:lnTo>
                    <a:lnTo>
                      <a:pt x="99" y="402"/>
                    </a:lnTo>
                    <a:lnTo>
                      <a:pt x="112" y="396"/>
                    </a:lnTo>
                    <a:lnTo>
                      <a:pt x="127" y="387"/>
                    </a:lnTo>
                    <a:lnTo>
                      <a:pt x="142" y="380"/>
                    </a:lnTo>
                    <a:lnTo>
                      <a:pt x="158" y="371"/>
                    </a:lnTo>
                    <a:lnTo>
                      <a:pt x="175" y="363"/>
                    </a:lnTo>
                    <a:lnTo>
                      <a:pt x="192" y="353"/>
                    </a:lnTo>
                    <a:lnTo>
                      <a:pt x="211" y="344"/>
                    </a:lnTo>
                    <a:lnTo>
                      <a:pt x="230" y="334"/>
                    </a:lnTo>
                    <a:lnTo>
                      <a:pt x="251" y="323"/>
                    </a:lnTo>
                    <a:lnTo>
                      <a:pt x="272" y="314"/>
                    </a:lnTo>
                    <a:lnTo>
                      <a:pt x="295" y="302"/>
                    </a:lnTo>
                    <a:lnTo>
                      <a:pt x="317" y="291"/>
                    </a:lnTo>
                    <a:lnTo>
                      <a:pt x="341" y="278"/>
                    </a:lnTo>
                    <a:lnTo>
                      <a:pt x="366" y="267"/>
                    </a:lnTo>
                    <a:lnTo>
                      <a:pt x="381" y="28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6" name="Freeform 236"/>
              <p:cNvSpPr>
                <a:spLocks/>
              </p:cNvSpPr>
              <p:nvPr/>
            </p:nvSpPr>
            <p:spPr bwMode="auto">
              <a:xfrm>
                <a:off x="420" y="989"/>
                <a:ext cx="187" cy="226"/>
              </a:xfrm>
              <a:custGeom>
                <a:avLst/>
                <a:gdLst/>
                <a:ahLst/>
                <a:cxnLst>
                  <a:cxn ang="0">
                    <a:pos x="33" y="1124"/>
                  </a:cxn>
                  <a:cxn ang="0">
                    <a:pos x="38" y="1089"/>
                  </a:cxn>
                  <a:cxn ang="0">
                    <a:pos x="38" y="1043"/>
                  </a:cxn>
                  <a:cxn ang="0">
                    <a:pos x="25" y="876"/>
                  </a:cxn>
                  <a:cxn ang="0">
                    <a:pos x="9" y="655"/>
                  </a:cxn>
                  <a:cxn ang="0">
                    <a:pos x="0" y="484"/>
                  </a:cxn>
                  <a:cxn ang="0">
                    <a:pos x="4" y="448"/>
                  </a:cxn>
                  <a:cxn ang="0">
                    <a:pos x="24" y="436"/>
                  </a:cxn>
                  <a:cxn ang="0">
                    <a:pos x="61" y="415"/>
                  </a:cxn>
                  <a:cxn ang="0">
                    <a:pos x="113" y="390"/>
                  </a:cxn>
                  <a:cxn ang="0">
                    <a:pos x="176" y="358"/>
                  </a:cxn>
                  <a:cxn ang="0">
                    <a:pos x="247" y="323"/>
                  </a:cxn>
                  <a:cxn ang="0">
                    <a:pos x="326" y="283"/>
                  </a:cxn>
                  <a:cxn ang="0">
                    <a:pos x="409" y="244"/>
                  </a:cxn>
                  <a:cxn ang="0">
                    <a:pos x="492" y="203"/>
                  </a:cxn>
                  <a:cxn ang="0">
                    <a:pos x="574" y="162"/>
                  </a:cxn>
                  <a:cxn ang="0">
                    <a:pos x="653" y="124"/>
                  </a:cxn>
                  <a:cxn ang="0">
                    <a:pos x="726" y="90"/>
                  </a:cxn>
                  <a:cxn ang="0">
                    <a:pos x="790" y="59"/>
                  </a:cxn>
                  <a:cxn ang="0">
                    <a:pos x="843" y="33"/>
                  </a:cxn>
                  <a:cxn ang="0">
                    <a:pos x="882" y="15"/>
                  </a:cxn>
                  <a:cxn ang="0">
                    <a:pos x="904" y="4"/>
                  </a:cxn>
                  <a:cxn ang="0">
                    <a:pos x="915" y="0"/>
                  </a:cxn>
                  <a:cxn ang="0">
                    <a:pos x="926" y="3"/>
                  </a:cxn>
                  <a:cxn ang="0">
                    <a:pos x="933" y="11"/>
                  </a:cxn>
                  <a:cxn ang="0">
                    <a:pos x="932" y="18"/>
                  </a:cxn>
                  <a:cxn ang="0">
                    <a:pos x="923" y="24"/>
                  </a:cxn>
                  <a:cxn ang="0">
                    <a:pos x="902" y="33"/>
                  </a:cxn>
                  <a:cxn ang="0">
                    <a:pos x="864" y="52"/>
                  </a:cxn>
                  <a:cxn ang="0">
                    <a:pos x="812" y="77"/>
                  </a:cxn>
                  <a:cxn ang="0">
                    <a:pos x="749" y="108"/>
                  </a:cxn>
                  <a:cxn ang="0">
                    <a:pos x="678" y="143"/>
                  </a:cxn>
                  <a:cxn ang="0">
                    <a:pos x="599" y="182"/>
                  </a:cxn>
                  <a:cxn ang="0">
                    <a:pos x="516" y="221"/>
                  </a:cxn>
                  <a:cxn ang="0">
                    <a:pos x="433" y="263"/>
                  </a:cxn>
                  <a:cxn ang="0">
                    <a:pos x="352" y="303"/>
                  </a:cxn>
                  <a:cxn ang="0">
                    <a:pos x="273" y="342"/>
                  </a:cxn>
                  <a:cxn ang="0">
                    <a:pos x="201" y="378"/>
                  </a:cxn>
                  <a:cxn ang="0">
                    <a:pos x="138" y="410"/>
                  </a:cxn>
                  <a:cxn ang="0">
                    <a:pos x="87" y="437"/>
                  </a:cxn>
                  <a:cxn ang="0">
                    <a:pos x="50" y="457"/>
                  </a:cxn>
                  <a:cxn ang="0">
                    <a:pos x="28" y="469"/>
                  </a:cxn>
                  <a:cxn ang="0">
                    <a:pos x="23" y="504"/>
                  </a:cxn>
                  <a:cxn ang="0">
                    <a:pos x="29" y="675"/>
                  </a:cxn>
                  <a:cxn ang="0">
                    <a:pos x="41" y="895"/>
                  </a:cxn>
                  <a:cxn ang="0">
                    <a:pos x="52" y="1054"/>
                  </a:cxn>
                  <a:cxn ang="0">
                    <a:pos x="52" y="1082"/>
                  </a:cxn>
                  <a:cxn ang="0">
                    <a:pos x="40" y="1126"/>
                  </a:cxn>
                </a:cxnLst>
                <a:rect l="0" t="0" r="r" b="b"/>
                <a:pathLst>
                  <a:path w="933" h="1134">
                    <a:moveTo>
                      <a:pt x="35" y="1134"/>
                    </a:moveTo>
                    <a:lnTo>
                      <a:pt x="33" y="1124"/>
                    </a:lnTo>
                    <a:lnTo>
                      <a:pt x="35" y="1107"/>
                    </a:lnTo>
                    <a:lnTo>
                      <a:pt x="38" y="1089"/>
                    </a:lnTo>
                    <a:lnTo>
                      <a:pt x="40" y="1074"/>
                    </a:lnTo>
                    <a:lnTo>
                      <a:pt x="38" y="1043"/>
                    </a:lnTo>
                    <a:lnTo>
                      <a:pt x="33" y="973"/>
                    </a:lnTo>
                    <a:lnTo>
                      <a:pt x="25" y="876"/>
                    </a:lnTo>
                    <a:lnTo>
                      <a:pt x="17" y="765"/>
                    </a:lnTo>
                    <a:lnTo>
                      <a:pt x="9" y="655"/>
                    </a:lnTo>
                    <a:lnTo>
                      <a:pt x="3" y="556"/>
                    </a:lnTo>
                    <a:lnTo>
                      <a:pt x="0" y="484"/>
                    </a:lnTo>
                    <a:lnTo>
                      <a:pt x="1" y="451"/>
                    </a:lnTo>
                    <a:lnTo>
                      <a:pt x="4" y="448"/>
                    </a:lnTo>
                    <a:lnTo>
                      <a:pt x="12" y="443"/>
                    </a:lnTo>
                    <a:lnTo>
                      <a:pt x="24" y="436"/>
                    </a:lnTo>
                    <a:lnTo>
                      <a:pt x="41" y="426"/>
                    </a:lnTo>
                    <a:lnTo>
                      <a:pt x="61" y="415"/>
                    </a:lnTo>
                    <a:lnTo>
                      <a:pt x="85" y="404"/>
                    </a:lnTo>
                    <a:lnTo>
                      <a:pt x="113" y="390"/>
                    </a:lnTo>
                    <a:lnTo>
                      <a:pt x="143" y="374"/>
                    </a:lnTo>
                    <a:lnTo>
                      <a:pt x="176" y="358"/>
                    </a:lnTo>
                    <a:lnTo>
                      <a:pt x="211" y="341"/>
                    </a:lnTo>
                    <a:lnTo>
                      <a:pt x="247" y="323"/>
                    </a:lnTo>
                    <a:lnTo>
                      <a:pt x="286" y="303"/>
                    </a:lnTo>
                    <a:lnTo>
                      <a:pt x="326" y="283"/>
                    </a:lnTo>
                    <a:lnTo>
                      <a:pt x="367" y="264"/>
                    </a:lnTo>
                    <a:lnTo>
                      <a:pt x="409" y="244"/>
                    </a:lnTo>
                    <a:lnTo>
                      <a:pt x="450" y="223"/>
                    </a:lnTo>
                    <a:lnTo>
                      <a:pt x="492" y="203"/>
                    </a:lnTo>
                    <a:lnTo>
                      <a:pt x="533" y="183"/>
                    </a:lnTo>
                    <a:lnTo>
                      <a:pt x="574" y="162"/>
                    </a:lnTo>
                    <a:lnTo>
                      <a:pt x="615" y="143"/>
                    </a:lnTo>
                    <a:lnTo>
                      <a:pt x="653" y="124"/>
                    </a:lnTo>
                    <a:lnTo>
                      <a:pt x="690" y="107"/>
                    </a:lnTo>
                    <a:lnTo>
                      <a:pt x="726" y="90"/>
                    </a:lnTo>
                    <a:lnTo>
                      <a:pt x="760" y="74"/>
                    </a:lnTo>
                    <a:lnTo>
                      <a:pt x="790" y="59"/>
                    </a:lnTo>
                    <a:lnTo>
                      <a:pt x="818" y="45"/>
                    </a:lnTo>
                    <a:lnTo>
                      <a:pt x="843" y="33"/>
                    </a:lnTo>
                    <a:lnTo>
                      <a:pt x="864" y="24"/>
                    </a:lnTo>
                    <a:lnTo>
                      <a:pt x="882" y="15"/>
                    </a:lnTo>
                    <a:lnTo>
                      <a:pt x="895" y="9"/>
                    </a:lnTo>
                    <a:lnTo>
                      <a:pt x="904" y="4"/>
                    </a:lnTo>
                    <a:lnTo>
                      <a:pt x="908" y="2"/>
                    </a:lnTo>
                    <a:lnTo>
                      <a:pt x="915" y="0"/>
                    </a:lnTo>
                    <a:lnTo>
                      <a:pt x="921" y="1"/>
                    </a:lnTo>
                    <a:lnTo>
                      <a:pt x="926" y="3"/>
                    </a:lnTo>
                    <a:lnTo>
                      <a:pt x="931" y="7"/>
                    </a:lnTo>
                    <a:lnTo>
                      <a:pt x="933" y="11"/>
                    </a:lnTo>
                    <a:lnTo>
                      <a:pt x="933" y="15"/>
                    </a:lnTo>
                    <a:lnTo>
                      <a:pt x="932" y="18"/>
                    </a:lnTo>
                    <a:lnTo>
                      <a:pt x="927" y="21"/>
                    </a:lnTo>
                    <a:lnTo>
                      <a:pt x="923" y="24"/>
                    </a:lnTo>
                    <a:lnTo>
                      <a:pt x="915" y="28"/>
                    </a:lnTo>
                    <a:lnTo>
                      <a:pt x="902" y="33"/>
                    </a:lnTo>
                    <a:lnTo>
                      <a:pt x="885" y="42"/>
                    </a:lnTo>
                    <a:lnTo>
                      <a:pt x="864" y="52"/>
                    </a:lnTo>
                    <a:lnTo>
                      <a:pt x="840" y="64"/>
                    </a:lnTo>
                    <a:lnTo>
                      <a:pt x="812" y="77"/>
                    </a:lnTo>
                    <a:lnTo>
                      <a:pt x="782" y="92"/>
                    </a:lnTo>
                    <a:lnTo>
                      <a:pt x="749" y="108"/>
                    </a:lnTo>
                    <a:lnTo>
                      <a:pt x="714" y="125"/>
                    </a:lnTo>
                    <a:lnTo>
                      <a:pt x="678" y="143"/>
                    </a:lnTo>
                    <a:lnTo>
                      <a:pt x="639" y="161"/>
                    </a:lnTo>
                    <a:lnTo>
                      <a:pt x="599" y="182"/>
                    </a:lnTo>
                    <a:lnTo>
                      <a:pt x="558" y="201"/>
                    </a:lnTo>
                    <a:lnTo>
                      <a:pt x="516" y="221"/>
                    </a:lnTo>
                    <a:lnTo>
                      <a:pt x="475" y="241"/>
                    </a:lnTo>
                    <a:lnTo>
                      <a:pt x="433" y="263"/>
                    </a:lnTo>
                    <a:lnTo>
                      <a:pt x="393" y="283"/>
                    </a:lnTo>
                    <a:lnTo>
                      <a:pt x="352" y="303"/>
                    </a:lnTo>
                    <a:lnTo>
                      <a:pt x="311" y="323"/>
                    </a:lnTo>
                    <a:lnTo>
                      <a:pt x="273" y="342"/>
                    </a:lnTo>
                    <a:lnTo>
                      <a:pt x="237" y="360"/>
                    </a:lnTo>
                    <a:lnTo>
                      <a:pt x="201" y="378"/>
                    </a:lnTo>
                    <a:lnTo>
                      <a:pt x="168" y="394"/>
                    </a:lnTo>
                    <a:lnTo>
                      <a:pt x="138" y="410"/>
                    </a:lnTo>
                    <a:lnTo>
                      <a:pt x="112" y="424"/>
                    </a:lnTo>
                    <a:lnTo>
                      <a:pt x="87" y="437"/>
                    </a:lnTo>
                    <a:lnTo>
                      <a:pt x="67" y="448"/>
                    </a:lnTo>
                    <a:lnTo>
                      <a:pt x="50" y="457"/>
                    </a:lnTo>
                    <a:lnTo>
                      <a:pt x="37" y="464"/>
                    </a:lnTo>
                    <a:lnTo>
                      <a:pt x="28" y="469"/>
                    </a:lnTo>
                    <a:lnTo>
                      <a:pt x="25" y="472"/>
                    </a:lnTo>
                    <a:lnTo>
                      <a:pt x="23" y="504"/>
                    </a:lnTo>
                    <a:lnTo>
                      <a:pt x="25" y="576"/>
                    </a:lnTo>
                    <a:lnTo>
                      <a:pt x="29" y="675"/>
                    </a:lnTo>
                    <a:lnTo>
                      <a:pt x="35" y="785"/>
                    </a:lnTo>
                    <a:lnTo>
                      <a:pt x="41" y="895"/>
                    </a:lnTo>
                    <a:lnTo>
                      <a:pt x="48" y="989"/>
                    </a:lnTo>
                    <a:lnTo>
                      <a:pt x="52" y="1054"/>
                    </a:lnTo>
                    <a:lnTo>
                      <a:pt x="54" y="1076"/>
                    </a:lnTo>
                    <a:lnTo>
                      <a:pt x="52" y="1082"/>
                    </a:lnTo>
                    <a:lnTo>
                      <a:pt x="47" y="1103"/>
                    </a:lnTo>
                    <a:lnTo>
                      <a:pt x="40" y="1126"/>
                    </a:lnTo>
                    <a:lnTo>
                      <a:pt x="35" y="113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7" name="Freeform 237"/>
              <p:cNvSpPr>
                <a:spLocks/>
              </p:cNvSpPr>
              <p:nvPr/>
            </p:nvSpPr>
            <p:spPr bwMode="auto">
              <a:xfrm>
                <a:off x="546" y="944"/>
                <a:ext cx="4" cy="9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18" y="36"/>
                  </a:cxn>
                  <a:cxn ang="0">
                    <a:pos x="0" y="44"/>
                  </a:cxn>
                  <a:cxn ang="0">
                    <a:pos x="3" y="7"/>
                  </a:cxn>
                  <a:cxn ang="0">
                    <a:pos x="20" y="0"/>
                  </a:cxn>
                </a:cxnLst>
                <a:rect l="0" t="0" r="r" b="b"/>
                <a:pathLst>
                  <a:path w="20" h="44">
                    <a:moveTo>
                      <a:pt x="20" y="0"/>
                    </a:moveTo>
                    <a:lnTo>
                      <a:pt x="18" y="36"/>
                    </a:lnTo>
                    <a:lnTo>
                      <a:pt x="0" y="44"/>
                    </a:lnTo>
                    <a:lnTo>
                      <a:pt x="3" y="7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8" name="Freeform 238"/>
              <p:cNvSpPr>
                <a:spLocks/>
              </p:cNvSpPr>
              <p:nvPr/>
            </p:nvSpPr>
            <p:spPr bwMode="auto">
              <a:xfrm>
                <a:off x="553" y="951"/>
                <a:ext cx="5" cy="9"/>
              </a:xfrm>
              <a:custGeom>
                <a:avLst/>
                <a:gdLst/>
                <a:ahLst/>
                <a:cxnLst>
                  <a:cxn ang="0">
                    <a:pos x="21" y="0"/>
                  </a:cxn>
                  <a:cxn ang="0">
                    <a:pos x="19" y="37"/>
                  </a:cxn>
                  <a:cxn ang="0">
                    <a:pos x="0" y="44"/>
                  </a:cxn>
                  <a:cxn ang="0">
                    <a:pos x="2" y="8"/>
                  </a:cxn>
                  <a:cxn ang="0">
                    <a:pos x="21" y="0"/>
                  </a:cxn>
                </a:cxnLst>
                <a:rect l="0" t="0" r="r" b="b"/>
                <a:pathLst>
                  <a:path w="21" h="44">
                    <a:moveTo>
                      <a:pt x="21" y="0"/>
                    </a:moveTo>
                    <a:lnTo>
                      <a:pt x="19" y="37"/>
                    </a:lnTo>
                    <a:lnTo>
                      <a:pt x="0" y="44"/>
                    </a:lnTo>
                    <a:lnTo>
                      <a:pt x="2" y="8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9" name="Freeform 239"/>
              <p:cNvSpPr>
                <a:spLocks/>
              </p:cNvSpPr>
              <p:nvPr/>
            </p:nvSpPr>
            <p:spPr bwMode="auto">
              <a:xfrm>
                <a:off x="562" y="958"/>
                <a:ext cx="4" cy="9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19" y="36"/>
                  </a:cxn>
                  <a:cxn ang="0">
                    <a:pos x="0" y="44"/>
                  </a:cxn>
                  <a:cxn ang="0">
                    <a:pos x="2" y="8"/>
                  </a:cxn>
                  <a:cxn ang="0">
                    <a:pos x="20" y="0"/>
                  </a:cxn>
                </a:cxnLst>
                <a:rect l="0" t="0" r="r" b="b"/>
                <a:pathLst>
                  <a:path w="20" h="44">
                    <a:moveTo>
                      <a:pt x="20" y="0"/>
                    </a:moveTo>
                    <a:lnTo>
                      <a:pt x="19" y="36"/>
                    </a:lnTo>
                    <a:lnTo>
                      <a:pt x="0" y="44"/>
                    </a:lnTo>
                    <a:lnTo>
                      <a:pt x="2" y="8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0" name="Freeform 240"/>
              <p:cNvSpPr>
                <a:spLocks/>
              </p:cNvSpPr>
              <p:nvPr/>
            </p:nvSpPr>
            <p:spPr bwMode="auto">
              <a:xfrm>
                <a:off x="570" y="964"/>
                <a:ext cx="5" cy="9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19" y="37"/>
                  </a:cxn>
                  <a:cxn ang="0">
                    <a:pos x="0" y="45"/>
                  </a:cxn>
                  <a:cxn ang="0">
                    <a:pos x="2" y="8"/>
                  </a:cxn>
                  <a:cxn ang="0">
                    <a:pos x="22" y="0"/>
                  </a:cxn>
                </a:cxnLst>
                <a:rect l="0" t="0" r="r" b="b"/>
                <a:pathLst>
                  <a:path w="22" h="45">
                    <a:moveTo>
                      <a:pt x="22" y="0"/>
                    </a:moveTo>
                    <a:lnTo>
                      <a:pt x="19" y="37"/>
                    </a:lnTo>
                    <a:lnTo>
                      <a:pt x="0" y="45"/>
                    </a:lnTo>
                    <a:lnTo>
                      <a:pt x="2" y="8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1" name="Freeform 241"/>
              <p:cNvSpPr>
                <a:spLocks/>
              </p:cNvSpPr>
              <p:nvPr/>
            </p:nvSpPr>
            <p:spPr bwMode="auto">
              <a:xfrm>
                <a:off x="578" y="971"/>
                <a:ext cx="4" cy="9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18" y="36"/>
                  </a:cxn>
                  <a:cxn ang="0">
                    <a:pos x="0" y="44"/>
                  </a:cxn>
                  <a:cxn ang="0">
                    <a:pos x="2" y="8"/>
                  </a:cxn>
                  <a:cxn ang="0">
                    <a:pos x="20" y="0"/>
                  </a:cxn>
                </a:cxnLst>
                <a:rect l="0" t="0" r="r" b="b"/>
                <a:pathLst>
                  <a:path w="20" h="44">
                    <a:moveTo>
                      <a:pt x="20" y="0"/>
                    </a:moveTo>
                    <a:lnTo>
                      <a:pt x="18" y="36"/>
                    </a:lnTo>
                    <a:lnTo>
                      <a:pt x="0" y="44"/>
                    </a:lnTo>
                    <a:lnTo>
                      <a:pt x="2" y="8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2" name="Freeform 242"/>
              <p:cNvSpPr>
                <a:spLocks/>
              </p:cNvSpPr>
              <p:nvPr/>
            </p:nvSpPr>
            <p:spPr bwMode="auto">
              <a:xfrm>
                <a:off x="586" y="978"/>
                <a:ext cx="4" cy="9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19" y="35"/>
                  </a:cxn>
                  <a:cxn ang="0">
                    <a:pos x="0" y="44"/>
                  </a:cxn>
                  <a:cxn ang="0">
                    <a:pos x="2" y="7"/>
                  </a:cxn>
                  <a:cxn ang="0">
                    <a:pos x="20" y="0"/>
                  </a:cxn>
                </a:cxnLst>
                <a:rect l="0" t="0" r="r" b="b"/>
                <a:pathLst>
                  <a:path w="20" h="44">
                    <a:moveTo>
                      <a:pt x="20" y="0"/>
                    </a:moveTo>
                    <a:lnTo>
                      <a:pt x="19" y="35"/>
                    </a:lnTo>
                    <a:lnTo>
                      <a:pt x="0" y="44"/>
                    </a:lnTo>
                    <a:lnTo>
                      <a:pt x="2" y="7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3" name="Freeform 243"/>
              <p:cNvSpPr>
                <a:spLocks/>
              </p:cNvSpPr>
              <p:nvPr/>
            </p:nvSpPr>
            <p:spPr bwMode="auto">
              <a:xfrm>
                <a:off x="594" y="981"/>
                <a:ext cx="5" cy="13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23" y="55"/>
                  </a:cxn>
                  <a:cxn ang="0">
                    <a:pos x="4" y="66"/>
                  </a:cxn>
                  <a:cxn ang="0">
                    <a:pos x="0" y="8"/>
                  </a:cxn>
                  <a:cxn ang="0">
                    <a:pos x="20" y="0"/>
                  </a:cxn>
                </a:cxnLst>
                <a:rect l="0" t="0" r="r" b="b"/>
                <a:pathLst>
                  <a:path w="23" h="66">
                    <a:moveTo>
                      <a:pt x="20" y="0"/>
                    </a:moveTo>
                    <a:lnTo>
                      <a:pt x="23" y="55"/>
                    </a:lnTo>
                    <a:lnTo>
                      <a:pt x="4" y="66"/>
                    </a:lnTo>
                    <a:lnTo>
                      <a:pt x="0" y="8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4" name="Freeform 244"/>
              <p:cNvSpPr>
                <a:spLocks/>
              </p:cNvSpPr>
              <p:nvPr/>
            </p:nvSpPr>
            <p:spPr bwMode="auto">
              <a:xfrm>
                <a:off x="427" y="991"/>
                <a:ext cx="180" cy="224"/>
              </a:xfrm>
              <a:custGeom>
                <a:avLst/>
                <a:gdLst/>
                <a:ahLst/>
                <a:cxnLst>
                  <a:cxn ang="0">
                    <a:pos x="62" y="1055"/>
                  </a:cxn>
                  <a:cxn ang="0">
                    <a:pos x="866" y="576"/>
                  </a:cxn>
                  <a:cxn ang="0">
                    <a:pos x="870" y="7"/>
                  </a:cxn>
                  <a:cxn ang="0">
                    <a:pos x="897" y="0"/>
                  </a:cxn>
                  <a:cxn ang="0">
                    <a:pos x="893" y="599"/>
                  </a:cxn>
                  <a:cxn ang="0">
                    <a:pos x="76" y="1074"/>
                  </a:cxn>
                  <a:cxn ang="0">
                    <a:pos x="72" y="1077"/>
                  </a:cxn>
                  <a:cxn ang="0">
                    <a:pos x="64" y="1084"/>
                  </a:cxn>
                  <a:cxn ang="0">
                    <a:pos x="52" y="1094"/>
                  </a:cxn>
                  <a:cxn ang="0">
                    <a:pos x="38" y="1104"/>
                  </a:cxn>
                  <a:cxn ang="0">
                    <a:pos x="24" y="1114"/>
                  </a:cxn>
                  <a:cxn ang="0">
                    <a:pos x="13" y="1120"/>
                  </a:cxn>
                  <a:cxn ang="0">
                    <a:pos x="4" y="1122"/>
                  </a:cxn>
                  <a:cxn ang="0">
                    <a:pos x="0" y="1118"/>
                  </a:cxn>
                  <a:cxn ang="0">
                    <a:pos x="2" y="1108"/>
                  </a:cxn>
                  <a:cxn ang="0">
                    <a:pos x="8" y="1098"/>
                  </a:cxn>
                  <a:cxn ang="0">
                    <a:pos x="18" y="1087"/>
                  </a:cxn>
                  <a:cxn ang="0">
                    <a:pos x="30" y="1077"/>
                  </a:cxn>
                  <a:cxn ang="0">
                    <a:pos x="42" y="1069"/>
                  </a:cxn>
                  <a:cxn ang="0">
                    <a:pos x="52" y="1061"/>
                  </a:cxn>
                  <a:cxn ang="0">
                    <a:pos x="59" y="1057"/>
                  </a:cxn>
                  <a:cxn ang="0">
                    <a:pos x="62" y="1055"/>
                  </a:cxn>
                </a:cxnLst>
                <a:rect l="0" t="0" r="r" b="b"/>
                <a:pathLst>
                  <a:path w="897" h="1122">
                    <a:moveTo>
                      <a:pt x="62" y="1055"/>
                    </a:moveTo>
                    <a:lnTo>
                      <a:pt x="866" y="576"/>
                    </a:lnTo>
                    <a:lnTo>
                      <a:pt x="870" y="7"/>
                    </a:lnTo>
                    <a:lnTo>
                      <a:pt x="897" y="0"/>
                    </a:lnTo>
                    <a:lnTo>
                      <a:pt x="893" y="599"/>
                    </a:lnTo>
                    <a:lnTo>
                      <a:pt x="76" y="1074"/>
                    </a:lnTo>
                    <a:lnTo>
                      <a:pt x="72" y="1077"/>
                    </a:lnTo>
                    <a:lnTo>
                      <a:pt x="64" y="1084"/>
                    </a:lnTo>
                    <a:lnTo>
                      <a:pt x="52" y="1094"/>
                    </a:lnTo>
                    <a:lnTo>
                      <a:pt x="38" y="1104"/>
                    </a:lnTo>
                    <a:lnTo>
                      <a:pt x="24" y="1114"/>
                    </a:lnTo>
                    <a:lnTo>
                      <a:pt x="13" y="1120"/>
                    </a:lnTo>
                    <a:lnTo>
                      <a:pt x="4" y="1122"/>
                    </a:lnTo>
                    <a:lnTo>
                      <a:pt x="0" y="1118"/>
                    </a:lnTo>
                    <a:lnTo>
                      <a:pt x="2" y="1108"/>
                    </a:lnTo>
                    <a:lnTo>
                      <a:pt x="8" y="1098"/>
                    </a:lnTo>
                    <a:lnTo>
                      <a:pt x="18" y="1087"/>
                    </a:lnTo>
                    <a:lnTo>
                      <a:pt x="30" y="1077"/>
                    </a:lnTo>
                    <a:lnTo>
                      <a:pt x="42" y="1069"/>
                    </a:lnTo>
                    <a:lnTo>
                      <a:pt x="52" y="1061"/>
                    </a:lnTo>
                    <a:lnTo>
                      <a:pt x="59" y="1057"/>
                    </a:lnTo>
                    <a:lnTo>
                      <a:pt x="62" y="105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5" name="Freeform 245"/>
              <p:cNvSpPr>
                <a:spLocks/>
              </p:cNvSpPr>
              <p:nvPr/>
            </p:nvSpPr>
            <p:spPr bwMode="auto">
              <a:xfrm>
                <a:off x="293" y="1021"/>
                <a:ext cx="124" cy="243"/>
              </a:xfrm>
              <a:custGeom>
                <a:avLst/>
                <a:gdLst/>
                <a:ahLst/>
                <a:cxnLst>
                  <a:cxn ang="0">
                    <a:pos x="619" y="506"/>
                  </a:cxn>
                  <a:cxn ang="0">
                    <a:pos x="39" y="0"/>
                  </a:cxn>
                  <a:cxn ang="0">
                    <a:pos x="0" y="18"/>
                  </a:cxn>
                  <a:cxn ang="0">
                    <a:pos x="3" y="664"/>
                  </a:cxn>
                  <a:cxn ang="0">
                    <a:pos x="624" y="1215"/>
                  </a:cxn>
                  <a:cxn ang="0">
                    <a:pos x="619" y="506"/>
                  </a:cxn>
                </a:cxnLst>
                <a:rect l="0" t="0" r="r" b="b"/>
                <a:pathLst>
                  <a:path w="624" h="1215">
                    <a:moveTo>
                      <a:pt x="619" y="506"/>
                    </a:moveTo>
                    <a:lnTo>
                      <a:pt x="39" y="0"/>
                    </a:lnTo>
                    <a:lnTo>
                      <a:pt x="0" y="18"/>
                    </a:lnTo>
                    <a:lnTo>
                      <a:pt x="3" y="664"/>
                    </a:lnTo>
                    <a:lnTo>
                      <a:pt x="624" y="1215"/>
                    </a:lnTo>
                    <a:lnTo>
                      <a:pt x="619" y="506"/>
                    </a:lnTo>
                    <a:close/>
                  </a:path>
                </a:pathLst>
              </a:custGeom>
              <a:solidFill>
                <a:srgbClr val="7FB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6" name="Freeform 246"/>
              <p:cNvSpPr>
                <a:spLocks/>
              </p:cNvSpPr>
              <p:nvPr/>
            </p:nvSpPr>
            <p:spPr bwMode="auto">
              <a:xfrm>
                <a:off x="296" y="1025"/>
                <a:ext cx="117" cy="103"/>
              </a:xfrm>
              <a:custGeom>
                <a:avLst/>
                <a:gdLst/>
                <a:ahLst/>
                <a:cxnLst>
                  <a:cxn ang="0">
                    <a:pos x="25" y="0"/>
                  </a:cxn>
                  <a:cxn ang="0">
                    <a:pos x="587" y="491"/>
                  </a:cxn>
                  <a:cxn ang="0">
                    <a:pos x="587" y="517"/>
                  </a:cxn>
                  <a:cxn ang="0">
                    <a:pos x="0" y="8"/>
                  </a:cxn>
                  <a:cxn ang="0">
                    <a:pos x="25" y="0"/>
                  </a:cxn>
                </a:cxnLst>
                <a:rect l="0" t="0" r="r" b="b"/>
                <a:pathLst>
                  <a:path w="587" h="517">
                    <a:moveTo>
                      <a:pt x="25" y="0"/>
                    </a:moveTo>
                    <a:lnTo>
                      <a:pt x="587" y="491"/>
                    </a:lnTo>
                    <a:lnTo>
                      <a:pt x="587" y="517"/>
                    </a:lnTo>
                    <a:lnTo>
                      <a:pt x="0" y="8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7" name="Freeform 247"/>
              <p:cNvSpPr>
                <a:spLocks/>
              </p:cNvSpPr>
              <p:nvPr/>
            </p:nvSpPr>
            <p:spPr bwMode="auto">
              <a:xfrm>
                <a:off x="412" y="994"/>
                <a:ext cx="217" cy="281"/>
              </a:xfrm>
              <a:custGeom>
                <a:avLst/>
                <a:gdLst/>
                <a:ahLst/>
                <a:cxnLst>
                  <a:cxn ang="0">
                    <a:pos x="0" y="1394"/>
                  </a:cxn>
                  <a:cxn ang="0">
                    <a:pos x="0" y="541"/>
                  </a:cxn>
                  <a:cxn ang="0">
                    <a:pos x="1057" y="0"/>
                  </a:cxn>
                  <a:cxn ang="0">
                    <a:pos x="1084" y="16"/>
                  </a:cxn>
                  <a:cxn ang="0">
                    <a:pos x="1086" y="855"/>
                  </a:cxn>
                  <a:cxn ang="0">
                    <a:pos x="40" y="1405"/>
                  </a:cxn>
                  <a:cxn ang="0">
                    <a:pos x="0" y="1394"/>
                  </a:cxn>
                </a:cxnLst>
                <a:rect l="0" t="0" r="r" b="b"/>
                <a:pathLst>
                  <a:path w="1086" h="1405">
                    <a:moveTo>
                      <a:pt x="0" y="1394"/>
                    </a:moveTo>
                    <a:lnTo>
                      <a:pt x="0" y="541"/>
                    </a:lnTo>
                    <a:lnTo>
                      <a:pt x="1057" y="0"/>
                    </a:lnTo>
                    <a:lnTo>
                      <a:pt x="1084" y="16"/>
                    </a:lnTo>
                    <a:lnTo>
                      <a:pt x="1086" y="855"/>
                    </a:lnTo>
                    <a:lnTo>
                      <a:pt x="40" y="1405"/>
                    </a:lnTo>
                    <a:lnTo>
                      <a:pt x="0" y="139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8" name="Freeform 248"/>
              <p:cNvSpPr>
                <a:spLocks/>
              </p:cNvSpPr>
              <p:nvPr/>
            </p:nvSpPr>
            <p:spPr bwMode="auto">
              <a:xfrm>
                <a:off x="419" y="1002"/>
                <a:ext cx="207" cy="268"/>
              </a:xfrm>
              <a:custGeom>
                <a:avLst/>
                <a:gdLst/>
                <a:ahLst/>
                <a:cxnLst>
                  <a:cxn ang="0">
                    <a:pos x="1030" y="0"/>
                  </a:cxn>
                  <a:cxn ang="0">
                    <a:pos x="1031" y="793"/>
                  </a:cxn>
                  <a:cxn ang="0">
                    <a:pos x="1" y="1340"/>
                  </a:cxn>
                  <a:cxn ang="0">
                    <a:pos x="0" y="536"/>
                  </a:cxn>
                  <a:cxn ang="0">
                    <a:pos x="1030" y="0"/>
                  </a:cxn>
                </a:cxnLst>
                <a:rect l="0" t="0" r="r" b="b"/>
                <a:pathLst>
                  <a:path w="1031" h="1340">
                    <a:moveTo>
                      <a:pt x="1030" y="0"/>
                    </a:moveTo>
                    <a:lnTo>
                      <a:pt x="1031" y="793"/>
                    </a:lnTo>
                    <a:lnTo>
                      <a:pt x="1" y="1340"/>
                    </a:lnTo>
                    <a:lnTo>
                      <a:pt x="0" y="536"/>
                    </a:lnTo>
                    <a:lnTo>
                      <a:pt x="1030" y="0"/>
                    </a:lnTo>
                    <a:close/>
                  </a:path>
                </a:pathLst>
              </a:custGeom>
              <a:solidFill>
                <a:srgbClr val="7FB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9" name="Freeform 249"/>
              <p:cNvSpPr>
                <a:spLocks/>
              </p:cNvSpPr>
              <p:nvPr/>
            </p:nvSpPr>
            <p:spPr bwMode="auto">
              <a:xfrm>
                <a:off x="495" y="1064"/>
                <a:ext cx="66" cy="85"/>
              </a:xfrm>
              <a:custGeom>
                <a:avLst/>
                <a:gdLst/>
                <a:ahLst/>
                <a:cxnLst>
                  <a:cxn ang="0">
                    <a:pos x="0" y="418"/>
                  </a:cxn>
                  <a:cxn ang="0">
                    <a:pos x="0" y="162"/>
                  </a:cxn>
                  <a:cxn ang="0">
                    <a:pos x="318" y="0"/>
                  </a:cxn>
                  <a:cxn ang="0">
                    <a:pos x="326" y="6"/>
                  </a:cxn>
                  <a:cxn ang="0">
                    <a:pos x="326" y="252"/>
                  </a:cxn>
                  <a:cxn ang="0">
                    <a:pos x="13" y="422"/>
                  </a:cxn>
                  <a:cxn ang="0">
                    <a:pos x="0" y="418"/>
                  </a:cxn>
                </a:cxnLst>
                <a:rect l="0" t="0" r="r" b="b"/>
                <a:pathLst>
                  <a:path w="326" h="422">
                    <a:moveTo>
                      <a:pt x="0" y="418"/>
                    </a:moveTo>
                    <a:lnTo>
                      <a:pt x="0" y="162"/>
                    </a:lnTo>
                    <a:lnTo>
                      <a:pt x="318" y="0"/>
                    </a:lnTo>
                    <a:lnTo>
                      <a:pt x="326" y="6"/>
                    </a:lnTo>
                    <a:lnTo>
                      <a:pt x="326" y="252"/>
                    </a:lnTo>
                    <a:lnTo>
                      <a:pt x="13" y="422"/>
                    </a:lnTo>
                    <a:lnTo>
                      <a:pt x="0" y="41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50" name="Freeform 250"/>
              <p:cNvSpPr>
                <a:spLocks/>
              </p:cNvSpPr>
              <p:nvPr/>
            </p:nvSpPr>
            <p:spPr bwMode="auto">
              <a:xfrm>
                <a:off x="498" y="1067"/>
                <a:ext cx="62" cy="80"/>
              </a:xfrm>
              <a:custGeom>
                <a:avLst/>
                <a:gdLst/>
                <a:ahLst/>
                <a:cxnLst>
                  <a:cxn ang="0">
                    <a:pos x="310" y="0"/>
                  </a:cxn>
                  <a:cxn ang="0">
                    <a:pos x="306" y="234"/>
                  </a:cxn>
                  <a:cxn ang="0">
                    <a:pos x="1" y="401"/>
                  </a:cxn>
                  <a:cxn ang="0">
                    <a:pos x="0" y="160"/>
                  </a:cxn>
                  <a:cxn ang="0">
                    <a:pos x="310" y="0"/>
                  </a:cxn>
                </a:cxnLst>
                <a:rect l="0" t="0" r="r" b="b"/>
                <a:pathLst>
                  <a:path w="310" h="401">
                    <a:moveTo>
                      <a:pt x="310" y="0"/>
                    </a:moveTo>
                    <a:lnTo>
                      <a:pt x="306" y="234"/>
                    </a:lnTo>
                    <a:lnTo>
                      <a:pt x="1" y="401"/>
                    </a:lnTo>
                    <a:lnTo>
                      <a:pt x="0" y="160"/>
                    </a:lnTo>
                    <a:lnTo>
                      <a:pt x="310" y="0"/>
                    </a:lnTo>
                    <a:close/>
                  </a:path>
                </a:pathLst>
              </a:custGeom>
              <a:solidFill>
                <a:srgbClr val="7FB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51" name="Freeform 251"/>
              <p:cNvSpPr>
                <a:spLocks/>
              </p:cNvSpPr>
              <p:nvPr/>
            </p:nvSpPr>
            <p:spPr bwMode="auto">
              <a:xfrm>
                <a:off x="503" y="1078"/>
                <a:ext cx="51" cy="58"/>
              </a:xfrm>
              <a:custGeom>
                <a:avLst/>
                <a:gdLst/>
                <a:ahLst/>
                <a:cxnLst>
                  <a:cxn ang="0">
                    <a:pos x="255" y="0"/>
                  </a:cxn>
                  <a:cxn ang="0">
                    <a:pos x="252" y="155"/>
                  </a:cxn>
                  <a:cxn ang="0">
                    <a:pos x="2" y="290"/>
                  </a:cxn>
                  <a:cxn ang="0">
                    <a:pos x="0" y="128"/>
                  </a:cxn>
                  <a:cxn ang="0">
                    <a:pos x="255" y="0"/>
                  </a:cxn>
                </a:cxnLst>
                <a:rect l="0" t="0" r="r" b="b"/>
                <a:pathLst>
                  <a:path w="255" h="290">
                    <a:moveTo>
                      <a:pt x="255" y="0"/>
                    </a:moveTo>
                    <a:lnTo>
                      <a:pt x="252" y="155"/>
                    </a:lnTo>
                    <a:lnTo>
                      <a:pt x="2" y="290"/>
                    </a:lnTo>
                    <a:lnTo>
                      <a:pt x="0" y="128"/>
                    </a:lnTo>
                    <a:lnTo>
                      <a:pt x="2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52" name="Freeform 252"/>
              <p:cNvSpPr>
                <a:spLocks/>
              </p:cNvSpPr>
              <p:nvPr/>
            </p:nvSpPr>
            <p:spPr bwMode="auto">
              <a:xfrm>
                <a:off x="499" y="1139"/>
                <a:ext cx="77" cy="54"/>
              </a:xfrm>
              <a:custGeom>
                <a:avLst/>
                <a:gdLst/>
                <a:ahLst/>
                <a:cxnLst>
                  <a:cxn ang="0">
                    <a:pos x="2" y="204"/>
                  </a:cxn>
                  <a:cxn ang="0">
                    <a:pos x="2" y="224"/>
                  </a:cxn>
                  <a:cxn ang="0">
                    <a:pos x="15" y="228"/>
                  </a:cxn>
                  <a:cxn ang="0">
                    <a:pos x="28" y="224"/>
                  </a:cxn>
                  <a:cxn ang="0">
                    <a:pos x="43" y="219"/>
                  </a:cxn>
                  <a:cxn ang="0">
                    <a:pos x="56" y="217"/>
                  </a:cxn>
                  <a:cxn ang="0">
                    <a:pos x="65" y="222"/>
                  </a:cxn>
                  <a:cxn ang="0">
                    <a:pos x="73" y="238"/>
                  </a:cxn>
                  <a:cxn ang="0">
                    <a:pos x="85" y="257"/>
                  </a:cxn>
                  <a:cxn ang="0">
                    <a:pos x="101" y="270"/>
                  </a:cxn>
                  <a:cxn ang="0">
                    <a:pos x="120" y="271"/>
                  </a:cxn>
                  <a:cxn ang="0">
                    <a:pos x="150" y="264"/>
                  </a:cxn>
                  <a:cxn ang="0">
                    <a:pos x="189" y="248"/>
                  </a:cxn>
                  <a:cxn ang="0">
                    <a:pos x="236" y="223"/>
                  </a:cxn>
                  <a:cxn ang="0">
                    <a:pos x="289" y="189"/>
                  </a:cxn>
                  <a:cxn ang="0">
                    <a:pos x="337" y="150"/>
                  </a:cxn>
                  <a:cxn ang="0">
                    <a:pos x="371" y="114"/>
                  </a:cxn>
                  <a:cxn ang="0">
                    <a:pos x="385" y="86"/>
                  </a:cxn>
                  <a:cxn ang="0">
                    <a:pos x="379" y="70"/>
                  </a:cxn>
                  <a:cxn ang="0">
                    <a:pos x="366" y="63"/>
                  </a:cxn>
                  <a:cxn ang="0">
                    <a:pos x="352" y="59"/>
                  </a:cxn>
                  <a:cxn ang="0">
                    <a:pos x="342" y="53"/>
                  </a:cxn>
                  <a:cxn ang="0">
                    <a:pos x="342" y="44"/>
                  </a:cxn>
                  <a:cxn ang="0">
                    <a:pos x="352" y="38"/>
                  </a:cxn>
                  <a:cxn ang="0">
                    <a:pos x="361" y="17"/>
                  </a:cxn>
                  <a:cxn ang="0">
                    <a:pos x="352" y="1"/>
                  </a:cxn>
                  <a:cxn ang="0">
                    <a:pos x="335" y="2"/>
                  </a:cxn>
                  <a:cxn ang="0">
                    <a:pos x="317" y="11"/>
                  </a:cxn>
                  <a:cxn ang="0">
                    <a:pos x="295" y="23"/>
                  </a:cxn>
                  <a:cxn ang="0">
                    <a:pos x="278" y="35"/>
                  </a:cxn>
                  <a:cxn ang="0">
                    <a:pos x="269" y="52"/>
                  </a:cxn>
                  <a:cxn ang="0">
                    <a:pos x="276" y="68"/>
                  </a:cxn>
                  <a:cxn ang="0">
                    <a:pos x="281" y="72"/>
                  </a:cxn>
                  <a:cxn ang="0">
                    <a:pos x="301" y="75"/>
                  </a:cxn>
                  <a:cxn ang="0">
                    <a:pos x="315" y="71"/>
                  </a:cxn>
                  <a:cxn ang="0">
                    <a:pos x="326" y="75"/>
                  </a:cxn>
                  <a:cxn ang="0">
                    <a:pos x="323" y="93"/>
                  </a:cxn>
                  <a:cxn ang="0">
                    <a:pos x="303" y="115"/>
                  </a:cxn>
                  <a:cxn ang="0">
                    <a:pos x="275" y="140"/>
                  </a:cxn>
                  <a:cxn ang="0">
                    <a:pos x="248" y="160"/>
                  </a:cxn>
                  <a:cxn ang="0">
                    <a:pos x="230" y="173"/>
                  </a:cxn>
                  <a:cxn ang="0">
                    <a:pos x="197" y="194"/>
                  </a:cxn>
                  <a:cxn ang="0">
                    <a:pos x="157" y="216"/>
                  </a:cxn>
                  <a:cxn ang="0">
                    <a:pos x="121" y="227"/>
                  </a:cxn>
                  <a:cxn ang="0">
                    <a:pos x="96" y="218"/>
                  </a:cxn>
                  <a:cxn ang="0">
                    <a:pos x="85" y="204"/>
                  </a:cxn>
                  <a:cxn ang="0">
                    <a:pos x="87" y="190"/>
                  </a:cxn>
                  <a:cxn ang="0">
                    <a:pos x="96" y="182"/>
                  </a:cxn>
                  <a:cxn ang="0">
                    <a:pos x="107" y="159"/>
                  </a:cxn>
                  <a:cxn ang="0">
                    <a:pos x="99" y="145"/>
                  </a:cxn>
                  <a:cxn ang="0">
                    <a:pos x="82" y="147"/>
                  </a:cxn>
                  <a:cxn ang="0">
                    <a:pos x="58" y="159"/>
                  </a:cxn>
                  <a:cxn ang="0">
                    <a:pos x="32" y="174"/>
                  </a:cxn>
                  <a:cxn ang="0">
                    <a:pos x="11" y="189"/>
                  </a:cxn>
                </a:cxnLst>
                <a:rect l="0" t="0" r="r" b="b"/>
                <a:pathLst>
                  <a:path w="385" h="272">
                    <a:moveTo>
                      <a:pt x="6" y="194"/>
                    </a:moveTo>
                    <a:lnTo>
                      <a:pt x="2" y="204"/>
                    </a:lnTo>
                    <a:lnTo>
                      <a:pt x="0" y="214"/>
                    </a:lnTo>
                    <a:lnTo>
                      <a:pt x="2" y="224"/>
                    </a:lnTo>
                    <a:lnTo>
                      <a:pt x="9" y="228"/>
                    </a:lnTo>
                    <a:lnTo>
                      <a:pt x="15" y="228"/>
                    </a:lnTo>
                    <a:lnTo>
                      <a:pt x="21" y="227"/>
                    </a:lnTo>
                    <a:lnTo>
                      <a:pt x="28" y="224"/>
                    </a:lnTo>
                    <a:lnTo>
                      <a:pt x="37" y="222"/>
                    </a:lnTo>
                    <a:lnTo>
                      <a:pt x="43" y="219"/>
                    </a:lnTo>
                    <a:lnTo>
                      <a:pt x="51" y="218"/>
                    </a:lnTo>
                    <a:lnTo>
                      <a:pt x="56" y="217"/>
                    </a:lnTo>
                    <a:lnTo>
                      <a:pt x="60" y="218"/>
                    </a:lnTo>
                    <a:lnTo>
                      <a:pt x="65" y="222"/>
                    </a:lnTo>
                    <a:lnTo>
                      <a:pt x="69" y="229"/>
                    </a:lnTo>
                    <a:lnTo>
                      <a:pt x="73" y="238"/>
                    </a:lnTo>
                    <a:lnTo>
                      <a:pt x="79" y="248"/>
                    </a:lnTo>
                    <a:lnTo>
                      <a:pt x="85" y="257"/>
                    </a:lnTo>
                    <a:lnTo>
                      <a:pt x="92" y="265"/>
                    </a:lnTo>
                    <a:lnTo>
                      <a:pt x="101" y="270"/>
                    </a:lnTo>
                    <a:lnTo>
                      <a:pt x="110" y="272"/>
                    </a:lnTo>
                    <a:lnTo>
                      <a:pt x="120" y="271"/>
                    </a:lnTo>
                    <a:lnTo>
                      <a:pt x="134" y="268"/>
                    </a:lnTo>
                    <a:lnTo>
                      <a:pt x="150" y="264"/>
                    </a:lnTo>
                    <a:lnTo>
                      <a:pt x="168" y="257"/>
                    </a:lnTo>
                    <a:lnTo>
                      <a:pt x="189" y="248"/>
                    </a:lnTo>
                    <a:lnTo>
                      <a:pt x="211" y="237"/>
                    </a:lnTo>
                    <a:lnTo>
                      <a:pt x="236" y="223"/>
                    </a:lnTo>
                    <a:lnTo>
                      <a:pt x="262" y="207"/>
                    </a:lnTo>
                    <a:lnTo>
                      <a:pt x="289" y="189"/>
                    </a:lnTo>
                    <a:lnTo>
                      <a:pt x="315" y="170"/>
                    </a:lnTo>
                    <a:lnTo>
                      <a:pt x="337" y="150"/>
                    </a:lnTo>
                    <a:lnTo>
                      <a:pt x="356" y="131"/>
                    </a:lnTo>
                    <a:lnTo>
                      <a:pt x="371" y="114"/>
                    </a:lnTo>
                    <a:lnTo>
                      <a:pt x="381" y="98"/>
                    </a:lnTo>
                    <a:lnTo>
                      <a:pt x="385" y="86"/>
                    </a:lnTo>
                    <a:lnTo>
                      <a:pt x="384" y="77"/>
                    </a:lnTo>
                    <a:lnTo>
                      <a:pt x="379" y="70"/>
                    </a:lnTo>
                    <a:lnTo>
                      <a:pt x="372" y="66"/>
                    </a:lnTo>
                    <a:lnTo>
                      <a:pt x="366" y="63"/>
                    </a:lnTo>
                    <a:lnTo>
                      <a:pt x="358" y="61"/>
                    </a:lnTo>
                    <a:lnTo>
                      <a:pt x="352" y="59"/>
                    </a:lnTo>
                    <a:lnTo>
                      <a:pt x="347" y="56"/>
                    </a:lnTo>
                    <a:lnTo>
                      <a:pt x="342" y="53"/>
                    </a:lnTo>
                    <a:lnTo>
                      <a:pt x="341" y="49"/>
                    </a:lnTo>
                    <a:lnTo>
                      <a:pt x="342" y="44"/>
                    </a:lnTo>
                    <a:lnTo>
                      <a:pt x="347" y="41"/>
                    </a:lnTo>
                    <a:lnTo>
                      <a:pt x="352" y="38"/>
                    </a:lnTo>
                    <a:lnTo>
                      <a:pt x="357" y="30"/>
                    </a:lnTo>
                    <a:lnTo>
                      <a:pt x="361" y="17"/>
                    </a:lnTo>
                    <a:lnTo>
                      <a:pt x="358" y="7"/>
                    </a:lnTo>
                    <a:lnTo>
                      <a:pt x="352" y="1"/>
                    </a:lnTo>
                    <a:lnTo>
                      <a:pt x="342" y="0"/>
                    </a:lnTo>
                    <a:lnTo>
                      <a:pt x="335" y="2"/>
                    </a:lnTo>
                    <a:lnTo>
                      <a:pt x="326" y="6"/>
                    </a:lnTo>
                    <a:lnTo>
                      <a:pt x="317" y="11"/>
                    </a:lnTo>
                    <a:lnTo>
                      <a:pt x="306" y="17"/>
                    </a:lnTo>
                    <a:lnTo>
                      <a:pt x="295" y="23"/>
                    </a:lnTo>
                    <a:lnTo>
                      <a:pt x="287" y="30"/>
                    </a:lnTo>
                    <a:lnTo>
                      <a:pt x="278" y="35"/>
                    </a:lnTo>
                    <a:lnTo>
                      <a:pt x="273" y="41"/>
                    </a:lnTo>
                    <a:lnTo>
                      <a:pt x="269" y="52"/>
                    </a:lnTo>
                    <a:lnTo>
                      <a:pt x="271" y="62"/>
                    </a:lnTo>
                    <a:lnTo>
                      <a:pt x="276" y="68"/>
                    </a:lnTo>
                    <a:lnTo>
                      <a:pt x="278" y="71"/>
                    </a:lnTo>
                    <a:lnTo>
                      <a:pt x="281" y="72"/>
                    </a:lnTo>
                    <a:lnTo>
                      <a:pt x="290" y="74"/>
                    </a:lnTo>
                    <a:lnTo>
                      <a:pt x="301" y="75"/>
                    </a:lnTo>
                    <a:lnTo>
                      <a:pt x="308" y="74"/>
                    </a:lnTo>
                    <a:lnTo>
                      <a:pt x="315" y="71"/>
                    </a:lnTo>
                    <a:lnTo>
                      <a:pt x="321" y="71"/>
                    </a:lnTo>
                    <a:lnTo>
                      <a:pt x="326" y="75"/>
                    </a:lnTo>
                    <a:lnTo>
                      <a:pt x="327" y="84"/>
                    </a:lnTo>
                    <a:lnTo>
                      <a:pt x="323" y="93"/>
                    </a:lnTo>
                    <a:lnTo>
                      <a:pt x="315" y="103"/>
                    </a:lnTo>
                    <a:lnTo>
                      <a:pt x="303" y="115"/>
                    </a:lnTo>
                    <a:lnTo>
                      <a:pt x="289" y="128"/>
                    </a:lnTo>
                    <a:lnTo>
                      <a:pt x="275" y="140"/>
                    </a:lnTo>
                    <a:lnTo>
                      <a:pt x="261" y="151"/>
                    </a:lnTo>
                    <a:lnTo>
                      <a:pt x="248" y="160"/>
                    </a:lnTo>
                    <a:lnTo>
                      <a:pt x="240" y="166"/>
                    </a:lnTo>
                    <a:lnTo>
                      <a:pt x="230" y="173"/>
                    </a:lnTo>
                    <a:lnTo>
                      <a:pt x="215" y="182"/>
                    </a:lnTo>
                    <a:lnTo>
                      <a:pt x="197" y="194"/>
                    </a:lnTo>
                    <a:lnTo>
                      <a:pt x="178" y="206"/>
                    </a:lnTo>
                    <a:lnTo>
                      <a:pt x="157" y="216"/>
                    </a:lnTo>
                    <a:lnTo>
                      <a:pt x="138" y="224"/>
                    </a:lnTo>
                    <a:lnTo>
                      <a:pt x="121" y="227"/>
                    </a:lnTo>
                    <a:lnTo>
                      <a:pt x="110" y="226"/>
                    </a:lnTo>
                    <a:lnTo>
                      <a:pt x="96" y="218"/>
                    </a:lnTo>
                    <a:lnTo>
                      <a:pt x="88" y="210"/>
                    </a:lnTo>
                    <a:lnTo>
                      <a:pt x="85" y="204"/>
                    </a:lnTo>
                    <a:lnTo>
                      <a:pt x="85" y="196"/>
                    </a:lnTo>
                    <a:lnTo>
                      <a:pt x="87" y="190"/>
                    </a:lnTo>
                    <a:lnTo>
                      <a:pt x="90" y="187"/>
                    </a:lnTo>
                    <a:lnTo>
                      <a:pt x="96" y="182"/>
                    </a:lnTo>
                    <a:lnTo>
                      <a:pt x="102" y="172"/>
                    </a:lnTo>
                    <a:lnTo>
                      <a:pt x="107" y="159"/>
                    </a:lnTo>
                    <a:lnTo>
                      <a:pt x="105" y="149"/>
                    </a:lnTo>
                    <a:lnTo>
                      <a:pt x="99" y="145"/>
                    </a:lnTo>
                    <a:lnTo>
                      <a:pt x="89" y="145"/>
                    </a:lnTo>
                    <a:lnTo>
                      <a:pt x="82" y="147"/>
                    </a:lnTo>
                    <a:lnTo>
                      <a:pt x="71" y="153"/>
                    </a:lnTo>
                    <a:lnTo>
                      <a:pt x="58" y="159"/>
                    </a:lnTo>
                    <a:lnTo>
                      <a:pt x="44" y="166"/>
                    </a:lnTo>
                    <a:lnTo>
                      <a:pt x="32" y="174"/>
                    </a:lnTo>
                    <a:lnTo>
                      <a:pt x="20" y="181"/>
                    </a:lnTo>
                    <a:lnTo>
                      <a:pt x="11" y="189"/>
                    </a:lnTo>
                    <a:lnTo>
                      <a:pt x="6" y="19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53" name="Freeform 253"/>
              <p:cNvSpPr>
                <a:spLocks/>
              </p:cNvSpPr>
              <p:nvPr/>
            </p:nvSpPr>
            <p:spPr bwMode="auto">
              <a:xfrm>
                <a:off x="501" y="1141"/>
                <a:ext cx="73" cy="50"/>
              </a:xfrm>
              <a:custGeom>
                <a:avLst/>
                <a:gdLst/>
                <a:ahLst/>
                <a:cxnLst>
                  <a:cxn ang="0">
                    <a:pos x="2" y="194"/>
                  </a:cxn>
                  <a:cxn ang="0">
                    <a:pos x="1" y="204"/>
                  </a:cxn>
                  <a:cxn ang="0">
                    <a:pos x="11" y="208"/>
                  </a:cxn>
                  <a:cxn ang="0">
                    <a:pos x="24" y="204"/>
                  </a:cxn>
                  <a:cxn ang="0">
                    <a:pos x="38" y="201"/>
                  </a:cxn>
                  <a:cxn ang="0">
                    <a:pos x="49" y="199"/>
                  </a:cxn>
                  <a:cxn ang="0">
                    <a:pos x="56" y="204"/>
                  </a:cxn>
                  <a:cxn ang="0">
                    <a:pos x="69" y="219"/>
                  </a:cxn>
                  <a:cxn ang="0">
                    <a:pos x="84" y="237"/>
                  </a:cxn>
                  <a:cxn ang="0">
                    <a:pos x="101" y="251"/>
                  </a:cxn>
                  <a:cxn ang="0">
                    <a:pos x="119" y="252"/>
                  </a:cxn>
                  <a:cxn ang="0">
                    <a:pos x="147" y="243"/>
                  </a:cxn>
                  <a:cxn ang="0">
                    <a:pos x="184" y="227"/>
                  </a:cxn>
                  <a:cxn ang="0">
                    <a:pos x="227" y="204"/>
                  </a:cxn>
                  <a:cxn ang="0">
                    <a:pos x="271" y="177"/>
                  </a:cxn>
                  <a:cxn ang="0">
                    <a:pos x="314" y="141"/>
                  </a:cxn>
                  <a:cxn ang="0">
                    <a:pos x="348" y="107"/>
                  </a:cxn>
                  <a:cxn ang="0">
                    <a:pos x="365" y="80"/>
                  </a:cxn>
                  <a:cxn ang="0">
                    <a:pos x="361" y="67"/>
                  </a:cxn>
                  <a:cxn ang="0">
                    <a:pos x="347" y="59"/>
                  </a:cxn>
                  <a:cxn ang="0">
                    <a:pos x="332" y="53"/>
                  </a:cxn>
                  <a:cxn ang="0">
                    <a:pos x="322" y="46"/>
                  </a:cxn>
                  <a:cxn ang="0">
                    <a:pos x="323" y="37"/>
                  </a:cxn>
                  <a:cxn ang="0">
                    <a:pos x="332" y="27"/>
                  </a:cxn>
                  <a:cxn ang="0">
                    <a:pos x="341" y="10"/>
                  </a:cxn>
                  <a:cxn ang="0">
                    <a:pos x="338" y="0"/>
                  </a:cxn>
                  <a:cxn ang="0">
                    <a:pos x="324" y="4"/>
                  </a:cxn>
                  <a:cxn ang="0">
                    <a:pos x="308" y="11"/>
                  </a:cxn>
                  <a:cxn ang="0">
                    <a:pos x="290" y="21"/>
                  </a:cxn>
                  <a:cxn ang="0">
                    <a:pos x="275" y="31"/>
                  </a:cxn>
                  <a:cxn ang="0">
                    <a:pos x="267" y="43"/>
                  </a:cxn>
                  <a:cxn ang="0">
                    <a:pos x="275" y="53"/>
                  </a:cxn>
                  <a:cxn ang="0">
                    <a:pos x="279" y="55"/>
                  </a:cxn>
                  <a:cxn ang="0">
                    <a:pos x="293" y="57"/>
                  </a:cxn>
                  <a:cxn ang="0">
                    <a:pos x="301" y="56"/>
                  </a:cxn>
                  <a:cxn ang="0">
                    <a:pos x="311" y="57"/>
                  </a:cxn>
                  <a:cxn ang="0">
                    <a:pos x="322" y="61"/>
                  </a:cxn>
                  <a:cxn ang="0">
                    <a:pos x="329" y="69"/>
                  </a:cxn>
                  <a:cxn ang="0">
                    <a:pos x="325" y="82"/>
                  </a:cxn>
                  <a:cxn ang="0">
                    <a:pos x="305" y="106"/>
                  </a:cxn>
                  <a:cxn ang="0">
                    <a:pos x="276" y="136"/>
                  </a:cxn>
                  <a:cxn ang="0">
                    <a:pos x="250" y="158"/>
                  </a:cxn>
                  <a:cxn ang="0">
                    <a:pos x="233" y="170"/>
                  </a:cxn>
                  <a:cxn ang="0">
                    <a:pos x="197" y="190"/>
                  </a:cxn>
                  <a:cxn ang="0">
                    <a:pos x="150" y="214"/>
                  </a:cxn>
                  <a:cxn ang="0">
                    <a:pos x="111" y="227"/>
                  </a:cxn>
                  <a:cxn ang="0">
                    <a:pos x="93" y="222"/>
                  </a:cxn>
                  <a:cxn ang="0">
                    <a:pos x="80" y="212"/>
                  </a:cxn>
                  <a:cxn ang="0">
                    <a:pos x="70" y="200"/>
                  </a:cxn>
                  <a:cxn ang="0">
                    <a:pos x="64" y="190"/>
                  </a:cxn>
                  <a:cxn ang="0">
                    <a:pos x="66" y="181"/>
                  </a:cxn>
                  <a:cxn ang="0">
                    <a:pos x="75" y="172"/>
                  </a:cxn>
                  <a:cxn ang="0">
                    <a:pos x="86" y="154"/>
                  </a:cxn>
                  <a:cxn ang="0">
                    <a:pos x="80" y="147"/>
                  </a:cxn>
                  <a:cxn ang="0">
                    <a:pos x="66" y="150"/>
                  </a:cxn>
                  <a:cxn ang="0">
                    <a:pos x="48" y="158"/>
                  </a:cxn>
                  <a:cxn ang="0">
                    <a:pos x="27" y="170"/>
                  </a:cxn>
                  <a:cxn ang="0">
                    <a:pos x="11" y="182"/>
                  </a:cxn>
                </a:cxnLst>
                <a:rect l="0" t="0" r="r" b="b"/>
                <a:pathLst>
                  <a:path w="365" h="253">
                    <a:moveTo>
                      <a:pt x="7" y="186"/>
                    </a:moveTo>
                    <a:lnTo>
                      <a:pt x="2" y="194"/>
                    </a:lnTo>
                    <a:lnTo>
                      <a:pt x="0" y="200"/>
                    </a:lnTo>
                    <a:lnTo>
                      <a:pt x="1" y="204"/>
                    </a:lnTo>
                    <a:lnTo>
                      <a:pt x="7" y="208"/>
                    </a:lnTo>
                    <a:lnTo>
                      <a:pt x="11" y="208"/>
                    </a:lnTo>
                    <a:lnTo>
                      <a:pt x="17" y="206"/>
                    </a:lnTo>
                    <a:lnTo>
                      <a:pt x="24" y="204"/>
                    </a:lnTo>
                    <a:lnTo>
                      <a:pt x="30" y="202"/>
                    </a:lnTo>
                    <a:lnTo>
                      <a:pt x="38" y="201"/>
                    </a:lnTo>
                    <a:lnTo>
                      <a:pt x="44" y="200"/>
                    </a:lnTo>
                    <a:lnTo>
                      <a:pt x="49" y="199"/>
                    </a:lnTo>
                    <a:lnTo>
                      <a:pt x="53" y="200"/>
                    </a:lnTo>
                    <a:lnTo>
                      <a:pt x="56" y="204"/>
                    </a:lnTo>
                    <a:lnTo>
                      <a:pt x="61" y="211"/>
                    </a:lnTo>
                    <a:lnTo>
                      <a:pt x="69" y="219"/>
                    </a:lnTo>
                    <a:lnTo>
                      <a:pt x="76" y="229"/>
                    </a:lnTo>
                    <a:lnTo>
                      <a:pt x="84" y="237"/>
                    </a:lnTo>
                    <a:lnTo>
                      <a:pt x="92" y="246"/>
                    </a:lnTo>
                    <a:lnTo>
                      <a:pt x="101" y="251"/>
                    </a:lnTo>
                    <a:lnTo>
                      <a:pt x="109" y="253"/>
                    </a:lnTo>
                    <a:lnTo>
                      <a:pt x="119" y="252"/>
                    </a:lnTo>
                    <a:lnTo>
                      <a:pt x="132" y="248"/>
                    </a:lnTo>
                    <a:lnTo>
                      <a:pt x="147" y="243"/>
                    </a:lnTo>
                    <a:lnTo>
                      <a:pt x="165" y="235"/>
                    </a:lnTo>
                    <a:lnTo>
                      <a:pt x="184" y="227"/>
                    </a:lnTo>
                    <a:lnTo>
                      <a:pt x="205" y="216"/>
                    </a:lnTo>
                    <a:lnTo>
                      <a:pt x="227" y="204"/>
                    </a:lnTo>
                    <a:lnTo>
                      <a:pt x="249" y="192"/>
                    </a:lnTo>
                    <a:lnTo>
                      <a:pt x="271" y="177"/>
                    </a:lnTo>
                    <a:lnTo>
                      <a:pt x="294" y="159"/>
                    </a:lnTo>
                    <a:lnTo>
                      <a:pt x="314" y="141"/>
                    </a:lnTo>
                    <a:lnTo>
                      <a:pt x="333" y="123"/>
                    </a:lnTo>
                    <a:lnTo>
                      <a:pt x="348" y="107"/>
                    </a:lnTo>
                    <a:lnTo>
                      <a:pt x="360" y="92"/>
                    </a:lnTo>
                    <a:lnTo>
                      <a:pt x="365" y="80"/>
                    </a:lnTo>
                    <a:lnTo>
                      <a:pt x="365" y="72"/>
                    </a:lnTo>
                    <a:lnTo>
                      <a:pt x="361" y="67"/>
                    </a:lnTo>
                    <a:lnTo>
                      <a:pt x="355" y="62"/>
                    </a:lnTo>
                    <a:lnTo>
                      <a:pt x="347" y="59"/>
                    </a:lnTo>
                    <a:lnTo>
                      <a:pt x="340" y="56"/>
                    </a:lnTo>
                    <a:lnTo>
                      <a:pt x="332" y="53"/>
                    </a:lnTo>
                    <a:lnTo>
                      <a:pt x="326" y="49"/>
                    </a:lnTo>
                    <a:lnTo>
                      <a:pt x="322" y="46"/>
                    </a:lnTo>
                    <a:lnTo>
                      <a:pt x="321" y="43"/>
                    </a:lnTo>
                    <a:lnTo>
                      <a:pt x="323" y="37"/>
                    </a:lnTo>
                    <a:lnTo>
                      <a:pt x="327" y="32"/>
                    </a:lnTo>
                    <a:lnTo>
                      <a:pt x="332" y="27"/>
                    </a:lnTo>
                    <a:lnTo>
                      <a:pt x="338" y="19"/>
                    </a:lnTo>
                    <a:lnTo>
                      <a:pt x="341" y="10"/>
                    </a:lnTo>
                    <a:lnTo>
                      <a:pt x="341" y="4"/>
                    </a:lnTo>
                    <a:lnTo>
                      <a:pt x="338" y="0"/>
                    </a:lnTo>
                    <a:lnTo>
                      <a:pt x="330" y="1"/>
                    </a:lnTo>
                    <a:lnTo>
                      <a:pt x="324" y="4"/>
                    </a:lnTo>
                    <a:lnTo>
                      <a:pt x="316" y="7"/>
                    </a:lnTo>
                    <a:lnTo>
                      <a:pt x="308" y="11"/>
                    </a:lnTo>
                    <a:lnTo>
                      <a:pt x="298" y="15"/>
                    </a:lnTo>
                    <a:lnTo>
                      <a:pt x="290" y="21"/>
                    </a:lnTo>
                    <a:lnTo>
                      <a:pt x="281" y="26"/>
                    </a:lnTo>
                    <a:lnTo>
                      <a:pt x="275" y="31"/>
                    </a:lnTo>
                    <a:lnTo>
                      <a:pt x="269" y="36"/>
                    </a:lnTo>
                    <a:lnTo>
                      <a:pt x="267" y="43"/>
                    </a:lnTo>
                    <a:lnTo>
                      <a:pt x="270" y="49"/>
                    </a:lnTo>
                    <a:lnTo>
                      <a:pt x="275" y="53"/>
                    </a:lnTo>
                    <a:lnTo>
                      <a:pt x="277" y="54"/>
                    </a:lnTo>
                    <a:lnTo>
                      <a:pt x="279" y="55"/>
                    </a:lnTo>
                    <a:lnTo>
                      <a:pt x="285" y="56"/>
                    </a:lnTo>
                    <a:lnTo>
                      <a:pt x="293" y="57"/>
                    </a:lnTo>
                    <a:lnTo>
                      <a:pt x="298" y="57"/>
                    </a:lnTo>
                    <a:lnTo>
                      <a:pt x="301" y="56"/>
                    </a:lnTo>
                    <a:lnTo>
                      <a:pt x="306" y="56"/>
                    </a:lnTo>
                    <a:lnTo>
                      <a:pt x="311" y="57"/>
                    </a:lnTo>
                    <a:lnTo>
                      <a:pt x="316" y="59"/>
                    </a:lnTo>
                    <a:lnTo>
                      <a:pt x="322" y="61"/>
                    </a:lnTo>
                    <a:lnTo>
                      <a:pt x="326" y="66"/>
                    </a:lnTo>
                    <a:lnTo>
                      <a:pt x="329" y="69"/>
                    </a:lnTo>
                    <a:lnTo>
                      <a:pt x="329" y="74"/>
                    </a:lnTo>
                    <a:lnTo>
                      <a:pt x="325" y="82"/>
                    </a:lnTo>
                    <a:lnTo>
                      <a:pt x="316" y="92"/>
                    </a:lnTo>
                    <a:lnTo>
                      <a:pt x="305" y="106"/>
                    </a:lnTo>
                    <a:lnTo>
                      <a:pt x="291" y="121"/>
                    </a:lnTo>
                    <a:lnTo>
                      <a:pt x="276" y="136"/>
                    </a:lnTo>
                    <a:lnTo>
                      <a:pt x="262" y="149"/>
                    </a:lnTo>
                    <a:lnTo>
                      <a:pt x="250" y="158"/>
                    </a:lnTo>
                    <a:lnTo>
                      <a:pt x="243" y="165"/>
                    </a:lnTo>
                    <a:lnTo>
                      <a:pt x="233" y="170"/>
                    </a:lnTo>
                    <a:lnTo>
                      <a:pt x="217" y="180"/>
                    </a:lnTo>
                    <a:lnTo>
                      <a:pt x="197" y="190"/>
                    </a:lnTo>
                    <a:lnTo>
                      <a:pt x="173" y="202"/>
                    </a:lnTo>
                    <a:lnTo>
                      <a:pt x="150" y="214"/>
                    </a:lnTo>
                    <a:lnTo>
                      <a:pt x="128" y="222"/>
                    </a:lnTo>
                    <a:lnTo>
                      <a:pt x="111" y="227"/>
                    </a:lnTo>
                    <a:lnTo>
                      <a:pt x="101" y="227"/>
                    </a:lnTo>
                    <a:lnTo>
                      <a:pt x="93" y="222"/>
                    </a:lnTo>
                    <a:lnTo>
                      <a:pt x="87" y="217"/>
                    </a:lnTo>
                    <a:lnTo>
                      <a:pt x="80" y="212"/>
                    </a:lnTo>
                    <a:lnTo>
                      <a:pt x="75" y="206"/>
                    </a:lnTo>
                    <a:lnTo>
                      <a:pt x="70" y="200"/>
                    </a:lnTo>
                    <a:lnTo>
                      <a:pt x="66" y="195"/>
                    </a:lnTo>
                    <a:lnTo>
                      <a:pt x="64" y="190"/>
                    </a:lnTo>
                    <a:lnTo>
                      <a:pt x="64" y="186"/>
                    </a:lnTo>
                    <a:lnTo>
                      <a:pt x="66" y="181"/>
                    </a:lnTo>
                    <a:lnTo>
                      <a:pt x="70" y="178"/>
                    </a:lnTo>
                    <a:lnTo>
                      <a:pt x="75" y="172"/>
                    </a:lnTo>
                    <a:lnTo>
                      <a:pt x="81" y="164"/>
                    </a:lnTo>
                    <a:lnTo>
                      <a:pt x="86" y="154"/>
                    </a:lnTo>
                    <a:lnTo>
                      <a:pt x="85" y="149"/>
                    </a:lnTo>
                    <a:lnTo>
                      <a:pt x="80" y="147"/>
                    </a:lnTo>
                    <a:lnTo>
                      <a:pt x="73" y="148"/>
                    </a:lnTo>
                    <a:lnTo>
                      <a:pt x="66" y="150"/>
                    </a:lnTo>
                    <a:lnTo>
                      <a:pt x="59" y="153"/>
                    </a:lnTo>
                    <a:lnTo>
                      <a:pt x="48" y="158"/>
                    </a:lnTo>
                    <a:lnTo>
                      <a:pt x="38" y="164"/>
                    </a:lnTo>
                    <a:lnTo>
                      <a:pt x="27" y="170"/>
                    </a:lnTo>
                    <a:lnTo>
                      <a:pt x="18" y="177"/>
                    </a:lnTo>
                    <a:lnTo>
                      <a:pt x="11" y="182"/>
                    </a:lnTo>
                    <a:lnTo>
                      <a:pt x="7" y="18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54" name="Freeform 254"/>
              <p:cNvSpPr>
                <a:spLocks/>
              </p:cNvSpPr>
              <p:nvPr/>
            </p:nvSpPr>
            <p:spPr bwMode="auto">
              <a:xfrm>
                <a:off x="467" y="938"/>
                <a:ext cx="38" cy="25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189" y="121"/>
                  </a:cxn>
                  <a:cxn ang="0">
                    <a:pos x="170" y="127"/>
                  </a:cxn>
                  <a:cxn ang="0">
                    <a:pos x="0" y="7"/>
                  </a:cxn>
                  <a:cxn ang="0">
                    <a:pos x="11" y="0"/>
                  </a:cxn>
                </a:cxnLst>
                <a:rect l="0" t="0" r="r" b="b"/>
                <a:pathLst>
                  <a:path w="189" h="127">
                    <a:moveTo>
                      <a:pt x="11" y="0"/>
                    </a:moveTo>
                    <a:lnTo>
                      <a:pt x="189" y="121"/>
                    </a:lnTo>
                    <a:lnTo>
                      <a:pt x="170" y="127"/>
                    </a:lnTo>
                    <a:lnTo>
                      <a:pt x="0" y="7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7FB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22" name="Gruppieren 357"/>
            <p:cNvGrpSpPr>
              <a:grpSpLocks/>
            </p:cNvGrpSpPr>
            <p:nvPr/>
          </p:nvGrpSpPr>
          <p:grpSpPr bwMode="auto">
            <a:xfrm>
              <a:off x="5778528" y="1935791"/>
              <a:ext cx="1488579" cy="1242219"/>
              <a:chOff x="5214942" y="1643050"/>
              <a:chExt cx="1285884" cy="1143008"/>
            </a:xfrm>
          </p:grpSpPr>
          <p:grpSp>
            <p:nvGrpSpPr>
              <p:cNvPr id="255" name="Gruppieren 337"/>
              <p:cNvGrpSpPr>
                <a:grpSpLocks/>
              </p:cNvGrpSpPr>
              <p:nvPr/>
            </p:nvGrpSpPr>
            <p:grpSpPr bwMode="auto">
              <a:xfrm>
                <a:off x="5214942" y="1643050"/>
                <a:ext cx="857256" cy="1143008"/>
                <a:chOff x="5214942" y="1643050"/>
                <a:chExt cx="857256" cy="1143008"/>
              </a:xfrm>
            </p:grpSpPr>
            <p:sp>
              <p:nvSpPr>
                <p:cNvPr id="269" name="Flussdiagramm: Verbindungsstelle 268"/>
                <p:cNvSpPr/>
                <p:nvPr/>
              </p:nvSpPr>
              <p:spPr bwMode="auto">
                <a:xfrm>
                  <a:off x="5214942" y="1928802"/>
                  <a:ext cx="857256" cy="857256"/>
                </a:xfrm>
                <a:prstGeom prst="flowChartConnector">
                  <a:avLst/>
                </a:prstGeom>
                <a:solidFill>
                  <a:srgbClr val="CCFF99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isometricOffAxis1Top">
                    <a:rot lat="17931907" lon="17866408" rev="3914403"/>
                  </a:camera>
                  <a:lightRig rig="flat" dir="t"/>
                </a:scene3d>
                <a:sp3d extrusionH="63500" contourW="12700" prstMaterial="clear">
                  <a:bevelT/>
                  <a:bevelB/>
                  <a:extrusionClr>
                    <a:srgbClr val="CCFF99"/>
                  </a:extrusionClr>
                  <a:contourClr>
                    <a:srgbClr val="CCFF99"/>
                  </a:contourClr>
                </a:sp3d>
              </p:spPr>
              <p:txBody>
                <a:bodyPr/>
                <a:lstStyle/>
                <a:p>
                  <a:pPr defTabSz="913925">
                    <a:defRPr/>
                  </a:pPr>
                  <a:endParaRPr lang="de-DE" sz="10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0" name="Flussdiagramm: Verbindungsstelle 269"/>
                <p:cNvSpPr/>
                <p:nvPr/>
              </p:nvSpPr>
              <p:spPr bwMode="auto">
                <a:xfrm>
                  <a:off x="5214942" y="1785926"/>
                  <a:ext cx="857256" cy="857256"/>
                </a:xfrm>
                <a:prstGeom prst="flowChartConnector">
                  <a:avLst/>
                </a:prstGeom>
                <a:solidFill>
                  <a:srgbClr val="CCFF99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isometricOffAxis1Top">
                    <a:rot lat="17931907" lon="17866408" rev="3914403"/>
                  </a:camera>
                  <a:lightRig rig="flat" dir="t"/>
                </a:scene3d>
                <a:sp3d extrusionH="63500" contourW="12700" prstMaterial="clear">
                  <a:bevelT/>
                  <a:bevelB/>
                  <a:extrusionClr>
                    <a:srgbClr val="CCFF99"/>
                  </a:extrusionClr>
                  <a:contourClr>
                    <a:srgbClr val="CCFF99"/>
                  </a:contourClr>
                </a:sp3d>
              </p:spPr>
              <p:txBody>
                <a:bodyPr/>
                <a:lstStyle/>
                <a:p>
                  <a:pPr defTabSz="913925">
                    <a:defRPr/>
                  </a:pPr>
                  <a:endParaRPr lang="de-DE" sz="10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1" name="Flussdiagramm: Verbindungsstelle 270"/>
                <p:cNvSpPr/>
                <p:nvPr/>
              </p:nvSpPr>
              <p:spPr bwMode="auto">
                <a:xfrm>
                  <a:off x="5214942" y="1643050"/>
                  <a:ext cx="857256" cy="857256"/>
                </a:xfrm>
                <a:prstGeom prst="flowChartConnector">
                  <a:avLst/>
                </a:prstGeom>
                <a:solidFill>
                  <a:srgbClr val="CCFF99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isometricOffAxis1Top">
                    <a:rot lat="17931907" lon="17866408" rev="3914403"/>
                  </a:camera>
                  <a:lightRig rig="flat" dir="t"/>
                </a:scene3d>
                <a:sp3d extrusionH="63500" contourW="12700" prstMaterial="clear">
                  <a:bevelT/>
                  <a:bevelB/>
                  <a:extrusionClr>
                    <a:srgbClr val="CCFF99"/>
                  </a:extrusionClr>
                  <a:contourClr>
                    <a:srgbClr val="CCFF99"/>
                  </a:contourClr>
                </a:sp3d>
              </p:spPr>
              <p:txBody>
                <a:bodyPr/>
                <a:lstStyle/>
                <a:p>
                  <a:pPr defTabSz="913925">
                    <a:defRPr/>
                  </a:pPr>
                  <a:endParaRPr lang="de-DE" sz="1000" dirty="0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257" name="Text Box 60"/>
              <p:cNvSpPr txBox="1">
                <a:spLocks noChangeArrowheads="1"/>
              </p:cNvSpPr>
              <p:nvPr/>
            </p:nvSpPr>
            <p:spPr bwMode="auto">
              <a:xfrm>
                <a:off x="5329247" y="2239956"/>
                <a:ext cx="671513" cy="2462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defTabSz="913925"/>
                <a:r>
                  <a:rPr lang="de-DE" sz="1000" b="1" dirty="0">
                    <a:solidFill>
                      <a:srgbClr val="000000"/>
                    </a:solidFill>
                  </a:rPr>
                  <a:t>Makro</a:t>
                </a:r>
              </a:p>
            </p:txBody>
          </p:sp>
          <p:grpSp>
            <p:nvGrpSpPr>
              <p:cNvPr id="256" name="Gruppieren 356"/>
              <p:cNvGrpSpPr/>
              <p:nvPr/>
            </p:nvGrpSpPr>
            <p:grpSpPr>
              <a:xfrm>
                <a:off x="5929322" y="1981124"/>
                <a:ext cx="571504" cy="590620"/>
                <a:chOff x="5929322" y="2124000"/>
                <a:chExt cx="571504" cy="590620"/>
              </a:xfrm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grpSpPr>
            <p:grpSp>
              <p:nvGrpSpPr>
                <p:cNvPr id="258" name="Gruppieren 350"/>
                <p:cNvGrpSpPr/>
                <p:nvPr/>
              </p:nvGrpSpPr>
              <p:grpSpPr>
                <a:xfrm>
                  <a:off x="6143636" y="2124000"/>
                  <a:ext cx="357190" cy="571504"/>
                  <a:chOff x="6143636" y="2143116"/>
                  <a:chExt cx="357190" cy="571504"/>
                </a:xfrm>
              </p:grpSpPr>
              <p:sp>
                <p:nvSpPr>
                  <p:cNvPr id="265" name="Rechteck 264"/>
                  <p:cNvSpPr/>
                  <p:nvPr/>
                </p:nvSpPr>
                <p:spPr bwMode="auto">
                  <a:xfrm>
                    <a:off x="6143636" y="2357430"/>
                    <a:ext cx="214314" cy="285752"/>
                  </a:xfrm>
                  <a:prstGeom prst="rect">
                    <a:avLst/>
                  </a:prstGeom>
                  <a:solidFill>
                    <a:srgbClr val="CCFF99"/>
                  </a:solidFill>
                  <a:ln w="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isometricOffAxis1Top">
                      <a:rot lat="17931907" lon="17866408" rev="3914403"/>
                    </a:camera>
                    <a:lightRig rig="freezing" dir="t"/>
                  </a:scene3d>
                  <a:sp3d extrusionH="190500" contourW="12700" prstMaterial="clear">
                    <a:bevelT w="12700" h="12700"/>
                    <a:bevelB w="12700" h="12700"/>
                    <a:extrusionClr>
                      <a:srgbClr val="CCFF99"/>
                    </a:extrusionClr>
                    <a:contourClr>
                      <a:srgbClr val="CCFF99"/>
                    </a:contourClr>
                  </a:sp3d>
                </p:spPr>
                <p:txBody>
                  <a:bodyPr/>
                  <a:lstStyle/>
                  <a:p>
                    <a:pPr defTabSz="913925">
                      <a:defRPr/>
                    </a:pPr>
                    <a:endParaRPr lang="de-DE" sz="1000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66" name="Rechteck 265"/>
                  <p:cNvSpPr/>
                  <p:nvPr/>
                </p:nvSpPr>
                <p:spPr bwMode="auto">
                  <a:xfrm>
                    <a:off x="6286512" y="2428868"/>
                    <a:ext cx="214314" cy="285752"/>
                  </a:xfrm>
                  <a:prstGeom prst="rect">
                    <a:avLst/>
                  </a:prstGeom>
                  <a:solidFill>
                    <a:srgbClr val="CCFF99"/>
                  </a:solidFill>
                  <a:ln w="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isometricOffAxis1Top">
                      <a:rot lat="17931907" lon="17866408" rev="3914403"/>
                    </a:camera>
                    <a:lightRig rig="freezing" dir="t"/>
                  </a:scene3d>
                  <a:sp3d extrusionH="190500" contourW="12700" prstMaterial="clear">
                    <a:bevelT w="12700" h="12700"/>
                    <a:bevelB w="12700" h="12700"/>
                    <a:extrusionClr>
                      <a:srgbClr val="CCFF99"/>
                    </a:extrusionClr>
                    <a:contourClr>
                      <a:srgbClr val="CCFF99"/>
                    </a:contourClr>
                  </a:sp3d>
                </p:spPr>
                <p:txBody>
                  <a:bodyPr/>
                  <a:lstStyle/>
                  <a:p>
                    <a:pPr defTabSz="913925">
                      <a:defRPr/>
                    </a:pPr>
                    <a:endParaRPr lang="de-DE" sz="1000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67" name="Rechteck 266"/>
                  <p:cNvSpPr/>
                  <p:nvPr/>
                </p:nvSpPr>
                <p:spPr bwMode="auto">
                  <a:xfrm>
                    <a:off x="6143636" y="2143116"/>
                    <a:ext cx="214314" cy="285752"/>
                  </a:xfrm>
                  <a:prstGeom prst="rect">
                    <a:avLst/>
                  </a:prstGeom>
                  <a:solidFill>
                    <a:srgbClr val="CCFF99"/>
                  </a:solidFill>
                  <a:ln w="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isometricOffAxis1Top">
                      <a:rot lat="17931907" lon="17866408" rev="3914403"/>
                    </a:camera>
                    <a:lightRig rig="freezing" dir="t"/>
                  </a:scene3d>
                  <a:sp3d extrusionH="190500" contourW="12700" prstMaterial="clear">
                    <a:bevelT w="12700" h="12700"/>
                    <a:bevelB w="12700" h="12700"/>
                    <a:extrusionClr>
                      <a:srgbClr val="CCFF99"/>
                    </a:extrusionClr>
                    <a:contourClr>
                      <a:srgbClr val="CCFF99"/>
                    </a:contourClr>
                  </a:sp3d>
                </p:spPr>
                <p:txBody>
                  <a:bodyPr/>
                  <a:lstStyle/>
                  <a:p>
                    <a:pPr defTabSz="913925">
                      <a:defRPr/>
                    </a:pPr>
                    <a:endParaRPr lang="de-DE" sz="1000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68" name="Rechteck 267"/>
                  <p:cNvSpPr/>
                  <p:nvPr/>
                </p:nvSpPr>
                <p:spPr bwMode="auto">
                  <a:xfrm>
                    <a:off x="6286512" y="2214554"/>
                    <a:ext cx="214314" cy="285752"/>
                  </a:xfrm>
                  <a:prstGeom prst="rect">
                    <a:avLst/>
                  </a:prstGeom>
                  <a:solidFill>
                    <a:srgbClr val="CCFF99"/>
                  </a:solidFill>
                  <a:ln w="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isometricOffAxis1Top">
                      <a:rot lat="17931907" lon="17866408" rev="3914403"/>
                    </a:camera>
                    <a:lightRig rig="freezing" dir="t"/>
                  </a:scene3d>
                  <a:sp3d extrusionH="190500" contourW="12700" prstMaterial="clear">
                    <a:bevelT w="12700" h="12700"/>
                    <a:bevelB w="12700" h="12700"/>
                    <a:extrusionClr>
                      <a:srgbClr val="CCFF99"/>
                    </a:extrusionClr>
                    <a:contourClr>
                      <a:srgbClr val="CCFF99"/>
                    </a:contourClr>
                  </a:sp3d>
                </p:spPr>
                <p:txBody>
                  <a:bodyPr/>
                  <a:lstStyle/>
                  <a:p>
                    <a:pPr defTabSz="913925">
                      <a:defRPr/>
                    </a:pPr>
                    <a:endParaRPr lang="de-DE" sz="1000" dirty="0">
                      <a:solidFill>
                        <a:srgbClr val="000000"/>
                      </a:solidFill>
                    </a:endParaRPr>
                  </a:p>
                </p:txBody>
              </p:sp>
            </p:grpSp>
            <p:grpSp>
              <p:nvGrpSpPr>
                <p:cNvPr id="259" name="Gruppieren 351"/>
                <p:cNvGrpSpPr/>
                <p:nvPr/>
              </p:nvGrpSpPr>
              <p:grpSpPr>
                <a:xfrm>
                  <a:off x="5929322" y="2143116"/>
                  <a:ext cx="357190" cy="571504"/>
                  <a:chOff x="6143636" y="2143116"/>
                  <a:chExt cx="357190" cy="571504"/>
                </a:xfrm>
              </p:grpSpPr>
              <p:sp>
                <p:nvSpPr>
                  <p:cNvPr id="261" name="Rechteck 260"/>
                  <p:cNvSpPr/>
                  <p:nvPr/>
                </p:nvSpPr>
                <p:spPr bwMode="auto">
                  <a:xfrm>
                    <a:off x="6143636" y="2357430"/>
                    <a:ext cx="214314" cy="285752"/>
                  </a:xfrm>
                  <a:prstGeom prst="rect">
                    <a:avLst/>
                  </a:prstGeom>
                  <a:solidFill>
                    <a:srgbClr val="CCFF99"/>
                  </a:solidFill>
                  <a:ln w="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isometricOffAxis1Top">
                      <a:rot lat="17931907" lon="17866408" rev="3914403"/>
                    </a:camera>
                    <a:lightRig rig="freezing" dir="t"/>
                  </a:scene3d>
                  <a:sp3d extrusionH="190500" contourW="12700" prstMaterial="clear">
                    <a:bevelT w="12700" h="12700"/>
                    <a:bevelB w="12700" h="12700"/>
                    <a:extrusionClr>
                      <a:srgbClr val="CCFF99"/>
                    </a:extrusionClr>
                    <a:contourClr>
                      <a:srgbClr val="CCFF99"/>
                    </a:contourClr>
                  </a:sp3d>
                </p:spPr>
                <p:txBody>
                  <a:bodyPr/>
                  <a:lstStyle/>
                  <a:p>
                    <a:pPr defTabSz="913925">
                      <a:defRPr/>
                    </a:pPr>
                    <a:endParaRPr lang="de-DE" sz="1000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62" name="Rechteck 261"/>
                  <p:cNvSpPr/>
                  <p:nvPr/>
                </p:nvSpPr>
                <p:spPr bwMode="auto">
                  <a:xfrm>
                    <a:off x="6286512" y="2428868"/>
                    <a:ext cx="214314" cy="285752"/>
                  </a:xfrm>
                  <a:prstGeom prst="rect">
                    <a:avLst/>
                  </a:prstGeom>
                  <a:solidFill>
                    <a:srgbClr val="CCFF99"/>
                  </a:solidFill>
                  <a:ln w="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isometricOffAxis1Top">
                      <a:rot lat="17931907" lon="17866408" rev="3914403"/>
                    </a:camera>
                    <a:lightRig rig="freezing" dir="t"/>
                  </a:scene3d>
                  <a:sp3d extrusionH="190500" contourW="12700" prstMaterial="clear">
                    <a:bevelT w="12700" h="12700"/>
                    <a:bevelB w="12700" h="12700"/>
                    <a:extrusionClr>
                      <a:srgbClr val="CCFF99"/>
                    </a:extrusionClr>
                    <a:contourClr>
                      <a:srgbClr val="CCFF99"/>
                    </a:contourClr>
                  </a:sp3d>
                </p:spPr>
                <p:txBody>
                  <a:bodyPr/>
                  <a:lstStyle/>
                  <a:p>
                    <a:pPr defTabSz="913925">
                      <a:defRPr/>
                    </a:pPr>
                    <a:endParaRPr lang="de-DE" sz="1000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63" name="Rechteck 262"/>
                  <p:cNvSpPr/>
                  <p:nvPr/>
                </p:nvSpPr>
                <p:spPr bwMode="auto">
                  <a:xfrm>
                    <a:off x="6143636" y="2143116"/>
                    <a:ext cx="214314" cy="285752"/>
                  </a:xfrm>
                  <a:prstGeom prst="rect">
                    <a:avLst/>
                  </a:prstGeom>
                  <a:solidFill>
                    <a:srgbClr val="CCFF99"/>
                  </a:solidFill>
                  <a:ln w="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isometricOffAxis1Top">
                      <a:rot lat="17931907" lon="17866408" rev="3914403"/>
                    </a:camera>
                    <a:lightRig rig="freezing" dir="t"/>
                  </a:scene3d>
                  <a:sp3d extrusionH="190500" contourW="12700" prstMaterial="clear">
                    <a:bevelT w="12700" h="12700"/>
                    <a:bevelB w="12700" h="12700"/>
                    <a:extrusionClr>
                      <a:srgbClr val="CCFF99"/>
                    </a:extrusionClr>
                    <a:contourClr>
                      <a:srgbClr val="CCFF99"/>
                    </a:contourClr>
                  </a:sp3d>
                </p:spPr>
                <p:txBody>
                  <a:bodyPr/>
                  <a:lstStyle/>
                  <a:p>
                    <a:pPr defTabSz="913925">
                      <a:defRPr/>
                    </a:pPr>
                    <a:endParaRPr lang="de-DE" sz="1000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64" name="Rechteck 263"/>
                  <p:cNvSpPr/>
                  <p:nvPr/>
                </p:nvSpPr>
                <p:spPr bwMode="auto">
                  <a:xfrm>
                    <a:off x="6286512" y="2214554"/>
                    <a:ext cx="214314" cy="285752"/>
                  </a:xfrm>
                  <a:prstGeom prst="rect">
                    <a:avLst/>
                  </a:prstGeom>
                  <a:solidFill>
                    <a:srgbClr val="CCFF99"/>
                  </a:solidFill>
                  <a:ln w="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isometricOffAxis1Top">
                      <a:rot lat="17931907" lon="17866408" rev="3914403"/>
                    </a:camera>
                    <a:lightRig rig="freezing" dir="t"/>
                  </a:scene3d>
                  <a:sp3d extrusionH="190500" contourW="12700" prstMaterial="clear">
                    <a:bevelT w="12700" h="12700"/>
                    <a:bevelB w="12700" h="12700"/>
                    <a:extrusionClr>
                      <a:srgbClr val="CCFF99"/>
                    </a:extrusionClr>
                    <a:contourClr>
                      <a:srgbClr val="CCFF99"/>
                    </a:contourClr>
                  </a:sp3d>
                </p:spPr>
                <p:txBody>
                  <a:bodyPr/>
                  <a:lstStyle/>
                  <a:p>
                    <a:pPr defTabSz="913925">
                      <a:defRPr/>
                    </a:pPr>
                    <a:endParaRPr lang="de-DE" sz="1000" dirty="0">
                      <a:solidFill>
                        <a:srgbClr val="000000"/>
                      </a:solidFill>
                    </a:endParaRPr>
                  </a:p>
                </p:txBody>
              </p:sp>
            </p:grpSp>
          </p:grpSp>
        </p:grpSp>
        <p:pic>
          <p:nvPicPr>
            <p:cNvPr id="272" name="Grafik 417" descr="test.png"/>
            <p:cNvPicPr>
              <a:picLocks noChangeAspect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3880130" y="3849154"/>
              <a:ext cx="823313" cy="3916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73" name="Rechteck 418"/>
            <p:cNvSpPr>
              <a:spLocks noChangeArrowheads="1"/>
            </p:cNvSpPr>
            <p:nvPr/>
          </p:nvSpPr>
          <p:spPr bwMode="auto">
            <a:xfrm>
              <a:off x="3413342" y="2363667"/>
              <a:ext cx="1406347" cy="280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3071" tIns="51536" rIns="103071" bIns="51536">
              <a:spAutoFit/>
            </a:bodyPr>
            <a:lstStyle/>
            <a:p>
              <a:pPr defTabSz="913925"/>
              <a:r>
                <a:rPr lang="de-DE" sz="1000" dirty="0" smtClean="0">
                  <a:solidFill>
                    <a:srgbClr val="000000"/>
                  </a:solidFill>
                </a:rPr>
                <a:t>Banking </a:t>
              </a:r>
              <a:r>
                <a:rPr lang="de-DE" sz="1000" dirty="0" err="1" smtClean="0">
                  <a:solidFill>
                    <a:srgbClr val="000000"/>
                  </a:solidFill>
                </a:rPr>
                <a:t>Statistics</a:t>
              </a:r>
              <a:endParaRPr lang="de-DE" sz="1000" dirty="0">
                <a:solidFill>
                  <a:srgbClr val="000000"/>
                </a:solidFill>
              </a:endParaRPr>
            </a:p>
          </p:txBody>
        </p:sp>
        <p:sp>
          <p:nvSpPr>
            <p:cNvPr id="274" name="Rechteck 419"/>
            <p:cNvSpPr>
              <a:spLocks noChangeArrowheads="1"/>
            </p:cNvSpPr>
            <p:nvPr/>
          </p:nvSpPr>
          <p:spPr bwMode="auto">
            <a:xfrm>
              <a:off x="3150937" y="2975718"/>
              <a:ext cx="1827591" cy="280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3071" tIns="51536" rIns="103071" bIns="51536">
              <a:spAutoFit/>
            </a:bodyPr>
            <a:lstStyle/>
            <a:p>
              <a:pPr defTabSz="913925"/>
              <a:r>
                <a:rPr lang="de-DE" sz="1000" dirty="0" smtClean="0">
                  <a:solidFill>
                    <a:srgbClr val="000000"/>
                  </a:solidFill>
                </a:rPr>
                <a:t>Capital </a:t>
              </a:r>
              <a:r>
                <a:rPr lang="de-DE" sz="1000" dirty="0" err="1" smtClean="0">
                  <a:solidFill>
                    <a:srgbClr val="000000"/>
                  </a:solidFill>
                </a:rPr>
                <a:t>market</a:t>
              </a:r>
              <a:r>
                <a:rPr lang="de-DE" sz="1000" dirty="0" smtClean="0">
                  <a:solidFill>
                    <a:srgbClr val="000000"/>
                  </a:solidFill>
                </a:rPr>
                <a:t> </a:t>
              </a:r>
              <a:r>
                <a:rPr lang="de-DE" sz="1000" dirty="0" err="1" smtClean="0">
                  <a:solidFill>
                    <a:srgbClr val="000000"/>
                  </a:solidFill>
                </a:rPr>
                <a:t>Statistics</a:t>
              </a:r>
              <a:endParaRPr lang="de-DE" sz="1000" dirty="0">
                <a:solidFill>
                  <a:srgbClr val="000000"/>
                </a:solidFill>
              </a:endParaRPr>
            </a:p>
          </p:txBody>
        </p:sp>
        <p:sp>
          <p:nvSpPr>
            <p:cNvPr id="275" name="Rechteck 420"/>
            <p:cNvSpPr>
              <a:spLocks noChangeArrowheads="1"/>
            </p:cNvSpPr>
            <p:nvPr/>
          </p:nvSpPr>
          <p:spPr bwMode="auto">
            <a:xfrm>
              <a:off x="3192811" y="3574830"/>
              <a:ext cx="1547380" cy="280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3071" tIns="51536" rIns="103071" bIns="51536">
              <a:spAutoFit/>
            </a:bodyPr>
            <a:lstStyle/>
            <a:p>
              <a:pPr defTabSz="913925"/>
              <a:r>
                <a:rPr lang="de-DE" sz="1000" dirty="0" smtClean="0">
                  <a:solidFill>
                    <a:srgbClr val="000000"/>
                  </a:solidFill>
                </a:rPr>
                <a:t>Enterprise </a:t>
              </a:r>
              <a:r>
                <a:rPr lang="de-DE" sz="1000" dirty="0" err="1" smtClean="0">
                  <a:solidFill>
                    <a:srgbClr val="000000"/>
                  </a:solidFill>
                </a:rPr>
                <a:t>Statistics</a:t>
              </a:r>
              <a:endParaRPr lang="de-DE" sz="1000" dirty="0">
                <a:solidFill>
                  <a:srgbClr val="000000"/>
                </a:solidFill>
              </a:endParaRPr>
            </a:p>
          </p:txBody>
        </p:sp>
        <p:sp>
          <p:nvSpPr>
            <p:cNvPr id="276" name="Rechteck 421"/>
            <p:cNvSpPr>
              <a:spLocks noChangeArrowheads="1"/>
            </p:cNvSpPr>
            <p:nvPr/>
          </p:nvSpPr>
          <p:spPr bwMode="auto">
            <a:xfrm>
              <a:off x="3110112" y="4163160"/>
              <a:ext cx="1883262" cy="280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3071" tIns="51536" rIns="103071" bIns="51536">
              <a:spAutoFit/>
            </a:bodyPr>
            <a:lstStyle/>
            <a:p>
              <a:pPr defTabSz="913925"/>
              <a:r>
                <a:rPr lang="de-DE" sz="1000" dirty="0" err="1" smtClean="0">
                  <a:solidFill>
                    <a:srgbClr val="000000"/>
                  </a:solidFill>
                </a:rPr>
                <a:t>External</a:t>
              </a:r>
              <a:r>
                <a:rPr lang="de-DE" sz="1000" dirty="0" smtClean="0">
                  <a:solidFill>
                    <a:srgbClr val="000000"/>
                  </a:solidFill>
                </a:rPr>
                <a:t> </a:t>
              </a:r>
              <a:r>
                <a:rPr lang="de-DE" sz="1000" dirty="0" err="1" smtClean="0">
                  <a:solidFill>
                    <a:srgbClr val="000000"/>
                  </a:solidFill>
                </a:rPr>
                <a:t>Sector</a:t>
              </a:r>
              <a:r>
                <a:rPr lang="de-DE" sz="1000" dirty="0" smtClean="0">
                  <a:solidFill>
                    <a:srgbClr val="000000"/>
                  </a:solidFill>
                </a:rPr>
                <a:t> </a:t>
              </a:r>
              <a:r>
                <a:rPr lang="de-DE" sz="1000" dirty="0" err="1" smtClean="0">
                  <a:solidFill>
                    <a:srgbClr val="000000"/>
                  </a:solidFill>
                </a:rPr>
                <a:t>Statistics</a:t>
              </a:r>
              <a:endParaRPr lang="de-DE" sz="1000" dirty="0">
                <a:solidFill>
                  <a:srgbClr val="000000"/>
                </a:solidFill>
              </a:endParaRPr>
            </a:p>
          </p:txBody>
        </p:sp>
        <p:pic>
          <p:nvPicPr>
            <p:cNvPr id="277" name="Grafik 422" descr="test.png"/>
            <p:cNvPicPr>
              <a:picLocks noChangeAspect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3301238" y="3852604"/>
              <a:ext cx="823313" cy="3916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78" name="Grafik 423" descr="test.png"/>
            <p:cNvPicPr>
              <a:picLocks noChangeAspect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3858077" y="3257374"/>
              <a:ext cx="823313" cy="3916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79" name="Grafik 424" descr="test.png"/>
            <p:cNvPicPr>
              <a:picLocks noChangeAspect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3279184" y="3260825"/>
              <a:ext cx="823313" cy="3916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0" name="Grafik 425" descr="test.png"/>
            <p:cNvPicPr>
              <a:picLocks noChangeAspect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3876454" y="2631089"/>
              <a:ext cx="823313" cy="3916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1" name="Grafik 426" descr="test.png"/>
            <p:cNvPicPr>
              <a:picLocks noChangeAspect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3297562" y="2634540"/>
              <a:ext cx="823313" cy="3916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2" name="Grafik 427" descr="test.png"/>
            <p:cNvPicPr>
              <a:picLocks noChangeAspect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3876454" y="2046211"/>
              <a:ext cx="823313" cy="3916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3" name="Grafik 428" descr="test.png"/>
            <p:cNvPicPr>
              <a:picLocks noChangeAspect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3297562" y="2049661"/>
              <a:ext cx="823313" cy="3916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84" name="Rechteck 285"/>
            <p:cNvSpPr>
              <a:spLocks noChangeArrowheads="1"/>
            </p:cNvSpPr>
            <p:nvPr/>
          </p:nvSpPr>
          <p:spPr bwMode="auto">
            <a:xfrm>
              <a:off x="542774" y="5795296"/>
              <a:ext cx="1496625" cy="4476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103071" tIns="51536" rIns="103071" bIns="51536">
              <a:spAutoFit/>
            </a:bodyPr>
            <a:lstStyle/>
            <a:p>
              <a:pPr defTabSz="913925"/>
              <a:r>
                <a:rPr lang="de-DE" sz="1000" b="1" dirty="0" smtClean="0">
                  <a:solidFill>
                    <a:srgbClr val="000000"/>
                  </a:solidFill>
                </a:rPr>
                <a:t>Data Exchange, </a:t>
              </a:r>
              <a:r>
                <a:rPr lang="de-DE" sz="1000" b="1" dirty="0">
                  <a:solidFill>
                    <a:srgbClr val="000000"/>
                  </a:solidFill>
                </a:rPr>
                <a:t>Downloads</a:t>
              </a:r>
              <a:endParaRPr lang="de-DE" sz="1000" dirty="0">
                <a:solidFill>
                  <a:srgbClr val="000000"/>
                </a:solidFill>
              </a:endParaRPr>
            </a:p>
          </p:txBody>
        </p:sp>
        <p:grpSp>
          <p:nvGrpSpPr>
            <p:cNvPr id="260" name="Gruppieren 286"/>
            <p:cNvGrpSpPr>
              <a:grpSpLocks/>
            </p:cNvGrpSpPr>
            <p:nvPr/>
          </p:nvGrpSpPr>
          <p:grpSpPr bwMode="auto">
            <a:xfrm>
              <a:off x="651200" y="5370872"/>
              <a:ext cx="463113" cy="452030"/>
              <a:chOff x="6950076" y="1928802"/>
              <a:chExt cx="550882" cy="488960"/>
            </a:xfrm>
          </p:grpSpPr>
          <p:pic>
            <p:nvPicPr>
              <p:cNvPr id="286" name="Picture 61" descr="test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6950076" y="1928802"/>
                <a:ext cx="488960" cy="488960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sp>
            <p:nvSpPr>
              <p:cNvPr id="287" name="Pfeil nach links und rechts 286"/>
              <p:cNvSpPr/>
              <p:nvPr/>
            </p:nvSpPr>
            <p:spPr bwMode="auto">
              <a:xfrm>
                <a:off x="7072494" y="2072503"/>
                <a:ext cx="428464" cy="285538"/>
              </a:xfrm>
              <a:prstGeom prst="leftRightArrow">
                <a:avLst>
                  <a:gd name="adj1" fmla="val 24902"/>
                  <a:gd name="adj2" fmla="val 50000"/>
                </a:avLst>
              </a:prstGeom>
              <a:gradFill flip="none" rotWithShape="1">
                <a:gsLst>
                  <a:gs pos="0">
                    <a:srgbClr val="03D4A8"/>
                  </a:gs>
                  <a:gs pos="25000">
                    <a:srgbClr val="21D6E0"/>
                  </a:gs>
                  <a:gs pos="75000">
                    <a:srgbClr val="0087E6"/>
                  </a:gs>
                  <a:gs pos="100000">
                    <a:srgbClr val="005CBF"/>
                  </a:gs>
                </a:gsLst>
                <a:lin ang="8100000" scaled="0"/>
                <a:tileRect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85" name="Group 443"/>
            <p:cNvGrpSpPr>
              <a:grpSpLocks noChangeAspect="1"/>
            </p:cNvGrpSpPr>
            <p:nvPr/>
          </p:nvGrpSpPr>
          <p:grpSpPr bwMode="auto">
            <a:xfrm>
              <a:off x="1312791" y="2803619"/>
              <a:ext cx="863743" cy="474458"/>
              <a:chOff x="720" y="1630"/>
              <a:chExt cx="470" cy="275"/>
            </a:xfrm>
          </p:grpSpPr>
          <p:sp>
            <p:nvSpPr>
              <p:cNvPr id="289" name="AutoShape 442"/>
              <p:cNvSpPr>
                <a:spLocks noChangeAspect="1" noChangeArrowheads="1" noTextEdit="1"/>
              </p:cNvSpPr>
              <p:nvPr/>
            </p:nvSpPr>
            <p:spPr bwMode="auto">
              <a:xfrm>
                <a:off x="720" y="1630"/>
                <a:ext cx="470" cy="2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0" name="Freeform 444"/>
              <p:cNvSpPr>
                <a:spLocks/>
              </p:cNvSpPr>
              <p:nvPr/>
            </p:nvSpPr>
            <p:spPr bwMode="auto">
              <a:xfrm>
                <a:off x="720" y="1662"/>
                <a:ext cx="318" cy="237"/>
              </a:xfrm>
              <a:custGeom>
                <a:avLst/>
                <a:gdLst>
                  <a:gd name="T0" fmla="*/ 0 w 1590"/>
                  <a:gd name="T1" fmla="*/ 0 h 1187"/>
                  <a:gd name="T2" fmla="*/ 0 w 1590"/>
                  <a:gd name="T3" fmla="*/ 0 h 1187"/>
                  <a:gd name="T4" fmla="*/ 0 w 1590"/>
                  <a:gd name="T5" fmla="*/ 0 h 1187"/>
                  <a:gd name="T6" fmla="*/ 0 w 1590"/>
                  <a:gd name="T7" fmla="*/ 0 h 1187"/>
                  <a:gd name="T8" fmla="*/ 0 w 1590"/>
                  <a:gd name="T9" fmla="*/ 0 h 1187"/>
                  <a:gd name="T10" fmla="*/ 0 w 1590"/>
                  <a:gd name="T11" fmla="*/ 0 h 1187"/>
                  <a:gd name="T12" fmla="*/ 0 w 1590"/>
                  <a:gd name="T13" fmla="*/ 0 h 1187"/>
                  <a:gd name="T14" fmla="*/ 0 w 1590"/>
                  <a:gd name="T15" fmla="*/ 0 h 1187"/>
                  <a:gd name="T16" fmla="*/ 0 w 1590"/>
                  <a:gd name="T17" fmla="*/ 0 h 1187"/>
                  <a:gd name="T18" fmla="*/ 1 w 1590"/>
                  <a:gd name="T19" fmla="*/ 0 h 1187"/>
                  <a:gd name="T20" fmla="*/ 1 w 1590"/>
                  <a:gd name="T21" fmla="*/ 0 h 1187"/>
                  <a:gd name="T22" fmla="*/ 1 w 1590"/>
                  <a:gd name="T23" fmla="*/ 0 h 1187"/>
                  <a:gd name="T24" fmla="*/ 0 w 1590"/>
                  <a:gd name="T25" fmla="*/ 0 h 1187"/>
                  <a:gd name="T26" fmla="*/ 0 w 1590"/>
                  <a:gd name="T27" fmla="*/ 0 h 1187"/>
                  <a:gd name="T28" fmla="*/ 0 w 1590"/>
                  <a:gd name="T29" fmla="*/ 0 h 1187"/>
                  <a:gd name="T30" fmla="*/ 0 w 1590"/>
                  <a:gd name="T31" fmla="*/ 0 h 1187"/>
                  <a:gd name="T32" fmla="*/ 0 w 1590"/>
                  <a:gd name="T33" fmla="*/ 0 h 1187"/>
                  <a:gd name="T34" fmla="*/ 0 w 1590"/>
                  <a:gd name="T35" fmla="*/ 0 h 1187"/>
                  <a:gd name="T36" fmla="*/ 0 w 1590"/>
                  <a:gd name="T37" fmla="*/ 0 h 1187"/>
                  <a:gd name="T38" fmla="*/ 0 w 1590"/>
                  <a:gd name="T39" fmla="*/ 0 h 1187"/>
                  <a:gd name="T40" fmla="*/ 0 w 1590"/>
                  <a:gd name="T41" fmla="*/ 0 h 1187"/>
                  <a:gd name="T42" fmla="*/ 0 w 1590"/>
                  <a:gd name="T43" fmla="*/ 0 h 1187"/>
                  <a:gd name="T44" fmla="*/ 0 w 1590"/>
                  <a:gd name="T45" fmla="*/ 0 h 1187"/>
                  <a:gd name="T46" fmla="*/ 0 w 1590"/>
                  <a:gd name="T47" fmla="*/ 0 h 1187"/>
                  <a:gd name="T48" fmla="*/ 0 w 1590"/>
                  <a:gd name="T49" fmla="*/ 0 h 1187"/>
                  <a:gd name="T50" fmla="*/ 0 w 1590"/>
                  <a:gd name="T51" fmla="*/ 0 h 1187"/>
                  <a:gd name="T52" fmla="*/ 0 w 1590"/>
                  <a:gd name="T53" fmla="*/ 0 h 1187"/>
                  <a:gd name="T54" fmla="*/ 0 w 1590"/>
                  <a:gd name="T55" fmla="*/ 0 h 1187"/>
                  <a:gd name="T56" fmla="*/ 0 w 1590"/>
                  <a:gd name="T57" fmla="*/ 0 h 1187"/>
                  <a:gd name="T58" fmla="*/ 0 w 1590"/>
                  <a:gd name="T59" fmla="*/ 0 h 1187"/>
                  <a:gd name="T60" fmla="*/ 0 w 1590"/>
                  <a:gd name="T61" fmla="*/ 0 h 1187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1590"/>
                  <a:gd name="T94" fmla="*/ 0 h 1187"/>
                  <a:gd name="T95" fmla="*/ 1590 w 1590"/>
                  <a:gd name="T96" fmla="*/ 1187 h 1187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1590" h="1187">
                    <a:moveTo>
                      <a:pt x="11" y="459"/>
                    </a:moveTo>
                    <a:lnTo>
                      <a:pt x="94" y="421"/>
                    </a:lnTo>
                    <a:lnTo>
                      <a:pt x="111" y="423"/>
                    </a:lnTo>
                    <a:lnTo>
                      <a:pt x="130" y="410"/>
                    </a:lnTo>
                    <a:lnTo>
                      <a:pt x="131" y="393"/>
                    </a:lnTo>
                    <a:lnTo>
                      <a:pt x="677" y="64"/>
                    </a:lnTo>
                    <a:lnTo>
                      <a:pt x="684" y="50"/>
                    </a:lnTo>
                    <a:lnTo>
                      <a:pt x="750" y="13"/>
                    </a:lnTo>
                    <a:lnTo>
                      <a:pt x="882" y="0"/>
                    </a:lnTo>
                    <a:lnTo>
                      <a:pt x="1569" y="393"/>
                    </a:lnTo>
                    <a:lnTo>
                      <a:pt x="1590" y="465"/>
                    </a:lnTo>
                    <a:lnTo>
                      <a:pt x="1589" y="524"/>
                    </a:lnTo>
                    <a:lnTo>
                      <a:pt x="1496" y="593"/>
                    </a:lnTo>
                    <a:lnTo>
                      <a:pt x="1478" y="583"/>
                    </a:lnTo>
                    <a:lnTo>
                      <a:pt x="806" y="1076"/>
                    </a:lnTo>
                    <a:lnTo>
                      <a:pt x="806" y="1099"/>
                    </a:lnTo>
                    <a:lnTo>
                      <a:pt x="686" y="1169"/>
                    </a:lnTo>
                    <a:lnTo>
                      <a:pt x="683" y="1172"/>
                    </a:lnTo>
                    <a:lnTo>
                      <a:pt x="674" y="1175"/>
                    </a:lnTo>
                    <a:lnTo>
                      <a:pt x="661" y="1181"/>
                    </a:lnTo>
                    <a:lnTo>
                      <a:pt x="646" y="1186"/>
                    </a:lnTo>
                    <a:lnTo>
                      <a:pt x="627" y="1187"/>
                    </a:lnTo>
                    <a:lnTo>
                      <a:pt x="608" y="1185"/>
                    </a:lnTo>
                    <a:lnTo>
                      <a:pt x="588" y="1177"/>
                    </a:lnTo>
                    <a:lnTo>
                      <a:pt x="570" y="1160"/>
                    </a:lnTo>
                    <a:lnTo>
                      <a:pt x="76" y="630"/>
                    </a:lnTo>
                    <a:lnTo>
                      <a:pt x="80" y="598"/>
                    </a:lnTo>
                    <a:lnTo>
                      <a:pt x="69" y="586"/>
                    </a:lnTo>
                    <a:lnTo>
                      <a:pt x="46" y="597"/>
                    </a:lnTo>
                    <a:lnTo>
                      <a:pt x="0" y="528"/>
                    </a:lnTo>
                    <a:lnTo>
                      <a:pt x="11" y="45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1" name="Freeform 445"/>
              <p:cNvSpPr>
                <a:spLocks/>
              </p:cNvSpPr>
              <p:nvPr/>
            </p:nvSpPr>
            <p:spPr bwMode="auto">
              <a:xfrm>
                <a:off x="728" y="1670"/>
                <a:ext cx="298" cy="220"/>
              </a:xfrm>
              <a:custGeom>
                <a:avLst/>
                <a:gdLst>
                  <a:gd name="T0" fmla="*/ 0 w 1489"/>
                  <a:gd name="T1" fmla="*/ 0 h 1102"/>
                  <a:gd name="T2" fmla="*/ 0 w 1489"/>
                  <a:gd name="T3" fmla="*/ 0 h 1102"/>
                  <a:gd name="T4" fmla="*/ 0 w 1489"/>
                  <a:gd name="T5" fmla="*/ 0 h 1102"/>
                  <a:gd name="T6" fmla="*/ 0 w 1489"/>
                  <a:gd name="T7" fmla="*/ 0 h 1102"/>
                  <a:gd name="T8" fmla="*/ 0 w 1489"/>
                  <a:gd name="T9" fmla="*/ 0 h 1102"/>
                  <a:gd name="T10" fmla="*/ 0 w 1489"/>
                  <a:gd name="T11" fmla="*/ 0 h 1102"/>
                  <a:gd name="T12" fmla="*/ 0 w 1489"/>
                  <a:gd name="T13" fmla="*/ 0 h 1102"/>
                  <a:gd name="T14" fmla="*/ 0 w 1489"/>
                  <a:gd name="T15" fmla="*/ 0 h 1102"/>
                  <a:gd name="T16" fmla="*/ 0 w 1489"/>
                  <a:gd name="T17" fmla="*/ 0 h 1102"/>
                  <a:gd name="T18" fmla="*/ 0 w 1489"/>
                  <a:gd name="T19" fmla="*/ 0 h 1102"/>
                  <a:gd name="T20" fmla="*/ 0 w 1489"/>
                  <a:gd name="T21" fmla="*/ 0 h 1102"/>
                  <a:gd name="T22" fmla="*/ 0 w 1489"/>
                  <a:gd name="T23" fmla="*/ 0 h 1102"/>
                  <a:gd name="T24" fmla="*/ 0 w 1489"/>
                  <a:gd name="T25" fmla="*/ 0 h 1102"/>
                  <a:gd name="T26" fmla="*/ 0 w 1489"/>
                  <a:gd name="T27" fmla="*/ 0 h 1102"/>
                  <a:gd name="T28" fmla="*/ 0 w 1489"/>
                  <a:gd name="T29" fmla="*/ 0 h 1102"/>
                  <a:gd name="T30" fmla="*/ 0 w 1489"/>
                  <a:gd name="T31" fmla="*/ 0 h 1102"/>
                  <a:gd name="T32" fmla="*/ 0 w 1489"/>
                  <a:gd name="T33" fmla="*/ 0 h 1102"/>
                  <a:gd name="T34" fmla="*/ 0 w 1489"/>
                  <a:gd name="T35" fmla="*/ 0 h 1102"/>
                  <a:gd name="T36" fmla="*/ 0 w 1489"/>
                  <a:gd name="T37" fmla="*/ 0 h 1102"/>
                  <a:gd name="T38" fmla="*/ 0 w 1489"/>
                  <a:gd name="T39" fmla="*/ 0 h 1102"/>
                  <a:gd name="T40" fmla="*/ 0 w 1489"/>
                  <a:gd name="T41" fmla="*/ 0 h 1102"/>
                  <a:gd name="T42" fmla="*/ 0 w 1489"/>
                  <a:gd name="T43" fmla="*/ 0 h 1102"/>
                  <a:gd name="T44" fmla="*/ 0 w 1489"/>
                  <a:gd name="T45" fmla="*/ 0 h 1102"/>
                  <a:gd name="T46" fmla="*/ 0 w 1489"/>
                  <a:gd name="T47" fmla="*/ 0 h 1102"/>
                  <a:gd name="T48" fmla="*/ 0 w 1489"/>
                  <a:gd name="T49" fmla="*/ 0 h 1102"/>
                  <a:gd name="T50" fmla="*/ 0 w 1489"/>
                  <a:gd name="T51" fmla="*/ 0 h 1102"/>
                  <a:gd name="T52" fmla="*/ 0 w 1489"/>
                  <a:gd name="T53" fmla="*/ 0 h 1102"/>
                  <a:gd name="T54" fmla="*/ 0 w 1489"/>
                  <a:gd name="T55" fmla="*/ 0 h 1102"/>
                  <a:gd name="T56" fmla="*/ 0 w 1489"/>
                  <a:gd name="T57" fmla="*/ 0 h 1102"/>
                  <a:gd name="T58" fmla="*/ 0 w 1489"/>
                  <a:gd name="T59" fmla="*/ 0 h 1102"/>
                  <a:gd name="T60" fmla="*/ 0 w 1489"/>
                  <a:gd name="T61" fmla="*/ 0 h 1102"/>
                  <a:gd name="T62" fmla="*/ 0 w 1489"/>
                  <a:gd name="T63" fmla="*/ 0 h 1102"/>
                  <a:gd name="T64" fmla="*/ 0 w 1489"/>
                  <a:gd name="T65" fmla="*/ 0 h 1102"/>
                  <a:gd name="T66" fmla="*/ 0 w 1489"/>
                  <a:gd name="T67" fmla="*/ 0 h 1102"/>
                  <a:gd name="T68" fmla="*/ 0 w 1489"/>
                  <a:gd name="T69" fmla="*/ 0 h 1102"/>
                  <a:gd name="T70" fmla="*/ 0 w 1489"/>
                  <a:gd name="T71" fmla="*/ 0 h 1102"/>
                  <a:gd name="T72" fmla="*/ 0 w 1489"/>
                  <a:gd name="T73" fmla="*/ 0 h 1102"/>
                  <a:gd name="T74" fmla="*/ 0 w 1489"/>
                  <a:gd name="T75" fmla="*/ 0 h 1102"/>
                  <a:gd name="T76" fmla="*/ 0 w 1489"/>
                  <a:gd name="T77" fmla="*/ 0 h 1102"/>
                  <a:gd name="T78" fmla="*/ 0 w 1489"/>
                  <a:gd name="T79" fmla="*/ 0 h 1102"/>
                  <a:gd name="T80" fmla="*/ 0 w 1489"/>
                  <a:gd name="T81" fmla="*/ 0 h 1102"/>
                  <a:gd name="T82" fmla="*/ 0 w 1489"/>
                  <a:gd name="T83" fmla="*/ 0 h 1102"/>
                  <a:gd name="T84" fmla="*/ 0 w 1489"/>
                  <a:gd name="T85" fmla="*/ 0 h 1102"/>
                  <a:gd name="T86" fmla="*/ 0 w 1489"/>
                  <a:gd name="T87" fmla="*/ 0 h 1102"/>
                  <a:gd name="T88" fmla="*/ 0 w 1489"/>
                  <a:gd name="T89" fmla="*/ 0 h 1102"/>
                  <a:gd name="T90" fmla="*/ 0 w 1489"/>
                  <a:gd name="T91" fmla="*/ 0 h 1102"/>
                  <a:gd name="T92" fmla="*/ 0 w 1489"/>
                  <a:gd name="T93" fmla="*/ 0 h 1102"/>
                  <a:gd name="T94" fmla="*/ 0 w 1489"/>
                  <a:gd name="T95" fmla="*/ 0 h 1102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1489"/>
                  <a:gd name="T145" fmla="*/ 0 h 1102"/>
                  <a:gd name="T146" fmla="*/ 1489 w 1489"/>
                  <a:gd name="T147" fmla="*/ 1102 h 1102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1489" h="1102">
                    <a:moveTo>
                      <a:pt x="1482" y="425"/>
                    </a:moveTo>
                    <a:lnTo>
                      <a:pt x="1483" y="425"/>
                    </a:lnTo>
                    <a:lnTo>
                      <a:pt x="1485" y="422"/>
                    </a:lnTo>
                    <a:lnTo>
                      <a:pt x="1487" y="419"/>
                    </a:lnTo>
                    <a:lnTo>
                      <a:pt x="1489" y="413"/>
                    </a:lnTo>
                    <a:lnTo>
                      <a:pt x="1486" y="405"/>
                    </a:lnTo>
                    <a:lnTo>
                      <a:pt x="1482" y="399"/>
                    </a:lnTo>
                    <a:lnTo>
                      <a:pt x="1476" y="394"/>
                    </a:lnTo>
                    <a:lnTo>
                      <a:pt x="1469" y="390"/>
                    </a:lnTo>
                    <a:lnTo>
                      <a:pt x="1415" y="358"/>
                    </a:lnTo>
                    <a:lnTo>
                      <a:pt x="1402" y="367"/>
                    </a:lnTo>
                    <a:lnTo>
                      <a:pt x="1413" y="374"/>
                    </a:lnTo>
                    <a:lnTo>
                      <a:pt x="1383" y="394"/>
                    </a:lnTo>
                    <a:lnTo>
                      <a:pt x="1368" y="405"/>
                    </a:lnTo>
                    <a:lnTo>
                      <a:pt x="1367" y="404"/>
                    </a:lnTo>
                    <a:lnTo>
                      <a:pt x="1365" y="405"/>
                    </a:lnTo>
                    <a:lnTo>
                      <a:pt x="1333" y="382"/>
                    </a:lnTo>
                    <a:lnTo>
                      <a:pt x="1380" y="352"/>
                    </a:lnTo>
                    <a:lnTo>
                      <a:pt x="1398" y="364"/>
                    </a:lnTo>
                    <a:lnTo>
                      <a:pt x="1407" y="353"/>
                    </a:lnTo>
                    <a:lnTo>
                      <a:pt x="806" y="0"/>
                    </a:lnTo>
                    <a:lnTo>
                      <a:pt x="731" y="0"/>
                    </a:lnTo>
                    <a:lnTo>
                      <a:pt x="683" y="24"/>
                    </a:lnTo>
                    <a:lnTo>
                      <a:pt x="683" y="33"/>
                    </a:lnTo>
                    <a:lnTo>
                      <a:pt x="623" y="67"/>
                    </a:lnTo>
                    <a:lnTo>
                      <a:pt x="622" y="80"/>
                    </a:lnTo>
                    <a:lnTo>
                      <a:pt x="616" y="83"/>
                    </a:lnTo>
                    <a:lnTo>
                      <a:pt x="606" y="80"/>
                    </a:lnTo>
                    <a:lnTo>
                      <a:pt x="221" y="308"/>
                    </a:lnTo>
                    <a:lnTo>
                      <a:pt x="217" y="316"/>
                    </a:lnTo>
                    <a:lnTo>
                      <a:pt x="115" y="373"/>
                    </a:lnTo>
                    <a:lnTo>
                      <a:pt x="112" y="392"/>
                    </a:lnTo>
                    <a:lnTo>
                      <a:pt x="70" y="416"/>
                    </a:lnTo>
                    <a:lnTo>
                      <a:pt x="52" y="403"/>
                    </a:lnTo>
                    <a:lnTo>
                      <a:pt x="0" y="432"/>
                    </a:lnTo>
                    <a:lnTo>
                      <a:pt x="582" y="1045"/>
                    </a:lnTo>
                    <a:lnTo>
                      <a:pt x="573" y="1096"/>
                    </a:lnTo>
                    <a:lnTo>
                      <a:pt x="576" y="1097"/>
                    </a:lnTo>
                    <a:lnTo>
                      <a:pt x="581" y="1099"/>
                    </a:lnTo>
                    <a:lnTo>
                      <a:pt x="585" y="1101"/>
                    </a:lnTo>
                    <a:lnTo>
                      <a:pt x="590" y="1101"/>
                    </a:lnTo>
                    <a:lnTo>
                      <a:pt x="596" y="1102"/>
                    </a:lnTo>
                    <a:lnTo>
                      <a:pt x="600" y="1102"/>
                    </a:lnTo>
                    <a:lnTo>
                      <a:pt x="606" y="1101"/>
                    </a:lnTo>
                    <a:lnTo>
                      <a:pt x="612" y="1099"/>
                    </a:lnTo>
                    <a:lnTo>
                      <a:pt x="622" y="1046"/>
                    </a:lnTo>
                    <a:lnTo>
                      <a:pt x="1482" y="425"/>
                    </a:lnTo>
                    <a:close/>
                  </a:path>
                </a:pathLst>
              </a:custGeom>
              <a:solidFill>
                <a:srgbClr val="6B2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2" name="Freeform 446"/>
              <p:cNvSpPr>
                <a:spLocks/>
              </p:cNvSpPr>
              <p:nvPr/>
            </p:nvSpPr>
            <p:spPr bwMode="auto">
              <a:xfrm>
                <a:off x="851" y="1752"/>
                <a:ext cx="176" cy="137"/>
              </a:xfrm>
              <a:custGeom>
                <a:avLst/>
                <a:gdLst>
                  <a:gd name="T0" fmla="*/ 0 w 881"/>
                  <a:gd name="T1" fmla="*/ 0 h 686"/>
                  <a:gd name="T2" fmla="*/ 0 w 881"/>
                  <a:gd name="T3" fmla="*/ 0 h 686"/>
                  <a:gd name="T4" fmla="*/ 0 w 881"/>
                  <a:gd name="T5" fmla="*/ 0 h 686"/>
                  <a:gd name="T6" fmla="*/ 0 w 881"/>
                  <a:gd name="T7" fmla="*/ 0 h 686"/>
                  <a:gd name="T8" fmla="*/ 0 w 881"/>
                  <a:gd name="T9" fmla="*/ 0 h 686"/>
                  <a:gd name="T10" fmla="*/ 0 w 881"/>
                  <a:gd name="T11" fmla="*/ 0 h 686"/>
                  <a:gd name="T12" fmla="*/ 0 w 881"/>
                  <a:gd name="T13" fmla="*/ 0 h 686"/>
                  <a:gd name="T14" fmla="*/ 0 w 881"/>
                  <a:gd name="T15" fmla="*/ 0 h 686"/>
                  <a:gd name="T16" fmla="*/ 0 w 881"/>
                  <a:gd name="T17" fmla="*/ 0 h 686"/>
                  <a:gd name="T18" fmla="*/ 0 w 881"/>
                  <a:gd name="T19" fmla="*/ 0 h 686"/>
                  <a:gd name="T20" fmla="*/ 0 w 881"/>
                  <a:gd name="T21" fmla="*/ 0 h 686"/>
                  <a:gd name="T22" fmla="*/ 0 w 881"/>
                  <a:gd name="T23" fmla="*/ 0 h 686"/>
                  <a:gd name="T24" fmla="*/ 0 w 881"/>
                  <a:gd name="T25" fmla="*/ 0 h 686"/>
                  <a:gd name="T26" fmla="*/ 0 w 881"/>
                  <a:gd name="T27" fmla="*/ 0 h 686"/>
                  <a:gd name="T28" fmla="*/ 0 w 881"/>
                  <a:gd name="T29" fmla="*/ 0 h 686"/>
                  <a:gd name="T30" fmla="*/ 0 w 881"/>
                  <a:gd name="T31" fmla="*/ 0 h 686"/>
                  <a:gd name="T32" fmla="*/ 0 w 881"/>
                  <a:gd name="T33" fmla="*/ 0 h 686"/>
                  <a:gd name="T34" fmla="*/ 0 w 881"/>
                  <a:gd name="T35" fmla="*/ 0 h 686"/>
                  <a:gd name="T36" fmla="*/ 0 w 881"/>
                  <a:gd name="T37" fmla="*/ 0 h 686"/>
                  <a:gd name="T38" fmla="*/ 0 w 881"/>
                  <a:gd name="T39" fmla="*/ 0 h 686"/>
                  <a:gd name="T40" fmla="*/ 0 w 881"/>
                  <a:gd name="T41" fmla="*/ 0 h 686"/>
                  <a:gd name="T42" fmla="*/ 0 w 881"/>
                  <a:gd name="T43" fmla="*/ 0 h 68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881"/>
                  <a:gd name="T67" fmla="*/ 0 h 686"/>
                  <a:gd name="T68" fmla="*/ 881 w 881"/>
                  <a:gd name="T69" fmla="*/ 686 h 68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881" h="686">
                    <a:moveTo>
                      <a:pt x="877" y="0"/>
                    </a:moveTo>
                    <a:lnTo>
                      <a:pt x="875" y="6"/>
                    </a:lnTo>
                    <a:lnTo>
                      <a:pt x="873" y="9"/>
                    </a:lnTo>
                    <a:lnTo>
                      <a:pt x="871" y="12"/>
                    </a:lnTo>
                    <a:lnTo>
                      <a:pt x="870" y="12"/>
                    </a:lnTo>
                    <a:lnTo>
                      <a:pt x="10" y="633"/>
                    </a:lnTo>
                    <a:lnTo>
                      <a:pt x="0" y="686"/>
                    </a:lnTo>
                    <a:lnTo>
                      <a:pt x="5" y="684"/>
                    </a:lnTo>
                    <a:lnTo>
                      <a:pt x="10" y="683"/>
                    </a:lnTo>
                    <a:lnTo>
                      <a:pt x="15" y="681"/>
                    </a:lnTo>
                    <a:lnTo>
                      <a:pt x="19" y="678"/>
                    </a:lnTo>
                    <a:lnTo>
                      <a:pt x="112" y="614"/>
                    </a:lnTo>
                    <a:lnTo>
                      <a:pt x="112" y="601"/>
                    </a:lnTo>
                    <a:lnTo>
                      <a:pt x="806" y="88"/>
                    </a:lnTo>
                    <a:lnTo>
                      <a:pt x="815" y="95"/>
                    </a:lnTo>
                    <a:lnTo>
                      <a:pt x="873" y="46"/>
                    </a:lnTo>
                    <a:lnTo>
                      <a:pt x="881" y="15"/>
                    </a:lnTo>
                    <a:lnTo>
                      <a:pt x="881" y="8"/>
                    </a:lnTo>
                    <a:lnTo>
                      <a:pt x="880" y="6"/>
                    </a:lnTo>
                    <a:lnTo>
                      <a:pt x="880" y="4"/>
                    </a:lnTo>
                    <a:lnTo>
                      <a:pt x="879" y="2"/>
                    </a:lnTo>
                    <a:lnTo>
                      <a:pt x="877" y="0"/>
                    </a:lnTo>
                    <a:close/>
                  </a:path>
                </a:pathLst>
              </a:custGeom>
              <a:solidFill>
                <a:srgbClr val="2B0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3" name="Freeform 447"/>
              <p:cNvSpPr>
                <a:spLocks/>
              </p:cNvSpPr>
              <p:nvPr/>
            </p:nvSpPr>
            <p:spPr bwMode="auto">
              <a:xfrm>
                <a:off x="1027" y="1754"/>
                <a:ext cx="1" cy="1"/>
              </a:xfrm>
              <a:custGeom>
                <a:avLst/>
                <a:gdLst>
                  <a:gd name="T0" fmla="*/ 0 w 1"/>
                  <a:gd name="T1" fmla="*/ 0 h 7"/>
                  <a:gd name="T2" fmla="*/ 0 w 1"/>
                  <a:gd name="T3" fmla="*/ 0 h 7"/>
                  <a:gd name="T4" fmla="*/ 1 w 1"/>
                  <a:gd name="T5" fmla="*/ 0 h 7"/>
                  <a:gd name="T6" fmla="*/ 1 w 1"/>
                  <a:gd name="T7" fmla="*/ 0 h 7"/>
                  <a:gd name="T8" fmla="*/ 1 w 1"/>
                  <a:gd name="T9" fmla="*/ 0 h 7"/>
                  <a:gd name="T10" fmla="*/ 0 w 1"/>
                  <a:gd name="T11" fmla="*/ 0 h 7"/>
                  <a:gd name="T12" fmla="*/ 0 w 1"/>
                  <a:gd name="T13" fmla="*/ 0 h 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"/>
                  <a:gd name="T22" fmla="*/ 0 h 7"/>
                  <a:gd name="T23" fmla="*/ 1 w 1"/>
                  <a:gd name="T24" fmla="*/ 7 h 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" h="7">
                    <a:moveTo>
                      <a:pt x="0" y="0"/>
                    </a:moveTo>
                    <a:lnTo>
                      <a:pt x="0" y="7"/>
                    </a:lnTo>
                    <a:lnTo>
                      <a:pt x="1" y="5"/>
                    </a:lnTo>
                    <a:lnTo>
                      <a:pt x="1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B2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4" name="Freeform 448"/>
              <p:cNvSpPr>
                <a:spLocks/>
              </p:cNvSpPr>
              <p:nvPr/>
            </p:nvSpPr>
            <p:spPr bwMode="auto">
              <a:xfrm>
                <a:off x="742" y="1752"/>
                <a:ext cx="86" cy="35"/>
              </a:xfrm>
              <a:custGeom>
                <a:avLst/>
                <a:gdLst>
                  <a:gd name="T0" fmla="*/ 0 w 428"/>
                  <a:gd name="T1" fmla="*/ 0 h 173"/>
                  <a:gd name="T2" fmla="*/ 0 w 428"/>
                  <a:gd name="T3" fmla="*/ 0 h 173"/>
                  <a:gd name="T4" fmla="*/ 0 w 428"/>
                  <a:gd name="T5" fmla="*/ 0 h 173"/>
                  <a:gd name="T6" fmla="*/ 0 w 428"/>
                  <a:gd name="T7" fmla="*/ 0 h 173"/>
                  <a:gd name="T8" fmla="*/ 0 w 428"/>
                  <a:gd name="T9" fmla="*/ 0 h 173"/>
                  <a:gd name="T10" fmla="*/ 0 w 428"/>
                  <a:gd name="T11" fmla="*/ 0 h 173"/>
                  <a:gd name="T12" fmla="*/ 0 w 428"/>
                  <a:gd name="T13" fmla="*/ 0 h 173"/>
                  <a:gd name="T14" fmla="*/ 0 w 428"/>
                  <a:gd name="T15" fmla="*/ 0 h 173"/>
                  <a:gd name="T16" fmla="*/ 0 w 428"/>
                  <a:gd name="T17" fmla="*/ 0 h 173"/>
                  <a:gd name="T18" fmla="*/ 0 w 428"/>
                  <a:gd name="T19" fmla="*/ 0 h 173"/>
                  <a:gd name="T20" fmla="*/ 0 w 428"/>
                  <a:gd name="T21" fmla="*/ 0 h 173"/>
                  <a:gd name="T22" fmla="*/ 0 w 428"/>
                  <a:gd name="T23" fmla="*/ 0 h 173"/>
                  <a:gd name="T24" fmla="*/ 0 w 428"/>
                  <a:gd name="T25" fmla="*/ 0 h 173"/>
                  <a:gd name="T26" fmla="*/ 0 w 428"/>
                  <a:gd name="T27" fmla="*/ 0 h 173"/>
                  <a:gd name="T28" fmla="*/ 0 w 428"/>
                  <a:gd name="T29" fmla="*/ 0 h 173"/>
                  <a:gd name="T30" fmla="*/ 0 w 428"/>
                  <a:gd name="T31" fmla="*/ 0 h 173"/>
                  <a:gd name="T32" fmla="*/ 0 w 428"/>
                  <a:gd name="T33" fmla="*/ 0 h 173"/>
                  <a:gd name="T34" fmla="*/ 0 w 428"/>
                  <a:gd name="T35" fmla="*/ 0 h 173"/>
                  <a:gd name="T36" fmla="*/ 0 w 428"/>
                  <a:gd name="T37" fmla="*/ 0 h 173"/>
                  <a:gd name="T38" fmla="*/ 0 w 428"/>
                  <a:gd name="T39" fmla="*/ 0 h 173"/>
                  <a:gd name="T40" fmla="*/ 0 w 428"/>
                  <a:gd name="T41" fmla="*/ 0 h 173"/>
                  <a:gd name="T42" fmla="*/ 0 w 428"/>
                  <a:gd name="T43" fmla="*/ 0 h 173"/>
                  <a:gd name="T44" fmla="*/ 0 w 428"/>
                  <a:gd name="T45" fmla="*/ 0 h 173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428"/>
                  <a:gd name="T70" fmla="*/ 0 h 173"/>
                  <a:gd name="T71" fmla="*/ 428 w 428"/>
                  <a:gd name="T72" fmla="*/ 173 h 173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428" h="173">
                    <a:moveTo>
                      <a:pt x="0" y="2"/>
                    </a:moveTo>
                    <a:lnTo>
                      <a:pt x="160" y="164"/>
                    </a:lnTo>
                    <a:lnTo>
                      <a:pt x="161" y="166"/>
                    </a:lnTo>
                    <a:lnTo>
                      <a:pt x="163" y="167"/>
                    </a:lnTo>
                    <a:lnTo>
                      <a:pt x="168" y="169"/>
                    </a:lnTo>
                    <a:lnTo>
                      <a:pt x="174" y="171"/>
                    </a:lnTo>
                    <a:lnTo>
                      <a:pt x="181" y="173"/>
                    </a:lnTo>
                    <a:lnTo>
                      <a:pt x="189" y="173"/>
                    </a:lnTo>
                    <a:lnTo>
                      <a:pt x="199" y="169"/>
                    </a:lnTo>
                    <a:lnTo>
                      <a:pt x="209" y="163"/>
                    </a:lnTo>
                    <a:lnTo>
                      <a:pt x="428" y="27"/>
                    </a:lnTo>
                    <a:lnTo>
                      <a:pt x="423" y="24"/>
                    </a:lnTo>
                    <a:lnTo>
                      <a:pt x="207" y="156"/>
                    </a:lnTo>
                    <a:lnTo>
                      <a:pt x="206" y="157"/>
                    </a:lnTo>
                    <a:lnTo>
                      <a:pt x="204" y="158"/>
                    </a:lnTo>
                    <a:lnTo>
                      <a:pt x="200" y="161"/>
                    </a:lnTo>
                    <a:lnTo>
                      <a:pt x="194" y="163"/>
                    </a:lnTo>
                    <a:lnTo>
                      <a:pt x="188" y="164"/>
                    </a:lnTo>
                    <a:lnTo>
                      <a:pt x="180" y="164"/>
                    </a:lnTo>
                    <a:lnTo>
                      <a:pt x="172" y="162"/>
                    </a:lnTo>
                    <a:lnTo>
                      <a:pt x="162" y="157"/>
                    </a:lnTo>
                    <a:lnTo>
                      <a:pt x="7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2B0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5" name="Freeform 449"/>
              <p:cNvSpPr>
                <a:spLocks/>
              </p:cNvSpPr>
              <p:nvPr/>
            </p:nvSpPr>
            <p:spPr bwMode="auto">
              <a:xfrm>
                <a:off x="1008" y="1740"/>
                <a:ext cx="3" cy="3"/>
              </a:xfrm>
              <a:custGeom>
                <a:avLst/>
                <a:gdLst>
                  <a:gd name="T0" fmla="*/ 0 w 17"/>
                  <a:gd name="T1" fmla="*/ 0 h 14"/>
                  <a:gd name="T2" fmla="*/ 0 w 17"/>
                  <a:gd name="T3" fmla="*/ 0 h 14"/>
                  <a:gd name="T4" fmla="*/ 0 w 17"/>
                  <a:gd name="T5" fmla="*/ 0 h 14"/>
                  <a:gd name="T6" fmla="*/ 0 w 17"/>
                  <a:gd name="T7" fmla="*/ 0 h 14"/>
                  <a:gd name="T8" fmla="*/ 0 w 17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4"/>
                  <a:gd name="T17" fmla="*/ 17 w 17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4">
                    <a:moveTo>
                      <a:pt x="4" y="14"/>
                    </a:moveTo>
                    <a:lnTo>
                      <a:pt x="17" y="5"/>
                    </a:lnTo>
                    <a:lnTo>
                      <a:pt x="9" y="0"/>
                    </a:lnTo>
                    <a:lnTo>
                      <a:pt x="0" y="11"/>
                    </a:ln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6B2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6" name="Freeform 450"/>
              <p:cNvSpPr>
                <a:spLocks/>
              </p:cNvSpPr>
              <p:nvPr/>
            </p:nvSpPr>
            <p:spPr bwMode="auto">
              <a:xfrm>
                <a:off x="995" y="1740"/>
                <a:ext cx="13" cy="11"/>
              </a:xfrm>
              <a:custGeom>
                <a:avLst/>
                <a:gdLst>
                  <a:gd name="T0" fmla="*/ 0 w 65"/>
                  <a:gd name="T1" fmla="*/ 0 h 53"/>
                  <a:gd name="T2" fmla="*/ 0 w 65"/>
                  <a:gd name="T3" fmla="*/ 0 h 53"/>
                  <a:gd name="T4" fmla="*/ 0 w 65"/>
                  <a:gd name="T5" fmla="*/ 0 h 53"/>
                  <a:gd name="T6" fmla="*/ 0 w 65"/>
                  <a:gd name="T7" fmla="*/ 0 h 53"/>
                  <a:gd name="T8" fmla="*/ 0 w 65"/>
                  <a:gd name="T9" fmla="*/ 0 h 53"/>
                  <a:gd name="T10" fmla="*/ 0 w 65"/>
                  <a:gd name="T11" fmla="*/ 0 h 53"/>
                  <a:gd name="T12" fmla="*/ 0 w 65"/>
                  <a:gd name="T13" fmla="*/ 0 h 53"/>
                  <a:gd name="T14" fmla="*/ 0 w 65"/>
                  <a:gd name="T15" fmla="*/ 0 h 53"/>
                  <a:gd name="T16" fmla="*/ 0 w 65"/>
                  <a:gd name="T17" fmla="*/ 0 h 5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65"/>
                  <a:gd name="T28" fmla="*/ 0 h 53"/>
                  <a:gd name="T29" fmla="*/ 65 w 65"/>
                  <a:gd name="T30" fmla="*/ 53 h 5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65" h="53">
                    <a:moveTo>
                      <a:pt x="40" y="34"/>
                    </a:moveTo>
                    <a:lnTo>
                      <a:pt x="42" y="36"/>
                    </a:lnTo>
                    <a:lnTo>
                      <a:pt x="65" y="12"/>
                    </a:lnTo>
                    <a:lnTo>
                      <a:pt x="47" y="0"/>
                    </a:lnTo>
                    <a:lnTo>
                      <a:pt x="0" y="30"/>
                    </a:lnTo>
                    <a:lnTo>
                      <a:pt x="32" y="53"/>
                    </a:lnTo>
                    <a:lnTo>
                      <a:pt x="34" y="52"/>
                    </a:lnTo>
                    <a:lnTo>
                      <a:pt x="24" y="45"/>
                    </a:lnTo>
                    <a:lnTo>
                      <a:pt x="40" y="34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7" name="Freeform 451"/>
              <p:cNvSpPr>
                <a:spLocks/>
              </p:cNvSpPr>
              <p:nvPr/>
            </p:nvSpPr>
            <p:spPr bwMode="auto">
              <a:xfrm>
                <a:off x="1003" y="1742"/>
                <a:ext cx="6" cy="5"/>
              </a:xfrm>
              <a:custGeom>
                <a:avLst/>
                <a:gdLst>
                  <a:gd name="T0" fmla="*/ 0 w 27"/>
                  <a:gd name="T1" fmla="*/ 0 h 25"/>
                  <a:gd name="T2" fmla="*/ 0 w 27"/>
                  <a:gd name="T3" fmla="*/ 0 h 25"/>
                  <a:gd name="T4" fmla="*/ 0 w 27"/>
                  <a:gd name="T5" fmla="*/ 0 h 25"/>
                  <a:gd name="T6" fmla="*/ 0 w 27"/>
                  <a:gd name="T7" fmla="*/ 0 h 25"/>
                  <a:gd name="T8" fmla="*/ 0 w 27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"/>
                  <a:gd name="T16" fmla="*/ 0 h 25"/>
                  <a:gd name="T17" fmla="*/ 27 w 27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" h="25">
                    <a:moveTo>
                      <a:pt x="0" y="24"/>
                    </a:moveTo>
                    <a:lnTo>
                      <a:pt x="1" y="25"/>
                    </a:lnTo>
                    <a:lnTo>
                      <a:pt x="27" y="3"/>
                    </a:lnTo>
                    <a:lnTo>
                      <a:pt x="23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8" name="Freeform 452"/>
              <p:cNvSpPr>
                <a:spLocks/>
              </p:cNvSpPr>
              <p:nvPr/>
            </p:nvSpPr>
            <p:spPr bwMode="auto">
              <a:xfrm>
                <a:off x="1004" y="1743"/>
                <a:ext cx="7" cy="5"/>
              </a:xfrm>
              <a:custGeom>
                <a:avLst/>
                <a:gdLst>
                  <a:gd name="T0" fmla="*/ 0 w 37"/>
                  <a:gd name="T1" fmla="*/ 0 h 27"/>
                  <a:gd name="T2" fmla="*/ 0 w 37"/>
                  <a:gd name="T3" fmla="*/ 0 h 27"/>
                  <a:gd name="T4" fmla="*/ 0 w 37"/>
                  <a:gd name="T5" fmla="*/ 0 h 27"/>
                  <a:gd name="T6" fmla="*/ 0 w 37"/>
                  <a:gd name="T7" fmla="*/ 0 h 27"/>
                  <a:gd name="T8" fmla="*/ 0 w 37"/>
                  <a:gd name="T9" fmla="*/ 0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27"/>
                  <a:gd name="T17" fmla="*/ 37 w 37"/>
                  <a:gd name="T18" fmla="*/ 27 h 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27">
                    <a:moveTo>
                      <a:pt x="7" y="27"/>
                    </a:moveTo>
                    <a:lnTo>
                      <a:pt x="37" y="7"/>
                    </a:lnTo>
                    <a:lnTo>
                      <a:pt x="26" y="0"/>
                    </a:lnTo>
                    <a:lnTo>
                      <a:pt x="0" y="22"/>
                    </a:lnTo>
                    <a:lnTo>
                      <a:pt x="7" y="27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9" name="Freeform 453"/>
              <p:cNvSpPr>
                <a:spLocks/>
              </p:cNvSpPr>
              <p:nvPr/>
            </p:nvSpPr>
            <p:spPr bwMode="auto">
              <a:xfrm>
                <a:off x="1002" y="1748"/>
                <a:ext cx="3" cy="3"/>
              </a:xfrm>
              <a:custGeom>
                <a:avLst/>
                <a:gdLst>
                  <a:gd name="T0" fmla="*/ 0 w 16"/>
                  <a:gd name="T1" fmla="*/ 0 h 11"/>
                  <a:gd name="T2" fmla="*/ 0 w 16"/>
                  <a:gd name="T3" fmla="*/ 0 h 11"/>
                  <a:gd name="T4" fmla="*/ 0 w 16"/>
                  <a:gd name="T5" fmla="*/ 0 h 11"/>
                  <a:gd name="T6" fmla="*/ 0 w 16"/>
                  <a:gd name="T7" fmla="*/ 0 h 11"/>
                  <a:gd name="T8" fmla="*/ 0 w 16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"/>
                  <a:gd name="T16" fmla="*/ 0 h 11"/>
                  <a:gd name="T17" fmla="*/ 16 w 16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" h="11">
                    <a:moveTo>
                      <a:pt x="1" y="11"/>
                    </a:moveTo>
                    <a:lnTo>
                      <a:pt x="16" y="0"/>
                    </a:lnTo>
                    <a:lnTo>
                      <a:pt x="0" y="10"/>
                    </a:lnTo>
                    <a:lnTo>
                      <a:pt x="1" y="1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0" name="Freeform 454"/>
              <p:cNvSpPr>
                <a:spLocks/>
              </p:cNvSpPr>
              <p:nvPr/>
            </p:nvSpPr>
            <p:spPr bwMode="auto">
              <a:xfrm>
                <a:off x="773" y="1686"/>
                <a:ext cx="116" cy="78"/>
              </a:xfrm>
              <a:custGeom>
                <a:avLst/>
                <a:gdLst>
                  <a:gd name="T0" fmla="*/ 0 w 580"/>
                  <a:gd name="T1" fmla="*/ 0 h 391"/>
                  <a:gd name="T2" fmla="*/ 0 w 580"/>
                  <a:gd name="T3" fmla="*/ 0 h 391"/>
                  <a:gd name="T4" fmla="*/ 0 w 580"/>
                  <a:gd name="T5" fmla="*/ 0 h 391"/>
                  <a:gd name="T6" fmla="*/ 0 w 580"/>
                  <a:gd name="T7" fmla="*/ 0 h 391"/>
                  <a:gd name="T8" fmla="*/ 0 w 580"/>
                  <a:gd name="T9" fmla="*/ 0 h 391"/>
                  <a:gd name="T10" fmla="*/ 0 w 580"/>
                  <a:gd name="T11" fmla="*/ 0 h 391"/>
                  <a:gd name="T12" fmla="*/ 0 w 580"/>
                  <a:gd name="T13" fmla="*/ 0 h 391"/>
                  <a:gd name="T14" fmla="*/ 0 w 580"/>
                  <a:gd name="T15" fmla="*/ 0 h 391"/>
                  <a:gd name="T16" fmla="*/ 0 w 580"/>
                  <a:gd name="T17" fmla="*/ 0 h 391"/>
                  <a:gd name="T18" fmla="*/ 0 w 580"/>
                  <a:gd name="T19" fmla="*/ 0 h 391"/>
                  <a:gd name="T20" fmla="*/ 0 w 580"/>
                  <a:gd name="T21" fmla="*/ 0 h 391"/>
                  <a:gd name="T22" fmla="*/ 0 w 580"/>
                  <a:gd name="T23" fmla="*/ 0 h 391"/>
                  <a:gd name="T24" fmla="*/ 0 w 580"/>
                  <a:gd name="T25" fmla="*/ 0 h 391"/>
                  <a:gd name="T26" fmla="*/ 0 w 580"/>
                  <a:gd name="T27" fmla="*/ 0 h 391"/>
                  <a:gd name="T28" fmla="*/ 0 w 580"/>
                  <a:gd name="T29" fmla="*/ 0 h 391"/>
                  <a:gd name="T30" fmla="*/ 0 w 580"/>
                  <a:gd name="T31" fmla="*/ 0 h 391"/>
                  <a:gd name="T32" fmla="*/ 0 w 580"/>
                  <a:gd name="T33" fmla="*/ 0 h 391"/>
                  <a:gd name="T34" fmla="*/ 0 w 580"/>
                  <a:gd name="T35" fmla="*/ 0 h 391"/>
                  <a:gd name="T36" fmla="*/ 0 w 580"/>
                  <a:gd name="T37" fmla="*/ 0 h 391"/>
                  <a:gd name="T38" fmla="*/ 0 w 580"/>
                  <a:gd name="T39" fmla="*/ 0 h 391"/>
                  <a:gd name="T40" fmla="*/ 0 w 580"/>
                  <a:gd name="T41" fmla="*/ 0 h 391"/>
                  <a:gd name="T42" fmla="*/ 0 w 580"/>
                  <a:gd name="T43" fmla="*/ 0 h 39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580"/>
                  <a:gd name="T67" fmla="*/ 0 h 391"/>
                  <a:gd name="T68" fmla="*/ 580 w 580"/>
                  <a:gd name="T69" fmla="*/ 391 h 391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580" h="391">
                    <a:moveTo>
                      <a:pt x="236" y="384"/>
                    </a:moveTo>
                    <a:lnTo>
                      <a:pt x="220" y="389"/>
                    </a:lnTo>
                    <a:lnTo>
                      <a:pt x="205" y="391"/>
                    </a:lnTo>
                    <a:lnTo>
                      <a:pt x="193" y="390"/>
                    </a:lnTo>
                    <a:lnTo>
                      <a:pt x="183" y="389"/>
                    </a:lnTo>
                    <a:lnTo>
                      <a:pt x="174" y="385"/>
                    </a:lnTo>
                    <a:lnTo>
                      <a:pt x="168" y="383"/>
                    </a:lnTo>
                    <a:lnTo>
                      <a:pt x="165" y="380"/>
                    </a:lnTo>
                    <a:lnTo>
                      <a:pt x="164" y="379"/>
                    </a:lnTo>
                    <a:lnTo>
                      <a:pt x="6" y="234"/>
                    </a:lnTo>
                    <a:lnTo>
                      <a:pt x="0" y="228"/>
                    </a:lnTo>
                    <a:lnTo>
                      <a:pt x="385" y="0"/>
                    </a:lnTo>
                    <a:lnTo>
                      <a:pt x="570" y="132"/>
                    </a:lnTo>
                    <a:lnTo>
                      <a:pt x="571" y="133"/>
                    </a:lnTo>
                    <a:lnTo>
                      <a:pt x="574" y="136"/>
                    </a:lnTo>
                    <a:lnTo>
                      <a:pt x="577" y="141"/>
                    </a:lnTo>
                    <a:lnTo>
                      <a:pt x="578" y="147"/>
                    </a:lnTo>
                    <a:lnTo>
                      <a:pt x="580" y="154"/>
                    </a:lnTo>
                    <a:lnTo>
                      <a:pt x="576" y="162"/>
                    </a:lnTo>
                    <a:lnTo>
                      <a:pt x="570" y="170"/>
                    </a:lnTo>
                    <a:lnTo>
                      <a:pt x="558" y="180"/>
                    </a:lnTo>
                    <a:lnTo>
                      <a:pt x="236" y="384"/>
                    </a:lnTo>
                    <a:close/>
                  </a:path>
                </a:pathLst>
              </a:custGeom>
              <a:solidFill>
                <a:srgbClr val="A0828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1" name="Freeform 455"/>
              <p:cNvSpPr>
                <a:spLocks/>
              </p:cNvSpPr>
              <p:nvPr/>
            </p:nvSpPr>
            <p:spPr bwMode="auto">
              <a:xfrm>
                <a:off x="772" y="1731"/>
                <a:ext cx="2" cy="2"/>
              </a:xfrm>
              <a:custGeom>
                <a:avLst/>
                <a:gdLst>
                  <a:gd name="T0" fmla="*/ 0 w 9"/>
                  <a:gd name="T1" fmla="*/ 0 h 8"/>
                  <a:gd name="T2" fmla="*/ 0 w 9"/>
                  <a:gd name="T3" fmla="*/ 0 h 8"/>
                  <a:gd name="T4" fmla="*/ 0 w 9"/>
                  <a:gd name="T5" fmla="*/ 0 h 8"/>
                  <a:gd name="T6" fmla="*/ 0 w 9"/>
                  <a:gd name="T7" fmla="*/ 0 h 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8"/>
                  <a:gd name="T14" fmla="*/ 9 w 9"/>
                  <a:gd name="T15" fmla="*/ 8 h 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8">
                    <a:moveTo>
                      <a:pt x="0" y="8"/>
                    </a:moveTo>
                    <a:lnTo>
                      <a:pt x="9" y="3"/>
                    </a:lnTo>
                    <a:lnTo>
                      <a:pt x="4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A0388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2" name="Freeform 456"/>
              <p:cNvSpPr>
                <a:spLocks/>
              </p:cNvSpPr>
              <p:nvPr/>
            </p:nvSpPr>
            <p:spPr bwMode="auto">
              <a:xfrm>
                <a:off x="827" y="1698"/>
                <a:ext cx="46" cy="33"/>
              </a:xfrm>
              <a:custGeom>
                <a:avLst/>
                <a:gdLst>
                  <a:gd name="T0" fmla="*/ 0 w 230"/>
                  <a:gd name="T1" fmla="*/ 0 h 162"/>
                  <a:gd name="T2" fmla="*/ 0 w 230"/>
                  <a:gd name="T3" fmla="*/ 0 h 162"/>
                  <a:gd name="T4" fmla="*/ 0 w 230"/>
                  <a:gd name="T5" fmla="*/ 0 h 162"/>
                  <a:gd name="T6" fmla="*/ 0 w 230"/>
                  <a:gd name="T7" fmla="*/ 0 h 162"/>
                  <a:gd name="T8" fmla="*/ 0 w 230"/>
                  <a:gd name="T9" fmla="*/ 0 h 1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0"/>
                  <a:gd name="T16" fmla="*/ 0 h 162"/>
                  <a:gd name="T17" fmla="*/ 230 w 230"/>
                  <a:gd name="T18" fmla="*/ 162 h 1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0" h="162">
                    <a:moveTo>
                      <a:pt x="93" y="0"/>
                    </a:moveTo>
                    <a:lnTo>
                      <a:pt x="230" y="103"/>
                    </a:lnTo>
                    <a:lnTo>
                      <a:pt x="134" y="162"/>
                    </a:lnTo>
                    <a:lnTo>
                      <a:pt x="0" y="54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rgbClr val="6B2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3" name="Freeform 457"/>
              <p:cNvSpPr>
                <a:spLocks/>
              </p:cNvSpPr>
              <p:nvPr/>
            </p:nvSpPr>
            <p:spPr bwMode="auto">
              <a:xfrm>
                <a:off x="727" y="1756"/>
                <a:ext cx="118" cy="133"/>
              </a:xfrm>
              <a:custGeom>
                <a:avLst/>
                <a:gdLst>
                  <a:gd name="T0" fmla="*/ 0 w 589"/>
                  <a:gd name="T1" fmla="*/ 0 h 664"/>
                  <a:gd name="T2" fmla="*/ 0 w 589"/>
                  <a:gd name="T3" fmla="*/ 0 h 664"/>
                  <a:gd name="T4" fmla="*/ 0 w 589"/>
                  <a:gd name="T5" fmla="*/ 0 h 664"/>
                  <a:gd name="T6" fmla="*/ 0 w 589"/>
                  <a:gd name="T7" fmla="*/ 0 h 664"/>
                  <a:gd name="T8" fmla="*/ 0 w 589"/>
                  <a:gd name="T9" fmla="*/ 0 h 664"/>
                  <a:gd name="T10" fmla="*/ 0 w 589"/>
                  <a:gd name="T11" fmla="*/ 0 h 664"/>
                  <a:gd name="T12" fmla="*/ 0 w 589"/>
                  <a:gd name="T13" fmla="*/ 0 h 664"/>
                  <a:gd name="T14" fmla="*/ 0 w 589"/>
                  <a:gd name="T15" fmla="*/ 0 h 664"/>
                  <a:gd name="T16" fmla="*/ 0 w 589"/>
                  <a:gd name="T17" fmla="*/ 0 h 664"/>
                  <a:gd name="T18" fmla="*/ 0 w 589"/>
                  <a:gd name="T19" fmla="*/ 0 h 664"/>
                  <a:gd name="T20" fmla="*/ 0 w 589"/>
                  <a:gd name="T21" fmla="*/ 0 h 664"/>
                  <a:gd name="T22" fmla="*/ 0 w 589"/>
                  <a:gd name="T23" fmla="*/ 0 h 664"/>
                  <a:gd name="T24" fmla="*/ 0 w 589"/>
                  <a:gd name="T25" fmla="*/ 0 h 664"/>
                  <a:gd name="T26" fmla="*/ 0 w 589"/>
                  <a:gd name="T27" fmla="*/ 0 h 66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589"/>
                  <a:gd name="T43" fmla="*/ 0 h 664"/>
                  <a:gd name="T44" fmla="*/ 589 w 589"/>
                  <a:gd name="T45" fmla="*/ 664 h 66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589" h="664">
                    <a:moveTo>
                      <a:pt x="7" y="0"/>
                    </a:moveTo>
                    <a:lnTo>
                      <a:pt x="6" y="0"/>
                    </a:lnTo>
                    <a:lnTo>
                      <a:pt x="0" y="43"/>
                    </a:lnTo>
                    <a:lnTo>
                      <a:pt x="34" y="81"/>
                    </a:lnTo>
                    <a:lnTo>
                      <a:pt x="39" y="56"/>
                    </a:lnTo>
                    <a:lnTo>
                      <a:pt x="73" y="93"/>
                    </a:lnTo>
                    <a:lnTo>
                      <a:pt x="69" y="118"/>
                    </a:lnTo>
                    <a:lnTo>
                      <a:pt x="570" y="657"/>
                    </a:lnTo>
                    <a:lnTo>
                      <a:pt x="572" y="658"/>
                    </a:lnTo>
                    <a:lnTo>
                      <a:pt x="573" y="659"/>
                    </a:lnTo>
                    <a:lnTo>
                      <a:pt x="576" y="662"/>
                    </a:lnTo>
                    <a:lnTo>
                      <a:pt x="580" y="664"/>
                    </a:lnTo>
                    <a:lnTo>
                      <a:pt x="589" y="613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A549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4" name="Freeform 458"/>
              <p:cNvSpPr>
                <a:spLocks/>
              </p:cNvSpPr>
              <p:nvPr/>
            </p:nvSpPr>
            <p:spPr bwMode="auto">
              <a:xfrm>
                <a:off x="734" y="1767"/>
                <a:ext cx="3" cy="5"/>
              </a:xfrm>
              <a:custGeom>
                <a:avLst/>
                <a:gdLst>
                  <a:gd name="T0" fmla="*/ 0 w 18"/>
                  <a:gd name="T1" fmla="*/ 0 h 25"/>
                  <a:gd name="T2" fmla="*/ 0 w 18"/>
                  <a:gd name="T3" fmla="*/ 0 h 25"/>
                  <a:gd name="T4" fmla="*/ 0 w 18"/>
                  <a:gd name="T5" fmla="*/ 0 h 25"/>
                  <a:gd name="T6" fmla="*/ 0 w 18"/>
                  <a:gd name="T7" fmla="*/ 0 h 2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"/>
                  <a:gd name="T13" fmla="*/ 0 h 25"/>
                  <a:gd name="T14" fmla="*/ 18 w 18"/>
                  <a:gd name="T15" fmla="*/ 25 h 2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" h="25">
                    <a:moveTo>
                      <a:pt x="5" y="0"/>
                    </a:moveTo>
                    <a:lnTo>
                      <a:pt x="0" y="25"/>
                    </a:lnTo>
                    <a:lnTo>
                      <a:pt x="18" y="14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4400A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5" name="Freeform 459"/>
              <p:cNvSpPr>
                <a:spLocks/>
              </p:cNvSpPr>
              <p:nvPr/>
            </p:nvSpPr>
            <p:spPr bwMode="auto">
              <a:xfrm>
                <a:off x="793" y="1708"/>
                <a:ext cx="207" cy="155"/>
              </a:xfrm>
              <a:custGeom>
                <a:avLst/>
                <a:gdLst>
                  <a:gd name="T0" fmla="*/ 0 w 1036"/>
                  <a:gd name="T1" fmla="*/ 0 h 772"/>
                  <a:gd name="T2" fmla="*/ 0 w 1036"/>
                  <a:gd name="T3" fmla="*/ 0 h 772"/>
                  <a:gd name="T4" fmla="*/ 0 w 1036"/>
                  <a:gd name="T5" fmla="*/ 0 h 772"/>
                  <a:gd name="T6" fmla="*/ 0 w 1036"/>
                  <a:gd name="T7" fmla="*/ 0 h 772"/>
                  <a:gd name="T8" fmla="*/ 0 w 1036"/>
                  <a:gd name="T9" fmla="*/ 0 h 772"/>
                  <a:gd name="T10" fmla="*/ 0 w 1036"/>
                  <a:gd name="T11" fmla="*/ 0 h 772"/>
                  <a:gd name="T12" fmla="*/ 0 w 1036"/>
                  <a:gd name="T13" fmla="*/ 0 h 772"/>
                  <a:gd name="T14" fmla="*/ 0 w 1036"/>
                  <a:gd name="T15" fmla="*/ 0 h 772"/>
                  <a:gd name="T16" fmla="*/ 0 w 1036"/>
                  <a:gd name="T17" fmla="*/ 0 h 772"/>
                  <a:gd name="T18" fmla="*/ 0 w 1036"/>
                  <a:gd name="T19" fmla="*/ 0 h 772"/>
                  <a:gd name="T20" fmla="*/ 0 w 1036"/>
                  <a:gd name="T21" fmla="*/ 0 h 772"/>
                  <a:gd name="T22" fmla="*/ 0 w 1036"/>
                  <a:gd name="T23" fmla="*/ 0 h 772"/>
                  <a:gd name="T24" fmla="*/ 0 w 1036"/>
                  <a:gd name="T25" fmla="*/ 0 h 772"/>
                  <a:gd name="T26" fmla="*/ 0 w 1036"/>
                  <a:gd name="T27" fmla="*/ 0 h 772"/>
                  <a:gd name="T28" fmla="*/ 0 w 1036"/>
                  <a:gd name="T29" fmla="*/ 0 h 772"/>
                  <a:gd name="T30" fmla="*/ 0 w 1036"/>
                  <a:gd name="T31" fmla="*/ 0 h 772"/>
                  <a:gd name="T32" fmla="*/ 0 w 1036"/>
                  <a:gd name="T33" fmla="*/ 0 h 772"/>
                  <a:gd name="T34" fmla="*/ 0 w 1036"/>
                  <a:gd name="T35" fmla="*/ 0 h 772"/>
                  <a:gd name="T36" fmla="*/ 0 w 1036"/>
                  <a:gd name="T37" fmla="*/ 0 h 772"/>
                  <a:gd name="T38" fmla="*/ 0 w 1036"/>
                  <a:gd name="T39" fmla="*/ 0 h 772"/>
                  <a:gd name="T40" fmla="*/ 0 w 1036"/>
                  <a:gd name="T41" fmla="*/ 0 h 772"/>
                  <a:gd name="T42" fmla="*/ 0 w 1036"/>
                  <a:gd name="T43" fmla="*/ 0 h 772"/>
                  <a:gd name="T44" fmla="*/ 0 w 1036"/>
                  <a:gd name="T45" fmla="*/ 0 h 772"/>
                  <a:gd name="T46" fmla="*/ 0 w 1036"/>
                  <a:gd name="T47" fmla="*/ 0 h 772"/>
                  <a:gd name="T48" fmla="*/ 0 w 1036"/>
                  <a:gd name="T49" fmla="*/ 0 h 772"/>
                  <a:gd name="T50" fmla="*/ 0 w 1036"/>
                  <a:gd name="T51" fmla="*/ 0 h 772"/>
                  <a:gd name="T52" fmla="*/ 0 w 1036"/>
                  <a:gd name="T53" fmla="*/ 0 h 772"/>
                  <a:gd name="T54" fmla="*/ 0 w 1036"/>
                  <a:gd name="T55" fmla="*/ 0 h 772"/>
                  <a:gd name="T56" fmla="*/ 0 w 1036"/>
                  <a:gd name="T57" fmla="*/ 0 h 772"/>
                  <a:gd name="T58" fmla="*/ 0 w 1036"/>
                  <a:gd name="T59" fmla="*/ 0 h 772"/>
                  <a:gd name="T60" fmla="*/ 0 w 1036"/>
                  <a:gd name="T61" fmla="*/ 0 h 772"/>
                  <a:gd name="T62" fmla="*/ 0 w 1036"/>
                  <a:gd name="T63" fmla="*/ 0 h 772"/>
                  <a:gd name="T64" fmla="*/ 0 w 1036"/>
                  <a:gd name="T65" fmla="*/ 0 h 77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36"/>
                  <a:gd name="T100" fmla="*/ 0 h 772"/>
                  <a:gd name="T101" fmla="*/ 1036 w 1036"/>
                  <a:gd name="T102" fmla="*/ 772 h 772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36" h="772">
                    <a:moveTo>
                      <a:pt x="2" y="446"/>
                    </a:moveTo>
                    <a:lnTo>
                      <a:pt x="292" y="756"/>
                    </a:lnTo>
                    <a:lnTo>
                      <a:pt x="294" y="757"/>
                    </a:lnTo>
                    <a:lnTo>
                      <a:pt x="297" y="760"/>
                    </a:lnTo>
                    <a:lnTo>
                      <a:pt x="302" y="765"/>
                    </a:lnTo>
                    <a:lnTo>
                      <a:pt x="309" y="768"/>
                    </a:lnTo>
                    <a:lnTo>
                      <a:pt x="317" y="771"/>
                    </a:lnTo>
                    <a:lnTo>
                      <a:pt x="328" y="772"/>
                    </a:lnTo>
                    <a:lnTo>
                      <a:pt x="340" y="772"/>
                    </a:lnTo>
                    <a:lnTo>
                      <a:pt x="353" y="767"/>
                    </a:lnTo>
                    <a:lnTo>
                      <a:pt x="1024" y="268"/>
                    </a:lnTo>
                    <a:lnTo>
                      <a:pt x="1025" y="267"/>
                    </a:lnTo>
                    <a:lnTo>
                      <a:pt x="1029" y="263"/>
                    </a:lnTo>
                    <a:lnTo>
                      <a:pt x="1032" y="257"/>
                    </a:lnTo>
                    <a:lnTo>
                      <a:pt x="1036" y="248"/>
                    </a:lnTo>
                    <a:lnTo>
                      <a:pt x="1036" y="239"/>
                    </a:lnTo>
                    <a:lnTo>
                      <a:pt x="1034" y="227"/>
                    </a:lnTo>
                    <a:lnTo>
                      <a:pt x="1025" y="216"/>
                    </a:lnTo>
                    <a:lnTo>
                      <a:pt x="1010" y="204"/>
                    </a:lnTo>
                    <a:lnTo>
                      <a:pt x="671" y="3"/>
                    </a:lnTo>
                    <a:lnTo>
                      <a:pt x="670" y="3"/>
                    </a:lnTo>
                    <a:lnTo>
                      <a:pt x="668" y="1"/>
                    </a:lnTo>
                    <a:lnTo>
                      <a:pt x="664" y="0"/>
                    </a:lnTo>
                    <a:lnTo>
                      <a:pt x="659" y="0"/>
                    </a:lnTo>
                    <a:lnTo>
                      <a:pt x="654" y="0"/>
                    </a:lnTo>
                    <a:lnTo>
                      <a:pt x="646" y="1"/>
                    </a:lnTo>
                    <a:lnTo>
                      <a:pt x="638" y="4"/>
                    </a:lnTo>
                    <a:lnTo>
                      <a:pt x="628" y="9"/>
                    </a:lnTo>
                    <a:lnTo>
                      <a:pt x="22" y="403"/>
                    </a:lnTo>
                    <a:lnTo>
                      <a:pt x="17" y="408"/>
                    </a:lnTo>
                    <a:lnTo>
                      <a:pt x="9" y="418"/>
                    </a:lnTo>
                    <a:lnTo>
                      <a:pt x="0" y="432"/>
                    </a:lnTo>
                    <a:lnTo>
                      <a:pt x="2" y="446"/>
                    </a:lnTo>
                    <a:close/>
                  </a:path>
                </a:pathLst>
              </a:custGeom>
              <a:solidFill>
                <a:srgbClr val="EAEA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6" name="Freeform 460"/>
              <p:cNvSpPr>
                <a:spLocks/>
              </p:cNvSpPr>
              <p:nvPr/>
            </p:nvSpPr>
            <p:spPr bwMode="auto">
              <a:xfrm>
                <a:off x="810" y="1719"/>
                <a:ext cx="116" cy="78"/>
              </a:xfrm>
              <a:custGeom>
                <a:avLst/>
                <a:gdLst>
                  <a:gd name="T0" fmla="*/ 0 w 583"/>
                  <a:gd name="T1" fmla="*/ 0 h 388"/>
                  <a:gd name="T2" fmla="*/ 0 w 583"/>
                  <a:gd name="T3" fmla="*/ 0 h 388"/>
                  <a:gd name="T4" fmla="*/ 0 w 583"/>
                  <a:gd name="T5" fmla="*/ 0 h 388"/>
                  <a:gd name="T6" fmla="*/ 0 w 583"/>
                  <a:gd name="T7" fmla="*/ 0 h 388"/>
                  <a:gd name="T8" fmla="*/ 0 w 583"/>
                  <a:gd name="T9" fmla="*/ 0 h 3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3"/>
                  <a:gd name="T16" fmla="*/ 0 h 388"/>
                  <a:gd name="T17" fmla="*/ 583 w 583"/>
                  <a:gd name="T18" fmla="*/ 388 h 3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3" h="388">
                    <a:moveTo>
                      <a:pt x="0" y="383"/>
                    </a:moveTo>
                    <a:lnTo>
                      <a:pt x="2" y="388"/>
                    </a:lnTo>
                    <a:lnTo>
                      <a:pt x="583" y="5"/>
                    </a:lnTo>
                    <a:lnTo>
                      <a:pt x="579" y="0"/>
                    </a:lnTo>
                    <a:lnTo>
                      <a:pt x="0" y="38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7" name="Freeform 461"/>
              <p:cNvSpPr>
                <a:spLocks/>
              </p:cNvSpPr>
              <p:nvPr/>
            </p:nvSpPr>
            <p:spPr bwMode="auto">
              <a:xfrm>
                <a:off x="818" y="1724"/>
                <a:ext cx="117" cy="80"/>
              </a:xfrm>
              <a:custGeom>
                <a:avLst/>
                <a:gdLst>
                  <a:gd name="T0" fmla="*/ 0 w 585"/>
                  <a:gd name="T1" fmla="*/ 0 h 398"/>
                  <a:gd name="T2" fmla="*/ 0 w 585"/>
                  <a:gd name="T3" fmla="*/ 0 h 398"/>
                  <a:gd name="T4" fmla="*/ 0 w 585"/>
                  <a:gd name="T5" fmla="*/ 0 h 398"/>
                  <a:gd name="T6" fmla="*/ 0 w 585"/>
                  <a:gd name="T7" fmla="*/ 0 h 398"/>
                  <a:gd name="T8" fmla="*/ 0 w 585"/>
                  <a:gd name="T9" fmla="*/ 0 h 39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5"/>
                  <a:gd name="T16" fmla="*/ 0 h 398"/>
                  <a:gd name="T17" fmla="*/ 585 w 585"/>
                  <a:gd name="T18" fmla="*/ 398 h 39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5" h="398">
                    <a:moveTo>
                      <a:pt x="0" y="392"/>
                    </a:moveTo>
                    <a:lnTo>
                      <a:pt x="2" y="398"/>
                    </a:lnTo>
                    <a:lnTo>
                      <a:pt x="585" y="5"/>
                    </a:lnTo>
                    <a:lnTo>
                      <a:pt x="581" y="0"/>
                    </a:lnTo>
                    <a:lnTo>
                      <a:pt x="0" y="39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8" name="Freeform 462"/>
              <p:cNvSpPr>
                <a:spLocks/>
              </p:cNvSpPr>
              <p:nvPr/>
            </p:nvSpPr>
            <p:spPr bwMode="auto">
              <a:xfrm>
                <a:off x="827" y="1729"/>
                <a:ext cx="117" cy="82"/>
              </a:xfrm>
              <a:custGeom>
                <a:avLst/>
                <a:gdLst>
                  <a:gd name="T0" fmla="*/ 0 w 586"/>
                  <a:gd name="T1" fmla="*/ 0 h 409"/>
                  <a:gd name="T2" fmla="*/ 0 w 586"/>
                  <a:gd name="T3" fmla="*/ 0 h 409"/>
                  <a:gd name="T4" fmla="*/ 0 w 586"/>
                  <a:gd name="T5" fmla="*/ 0 h 409"/>
                  <a:gd name="T6" fmla="*/ 0 w 586"/>
                  <a:gd name="T7" fmla="*/ 0 h 409"/>
                  <a:gd name="T8" fmla="*/ 0 w 586"/>
                  <a:gd name="T9" fmla="*/ 0 h 40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6"/>
                  <a:gd name="T16" fmla="*/ 0 h 409"/>
                  <a:gd name="T17" fmla="*/ 586 w 586"/>
                  <a:gd name="T18" fmla="*/ 409 h 40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6" h="409">
                    <a:moveTo>
                      <a:pt x="0" y="403"/>
                    </a:moveTo>
                    <a:lnTo>
                      <a:pt x="2" y="409"/>
                    </a:lnTo>
                    <a:lnTo>
                      <a:pt x="586" y="5"/>
                    </a:lnTo>
                    <a:lnTo>
                      <a:pt x="584" y="0"/>
                    </a:lnTo>
                    <a:lnTo>
                      <a:pt x="0" y="40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9" name="Freeform 463"/>
              <p:cNvSpPr>
                <a:spLocks/>
              </p:cNvSpPr>
              <p:nvPr/>
            </p:nvSpPr>
            <p:spPr bwMode="auto">
              <a:xfrm>
                <a:off x="835" y="1734"/>
                <a:ext cx="118" cy="84"/>
              </a:xfrm>
              <a:custGeom>
                <a:avLst/>
                <a:gdLst>
                  <a:gd name="T0" fmla="*/ 0 w 589"/>
                  <a:gd name="T1" fmla="*/ 0 h 420"/>
                  <a:gd name="T2" fmla="*/ 0 w 589"/>
                  <a:gd name="T3" fmla="*/ 0 h 420"/>
                  <a:gd name="T4" fmla="*/ 0 w 589"/>
                  <a:gd name="T5" fmla="*/ 0 h 420"/>
                  <a:gd name="T6" fmla="*/ 0 w 589"/>
                  <a:gd name="T7" fmla="*/ 0 h 420"/>
                  <a:gd name="T8" fmla="*/ 0 w 589"/>
                  <a:gd name="T9" fmla="*/ 0 h 4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9"/>
                  <a:gd name="T16" fmla="*/ 0 h 420"/>
                  <a:gd name="T17" fmla="*/ 589 w 589"/>
                  <a:gd name="T18" fmla="*/ 420 h 4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9" h="420">
                    <a:moveTo>
                      <a:pt x="0" y="414"/>
                    </a:moveTo>
                    <a:lnTo>
                      <a:pt x="2" y="420"/>
                    </a:lnTo>
                    <a:lnTo>
                      <a:pt x="589" y="5"/>
                    </a:lnTo>
                    <a:lnTo>
                      <a:pt x="586" y="0"/>
                    </a:lnTo>
                    <a:lnTo>
                      <a:pt x="0" y="41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0" name="Freeform 464"/>
              <p:cNvSpPr>
                <a:spLocks/>
              </p:cNvSpPr>
              <p:nvPr/>
            </p:nvSpPr>
            <p:spPr bwMode="auto">
              <a:xfrm>
                <a:off x="844" y="1739"/>
                <a:ext cx="118" cy="87"/>
              </a:xfrm>
              <a:custGeom>
                <a:avLst/>
                <a:gdLst>
                  <a:gd name="T0" fmla="*/ 0 w 592"/>
                  <a:gd name="T1" fmla="*/ 0 h 432"/>
                  <a:gd name="T2" fmla="*/ 0 w 592"/>
                  <a:gd name="T3" fmla="*/ 0 h 432"/>
                  <a:gd name="T4" fmla="*/ 0 w 592"/>
                  <a:gd name="T5" fmla="*/ 0 h 432"/>
                  <a:gd name="T6" fmla="*/ 0 w 592"/>
                  <a:gd name="T7" fmla="*/ 0 h 432"/>
                  <a:gd name="T8" fmla="*/ 0 w 592"/>
                  <a:gd name="T9" fmla="*/ 0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92"/>
                  <a:gd name="T16" fmla="*/ 0 h 432"/>
                  <a:gd name="T17" fmla="*/ 592 w 592"/>
                  <a:gd name="T18" fmla="*/ 432 h 4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92" h="432">
                    <a:moveTo>
                      <a:pt x="0" y="427"/>
                    </a:moveTo>
                    <a:lnTo>
                      <a:pt x="2" y="432"/>
                    </a:lnTo>
                    <a:lnTo>
                      <a:pt x="592" y="5"/>
                    </a:lnTo>
                    <a:lnTo>
                      <a:pt x="588" y="0"/>
                    </a:lnTo>
                    <a:lnTo>
                      <a:pt x="0" y="42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1" name="Freeform 465"/>
              <p:cNvSpPr>
                <a:spLocks/>
              </p:cNvSpPr>
              <p:nvPr/>
            </p:nvSpPr>
            <p:spPr bwMode="auto">
              <a:xfrm>
                <a:off x="853" y="1745"/>
                <a:ext cx="119" cy="88"/>
              </a:xfrm>
              <a:custGeom>
                <a:avLst/>
                <a:gdLst>
                  <a:gd name="T0" fmla="*/ 0 w 593"/>
                  <a:gd name="T1" fmla="*/ 0 h 443"/>
                  <a:gd name="T2" fmla="*/ 0 w 593"/>
                  <a:gd name="T3" fmla="*/ 0 h 443"/>
                  <a:gd name="T4" fmla="*/ 0 w 593"/>
                  <a:gd name="T5" fmla="*/ 0 h 443"/>
                  <a:gd name="T6" fmla="*/ 0 w 593"/>
                  <a:gd name="T7" fmla="*/ 0 h 443"/>
                  <a:gd name="T8" fmla="*/ 0 w 593"/>
                  <a:gd name="T9" fmla="*/ 0 h 4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93"/>
                  <a:gd name="T16" fmla="*/ 0 h 443"/>
                  <a:gd name="T17" fmla="*/ 593 w 593"/>
                  <a:gd name="T18" fmla="*/ 443 h 4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93" h="443">
                    <a:moveTo>
                      <a:pt x="0" y="438"/>
                    </a:moveTo>
                    <a:lnTo>
                      <a:pt x="2" y="443"/>
                    </a:lnTo>
                    <a:lnTo>
                      <a:pt x="593" y="6"/>
                    </a:lnTo>
                    <a:lnTo>
                      <a:pt x="590" y="0"/>
                    </a:lnTo>
                    <a:lnTo>
                      <a:pt x="0" y="43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2" name="Freeform 466"/>
              <p:cNvSpPr>
                <a:spLocks/>
              </p:cNvSpPr>
              <p:nvPr/>
            </p:nvSpPr>
            <p:spPr bwMode="auto">
              <a:xfrm>
                <a:off x="862" y="1750"/>
                <a:ext cx="119" cy="91"/>
              </a:xfrm>
              <a:custGeom>
                <a:avLst/>
                <a:gdLst>
                  <a:gd name="T0" fmla="*/ 0 w 596"/>
                  <a:gd name="T1" fmla="*/ 0 h 456"/>
                  <a:gd name="T2" fmla="*/ 0 w 596"/>
                  <a:gd name="T3" fmla="*/ 0 h 456"/>
                  <a:gd name="T4" fmla="*/ 0 w 596"/>
                  <a:gd name="T5" fmla="*/ 0 h 456"/>
                  <a:gd name="T6" fmla="*/ 0 w 596"/>
                  <a:gd name="T7" fmla="*/ 0 h 456"/>
                  <a:gd name="T8" fmla="*/ 0 w 596"/>
                  <a:gd name="T9" fmla="*/ 0 h 4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96"/>
                  <a:gd name="T16" fmla="*/ 0 h 456"/>
                  <a:gd name="T17" fmla="*/ 596 w 596"/>
                  <a:gd name="T18" fmla="*/ 456 h 4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96" h="456">
                    <a:moveTo>
                      <a:pt x="0" y="450"/>
                    </a:moveTo>
                    <a:lnTo>
                      <a:pt x="4" y="456"/>
                    </a:lnTo>
                    <a:lnTo>
                      <a:pt x="596" y="6"/>
                    </a:lnTo>
                    <a:lnTo>
                      <a:pt x="593" y="0"/>
                    </a:lnTo>
                    <a:lnTo>
                      <a:pt x="0" y="45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3" name="Freeform 467"/>
              <p:cNvSpPr>
                <a:spLocks/>
              </p:cNvSpPr>
              <p:nvPr/>
            </p:nvSpPr>
            <p:spPr bwMode="auto">
              <a:xfrm>
                <a:off x="827" y="1698"/>
                <a:ext cx="46" cy="21"/>
              </a:xfrm>
              <a:custGeom>
                <a:avLst/>
                <a:gdLst>
                  <a:gd name="T0" fmla="*/ 0 w 230"/>
                  <a:gd name="T1" fmla="*/ 0 h 104"/>
                  <a:gd name="T2" fmla="*/ 0 w 230"/>
                  <a:gd name="T3" fmla="*/ 0 h 104"/>
                  <a:gd name="T4" fmla="*/ 0 w 230"/>
                  <a:gd name="T5" fmla="*/ 0 h 104"/>
                  <a:gd name="T6" fmla="*/ 0 w 230"/>
                  <a:gd name="T7" fmla="*/ 0 h 104"/>
                  <a:gd name="T8" fmla="*/ 0 w 230"/>
                  <a:gd name="T9" fmla="*/ 0 h 104"/>
                  <a:gd name="T10" fmla="*/ 0 w 230"/>
                  <a:gd name="T11" fmla="*/ 0 h 104"/>
                  <a:gd name="T12" fmla="*/ 0 w 230"/>
                  <a:gd name="T13" fmla="*/ 0 h 1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30"/>
                  <a:gd name="T22" fmla="*/ 0 h 104"/>
                  <a:gd name="T23" fmla="*/ 230 w 230"/>
                  <a:gd name="T24" fmla="*/ 104 h 1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30" h="104">
                    <a:moveTo>
                      <a:pt x="0" y="54"/>
                    </a:moveTo>
                    <a:lnTo>
                      <a:pt x="93" y="0"/>
                    </a:lnTo>
                    <a:lnTo>
                      <a:pt x="230" y="103"/>
                    </a:lnTo>
                    <a:lnTo>
                      <a:pt x="225" y="104"/>
                    </a:lnTo>
                    <a:lnTo>
                      <a:pt x="93" y="5"/>
                    </a:lnTo>
                    <a:lnTo>
                      <a:pt x="5" y="56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4" name="Freeform 468"/>
              <p:cNvSpPr>
                <a:spLocks/>
              </p:cNvSpPr>
              <p:nvPr/>
            </p:nvSpPr>
            <p:spPr bwMode="auto">
              <a:xfrm>
                <a:off x="772" y="1718"/>
                <a:ext cx="116" cy="47"/>
              </a:xfrm>
              <a:custGeom>
                <a:avLst/>
                <a:gdLst>
                  <a:gd name="T0" fmla="*/ 0 w 578"/>
                  <a:gd name="T1" fmla="*/ 0 h 234"/>
                  <a:gd name="T2" fmla="*/ 0 w 578"/>
                  <a:gd name="T3" fmla="*/ 0 h 234"/>
                  <a:gd name="T4" fmla="*/ 0 w 578"/>
                  <a:gd name="T5" fmla="*/ 0 h 234"/>
                  <a:gd name="T6" fmla="*/ 0 w 578"/>
                  <a:gd name="T7" fmla="*/ 0 h 234"/>
                  <a:gd name="T8" fmla="*/ 0 w 578"/>
                  <a:gd name="T9" fmla="*/ 0 h 234"/>
                  <a:gd name="T10" fmla="*/ 0 w 578"/>
                  <a:gd name="T11" fmla="*/ 0 h 234"/>
                  <a:gd name="T12" fmla="*/ 0 w 578"/>
                  <a:gd name="T13" fmla="*/ 0 h 234"/>
                  <a:gd name="T14" fmla="*/ 0 w 578"/>
                  <a:gd name="T15" fmla="*/ 0 h 234"/>
                  <a:gd name="T16" fmla="*/ 0 w 578"/>
                  <a:gd name="T17" fmla="*/ 0 h 234"/>
                  <a:gd name="T18" fmla="*/ 0 w 578"/>
                  <a:gd name="T19" fmla="*/ 0 h 234"/>
                  <a:gd name="T20" fmla="*/ 0 w 578"/>
                  <a:gd name="T21" fmla="*/ 0 h 234"/>
                  <a:gd name="T22" fmla="*/ 0 w 578"/>
                  <a:gd name="T23" fmla="*/ 0 h 234"/>
                  <a:gd name="T24" fmla="*/ 0 w 578"/>
                  <a:gd name="T25" fmla="*/ 0 h 234"/>
                  <a:gd name="T26" fmla="*/ 0 w 578"/>
                  <a:gd name="T27" fmla="*/ 0 h 234"/>
                  <a:gd name="T28" fmla="*/ 0 w 578"/>
                  <a:gd name="T29" fmla="*/ 0 h 234"/>
                  <a:gd name="T30" fmla="*/ 0 w 578"/>
                  <a:gd name="T31" fmla="*/ 0 h 234"/>
                  <a:gd name="T32" fmla="*/ 0 w 578"/>
                  <a:gd name="T33" fmla="*/ 0 h 234"/>
                  <a:gd name="T34" fmla="*/ 0 w 578"/>
                  <a:gd name="T35" fmla="*/ 0 h 234"/>
                  <a:gd name="T36" fmla="*/ 0 w 578"/>
                  <a:gd name="T37" fmla="*/ 0 h 234"/>
                  <a:gd name="T38" fmla="*/ 0 w 578"/>
                  <a:gd name="T39" fmla="*/ 0 h 234"/>
                  <a:gd name="T40" fmla="*/ 0 w 578"/>
                  <a:gd name="T41" fmla="*/ 0 h 234"/>
                  <a:gd name="T42" fmla="*/ 0 w 578"/>
                  <a:gd name="T43" fmla="*/ 0 h 234"/>
                  <a:gd name="T44" fmla="*/ 0 w 578"/>
                  <a:gd name="T45" fmla="*/ 0 h 234"/>
                  <a:gd name="T46" fmla="*/ 0 w 578"/>
                  <a:gd name="T47" fmla="*/ 0 h 234"/>
                  <a:gd name="T48" fmla="*/ 0 w 578"/>
                  <a:gd name="T49" fmla="*/ 0 h 234"/>
                  <a:gd name="T50" fmla="*/ 0 w 578"/>
                  <a:gd name="T51" fmla="*/ 0 h 234"/>
                  <a:gd name="T52" fmla="*/ 0 w 578"/>
                  <a:gd name="T53" fmla="*/ 0 h 234"/>
                  <a:gd name="T54" fmla="*/ 0 w 578"/>
                  <a:gd name="T55" fmla="*/ 0 h 234"/>
                  <a:gd name="T56" fmla="*/ 0 w 578"/>
                  <a:gd name="T57" fmla="*/ 0 h 234"/>
                  <a:gd name="T58" fmla="*/ 0 w 578"/>
                  <a:gd name="T59" fmla="*/ 0 h 234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578"/>
                  <a:gd name="T91" fmla="*/ 0 h 234"/>
                  <a:gd name="T92" fmla="*/ 578 w 578"/>
                  <a:gd name="T93" fmla="*/ 234 h 234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578" h="234">
                    <a:moveTo>
                      <a:pt x="0" y="72"/>
                    </a:moveTo>
                    <a:lnTo>
                      <a:pt x="165" y="224"/>
                    </a:lnTo>
                    <a:lnTo>
                      <a:pt x="166" y="225"/>
                    </a:lnTo>
                    <a:lnTo>
                      <a:pt x="171" y="228"/>
                    </a:lnTo>
                    <a:lnTo>
                      <a:pt x="177" y="230"/>
                    </a:lnTo>
                    <a:lnTo>
                      <a:pt x="186" y="233"/>
                    </a:lnTo>
                    <a:lnTo>
                      <a:pt x="197" y="234"/>
                    </a:lnTo>
                    <a:lnTo>
                      <a:pt x="210" y="234"/>
                    </a:lnTo>
                    <a:lnTo>
                      <a:pt x="223" y="233"/>
                    </a:lnTo>
                    <a:lnTo>
                      <a:pt x="239" y="227"/>
                    </a:lnTo>
                    <a:lnTo>
                      <a:pt x="566" y="18"/>
                    </a:lnTo>
                    <a:lnTo>
                      <a:pt x="569" y="17"/>
                    </a:lnTo>
                    <a:lnTo>
                      <a:pt x="572" y="12"/>
                    </a:lnTo>
                    <a:lnTo>
                      <a:pt x="576" y="6"/>
                    </a:lnTo>
                    <a:lnTo>
                      <a:pt x="578" y="0"/>
                    </a:lnTo>
                    <a:lnTo>
                      <a:pt x="577" y="2"/>
                    </a:lnTo>
                    <a:lnTo>
                      <a:pt x="572" y="7"/>
                    </a:lnTo>
                    <a:lnTo>
                      <a:pt x="567" y="12"/>
                    </a:lnTo>
                    <a:lnTo>
                      <a:pt x="561" y="16"/>
                    </a:lnTo>
                    <a:lnTo>
                      <a:pt x="237" y="222"/>
                    </a:lnTo>
                    <a:lnTo>
                      <a:pt x="235" y="223"/>
                    </a:lnTo>
                    <a:lnTo>
                      <a:pt x="230" y="224"/>
                    </a:lnTo>
                    <a:lnTo>
                      <a:pt x="223" y="227"/>
                    </a:lnTo>
                    <a:lnTo>
                      <a:pt x="213" y="228"/>
                    </a:lnTo>
                    <a:lnTo>
                      <a:pt x="202" y="229"/>
                    </a:lnTo>
                    <a:lnTo>
                      <a:pt x="190" y="229"/>
                    </a:lnTo>
                    <a:lnTo>
                      <a:pt x="178" y="227"/>
                    </a:lnTo>
                    <a:lnTo>
                      <a:pt x="167" y="221"/>
                    </a:lnTo>
                    <a:lnTo>
                      <a:pt x="6" y="69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5" name="Freeform 469"/>
              <p:cNvSpPr>
                <a:spLocks/>
              </p:cNvSpPr>
              <p:nvPr/>
            </p:nvSpPr>
            <p:spPr bwMode="auto">
              <a:xfrm>
                <a:off x="833" y="1856"/>
                <a:ext cx="15" cy="12"/>
              </a:xfrm>
              <a:custGeom>
                <a:avLst/>
                <a:gdLst>
                  <a:gd name="T0" fmla="*/ 0 w 78"/>
                  <a:gd name="T1" fmla="*/ 0 h 60"/>
                  <a:gd name="T2" fmla="*/ 0 w 78"/>
                  <a:gd name="T3" fmla="*/ 0 h 60"/>
                  <a:gd name="T4" fmla="*/ 0 w 78"/>
                  <a:gd name="T5" fmla="*/ 0 h 60"/>
                  <a:gd name="T6" fmla="*/ 0 w 78"/>
                  <a:gd name="T7" fmla="*/ 0 h 60"/>
                  <a:gd name="T8" fmla="*/ 0 w 78"/>
                  <a:gd name="T9" fmla="*/ 0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60"/>
                  <a:gd name="T17" fmla="*/ 78 w 78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60">
                    <a:moveTo>
                      <a:pt x="0" y="30"/>
                    </a:moveTo>
                    <a:lnTo>
                      <a:pt x="28" y="60"/>
                    </a:lnTo>
                    <a:lnTo>
                      <a:pt x="78" y="28"/>
                    </a:lnTo>
                    <a:lnTo>
                      <a:pt x="47" y="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2B0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6" name="Freeform 470"/>
              <p:cNvSpPr>
                <a:spLocks/>
              </p:cNvSpPr>
              <p:nvPr/>
            </p:nvSpPr>
            <p:spPr bwMode="auto">
              <a:xfrm>
                <a:off x="728" y="1756"/>
                <a:ext cx="125" cy="133"/>
              </a:xfrm>
              <a:custGeom>
                <a:avLst/>
                <a:gdLst>
                  <a:gd name="T0" fmla="*/ 0 w 625"/>
                  <a:gd name="T1" fmla="*/ 0 h 667"/>
                  <a:gd name="T2" fmla="*/ 0 w 625"/>
                  <a:gd name="T3" fmla="*/ 0 h 667"/>
                  <a:gd name="T4" fmla="*/ 0 w 625"/>
                  <a:gd name="T5" fmla="*/ 0 h 667"/>
                  <a:gd name="T6" fmla="*/ 0 w 625"/>
                  <a:gd name="T7" fmla="*/ 0 h 667"/>
                  <a:gd name="T8" fmla="*/ 0 w 625"/>
                  <a:gd name="T9" fmla="*/ 0 h 667"/>
                  <a:gd name="T10" fmla="*/ 0 w 625"/>
                  <a:gd name="T11" fmla="*/ 0 h 667"/>
                  <a:gd name="T12" fmla="*/ 0 w 625"/>
                  <a:gd name="T13" fmla="*/ 0 h 667"/>
                  <a:gd name="T14" fmla="*/ 0 w 625"/>
                  <a:gd name="T15" fmla="*/ 0 h 667"/>
                  <a:gd name="T16" fmla="*/ 0 w 625"/>
                  <a:gd name="T17" fmla="*/ 0 h 667"/>
                  <a:gd name="T18" fmla="*/ 0 w 625"/>
                  <a:gd name="T19" fmla="*/ 0 h 667"/>
                  <a:gd name="T20" fmla="*/ 0 w 625"/>
                  <a:gd name="T21" fmla="*/ 0 h 667"/>
                  <a:gd name="T22" fmla="*/ 0 w 625"/>
                  <a:gd name="T23" fmla="*/ 0 h 667"/>
                  <a:gd name="T24" fmla="*/ 0 w 625"/>
                  <a:gd name="T25" fmla="*/ 0 h 667"/>
                  <a:gd name="T26" fmla="*/ 0 w 625"/>
                  <a:gd name="T27" fmla="*/ 0 h 667"/>
                  <a:gd name="T28" fmla="*/ 0 w 625"/>
                  <a:gd name="T29" fmla="*/ 0 h 667"/>
                  <a:gd name="T30" fmla="*/ 0 w 625"/>
                  <a:gd name="T31" fmla="*/ 0 h 667"/>
                  <a:gd name="T32" fmla="*/ 0 w 625"/>
                  <a:gd name="T33" fmla="*/ 0 h 667"/>
                  <a:gd name="T34" fmla="*/ 0 w 625"/>
                  <a:gd name="T35" fmla="*/ 0 h 667"/>
                  <a:gd name="T36" fmla="*/ 0 w 625"/>
                  <a:gd name="T37" fmla="*/ 0 h 667"/>
                  <a:gd name="T38" fmla="*/ 0 w 625"/>
                  <a:gd name="T39" fmla="*/ 0 h 667"/>
                  <a:gd name="T40" fmla="*/ 0 w 625"/>
                  <a:gd name="T41" fmla="*/ 0 h 667"/>
                  <a:gd name="T42" fmla="*/ 0 w 625"/>
                  <a:gd name="T43" fmla="*/ 0 h 66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25"/>
                  <a:gd name="T67" fmla="*/ 0 h 667"/>
                  <a:gd name="T68" fmla="*/ 625 w 625"/>
                  <a:gd name="T69" fmla="*/ 667 h 667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25" h="667">
                    <a:moveTo>
                      <a:pt x="3" y="0"/>
                    </a:moveTo>
                    <a:lnTo>
                      <a:pt x="585" y="613"/>
                    </a:lnTo>
                    <a:lnTo>
                      <a:pt x="587" y="613"/>
                    </a:lnTo>
                    <a:lnTo>
                      <a:pt x="589" y="615"/>
                    </a:lnTo>
                    <a:lnTo>
                      <a:pt x="594" y="616"/>
                    </a:lnTo>
                    <a:lnTo>
                      <a:pt x="599" y="619"/>
                    </a:lnTo>
                    <a:lnTo>
                      <a:pt x="605" y="620"/>
                    </a:lnTo>
                    <a:lnTo>
                      <a:pt x="612" y="619"/>
                    </a:lnTo>
                    <a:lnTo>
                      <a:pt x="619" y="617"/>
                    </a:lnTo>
                    <a:lnTo>
                      <a:pt x="625" y="614"/>
                    </a:lnTo>
                    <a:lnTo>
                      <a:pt x="616" y="663"/>
                    </a:lnTo>
                    <a:lnTo>
                      <a:pt x="615" y="663"/>
                    </a:lnTo>
                    <a:lnTo>
                      <a:pt x="613" y="664"/>
                    </a:lnTo>
                    <a:lnTo>
                      <a:pt x="609" y="666"/>
                    </a:lnTo>
                    <a:lnTo>
                      <a:pt x="603" y="666"/>
                    </a:lnTo>
                    <a:lnTo>
                      <a:pt x="597" y="667"/>
                    </a:lnTo>
                    <a:lnTo>
                      <a:pt x="590" y="666"/>
                    </a:lnTo>
                    <a:lnTo>
                      <a:pt x="583" y="665"/>
                    </a:lnTo>
                    <a:lnTo>
                      <a:pt x="575" y="660"/>
                    </a:lnTo>
                    <a:lnTo>
                      <a:pt x="582" y="625"/>
                    </a:lnTo>
                    <a:lnTo>
                      <a:pt x="0" y="8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F984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7" name="Freeform 471"/>
              <p:cNvSpPr>
                <a:spLocks/>
              </p:cNvSpPr>
              <p:nvPr/>
            </p:nvSpPr>
            <p:spPr bwMode="auto">
              <a:xfrm>
                <a:off x="842" y="1857"/>
                <a:ext cx="4" cy="5"/>
              </a:xfrm>
              <a:custGeom>
                <a:avLst/>
                <a:gdLst>
                  <a:gd name="T0" fmla="*/ 0 w 23"/>
                  <a:gd name="T1" fmla="*/ 0 h 25"/>
                  <a:gd name="T2" fmla="*/ 0 w 23"/>
                  <a:gd name="T3" fmla="*/ 0 h 25"/>
                  <a:gd name="T4" fmla="*/ 0 w 23"/>
                  <a:gd name="T5" fmla="*/ 0 h 25"/>
                  <a:gd name="T6" fmla="*/ 0 w 23"/>
                  <a:gd name="T7" fmla="*/ 0 h 25"/>
                  <a:gd name="T8" fmla="*/ 0 w 23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"/>
                  <a:gd name="T16" fmla="*/ 0 h 25"/>
                  <a:gd name="T17" fmla="*/ 23 w 23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" h="25">
                    <a:moveTo>
                      <a:pt x="0" y="0"/>
                    </a:moveTo>
                    <a:lnTo>
                      <a:pt x="0" y="15"/>
                    </a:lnTo>
                    <a:lnTo>
                      <a:pt x="15" y="25"/>
                    </a:lnTo>
                    <a:lnTo>
                      <a:pt x="23" y="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8" name="Freeform 472"/>
              <p:cNvSpPr>
                <a:spLocks/>
              </p:cNvSpPr>
              <p:nvPr/>
            </p:nvSpPr>
            <p:spPr bwMode="auto">
              <a:xfrm>
                <a:off x="774" y="1731"/>
                <a:ext cx="45" cy="33"/>
              </a:xfrm>
              <a:custGeom>
                <a:avLst/>
                <a:gdLst>
                  <a:gd name="T0" fmla="*/ 0 w 228"/>
                  <a:gd name="T1" fmla="*/ 0 h 164"/>
                  <a:gd name="T2" fmla="*/ 0 w 228"/>
                  <a:gd name="T3" fmla="*/ 0 h 164"/>
                  <a:gd name="T4" fmla="*/ 0 w 228"/>
                  <a:gd name="T5" fmla="*/ 0 h 164"/>
                  <a:gd name="T6" fmla="*/ 0 w 228"/>
                  <a:gd name="T7" fmla="*/ 0 h 164"/>
                  <a:gd name="T8" fmla="*/ 0 w 228"/>
                  <a:gd name="T9" fmla="*/ 0 h 164"/>
                  <a:gd name="T10" fmla="*/ 0 w 228"/>
                  <a:gd name="T11" fmla="*/ 0 h 164"/>
                  <a:gd name="T12" fmla="*/ 0 w 228"/>
                  <a:gd name="T13" fmla="*/ 0 h 164"/>
                  <a:gd name="T14" fmla="*/ 0 w 228"/>
                  <a:gd name="T15" fmla="*/ 0 h 164"/>
                  <a:gd name="T16" fmla="*/ 0 w 228"/>
                  <a:gd name="T17" fmla="*/ 0 h 164"/>
                  <a:gd name="T18" fmla="*/ 0 w 228"/>
                  <a:gd name="T19" fmla="*/ 0 h 164"/>
                  <a:gd name="T20" fmla="*/ 0 w 228"/>
                  <a:gd name="T21" fmla="*/ 0 h 164"/>
                  <a:gd name="T22" fmla="*/ 0 w 228"/>
                  <a:gd name="T23" fmla="*/ 0 h 164"/>
                  <a:gd name="T24" fmla="*/ 0 w 228"/>
                  <a:gd name="T25" fmla="*/ 0 h 164"/>
                  <a:gd name="T26" fmla="*/ 0 w 228"/>
                  <a:gd name="T27" fmla="*/ 0 h 164"/>
                  <a:gd name="T28" fmla="*/ 0 w 228"/>
                  <a:gd name="T29" fmla="*/ 0 h 164"/>
                  <a:gd name="T30" fmla="*/ 0 w 228"/>
                  <a:gd name="T31" fmla="*/ 0 h 164"/>
                  <a:gd name="T32" fmla="*/ 0 w 228"/>
                  <a:gd name="T33" fmla="*/ 0 h 164"/>
                  <a:gd name="T34" fmla="*/ 0 w 228"/>
                  <a:gd name="T35" fmla="*/ 0 h 164"/>
                  <a:gd name="T36" fmla="*/ 0 w 228"/>
                  <a:gd name="T37" fmla="*/ 0 h 164"/>
                  <a:gd name="T38" fmla="*/ 0 w 228"/>
                  <a:gd name="T39" fmla="*/ 0 h 16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28"/>
                  <a:gd name="T61" fmla="*/ 0 h 164"/>
                  <a:gd name="T62" fmla="*/ 228 w 228"/>
                  <a:gd name="T63" fmla="*/ 164 h 16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28" h="164">
                    <a:moveTo>
                      <a:pt x="6" y="0"/>
                    </a:moveTo>
                    <a:lnTo>
                      <a:pt x="168" y="151"/>
                    </a:lnTo>
                    <a:lnTo>
                      <a:pt x="170" y="152"/>
                    </a:lnTo>
                    <a:lnTo>
                      <a:pt x="172" y="153"/>
                    </a:lnTo>
                    <a:lnTo>
                      <a:pt x="175" y="155"/>
                    </a:lnTo>
                    <a:lnTo>
                      <a:pt x="181" y="157"/>
                    </a:lnTo>
                    <a:lnTo>
                      <a:pt x="190" y="159"/>
                    </a:lnTo>
                    <a:lnTo>
                      <a:pt x="201" y="159"/>
                    </a:lnTo>
                    <a:lnTo>
                      <a:pt x="212" y="157"/>
                    </a:lnTo>
                    <a:lnTo>
                      <a:pt x="228" y="153"/>
                    </a:lnTo>
                    <a:lnTo>
                      <a:pt x="227" y="154"/>
                    </a:lnTo>
                    <a:lnTo>
                      <a:pt x="223" y="157"/>
                    </a:lnTo>
                    <a:lnTo>
                      <a:pt x="216" y="159"/>
                    </a:lnTo>
                    <a:lnTo>
                      <a:pt x="209" y="161"/>
                    </a:lnTo>
                    <a:lnTo>
                      <a:pt x="199" y="164"/>
                    </a:lnTo>
                    <a:lnTo>
                      <a:pt x="189" y="163"/>
                    </a:lnTo>
                    <a:lnTo>
                      <a:pt x="177" y="160"/>
                    </a:lnTo>
                    <a:lnTo>
                      <a:pt x="165" y="154"/>
                    </a:lnTo>
                    <a:lnTo>
                      <a:pt x="0" y="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E8E0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9" name="Freeform 473"/>
              <p:cNvSpPr>
                <a:spLocks/>
              </p:cNvSpPr>
              <p:nvPr/>
            </p:nvSpPr>
            <p:spPr bwMode="auto">
              <a:xfrm>
                <a:off x="847" y="1697"/>
                <a:ext cx="27" cy="21"/>
              </a:xfrm>
              <a:custGeom>
                <a:avLst/>
                <a:gdLst>
                  <a:gd name="T0" fmla="*/ 0 w 138"/>
                  <a:gd name="T1" fmla="*/ 0 h 103"/>
                  <a:gd name="T2" fmla="*/ 0 w 138"/>
                  <a:gd name="T3" fmla="*/ 0 h 103"/>
                  <a:gd name="T4" fmla="*/ 0 w 138"/>
                  <a:gd name="T5" fmla="*/ 0 h 103"/>
                  <a:gd name="T6" fmla="*/ 0 w 138"/>
                  <a:gd name="T7" fmla="*/ 0 h 103"/>
                  <a:gd name="T8" fmla="*/ 0 w 138"/>
                  <a:gd name="T9" fmla="*/ 0 h 1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8"/>
                  <a:gd name="T16" fmla="*/ 0 h 103"/>
                  <a:gd name="T17" fmla="*/ 138 w 138"/>
                  <a:gd name="T18" fmla="*/ 103 h 1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8" h="103">
                    <a:moveTo>
                      <a:pt x="0" y="1"/>
                    </a:moveTo>
                    <a:lnTo>
                      <a:pt x="133" y="103"/>
                    </a:lnTo>
                    <a:lnTo>
                      <a:pt x="138" y="100"/>
                    </a:lnTo>
                    <a:lnTo>
                      <a:pt x="6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8E0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0" name="Freeform 474"/>
              <p:cNvSpPr>
                <a:spLocks/>
              </p:cNvSpPr>
              <p:nvPr/>
            </p:nvSpPr>
            <p:spPr bwMode="auto">
              <a:xfrm>
                <a:off x="788" y="1714"/>
                <a:ext cx="16" cy="37"/>
              </a:xfrm>
              <a:custGeom>
                <a:avLst/>
                <a:gdLst>
                  <a:gd name="T0" fmla="*/ 0 w 78"/>
                  <a:gd name="T1" fmla="*/ 0 h 185"/>
                  <a:gd name="T2" fmla="*/ 0 w 78"/>
                  <a:gd name="T3" fmla="*/ 0 h 185"/>
                  <a:gd name="T4" fmla="*/ 0 w 78"/>
                  <a:gd name="T5" fmla="*/ 0 h 185"/>
                  <a:gd name="T6" fmla="*/ 0 w 78"/>
                  <a:gd name="T7" fmla="*/ 0 h 185"/>
                  <a:gd name="T8" fmla="*/ 0 w 78"/>
                  <a:gd name="T9" fmla="*/ 0 h 18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185"/>
                  <a:gd name="T17" fmla="*/ 78 w 78"/>
                  <a:gd name="T18" fmla="*/ 185 h 18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185">
                    <a:moveTo>
                      <a:pt x="8" y="44"/>
                    </a:moveTo>
                    <a:lnTo>
                      <a:pt x="0" y="131"/>
                    </a:lnTo>
                    <a:lnTo>
                      <a:pt x="58" y="185"/>
                    </a:lnTo>
                    <a:lnTo>
                      <a:pt x="78" y="0"/>
                    </a:lnTo>
                    <a:lnTo>
                      <a:pt x="8" y="44"/>
                    </a:lnTo>
                    <a:close/>
                  </a:path>
                </a:pathLst>
              </a:custGeom>
              <a:solidFill>
                <a:srgbClr val="AF969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1" name="Freeform 475"/>
              <p:cNvSpPr>
                <a:spLocks/>
              </p:cNvSpPr>
              <p:nvPr/>
            </p:nvSpPr>
            <p:spPr bwMode="auto">
              <a:xfrm>
                <a:off x="803" y="1710"/>
                <a:ext cx="10" cy="50"/>
              </a:xfrm>
              <a:custGeom>
                <a:avLst/>
                <a:gdLst>
                  <a:gd name="T0" fmla="*/ 0 w 48"/>
                  <a:gd name="T1" fmla="*/ 0 h 252"/>
                  <a:gd name="T2" fmla="*/ 0 w 48"/>
                  <a:gd name="T3" fmla="*/ 0 h 252"/>
                  <a:gd name="T4" fmla="*/ 0 w 48"/>
                  <a:gd name="T5" fmla="*/ 0 h 252"/>
                  <a:gd name="T6" fmla="*/ 0 w 48"/>
                  <a:gd name="T7" fmla="*/ 0 h 252"/>
                  <a:gd name="T8" fmla="*/ 0 w 48"/>
                  <a:gd name="T9" fmla="*/ 0 h 2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252"/>
                  <a:gd name="T17" fmla="*/ 48 w 48"/>
                  <a:gd name="T18" fmla="*/ 252 h 2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252">
                    <a:moveTo>
                      <a:pt x="19" y="18"/>
                    </a:moveTo>
                    <a:lnTo>
                      <a:pt x="0" y="223"/>
                    </a:lnTo>
                    <a:lnTo>
                      <a:pt x="26" y="252"/>
                    </a:lnTo>
                    <a:lnTo>
                      <a:pt x="48" y="0"/>
                    </a:lnTo>
                    <a:lnTo>
                      <a:pt x="19" y="18"/>
                    </a:lnTo>
                    <a:close/>
                  </a:path>
                </a:pathLst>
              </a:custGeom>
              <a:solidFill>
                <a:srgbClr val="BFAA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2" name="Freeform 476"/>
              <p:cNvSpPr>
                <a:spLocks/>
              </p:cNvSpPr>
              <p:nvPr/>
            </p:nvSpPr>
            <p:spPr bwMode="auto">
              <a:xfrm>
                <a:off x="743" y="1762"/>
                <a:ext cx="10" cy="11"/>
              </a:xfrm>
              <a:custGeom>
                <a:avLst/>
                <a:gdLst>
                  <a:gd name="T0" fmla="*/ 0 w 50"/>
                  <a:gd name="T1" fmla="*/ 0 h 55"/>
                  <a:gd name="T2" fmla="*/ 0 w 50"/>
                  <a:gd name="T3" fmla="*/ 0 h 55"/>
                  <a:gd name="T4" fmla="*/ 0 w 50"/>
                  <a:gd name="T5" fmla="*/ 0 h 55"/>
                  <a:gd name="T6" fmla="*/ 0 w 50"/>
                  <a:gd name="T7" fmla="*/ 0 h 55"/>
                  <a:gd name="T8" fmla="*/ 0 w 50"/>
                  <a:gd name="T9" fmla="*/ 0 h 55"/>
                  <a:gd name="T10" fmla="*/ 0 w 50"/>
                  <a:gd name="T11" fmla="*/ 0 h 55"/>
                  <a:gd name="T12" fmla="*/ 0 w 50"/>
                  <a:gd name="T13" fmla="*/ 0 h 55"/>
                  <a:gd name="T14" fmla="*/ 0 w 50"/>
                  <a:gd name="T15" fmla="*/ 0 h 5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0"/>
                  <a:gd name="T25" fmla="*/ 0 h 55"/>
                  <a:gd name="T26" fmla="*/ 50 w 50"/>
                  <a:gd name="T27" fmla="*/ 55 h 55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0" h="55">
                    <a:moveTo>
                      <a:pt x="0" y="0"/>
                    </a:moveTo>
                    <a:lnTo>
                      <a:pt x="37" y="15"/>
                    </a:lnTo>
                    <a:lnTo>
                      <a:pt x="30" y="19"/>
                    </a:lnTo>
                    <a:lnTo>
                      <a:pt x="50" y="42"/>
                    </a:lnTo>
                    <a:lnTo>
                      <a:pt x="33" y="55"/>
                    </a:lnTo>
                    <a:lnTo>
                      <a:pt x="14" y="32"/>
                    </a:lnTo>
                    <a:lnTo>
                      <a:pt x="8" y="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549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3" name="Freeform 477"/>
              <p:cNvSpPr>
                <a:spLocks/>
              </p:cNvSpPr>
              <p:nvPr/>
            </p:nvSpPr>
            <p:spPr bwMode="auto">
              <a:xfrm>
                <a:off x="743" y="1762"/>
                <a:ext cx="7" cy="3"/>
              </a:xfrm>
              <a:custGeom>
                <a:avLst/>
                <a:gdLst>
                  <a:gd name="T0" fmla="*/ 0 w 37"/>
                  <a:gd name="T1" fmla="*/ 0 h 16"/>
                  <a:gd name="T2" fmla="*/ 0 w 37"/>
                  <a:gd name="T3" fmla="*/ 0 h 16"/>
                  <a:gd name="T4" fmla="*/ 0 w 37"/>
                  <a:gd name="T5" fmla="*/ 0 h 16"/>
                  <a:gd name="T6" fmla="*/ 0 w 37"/>
                  <a:gd name="T7" fmla="*/ 0 h 16"/>
                  <a:gd name="T8" fmla="*/ 0 w 37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16"/>
                  <a:gd name="T17" fmla="*/ 37 w 37"/>
                  <a:gd name="T18" fmla="*/ 16 h 1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16">
                    <a:moveTo>
                      <a:pt x="0" y="0"/>
                    </a:moveTo>
                    <a:lnTo>
                      <a:pt x="37" y="15"/>
                    </a:lnTo>
                    <a:lnTo>
                      <a:pt x="35" y="1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984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4" name="Freeform 478"/>
              <p:cNvSpPr>
                <a:spLocks/>
              </p:cNvSpPr>
              <p:nvPr/>
            </p:nvSpPr>
            <p:spPr bwMode="auto">
              <a:xfrm>
                <a:off x="749" y="1765"/>
                <a:ext cx="4" cy="5"/>
              </a:xfrm>
              <a:custGeom>
                <a:avLst/>
                <a:gdLst>
                  <a:gd name="T0" fmla="*/ 0 w 21"/>
                  <a:gd name="T1" fmla="*/ 0 h 25"/>
                  <a:gd name="T2" fmla="*/ 0 w 21"/>
                  <a:gd name="T3" fmla="*/ 0 h 25"/>
                  <a:gd name="T4" fmla="*/ 0 w 21"/>
                  <a:gd name="T5" fmla="*/ 0 h 25"/>
                  <a:gd name="T6" fmla="*/ 0 w 21"/>
                  <a:gd name="T7" fmla="*/ 0 h 25"/>
                  <a:gd name="T8" fmla="*/ 0 w 21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25"/>
                  <a:gd name="T17" fmla="*/ 21 w 21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25">
                    <a:moveTo>
                      <a:pt x="1" y="0"/>
                    </a:moveTo>
                    <a:lnTo>
                      <a:pt x="21" y="23"/>
                    </a:lnTo>
                    <a:lnTo>
                      <a:pt x="19" y="25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984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5" name="Freeform 479"/>
              <p:cNvSpPr>
                <a:spLocks/>
              </p:cNvSpPr>
              <p:nvPr/>
            </p:nvSpPr>
            <p:spPr bwMode="auto">
              <a:xfrm>
                <a:off x="853" y="1752"/>
                <a:ext cx="174" cy="129"/>
              </a:xfrm>
              <a:custGeom>
                <a:avLst/>
                <a:gdLst>
                  <a:gd name="T0" fmla="*/ 0 w 871"/>
                  <a:gd name="T1" fmla="*/ 0 h 642"/>
                  <a:gd name="T2" fmla="*/ 0 w 871"/>
                  <a:gd name="T3" fmla="*/ 0 h 642"/>
                  <a:gd name="T4" fmla="*/ 0 w 871"/>
                  <a:gd name="T5" fmla="*/ 0 h 642"/>
                  <a:gd name="T6" fmla="*/ 0 w 871"/>
                  <a:gd name="T7" fmla="*/ 0 h 642"/>
                  <a:gd name="T8" fmla="*/ 0 w 871"/>
                  <a:gd name="T9" fmla="*/ 0 h 642"/>
                  <a:gd name="T10" fmla="*/ 0 w 871"/>
                  <a:gd name="T11" fmla="*/ 0 h 642"/>
                  <a:gd name="T12" fmla="*/ 0 w 871"/>
                  <a:gd name="T13" fmla="*/ 0 h 6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71"/>
                  <a:gd name="T22" fmla="*/ 0 h 642"/>
                  <a:gd name="T23" fmla="*/ 871 w 871"/>
                  <a:gd name="T24" fmla="*/ 642 h 64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71" h="642">
                    <a:moveTo>
                      <a:pt x="0" y="633"/>
                    </a:moveTo>
                    <a:lnTo>
                      <a:pt x="860" y="12"/>
                    </a:lnTo>
                    <a:lnTo>
                      <a:pt x="867" y="0"/>
                    </a:lnTo>
                    <a:lnTo>
                      <a:pt x="871" y="15"/>
                    </a:lnTo>
                    <a:lnTo>
                      <a:pt x="864" y="21"/>
                    </a:lnTo>
                    <a:lnTo>
                      <a:pt x="0" y="642"/>
                    </a:lnTo>
                    <a:lnTo>
                      <a:pt x="0" y="633"/>
                    </a:lnTo>
                    <a:close/>
                  </a:path>
                </a:pathLst>
              </a:custGeom>
              <a:solidFill>
                <a:srgbClr val="00005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6" name="Freeform 480"/>
              <p:cNvSpPr>
                <a:spLocks/>
              </p:cNvSpPr>
              <p:nvPr/>
            </p:nvSpPr>
            <p:spPr bwMode="auto">
              <a:xfrm>
                <a:off x="853" y="1683"/>
                <a:ext cx="2" cy="3"/>
              </a:xfrm>
              <a:custGeom>
                <a:avLst/>
                <a:gdLst>
                  <a:gd name="T0" fmla="*/ 0 w 9"/>
                  <a:gd name="T1" fmla="*/ 0 h 13"/>
                  <a:gd name="T2" fmla="*/ 0 w 9"/>
                  <a:gd name="T3" fmla="*/ 0 h 13"/>
                  <a:gd name="T4" fmla="*/ 0 w 9"/>
                  <a:gd name="T5" fmla="*/ 0 h 13"/>
                  <a:gd name="T6" fmla="*/ 0 w 9"/>
                  <a:gd name="T7" fmla="*/ 0 h 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13"/>
                  <a:gd name="T14" fmla="*/ 9 w 9"/>
                  <a:gd name="T15" fmla="*/ 13 h 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13">
                    <a:moveTo>
                      <a:pt x="1" y="0"/>
                    </a:moveTo>
                    <a:lnTo>
                      <a:pt x="9" y="6"/>
                    </a:lnTo>
                    <a:lnTo>
                      <a:pt x="0" y="1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B0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7" name="Freeform 481"/>
              <p:cNvSpPr>
                <a:spLocks/>
              </p:cNvSpPr>
              <p:nvPr/>
            </p:nvSpPr>
            <p:spPr bwMode="auto">
              <a:xfrm>
                <a:off x="865" y="1674"/>
                <a:ext cx="1" cy="2"/>
              </a:xfrm>
              <a:custGeom>
                <a:avLst/>
                <a:gdLst>
                  <a:gd name="T0" fmla="*/ 0 w 7"/>
                  <a:gd name="T1" fmla="*/ 0 h 9"/>
                  <a:gd name="T2" fmla="*/ 0 w 7"/>
                  <a:gd name="T3" fmla="*/ 0 h 9"/>
                  <a:gd name="T4" fmla="*/ 0 w 7"/>
                  <a:gd name="T5" fmla="*/ 0 h 9"/>
                  <a:gd name="T6" fmla="*/ 0 w 7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9"/>
                  <a:gd name="T14" fmla="*/ 7 w 7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9">
                    <a:moveTo>
                      <a:pt x="0" y="0"/>
                    </a:moveTo>
                    <a:lnTo>
                      <a:pt x="7" y="5"/>
                    </a:lnTo>
                    <a:lnTo>
                      <a:pt x="0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B0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8" name="Freeform 482"/>
              <p:cNvSpPr>
                <a:spLocks/>
              </p:cNvSpPr>
              <p:nvPr/>
            </p:nvSpPr>
            <p:spPr bwMode="auto">
              <a:xfrm>
                <a:off x="851" y="1630"/>
                <a:ext cx="339" cy="227"/>
              </a:xfrm>
              <a:custGeom>
                <a:avLst/>
                <a:gdLst>
                  <a:gd name="T0" fmla="*/ 0 w 1697"/>
                  <a:gd name="T1" fmla="*/ 0 h 1135"/>
                  <a:gd name="T2" fmla="*/ 0 w 1697"/>
                  <a:gd name="T3" fmla="*/ 0 h 1135"/>
                  <a:gd name="T4" fmla="*/ 0 w 1697"/>
                  <a:gd name="T5" fmla="*/ 0 h 1135"/>
                  <a:gd name="T6" fmla="*/ 0 w 1697"/>
                  <a:gd name="T7" fmla="*/ 0 h 1135"/>
                  <a:gd name="T8" fmla="*/ 0 w 1697"/>
                  <a:gd name="T9" fmla="*/ 0 h 1135"/>
                  <a:gd name="T10" fmla="*/ 0 w 1697"/>
                  <a:gd name="T11" fmla="*/ 0 h 1135"/>
                  <a:gd name="T12" fmla="*/ 0 w 1697"/>
                  <a:gd name="T13" fmla="*/ 0 h 1135"/>
                  <a:gd name="T14" fmla="*/ 0 w 1697"/>
                  <a:gd name="T15" fmla="*/ 0 h 1135"/>
                  <a:gd name="T16" fmla="*/ 0 w 1697"/>
                  <a:gd name="T17" fmla="*/ 0 h 1135"/>
                  <a:gd name="T18" fmla="*/ 1 w 1697"/>
                  <a:gd name="T19" fmla="*/ 0 h 1135"/>
                  <a:gd name="T20" fmla="*/ 1 w 1697"/>
                  <a:gd name="T21" fmla="*/ 0 h 1135"/>
                  <a:gd name="T22" fmla="*/ 1 w 1697"/>
                  <a:gd name="T23" fmla="*/ 0 h 1135"/>
                  <a:gd name="T24" fmla="*/ 1 w 1697"/>
                  <a:gd name="T25" fmla="*/ 0 h 1135"/>
                  <a:gd name="T26" fmla="*/ 0 w 1697"/>
                  <a:gd name="T27" fmla="*/ 0 h 1135"/>
                  <a:gd name="T28" fmla="*/ 0 w 1697"/>
                  <a:gd name="T29" fmla="*/ 0 h 1135"/>
                  <a:gd name="T30" fmla="*/ 0 w 1697"/>
                  <a:gd name="T31" fmla="*/ 0 h 1135"/>
                  <a:gd name="T32" fmla="*/ 0 w 1697"/>
                  <a:gd name="T33" fmla="*/ 0 h 1135"/>
                  <a:gd name="T34" fmla="*/ 0 w 1697"/>
                  <a:gd name="T35" fmla="*/ 0 h 1135"/>
                  <a:gd name="T36" fmla="*/ 0 w 1697"/>
                  <a:gd name="T37" fmla="*/ 0 h 1135"/>
                  <a:gd name="T38" fmla="*/ 0 w 1697"/>
                  <a:gd name="T39" fmla="*/ 0 h 1135"/>
                  <a:gd name="T40" fmla="*/ 0 w 1697"/>
                  <a:gd name="T41" fmla="*/ 0 h 1135"/>
                  <a:gd name="T42" fmla="*/ 0 w 1697"/>
                  <a:gd name="T43" fmla="*/ 0 h 1135"/>
                  <a:gd name="T44" fmla="*/ 0 w 1697"/>
                  <a:gd name="T45" fmla="*/ 0 h 1135"/>
                  <a:gd name="T46" fmla="*/ 0 w 1697"/>
                  <a:gd name="T47" fmla="*/ 0 h 1135"/>
                  <a:gd name="T48" fmla="*/ 0 w 1697"/>
                  <a:gd name="T49" fmla="*/ 0 h 1135"/>
                  <a:gd name="T50" fmla="*/ 0 w 1697"/>
                  <a:gd name="T51" fmla="*/ 0 h 1135"/>
                  <a:gd name="T52" fmla="*/ 0 w 1697"/>
                  <a:gd name="T53" fmla="*/ 0 h 1135"/>
                  <a:gd name="T54" fmla="*/ 0 w 1697"/>
                  <a:gd name="T55" fmla="*/ 0 h 1135"/>
                  <a:gd name="T56" fmla="*/ 0 w 1697"/>
                  <a:gd name="T57" fmla="*/ 0 h 1135"/>
                  <a:gd name="T58" fmla="*/ 0 w 1697"/>
                  <a:gd name="T59" fmla="*/ 0 h 1135"/>
                  <a:gd name="T60" fmla="*/ 0 w 1697"/>
                  <a:gd name="T61" fmla="*/ 0 h 1135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1697"/>
                  <a:gd name="T94" fmla="*/ 0 h 1135"/>
                  <a:gd name="T95" fmla="*/ 1697 w 1697"/>
                  <a:gd name="T96" fmla="*/ 1135 h 1135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1697" h="1135">
                    <a:moveTo>
                      <a:pt x="14" y="372"/>
                    </a:moveTo>
                    <a:lnTo>
                      <a:pt x="103" y="342"/>
                    </a:lnTo>
                    <a:lnTo>
                      <a:pt x="122" y="347"/>
                    </a:lnTo>
                    <a:lnTo>
                      <a:pt x="142" y="335"/>
                    </a:lnTo>
                    <a:lnTo>
                      <a:pt x="144" y="320"/>
                    </a:lnTo>
                    <a:lnTo>
                      <a:pt x="738" y="45"/>
                    </a:lnTo>
                    <a:lnTo>
                      <a:pt x="746" y="32"/>
                    </a:lnTo>
                    <a:lnTo>
                      <a:pt x="820" y="1"/>
                    </a:lnTo>
                    <a:lnTo>
                      <a:pt x="962" y="0"/>
                    </a:lnTo>
                    <a:lnTo>
                      <a:pt x="1680" y="458"/>
                    </a:lnTo>
                    <a:lnTo>
                      <a:pt x="1697" y="531"/>
                    </a:lnTo>
                    <a:lnTo>
                      <a:pt x="1690" y="588"/>
                    </a:lnTo>
                    <a:lnTo>
                      <a:pt x="1583" y="648"/>
                    </a:lnTo>
                    <a:lnTo>
                      <a:pt x="1564" y="636"/>
                    </a:lnTo>
                    <a:lnTo>
                      <a:pt x="806" y="1048"/>
                    </a:lnTo>
                    <a:lnTo>
                      <a:pt x="804" y="1070"/>
                    </a:lnTo>
                    <a:lnTo>
                      <a:pt x="673" y="1123"/>
                    </a:lnTo>
                    <a:lnTo>
                      <a:pt x="670" y="1125"/>
                    </a:lnTo>
                    <a:lnTo>
                      <a:pt x="661" y="1128"/>
                    </a:lnTo>
                    <a:lnTo>
                      <a:pt x="647" y="1132"/>
                    </a:lnTo>
                    <a:lnTo>
                      <a:pt x="630" y="1135"/>
                    </a:lnTo>
                    <a:lnTo>
                      <a:pt x="611" y="1135"/>
                    </a:lnTo>
                    <a:lnTo>
                      <a:pt x="591" y="1131"/>
                    </a:lnTo>
                    <a:lnTo>
                      <a:pt x="571" y="1120"/>
                    </a:lnTo>
                    <a:lnTo>
                      <a:pt x="553" y="1102"/>
                    </a:lnTo>
                    <a:lnTo>
                      <a:pt x="74" y="543"/>
                    </a:lnTo>
                    <a:lnTo>
                      <a:pt x="79" y="514"/>
                    </a:lnTo>
                    <a:lnTo>
                      <a:pt x="68" y="501"/>
                    </a:lnTo>
                    <a:lnTo>
                      <a:pt x="44" y="509"/>
                    </a:lnTo>
                    <a:lnTo>
                      <a:pt x="0" y="438"/>
                    </a:lnTo>
                    <a:lnTo>
                      <a:pt x="14" y="37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9" name="Freeform 483"/>
              <p:cNvSpPr>
                <a:spLocks/>
              </p:cNvSpPr>
              <p:nvPr/>
            </p:nvSpPr>
            <p:spPr bwMode="auto">
              <a:xfrm>
                <a:off x="860" y="1636"/>
                <a:ext cx="317" cy="212"/>
              </a:xfrm>
              <a:custGeom>
                <a:avLst/>
                <a:gdLst>
                  <a:gd name="T0" fmla="*/ 1 w 1587"/>
                  <a:gd name="T1" fmla="*/ 0 h 1062"/>
                  <a:gd name="T2" fmla="*/ 1 w 1587"/>
                  <a:gd name="T3" fmla="*/ 0 h 1062"/>
                  <a:gd name="T4" fmla="*/ 1 w 1587"/>
                  <a:gd name="T5" fmla="*/ 0 h 1062"/>
                  <a:gd name="T6" fmla="*/ 1 w 1587"/>
                  <a:gd name="T7" fmla="*/ 0 h 1062"/>
                  <a:gd name="T8" fmla="*/ 1 w 1587"/>
                  <a:gd name="T9" fmla="*/ 0 h 1062"/>
                  <a:gd name="T10" fmla="*/ 1 w 1587"/>
                  <a:gd name="T11" fmla="*/ 0 h 1062"/>
                  <a:gd name="T12" fmla="*/ 1 w 1587"/>
                  <a:gd name="T13" fmla="*/ 0 h 1062"/>
                  <a:gd name="T14" fmla="*/ 1 w 1587"/>
                  <a:gd name="T15" fmla="*/ 0 h 1062"/>
                  <a:gd name="T16" fmla="*/ 1 w 1587"/>
                  <a:gd name="T17" fmla="*/ 0 h 1062"/>
                  <a:gd name="T18" fmla="*/ 0 w 1587"/>
                  <a:gd name="T19" fmla="*/ 0 h 1062"/>
                  <a:gd name="T20" fmla="*/ 0 w 1587"/>
                  <a:gd name="T21" fmla="*/ 0 h 1062"/>
                  <a:gd name="T22" fmla="*/ 0 w 1587"/>
                  <a:gd name="T23" fmla="*/ 0 h 1062"/>
                  <a:gd name="T24" fmla="*/ 0 w 1587"/>
                  <a:gd name="T25" fmla="*/ 0 h 1062"/>
                  <a:gd name="T26" fmla="*/ 0 w 1587"/>
                  <a:gd name="T27" fmla="*/ 0 h 1062"/>
                  <a:gd name="T28" fmla="*/ 0 w 1587"/>
                  <a:gd name="T29" fmla="*/ 0 h 1062"/>
                  <a:gd name="T30" fmla="*/ 0 w 1587"/>
                  <a:gd name="T31" fmla="*/ 0 h 1062"/>
                  <a:gd name="T32" fmla="*/ 0 w 1587"/>
                  <a:gd name="T33" fmla="*/ 0 h 1062"/>
                  <a:gd name="T34" fmla="*/ 0 w 1587"/>
                  <a:gd name="T35" fmla="*/ 0 h 1062"/>
                  <a:gd name="T36" fmla="*/ 0 w 1587"/>
                  <a:gd name="T37" fmla="*/ 0 h 1062"/>
                  <a:gd name="T38" fmla="*/ 0 w 1587"/>
                  <a:gd name="T39" fmla="*/ 0 h 1062"/>
                  <a:gd name="T40" fmla="*/ 0 w 1587"/>
                  <a:gd name="T41" fmla="*/ 0 h 1062"/>
                  <a:gd name="T42" fmla="*/ 0 w 1587"/>
                  <a:gd name="T43" fmla="*/ 0 h 1062"/>
                  <a:gd name="T44" fmla="*/ 0 w 1587"/>
                  <a:gd name="T45" fmla="*/ 0 h 1062"/>
                  <a:gd name="T46" fmla="*/ 0 w 1587"/>
                  <a:gd name="T47" fmla="*/ 0 h 1062"/>
                  <a:gd name="T48" fmla="*/ 0 w 1587"/>
                  <a:gd name="T49" fmla="*/ 0 h 1062"/>
                  <a:gd name="T50" fmla="*/ 0 w 1587"/>
                  <a:gd name="T51" fmla="*/ 0 h 1062"/>
                  <a:gd name="T52" fmla="*/ 0 w 1587"/>
                  <a:gd name="T53" fmla="*/ 0 h 1062"/>
                  <a:gd name="T54" fmla="*/ 0 w 1587"/>
                  <a:gd name="T55" fmla="*/ 0 h 1062"/>
                  <a:gd name="T56" fmla="*/ 0 w 1587"/>
                  <a:gd name="T57" fmla="*/ 0 h 1062"/>
                  <a:gd name="T58" fmla="*/ 0 w 1587"/>
                  <a:gd name="T59" fmla="*/ 0 h 1062"/>
                  <a:gd name="T60" fmla="*/ 0 w 1587"/>
                  <a:gd name="T61" fmla="*/ 0 h 1062"/>
                  <a:gd name="T62" fmla="*/ 0 w 1587"/>
                  <a:gd name="T63" fmla="*/ 0 h 1062"/>
                  <a:gd name="T64" fmla="*/ 0 w 1587"/>
                  <a:gd name="T65" fmla="*/ 0 h 1062"/>
                  <a:gd name="T66" fmla="*/ 0 w 1587"/>
                  <a:gd name="T67" fmla="*/ 0 h 1062"/>
                  <a:gd name="T68" fmla="*/ 0 w 1587"/>
                  <a:gd name="T69" fmla="*/ 0 h 1062"/>
                  <a:gd name="T70" fmla="*/ 0 w 1587"/>
                  <a:gd name="T71" fmla="*/ 0 h 1062"/>
                  <a:gd name="T72" fmla="*/ 0 w 1587"/>
                  <a:gd name="T73" fmla="*/ 0 h 1062"/>
                  <a:gd name="T74" fmla="*/ 0 w 1587"/>
                  <a:gd name="T75" fmla="*/ 0 h 1062"/>
                  <a:gd name="T76" fmla="*/ 0 w 1587"/>
                  <a:gd name="T77" fmla="*/ 0 h 1062"/>
                  <a:gd name="T78" fmla="*/ 0 w 1587"/>
                  <a:gd name="T79" fmla="*/ 0 h 1062"/>
                  <a:gd name="T80" fmla="*/ 0 w 1587"/>
                  <a:gd name="T81" fmla="*/ 0 h 1062"/>
                  <a:gd name="T82" fmla="*/ 0 w 1587"/>
                  <a:gd name="T83" fmla="*/ 0 h 1062"/>
                  <a:gd name="T84" fmla="*/ 0 w 1587"/>
                  <a:gd name="T85" fmla="*/ 0 h 1062"/>
                  <a:gd name="T86" fmla="*/ 0 w 1587"/>
                  <a:gd name="T87" fmla="*/ 0 h 1062"/>
                  <a:gd name="T88" fmla="*/ 0 w 1587"/>
                  <a:gd name="T89" fmla="*/ 0 h 1062"/>
                  <a:gd name="T90" fmla="*/ 0 w 1587"/>
                  <a:gd name="T91" fmla="*/ 0 h 1062"/>
                  <a:gd name="T92" fmla="*/ 0 w 1587"/>
                  <a:gd name="T93" fmla="*/ 0 h 1062"/>
                  <a:gd name="T94" fmla="*/ 1 w 1587"/>
                  <a:gd name="T95" fmla="*/ 0 h 1062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1587"/>
                  <a:gd name="T145" fmla="*/ 0 h 1062"/>
                  <a:gd name="T146" fmla="*/ 1587 w 1587"/>
                  <a:gd name="T147" fmla="*/ 1062 h 1062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1587" h="1062">
                    <a:moveTo>
                      <a:pt x="1577" y="493"/>
                    </a:moveTo>
                    <a:lnTo>
                      <a:pt x="1578" y="493"/>
                    </a:lnTo>
                    <a:lnTo>
                      <a:pt x="1581" y="491"/>
                    </a:lnTo>
                    <a:lnTo>
                      <a:pt x="1583" y="489"/>
                    </a:lnTo>
                    <a:lnTo>
                      <a:pt x="1587" y="483"/>
                    </a:lnTo>
                    <a:lnTo>
                      <a:pt x="1583" y="475"/>
                    </a:lnTo>
                    <a:lnTo>
                      <a:pt x="1580" y="469"/>
                    </a:lnTo>
                    <a:lnTo>
                      <a:pt x="1574" y="462"/>
                    </a:lnTo>
                    <a:lnTo>
                      <a:pt x="1567" y="458"/>
                    </a:lnTo>
                    <a:lnTo>
                      <a:pt x="1509" y="421"/>
                    </a:lnTo>
                    <a:lnTo>
                      <a:pt x="1495" y="429"/>
                    </a:lnTo>
                    <a:lnTo>
                      <a:pt x="1506" y="437"/>
                    </a:lnTo>
                    <a:lnTo>
                      <a:pt x="1472" y="453"/>
                    </a:lnTo>
                    <a:lnTo>
                      <a:pt x="1472" y="454"/>
                    </a:lnTo>
                    <a:lnTo>
                      <a:pt x="1453" y="464"/>
                    </a:lnTo>
                    <a:lnTo>
                      <a:pt x="1452" y="462"/>
                    </a:lnTo>
                    <a:lnTo>
                      <a:pt x="1419" y="436"/>
                    </a:lnTo>
                    <a:lnTo>
                      <a:pt x="1471" y="411"/>
                    </a:lnTo>
                    <a:lnTo>
                      <a:pt x="1489" y="425"/>
                    </a:lnTo>
                    <a:lnTo>
                      <a:pt x="1501" y="415"/>
                    </a:lnTo>
                    <a:lnTo>
                      <a:pt x="877" y="7"/>
                    </a:lnTo>
                    <a:lnTo>
                      <a:pt x="796" y="0"/>
                    </a:lnTo>
                    <a:lnTo>
                      <a:pt x="742" y="20"/>
                    </a:lnTo>
                    <a:lnTo>
                      <a:pt x="742" y="28"/>
                    </a:lnTo>
                    <a:lnTo>
                      <a:pt x="675" y="57"/>
                    </a:lnTo>
                    <a:lnTo>
                      <a:pt x="673" y="70"/>
                    </a:lnTo>
                    <a:lnTo>
                      <a:pt x="667" y="72"/>
                    </a:lnTo>
                    <a:lnTo>
                      <a:pt x="657" y="68"/>
                    </a:lnTo>
                    <a:lnTo>
                      <a:pt x="237" y="256"/>
                    </a:lnTo>
                    <a:lnTo>
                      <a:pt x="232" y="263"/>
                    </a:lnTo>
                    <a:lnTo>
                      <a:pt x="122" y="311"/>
                    </a:lnTo>
                    <a:lnTo>
                      <a:pt x="117" y="330"/>
                    </a:lnTo>
                    <a:lnTo>
                      <a:pt x="73" y="349"/>
                    </a:lnTo>
                    <a:lnTo>
                      <a:pt x="56" y="335"/>
                    </a:lnTo>
                    <a:lnTo>
                      <a:pt x="0" y="357"/>
                    </a:lnTo>
                    <a:lnTo>
                      <a:pt x="567" y="1006"/>
                    </a:lnTo>
                    <a:lnTo>
                      <a:pt x="555" y="1054"/>
                    </a:lnTo>
                    <a:lnTo>
                      <a:pt x="558" y="1056"/>
                    </a:lnTo>
                    <a:lnTo>
                      <a:pt x="562" y="1057"/>
                    </a:lnTo>
                    <a:lnTo>
                      <a:pt x="567" y="1060"/>
                    </a:lnTo>
                    <a:lnTo>
                      <a:pt x="572" y="1061"/>
                    </a:lnTo>
                    <a:lnTo>
                      <a:pt x="576" y="1062"/>
                    </a:lnTo>
                    <a:lnTo>
                      <a:pt x="582" y="1062"/>
                    </a:lnTo>
                    <a:lnTo>
                      <a:pt x="589" y="1062"/>
                    </a:lnTo>
                    <a:lnTo>
                      <a:pt x="595" y="1062"/>
                    </a:lnTo>
                    <a:lnTo>
                      <a:pt x="608" y="1012"/>
                    </a:lnTo>
                    <a:lnTo>
                      <a:pt x="1577" y="493"/>
                    </a:lnTo>
                    <a:close/>
                  </a:path>
                </a:pathLst>
              </a:custGeom>
              <a:solidFill>
                <a:srgbClr val="1970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0" name="Freeform 484"/>
              <p:cNvSpPr>
                <a:spLocks/>
              </p:cNvSpPr>
              <p:nvPr/>
            </p:nvSpPr>
            <p:spPr bwMode="auto">
              <a:xfrm>
                <a:off x="979" y="1732"/>
                <a:ext cx="199" cy="116"/>
              </a:xfrm>
              <a:custGeom>
                <a:avLst/>
                <a:gdLst>
                  <a:gd name="T0" fmla="*/ 0 w 994"/>
                  <a:gd name="T1" fmla="*/ 0 h 579"/>
                  <a:gd name="T2" fmla="*/ 0 w 994"/>
                  <a:gd name="T3" fmla="*/ 0 h 579"/>
                  <a:gd name="T4" fmla="*/ 0 w 994"/>
                  <a:gd name="T5" fmla="*/ 0 h 579"/>
                  <a:gd name="T6" fmla="*/ 0 w 994"/>
                  <a:gd name="T7" fmla="*/ 0 h 579"/>
                  <a:gd name="T8" fmla="*/ 0 w 994"/>
                  <a:gd name="T9" fmla="*/ 0 h 579"/>
                  <a:gd name="T10" fmla="*/ 0 w 994"/>
                  <a:gd name="T11" fmla="*/ 0 h 579"/>
                  <a:gd name="T12" fmla="*/ 0 w 994"/>
                  <a:gd name="T13" fmla="*/ 0 h 579"/>
                  <a:gd name="T14" fmla="*/ 0 w 994"/>
                  <a:gd name="T15" fmla="*/ 0 h 579"/>
                  <a:gd name="T16" fmla="*/ 0 w 994"/>
                  <a:gd name="T17" fmla="*/ 0 h 579"/>
                  <a:gd name="T18" fmla="*/ 0 w 994"/>
                  <a:gd name="T19" fmla="*/ 0 h 579"/>
                  <a:gd name="T20" fmla="*/ 0 w 994"/>
                  <a:gd name="T21" fmla="*/ 0 h 579"/>
                  <a:gd name="T22" fmla="*/ 0 w 994"/>
                  <a:gd name="T23" fmla="*/ 0 h 579"/>
                  <a:gd name="T24" fmla="*/ 0 w 994"/>
                  <a:gd name="T25" fmla="*/ 0 h 579"/>
                  <a:gd name="T26" fmla="*/ 0 w 994"/>
                  <a:gd name="T27" fmla="*/ 0 h 579"/>
                  <a:gd name="T28" fmla="*/ 0 w 994"/>
                  <a:gd name="T29" fmla="*/ 0 h 579"/>
                  <a:gd name="T30" fmla="*/ 0 w 994"/>
                  <a:gd name="T31" fmla="*/ 0 h 579"/>
                  <a:gd name="T32" fmla="*/ 0 w 994"/>
                  <a:gd name="T33" fmla="*/ 0 h 579"/>
                  <a:gd name="T34" fmla="*/ 0 w 994"/>
                  <a:gd name="T35" fmla="*/ 0 h 579"/>
                  <a:gd name="T36" fmla="*/ 0 w 994"/>
                  <a:gd name="T37" fmla="*/ 0 h 579"/>
                  <a:gd name="T38" fmla="*/ 0 w 994"/>
                  <a:gd name="T39" fmla="*/ 0 h 579"/>
                  <a:gd name="T40" fmla="*/ 0 w 994"/>
                  <a:gd name="T41" fmla="*/ 0 h 579"/>
                  <a:gd name="T42" fmla="*/ 0 w 994"/>
                  <a:gd name="T43" fmla="*/ 0 h 579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994"/>
                  <a:gd name="T67" fmla="*/ 0 h 579"/>
                  <a:gd name="T68" fmla="*/ 994 w 994"/>
                  <a:gd name="T69" fmla="*/ 579 h 579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994" h="579">
                    <a:moveTo>
                      <a:pt x="992" y="0"/>
                    </a:moveTo>
                    <a:lnTo>
                      <a:pt x="988" y="6"/>
                    </a:lnTo>
                    <a:lnTo>
                      <a:pt x="986" y="8"/>
                    </a:lnTo>
                    <a:lnTo>
                      <a:pt x="983" y="10"/>
                    </a:lnTo>
                    <a:lnTo>
                      <a:pt x="982" y="10"/>
                    </a:lnTo>
                    <a:lnTo>
                      <a:pt x="13" y="529"/>
                    </a:lnTo>
                    <a:lnTo>
                      <a:pt x="0" y="579"/>
                    </a:lnTo>
                    <a:lnTo>
                      <a:pt x="5" y="578"/>
                    </a:lnTo>
                    <a:lnTo>
                      <a:pt x="10" y="577"/>
                    </a:lnTo>
                    <a:lnTo>
                      <a:pt x="16" y="574"/>
                    </a:lnTo>
                    <a:lnTo>
                      <a:pt x="21" y="573"/>
                    </a:lnTo>
                    <a:lnTo>
                      <a:pt x="122" y="521"/>
                    </a:lnTo>
                    <a:lnTo>
                      <a:pt x="123" y="509"/>
                    </a:lnTo>
                    <a:lnTo>
                      <a:pt x="907" y="78"/>
                    </a:lnTo>
                    <a:lnTo>
                      <a:pt x="917" y="87"/>
                    </a:lnTo>
                    <a:lnTo>
                      <a:pt x="982" y="44"/>
                    </a:lnTo>
                    <a:lnTo>
                      <a:pt x="994" y="15"/>
                    </a:lnTo>
                    <a:lnTo>
                      <a:pt x="994" y="8"/>
                    </a:lnTo>
                    <a:lnTo>
                      <a:pt x="993" y="6"/>
                    </a:lnTo>
                    <a:lnTo>
                      <a:pt x="993" y="4"/>
                    </a:lnTo>
                    <a:lnTo>
                      <a:pt x="993" y="2"/>
                    </a:lnTo>
                    <a:lnTo>
                      <a:pt x="992" y="0"/>
                    </a:lnTo>
                    <a:close/>
                  </a:path>
                </a:pathLst>
              </a:custGeom>
              <a:solidFill>
                <a:srgbClr val="003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1" name="Freeform 485"/>
              <p:cNvSpPr>
                <a:spLocks/>
              </p:cNvSpPr>
              <p:nvPr/>
            </p:nvSpPr>
            <p:spPr bwMode="auto">
              <a:xfrm>
                <a:off x="1178" y="1734"/>
                <a:ext cx="1" cy="1"/>
              </a:xfrm>
              <a:custGeom>
                <a:avLst/>
                <a:gdLst>
                  <a:gd name="T0" fmla="*/ 0 w 1"/>
                  <a:gd name="T1" fmla="*/ 0 h 7"/>
                  <a:gd name="T2" fmla="*/ 0 w 1"/>
                  <a:gd name="T3" fmla="*/ 0 h 7"/>
                  <a:gd name="T4" fmla="*/ 1 w 1"/>
                  <a:gd name="T5" fmla="*/ 0 h 7"/>
                  <a:gd name="T6" fmla="*/ 1 w 1"/>
                  <a:gd name="T7" fmla="*/ 0 h 7"/>
                  <a:gd name="T8" fmla="*/ 1 w 1"/>
                  <a:gd name="T9" fmla="*/ 0 h 7"/>
                  <a:gd name="T10" fmla="*/ 0 w 1"/>
                  <a:gd name="T11" fmla="*/ 0 h 7"/>
                  <a:gd name="T12" fmla="*/ 0 w 1"/>
                  <a:gd name="T13" fmla="*/ 0 h 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"/>
                  <a:gd name="T22" fmla="*/ 0 h 7"/>
                  <a:gd name="T23" fmla="*/ 1 w 1"/>
                  <a:gd name="T24" fmla="*/ 7 h 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" h="7">
                    <a:moveTo>
                      <a:pt x="0" y="0"/>
                    </a:moveTo>
                    <a:lnTo>
                      <a:pt x="0" y="7"/>
                    </a:lnTo>
                    <a:lnTo>
                      <a:pt x="1" y="5"/>
                    </a:lnTo>
                    <a:lnTo>
                      <a:pt x="1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70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2" name="Freeform 486"/>
              <p:cNvSpPr>
                <a:spLocks/>
              </p:cNvSpPr>
              <p:nvPr/>
            </p:nvSpPr>
            <p:spPr bwMode="auto">
              <a:xfrm>
                <a:off x="875" y="1705"/>
                <a:ext cx="89" cy="37"/>
              </a:xfrm>
              <a:custGeom>
                <a:avLst/>
                <a:gdLst>
                  <a:gd name="T0" fmla="*/ 0 w 445"/>
                  <a:gd name="T1" fmla="*/ 0 h 184"/>
                  <a:gd name="T2" fmla="*/ 0 w 445"/>
                  <a:gd name="T3" fmla="*/ 0 h 184"/>
                  <a:gd name="T4" fmla="*/ 0 w 445"/>
                  <a:gd name="T5" fmla="*/ 0 h 184"/>
                  <a:gd name="T6" fmla="*/ 0 w 445"/>
                  <a:gd name="T7" fmla="*/ 0 h 184"/>
                  <a:gd name="T8" fmla="*/ 0 w 445"/>
                  <a:gd name="T9" fmla="*/ 0 h 184"/>
                  <a:gd name="T10" fmla="*/ 0 w 445"/>
                  <a:gd name="T11" fmla="*/ 0 h 184"/>
                  <a:gd name="T12" fmla="*/ 0 w 445"/>
                  <a:gd name="T13" fmla="*/ 0 h 184"/>
                  <a:gd name="T14" fmla="*/ 0 w 445"/>
                  <a:gd name="T15" fmla="*/ 0 h 184"/>
                  <a:gd name="T16" fmla="*/ 0 w 445"/>
                  <a:gd name="T17" fmla="*/ 0 h 184"/>
                  <a:gd name="T18" fmla="*/ 0 w 445"/>
                  <a:gd name="T19" fmla="*/ 0 h 184"/>
                  <a:gd name="T20" fmla="*/ 0 w 445"/>
                  <a:gd name="T21" fmla="*/ 0 h 184"/>
                  <a:gd name="T22" fmla="*/ 0 w 445"/>
                  <a:gd name="T23" fmla="*/ 0 h 184"/>
                  <a:gd name="T24" fmla="*/ 0 w 445"/>
                  <a:gd name="T25" fmla="*/ 0 h 184"/>
                  <a:gd name="T26" fmla="*/ 0 w 445"/>
                  <a:gd name="T27" fmla="*/ 0 h 184"/>
                  <a:gd name="T28" fmla="*/ 0 w 445"/>
                  <a:gd name="T29" fmla="*/ 0 h 184"/>
                  <a:gd name="T30" fmla="*/ 0 w 445"/>
                  <a:gd name="T31" fmla="*/ 0 h 184"/>
                  <a:gd name="T32" fmla="*/ 0 w 445"/>
                  <a:gd name="T33" fmla="*/ 0 h 184"/>
                  <a:gd name="T34" fmla="*/ 0 w 445"/>
                  <a:gd name="T35" fmla="*/ 0 h 184"/>
                  <a:gd name="T36" fmla="*/ 0 w 445"/>
                  <a:gd name="T37" fmla="*/ 0 h 184"/>
                  <a:gd name="T38" fmla="*/ 0 w 445"/>
                  <a:gd name="T39" fmla="*/ 0 h 184"/>
                  <a:gd name="T40" fmla="*/ 0 w 445"/>
                  <a:gd name="T41" fmla="*/ 0 h 184"/>
                  <a:gd name="T42" fmla="*/ 0 w 445"/>
                  <a:gd name="T43" fmla="*/ 0 h 184"/>
                  <a:gd name="T44" fmla="*/ 0 w 445"/>
                  <a:gd name="T45" fmla="*/ 0 h 18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445"/>
                  <a:gd name="T70" fmla="*/ 0 h 184"/>
                  <a:gd name="T71" fmla="*/ 445 w 445"/>
                  <a:gd name="T72" fmla="*/ 184 h 184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445" h="184">
                    <a:moveTo>
                      <a:pt x="0" y="2"/>
                    </a:moveTo>
                    <a:lnTo>
                      <a:pt x="157" y="173"/>
                    </a:lnTo>
                    <a:lnTo>
                      <a:pt x="158" y="174"/>
                    </a:lnTo>
                    <a:lnTo>
                      <a:pt x="160" y="176"/>
                    </a:lnTo>
                    <a:lnTo>
                      <a:pt x="165" y="179"/>
                    </a:lnTo>
                    <a:lnTo>
                      <a:pt x="172" y="182"/>
                    </a:lnTo>
                    <a:lnTo>
                      <a:pt x="179" y="183"/>
                    </a:lnTo>
                    <a:lnTo>
                      <a:pt x="187" y="184"/>
                    </a:lnTo>
                    <a:lnTo>
                      <a:pt x="197" y="182"/>
                    </a:lnTo>
                    <a:lnTo>
                      <a:pt x="208" y="177"/>
                    </a:lnTo>
                    <a:lnTo>
                      <a:pt x="445" y="68"/>
                    </a:lnTo>
                    <a:lnTo>
                      <a:pt x="440" y="63"/>
                    </a:lnTo>
                    <a:lnTo>
                      <a:pt x="207" y="170"/>
                    </a:lnTo>
                    <a:lnTo>
                      <a:pt x="205" y="171"/>
                    </a:lnTo>
                    <a:lnTo>
                      <a:pt x="203" y="173"/>
                    </a:lnTo>
                    <a:lnTo>
                      <a:pt x="198" y="174"/>
                    </a:lnTo>
                    <a:lnTo>
                      <a:pt x="193" y="175"/>
                    </a:lnTo>
                    <a:lnTo>
                      <a:pt x="186" y="176"/>
                    </a:lnTo>
                    <a:lnTo>
                      <a:pt x="178" y="175"/>
                    </a:lnTo>
                    <a:lnTo>
                      <a:pt x="170" y="173"/>
                    </a:lnTo>
                    <a:lnTo>
                      <a:pt x="160" y="167"/>
                    </a:lnTo>
                    <a:lnTo>
                      <a:pt x="8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3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3" name="Freeform 487"/>
              <p:cNvSpPr>
                <a:spLocks/>
              </p:cNvSpPr>
              <p:nvPr/>
            </p:nvSpPr>
            <p:spPr bwMode="auto">
              <a:xfrm>
                <a:off x="1158" y="1719"/>
                <a:ext cx="4" cy="3"/>
              </a:xfrm>
              <a:custGeom>
                <a:avLst/>
                <a:gdLst>
                  <a:gd name="T0" fmla="*/ 0 w 20"/>
                  <a:gd name="T1" fmla="*/ 0 h 14"/>
                  <a:gd name="T2" fmla="*/ 0 w 20"/>
                  <a:gd name="T3" fmla="*/ 0 h 14"/>
                  <a:gd name="T4" fmla="*/ 0 w 20"/>
                  <a:gd name="T5" fmla="*/ 0 h 14"/>
                  <a:gd name="T6" fmla="*/ 0 w 20"/>
                  <a:gd name="T7" fmla="*/ 0 h 14"/>
                  <a:gd name="T8" fmla="*/ 0 w 20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14"/>
                  <a:gd name="T17" fmla="*/ 20 w 20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14">
                    <a:moveTo>
                      <a:pt x="6" y="14"/>
                    </a:moveTo>
                    <a:lnTo>
                      <a:pt x="20" y="6"/>
                    </a:lnTo>
                    <a:lnTo>
                      <a:pt x="12" y="0"/>
                    </a:lnTo>
                    <a:lnTo>
                      <a:pt x="0" y="10"/>
                    </a:lnTo>
                    <a:lnTo>
                      <a:pt x="6" y="14"/>
                    </a:lnTo>
                    <a:close/>
                  </a:path>
                </a:pathLst>
              </a:custGeom>
              <a:solidFill>
                <a:srgbClr val="1970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4" name="Freeform 488"/>
              <p:cNvSpPr>
                <a:spLocks/>
              </p:cNvSpPr>
              <p:nvPr/>
            </p:nvSpPr>
            <p:spPr bwMode="auto">
              <a:xfrm>
                <a:off x="1144" y="1718"/>
                <a:ext cx="14" cy="10"/>
              </a:xfrm>
              <a:custGeom>
                <a:avLst/>
                <a:gdLst>
                  <a:gd name="T0" fmla="*/ 0 w 70"/>
                  <a:gd name="T1" fmla="*/ 0 h 51"/>
                  <a:gd name="T2" fmla="*/ 0 w 70"/>
                  <a:gd name="T3" fmla="*/ 0 h 51"/>
                  <a:gd name="T4" fmla="*/ 0 w 70"/>
                  <a:gd name="T5" fmla="*/ 0 h 51"/>
                  <a:gd name="T6" fmla="*/ 0 w 70"/>
                  <a:gd name="T7" fmla="*/ 0 h 51"/>
                  <a:gd name="T8" fmla="*/ 0 w 70"/>
                  <a:gd name="T9" fmla="*/ 0 h 51"/>
                  <a:gd name="T10" fmla="*/ 0 w 70"/>
                  <a:gd name="T11" fmla="*/ 0 h 51"/>
                  <a:gd name="T12" fmla="*/ 0 w 70"/>
                  <a:gd name="T13" fmla="*/ 0 h 51"/>
                  <a:gd name="T14" fmla="*/ 0 w 70"/>
                  <a:gd name="T15" fmla="*/ 0 h 51"/>
                  <a:gd name="T16" fmla="*/ 0 w 70"/>
                  <a:gd name="T17" fmla="*/ 0 h 5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0"/>
                  <a:gd name="T28" fmla="*/ 0 h 51"/>
                  <a:gd name="T29" fmla="*/ 70 w 70"/>
                  <a:gd name="T30" fmla="*/ 51 h 5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0" h="51">
                    <a:moveTo>
                      <a:pt x="42" y="33"/>
                    </a:moveTo>
                    <a:lnTo>
                      <a:pt x="45" y="36"/>
                    </a:lnTo>
                    <a:lnTo>
                      <a:pt x="70" y="14"/>
                    </a:lnTo>
                    <a:lnTo>
                      <a:pt x="52" y="0"/>
                    </a:lnTo>
                    <a:lnTo>
                      <a:pt x="0" y="25"/>
                    </a:lnTo>
                    <a:lnTo>
                      <a:pt x="33" y="51"/>
                    </a:lnTo>
                    <a:lnTo>
                      <a:pt x="24" y="43"/>
                    </a:lnTo>
                    <a:lnTo>
                      <a:pt x="42" y="33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5" name="Freeform 489"/>
              <p:cNvSpPr>
                <a:spLocks/>
              </p:cNvSpPr>
              <p:nvPr/>
            </p:nvSpPr>
            <p:spPr bwMode="auto">
              <a:xfrm>
                <a:off x="1153" y="1721"/>
                <a:ext cx="6" cy="4"/>
              </a:xfrm>
              <a:custGeom>
                <a:avLst/>
                <a:gdLst>
                  <a:gd name="T0" fmla="*/ 0 w 31"/>
                  <a:gd name="T1" fmla="*/ 0 h 23"/>
                  <a:gd name="T2" fmla="*/ 0 w 31"/>
                  <a:gd name="T3" fmla="*/ 0 h 23"/>
                  <a:gd name="T4" fmla="*/ 0 w 31"/>
                  <a:gd name="T5" fmla="*/ 0 h 23"/>
                  <a:gd name="T6" fmla="*/ 0 w 31"/>
                  <a:gd name="T7" fmla="*/ 0 h 23"/>
                  <a:gd name="T8" fmla="*/ 0 w 31"/>
                  <a:gd name="T9" fmla="*/ 0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1"/>
                  <a:gd name="T16" fmla="*/ 0 h 23"/>
                  <a:gd name="T17" fmla="*/ 31 w 31"/>
                  <a:gd name="T18" fmla="*/ 23 h 2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1" h="23">
                    <a:moveTo>
                      <a:pt x="0" y="22"/>
                    </a:moveTo>
                    <a:lnTo>
                      <a:pt x="1" y="23"/>
                    </a:lnTo>
                    <a:lnTo>
                      <a:pt x="31" y="4"/>
                    </a:lnTo>
                    <a:lnTo>
                      <a:pt x="25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6" name="Freeform 490"/>
              <p:cNvSpPr>
                <a:spLocks/>
              </p:cNvSpPr>
              <p:nvPr/>
            </p:nvSpPr>
            <p:spPr bwMode="auto">
              <a:xfrm>
                <a:off x="1153" y="1722"/>
                <a:ext cx="8" cy="4"/>
              </a:xfrm>
              <a:custGeom>
                <a:avLst/>
                <a:gdLst>
                  <a:gd name="T0" fmla="*/ 0 w 41"/>
                  <a:gd name="T1" fmla="*/ 0 h 24"/>
                  <a:gd name="T2" fmla="*/ 0 w 41"/>
                  <a:gd name="T3" fmla="*/ 0 h 24"/>
                  <a:gd name="T4" fmla="*/ 0 w 41"/>
                  <a:gd name="T5" fmla="*/ 0 h 24"/>
                  <a:gd name="T6" fmla="*/ 0 w 41"/>
                  <a:gd name="T7" fmla="*/ 0 h 24"/>
                  <a:gd name="T8" fmla="*/ 0 w 41"/>
                  <a:gd name="T9" fmla="*/ 0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1"/>
                  <a:gd name="T16" fmla="*/ 0 h 24"/>
                  <a:gd name="T17" fmla="*/ 41 w 41"/>
                  <a:gd name="T18" fmla="*/ 24 h 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1" h="24">
                    <a:moveTo>
                      <a:pt x="7" y="24"/>
                    </a:moveTo>
                    <a:lnTo>
                      <a:pt x="41" y="8"/>
                    </a:lnTo>
                    <a:lnTo>
                      <a:pt x="30" y="0"/>
                    </a:lnTo>
                    <a:lnTo>
                      <a:pt x="0" y="19"/>
                    </a:lnTo>
                    <a:lnTo>
                      <a:pt x="7" y="24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7" name="Freeform 491"/>
              <p:cNvSpPr>
                <a:spLocks/>
              </p:cNvSpPr>
              <p:nvPr/>
            </p:nvSpPr>
            <p:spPr bwMode="auto">
              <a:xfrm>
                <a:off x="1150" y="1726"/>
                <a:ext cx="4" cy="3"/>
              </a:xfrm>
              <a:custGeom>
                <a:avLst/>
                <a:gdLst>
                  <a:gd name="T0" fmla="*/ 0 w 20"/>
                  <a:gd name="T1" fmla="*/ 0 h 11"/>
                  <a:gd name="T2" fmla="*/ 0 w 20"/>
                  <a:gd name="T3" fmla="*/ 0 h 11"/>
                  <a:gd name="T4" fmla="*/ 0 w 20"/>
                  <a:gd name="T5" fmla="*/ 0 h 11"/>
                  <a:gd name="T6" fmla="*/ 0 w 20"/>
                  <a:gd name="T7" fmla="*/ 0 h 11"/>
                  <a:gd name="T8" fmla="*/ 0 w 20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11"/>
                  <a:gd name="T17" fmla="*/ 20 w 20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11">
                    <a:moveTo>
                      <a:pt x="1" y="11"/>
                    </a:moveTo>
                    <a:lnTo>
                      <a:pt x="20" y="1"/>
                    </a:lnTo>
                    <a:lnTo>
                      <a:pt x="20" y="0"/>
                    </a:lnTo>
                    <a:lnTo>
                      <a:pt x="0" y="9"/>
                    </a:lnTo>
                    <a:lnTo>
                      <a:pt x="1" y="1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8" name="Freeform 492"/>
              <p:cNvSpPr>
                <a:spLocks/>
              </p:cNvSpPr>
              <p:nvPr/>
            </p:nvSpPr>
            <p:spPr bwMode="auto">
              <a:xfrm>
                <a:off x="907" y="1649"/>
                <a:ext cx="124" cy="74"/>
              </a:xfrm>
              <a:custGeom>
                <a:avLst/>
                <a:gdLst>
                  <a:gd name="T0" fmla="*/ 0 w 616"/>
                  <a:gd name="T1" fmla="*/ 0 h 368"/>
                  <a:gd name="T2" fmla="*/ 0 w 616"/>
                  <a:gd name="T3" fmla="*/ 0 h 368"/>
                  <a:gd name="T4" fmla="*/ 0 w 616"/>
                  <a:gd name="T5" fmla="*/ 0 h 368"/>
                  <a:gd name="T6" fmla="*/ 0 w 616"/>
                  <a:gd name="T7" fmla="*/ 0 h 368"/>
                  <a:gd name="T8" fmla="*/ 0 w 616"/>
                  <a:gd name="T9" fmla="*/ 0 h 368"/>
                  <a:gd name="T10" fmla="*/ 0 w 616"/>
                  <a:gd name="T11" fmla="*/ 0 h 368"/>
                  <a:gd name="T12" fmla="*/ 0 w 616"/>
                  <a:gd name="T13" fmla="*/ 0 h 368"/>
                  <a:gd name="T14" fmla="*/ 0 w 616"/>
                  <a:gd name="T15" fmla="*/ 0 h 368"/>
                  <a:gd name="T16" fmla="*/ 0 w 616"/>
                  <a:gd name="T17" fmla="*/ 0 h 368"/>
                  <a:gd name="T18" fmla="*/ 0 w 616"/>
                  <a:gd name="T19" fmla="*/ 0 h 368"/>
                  <a:gd name="T20" fmla="*/ 0 w 616"/>
                  <a:gd name="T21" fmla="*/ 0 h 368"/>
                  <a:gd name="T22" fmla="*/ 0 w 616"/>
                  <a:gd name="T23" fmla="*/ 0 h 368"/>
                  <a:gd name="T24" fmla="*/ 0 w 616"/>
                  <a:gd name="T25" fmla="*/ 0 h 368"/>
                  <a:gd name="T26" fmla="*/ 0 w 616"/>
                  <a:gd name="T27" fmla="*/ 0 h 368"/>
                  <a:gd name="T28" fmla="*/ 0 w 616"/>
                  <a:gd name="T29" fmla="*/ 0 h 368"/>
                  <a:gd name="T30" fmla="*/ 0 w 616"/>
                  <a:gd name="T31" fmla="*/ 0 h 368"/>
                  <a:gd name="T32" fmla="*/ 0 w 616"/>
                  <a:gd name="T33" fmla="*/ 0 h 368"/>
                  <a:gd name="T34" fmla="*/ 0 w 616"/>
                  <a:gd name="T35" fmla="*/ 0 h 368"/>
                  <a:gd name="T36" fmla="*/ 0 w 616"/>
                  <a:gd name="T37" fmla="*/ 0 h 368"/>
                  <a:gd name="T38" fmla="*/ 0 w 616"/>
                  <a:gd name="T39" fmla="*/ 0 h 368"/>
                  <a:gd name="T40" fmla="*/ 0 w 616"/>
                  <a:gd name="T41" fmla="*/ 0 h 368"/>
                  <a:gd name="T42" fmla="*/ 0 w 616"/>
                  <a:gd name="T43" fmla="*/ 0 h 36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16"/>
                  <a:gd name="T67" fmla="*/ 0 h 368"/>
                  <a:gd name="T68" fmla="*/ 616 w 616"/>
                  <a:gd name="T69" fmla="*/ 368 h 368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16" h="368">
                    <a:moveTo>
                      <a:pt x="238" y="365"/>
                    </a:moveTo>
                    <a:lnTo>
                      <a:pt x="220" y="368"/>
                    </a:lnTo>
                    <a:lnTo>
                      <a:pt x="205" y="368"/>
                    </a:lnTo>
                    <a:lnTo>
                      <a:pt x="192" y="367"/>
                    </a:lnTo>
                    <a:lnTo>
                      <a:pt x="181" y="363"/>
                    </a:lnTo>
                    <a:lnTo>
                      <a:pt x="172" y="360"/>
                    </a:lnTo>
                    <a:lnTo>
                      <a:pt x="166" y="356"/>
                    </a:lnTo>
                    <a:lnTo>
                      <a:pt x="163" y="354"/>
                    </a:lnTo>
                    <a:lnTo>
                      <a:pt x="162" y="353"/>
                    </a:lnTo>
                    <a:lnTo>
                      <a:pt x="6" y="194"/>
                    </a:lnTo>
                    <a:lnTo>
                      <a:pt x="0" y="188"/>
                    </a:lnTo>
                    <a:lnTo>
                      <a:pt x="420" y="0"/>
                    </a:lnTo>
                    <a:lnTo>
                      <a:pt x="607" y="147"/>
                    </a:lnTo>
                    <a:lnTo>
                      <a:pt x="609" y="149"/>
                    </a:lnTo>
                    <a:lnTo>
                      <a:pt x="611" y="152"/>
                    </a:lnTo>
                    <a:lnTo>
                      <a:pt x="613" y="157"/>
                    </a:lnTo>
                    <a:lnTo>
                      <a:pt x="616" y="163"/>
                    </a:lnTo>
                    <a:lnTo>
                      <a:pt x="616" y="170"/>
                    </a:lnTo>
                    <a:lnTo>
                      <a:pt x="612" y="177"/>
                    </a:lnTo>
                    <a:lnTo>
                      <a:pt x="605" y="184"/>
                    </a:lnTo>
                    <a:lnTo>
                      <a:pt x="592" y="193"/>
                    </a:lnTo>
                    <a:lnTo>
                      <a:pt x="238" y="365"/>
                    </a:lnTo>
                    <a:close/>
                  </a:path>
                </a:pathLst>
              </a:custGeom>
              <a:solidFill>
                <a:srgbClr val="A0828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9" name="Freeform 493"/>
              <p:cNvSpPr>
                <a:spLocks/>
              </p:cNvSpPr>
              <p:nvPr/>
            </p:nvSpPr>
            <p:spPr bwMode="auto">
              <a:xfrm>
                <a:off x="906" y="1687"/>
                <a:ext cx="2" cy="1"/>
              </a:xfrm>
              <a:custGeom>
                <a:avLst/>
                <a:gdLst>
                  <a:gd name="T0" fmla="*/ 0 w 9"/>
                  <a:gd name="T1" fmla="*/ 0 h 7"/>
                  <a:gd name="T2" fmla="*/ 0 w 9"/>
                  <a:gd name="T3" fmla="*/ 0 h 7"/>
                  <a:gd name="T4" fmla="*/ 0 w 9"/>
                  <a:gd name="T5" fmla="*/ 0 h 7"/>
                  <a:gd name="T6" fmla="*/ 0 w 9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7"/>
                  <a:gd name="T14" fmla="*/ 9 w 9"/>
                  <a:gd name="T15" fmla="*/ 7 h 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7">
                    <a:moveTo>
                      <a:pt x="0" y="7"/>
                    </a:moveTo>
                    <a:lnTo>
                      <a:pt x="9" y="5"/>
                    </a:lnTo>
                    <a:lnTo>
                      <a:pt x="5" y="0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A0828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0" name="Freeform 494"/>
              <p:cNvSpPr>
                <a:spLocks/>
              </p:cNvSpPr>
              <p:nvPr/>
            </p:nvSpPr>
            <p:spPr bwMode="auto">
              <a:xfrm>
                <a:off x="966" y="1661"/>
                <a:ext cx="48" cy="33"/>
              </a:xfrm>
              <a:custGeom>
                <a:avLst/>
                <a:gdLst>
                  <a:gd name="T0" fmla="*/ 0 w 239"/>
                  <a:gd name="T1" fmla="*/ 0 h 164"/>
                  <a:gd name="T2" fmla="*/ 0 w 239"/>
                  <a:gd name="T3" fmla="*/ 0 h 164"/>
                  <a:gd name="T4" fmla="*/ 0 w 239"/>
                  <a:gd name="T5" fmla="*/ 0 h 164"/>
                  <a:gd name="T6" fmla="*/ 0 w 239"/>
                  <a:gd name="T7" fmla="*/ 0 h 164"/>
                  <a:gd name="T8" fmla="*/ 0 w 239"/>
                  <a:gd name="T9" fmla="*/ 0 h 1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9"/>
                  <a:gd name="T16" fmla="*/ 0 h 164"/>
                  <a:gd name="T17" fmla="*/ 239 w 239"/>
                  <a:gd name="T18" fmla="*/ 164 h 16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9" h="164">
                    <a:moveTo>
                      <a:pt x="101" y="0"/>
                    </a:moveTo>
                    <a:lnTo>
                      <a:pt x="239" y="114"/>
                    </a:lnTo>
                    <a:lnTo>
                      <a:pt x="133" y="164"/>
                    </a:lnTo>
                    <a:lnTo>
                      <a:pt x="0" y="45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1970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1" name="Freeform 495"/>
              <p:cNvSpPr>
                <a:spLocks/>
              </p:cNvSpPr>
              <p:nvPr/>
            </p:nvSpPr>
            <p:spPr bwMode="auto">
              <a:xfrm>
                <a:off x="858" y="1707"/>
                <a:ext cx="115" cy="140"/>
              </a:xfrm>
              <a:custGeom>
                <a:avLst/>
                <a:gdLst>
                  <a:gd name="T0" fmla="*/ 0 w 578"/>
                  <a:gd name="T1" fmla="*/ 0 h 697"/>
                  <a:gd name="T2" fmla="*/ 0 w 578"/>
                  <a:gd name="T3" fmla="*/ 0 h 697"/>
                  <a:gd name="T4" fmla="*/ 0 w 578"/>
                  <a:gd name="T5" fmla="*/ 0 h 697"/>
                  <a:gd name="T6" fmla="*/ 0 w 578"/>
                  <a:gd name="T7" fmla="*/ 0 h 697"/>
                  <a:gd name="T8" fmla="*/ 0 w 578"/>
                  <a:gd name="T9" fmla="*/ 0 h 697"/>
                  <a:gd name="T10" fmla="*/ 0 w 578"/>
                  <a:gd name="T11" fmla="*/ 0 h 697"/>
                  <a:gd name="T12" fmla="*/ 0 w 578"/>
                  <a:gd name="T13" fmla="*/ 0 h 697"/>
                  <a:gd name="T14" fmla="*/ 0 w 578"/>
                  <a:gd name="T15" fmla="*/ 0 h 697"/>
                  <a:gd name="T16" fmla="*/ 0 w 578"/>
                  <a:gd name="T17" fmla="*/ 0 h 697"/>
                  <a:gd name="T18" fmla="*/ 0 w 578"/>
                  <a:gd name="T19" fmla="*/ 0 h 697"/>
                  <a:gd name="T20" fmla="*/ 0 w 578"/>
                  <a:gd name="T21" fmla="*/ 0 h 697"/>
                  <a:gd name="T22" fmla="*/ 0 w 578"/>
                  <a:gd name="T23" fmla="*/ 0 h 697"/>
                  <a:gd name="T24" fmla="*/ 0 w 578"/>
                  <a:gd name="T25" fmla="*/ 0 h 697"/>
                  <a:gd name="T26" fmla="*/ 0 w 578"/>
                  <a:gd name="T27" fmla="*/ 0 h 697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578"/>
                  <a:gd name="T43" fmla="*/ 0 h 697"/>
                  <a:gd name="T44" fmla="*/ 578 w 578"/>
                  <a:gd name="T45" fmla="*/ 697 h 697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578" h="697">
                    <a:moveTo>
                      <a:pt x="11" y="0"/>
                    </a:moveTo>
                    <a:lnTo>
                      <a:pt x="9" y="0"/>
                    </a:lnTo>
                    <a:lnTo>
                      <a:pt x="0" y="42"/>
                    </a:lnTo>
                    <a:lnTo>
                      <a:pt x="34" y="81"/>
                    </a:lnTo>
                    <a:lnTo>
                      <a:pt x="40" y="58"/>
                    </a:lnTo>
                    <a:lnTo>
                      <a:pt x="74" y="97"/>
                    </a:lnTo>
                    <a:lnTo>
                      <a:pt x="68" y="121"/>
                    </a:lnTo>
                    <a:lnTo>
                      <a:pt x="555" y="690"/>
                    </a:lnTo>
                    <a:lnTo>
                      <a:pt x="556" y="691"/>
                    </a:lnTo>
                    <a:lnTo>
                      <a:pt x="558" y="692"/>
                    </a:lnTo>
                    <a:lnTo>
                      <a:pt x="561" y="694"/>
                    </a:lnTo>
                    <a:lnTo>
                      <a:pt x="566" y="697"/>
                    </a:lnTo>
                    <a:lnTo>
                      <a:pt x="578" y="64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5493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2" name="Freeform 496"/>
              <p:cNvSpPr>
                <a:spLocks/>
              </p:cNvSpPr>
              <p:nvPr/>
            </p:nvSpPr>
            <p:spPr bwMode="auto">
              <a:xfrm>
                <a:off x="865" y="1719"/>
                <a:ext cx="3" cy="4"/>
              </a:xfrm>
              <a:custGeom>
                <a:avLst/>
                <a:gdLst>
                  <a:gd name="T0" fmla="*/ 0 w 19"/>
                  <a:gd name="T1" fmla="*/ 0 h 23"/>
                  <a:gd name="T2" fmla="*/ 0 w 19"/>
                  <a:gd name="T3" fmla="*/ 0 h 23"/>
                  <a:gd name="T4" fmla="*/ 0 w 19"/>
                  <a:gd name="T5" fmla="*/ 0 h 23"/>
                  <a:gd name="T6" fmla="*/ 0 w 19"/>
                  <a:gd name="T7" fmla="*/ 0 h 2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23"/>
                  <a:gd name="T14" fmla="*/ 19 w 19"/>
                  <a:gd name="T15" fmla="*/ 23 h 2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23">
                    <a:moveTo>
                      <a:pt x="6" y="0"/>
                    </a:moveTo>
                    <a:lnTo>
                      <a:pt x="0" y="23"/>
                    </a:lnTo>
                    <a:lnTo>
                      <a:pt x="19" y="15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49A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3" name="Freeform 497"/>
              <p:cNvSpPr>
                <a:spLocks/>
              </p:cNvSpPr>
              <p:nvPr/>
            </p:nvSpPr>
            <p:spPr bwMode="auto">
              <a:xfrm>
                <a:off x="924" y="1678"/>
                <a:ext cx="224" cy="145"/>
              </a:xfrm>
              <a:custGeom>
                <a:avLst/>
                <a:gdLst>
                  <a:gd name="T0" fmla="*/ 0 w 1118"/>
                  <a:gd name="T1" fmla="*/ 0 h 724"/>
                  <a:gd name="T2" fmla="*/ 0 w 1118"/>
                  <a:gd name="T3" fmla="*/ 0 h 724"/>
                  <a:gd name="T4" fmla="*/ 0 w 1118"/>
                  <a:gd name="T5" fmla="*/ 0 h 724"/>
                  <a:gd name="T6" fmla="*/ 0 w 1118"/>
                  <a:gd name="T7" fmla="*/ 0 h 724"/>
                  <a:gd name="T8" fmla="*/ 0 w 1118"/>
                  <a:gd name="T9" fmla="*/ 0 h 724"/>
                  <a:gd name="T10" fmla="*/ 0 w 1118"/>
                  <a:gd name="T11" fmla="*/ 0 h 724"/>
                  <a:gd name="T12" fmla="*/ 0 w 1118"/>
                  <a:gd name="T13" fmla="*/ 0 h 724"/>
                  <a:gd name="T14" fmla="*/ 0 w 1118"/>
                  <a:gd name="T15" fmla="*/ 0 h 724"/>
                  <a:gd name="T16" fmla="*/ 0 w 1118"/>
                  <a:gd name="T17" fmla="*/ 0 h 724"/>
                  <a:gd name="T18" fmla="*/ 0 w 1118"/>
                  <a:gd name="T19" fmla="*/ 0 h 724"/>
                  <a:gd name="T20" fmla="*/ 0 w 1118"/>
                  <a:gd name="T21" fmla="*/ 0 h 724"/>
                  <a:gd name="T22" fmla="*/ 0 w 1118"/>
                  <a:gd name="T23" fmla="*/ 0 h 724"/>
                  <a:gd name="T24" fmla="*/ 0 w 1118"/>
                  <a:gd name="T25" fmla="*/ 0 h 724"/>
                  <a:gd name="T26" fmla="*/ 0 w 1118"/>
                  <a:gd name="T27" fmla="*/ 0 h 724"/>
                  <a:gd name="T28" fmla="*/ 0 w 1118"/>
                  <a:gd name="T29" fmla="*/ 0 h 724"/>
                  <a:gd name="T30" fmla="*/ 0 w 1118"/>
                  <a:gd name="T31" fmla="*/ 0 h 724"/>
                  <a:gd name="T32" fmla="*/ 0 w 1118"/>
                  <a:gd name="T33" fmla="*/ 0 h 724"/>
                  <a:gd name="T34" fmla="*/ 0 w 1118"/>
                  <a:gd name="T35" fmla="*/ 0 h 724"/>
                  <a:gd name="T36" fmla="*/ 0 w 1118"/>
                  <a:gd name="T37" fmla="*/ 0 h 724"/>
                  <a:gd name="T38" fmla="*/ 0 w 1118"/>
                  <a:gd name="T39" fmla="*/ 0 h 724"/>
                  <a:gd name="T40" fmla="*/ 0 w 1118"/>
                  <a:gd name="T41" fmla="*/ 0 h 724"/>
                  <a:gd name="T42" fmla="*/ 0 w 1118"/>
                  <a:gd name="T43" fmla="*/ 0 h 724"/>
                  <a:gd name="T44" fmla="*/ 0 w 1118"/>
                  <a:gd name="T45" fmla="*/ 0 h 724"/>
                  <a:gd name="T46" fmla="*/ 0 w 1118"/>
                  <a:gd name="T47" fmla="*/ 0 h 724"/>
                  <a:gd name="T48" fmla="*/ 0 w 1118"/>
                  <a:gd name="T49" fmla="*/ 0 h 724"/>
                  <a:gd name="T50" fmla="*/ 0 w 1118"/>
                  <a:gd name="T51" fmla="*/ 0 h 724"/>
                  <a:gd name="T52" fmla="*/ 0 w 1118"/>
                  <a:gd name="T53" fmla="*/ 0 h 724"/>
                  <a:gd name="T54" fmla="*/ 0 w 1118"/>
                  <a:gd name="T55" fmla="*/ 0 h 724"/>
                  <a:gd name="T56" fmla="*/ 0 w 1118"/>
                  <a:gd name="T57" fmla="*/ 0 h 724"/>
                  <a:gd name="T58" fmla="*/ 0 w 1118"/>
                  <a:gd name="T59" fmla="*/ 0 h 724"/>
                  <a:gd name="T60" fmla="*/ 0 w 1118"/>
                  <a:gd name="T61" fmla="*/ 0 h 724"/>
                  <a:gd name="T62" fmla="*/ 0 w 1118"/>
                  <a:gd name="T63" fmla="*/ 0 h 724"/>
                  <a:gd name="T64" fmla="*/ 0 w 1118"/>
                  <a:gd name="T65" fmla="*/ 0 h 72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18"/>
                  <a:gd name="T100" fmla="*/ 0 h 724"/>
                  <a:gd name="T101" fmla="*/ 1118 w 1118"/>
                  <a:gd name="T102" fmla="*/ 724 h 72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18" h="724">
                    <a:moveTo>
                      <a:pt x="0" y="375"/>
                    </a:moveTo>
                    <a:lnTo>
                      <a:pt x="284" y="705"/>
                    </a:lnTo>
                    <a:lnTo>
                      <a:pt x="285" y="706"/>
                    </a:lnTo>
                    <a:lnTo>
                      <a:pt x="289" y="710"/>
                    </a:lnTo>
                    <a:lnTo>
                      <a:pt x="294" y="713"/>
                    </a:lnTo>
                    <a:lnTo>
                      <a:pt x="301" y="718"/>
                    </a:lnTo>
                    <a:lnTo>
                      <a:pt x="309" y="722"/>
                    </a:lnTo>
                    <a:lnTo>
                      <a:pt x="320" y="724"/>
                    </a:lnTo>
                    <a:lnTo>
                      <a:pt x="333" y="724"/>
                    </a:lnTo>
                    <a:lnTo>
                      <a:pt x="347" y="722"/>
                    </a:lnTo>
                    <a:lnTo>
                      <a:pt x="1103" y="303"/>
                    </a:lnTo>
                    <a:lnTo>
                      <a:pt x="1104" y="302"/>
                    </a:lnTo>
                    <a:lnTo>
                      <a:pt x="1109" y="298"/>
                    </a:lnTo>
                    <a:lnTo>
                      <a:pt x="1113" y="292"/>
                    </a:lnTo>
                    <a:lnTo>
                      <a:pt x="1117" y="284"/>
                    </a:lnTo>
                    <a:lnTo>
                      <a:pt x="1118" y="274"/>
                    </a:lnTo>
                    <a:lnTo>
                      <a:pt x="1116" y="264"/>
                    </a:lnTo>
                    <a:lnTo>
                      <a:pt x="1109" y="252"/>
                    </a:lnTo>
                    <a:lnTo>
                      <a:pt x="1093" y="239"/>
                    </a:lnTo>
                    <a:lnTo>
                      <a:pt x="741" y="5"/>
                    </a:lnTo>
                    <a:lnTo>
                      <a:pt x="739" y="5"/>
                    </a:lnTo>
                    <a:lnTo>
                      <a:pt x="737" y="4"/>
                    </a:lnTo>
                    <a:lnTo>
                      <a:pt x="733" y="1"/>
                    </a:lnTo>
                    <a:lnTo>
                      <a:pt x="729" y="0"/>
                    </a:lnTo>
                    <a:lnTo>
                      <a:pt x="721" y="0"/>
                    </a:lnTo>
                    <a:lnTo>
                      <a:pt x="713" y="0"/>
                    </a:lnTo>
                    <a:lnTo>
                      <a:pt x="705" y="2"/>
                    </a:lnTo>
                    <a:lnTo>
                      <a:pt x="694" y="6"/>
                    </a:lnTo>
                    <a:lnTo>
                      <a:pt x="24" y="335"/>
                    </a:lnTo>
                    <a:lnTo>
                      <a:pt x="20" y="339"/>
                    </a:lnTo>
                    <a:lnTo>
                      <a:pt x="9" y="348"/>
                    </a:lnTo>
                    <a:lnTo>
                      <a:pt x="0" y="361"/>
                    </a:lnTo>
                    <a:lnTo>
                      <a:pt x="0" y="375"/>
                    </a:lnTo>
                    <a:close/>
                  </a:path>
                </a:pathLst>
              </a:custGeom>
              <a:solidFill>
                <a:srgbClr val="EAEA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4" name="Freeform 498"/>
              <p:cNvSpPr>
                <a:spLocks/>
              </p:cNvSpPr>
              <p:nvPr/>
            </p:nvSpPr>
            <p:spPr bwMode="auto">
              <a:xfrm>
                <a:off x="942" y="1690"/>
                <a:ext cx="129" cy="65"/>
              </a:xfrm>
              <a:custGeom>
                <a:avLst/>
                <a:gdLst>
                  <a:gd name="T0" fmla="*/ 0 w 643"/>
                  <a:gd name="T1" fmla="*/ 0 h 325"/>
                  <a:gd name="T2" fmla="*/ 0 w 643"/>
                  <a:gd name="T3" fmla="*/ 0 h 325"/>
                  <a:gd name="T4" fmla="*/ 0 w 643"/>
                  <a:gd name="T5" fmla="*/ 0 h 325"/>
                  <a:gd name="T6" fmla="*/ 0 w 643"/>
                  <a:gd name="T7" fmla="*/ 0 h 325"/>
                  <a:gd name="T8" fmla="*/ 0 w 643"/>
                  <a:gd name="T9" fmla="*/ 0 h 3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43"/>
                  <a:gd name="T16" fmla="*/ 0 h 325"/>
                  <a:gd name="T17" fmla="*/ 643 w 643"/>
                  <a:gd name="T18" fmla="*/ 325 h 3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43" h="325">
                    <a:moveTo>
                      <a:pt x="0" y="320"/>
                    </a:moveTo>
                    <a:lnTo>
                      <a:pt x="2" y="325"/>
                    </a:lnTo>
                    <a:lnTo>
                      <a:pt x="643" y="5"/>
                    </a:lnTo>
                    <a:lnTo>
                      <a:pt x="640" y="0"/>
                    </a:lnTo>
                    <a:lnTo>
                      <a:pt x="0" y="32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5" name="Freeform 499"/>
              <p:cNvSpPr>
                <a:spLocks/>
              </p:cNvSpPr>
              <p:nvPr/>
            </p:nvSpPr>
            <p:spPr bwMode="auto">
              <a:xfrm>
                <a:off x="950" y="1695"/>
                <a:ext cx="130" cy="67"/>
              </a:xfrm>
              <a:custGeom>
                <a:avLst/>
                <a:gdLst>
                  <a:gd name="T0" fmla="*/ 0 w 647"/>
                  <a:gd name="T1" fmla="*/ 0 h 334"/>
                  <a:gd name="T2" fmla="*/ 0 w 647"/>
                  <a:gd name="T3" fmla="*/ 0 h 334"/>
                  <a:gd name="T4" fmla="*/ 0 w 647"/>
                  <a:gd name="T5" fmla="*/ 0 h 334"/>
                  <a:gd name="T6" fmla="*/ 0 w 647"/>
                  <a:gd name="T7" fmla="*/ 0 h 334"/>
                  <a:gd name="T8" fmla="*/ 0 w 647"/>
                  <a:gd name="T9" fmla="*/ 0 h 3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47"/>
                  <a:gd name="T16" fmla="*/ 0 h 334"/>
                  <a:gd name="T17" fmla="*/ 647 w 647"/>
                  <a:gd name="T18" fmla="*/ 334 h 3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47" h="334">
                    <a:moveTo>
                      <a:pt x="0" y="329"/>
                    </a:moveTo>
                    <a:lnTo>
                      <a:pt x="3" y="334"/>
                    </a:lnTo>
                    <a:lnTo>
                      <a:pt x="647" y="5"/>
                    </a:lnTo>
                    <a:lnTo>
                      <a:pt x="645" y="0"/>
                    </a:lnTo>
                    <a:lnTo>
                      <a:pt x="0" y="32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6" name="Freeform 500"/>
              <p:cNvSpPr>
                <a:spLocks/>
              </p:cNvSpPr>
              <p:nvPr/>
            </p:nvSpPr>
            <p:spPr bwMode="auto">
              <a:xfrm>
                <a:off x="959" y="1701"/>
                <a:ext cx="130" cy="69"/>
              </a:xfrm>
              <a:custGeom>
                <a:avLst/>
                <a:gdLst>
                  <a:gd name="T0" fmla="*/ 0 w 652"/>
                  <a:gd name="T1" fmla="*/ 0 h 343"/>
                  <a:gd name="T2" fmla="*/ 0 w 652"/>
                  <a:gd name="T3" fmla="*/ 0 h 343"/>
                  <a:gd name="T4" fmla="*/ 0 w 652"/>
                  <a:gd name="T5" fmla="*/ 0 h 343"/>
                  <a:gd name="T6" fmla="*/ 0 w 652"/>
                  <a:gd name="T7" fmla="*/ 0 h 343"/>
                  <a:gd name="T8" fmla="*/ 0 w 652"/>
                  <a:gd name="T9" fmla="*/ 0 h 3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52"/>
                  <a:gd name="T16" fmla="*/ 0 h 343"/>
                  <a:gd name="T17" fmla="*/ 652 w 652"/>
                  <a:gd name="T18" fmla="*/ 343 h 3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52" h="343">
                    <a:moveTo>
                      <a:pt x="0" y="337"/>
                    </a:moveTo>
                    <a:lnTo>
                      <a:pt x="2" y="343"/>
                    </a:lnTo>
                    <a:lnTo>
                      <a:pt x="652" y="4"/>
                    </a:lnTo>
                    <a:lnTo>
                      <a:pt x="650" y="0"/>
                    </a:lnTo>
                    <a:lnTo>
                      <a:pt x="0" y="3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7" name="Freeform 501"/>
              <p:cNvSpPr>
                <a:spLocks/>
              </p:cNvSpPr>
              <p:nvPr/>
            </p:nvSpPr>
            <p:spPr bwMode="auto">
              <a:xfrm>
                <a:off x="967" y="1707"/>
                <a:ext cx="132" cy="71"/>
              </a:xfrm>
              <a:custGeom>
                <a:avLst/>
                <a:gdLst>
                  <a:gd name="T0" fmla="*/ 0 w 658"/>
                  <a:gd name="T1" fmla="*/ 0 h 355"/>
                  <a:gd name="T2" fmla="*/ 0 w 658"/>
                  <a:gd name="T3" fmla="*/ 0 h 355"/>
                  <a:gd name="T4" fmla="*/ 0 w 658"/>
                  <a:gd name="T5" fmla="*/ 0 h 355"/>
                  <a:gd name="T6" fmla="*/ 0 w 658"/>
                  <a:gd name="T7" fmla="*/ 0 h 355"/>
                  <a:gd name="T8" fmla="*/ 0 w 658"/>
                  <a:gd name="T9" fmla="*/ 0 h 3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58"/>
                  <a:gd name="T16" fmla="*/ 0 h 355"/>
                  <a:gd name="T17" fmla="*/ 658 w 658"/>
                  <a:gd name="T18" fmla="*/ 355 h 3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58" h="355">
                    <a:moveTo>
                      <a:pt x="0" y="349"/>
                    </a:moveTo>
                    <a:lnTo>
                      <a:pt x="2" y="355"/>
                    </a:lnTo>
                    <a:lnTo>
                      <a:pt x="658" y="5"/>
                    </a:lnTo>
                    <a:lnTo>
                      <a:pt x="654" y="0"/>
                    </a:lnTo>
                    <a:lnTo>
                      <a:pt x="0" y="34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" name="Freeform 502"/>
              <p:cNvSpPr>
                <a:spLocks/>
              </p:cNvSpPr>
              <p:nvPr/>
            </p:nvSpPr>
            <p:spPr bwMode="auto">
              <a:xfrm>
                <a:off x="976" y="1713"/>
                <a:ext cx="132" cy="73"/>
              </a:xfrm>
              <a:custGeom>
                <a:avLst/>
                <a:gdLst>
                  <a:gd name="T0" fmla="*/ 0 w 661"/>
                  <a:gd name="T1" fmla="*/ 0 h 365"/>
                  <a:gd name="T2" fmla="*/ 0 w 661"/>
                  <a:gd name="T3" fmla="*/ 0 h 365"/>
                  <a:gd name="T4" fmla="*/ 0 w 661"/>
                  <a:gd name="T5" fmla="*/ 0 h 365"/>
                  <a:gd name="T6" fmla="*/ 0 w 661"/>
                  <a:gd name="T7" fmla="*/ 0 h 365"/>
                  <a:gd name="T8" fmla="*/ 0 w 661"/>
                  <a:gd name="T9" fmla="*/ 0 h 3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1"/>
                  <a:gd name="T16" fmla="*/ 0 h 365"/>
                  <a:gd name="T17" fmla="*/ 661 w 661"/>
                  <a:gd name="T18" fmla="*/ 365 h 36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1" h="365">
                    <a:moveTo>
                      <a:pt x="0" y="359"/>
                    </a:moveTo>
                    <a:lnTo>
                      <a:pt x="2" y="365"/>
                    </a:lnTo>
                    <a:lnTo>
                      <a:pt x="661" y="6"/>
                    </a:lnTo>
                    <a:lnTo>
                      <a:pt x="659" y="0"/>
                    </a:lnTo>
                    <a:lnTo>
                      <a:pt x="0" y="35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9" name="Freeform 503"/>
              <p:cNvSpPr>
                <a:spLocks/>
              </p:cNvSpPr>
              <p:nvPr/>
            </p:nvSpPr>
            <p:spPr bwMode="auto">
              <a:xfrm>
                <a:off x="985" y="1720"/>
                <a:ext cx="133" cy="75"/>
              </a:xfrm>
              <a:custGeom>
                <a:avLst/>
                <a:gdLst>
                  <a:gd name="T0" fmla="*/ 0 w 666"/>
                  <a:gd name="T1" fmla="*/ 0 h 375"/>
                  <a:gd name="T2" fmla="*/ 0 w 666"/>
                  <a:gd name="T3" fmla="*/ 0 h 375"/>
                  <a:gd name="T4" fmla="*/ 0 w 666"/>
                  <a:gd name="T5" fmla="*/ 0 h 375"/>
                  <a:gd name="T6" fmla="*/ 0 w 666"/>
                  <a:gd name="T7" fmla="*/ 0 h 375"/>
                  <a:gd name="T8" fmla="*/ 0 w 666"/>
                  <a:gd name="T9" fmla="*/ 0 h 3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6"/>
                  <a:gd name="T16" fmla="*/ 0 h 375"/>
                  <a:gd name="T17" fmla="*/ 666 w 666"/>
                  <a:gd name="T18" fmla="*/ 375 h 3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6" h="375">
                    <a:moveTo>
                      <a:pt x="0" y="369"/>
                    </a:moveTo>
                    <a:lnTo>
                      <a:pt x="3" y="375"/>
                    </a:lnTo>
                    <a:lnTo>
                      <a:pt x="666" y="5"/>
                    </a:lnTo>
                    <a:lnTo>
                      <a:pt x="663" y="0"/>
                    </a:lnTo>
                    <a:lnTo>
                      <a:pt x="0" y="36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0" name="Freeform 504"/>
              <p:cNvSpPr>
                <a:spLocks/>
              </p:cNvSpPr>
              <p:nvPr/>
            </p:nvSpPr>
            <p:spPr bwMode="auto">
              <a:xfrm>
                <a:off x="994" y="1726"/>
                <a:ext cx="134" cy="77"/>
              </a:xfrm>
              <a:custGeom>
                <a:avLst/>
                <a:gdLst>
                  <a:gd name="T0" fmla="*/ 0 w 671"/>
                  <a:gd name="T1" fmla="*/ 0 h 386"/>
                  <a:gd name="T2" fmla="*/ 0 w 671"/>
                  <a:gd name="T3" fmla="*/ 0 h 386"/>
                  <a:gd name="T4" fmla="*/ 0 w 671"/>
                  <a:gd name="T5" fmla="*/ 0 h 386"/>
                  <a:gd name="T6" fmla="*/ 0 w 671"/>
                  <a:gd name="T7" fmla="*/ 0 h 386"/>
                  <a:gd name="T8" fmla="*/ 0 w 671"/>
                  <a:gd name="T9" fmla="*/ 0 h 38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1"/>
                  <a:gd name="T16" fmla="*/ 0 h 386"/>
                  <a:gd name="T17" fmla="*/ 671 w 671"/>
                  <a:gd name="T18" fmla="*/ 386 h 38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1" h="386">
                    <a:moveTo>
                      <a:pt x="0" y="381"/>
                    </a:moveTo>
                    <a:lnTo>
                      <a:pt x="4" y="386"/>
                    </a:lnTo>
                    <a:lnTo>
                      <a:pt x="671" y="6"/>
                    </a:lnTo>
                    <a:lnTo>
                      <a:pt x="668" y="0"/>
                    </a:lnTo>
                    <a:lnTo>
                      <a:pt x="0" y="38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1" name="Freeform 505"/>
              <p:cNvSpPr>
                <a:spLocks/>
              </p:cNvSpPr>
              <p:nvPr/>
            </p:nvSpPr>
            <p:spPr bwMode="auto">
              <a:xfrm>
                <a:off x="966" y="1661"/>
                <a:ext cx="48" cy="23"/>
              </a:xfrm>
              <a:custGeom>
                <a:avLst/>
                <a:gdLst>
                  <a:gd name="T0" fmla="*/ 0 w 239"/>
                  <a:gd name="T1" fmla="*/ 0 h 115"/>
                  <a:gd name="T2" fmla="*/ 0 w 239"/>
                  <a:gd name="T3" fmla="*/ 0 h 115"/>
                  <a:gd name="T4" fmla="*/ 0 w 239"/>
                  <a:gd name="T5" fmla="*/ 0 h 115"/>
                  <a:gd name="T6" fmla="*/ 0 w 239"/>
                  <a:gd name="T7" fmla="*/ 0 h 115"/>
                  <a:gd name="T8" fmla="*/ 0 w 239"/>
                  <a:gd name="T9" fmla="*/ 0 h 115"/>
                  <a:gd name="T10" fmla="*/ 0 w 239"/>
                  <a:gd name="T11" fmla="*/ 0 h 115"/>
                  <a:gd name="T12" fmla="*/ 0 w 239"/>
                  <a:gd name="T13" fmla="*/ 0 h 1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39"/>
                  <a:gd name="T22" fmla="*/ 0 h 115"/>
                  <a:gd name="T23" fmla="*/ 239 w 239"/>
                  <a:gd name="T24" fmla="*/ 115 h 11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39" h="115">
                    <a:moveTo>
                      <a:pt x="0" y="45"/>
                    </a:moveTo>
                    <a:lnTo>
                      <a:pt x="101" y="0"/>
                    </a:lnTo>
                    <a:lnTo>
                      <a:pt x="239" y="114"/>
                    </a:lnTo>
                    <a:lnTo>
                      <a:pt x="235" y="115"/>
                    </a:lnTo>
                    <a:lnTo>
                      <a:pt x="100" y="5"/>
                    </a:lnTo>
                    <a:lnTo>
                      <a:pt x="3" y="47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2" name="Freeform 506"/>
              <p:cNvSpPr>
                <a:spLocks/>
              </p:cNvSpPr>
              <p:nvPr/>
            </p:nvSpPr>
            <p:spPr bwMode="auto">
              <a:xfrm>
                <a:off x="907" y="1685"/>
                <a:ext cx="123" cy="39"/>
              </a:xfrm>
              <a:custGeom>
                <a:avLst/>
                <a:gdLst>
                  <a:gd name="T0" fmla="*/ 0 w 613"/>
                  <a:gd name="T1" fmla="*/ 0 h 196"/>
                  <a:gd name="T2" fmla="*/ 0 w 613"/>
                  <a:gd name="T3" fmla="*/ 0 h 196"/>
                  <a:gd name="T4" fmla="*/ 0 w 613"/>
                  <a:gd name="T5" fmla="*/ 0 h 196"/>
                  <a:gd name="T6" fmla="*/ 0 w 613"/>
                  <a:gd name="T7" fmla="*/ 0 h 196"/>
                  <a:gd name="T8" fmla="*/ 0 w 613"/>
                  <a:gd name="T9" fmla="*/ 0 h 196"/>
                  <a:gd name="T10" fmla="*/ 0 w 613"/>
                  <a:gd name="T11" fmla="*/ 0 h 196"/>
                  <a:gd name="T12" fmla="*/ 0 w 613"/>
                  <a:gd name="T13" fmla="*/ 0 h 196"/>
                  <a:gd name="T14" fmla="*/ 0 w 613"/>
                  <a:gd name="T15" fmla="*/ 0 h 196"/>
                  <a:gd name="T16" fmla="*/ 0 w 613"/>
                  <a:gd name="T17" fmla="*/ 0 h 196"/>
                  <a:gd name="T18" fmla="*/ 0 w 613"/>
                  <a:gd name="T19" fmla="*/ 0 h 196"/>
                  <a:gd name="T20" fmla="*/ 0 w 613"/>
                  <a:gd name="T21" fmla="*/ 0 h 196"/>
                  <a:gd name="T22" fmla="*/ 0 w 613"/>
                  <a:gd name="T23" fmla="*/ 0 h 196"/>
                  <a:gd name="T24" fmla="*/ 0 w 613"/>
                  <a:gd name="T25" fmla="*/ 0 h 196"/>
                  <a:gd name="T26" fmla="*/ 0 w 613"/>
                  <a:gd name="T27" fmla="*/ 0 h 196"/>
                  <a:gd name="T28" fmla="*/ 0 w 613"/>
                  <a:gd name="T29" fmla="*/ 0 h 196"/>
                  <a:gd name="T30" fmla="*/ 0 w 613"/>
                  <a:gd name="T31" fmla="*/ 0 h 196"/>
                  <a:gd name="T32" fmla="*/ 0 w 613"/>
                  <a:gd name="T33" fmla="*/ 0 h 196"/>
                  <a:gd name="T34" fmla="*/ 0 w 613"/>
                  <a:gd name="T35" fmla="*/ 0 h 196"/>
                  <a:gd name="T36" fmla="*/ 0 w 613"/>
                  <a:gd name="T37" fmla="*/ 0 h 196"/>
                  <a:gd name="T38" fmla="*/ 0 w 613"/>
                  <a:gd name="T39" fmla="*/ 0 h 196"/>
                  <a:gd name="T40" fmla="*/ 0 w 613"/>
                  <a:gd name="T41" fmla="*/ 0 h 196"/>
                  <a:gd name="T42" fmla="*/ 0 w 613"/>
                  <a:gd name="T43" fmla="*/ 0 h 196"/>
                  <a:gd name="T44" fmla="*/ 0 w 613"/>
                  <a:gd name="T45" fmla="*/ 0 h 196"/>
                  <a:gd name="T46" fmla="*/ 0 w 613"/>
                  <a:gd name="T47" fmla="*/ 0 h 196"/>
                  <a:gd name="T48" fmla="*/ 0 w 613"/>
                  <a:gd name="T49" fmla="*/ 0 h 196"/>
                  <a:gd name="T50" fmla="*/ 0 w 613"/>
                  <a:gd name="T51" fmla="*/ 0 h 196"/>
                  <a:gd name="T52" fmla="*/ 0 w 613"/>
                  <a:gd name="T53" fmla="*/ 0 h 196"/>
                  <a:gd name="T54" fmla="*/ 0 w 613"/>
                  <a:gd name="T55" fmla="*/ 0 h 196"/>
                  <a:gd name="T56" fmla="*/ 0 w 613"/>
                  <a:gd name="T57" fmla="*/ 0 h 196"/>
                  <a:gd name="T58" fmla="*/ 0 w 613"/>
                  <a:gd name="T59" fmla="*/ 0 h 19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613"/>
                  <a:gd name="T91" fmla="*/ 0 h 196"/>
                  <a:gd name="T92" fmla="*/ 613 w 613"/>
                  <a:gd name="T93" fmla="*/ 196 h 19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613" h="196">
                    <a:moveTo>
                      <a:pt x="0" y="17"/>
                    </a:moveTo>
                    <a:lnTo>
                      <a:pt x="162" y="182"/>
                    </a:lnTo>
                    <a:lnTo>
                      <a:pt x="163" y="183"/>
                    </a:lnTo>
                    <a:lnTo>
                      <a:pt x="168" y="185"/>
                    </a:lnTo>
                    <a:lnTo>
                      <a:pt x="174" y="189"/>
                    </a:lnTo>
                    <a:lnTo>
                      <a:pt x="183" y="192"/>
                    </a:lnTo>
                    <a:lnTo>
                      <a:pt x="194" y="195"/>
                    </a:lnTo>
                    <a:lnTo>
                      <a:pt x="207" y="196"/>
                    </a:lnTo>
                    <a:lnTo>
                      <a:pt x="223" y="195"/>
                    </a:lnTo>
                    <a:lnTo>
                      <a:pt x="238" y="191"/>
                    </a:lnTo>
                    <a:lnTo>
                      <a:pt x="600" y="17"/>
                    </a:lnTo>
                    <a:lnTo>
                      <a:pt x="603" y="16"/>
                    </a:lnTo>
                    <a:lnTo>
                      <a:pt x="607" y="12"/>
                    </a:lnTo>
                    <a:lnTo>
                      <a:pt x="611" y="6"/>
                    </a:lnTo>
                    <a:lnTo>
                      <a:pt x="613" y="0"/>
                    </a:lnTo>
                    <a:lnTo>
                      <a:pt x="611" y="3"/>
                    </a:lnTo>
                    <a:lnTo>
                      <a:pt x="607" y="6"/>
                    </a:lnTo>
                    <a:lnTo>
                      <a:pt x="600" y="11"/>
                    </a:lnTo>
                    <a:lnTo>
                      <a:pt x="594" y="15"/>
                    </a:lnTo>
                    <a:lnTo>
                      <a:pt x="238" y="188"/>
                    </a:lnTo>
                    <a:lnTo>
                      <a:pt x="236" y="188"/>
                    </a:lnTo>
                    <a:lnTo>
                      <a:pt x="231" y="189"/>
                    </a:lnTo>
                    <a:lnTo>
                      <a:pt x="223" y="191"/>
                    </a:lnTo>
                    <a:lnTo>
                      <a:pt x="212" y="191"/>
                    </a:lnTo>
                    <a:lnTo>
                      <a:pt x="200" y="191"/>
                    </a:lnTo>
                    <a:lnTo>
                      <a:pt x="188" y="190"/>
                    </a:lnTo>
                    <a:lnTo>
                      <a:pt x="176" y="185"/>
                    </a:lnTo>
                    <a:lnTo>
                      <a:pt x="164" y="179"/>
                    </a:lnTo>
                    <a:lnTo>
                      <a:pt x="4" y="16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3" name="Freeform 507"/>
              <p:cNvSpPr>
                <a:spLocks/>
              </p:cNvSpPr>
              <p:nvPr/>
            </p:nvSpPr>
            <p:spPr bwMode="auto">
              <a:xfrm>
                <a:off x="962" y="1815"/>
                <a:ext cx="16" cy="11"/>
              </a:xfrm>
              <a:custGeom>
                <a:avLst/>
                <a:gdLst>
                  <a:gd name="T0" fmla="*/ 0 w 81"/>
                  <a:gd name="T1" fmla="*/ 0 h 56"/>
                  <a:gd name="T2" fmla="*/ 0 w 81"/>
                  <a:gd name="T3" fmla="*/ 0 h 56"/>
                  <a:gd name="T4" fmla="*/ 0 w 81"/>
                  <a:gd name="T5" fmla="*/ 0 h 56"/>
                  <a:gd name="T6" fmla="*/ 0 w 81"/>
                  <a:gd name="T7" fmla="*/ 0 h 56"/>
                  <a:gd name="T8" fmla="*/ 0 w 81"/>
                  <a:gd name="T9" fmla="*/ 0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1"/>
                  <a:gd name="T16" fmla="*/ 0 h 56"/>
                  <a:gd name="T17" fmla="*/ 81 w 81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1" h="56">
                    <a:moveTo>
                      <a:pt x="0" y="25"/>
                    </a:moveTo>
                    <a:lnTo>
                      <a:pt x="27" y="56"/>
                    </a:lnTo>
                    <a:lnTo>
                      <a:pt x="81" y="30"/>
                    </a:lnTo>
                    <a:lnTo>
                      <a:pt x="51" y="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3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4" name="Freeform 508"/>
              <p:cNvSpPr>
                <a:spLocks/>
              </p:cNvSpPr>
              <p:nvPr/>
            </p:nvSpPr>
            <p:spPr bwMode="auto">
              <a:xfrm>
                <a:off x="859" y="1707"/>
                <a:ext cx="123" cy="141"/>
              </a:xfrm>
              <a:custGeom>
                <a:avLst/>
                <a:gdLst>
                  <a:gd name="T0" fmla="*/ 0 w 611"/>
                  <a:gd name="T1" fmla="*/ 0 h 703"/>
                  <a:gd name="T2" fmla="*/ 0 w 611"/>
                  <a:gd name="T3" fmla="*/ 0 h 703"/>
                  <a:gd name="T4" fmla="*/ 0 w 611"/>
                  <a:gd name="T5" fmla="*/ 0 h 703"/>
                  <a:gd name="T6" fmla="*/ 0 w 611"/>
                  <a:gd name="T7" fmla="*/ 0 h 703"/>
                  <a:gd name="T8" fmla="*/ 0 w 611"/>
                  <a:gd name="T9" fmla="*/ 0 h 703"/>
                  <a:gd name="T10" fmla="*/ 0 w 611"/>
                  <a:gd name="T11" fmla="*/ 0 h 703"/>
                  <a:gd name="T12" fmla="*/ 0 w 611"/>
                  <a:gd name="T13" fmla="*/ 0 h 703"/>
                  <a:gd name="T14" fmla="*/ 0 w 611"/>
                  <a:gd name="T15" fmla="*/ 0 h 703"/>
                  <a:gd name="T16" fmla="*/ 0 w 611"/>
                  <a:gd name="T17" fmla="*/ 0 h 703"/>
                  <a:gd name="T18" fmla="*/ 0 w 611"/>
                  <a:gd name="T19" fmla="*/ 0 h 703"/>
                  <a:gd name="T20" fmla="*/ 0 w 611"/>
                  <a:gd name="T21" fmla="*/ 0 h 703"/>
                  <a:gd name="T22" fmla="*/ 0 w 611"/>
                  <a:gd name="T23" fmla="*/ 0 h 703"/>
                  <a:gd name="T24" fmla="*/ 0 w 611"/>
                  <a:gd name="T25" fmla="*/ 0 h 703"/>
                  <a:gd name="T26" fmla="*/ 0 w 611"/>
                  <a:gd name="T27" fmla="*/ 0 h 703"/>
                  <a:gd name="T28" fmla="*/ 0 w 611"/>
                  <a:gd name="T29" fmla="*/ 0 h 703"/>
                  <a:gd name="T30" fmla="*/ 0 w 611"/>
                  <a:gd name="T31" fmla="*/ 0 h 703"/>
                  <a:gd name="T32" fmla="*/ 0 w 611"/>
                  <a:gd name="T33" fmla="*/ 0 h 703"/>
                  <a:gd name="T34" fmla="*/ 0 w 611"/>
                  <a:gd name="T35" fmla="*/ 0 h 703"/>
                  <a:gd name="T36" fmla="*/ 0 w 611"/>
                  <a:gd name="T37" fmla="*/ 0 h 703"/>
                  <a:gd name="T38" fmla="*/ 0 w 611"/>
                  <a:gd name="T39" fmla="*/ 0 h 703"/>
                  <a:gd name="T40" fmla="*/ 0 w 611"/>
                  <a:gd name="T41" fmla="*/ 0 h 703"/>
                  <a:gd name="T42" fmla="*/ 0 w 611"/>
                  <a:gd name="T43" fmla="*/ 0 h 703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11"/>
                  <a:gd name="T67" fmla="*/ 0 h 703"/>
                  <a:gd name="T68" fmla="*/ 611 w 611"/>
                  <a:gd name="T69" fmla="*/ 703 h 703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11" h="703">
                    <a:moveTo>
                      <a:pt x="3" y="0"/>
                    </a:moveTo>
                    <a:lnTo>
                      <a:pt x="570" y="649"/>
                    </a:lnTo>
                    <a:lnTo>
                      <a:pt x="571" y="650"/>
                    </a:lnTo>
                    <a:lnTo>
                      <a:pt x="573" y="652"/>
                    </a:lnTo>
                    <a:lnTo>
                      <a:pt x="578" y="654"/>
                    </a:lnTo>
                    <a:lnTo>
                      <a:pt x="584" y="656"/>
                    </a:lnTo>
                    <a:lnTo>
                      <a:pt x="590" y="657"/>
                    </a:lnTo>
                    <a:lnTo>
                      <a:pt x="597" y="659"/>
                    </a:lnTo>
                    <a:lnTo>
                      <a:pt x="604" y="657"/>
                    </a:lnTo>
                    <a:lnTo>
                      <a:pt x="611" y="655"/>
                    </a:lnTo>
                    <a:lnTo>
                      <a:pt x="600" y="700"/>
                    </a:lnTo>
                    <a:lnTo>
                      <a:pt x="598" y="700"/>
                    </a:lnTo>
                    <a:lnTo>
                      <a:pt x="596" y="702"/>
                    </a:lnTo>
                    <a:lnTo>
                      <a:pt x="591" y="703"/>
                    </a:lnTo>
                    <a:lnTo>
                      <a:pt x="586" y="703"/>
                    </a:lnTo>
                    <a:lnTo>
                      <a:pt x="579" y="703"/>
                    </a:lnTo>
                    <a:lnTo>
                      <a:pt x="572" y="702"/>
                    </a:lnTo>
                    <a:lnTo>
                      <a:pt x="564" y="698"/>
                    </a:lnTo>
                    <a:lnTo>
                      <a:pt x="555" y="693"/>
                    </a:lnTo>
                    <a:lnTo>
                      <a:pt x="566" y="660"/>
                    </a:lnTo>
                    <a:lnTo>
                      <a:pt x="0" y="9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B2CE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5" name="Freeform 509"/>
              <p:cNvSpPr>
                <a:spLocks/>
              </p:cNvSpPr>
              <p:nvPr/>
            </p:nvSpPr>
            <p:spPr bwMode="auto">
              <a:xfrm>
                <a:off x="971" y="1816"/>
                <a:ext cx="5" cy="5"/>
              </a:xfrm>
              <a:custGeom>
                <a:avLst/>
                <a:gdLst>
                  <a:gd name="T0" fmla="*/ 0 w 24"/>
                  <a:gd name="T1" fmla="*/ 0 h 26"/>
                  <a:gd name="T2" fmla="*/ 0 w 24"/>
                  <a:gd name="T3" fmla="*/ 0 h 26"/>
                  <a:gd name="T4" fmla="*/ 0 w 24"/>
                  <a:gd name="T5" fmla="*/ 0 h 26"/>
                  <a:gd name="T6" fmla="*/ 0 w 24"/>
                  <a:gd name="T7" fmla="*/ 0 h 26"/>
                  <a:gd name="T8" fmla="*/ 0 w 24"/>
                  <a:gd name="T9" fmla="*/ 0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26"/>
                  <a:gd name="T17" fmla="*/ 24 w 24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26">
                    <a:moveTo>
                      <a:pt x="1" y="0"/>
                    </a:moveTo>
                    <a:lnTo>
                      <a:pt x="0" y="14"/>
                    </a:lnTo>
                    <a:lnTo>
                      <a:pt x="16" y="26"/>
                    </a:lnTo>
                    <a:lnTo>
                      <a:pt x="24" y="2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6" name="Freeform 510"/>
              <p:cNvSpPr>
                <a:spLocks/>
              </p:cNvSpPr>
              <p:nvPr/>
            </p:nvSpPr>
            <p:spPr bwMode="auto">
              <a:xfrm>
                <a:off x="909" y="1687"/>
                <a:ext cx="46" cy="36"/>
              </a:xfrm>
              <a:custGeom>
                <a:avLst/>
                <a:gdLst>
                  <a:gd name="T0" fmla="*/ 0 w 229"/>
                  <a:gd name="T1" fmla="*/ 0 h 178"/>
                  <a:gd name="T2" fmla="*/ 0 w 229"/>
                  <a:gd name="T3" fmla="*/ 0 h 178"/>
                  <a:gd name="T4" fmla="*/ 0 w 229"/>
                  <a:gd name="T5" fmla="*/ 0 h 178"/>
                  <a:gd name="T6" fmla="*/ 0 w 229"/>
                  <a:gd name="T7" fmla="*/ 0 h 178"/>
                  <a:gd name="T8" fmla="*/ 0 w 229"/>
                  <a:gd name="T9" fmla="*/ 0 h 178"/>
                  <a:gd name="T10" fmla="*/ 0 w 229"/>
                  <a:gd name="T11" fmla="*/ 0 h 178"/>
                  <a:gd name="T12" fmla="*/ 0 w 229"/>
                  <a:gd name="T13" fmla="*/ 0 h 178"/>
                  <a:gd name="T14" fmla="*/ 0 w 229"/>
                  <a:gd name="T15" fmla="*/ 0 h 178"/>
                  <a:gd name="T16" fmla="*/ 0 w 229"/>
                  <a:gd name="T17" fmla="*/ 0 h 178"/>
                  <a:gd name="T18" fmla="*/ 0 w 229"/>
                  <a:gd name="T19" fmla="*/ 0 h 178"/>
                  <a:gd name="T20" fmla="*/ 0 w 229"/>
                  <a:gd name="T21" fmla="*/ 0 h 178"/>
                  <a:gd name="T22" fmla="*/ 0 w 229"/>
                  <a:gd name="T23" fmla="*/ 0 h 178"/>
                  <a:gd name="T24" fmla="*/ 0 w 229"/>
                  <a:gd name="T25" fmla="*/ 0 h 178"/>
                  <a:gd name="T26" fmla="*/ 0 w 229"/>
                  <a:gd name="T27" fmla="*/ 0 h 178"/>
                  <a:gd name="T28" fmla="*/ 0 w 229"/>
                  <a:gd name="T29" fmla="*/ 0 h 178"/>
                  <a:gd name="T30" fmla="*/ 0 w 229"/>
                  <a:gd name="T31" fmla="*/ 0 h 178"/>
                  <a:gd name="T32" fmla="*/ 0 w 229"/>
                  <a:gd name="T33" fmla="*/ 0 h 178"/>
                  <a:gd name="T34" fmla="*/ 0 w 229"/>
                  <a:gd name="T35" fmla="*/ 0 h 178"/>
                  <a:gd name="T36" fmla="*/ 0 w 229"/>
                  <a:gd name="T37" fmla="*/ 0 h 178"/>
                  <a:gd name="T38" fmla="*/ 0 w 229"/>
                  <a:gd name="T39" fmla="*/ 0 h 17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29"/>
                  <a:gd name="T61" fmla="*/ 0 h 178"/>
                  <a:gd name="T62" fmla="*/ 229 w 229"/>
                  <a:gd name="T63" fmla="*/ 178 h 17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29" h="178">
                    <a:moveTo>
                      <a:pt x="7" y="0"/>
                    </a:moveTo>
                    <a:lnTo>
                      <a:pt x="167" y="162"/>
                    </a:lnTo>
                    <a:lnTo>
                      <a:pt x="168" y="164"/>
                    </a:lnTo>
                    <a:lnTo>
                      <a:pt x="170" y="165"/>
                    </a:lnTo>
                    <a:lnTo>
                      <a:pt x="174" y="167"/>
                    </a:lnTo>
                    <a:lnTo>
                      <a:pt x="180" y="170"/>
                    </a:lnTo>
                    <a:lnTo>
                      <a:pt x="188" y="172"/>
                    </a:lnTo>
                    <a:lnTo>
                      <a:pt x="199" y="173"/>
                    </a:lnTo>
                    <a:lnTo>
                      <a:pt x="212" y="172"/>
                    </a:lnTo>
                    <a:lnTo>
                      <a:pt x="229" y="170"/>
                    </a:lnTo>
                    <a:lnTo>
                      <a:pt x="227" y="171"/>
                    </a:lnTo>
                    <a:lnTo>
                      <a:pt x="223" y="172"/>
                    </a:lnTo>
                    <a:lnTo>
                      <a:pt x="217" y="174"/>
                    </a:lnTo>
                    <a:lnTo>
                      <a:pt x="208" y="177"/>
                    </a:lnTo>
                    <a:lnTo>
                      <a:pt x="198" y="178"/>
                    </a:lnTo>
                    <a:lnTo>
                      <a:pt x="187" y="177"/>
                    </a:lnTo>
                    <a:lnTo>
                      <a:pt x="174" y="173"/>
                    </a:lnTo>
                    <a:lnTo>
                      <a:pt x="162" y="166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E8E0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7" name="Freeform 511"/>
              <p:cNvSpPr>
                <a:spLocks/>
              </p:cNvSpPr>
              <p:nvPr/>
            </p:nvSpPr>
            <p:spPr bwMode="auto">
              <a:xfrm>
                <a:off x="987" y="1661"/>
                <a:ext cx="28" cy="22"/>
              </a:xfrm>
              <a:custGeom>
                <a:avLst/>
                <a:gdLst>
                  <a:gd name="T0" fmla="*/ 0 w 140"/>
                  <a:gd name="T1" fmla="*/ 0 h 112"/>
                  <a:gd name="T2" fmla="*/ 0 w 140"/>
                  <a:gd name="T3" fmla="*/ 0 h 112"/>
                  <a:gd name="T4" fmla="*/ 0 w 140"/>
                  <a:gd name="T5" fmla="*/ 0 h 112"/>
                  <a:gd name="T6" fmla="*/ 0 w 140"/>
                  <a:gd name="T7" fmla="*/ 0 h 112"/>
                  <a:gd name="T8" fmla="*/ 0 w 140"/>
                  <a:gd name="T9" fmla="*/ 0 h 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0"/>
                  <a:gd name="T16" fmla="*/ 0 h 112"/>
                  <a:gd name="T17" fmla="*/ 140 w 140"/>
                  <a:gd name="T18" fmla="*/ 112 h 1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0" h="112">
                    <a:moveTo>
                      <a:pt x="0" y="1"/>
                    </a:moveTo>
                    <a:lnTo>
                      <a:pt x="136" y="112"/>
                    </a:lnTo>
                    <a:lnTo>
                      <a:pt x="140" y="110"/>
                    </a:lnTo>
                    <a:lnTo>
                      <a:pt x="6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8E0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8" name="Freeform 512"/>
              <p:cNvSpPr>
                <a:spLocks/>
              </p:cNvSpPr>
              <p:nvPr/>
            </p:nvSpPr>
            <p:spPr bwMode="auto">
              <a:xfrm>
                <a:off x="923" y="1673"/>
                <a:ext cx="18" cy="36"/>
              </a:xfrm>
              <a:custGeom>
                <a:avLst/>
                <a:gdLst>
                  <a:gd name="T0" fmla="*/ 0 w 91"/>
                  <a:gd name="T1" fmla="*/ 0 h 180"/>
                  <a:gd name="T2" fmla="*/ 0 w 91"/>
                  <a:gd name="T3" fmla="*/ 0 h 180"/>
                  <a:gd name="T4" fmla="*/ 0 w 91"/>
                  <a:gd name="T5" fmla="*/ 0 h 180"/>
                  <a:gd name="T6" fmla="*/ 0 w 91"/>
                  <a:gd name="T7" fmla="*/ 0 h 180"/>
                  <a:gd name="T8" fmla="*/ 0 w 91"/>
                  <a:gd name="T9" fmla="*/ 0 h 1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1"/>
                  <a:gd name="T16" fmla="*/ 0 h 180"/>
                  <a:gd name="T17" fmla="*/ 91 w 91"/>
                  <a:gd name="T18" fmla="*/ 180 h 1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1" h="180">
                    <a:moveTo>
                      <a:pt x="15" y="37"/>
                    </a:moveTo>
                    <a:lnTo>
                      <a:pt x="0" y="123"/>
                    </a:lnTo>
                    <a:lnTo>
                      <a:pt x="58" y="180"/>
                    </a:lnTo>
                    <a:lnTo>
                      <a:pt x="91" y="0"/>
                    </a:lnTo>
                    <a:lnTo>
                      <a:pt x="15" y="37"/>
                    </a:lnTo>
                    <a:close/>
                  </a:path>
                </a:pathLst>
              </a:custGeom>
              <a:solidFill>
                <a:srgbClr val="AF969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9" name="Freeform 513"/>
              <p:cNvSpPr>
                <a:spLocks/>
              </p:cNvSpPr>
              <p:nvPr/>
            </p:nvSpPr>
            <p:spPr bwMode="auto">
              <a:xfrm>
                <a:off x="938" y="1670"/>
                <a:ext cx="13" cy="49"/>
              </a:xfrm>
              <a:custGeom>
                <a:avLst/>
                <a:gdLst>
                  <a:gd name="T0" fmla="*/ 0 w 65"/>
                  <a:gd name="T1" fmla="*/ 0 h 246"/>
                  <a:gd name="T2" fmla="*/ 0 w 65"/>
                  <a:gd name="T3" fmla="*/ 0 h 246"/>
                  <a:gd name="T4" fmla="*/ 0 w 65"/>
                  <a:gd name="T5" fmla="*/ 0 h 246"/>
                  <a:gd name="T6" fmla="*/ 0 w 65"/>
                  <a:gd name="T7" fmla="*/ 0 h 246"/>
                  <a:gd name="T8" fmla="*/ 0 w 65"/>
                  <a:gd name="T9" fmla="*/ 0 h 2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5"/>
                  <a:gd name="T16" fmla="*/ 0 h 246"/>
                  <a:gd name="T17" fmla="*/ 65 w 65"/>
                  <a:gd name="T18" fmla="*/ 246 h 24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5" h="246">
                    <a:moveTo>
                      <a:pt x="34" y="15"/>
                    </a:moveTo>
                    <a:lnTo>
                      <a:pt x="0" y="216"/>
                    </a:lnTo>
                    <a:lnTo>
                      <a:pt x="25" y="246"/>
                    </a:lnTo>
                    <a:lnTo>
                      <a:pt x="65" y="0"/>
                    </a:lnTo>
                    <a:lnTo>
                      <a:pt x="34" y="15"/>
                    </a:lnTo>
                    <a:close/>
                  </a:path>
                </a:pathLst>
              </a:custGeom>
              <a:solidFill>
                <a:srgbClr val="BFAA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0" name="Freeform 514"/>
              <p:cNvSpPr>
                <a:spLocks/>
              </p:cNvSpPr>
              <p:nvPr/>
            </p:nvSpPr>
            <p:spPr bwMode="auto">
              <a:xfrm>
                <a:off x="875" y="1714"/>
                <a:ext cx="9" cy="11"/>
              </a:xfrm>
              <a:custGeom>
                <a:avLst/>
                <a:gdLst>
                  <a:gd name="T0" fmla="*/ 0 w 49"/>
                  <a:gd name="T1" fmla="*/ 0 h 56"/>
                  <a:gd name="T2" fmla="*/ 0 w 49"/>
                  <a:gd name="T3" fmla="*/ 0 h 56"/>
                  <a:gd name="T4" fmla="*/ 0 w 49"/>
                  <a:gd name="T5" fmla="*/ 0 h 56"/>
                  <a:gd name="T6" fmla="*/ 0 w 49"/>
                  <a:gd name="T7" fmla="*/ 0 h 56"/>
                  <a:gd name="T8" fmla="*/ 0 w 49"/>
                  <a:gd name="T9" fmla="*/ 0 h 56"/>
                  <a:gd name="T10" fmla="*/ 0 w 49"/>
                  <a:gd name="T11" fmla="*/ 0 h 56"/>
                  <a:gd name="T12" fmla="*/ 0 w 49"/>
                  <a:gd name="T13" fmla="*/ 0 h 56"/>
                  <a:gd name="T14" fmla="*/ 0 w 49"/>
                  <a:gd name="T15" fmla="*/ 0 h 5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9"/>
                  <a:gd name="T25" fmla="*/ 0 h 56"/>
                  <a:gd name="T26" fmla="*/ 49 w 49"/>
                  <a:gd name="T27" fmla="*/ 56 h 5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9" h="56">
                    <a:moveTo>
                      <a:pt x="0" y="0"/>
                    </a:moveTo>
                    <a:lnTo>
                      <a:pt x="37" y="17"/>
                    </a:lnTo>
                    <a:lnTo>
                      <a:pt x="30" y="21"/>
                    </a:lnTo>
                    <a:lnTo>
                      <a:pt x="49" y="45"/>
                    </a:lnTo>
                    <a:lnTo>
                      <a:pt x="30" y="56"/>
                    </a:lnTo>
                    <a:lnTo>
                      <a:pt x="11" y="32"/>
                    </a:lnTo>
                    <a:lnTo>
                      <a:pt x="5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493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1" name="Freeform 515"/>
              <p:cNvSpPr>
                <a:spLocks/>
              </p:cNvSpPr>
              <p:nvPr/>
            </p:nvSpPr>
            <p:spPr bwMode="auto">
              <a:xfrm>
                <a:off x="875" y="1714"/>
                <a:ext cx="7" cy="4"/>
              </a:xfrm>
              <a:custGeom>
                <a:avLst/>
                <a:gdLst>
                  <a:gd name="T0" fmla="*/ 0 w 37"/>
                  <a:gd name="T1" fmla="*/ 0 h 18"/>
                  <a:gd name="T2" fmla="*/ 0 w 37"/>
                  <a:gd name="T3" fmla="*/ 0 h 18"/>
                  <a:gd name="T4" fmla="*/ 0 w 37"/>
                  <a:gd name="T5" fmla="*/ 0 h 18"/>
                  <a:gd name="T6" fmla="*/ 0 w 37"/>
                  <a:gd name="T7" fmla="*/ 0 h 18"/>
                  <a:gd name="T8" fmla="*/ 0 w 37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18"/>
                  <a:gd name="T17" fmla="*/ 37 w 37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18">
                    <a:moveTo>
                      <a:pt x="0" y="0"/>
                    </a:moveTo>
                    <a:lnTo>
                      <a:pt x="37" y="17"/>
                    </a:lnTo>
                    <a:lnTo>
                      <a:pt x="35" y="18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2CE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2" name="Freeform 516"/>
              <p:cNvSpPr>
                <a:spLocks/>
              </p:cNvSpPr>
              <p:nvPr/>
            </p:nvSpPr>
            <p:spPr bwMode="auto">
              <a:xfrm>
                <a:off x="880" y="1718"/>
                <a:ext cx="4" cy="5"/>
              </a:xfrm>
              <a:custGeom>
                <a:avLst/>
                <a:gdLst>
                  <a:gd name="T0" fmla="*/ 0 w 20"/>
                  <a:gd name="T1" fmla="*/ 0 h 25"/>
                  <a:gd name="T2" fmla="*/ 0 w 20"/>
                  <a:gd name="T3" fmla="*/ 0 h 25"/>
                  <a:gd name="T4" fmla="*/ 0 w 20"/>
                  <a:gd name="T5" fmla="*/ 0 h 25"/>
                  <a:gd name="T6" fmla="*/ 0 w 20"/>
                  <a:gd name="T7" fmla="*/ 0 h 25"/>
                  <a:gd name="T8" fmla="*/ 0 w 20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25"/>
                  <a:gd name="T17" fmla="*/ 20 w 20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25">
                    <a:moveTo>
                      <a:pt x="1" y="0"/>
                    </a:moveTo>
                    <a:lnTo>
                      <a:pt x="20" y="24"/>
                    </a:lnTo>
                    <a:lnTo>
                      <a:pt x="18" y="25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B2CE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3" name="Freeform 517"/>
              <p:cNvSpPr>
                <a:spLocks/>
              </p:cNvSpPr>
              <p:nvPr/>
            </p:nvSpPr>
            <p:spPr bwMode="auto">
              <a:xfrm>
                <a:off x="982" y="1732"/>
                <a:ext cx="196" cy="108"/>
              </a:xfrm>
              <a:custGeom>
                <a:avLst/>
                <a:gdLst>
                  <a:gd name="T0" fmla="*/ 0 w 981"/>
                  <a:gd name="T1" fmla="*/ 0 h 537"/>
                  <a:gd name="T2" fmla="*/ 0 w 981"/>
                  <a:gd name="T3" fmla="*/ 0 h 537"/>
                  <a:gd name="T4" fmla="*/ 0 w 981"/>
                  <a:gd name="T5" fmla="*/ 0 h 537"/>
                  <a:gd name="T6" fmla="*/ 0 w 981"/>
                  <a:gd name="T7" fmla="*/ 0 h 537"/>
                  <a:gd name="T8" fmla="*/ 0 w 981"/>
                  <a:gd name="T9" fmla="*/ 0 h 537"/>
                  <a:gd name="T10" fmla="*/ 0 w 981"/>
                  <a:gd name="T11" fmla="*/ 0 h 537"/>
                  <a:gd name="T12" fmla="*/ 0 w 981"/>
                  <a:gd name="T13" fmla="*/ 0 h 5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81"/>
                  <a:gd name="T22" fmla="*/ 0 h 537"/>
                  <a:gd name="T23" fmla="*/ 981 w 981"/>
                  <a:gd name="T24" fmla="*/ 537 h 53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81" h="537">
                    <a:moveTo>
                      <a:pt x="0" y="529"/>
                    </a:moveTo>
                    <a:lnTo>
                      <a:pt x="969" y="10"/>
                    </a:lnTo>
                    <a:lnTo>
                      <a:pt x="979" y="0"/>
                    </a:lnTo>
                    <a:lnTo>
                      <a:pt x="981" y="15"/>
                    </a:lnTo>
                    <a:lnTo>
                      <a:pt x="973" y="21"/>
                    </a:lnTo>
                    <a:lnTo>
                      <a:pt x="0" y="537"/>
                    </a:lnTo>
                    <a:lnTo>
                      <a:pt x="0" y="529"/>
                    </a:lnTo>
                    <a:close/>
                  </a:path>
                </a:pathLst>
              </a:custGeom>
              <a:solidFill>
                <a:srgbClr val="00005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4" name="Freeform 518"/>
              <p:cNvSpPr>
                <a:spLocks/>
              </p:cNvSpPr>
              <p:nvPr/>
            </p:nvSpPr>
            <p:spPr bwMode="auto">
              <a:xfrm>
                <a:off x="995" y="1647"/>
                <a:ext cx="2" cy="3"/>
              </a:xfrm>
              <a:custGeom>
                <a:avLst/>
                <a:gdLst>
                  <a:gd name="T0" fmla="*/ 0 w 11"/>
                  <a:gd name="T1" fmla="*/ 0 h 13"/>
                  <a:gd name="T2" fmla="*/ 0 w 11"/>
                  <a:gd name="T3" fmla="*/ 0 h 13"/>
                  <a:gd name="T4" fmla="*/ 0 w 11"/>
                  <a:gd name="T5" fmla="*/ 0 h 13"/>
                  <a:gd name="T6" fmla="*/ 0 w 11"/>
                  <a:gd name="T7" fmla="*/ 0 h 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13"/>
                  <a:gd name="T14" fmla="*/ 11 w 11"/>
                  <a:gd name="T15" fmla="*/ 13 h 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13">
                    <a:moveTo>
                      <a:pt x="2" y="0"/>
                    </a:moveTo>
                    <a:lnTo>
                      <a:pt x="11" y="6"/>
                    </a:lnTo>
                    <a:lnTo>
                      <a:pt x="0" y="1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3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5" name="Freeform 519"/>
              <p:cNvSpPr>
                <a:spLocks/>
              </p:cNvSpPr>
              <p:nvPr/>
            </p:nvSpPr>
            <p:spPr bwMode="auto">
              <a:xfrm>
                <a:off x="1008" y="1640"/>
                <a:ext cx="2" cy="1"/>
              </a:xfrm>
              <a:custGeom>
                <a:avLst/>
                <a:gdLst>
                  <a:gd name="T0" fmla="*/ 0 w 7"/>
                  <a:gd name="T1" fmla="*/ 0 h 8"/>
                  <a:gd name="T2" fmla="*/ 0 w 7"/>
                  <a:gd name="T3" fmla="*/ 0 h 8"/>
                  <a:gd name="T4" fmla="*/ 0 w 7"/>
                  <a:gd name="T5" fmla="*/ 0 h 8"/>
                  <a:gd name="T6" fmla="*/ 0 w 7"/>
                  <a:gd name="T7" fmla="*/ 0 h 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8"/>
                  <a:gd name="T14" fmla="*/ 7 w 7"/>
                  <a:gd name="T15" fmla="*/ 8 h 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8">
                    <a:moveTo>
                      <a:pt x="0" y="0"/>
                    </a:moveTo>
                    <a:lnTo>
                      <a:pt x="7" y="5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88" name="Group 520"/>
            <p:cNvGrpSpPr>
              <a:grpSpLocks noChangeAspect="1"/>
            </p:cNvGrpSpPr>
            <p:nvPr/>
          </p:nvGrpSpPr>
          <p:grpSpPr bwMode="auto">
            <a:xfrm>
              <a:off x="7866214" y="4744586"/>
              <a:ext cx="863743" cy="474459"/>
              <a:chOff x="720" y="1630"/>
              <a:chExt cx="470" cy="275"/>
            </a:xfrm>
          </p:grpSpPr>
          <p:sp>
            <p:nvSpPr>
              <p:cNvPr id="367" name="AutoShape 521"/>
              <p:cNvSpPr>
                <a:spLocks noChangeAspect="1" noChangeArrowheads="1" noTextEdit="1"/>
              </p:cNvSpPr>
              <p:nvPr/>
            </p:nvSpPr>
            <p:spPr bwMode="auto">
              <a:xfrm>
                <a:off x="720" y="1630"/>
                <a:ext cx="470" cy="2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8" name="Freeform 522"/>
              <p:cNvSpPr>
                <a:spLocks/>
              </p:cNvSpPr>
              <p:nvPr/>
            </p:nvSpPr>
            <p:spPr bwMode="auto">
              <a:xfrm>
                <a:off x="720" y="1662"/>
                <a:ext cx="318" cy="237"/>
              </a:xfrm>
              <a:custGeom>
                <a:avLst/>
                <a:gdLst>
                  <a:gd name="T0" fmla="*/ 0 w 1590"/>
                  <a:gd name="T1" fmla="*/ 0 h 1187"/>
                  <a:gd name="T2" fmla="*/ 0 w 1590"/>
                  <a:gd name="T3" fmla="*/ 0 h 1187"/>
                  <a:gd name="T4" fmla="*/ 0 w 1590"/>
                  <a:gd name="T5" fmla="*/ 0 h 1187"/>
                  <a:gd name="T6" fmla="*/ 0 w 1590"/>
                  <a:gd name="T7" fmla="*/ 0 h 1187"/>
                  <a:gd name="T8" fmla="*/ 0 w 1590"/>
                  <a:gd name="T9" fmla="*/ 0 h 1187"/>
                  <a:gd name="T10" fmla="*/ 0 w 1590"/>
                  <a:gd name="T11" fmla="*/ 0 h 1187"/>
                  <a:gd name="T12" fmla="*/ 0 w 1590"/>
                  <a:gd name="T13" fmla="*/ 0 h 1187"/>
                  <a:gd name="T14" fmla="*/ 0 w 1590"/>
                  <a:gd name="T15" fmla="*/ 0 h 1187"/>
                  <a:gd name="T16" fmla="*/ 0 w 1590"/>
                  <a:gd name="T17" fmla="*/ 0 h 1187"/>
                  <a:gd name="T18" fmla="*/ 1 w 1590"/>
                  <a:gd name="T19" fmla="*/ 0 h 1187"/>
                  <a:gd name="T20" fmla="*/ 1 w 1590"/>
                  <a:gd name="T21" fmla="*/ 0 h 1187"/>
                  <a:gd name="T22" fmla="*/ 1 w 1590"/>
                  <a:gd name="T23" fmla="*/ 0 h 1187"/>
                  <a:gd name="T24" fmla="*/ 0 w 1590"/>
                  <a:gd name="T25" fmla="*/ 0 h 1187"/>
                  <a:gd name="T26" fmla="*/ 0 w 1590"/>
                  <a:gd name="T27" fmla="*/ 0 h 1187"/>
                  <a:gd name="T28" fmla="*/ 0 w 1590"/>
                  <a:gd name="T29" fmla="*/ 0 h 1187"/>
                  <a:gd name="T30" fmla="*/ 0 w 1590"/>
                  <a:gd name="T31" fmla="*/ 0 h 1187"/>
                  <a:gd name="T32" fmla="*/ 0 w 1590"/>
                  <a:gd name="T33" fmla="*/ 0 h 1187"/>
                  <a:gd name="T34" fmla="*/ 0 w 1590"/>
                  <a:gd name="T35" fmla="*/ 0 h 1187"/>
                  <a:gd name="T36" fmla="*/ 0 w 1590"/>
                  <a:gd name="T37" fmla="*/ 0 h 1187"/>
                  <a:gd name="T38" fmla="*/ 0 w 1590"/>
                  <a:gd name="T39" fmla="*/ 0 h 1187"/>
                  <a:gd name="T40" fmla="*/ 0 w 1590"/>
                  <a:gd name="T41" fmla="*/ 0 h 1187"/>
                  <a:gd name="T42" fmla="*/ 0 w 1590"/>
                  <a:gd name="T43" fmla="*/ 0 h 1187"/>
                  <a:gd name="T44" fmla="*/ 0 w 1590"/>
                  <a:gd name="T45" fmla="*/ 0 h 1187"/>
                  <a:gd name="T46" fmla="*/ 0 w 1590"/>
                  <a:gd name="T47" fmla="*/ 0 h 1187"/>
                  <a:gd name="T48" fmla="*/ 0 w 1590"/>
                  <a:gd name="T49" fmla="*/ 0 h 1187"/>
                  <a:gd name="T50" fmla="*/ 0 w 1590"/>
                  <a:gd name="T51" fmla="*/ 0 h 1187"/>
                  <a:gd name="T52" fmla="*/ 0 w 1590"/>
                  <a:gd name="T53" fmla="*/ 0 h 1187"/>
                  <a:gd name="T54" fmla="*/ 0 w 1590"/>
                  <a:gd name="T55" fmla="*/ 0 h 1187"/>
                  <a:gd name="T56" fmla="*/ 0 w 1590"/>
                  <a:gd name="T57" fmla="*/ 0 h 1187"/>
                  <a:gd name="T58" fmla="*/ 0 w 1590"/>
                  <a:gd name="T59" fmla="*/ 0 h 1187"/>
                  <a:gd name="T60" fmla="*/ 0 w 1590"/>
                  <a:gd name="T61" fmla="*/ 0 h 1187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1590"/>
                  <a:gd name="T94" fmla="*/ 0 h 1187"/>
                  <a:gd name="T95" fmla="*/ 1590 w 1590"/>
                  <a:gd name="T96" fmla="*/ 1187 h 1187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1590" h="1187">
                    <a:moveTo>
                      <a:pt x="11" y="459"/>
                    </a:moveTo>
                    <a:lnTo>
                      <a:pt x="94" y="421"/>
                    </a:lnTo>
                    <a:lnTo>
                      <a:pt x="111" y="423"/>
                    </a:lnTo>
                    <a:lnTo>
                      <a:pt x="130" y="410"/>
                    </a:lnTo>
                    <a:lnTo>
                      <a:pt x="131" y="393"/>
                    </a:lnTo>
                    <a:lnTo>
                      <a:pt x="677" y="64"/>
                    </a:lnTo>
                    <a:lnTo>
                      <a:pt x="684" y="50"/>
                    </a:lnTo>
                    <a:lnTo>
                      <a:pt x="750" y="13"/>
                    </a:lnTo>
                    <a:lnTo>
                      <a:pt x="882" y="0"/>
                    </a:lnTo>
                    <a:lnTo>
                      <a:pt x="1569" y="393"/>
                    </a:lnTo>
                    <a:lnTo>
                      <a:pt x="1590" y="465"/>
                    </a:lnTo>
                    <a:lnTo>
                      <a:pt x="1589" y="524"/>
                    </a:lnTo>
                    <a:lnTo>
                      <a:pt x="1496" y="593"/>
                    </a:lnTo>
                    <a:lnTo>
                      <a:pt x="1478" y="583"/>
                    </a:lnTo>
                    <a:lnTo>
                      <a:pt x="806" y="1076"/>
                    </a:lnTo>
                    <a:lnTo>
                      <a:pt x="806" y="1099"/>
                    </a:lnTo>
                    <a:lnTo>
                      <a:pt x="686" y="1169"/>
                    </a:lnTo>
                    <a:lnTo>
                      <a:pt x="683" y="1172"/>
                    </a:lnTo>
                    <a:lnTo>
                      <a:pt x="674" y="1175"/>
                    </a:lnTo>
                    <a:lnTo>
                      <a:pt x="661" y="1181"/>
                    </a:lnTo>
                    <a:lnTo>
                      <a:pt x="646" y="1186"/>
                    </a:lnTo>
                    <a:lnTo>
                      <a:pt x="627" y="1187"/>
                    </a:lnTo>
                    <a:lnTo>
                      <a:pt x="608" y="1185"/>
                    </a:lnTo>
                    <a:lnTo>
                      <a:pt x="588" y="1177"/>
                    </a:lnTo>
                    <a:lnTo>
                      <a:pt x="570" y="1160"/>
                    </a:lnTo>
                    <a:lnTo>
                      <a:pt x="76" y="630"/>
                    </a:lnTo>
                    <a:lnTo>
                      <a:pt x="80" y="598"/>
                    </a:lnTo>
                    <a:lnTo>
                      <a:pt x="69" y="586"/>
                    </a:lnTo>
                    <a:lnTo>
                      <a:pt x="46" y="597"/>
                    </a:lnTo>
                    <a:lnTo>
                      <a:pt x="0" y="528"/>
                    </a:lnTo>
                    <a:lnTo>
                      <a:pt x="11" y="45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9" name="Freeform 523"/>
              <p:cNvSpPr>
                <a:spLocks/>
              </p:cNvSpPr>
              <p:nvPr/>
            </p:nvSpPr>
            <p:spPr bwMode="auto">
              <a:xfrm>
                <a:off x="728" y="1670"/>
                <a:ext cx="298" cy="220"/>
              </a:xfrm>
              <a:custGeom>
                <a:avLst/>
                <a:gdLst>
                  <a:gd name="T0" fmla="*/ 0 w 1489"/>
                  <a:gd name="T1" fmla="*/ 0 h 1102"/>
                  <a:gd name="T2" fmla="*/ 0 w 1489"/>
                  <a:gd name="T3" fmla="*/ 0 h 1102"/>
                  <a:gd name="T4" fmla="*/ 0 w 1489"/>
                  <a:gd name="T5" fmla="*/ 0 h 1102"/>
                  <a:gd name="T6" fmla="*/ 0 w 1489"/>
                  <a:gd name="T7" fmla="*/ 0 h 1102"/>
                  <a:gd name="T8" fmla="*/ 0 w 1489"/>
                  <a:gd name="T9" fmla="*/ 0 h 1102"/>
                  <a:gd name="T10" fmla="*/ 0 w 1489"/>
                  <a:gd name="T11" fmla="*/ 0 h 1102"/>
                  <a:gd name="T12" fmla="*/ 0 w 1489"/>
                  <a:gd name="T13" fmla="*/ 0 h 1102"/>
                  <a:gd name="T14" fmla="*/ 0 w 1489"/>
                  <a:gd name="T15" fmla="*/ 0 h 1102"/>
                  <a:gd name="T16" fmla="*/ 0 w 1489"/>
                  <a:gd name="T17" fmla="*/ 0 h 1102"/>
                  <a:gd name="T18" fmla="*/ 0 w 1489"/>
                  <a:gd name="T19" fmla="*/ 0 h 1102"/>
                  <a:gd name="T20" fmla="*/ 0 w 1489"/>
                  <a:gd name="T21" fmla="*/ 0 h 1102"/>
                  <a:gd name="T22" fmla="*/ 0 w 1489"/>
                  <a:gd name="T23" fmla="*/ 0 h 1102"/>
                  <a:gd name="T24" fmla="*/ 0 w 1489"/>
                  <a:gd name="T25" fmla="*/ 0 h 1102"/>
                  <a:gd name="T26" fmla="*/ 0 w 1489"/>
                  <a:gd name="T27" fmla="*/ 0 h 1102"/>
                  <a:gd name="T28" fmla="*/ 0 w 1489"/>
                  <a:gd name="T29" fmla="*/ 0 h 1102"/>
                  <a:gd name="T30" fmla="*/ 0 w 1489"/>
                  <a:gd name="T31" fmla="*/ 0 h 1102"/>
                  <a:gd name="T32" fmla="*/ 0 w 1489"/>
                  <a:gd name="T33" fmla="*/ 0 h 1102"/>
                  <a:gd name="T34" fmla="*/ 0 w 1489"/>
                  <a:gd name="T35" fmla="*/ 0 h 1102"/>
                  <a:gd name="T36" fmla="*/ 0 w 1489"/>
                  <a:gd name="T37" fmla="*/ 0 h 1102"/>
                  <a:gd name="T38" fmla="*/ 0 w 1489"/>
                  <a:gd name="T39" fmla="*/ 0 h 1102"/>
                  <a:gd name="T40" fmla="*/ 0 w 1489"/>
                  <a:gd name="T41" fmla="*/ 0 h 1102"/>
                  <a:gd name="T42" fmla="*/ 0 w 1489"/>
                  <a:gd name="T43" fmla="*/ 0 h 1102"/>
                  <a:gd name="T44" fmla="*/ 0 w 1489"/>
                  <a:gd name="T45" fmla="*/ 0 h 1102"/>
                  <a:gd name="T46" fmla="*/ 0 w 1489"/>
                  <a:gd name="T47" fmla="*/ 0 h 1102"/>
                  <a:gd name="T48" fmla="*/ 0 w 1489"/>
                  <a:gd name="T49" fmla="*/ 0 h 1102"/>
                  <a:gd name="T50" fmla="*/ 0 w 1489"/>
                  <a:gd name="T51" fmla="*/ 0 h 1102"/>
                  <a:gd name="T52" fmla="*/ 0 w 1489"/>
                  <a:gd name="T53" fmla="*/ 0 h 1102"/>
                  <a:gd name="T54" fmla="*/ 0 w 1489"/>
                  <a:gd name="T55" fmla="*/ 0 h 1102"/>
                  <a:gd name="T56" fmla="*/ 0 w 1489"/>
                  <a:gd name="T57" fmla="*/ 0 h 1102"/>
                  <a:gd name="T58" fmla="*/ 0 w 1489"/>
                  <a:gd name="T59" fmla="*/ 0 h 1102"/>
                  <a:gd name="T60" fmla="*/ 0 w 1489"/>
                  <a:gd name="T61" fmla="*/ 0 h 1102"/>
                  <a:gd name="T62" fmla="*/ 0 w 1489"/>
                  <a:gd name="T63" fmla="*/ 0 h 1102"/>
                  <a:gd name="T64" fmla="*/ 0 w 1489"/>
                  <a:gd name="T65" fmla="*/ 0 h 1102"/>
                  <a:gd name="T66" fmla="*/ 0 w 1489"/>
                  <a:gd name="T67" fmla="*/ 0 h 1102"/>
                  <a:gd name="T68" fmla="*/ 0 w 1489"/>
                  <a:gd name="T69" fmla="*/ 0 h 1102"/>
                  <a:gd name="T70" fmla="*/ 0 w 1489"/>
                  <a:gd name="T71" fmla="*/ 0 h 1102"/>
                  <a:gd name="T72" fmla="*/ 0 w 1489"/>
                  <a:gd name="T73" fmla="*/ 0 h 1102"/>
                  <a:gd name="T74" fmla="*/ 0 w 1489"/>
                  <a:gd name="T75" fmla="*/ 0 h 1102"/>
                  <a:gd name="T76" fmla="*/ 0 w 1489"/>
                  <a:gd name="T77" fmla="*/ 0 h 1102"/>
                  <a:gd name="T78" fmla="*/ 0 w 1489"/>
                  <a:gd name="T79" fmla="*/ 0 h 1102"/>
                  <a:gd name="T80" fmla="*/ 0 w 1489"/>
                  <a:gd name="T81" fmla="*/ 0 h 1102"/>
                  <a:gd name="T82" fmla="*/ 0 w 1489"/>
                  <a:gd name="T83" fmla="*/ 0 h 1102"/>
                  <a:gd name="T84" fmla="*/ 0 w 1489"/>
                  <a:gd name="T85" fmla="*/ 0 h 1102"/>
                  <a:gd name="T86" fmla="*/ 0 w 1489"/>
                  <a:gd name="T87" fmla="*/ 0 h 1102"/>
                  <a:gd name="T88" fmla="*/ 0 w 1489"/>
                  <a:gd name="T89" fmla="*/ 0 h 1102"/>
                  <a:gd name="T90" fmla="*/ 0 w 1489"/>
                  <a:gd name="T91" fmla="*/ 0 h 1102"/>
                  <a:gd name="T92" fmla="*/ 0 w 1489"/>
                  <a:gd name="T93" fmla="*/ 0 h 1102"/>
                  <a:gd name="T94" fmla="*/ 0 w 1489"/>
                  <a:gd name="T95" fmla="*/ 0 h 1102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1489"/>
                  <a:gd name="T145" fmla="*/ 0 h 1102"/>
                  <a:gd name="T146" fmla="*/ 1489 w 1489"/>
                  <a:gd name="T147" fmla="*/ 1102 h 1102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1489" h="1102">
                    <a:moveTo>
                      <a:pt x="1482" y="425"/>
                    </a:moveTo>
                    <a:lnTo>
                      <a:pt x="1483" y="425"/>
                    </a:lnTo>
                    <a:lnTo>
                      <a:pt x="1485" y="422"/>
                    </a:lnTo>
                    <a:lnTo>
                      <a:pt x="1487" y="419"/>
                    </a:lnTo>
                    <a:lnTo>
                      <a:pt x="1489" y="413"/>
                    </a:lnTo>
                    <a:lnTo>
                      <a:pt x="1486" y="405"/>
                    </a:lnTo>
                    <a:lnTo>
                      <a:pt x="1482" y="399"/>
                    </a:lnTo>
                    <a:lnTo>
                      <a:pt x="1476" y="394"/>
                    </a:lnTo>
                    <a:lnTo>
                      <a:pt x="1469" y="390"/>
                    </a:lnTo>
                    <a:lnTo>
                      <a:pt x="1415" y="358"/>
                    </a:lnTo>
                    <a:lnTo>
                      <a:pt x="1402" y="367"/>
                    </a:lnTo>
                    <a:lnTo>
                      <a:pt x="1413" y="374"/>
                    </a:lnTo>
                    <a:lnTo>
                      <a:pt x="1383" y="394"/>
                    </a:lnTo>
                    <a:lnTo>
                      <a:pt x="1368" y="405"/>
                    </a:lnTo>
                    <a:lnTo>
                      <a:pt x="1367" y="404"/>
                    </a:lnTo>
                    <a:lnTo>
                      <a:pt x="1365" y="405"/>
                    </a:lnTo>
                    <a:lnTo>
                      <a:pt x="1333" y="382"/>
                    </a:lnTo>
                    <a:lnTo>
                      <a:pt x="1380" y="352"/>
                    </a:lnTo>
                    <a:lnTo>
                      <a:pt x="1398" y="364"/>
                    </a:lnTo>
                    <a:lnTo>
                      <a:pt x="1407" y="353"/>
                    </a:lnTo>
                    <a:lnTo>
                      <a:pt x="806" y="0"/>
                    </a:lnTo>
                    <a:lnTo>
                      <a:pt x="731" y="0"/>
                    </a:lnTo>
                    <a:lnTo>
                      <a:pt x="683" y="24"/>
                    </a:lnTo>
                    <a:lnTo>
                      <a:pt x="683" y="33"/>
                    </a:lnTo>
                    <a:lnTo>
                      <a:pt x="623" y="67"/>
                    </a:lnTo>
                    <a:lnTo>
                      <a:pt x="622" y="80"/>
                    </a:lnTo>
                    <a:lnTo>
                      <a:pt x="616" y="83"/>
                    </a:lnTo>
                    <a:lnTo>
                      <a:pt x="606" y="80"/>
                    </a:lnTo>
                    <a:lnTo>
                      <a:pt x="221" y="308"/>
                    </a:lnTo>
                    <a:lnTo>
                      <a:pt x="217" y="316"/>
                    </a:lnTo>
                    <a:lnTo>
                      <a:pt x="115" y="373"/>
                    </a:lnTo>
                    <a:lnTo>
                      <a:pt x="112" y="392"/>
                    </a:lnTo>
                    <a:lnTo>
                      <a:pt x="70" y="416"/>
                    </a:lnTo>
                    <a:lnTo>
                      <a:pt x="52" y="403"/>
                    </a:lnTo>
                    <a:lnTo>
                      <a:pt x="0" y="432"/>
                    </a:lnTo>
                    <a:lnTo>
                      <a:pt x="582" y="1045"/>
                    </a:lnTo>
                    <a:lnTo>
                      <a:pt x="573" y="1096"/>
                    </a:lnTo>
                    <a:lnTo>
                      <a:pt x="576" y="1097"/>
                    </a:lnTo>
                    <a:lnTo>
                      <a:pt x="581" y="1099"/>
                    </a:lnTo>
                    <a:lnTo>
                      <a:pt x="585" y="1101"/>
                    </a:lnTo>
                    <a:lnTo>
                      <a:pt x="590" y="1101"/>
                    </a:lnTo>
                    <a:lnTo>
                      <a:pt x="596" y="1102"/>
                    </a:lnTo>
                    <a:lnTo>
                      <a:pt x="600" y="1102"/>
                    </a:lnTo>
                    <a:lnTo>
                      <a:pt x="606" y="1101"/>
                    </a:lnTo>
                    <a:lnTo>
                      <a:pt x="612" y="1099"/>
                    </a:lnTo>
                    <a:lnTo>
                      <a:pt x="622" y="1046"/>
                    </a:lnTo>
                    <a:lnTo>
                      <a:pt x="1482" y="425"/>
                    </a:lnTo>
                    <a:close/>
                  </a:path>
                </a:pathLst>
              </a:custGeom>
              <a:solidFill>
                <a:srgbClr val="6B2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0" name="Freeform 524"/>
              <p:cNvSpPr>
                <a:spLocks/>
              </p:cNvSpPr>
              <p:nvPr/>
            </p:nvSpPr>
            <p:spPr bwMode="auto">
              <a:xfrm>
                <a:off x="851" y="1752"/>
                <a:ext cx="176" cy="137"/>
              </a:xfrm>
              <a:custGeom>
                <a:avLst/>
                <a:gdLst>
                  <a:gd name="T0" fmla="*/ 0 w 881"/>
                  <a:gd name="T1" fmla="*/ 0 h 686"/>
                  <a:gd name="T2" fmla="*/ 0 w 881"/>
                  <a:gd name="T3" fmla="*/ 0 h 686"/>
                  <a:gd name="T4" fmla="*/ 0 w 881"/>
                  <a:gd name="T5" fmla="*/ 0 h 686"/>
                  <a:gd name="T6" fmla="*/ 0 w 881"/>
                  <a:gd name="T7" fmla="*/ 0 h 686"/>
                  <a:gd name="T8" fmla="*/ 0 w 881"/>
                  <a:gd name="T9" fmla="*/ 0 h 686"/>
                  <a:gd name="T10" fmla="*/ 0 w 881"/>
                  <a:gd name="T11" fmla="*/ 0 h 686"/>
                  <a:gd name="T12" fmla="*/ 0 w 881"/>
                  <a:gd name="T13" fmla="*/ 0 h 686"/>
                  <a:gd name="T14" fmla="*/ 0 w 881"/>
                  <a:gd name="T15" fmla="*/ 0 h 686"/>
                  <a:gd name="T16" fmla="*/ 0 w 881"/>
                  <a:gd name="T17" fmla="*/ 0 h 686"/>
                  <a:gd name="T18" fmla="*/ 0 w 881"/>
                  <a:gd name="T19" fmla="*/ 0 h 686"/>
                  <a:gd name="T20" fmla="*/ 0 w 881"/>
                  <a:gd name="T21" fmla="*/ 0 h 686"/>
                  <a:gd name="T22" fmla="*/ 0 w 881"/>
                  <a:gd name="T23" fmla="*/ 0 h 686"/>
                  <a:gd name="T24" fmla="*/ 0 w 881"/>
                  <a:gd name="T25" fmla="*/ 0 h 686"/>
                  <a:gd name="T26" fmla="*/ 0 w 881"/>
                  <a:gd name="T27" fmla="*/ 0 h 686"/>
                  <a:gd name="T28" fmla="*/ 0 w 881"/>
                  <a:gd name="T29" fmla="*/ 0 h 686"/>
                  <a:gd name="T30" fmla="*/ 0 w 881"/>
                  <a:gd name="T31" fmla="*/ 0 h 686"/>
                  <a:gd name="T32" fmla="*/ 0 w 881"/>
                  <a:gd name="T33" fmla="*/ 0 h 686"/>
                  <a:gd name="T34" fmla="*/ 0 w 881"/>
                  <a:gd name="T35" fmla="*/ 0 h 686"/>
                  <a:gd name="T36" fmla="*/ 0 w 881"/>
                  <a:gd name="T37" fmla="*/ 0 h 686"/>
                  <a:gd name="T38" fmla="*/ 0 w 881"/>
                  <a:gd name="T39" fmla="*/ 0 h 686"/>
                  <a:gd name="T40" fmla="*/ 0 w 881"/>
                  <a:gd name="T41" fmla="*/ 0 h 686"/>
                  <a:gd name="T42" fmla="*/ 0 w 881"/>
                  <a:gd name="T43" fmla="*/ 0 h 68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881"/>
                  <a:gd name="T67" fmla="*/ 0 h 686"/>
                  <a:gd name="T68" fmla="*/ 881 w 881"/>
                  <a:gd name="T69" fmla="*/ 686 h 68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881" h="686">
                    <a:moveTo>
                      <a:pt x="877" y="0"/>
                    </a:moveTo>
                    <a:lnTo>
                      <a:pt x="875" y="6"/>
                    </a:lnTo>
                    <a:lnTo>
                      <a:pt x="873" y="9"/>
                    </a:lnTo>
                    <a:lnTo>
                      <a:pt x="871" y="12"/>
                    </a:lnTo>
                    <a:lnTo>
                      <a:pt x="870" y="12"/>
                    </a:lnTo>
                    <a:lnTo>
                      <a:pt x="10" y="633"/>
                    </a:lnTo>
                    <a:lnTo>
                      <a:pt x="0" y="686"/>
                    </a:lnTo>
                    <a:lnTo>
                      <a:pt x="5" y="684"/>
                    </a:lnTo>
                    <a:lnTo>
                      <a:pt x="10" y="683"/>
                    </a:lnTo>
                    <a:lnTo>
                      <a:pt x="15" y="681"/>
                    </a:lnTo>
                    <a:lnTo>
                      <a:pt x="19" y="678"/>
                    </a:lnTo>
                    <a:lnTo>
                      <a:pt x="112" y="614"/>
                    </a:lnTo>
                    <a:lnTo>
                      <a:pt x="112" y="601"/>
                    </a:lnTo>
                    <a:lnTo>
                      <a:pt x="806" y="88"/>
                    </a:lnTo>
                    <a:lnTo>
                      <a:pt x="815" y="95"/>
                    </a:lnTo>
                    <a:lnTo>
                      <a:pt x="873" y="46"/>
                    </a:lnTo>
                    <a:lnTo>
                      <a:pt x="881" y="15"/>
                    </a:lnTo>
                    <a:lnTo>
                      <a:pt x="881" y="8"/>
                    </a:lnTo>
                    <a:lnTo>
                      <a:pt x="880" y="6"/>
                    </a:lnTo>
                    <a:lnTo>
                      <a:pt x="880" y="4"/>
                    </a:lnTo>
                    <a:lnTo>
                      <a:pt x="879" y="2"/>
                    </a:lnTo>
                    <a:lnTo>
                      <a:pt x="877" y="0"/>
                    </a:lnTo>
                    <a:close/>
                  </a:path>
                </a:pathLst>
              </a:custGeom>
              <a:solidFill>
                <a:srgbClr val="2B0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1" name="Freeform 525"/>
              <p:cNvSpPr>
                <a:spLocks/>
              </p:cNvSpPr>
              <p:nvPr/>
            </p:nvSpPr>
            <p:spPr bwMode="auto">
              <a:xfrm>
                <a:off x="1027" y="1754"/>
                <a:ext cx="1" cy="1"/>
              </a:xfrm>
              <a:custGeom>
                <a:avLst/>
                <a:gdLst>
                  <a:gd name="T0" fmla="*/ 0 w 1"/>
                  <a:gd name="T1" fmla="*/ 0 h 7"/>
                  <a:gd name="T2" fmla="*/ 0 w 1"/>
                  <a:gd name="T3" fmla="*/ 0 h 7"/>
                  <a:gd name="T4" fmla="*/ 1 w 1"/>
                  <a:gd name="T5" fmla="*/ 0 h 7"/>
                  <a:gd name="T6" fmla="*/ 1 w 1"/>
                  <a:gd name="T7" fmla="*/ 0 h 7"/>
                  <a:gd name="T8" fmla="*/ 1 w 1"/>
                  <a:gd name="T9" fmla="*/ 0 h 7"/>
                  <a:gd name="T10" fmla="*/ 0 w 1"/>
                  <a:gd name="T11" fmla="*/ 0 h 7"/>
                  <a:gd name="T12" fmla="*/ 0 w 1"/>
                  <a:gd name="T13" fmla="*/ 0 h 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"/>
                  <a:gd name="T22" fmla="*/ 0 h 7"/>
                  <a:gd name="T23" fmla="*/ 1 w 1"/>
                  <a:gd name="T24" fmla="*/ 7 h 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" h="7">
                    <a:moveTo>
                      <a:pt x="0" y="0"/>
                    </a:moveTo>
                    <a:lnTo>
                      <a:pt x="0" y="7"/>
                    </a:lnTo>
                    <a:lnTo>
                      <a:pt x="1" y="5"/>
                    </a:lnTo>
                    <a:lnTo>
                      <a:pt x="1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B2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2" name="Freeform 526"/>
              <p:cNvSpPr>
                <a:spLocks/>
              </p:cNvSpPr>
              <p:nvPr/>
            </p:nvSpPr>
            <p:spPr bwMode="auto">
              <a:xfrm>
                <a:off x="742" y="1752"/>
                <a:ext cx="86" cy="35"/>
              </a:xfrm>
              <a:custGeom>
                <a:avLst/>
                <a:gdLst>
                  <a:gd name="T0" fmla="*/ 0 w 428"/>
                  <a:gd name="T1" fmla="*/ 0 h 173"/>
                  <a:gd name="T2" fmla="*/ 0 w 428"/>
                  <a:gd name="T3" fmla="*/ 0 h 173"/>
                  <a:gd name="T4" fmla="*/ 0 w 428"/>
                  <a:gd name="T5" fmla="*/ 0 h 173"/>
                  <a:gd name="T6" fmla="*/ 0 w 428"/>
                  <a:gd name="T7" fmla="*/ 0 h 173"/>
                  <a:gd name="T8" fmla="*/ 0 w 428"/>
                  <a:gd name="T9" fmla="*/ 0 h 173"/>
                  <a:gd name="T10" fmla="*/ 0 w 428"/>
                  <a:gd name="T11" fmla="*/ 0 h 173"/>
                  <a:gd name="T12" fmla="*/ 0 w 428"/>
                  <a:gd name="T13" fmla="*/ 0 h 173"/>
                  <a:gd name="T14" fmla="*/ 0 w 428"/>
                  <a:gd name="T15" fmla="*/ 0 h 173"/>
                  <a:gd name="T16" fmla="*/ 0 w 428"/>
                  <a:gd name="T17" fmla="*/ 0 h 173"/>
                  <a:gd name="T18" fmla="*/ 0 w 428"/>
                  <a:gd name="T19" fmla="*/ 0 h 173"/>
                  <a:gd name="T20" fmla="*/ 0 w 428"/>
                  <a:gd name="T21" fmla="*/ 0 h 173"/>
                  <a:gd name="T22" fmla="*/ 0 w 428"/>
                  <a:gd name="T23" fmla="*/ 0 h 173"/>
                  <a:gd name="T24" fmla="*/ 0 w 428"/>
                  <a:gd name="T25" fmla="*/ 0 h 173"/>
                  <a:gd name="T26" fmla="*/ 0 w 428"/>
                  <a:gd name="T27" fmla="*/ 0 h 173"/>
                  <a:gd name="T28" fmla="*/ 0 w 428"/>
                  <a:gd name="T29" fmla="*/ 0 h 173"/>
                  <a:gd name="T30" fmla="*/ 0 w 428"/>
                  <a:gd name="T31" fmla="*/ 0 h 173"/>
                  <a:gd name="T32" fmla="*/ 0 w 428"/>
                  <a:gd name="T33" fmla="*/ 0 h 173"/>
                  <a:gd name="T34" fmla="*/ 0 w 428"/>
                  <a:gd name="T35" fmla="*/ 0 h 173"/>
                  <a:gd name="T36" fmla="*/ 0 w 428"/>
                  <a:gd name="T37" fmla="*/ 0 h 173"/>
                  <a:gd name="T38" fmla="*/ 0 w 428"/>
                  <a:gd name="T39" fmla="*/ 0 h 173"/>
                  <a:gd name="T40" fmla="*/ 0 w 428"/>
                  <a:gd name="T41" fmla="*/ 0 h 173"/>
                  <a:gd name="T42" fmla="*/ 0 w 428"/>
                  <a:gd name="T43" fmla="*/ 0 h 173"/>
                  <a:gd name="T44" fmla="*/ 0 w 428"/>
                  <a:gd name="T45" fmla="*/ 0 h 173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428"/>
                  <a:gd name="T70" fmla="*/ 0 h 173"/>
                  <a:gd name="T71" fmla="*/ 428 w 428"/>
                  <a:gd name="T72" fmla="*/ 173 h 173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428" h="173">
                    <a:moveTo>
                      <a:pt x="0" y="2"/>
                    </a:moveTo>
                    <a:lnTo>
                      <a:pt x="160" y="164"/>
                    </a:lnTo>
                    <a:lnTo>
                      <a:pt x="161" y="166"/>
                    </a:lnTo>
                    <a:lnTo>
                      <a:pt x="163" y="167"/>
                    </a:lnTo>
                    <a:lnTo>
                      <a:pt x="168" y="169"/>
                    </a:lnTo>
                    <a:lnTo>
                      <a:pt x="174" y="171"/>
                    </a:lnTo>
                    <a:lnTo>
                      <a:pt x="181" y="173"/>
                    </a:lnTo>
                    <a:lnTo>
                      <a:pt x="189" y="173"/>
                    </a:lnTo>
                    <a:lnTo>
                      <a:pt x="199" y="169"/>
                    </a:lnTo>
                    <a:lnTo>
                      <a:pt x="209" y="163"/>
                    </a:lnTo>
                    <a:lnTo>
                      <a:pt x="428" y="27"/>
                    </a:lnTo>
                    <a:lnTo>
                      <a:pt x="423" y="24"/>
                    </a:lnTo>
                    <a:lnTo>
                      <a:pt x="207" y="156"/>
                    </a:lnTo>
                    <a:lnTo>
                      <a:pt x="206" y="157"/>
                    </a:lnTo>
                    <a:lnTo>
                      <a:pt x="204" y="158"/>
                    </a:lnTo>
                    <a:lnTo>
                      <a:pt x="200" y="161"/>
                    </a:lnTo>
                    <a:lnTo>
                      <a:pt x="194" y="163"/>
                    </a:lnTo>
                    <a:lnTo>
                      <a:pt x="188" y="164"/>
                    </a:lnTo>
                    <a:lnTo>
                      <a:pt x="180" y="164"/>
                    </a:lnTo>
                    <a:lnTo>
                      <a:pt x="172" y="162"/>
                    </a:lnTo>
                    <a:lnTo>
                      <a:pt x="162" y="157"/>
                    </a:lnTo>
                    <a:lnTo>
                      <a:pt x="7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2B0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3" name="Freeform 527"/>
              <p:cNvSpPr>
                <a:spLocks/>
              </p:cNvSpPr>
              <p:nvPr/>
            </p:nvSpPr>
            <p:spPr bwMode="auto">
              <a:xfrm>
                <a:off x="1008" y="1740"/>
                <a:ext cx="3" cy="3"/>
              </a:xfrm>
              <a:custGeom>
                <a:avLst/>
                <a:gdLst>
                  <a:gd name="T0" fmla="*/ 0 w 17"/>
                  <a:gd name="T1" fmla="*/ 0 h 14"/>
                  <a:gd name="T2" fmla="*/ 0 w 17"/>
                  <a:gd name="T3" fmla="*/ 0 h 14"/>
                  <a:gd name="T4" fmla="*/ 0 w 17"/>
                  <a:gd name="T5" fmla="*/ 0 h 14"/>
                  <a:gd name="T6" fmla="*/ 0 w 17"/>
                  <a:gd name="T7" fmla="*/ 0 h 14"/>
                  <a:gd name="T8" fmla="*/ 0 w 17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4"/>
                  <a:gd name="T17" fmla="*/ 17 w 17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4">
                    <a:moveTo>
                      <a:pt x="4" y="14"/>
                    </a:moveTo>
                    <a:lnTo>
                      <a:pt x="17" y="5"/>
                    </a:lnTo>
                    <a:lnTo>
                      <a:pt x="9" y="0"/>
                    </a:lnTo>
                    <a:lnTo>
                      <a:pt x="0" y="11"/>
                    </a:ln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6B2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4" name="Freeform 528"/>
              <p:cNvSpPr>
                <a:spLocks/>
              </p:cNvSpPr>
              <p:nvPr/>
            </p:nvSpPr>
            <p:spPr bwMode="auto">
              <a:xfrm>
                <a:off x="995" y="1740"/>
                <a:ext cx="13" cy="11"/>
              </a:xfrm>
              <a:custGeom>
                <a:avLst/>
                <a:gdLst>
                  <a:gd name="T0" fmla="*/ 0 w 65"/>
                  <a:gd name="T1" fmla="*/ 0 h 53"/>
                  <a:gd name="T2" fmla="*/ 0 w 65"/>
                  <a:gd name="T3" fmla="*/ 0 h 53"/>
                  <a:gd name="T4" fmla="*/ 0 w 65"/>
                  <a:gd name="T5" fmla="*/ 0 h 53"/>
                  <a:gd name="T6" fmla="*/ 0 w 65"/>
                  <a:gd name="T7" fmla="*/ 0 h 53"/>
                  <a:gd name="T8" fmla="*/ 0 w 65"/>
                  <a:gd name="T9" fmla="*/ 0 h 53"/>
                  <a:gd name="T10" fmla="*/ 0 w 65"/>
                  <a:gd name="T11" fmla="*/ 0 h 53"/>
                  <a:gd name="T12" fmla="*/ 0 w 65"/>
                  <a:gd name="T13" fmla="*/ 0 h 53"/>
                  <a:gd name="T14" fmla="*/ 0 w 65"/>
                  <a:gd name="T15" fmla="*/ 0 h 53"/>
                  <a:gd name="T16" fmla="*/ 0 w 65"/>
                  <a:gd name="T17" fmla="*/ 0 h 5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65"/>
                  <a:gd name="T28" fmla="*/ 0 h 53"/>
                  <a:gd name="T29" fmla="*/ 65 w 65"/>
                  <a:gd name="T30" fmla="*/ 53 h 5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65" h="53">
                    <a:moveTo>
                      <a:pt x="40" y="34"/>
                    </a:moveTo>
                    <a:lnTo>
                      <a:pt x="42" y="36"/>
                    </a:lnTo>
                    <a:lnTo>
                      <a:pt x="65" y="12"/>
                    </a:lnTo>
                    <a:lnTo>
                      <a:pt x="47" y="0"/>
                    </a:lnTo>
                    <a:lnTo>
                      <a:pt x="0" y="30"/>
                    </a:lnTo>
                    <a:lnTo>
                      <a:pt x="32" y="53"/>
                    </a:lnTo>
                    <a:lnTo>
                      <a:pt x="34" y="52"/>
                    </a:lnTo>
                    <a:lnTo>
                      <a:pt x="24" y="45"/>
                    </a:lnTo>
                    <a:lnTo>
                      <a:pt x="40" y="34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5" name="Freeform 529"/>
              <p:cNvSpPr>
                <a:spLocks/>
              </p:cNvSpPr>
              <p:nvPr/>
            </p:nvSpPr>
            <p:spPr bwMode="auto">
              <a:xfrm>
                <a:off x="1003" y="1742"/>
                <a:ext cx="6" cy="5"/>
              </a:xfrm>
              <a:custGeom>
                <a:avLst/>
                <a:gdLst>
                  <a:gd name="T0" fmla="*/ 0 w 27"/>
                  <a:gd name="T1" fmla="*/ 0 h 25"/>
                  <a:gd name="T2" fmla="*/ 0 w 27"/>
                  <a:gd name="T3" fmla="*/ 0 h 25"/>
                  <a:gd name="T4" fmla="*/ 0 w 27"/>
                  <a:gd name="T5" fmla="*/ 0 h 25"/>
                  <a:gd name="T6" fmla="*/ 0 w 27"/>
                  <a:gd name="T7" fmla="*/ 0 h 25"/>
                  <a:gd name="T8" fmla="*/ 0 w 27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"/>
                  <a:gd name="T16" fmla="*/ 0 h 25"/>
                  <a:gd name="T17" fmla="*/ 27 w 27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" h="25">
                    <a:moveTo>
                      <a:pt x="0" y="24"/>
                    </a:moveTo>
                    <a:lnTo>
                      <a:pt x="1" y="25"/>
                    </a:lnTo>
                    <a:lnTo>
                      <a:pt x="27" y="3"/>
                    </a:lnTo>
                    <a:lnTo>
                      <a:pt x="23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6" name="Freeform 530"/>
              <p:cNvSpPr>
                <a:spLocks/>
              </p:cNvSpPr>
              <p:nvPr/>
            </p:nvSpPr>
            <p:spPr bwMode="auto">
              <a:xfrm>
                <a:off x="1004" y="1743"/>
                <a:ext cx="7" cy="5"/>
              </a:xfrm>
              <a:custGeom>
                <a:avLst/>
                <a:gdLst>
                  <a:gd name="T0" fmla="*/ 0 w 37"/>
                  <a:gd name="T1" fmla="*/ 0 h 27"/>
                  <a:gd name="T2" fmla="*/ 0 w 37"/>
                  <a:gd name="T3" fmla="*/ 0 h 27"/>
                  <a:gd name="T4" fmla="*/ 0 w 37"/>
                  <a:gd name="T5" fmla="*/ 0 h 27"/>
                  <a:gd name="T6" fmla="*/ 0 w 37"/>
                  <a:gd name="T7" fmla="*/ 0 h 27"/>
                  <a:gd name="T8" fmla="*/ 0 w 37"/>
                  <a:gd name="T9" fmla="*/ 0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27"/>
                  <a:gd name="T17" fmla="*/ 37 w 37"/>
                  <a:gd name="T18" fmla="*/ 27 h 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27">
                    <a:moveTo>
                      <a:pt x="7" y="27"/>
                    </a:moveTo>
                    <a:lnTo>
                      <a:pt x="37" y="7"/>
                    </a:lnTo>
                    <a:lnTo>
                      <a:pt x="26" y="0"/>
                    </a:lnTo>
                    <a:lnTo>
                      <a:pt x="0" y="22"/>
                    </a:lnTo>
                    <a:lnTo>
                      <a:pt x="7" y="27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7" name="Freeform 531"/>
              <p:cNvSpPr>
                <a:spLocks/>
              </p:cNvSpPr>
              <p:nvPr/>
            </p:nvSpPr>
            <p:spPr bwMode="auto">
              <a:xfrm>
                <a:off x="1002" y="1748"/>
                <a:ext cx="3" cy="3"/>
              </a:xfrm>
              <a:custGeom>
                <a:avLst/>
                <a:gdLst>
                  <a:gd name="T0" fmla="*/ 0 w 16"/>
                  <a:gd name="T1" fmla="*/ 0 h 11"/>
                  <a:gd name="T2" fmla="*/ 0 w 16"/>
                  <a:gd name="T3" fmla="*/ 0 h 11"/>
                  <a:gd name="T4" fmla="*/ 0 w 16"/>
                  <a:gd name="T5" fmla="*/ 0 h 11"/>
                  <a:gd name="T6" fmla="*/ 0 w 16"/>
                  <a:gd name="T7" fmla="*/ 0 h 11"/>
                  <a:gd name="T8" fmla="*/ 0 w 16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"/>
                  <a:gd name="T16" fmla="*/ 0 h 11"/>
                  <a:gd name="T17" fmla="*/ 16 w 16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" h="11">
                    <a:moveTo>
                      <a:pt x="1" y="11"/>
                    </a:moveTo>
                    <a:lnTo>
                      <a:pt x="16" y="0"/>
                    </a:lnTo>
                    <a:lnTo>
                      <a:pt x="0" y="10"/>
                    </a:lnTo>
                    <a:lnTo>
                      <a:pt x="1" y="1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8" name="Freeform 532"/>
              <p:cNvSpPr>
                <a:spLocks/>
              </p:cNvSpPr>
              <p:nvPr/>
            </p:nvSpPr>
            <p:spPr bwMode="auto">
              <a:xfrm>
                <a:off x="773" y="1686"/>
                <a:ext cx="116" cy="78"/>
              </a:xfrm>
              <a:custGeom>
                <a:avLst/>
                <a:gdLst>
                  <a:gd name="T0" fmla="*/ 0 w 580"/>
                  <a:gd name="T1" fmla="*/ 0 h 391"/>
                  <a:gd name="T2" fmla="*/ 0 w 580"/>
                  <a:gd name="T3" fmla="*/ 0 h 391"/>
                  <a:gd name="T4" fmla="*/ 0 w 580"/>
                  <a:gd name="T5" fmla="*/ 0 h 391"/>
                  <a:gd name="T6" fmla="*/ 0 w 580"/>
                  <a:gd name="T7" fmla="*/ 0 h 391"/>
                  <a:gd name="T8" fmla="*/ 0 w 580"/>
                  <a:gd name="T9" fmla="*/ 0 h 391"/>
                  <a:gd name="T10" fmla="*/ 0 w 580"/>
                  <a:gd name="T11" fmla="*/ 0 h 391"/>
                  <a:gd name="T12" fmla="*/ 0 w 580"/>
                  <a:gd name="T13" fmla="*/ 0 h 391"/>
                  <a:gd name="T14" fmla="*/ 0 w 580"/>
                  <a:gd name="T15" fmla="*/ 0 h 391"/>
                  <a:gd name="T16" fmla="*/ 0 w 580"/>
                  <a:gd name="T17" fmla="*/ 0 h 391"/>
                  <a:gd name="T18" fmla="*/ 0 w 580"/>
                  <a:gd name="T19" fmla="*/ 0 h 391"/>
                  <a:gd name="T20" fmla="*/ 0 w 580"/>
                  <a:gd name="T21" fmla="*/ 0 h 391"/>
                  <a:gd name="T22" fmla="*/ 0 w 580"/>
                  <a:gd name="T23" fmla="*/ 0 h 391"/>
                  <a:gd name="T24" fmla="*/ 0 w 580"/>
                  <a:gd name="T25" fmla="*/ 0 h 391"/>
                  <a:gd name="T26" fmla="*/ 0 w 580"/>
                  <a:gd name="T27" fmla="*/ 0 h 391"/>
                  <a:gd name="T28" fmla="*/ 0 w 580"/>
                  <a:gd name="T29" fmla="*/ 0 h 391"/>
                  <a:gd name="T30" fmla="*/ 0 w 580"/>
                  <a:gd name="T31" fmla="*/ 0 h 391"/>
                  <a:gd name="T32" fmla="*/ 0 w 580"/>
                  <a:gd name="T33" fmla="*/ 0 h 391"/>
                  <a:gd name="T34" fmla="*/ 0 w 580"/>
                  <a:gd name="T35" fmla="*/ 0 h 391"/>
                  <a:gd name="T36" fmla="*/ 0 w 580"/>
                  <a:gd name="T37" fmla="*/ 0 h 391"/>
                  <a:gd name="T38" fmla="*/ 0 w 580"/>
                  <a:gd name="T39" fmla="*/ 0 h 391"/>
                  <a:gd name="T40" fmla="*/ 0 w 580"/>
                  <a:gd name="T41" fmla="*/ 0 h 391"/>
                  <a:gd name="T42" fmla="*/ 0 w 580"/>
                  <a:gd name="T43" fmla="*/ 0 h 39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580"/>
                  <a:gd name="T67" fmla="*/ 0 h 391"/>
                  <a:gd name="T68" fmla="*/ 580 w 580"/>
                  <a:gd name="T69" fmla="*/ 391 h 391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580" h="391">
                    <a:moveTo>
                      <a:pt x="236" y="384"/>
                    </a:moveTo>
                    <a:lnTo>
                      <a:pt x="220" y="389"/>
                    </a:lnTo>
                    <a:lnTo>
                      <a:pt x="205" y="391"/>
                    </a:lnTo>
                    <a:lnTo>
                      <a:pt x="193" y="390"/>
                    </a:lnTo>
                    <a:lnTo>
                      <a:pt x="183" y="389"/>
                    </a:lnTo>
                    <a:lnTo>
                      <a:pt x="174" y="385"/>
                    </a:lnTo>
                    <a:lnTo>
                      <a:pt x="168" y="383"/>
                    </a:lnTo>
                    <a:lnTo>
                      <a:pt x="165" y="380"/>
                    </a:lnTo>
                    <a:lnTo>
                      <a:pt x="164" y="379"/>
                    </a:lnTo>
                    <a:lnTo>
                      <a:pt x="6" y="234"/>
                    </a:lnTo>
                    <a:lnTo>
                      <a:pt x="0" y="228"/>
                    </a:lnTo>
                    <a:lnTo>
                      <a:pt x="385" y="0"/>
                    </a:lnTo>
                    <a:lnTo>
                      <a:pt x="570" y="132"/>
                    </a:lnTo>
                    <a:lnTo>
                      <a:pt x="571" y="133"/>
                    </a:lnTo>
                    <a:lnTo>
                      <a:pt x="574" y="136"/>
                    </a:lnTo>
                    <a:lnTo>
                      <a:pt x="577" y="141"/>
                    </a:lnTo>
                    <a:lnTo>
                      <a:pt x="578" y="147"/>
                    </a:lnTo>
                    <a:lnTo>
                      <a:pt x="580" y="154"/>
                    </a:lnTo>
                    <a:lnTo>
                      <a:pt x="576" y="162"/>
                    </a:lnTo>
                    <a:lnTo>
                      <a:pt x="570" y="170"/>
                    </a:lnTo>
                    <a:lnTo>
                      <a:pt x="558" y="180"/>
                    </a:lnTo>
                    <a:lnTo>
                      <a:pt x="236" y="384"/>
                    </a:lnTo>
                    <a:close/>
                  </a:path>
                </a:pathLst>
              </a:custGeom>
              <a:solidFill>
                <a:srgbClr val="A0828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9" name="Freeform 533"/>
              <p:cNvSpPr>
                <a:spLocks/>
              </p:cNvSpPr>
              <p:nvPr/>
            </p:nvSpPr>
            <p:spPr bwMode="auto">
              <a:xfrm>
                <a:off x="772" y="1731"/>
                <a:ext cx="2" cy="2"/>
              </a:xfrm>
              <a:custGeom>
                <a:avLst/>
                <a:gdLst>
                  <a:gd name="T0" fmla="*/ 0 w 9"/>
                  <a:gd name="T1" fmla="*/ 0 h 8"/>
                  <a:gd name="T2" fmla="*/ 0 w 9"/>
                  <a:gd name="T3" fmla="*/ 0 h 8"/>
                  <a:gd name="T4" fmla="*/ 0 w 9"/>
                  <a:gd name="T5" fmla="*/ 0 h 8"/>
                  <a:gd name="T6" fmla="*/ 0 w 9"/>
                  <a:gd name="T7" fmla="*/ 0 h 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8"/>
                  <a:gd name="T14" fmla="*/ 9 w 9"/>
                  <a:gd name="T15" fmla="*/ 8 h 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8">
                    <a:moveTo>
                      <a:pt x="0" y="8"/>
                    </a:moveTo>
                    <a:lnTo>
                      <a:pt x="9" y="3"/>
                    </a:lnTo>
                    <a:lnTo>
                      <a:pt x="4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A0388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0" name="Freeform 534"/>
              <p:cNvSpPr>
                <a:spLocks/>
              </p:cNvSpPr>
              <p:nvPr/>
            </p:nvSpPr>
            <p:spPr bwMode="auto">
              <a:xfrm>
                <a:off x="827" y="1698"/>
                <a:ext cx="46" cy="33"/>
              </a:xfrm>
              <a:custGeom>
                <a:avLst/>
                <a:gdLst>
                  <a:gd name="T0" fmla="*/ 0 w 230"/>
                  <a:gd name="T1" fmla="*/ 0 h 162"/>
                  <a:gd name="T2" fmla="*/ 0 w 230"/>
                  <a:gd name="T3" fmla="*/ 0 h 162"/>
                  <a:gd name="T4" fmla="*/ 0 w 230"/>
                  <a:gd name="T5" fmla="*/ 0 h 162"/>
                  <a:gd name="T6" fmla="*/ 0 w 230"/>
                  <a:gd name="T7" fmla="*/ 0 h 162"/>
                  <a:gd name="T8" fmla="*/ 0 w 230"/>
                  <a:gd name="T9" fmla="*/ 0 h 1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0"/>
                  <a:gd name="T16" fmla="*/ 0 h 162"/>
                  <a:gd name="T17" fmla="*/ 230 w 230"/>
                  <a:gd name="T18" fmla="*/ 162 h 1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0" h="162">
                    <a:moveTo>
                      <a:pt x="93" y="0"/>
                    </a:moveTo>
                    <a:lnTo>
                      <a:pt x="230" y="103"/>
                    </a:lnTo>
                    <a:lnTo>
                      <a:pt x="134" y="162"/>
                    </a:lnTo>
                    <a:lnTo>
                      <a:pt x="0" y="54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rgbClr val="6B2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1" name="Freeform 535"/>
              <p:cNvSpPr>
                <a:spLocks/>
              </p:cNvSpPr>
              <p:nvPr/>
            </p:nvSpPr>
            <p:spPr bwMode="auto">
              <a:xfrm>
                <a:off x="727" y="1756"/>
                <a:ext cx="118" cy="133"/>
              </a:xfrm>
              <a:custGeom>
                <a:avLst/>
                <a:gdLst>
                  <a:gd name="T0" fmla="*/ 0 w 589"/>
                  <a:gd name="T1" fmla="*/ 0 h 664"/>
                  <a:gd name="T2" fmla="*/ 0 w 589"/>
                  <a:gd name="T3" fmla="*/ 0 h 664"/>
                  <a:gd name="T4" fmla="*/ 0 w 589"/>
                  <a:gd name="T5" fmla="*/ 0 h 664"/>
                  <a:gd name="T6" fmla="*/ 0 w 589"/>
                  <a:gd name="T7" fmla="*/ 0 h 664"/>
                  <a:gd name="T8" fmla="*/ 0 w 589"/>
                  <a:gd name="T9" fmla="*/ 0 h 664"/>
                  <a:gd name="T10" fmla="*/ 0 w 589"/>
                  <a:gd name="T11" fmla="*/ 0 h 664"/>
                  <a:gd name="T12" fmla="*/ 0 w 589"/>
                  <a:gd name="T13" fmla="*/ 0 h 664"/>
                  <a:gd name="T14" fmla="*/ 0 w 589"/>
                  <a:gd name="T15" fmla="*/ 0 h 664"/>
                  <a:gd name="T16" fmla="*/ 0 w 589"/>
                  <a:gd name="T17" fmla="*/ 0 h 664"/>
                  <a:gd name="T18" fmla="*/ 0 w 589"/>
                  <a:gd name="T19" fmla="*/ 0 h 664"/>
                  <a:gd name="T20" fmla="*/ 0 w 589"/>
                  <a:gd name="T21" fmla="*/ 0 h 664"/>
                  <a:gd name="T22" fmla="*/ 0 w 589"/>
                  <a:gd name="T23" fmla="*/ 0 h 664"/>
                  <a:gd name="T24" fmla="*/ 0 w 589"/>
                  <a:gd name="T25" fmla="*/ 0 h 664"/>
                  <a:gd name="T26" fmla="*/ 0 w 589"/>
                  <a:gd name="T27" fmla="*/ 0 h 66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589"/>
                  <a:gd name="T43" fmla="*/ 0 h 664"/>
                  <a:gd name="T44" fmla="*/ 589 w 589"/>
                  <a:gd name="T45" fmla="*/ 664 h 66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589" h="664">
                    <a:moveTo>
                      <a:pt x="7" y="0"/>
                    </a:moveTo>
                    <a:lnTo>
                      <a:pt x="6" y="0"/>
                    </a:lnTo>
                    <a:lnTo>
                      <a:pt x="0" y="43"/>
                    </a:lnTo>
                    <a:lnTo>
                      <a:pt x="34" y="81"/>
                    </a:lnTo>
                    <a:lnTo>
                      <a:pt x="39" y="56"/>
                    </a:lnTo>
                    <a:lnTo>
                      <a:pt x="73" y="93"/>
                    </a:lnTo>
                    <a:lnTo>
                      <a:pt x="69" y="118"/>
                    </a:lnTo>
                    <a:lnTo>
                      <a:pt x="570" y="657"/>
                    </a:lnTo>
                    <a:lnTo>
                      <a:pt x="572" y="658"/>
                    </a:lnTo>
                    <a:lnTo>
                      <a:pt x="573" y="659"/>
                    </a:lnTo>
                    <a:lnTo>
                      <a:pt x="576" y="662"/>
                    </a:lnTo>
                    <a:lnTo>
                      <a:pt x="580" y="664"/>
                    </a:lnTo>
                    <a:lnTo>
                      <a:pt x="589" y="613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A549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2" name="Freeform 536"/>
              <p:cNvSpPr>
                <a:spLocks/>
              </p:cNvSpPr>
              <p:nvPr/>
            </p:nvSpPr>
            <p:spPr bwMode="auto">
              <a:xfrm>
                <a:off x="734" y="1767"/>
                <a:ext cx="3" cy="5"/>
              </a:xfrm>
              <a:custGeom>
                <a:avLst/>
                <a:gdLst>
                  <a:gd name="T0" fmla="*/ 0 w 18"/>
                  <a:gd name="T1" fmla="*/ 0 h 25"/>
                  <a:gd name="T2" fmla="*/ 0 w 18"/>
                  <a:gd name="T3" fmla="*/ 0 h 25"/>
                  <a:gd name="T4" fmla="*/ 0 w 18"/>
                  <a:gd name="T5" fmla="*/ 0 h 25"/>
                  <a:gd name="T6" fmla="*/ 0 w 18"/>
                  <a:gd name="T7" fmla="*/ 0 h 2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"/>
                  <a:gd name="T13" fmla="*/ 0 h 25"/>
                  <a:gd name="T14" fmla="*/ 18 w 18"/>
                  <a:gd name="T15" fmla="*/ 25 h 2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" h="25">
                    <a:moveTo>
                      <a:pt x="5" y="0"/>
                    </a:moveTo>
                    <a:lnTo>
                      <a:pt x="0" y="25"/>
                    </a:lnTo>
                    <a:lnTo>
                      <a:pt x="18" y="14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4400A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3" name="Freeform 537"/>
              <p:cNvSpPr>
                <a:spLocks/>
              </p:cNvSpPr>
              <p:nvPr/>
            </p:nvSpPr>
            <p:spPr bwMode="auto">
              <a:xfrm>
                <a:off x="793" y="1708"/>
                <a:ext cx="207" cy="155"/>
              </a:xfrm>
              <a:custGeom>
                <a:avLst/>
                <a:gdLst>
                  <a:gd name="T0" fmla="*/ 0 w 1036"/>
                  <a:gd name="T1" fmla="*/ 0 h 772"/>
                  <a:gd name="T2" fmla="*/ 0 w 1036"/>
                  <a:gd name="T3" fmla="*/ 0 h 772"/>
                  <a:gd name="T4" fmla="*/ 0 w 1036"/>
                  <a:gd name="T5" fmla="*/ 0 h 772"/>
                  <a:gd name="T6" fmla="*/ 0 w 1036"/>
                  <a:gd name="T7" fmla="*/ 0 h 772"/>
                  <a:gd name="T8" fmla="*/ 0 w 1036"/>
                  <a:gd name="T9" fmla="*/ 0 h 772"/>
                  <a:gd name="T10" fmla="*/ 0 w 1036"/>
                  <a:gd name="T11" fmla="*/ 0 h 772"/>
                  <a:gd name="T12" fmla="*/ 0 w 1036"/>
                  <a:gd name="T13" fmla="*/ 0 h 772"/>
                  <a:gd name="T14" fmla="*/ 0 w 1036"/>
                  <a:gd name="T15" fmla="*/ 0 h 772"/>
                  <a:gd name="T16" fmla="*/ 0 w 1036"/>
                  <a:gd name="T17" fmla="*/ 0 h 772"/>
                  <a:gd name="T18" fmla="*/ 0 w 1036"/>
                  <a:gd name="T19" fmla="*/ 0 h 772"/>
                  <a:gd name="T20" fmla="*/ 0 w 1036"/>
                  <a:gd name="T21" fmla="*/ 0 h 772"/>
                  <a:gd name="T22" fmla="*/ 0 w 1036"/>
                  <a:gd name="T23" fmla="*/ 0 h 772"/>
                  <a:gd name="T24" fmla="*/ 0 w 1036"/>
                  <a:gd name="T25" fmla="*/ 0 h 772"/>
                  <a:gd name="T26" fmla="*/ 0 w 1036"/>
                  <a:gd name="T27" fmla="*/ 0 h 772"/>
                  <a:gd name="T28" fmla="*/ 0 w 1036"/>
                  <a:gd name="T29" fmla="*/ 0 h 772"/>
                  <a:gd name="T30" fmla="*/ 0 w 1036"/>
                  <a:gd name="T31" fmla="*/ 0 h 772"/>
                  <a:gd name="T32" fmla="*/ 0 w 1036"/>
                  <a:gd name="T33" fmla="*/ 0 h 772"/>
                  <a:gd name="T34" fmla="*/ 0 w 1036"/>
                  <a:gd name="T35" fmla="*/ 0 h 772"/>
                  <a:gd name="T36" fmla="*/ 0 w 1036"/>
                  <a:gd name="T37" fmla="*/ 0 h 772"/>
                  <a:gd name="T38" fmla="*/ 0 w 1036"/>
                  <a:gd name="T39" fmla="*/ 0 h 772"/>
                  <a:gd name="T40" fmla="*/ 0 w 1036"/>
                  <a:gd name="T41" fmla="*/ 0 h 772"/>
                  <a:gd name="T42" fmla="*/ 0 w 1036"/>
                  <a:gd name="T43" fmla="*/ 0 h 772"/>
                  <a:gd name="T44" fmla="*/ 0 w 1036"/>
                  <a:gd name="T45" fmla="*/ 0 h 772"/>
                  <a:gd name="T46" fmla="*/ 0 w 1036"/>
                  <a:gd name="T47" fmla="*/ 0 h 772"/>
                  <a:gd name="T48" fmla="*/ 0 w 1036"/>
                  <a:gd name="T49" fmla="*/ 0 h 772"/>
                  <a:gd name="T50" fmla="*/ 0 w 1036"/>
                  <a:gd name="T51" fmla="*/ 0 h 772"/>
                  <a:gd name="T52" fmla="*/ 0 w 1036"/>
                  <a:gd name="T53" fmla="*/ 0 h 772"/>
                  <a:gd name="T54" fmla="*/ 0 w 1036"/>
                  <a:gd name="T55" fmla="*/ 0 h 772"/>
                  <a:gd name="T56" fmla="*/ 0 w 1036"/>
                  <a:gd name="T57" fmla="*/ 0 h 772"/>
                  <a:gd name="T58" fmla="*/ 0 w 1036"/>
                  <a:gd name="T59" fmla="*/ 0 h 772"/>
                  <a:gd name="T60" fmla="*/ 0 w 1036"/>
                  <a:gd name="T61" fmla="*/ 0 h 772"/>
                  <a:gd name="T62" fmla="*/ 0 w 1036"/>
                  <a:gd name="T63" fmla="*/ 0 h 772"/>
                  <a:gd name="T64" fmla="*/ 0 w 1036"/>
                  <a:gd name="T65" fmla="*/ 0 h 77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36"/>
                  <a:gd name="T100" fmla="*/ 0 h 772"/>
                  <a:gd name="T101" fmla="*/ 1036 w 1036"/>
                  <a:gd name="T102" fmla="*/ 772 h 772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36" h="772">
                    <a:moveTo>
                      <a:pt x="2" y="446"/>
                    </a:moveTo>
                    <a:lnTo>
                      <a:pt x="292" y="756"/>
                    </a:lnTo>
                    <a:lnTo>
                      <a:pt x="294" y="757"/>
                    </a:lnTo>
                    <a:lnTo>
                      <a:pt x="297" y="760"/>
                    </a:lnTo>
                    <a:lnTo>
                      <a:pt x="302" y="765"/>
                    </a:lnTo>
                    <a:lnTo>
                      <a:pt x="309" y="768"/>
                    </a:lnTo>
                    <a:lnTo>
                      <a:pt x="317" y="771"/>
                    </a:lnTo>
                    <a:lnTo>
                      <a:pt x="328" y="772"/>
                    </a:lnTo>
                    <a:lnTo>
                      <a:pt x="340" y="772"/>
                    </a:lnTo>
                    <a:lnTo>
                      <a:pt x="353" y="767"/>
                    </a:lnTo>
                    <a:lnTo>
                      <a:pt x="1024" y="268"/>
                    </a:lnTo>
                    <a:lnTo>
                      <a:pt x="1025" y="267"/>
                    </a:lnTo>
                    <a:lnTo>
                      <a:pt x="1029" y="263"/>
                    </a:lnTo>
                    <a:lnTo>
                      <a:pt x="1032" y="257"/>
                    </a:lnTo>
                    <a:lnTo>
                      <a:pt x="1036" y="248"/>
                    </a:lnTo>
                    <a:lnTo>
                      <a:pt x="1036" y="239"/>
                    </a:lnTo>
                    <a:lnTo>
                      <a:pt x="1034" y="227"/>
                    </a:lnTo>
                    <a:lnTo>
                      <a:pt x="1025" y="216"/>
                    </a:lnTo>
                    <a:lnTo>
                      <a:pt x="1010" y="204"/>
                    </a:lnTo>
                    <a:lnTo>
                      <a:pt x="671" y="3"/>
                    </a:lnTo>
                    <a:lnTo>
                      <a:pt x="670" y="3"/>
                    </a:lnTo>
                    <a:lnTo>
                      <a:pt x="668" y="1"/>
                    </a:lnTo>
                    <a:lnTo>
                      <a:pt x="664" y="0"/>
                    </a:lnTo>
                    <a:lnTo>
                      <a:pt x="659" y="0"/>
                    </a:lnTo>
                    <a:lnTo>
                      <a:pt x="654" y="0"/>
                    </a:lnTo>
                    <a:lnTo>
                      <a:pt x="646" y="1"/>
                    </a:lnTo>
                    <a:lnTo>
                      <a:pt x="638" y="4"/>
                    </a:lnTo>
                    <a:lnTo>
                      <a:pt x="628" y="9"/>
                    </a:lnTo>
                    <a:lnTo>
                      <a:pt x="22" y="403"/>
                    </a:lnTo>
                    <a:lnTo>
                      <a:pt x="17" y="408"/>
                    </a:lnTo>
                    <a:lnTo>
                      <a:pt x="9" y="418"/>
                    </a:lnTo>
                    <a:lnTo>
                      <a:pt x="0" y="432"/>
                    </a:lnTo>
                    <a:lnTo>
                      <a:pt x="2" y="446"/>
                    </a:lnTo>
                    <a:close/>
                  </a:path>
                </a:pathLst>
              </a:custGeom>
              <a:solidFill>
                <a:srgbClr val="EAEA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4" name="Freeform 538"/>
              <p:cNvSpPr>
                <a:spLocks/>
              </p:cNvSpPr>
              <p:nvPr/>
            </p:nvSpPr>
            <p:spPr bwMode="auto">
              <a:xfrm>
                <a:off x="810" y="1719"/>
                <a:ext cx="116" cy="78"/>
              </a:xfrm>
              <a:custGeom>
                <a:avLst/>
                <a:gdLst>
                  <a:gd name="T0" fmla="*/ 0 w 583"/>
                  <a:gd name="T1" fmla="*/ 0 h 388"/>
                  <a:gd name="T2" fmla="*/ 0 w 583"/>
                  <a:gd name="T3" fmla="*/ 0 h 388"/>
                  <a:gd name="T4" fmla="*/ 0 w 583"/>
                  <a:gd name="T5" fmla="*/ 0 h 388"/>
                  <a:gd name="T6" fmla="*/ 0 w 583"/>
                  <a:gd name="T7" fmla="*/ 0 h 388"/>
                  <a:gd name="T8" fmla="*/ 0 w 583"/>
                  <a:gd name="T9" fmla="*/ 0 h 3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3"/>
                  <a:gd name="T16" fmla="*/ 0 h 388"/>
                  <a:gd name="T17" fmla="*/ 583 w 583"/>
                  <a:gd name="T18" fmla="*/ 388 h 3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3" h="388">
                    <a:moveTo>
                      <a:pt x="0" y="383"/>
                    </a:moveTo>
                    <a:lnTo>
                      <a:pt x="2" y="388"/>
                    </a:lnTo>
                    <a:lnTo>
                      <a:pt x="583" y="5"/>
                    </a:lnTo>
                    <a:lnTo>
                      <a:pt x="579" y="0"/>
                    </a:lnTo>
                    <a:lnTo>
                      <a:pt x="0" y="38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5" name="Freeform 539"/>
              <p:cNvSpPr>
                <a:spLocks/>
              </p:cNvSpPr>
              <p:nvPr/>
            </p:nvSpPr>
            <p:spPr bwMode="auto">
              <a:xfrm>
                <a:off x="818" y="1724"/>
                <a:ext cx="117" cy="80"/>
              </a:xfrm>
              <a:custGeom>
                <a:avLst/>
                <a:gdLst>
                  <a:gd name="T0" fmla="*/ 0 w 585"/>
                  <a:gd name="T1" fmla="*/ 0 h 398"/>
                  <a:gd name="T2" fmla="*/ 0 w 585"/>
                  <a:gd name="T3" fmla="*/ 0 h 398"/>
                  <a:gd name="T4" fmla="*/ 0 w 585"/>
                  <a:gd name="T5" fmla="*/ 0 h 398"/>
                  <a:gd name="T6" fmla="*/ 0 w 585"/>
                  <a:gd name="T7" fmla="*/ 0 h 398"/>
                  <a:gd name="T8" fmla="*/ 0 w 585"/>
                  <a:gd name="T9" fmla="*/ 0 h 39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5"/>
                  <a:gd name="T16" fmla="*/ 0 h 398"/>
                  <a:gd name="T17" fmla="*/ 585 w 585"/>
                  <a:gd name="T18" fmla="*/ 398 h 39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5" h="398">
                    <a:moveTo>
                      <a:pt x="0" y="392"/>
                    </a:moveTo>
                    <a:lnTo>
                      <a:pt x="2" y="398"/>
                    </a:lnTo>
                    <a:lnTo>
                      <a:pt x="585" y="5"/>
                    </a:lnTo>
                    <a:lnTo>
                      <a:pt x="581" y="0"/>
                    </a:lnTo>
                    <a:lnTo>
                      <a:pt x="0" y="39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6" name="Freeform 540"/>
              <p:cNvSpPr>
                <a:spLocks/>
              </p:cNvSpPr>
              <p:nvPr/>
            </p:nvSpPr>
            <p:spPr bwMode="auto">
              <a:xfrm>
                <a:off x="827" y="1729"/>
                <a:ext cx="117" cy="82"/>
              </a:xfrm>
              <a:custGeom>
                <a:avLst/>
                <a:gdLst>
                  <a:gd name="T0" fmla="*/ 0 w 586"/>
                  <a:gd name="T1" fmla="*/ 0 h 409"/>
                  <a:gd name="T2" fmla="*/ 0 w 586"/>
                  <a:gd name="T3" fmla="*/ 0 h 409"/>
                  <a:gd name="T4" fmla="*/ 0 w 586"/>
                  <a:gd name="T5" fmla="*/ 0 h 409"/>
                  <a:gd name="T6" fmla="*/ 0 w 586"/>
                  <a:gd name="T7" fmla="*/ 0 h 409"/>
                  <a:gd name="T8" fmla="*/ 0 w 586"/>
                  <a:gd name="T9" fmla="*/ 0 h 40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6"/>
                  <a:gd name="T16" fmla="*/ 0 h 409"/>
                  <a:gd name="T17" fmla="*/ 586 w 586"/>
                  <a:gd name="T18" fmla="*/ 409 h 40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6" h="409">
                    <a:moveTo>
                      <a:pt x="0" y="403"/>
                    </a:moveTo>
                    <a:lnTo>
                      <a:pt x="2" y="409"/>
                    </a:lnTo>
                    <a:lnTo>
                      <a:pt x="586" y="5"/>
                    </a:lnTo>
                    <a:lnTo>
                      <a:pt x="584" y="0"/>
                    </a:lnTo>
                    <a:lnTo>
                      <a:pt x="0" y="40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7" name="Freeform 541"/>
              <p:cNvSpPr>
                <a:spLocks/>
              </p:cNvSpPr>
              <p:nvPr/>
            </p:nvSpPr>
            <p:spPr bwMode="auto">
              <a:xfrm>
                <a:off x="835" y="1734"/>
                <a:ext cx="118" cy="84"/>
              </a:xfrm>
              <a:custGeom>
                <a:avLst/>
                <a:gdLst>
                  <a:gd name="T0" fmla="*/ 0 w 589"/>
                  <a:gd name="T1" fmla="*/ 0 h 420"/>
                  <a:gd name="T2" fmla="*/ 0 w 589"/>
                  <a:gd name="T3" fmla="*/ 0 h 420"/>
                  <a:gd name="T4" fmla="*/ 0 w 589"/>
                  <a:gd name="T5" fmla="*/ 0 h 420"/>
                  <a:gd name="T6" fmla="*/ 0 w 589"/>
                  <a:gd name="T7" fmla="*/ 0 h 420"/>
                  <a:gd name="T8" fmla="*/ 0 w 589"/>
                  <a:gd name="T9" fmla="*/ 0 h 4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9"/>
                  <a:gd name="T16" fmla="*/ 0 h 420"/>
                  <a:gd name="T17" fmla="*/ 589 w 589"/>
                  <a:gd name="T18" fmla="*/ 420 h 4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9" h="420">
                    <a:moveTo>
                      <a:pt x="0" y="414"/>
                    </a:moveTo>
                    <a:lnTo>
                      <a:pt x="2" y="420"/>
                    </a:lnTo>
                    <a:lnTo>
                      <a:pt x="589" y="5"/>
                    </a:lnTo>
                    <a:lnTo>
                      <a:pt x="586" y="0"/>
                    </a:lnTo>
                    <a:lnTo>
                      <a:pt x="0" y="41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8" name="Freeform 542"/>
              <p:cNvSpPr>
                <a:spLocks/>
              </p:cNvSpPr>
              <p:nvPr/>
            </p:nvSpPr>
            <p:spPr bwMode="auto">
              <a:xfrm>
                <a:off x="844" y="1739"/>
                <a:ext cx="118" cy="87"/>
              </a:xfrm>
              <a:custGeom>
                <a:avLst/>
                <a:gdLst>
                  <a:gd name="T0" fmla="*/ 0 w 592"/>
                  <a:gd name="T1" fmla="*/ 0 h 432"/>
                  <a:gd name="T2" fmla="*/ 0 w 592"/>
                  <a:gd name="T3" fmla="*/ 0 h 432"/>
                  <a:gd name="T4" fmla="*/ 0 w 592"/>
                  <a:gd name="T5" fmla="*/ 0 h 432"/>
                  <a:gd name="T6" fmla="*/ 0 w 592"/>
                  <a:gd name="T7" fmla="*/ 0 h 432"/>
                  <a:gd name="T8" fmla="*/ 0 w 592"/>
                  <a:gd name="T9" fmla="*/ 0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92"/>
                  <a:gd name="T16" fmla="*/ 0 h 432"/>
                  <a:gd name="T17" fmla="*/ 592 w 592"/>
                  <a:gd name="T18" fmla="*/ 432 h 4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92" h="432">
                    <a:moveTo>
                      <a:pt x="0" y="427"/>
                    </a:moveTo>
                    <a:lnTo>
                      <a:pt x="2" y="432"/>
                    </a:lnTo>
                    <a:lnTo>
                      <a:pt x="592" y="5"/>
                    </a:lnTo>
                    <a:lnTo>
                      <a:pt x="588" y="0"/>
                    </a:lnTo>
                    <a:lnTo>
                      <a:pt x="0" y="42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9" name="Freeform 543"/>
              <p:cNvSpPr>
                <a:spLocks/>
              </p:cNvSpPr>
              <p:nvPr/>
            </p:nvSpPr>
            <p:spPr bwMode="auto">
              <a:xfrm>
                <a:off x="853" y="1745"/>
                <a:ext cx="119" cy="88"/>
              </a:xfrm>
              <a:custGeom>
                <a:avLst/>
                <a:gdLst>
                  <a:gd name="T0" fmla="*/ 0 w 593"/>
                  <a:gd name="T1" fmla="*/ 0 h 443"/>
                  <a:gd name="T2" fmla="*/ 0 w 593"/>
                  <a:gd name="T3" fmla="*/ 0 h 443"/>
                  <a:gd name="T4" fmla="*/ 0 w 593"/>
                  <a:gd name="T5" fmla="*/ 0 h 443"/>
                  <a:gd name="T6" fmla="*/ 0 w 593"/>
                  <a:gd name="T7" fmla="*/ 0 h 443"/>
                  <a:gd name="T8" fmla="*/ 0 w 593"/>
                  <a:gd name="T9" fmla="*/ 0 h 4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93"/>
                  <a:gd name="T16" fmla="*/ 0 h 443"/>
                  <a:gd name="T17" fmla="*/ 593 w 593"/>
                  <a:gd name="T18" fmla="*/ 443 h 4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93" h="443">
                    <a:moveTo>
                      <a:pt x="0" y="438"/>
                    </a:moveTo>
                    <a:lnTo>
                      <a:pt x="2" y="443"/>
                    </a:lnTo>
                    <a:lnTo>
                      <a:pt x="593" y="6"/>
                    </a:lnTo>
                    <a:lnTo>
                      <a:pt x="590" y="0"/>
                    </a:lnTo>
                    <a:lnTo>
                      <a:pt x="0" y="43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0" name="Freeform 544"/>
              <p:cNvSpPr>
                <a:spLocks/>
              </p:cNvSpPr>
              <p:nvPr/>
            </p:nvSpPr>
            <p:spPr bwMode="auto">
              <a:xfrm>
                <a:off x="862" y="1750"/>
                <a:ext cx="119" cy="91"/>
              </a:xfrm>
              <a:custGeom>
                <a:avLst/>
                <a:gdLst>
                  <a:gd name="T0" fmla="*/ 0 w 596"/>
                  <a:gd name="T1" fmla="*/ 0 h 456"/>
                  <a:gd name="T2" fmla="*/ 0 w 596"/>
                  <a:gd name="T3" fmla="*/ 0 h 456"/>
                  <a:gd name="T4" fmla="*/ 0 w 596"/>
                  <a:gd name="T5" fmla="*/ 0 h 456"/>
                  <a:gd name="T6" fmla="*/ 0 w 596"/>
                  <a:gd name="T7" fmla="*/ 0 h 456"/>
                  <a:gd name="T8" fmla="*/ 0 w 596"/>
                  <a:gd name="T9" fmla="*/ 0 h 4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96"/>
                  <a:gd name="T16" fmla="*/ 0 h 456"/>
                  <a:gd name="T17" fmla="*/ 596 w 596"/>
                  <a:gd name="T18" fmla="*/ 456 h 4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96" h="456">
                    <a:moveTo>
                      <a:pt x="0" y="450"/>
                    </a:moveTo>
                    <a:lnTo>
                      <a:pt x="4" y="456"/>
                    </a:lnTo>
                    <a:lnTo>
                      <a:pt x="596" y="6"/>
                    </a:lnTo>
                    <a:lnTo>
                      <a:pt x="593" y="0"/>
                    </a:lnTo>
                    <a:lnTo>
                      <a:pt x="0" y="45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1" name="Freeform 545"/>
              <p:cNvSpPr>
                <a:spLocks/>
              </p:cNvSpPr>
              <p:nvPr/>
            </p:nvSpPr>
            <p:spPr bwMode="auto">
              <a:xfrm>
                <a:off x="827" y="1698"/>
                <a:ext cx="46" cy="21"/>
              </a:xfrm>
              <a:custGeom>
                <a:avLst/>
                <a:gdLst>
                  <a:gd name="T0" fmla="*/ 0 w 230"/>
                  <a:gd name="T1" fmla="*/ 0 h 104"/>
                  <a:gd name="T2" fmla="*/ 0 w 230"/>
                  <a:gd name="T3" fmla="*/ 0 h 104"/>
                  <a:gd name="T4" fmla="*/ 0 w 230"/>
                  <a:gd name="T5" fmla="*/ 0 h 104"/>
                  <a:gd name="T6" fmla="*/ 0 w 230"/>
                  <a:gd name="T7" fmla="*/ 0 h 104"/>
                  <a:gd name="T8" fmla="*/ 0 w 230"/>
                  <a:gd name="T9" fmla="*/ 0 h 104"/>
                  <a:gd name="T10" fmla="*/ 0 w 230"/>
                  <a:gd name="T11" fmla="*/ 0 h 104"/>
                  <a:gd name="T12" fmla="*/ 0 w 230"/>
                  <a:gd name="T13" fmla="*/ 0 h 1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30"/>
                  <a:gd name="T22" fmla="*/ 0 h 104"/>
                  <a:gd name="T23" fmla="*/ 230 w 230"/>
                  <a:gd name="T24" fmla="*/ 104 h 1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30" h="104">
                    <a:moveTo>
                      <a:pt x="0" y="54"/>
                    </a:moveTo>
                    <a:lnTo>
                      <a:pt x="93" y="0"/>
                    </a:lnTo>
                    <a:lnTo>
                      <a:pt x="230" y="103"/>
                    </a:lnTo>
                    <a:lnTo>
                      <a:pt x="225" y="104"/>
                    </a:lnTo>
                    <a:lnTo>
                      <a:pt x="93" y="5"/>
                    </a:lnTo>
                    <a:lnTo>
                      <a:pt x="5" y="56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2" name="Freeform 546"/>
              <p:cNvSpPr>
                <a:spLocks/>
              </p:cNvSpPr>
              <p:nvPr/>
            </p:nvSpPr>
            <p:spPr bwMode="auto">
              <a:xfrm>
                <a:off x="772" y="1718"/>
                <a:ext cx="116" cy="47"/>
              </a:xfrm>
              <a:custGeom>
                <a:avLst/>
                <a:gdLst>
                  <a:gd name="T0" fmla="*/ 0 w 578"/>
                  <a:gd name="T1" fmla="*/ 0 h 234"/>
                  <a:gd name="T2" fmla="*/ 0 w 578"/>
                  <a:gd name="T3" fmla="*/ 0 h 234"/>
                  <a:gd name="T4" fmla="*/ 0 w 578"/>
                  <a:gd name="T5" fmla="*/ 0 h 234"/>
                  <a:gd name="T6" fmla="*/ 0 w 578"/>
                  <a:gd name="T7" fmla="*/ 0 h 234"/>
                  <a:gd name="T8" fmla="*/ 0 w 578"/>
                  <a:gd name="T9" fmla="*/ 0 h 234"/>
                  <a:gd name="T10" fmla="*/ 0 w 578"/>
                  <a:gd name="T11" fmla="*/ 0 h 234"/>
                  <a:gd name="T12" fmla="*/ 0 w 578"/>
                  <a:gd name="T13" fmla="*/ 0 h 234"/>
                  <a:gd name="T14" fmla="*/ 0 w 578"/>
                  <a:gd name="T15" fmla="*/ 0 h 234"/>
                  <a:gd name="T16" fmla="*/ 0 w 578"/>
                  <a:gd name="T17" fmla="*/ 0 h 234"/>
                  <a:gd name="T18" fmla="*/ 0 w 578"/>
                  <a:gd name="T19" fmla="*/ 0 h 234"/>
                  <a:gd name="T20" fmla="*/ 0 w 578"/>
                  <a:gd name="T21" fmla="*/ 0 h 234"/>
                  <a:gd name="T22" fmla="*/ 0 w 578"/>
                  <a:gd name="T23" fmla="*/ 0 h 234"/>
                  <a:gd name="T24" fmla="*/ 0 w 578"/>
                  <a:gd name="T25" fmla="*/ 0 h 234"/>
                  <a:gd name="T26" fmla="*/ 0 w 578"/>
                  <a:gd name="T27" fmla="*/ 0 h 234"/>
                  <a:gd name="T28" fmla="*/ 0 w 578"/>
                  <a:gd name="T29" fmla="*/ 0 h 234"/>
                  <a:gd name="T30" fmla="*/ 0 w 578"/>
                  <a:gd name="T31" fmla="*/ 0 h 234"/>
                  <a:gd name="T32" fmla="*/ 0 w 578"/>
                  <a:gd name="T33" fmla="*/ 0 h 234"/>
                  <a:gd name="T34" fmla="*/ 0 w 578"/>
                  <a:gd name="T35" fmla="*/ 0 h 234"/>
                  <a:gd name="T36" fmla="*/ 0 w 578"/>
                  <a:gd name="T37" fmla="*/ 0 h 234"/>
                  <a:gd name="T38" fmla="*/ 0 w 578"/>
                  <a:gd name="T39" fmla="*/ 0 h 234"/>
                  <a:gd name="T40" fmla="*/ 0 w 578"/>
                  <a:gd name="T41" fmla="*/ 0 h 234"/>
                  <a:gd name="T42" fmla="*/ 0 w 578"/>
                  <a:gd name="T43" fmla="*/ 0 h 234"/>
                  <a:gd name="T44" fmla="*/ 0 w 578"/>
                  <a:gd name="T45" fmla="*/ 0 h 234"/>
                  <a:gd name="T46" fmla="*/ 0 w 578"/>
                  <a:gd name="T47" fmla="*/ 0 h 234"/>
                  <a:gd name="T48" fmla="*/ 0 w 578"/>
                  <a:gd name="T49" fmla="*/ 0 h 234"/>
                  <a:gd name="T50" fmla="*/ 0 w 578"/>
                  <a:gd name="T51" fmla="*/ 0 h 234"/>
                  <a:gd name="T52" fmla="*/ 0 w 578"/>
                  <a:gd name="T53" fmla="*/ 0 h 234"/>
                  <a:gd name="T54" fmla="*/ 0 w 578"/>
                  <a:gd name="T55" fmla="*/ 0 h 234"/>
                  <a:gd name="T56" fmla="*/ 0 w 578"/>
                  <a:gd name="T57" fmla="*/ 0 h 234"/>
                  <a:gd name="T58" fmla="*/ 0 w 578"/>
                  <a:gd name="T59" fmla="*/ 0 h 234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578"/>
                  <a:gd name="T91" fmla="*/ 0 h 234"/>
                  <a:gd name="T92" fmla="*/ 578 w 578"/>
                  <a:gd name="T93" fmla="*/ 234 h 234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578" h="234">
                    <a:moveTo>
                      <a:pt x="0" y="72"/>
                    </a:moveTo>
                    <a:lnTo>
                      <a:pt x="165" y="224"/>
                    </a:lnTo>
                    <a:lnTo>
                      <a:pt x="166" y="225"/>
                    </a:lnTo>
                    <a:lnTo>
                      <a:pt x="171" y="228"/>
                    </a:lnTo>
                    <a:lnTo>
                      <a:pt x="177" y="230"/>
                    </a:lnTo>
                    <a:lnTo>
                      <a:pt x="186" y="233"/>
                    </a:lnTo>
                    <a:lnTo>
                      <a:pt x="197" y="234"/>
                    </a:lnTo>
                    <a:lnTo>
                      <a:pt x="210" y="234"/>
                    </a:lnTo>
                    <a:lnTo>
                      <a:pt x="223" y="233"/>
                    </a:lnTo>
                    <a:lnTo>
                      <a:pt x="239" y="227"/>
                    </a:lnTo>
                    <a:lnTo>
                      <a:pt x="566" y="18"/>
                    </a:lnTo>
                    <a:lnTo>
                      <a:pt x="569" y="17"/>
                    </a:lnTo>
                    <a:lnTo>
                      <a:pt x="572" y="12"/>
                    </a:lnTo>
                    <a:lnTo>
                      <a:pt x="576" y="6"/>
                    </a:lnTo>
                    <a:lnTo>
                      <a:pt x="578" y="0"/>
                    </a:lnTo>
                    <a:lnTo>
                      <a:pt x="577" y="2"/>
                    </a:lnTo>
                    <a:lnTo>
                      <a:pt x="572" y="7"/>
                    </a:lnTo>
                    <a:lnTo>
                      <a:pt x="567" y="12"/>
                    </a:lnTo>
                    <a:lnTo>
                      <a:pt x="561" y="16"/>
                    </a:lnTo>
                    <a:lnTo>
                      <a:pt x="237" y="222"/>
                    </a:lnTo>
                    <a:lnTo>
                      <a:pt x="235" y="223"/>
                    </a:lnTo>
                    <a:lnTo>
                      <a:pt x="230" y="224"/>
                    </a:lnTo>
                    <a:lnTo>
                      <a:pt x="223" y="227"/>
                    </a:lnTo>
                    <a:lnTo>
                      <a:pt x="213" y="228"/>
                    </a:lnTo>
                    <a:lnTo>
                      <a:pt x="202" y="229"/>
                    </a:lnTo>
                    <a:lnTo>
                      <a:pt x="190" y="229"/>
                    </a:lnTo>
                    <a:lnTo>
                      <a:pt x="178" y="227"/>
                    </a:lnTo>
                    <a:lnTo>
                      <a:pt x="167" y="221"/>
                    </a:lnTo>
                    <a:lnTo>
                      <a:pt x="6" y="69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3" name="Freeform 547"/>
              <p:cNvSpPr>
                <a:spLocks/>
              </p:cNvSpPr>
              <p:nvPr/>
            </p:nvSpPr>
            <p:spPr bwMode="auto">
              <a:xfrm>
                <a:off x="833" y="1856"/>
                <a:ext cx="15" cy="12"/>
              </a:xfrm>
              <a:custGeom>
                <a:avLst/>
                <a:gdLst>
                  <a:gd name="T0" fmla="*/ 0 w 78"/>
                  <a:gd name="T1" fmla="*/ 0 h 60"/>
                  <a:gd name="T2" fmla="*/ 0 w 78"/>
                  <a:gd name="T3" fmla="*/ 0 h 60"/>
                  <a:gd name="T4" fmla="*/ 0 w 78"/>
                  <a:gd name="T5" fmla="*/ 0 h 60"/>
                  <a:gd name="T6" fmla="*/ 0 w 78"/>
                  <a:gd name="T7" fmla="*/ 0 h 60"/>
                  <a:gd name="T8" fmla="*/ 0 w 78"/>
                  <a:gd name="T9" fmla="*/ 0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60"/>
                  <a:gd name="T17" fmla="*/ 78 w 78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60">
                    <a:moveTo>
                      <a:pt x="0" y="30"/>
                    </a:moveTo>
                    <a:lnTo>
                      <a:pt x="28" y="60"/>
                    </a:lnTo>
                    <a:lnTo>
                      <a:pt x="78" y="28"/>
                    </a:lnTo>
                    <a:lnTo>
                      <a:pt x="47" y="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2B0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4" name="Freeform 548"/>
              <p:cNvSpPr>
                <a:spLocks/>
              </p:cNvSpPr>
              <p:nvPr/>
            </p:nvSpPr>
            <p:spPr bwMode="auto">
              <a:xfrm>
                <a:off x="728" y="1756"/>
                <a:ext cx="125" cy="133"/>
              </a:xfrm>
              <a:custGeom>
                <a:avLst/>
                <a:gdLst>
                  <a:gd name="T0" fmla="*/ 0 w 625"/>
                  <a:gd name="T1" fmla="*/ 0 h 667"/>
                  <a:gd name="T2" fmla="*/ 0 w 625"/>
                  <a:gd name="T3" fmla="*/ 0 h 667"/>
                  <a:gd name="T4" fmla="*/ 0 w 625"/>
                  <a:gd name="T5" fmla="*/ 0 h 667"/>
                  <a:gd name="T6" fmla="*/ 0 w 625"/>
                  <a:gd name="T7" fmla="*/ 0 h 667"/>
                  <a:gd name="T8" fmla="*/ 0 w 625"/>
                  <a:gd name="T9" fmla="*/ 0 h 667"/>
                  <a:gd name="T10" fmla="*/ 0 w 625"/>
                  <a:gd name="T11" fmla="*/ 0 h 667"/>
                  <a:gd name="T12" fmla="*/ 0 w 625"/>
                  <a:gd name="T13" fmla="*/ 0 h 667"/>
                  <a:gd name="T14" fmla="*/ 0 w 625"/>
                  <a:gd name="T15" fmla="*/ 0 h 667"/>
                  <a:gd name="T16" fmla="*/ 0 w 625"/>
                  <a:gd name="T17" fmla="*/ 0 h 667"/>
                  <a:gd name="T18" fmla="*/ 0 w 625"/>
                  <a:gd name="T19" fmla="*/ 0 h 667"/>
                  <a:gd name="T20" fmla="*/ 0 w 625"/>
                  <a:gd name="T21" fmla="*/ 0 h 667"/>
                  <a:gd name="T22" fmla="*/ 0 w 625"/>
                  <a:gd name="T23" fmla="*/ 0 h 667"/>
                  <a:gd name="T24" fmla="*/ 0 w 625"/>
                  <a:gd name="T25" fmla="*/ 0 h 667"/>
                  <a:gd name="T26" fmla="*/ 0 w 625"/>
                  <a:gd name="T27" fmla="*/ 0 h 667"/>
                  <a:gd name="T28" fmla="*/ 0 w 625"/>
                  <a:gd name="T29" fmla="*/ 0 h 667"/>
                  <a:gd name="T30" fmla="*/ 0 w 625"/>
                  <a:gd name="T31" fmla="*/ 0 h 667"/>
                  <a:gd name="T32" fmla="*/ 0 w 625"/>
                  <a:gd name="T33" fmla="*/ 0 h 667"/>
                  <a:gd name="T34" fmla="*/ 0 w 625"/>
                  <a:gd name="T35" fmla="*/ 0 h 667"/>
                  <a:gd name="T36" fmla="*/ 0 w 625"/>
                  <a:gd name="T37" fmla="*/ 0 h 667"/>
                  <a:gd name="T38" fmla="*/ 0 w 625"/>
                  <a:gd name="T39" fmla="*/ 0 h 667"/>
                  <a:gd name="T40" fmla="*/ 0 w 625"/>
                  <a:gd name="T41" fmla="*/ 0 h 667"/>
                  <a:gd name="T42" fmla="*/ 0 w 625"/>
                  <a:gd name="T43" fmla="*/ 0 h 66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25"/>
                  <a:gd name="T67" fmla="*/ 0 h 667"/>
                  <a:gd name="T68" fmla="*/ 625 w 625"/>
                  <a:gd name="T69" fmla="*/ 667 h 667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25" h="667">
                    <a:moveTo>
                      <a:pt x="3" y="0"/>
                    </a:moveTo>
                    <a:lnTo>
                      <a:pt x="585" y="613"/>
                    </a:lnTo>
                    <a:lnTo>
                      <a:pt x="587" y="613"/>
                    </a:lnTo>
                    <a:lnTo>
                      <a:pt x="589" y="615"/>
                    </a:lnTo>
                    <a:lnTo>
                      <a:pt x="594" y="616"/>
                    </a:lnTo>
                    <a:lnTo>
                      <a:pt x="599" y="619"/>
                    </a:lnTo>
                    <a:lnTo>
                      <a:pt x="605" y="620"/>
                    </a:lnTo>
                    <a:lnTo>
                      <a:pt x="612" y="619"/>
                    </a:lnTo>
                    <a:lnTo>
                      <a:pt x="619" y="617"/>
                    </a:lnTo>
                    <a:lnTo>
                      <a:pt x="625" y="614"/>
                    </a:lnTo>
                    <a:lnTo>
                      <a:pt x="616" y="663"/>
                    </a:lnTo>
                    <a:lnTo>
                      <a:pt x="615" y="663"/>
                    </a:lnTo>
                    <a:lnTo>
                      <a:pt x="613" y="664"/>
                    </a:lnTo>
                    <a:lnTo>
                      <a:pt x="609" y="666"/>
                    </a:lnTo>
                    <a:lnTo>
                      <a:pt x="603" y="666"/>
                    </a:lnTo>
                    <a:lnTo>
                      <a:pt x="597" y="667"/>
                    </a:lnTo>
                    <a:lnTo>
                      <a:pt x="590" y="666"/>
                    </a:lnTo>
                    <a:lnTo>
                      <a:pt x="583" y="665"/>
                    </a:lnTo>
                    <a:lnTo>
                      <a:pt x="575" y="660"/>
                    </a:lnTo>
                    <a:lnTo>
                      <a:pt x="582" y="625"/>
                    </a:lnTo>
                    <a:lnTo>
                      <a:pt x="0" y="8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F984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5" name="Freeform 549"/>
              <p:cNvSpPr>
                <a:spLocks/>
              </p:cNvSpPr>
              <p:nvPr/>
            </p:nvSpPr>
            <p:spPr bwMode="auto">
              <a:xfrm>
                <a:off x="842" y="1857"/>
                <a:ext cx="4" cy="5"/>
              </a:xfrm>
              <a:custGeom>
                <a:avLst/>
                <a:gdLst>
                  <a:gd name="T0" fmla="*/ 0 w 23"/>
                  <a:gd name="T1" fmla="*/ 0 h 25"/>
                  <a:gd name="T2" fmla="*/ 0 w 23"/>
                  <a:gd name="T3" fmla="*/ 0 h 25"/>
                  <a:gd name="T4" fmla="*/ 0 w 23"/>
                  <a:gd name="T5" fmla="*/ 0 h 25"/>
                  <a:gd name="T6" fmla="*/ 0 w 23"/>
                  <a:gd name="T7" fmla="*/ 0 h 25"/>
                  <a:gd name="T8" fmla="*/ 0 w 23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"/>
                  <a:gd name="T16" fmla="*/ 0 h 25"/>
                  <a:gd name="T17" fmla="*/ 23 w 23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" h="25">
                    <a:moveTo>
                      <a:pt x="0" y="0"/>
                    </a:moveTo>
                    <a:lnTo>
                      <a:pt x="0" y="15"/>
                    </a:lnTo>
                    <a:lnTo>
                      <a:pt x="15" y="25"/>
                    </a:lnTo>
                    <a:lnTo>
                      <a:pt x="23" y="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6" name="Freeform 550"/>
              <p:cNvSpPr>
                <a:spLocks/>
              </p:cNvSpPr>
              <p:nvPr/>
            </p:nvSpPr>
            <p:spPr bwMode="auto">
              <a:xfrm>
                <a:off x="774" y="1731"/>
                <a:ext cx="45" cy="33"/>
              </a:xfrm>
              <a:custGeom>
                <a:avLst/>
                <a:gdLst>
                  <a:gd name="T0" fmla="*/ 0 w 228"/>
                  <a:gd name="T1" fmla="*/ 0 h 164"/>
                  <a:gd name="T2" fmla="*/ 0 w 228"/>
                  <a:gd name="T3" fmla="*/ 0 h 164"/>
                  <a:gd name="T4" fmla="*/ 0 w 228"/>
                  <a:gd name="T5" fmla="*/ 0 h 164"/>
                  <a:gd name="T6" fmla="*/ 0 w 228"/>
                  <a:gd name="T7" fmla="*/ 0 h 164"/>
                  <a:gd name="T8" fmla="*/ 0 w 228"/>
                  <a:gd name="T9" fmla="*/ 0 h 164"/>
                  <a:gd name="T10" fmla="*/ 0 w 228"/>
                  <a:gd name="T11" fmla="*/ 0 h 164"/>
                  <a:gd name="T12" fmla="*/ 0 w 228"/>
                  <a:gd name="T13" fmla="*/ 0 h 164"/>
                  <a:gd name="T14" fmla="*/ 0 w 228"/>
                  <a:gd name="T15" fmla="*/ 0 h 164"/>
                  <a:gd name="T16" fmla="*/ 0 w 228"/>
                  <a:gd name="T17" fmla="*/ 0 h 164"/>
                  <a:gd name="T18" fmla="*/ 0 w 228"/>
                  <a:gd name="T19" fmla="*/ 0 h 164"/>
                  <a:gd name="T20" fmla="*/ 0 w 228"/>
                  <a:gd name="T21" fmla="*/ 0 h 164"/>
                  <a:gd name="T22" fmla="*/ 0 w 228"/>
                  <a:gd name="T23" fmla="*/ 0 h 164"/>
                  <a:gd name="T24" fmla="*/ 0 w 228"/>
                  <a:gd name="T25" fmla="*/ 0 h 164"/>
                  <a:gd name="T26" fmla="*/ 0 w 228"/>
                  <a:gd name="T27" fmla="*/ 0 h 164"/>
                  <a:gd name="T28" fmla="*/ 0 w 228"/>
                  <a:gd name="T29" fmla="*/ 0 h 164"/>
                  <a:gd name="T30" fmla="*/ 0 w 228"/>
                  <a:gd name="T31" fmla="*/ 0 h 164"/>
                  <a:gd name="T32" fmla="*/ 0 w 228"/>
                  <a:gd name="T33" fmla="*/ 0 h 164"/>
                  <a:gd name="T34" fmla="*/ 0 w 228"/>
                  <a:gd name="T35" fmla="*/ 0 h 164"/>
                  <a:gd name="T36" fmla="*/ 0 w 228"/>
                  <a:gd name="T37" fmla="*/ 0 h 164"/>
                  <a:gd name="T38" fmla="*/ 0 w 228"/>
                  <a:gd name="T39" fmla="*/ 0 h 16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28"/>
                  <a:gd name="T61" fmla="*/ 0 h 164"/>
                  <a:gd name="T62" fmla="*/ 228 w 228"/>
                  <a:gd name="T63" fmla="*/ 164 h 16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28" h="164">
                    <a:moveTo>
                      <a:pt x="6" y="0"/>
                    </a:moveTo>
                    <a:lnTo>
                      <a:pt x="168" y="151"/>
                    </a:lnTo>
                    <a:lnTo>
                      <a:pt x="170" y="152"/>
                    </a:lnTo>
                    <a:lnTo>
                      <a:pt x="172" y="153"/>
                    </a:lnTo>
                    <a:lnTo>
                      <a:pt x="175" y="155"/>
                    </a:lnTo>
                    <a:lnTo>
                      <a:pt x="181" y="157"/>
                    </a:lnTo>
                    <a:lnTo>
                      <a:pt x="190" y="159"/>
                    </a:lnTo>
                    <a:lnTo>
                      <a:pt x="201" y="159"/>
                    </a:lnTo>
                    <a:lnTo>
                      <a:pt x="212" y="157"/>
                    </a:lnTo>
                    <a:lnTo>
                      <a:pt x="228" y="153"/>
                    </a:lnTo>
                    <a:lnTo>
                      <a:pt x="227" y="154"/>
                    </a:lnTo>
                    <a:lnTo>
                      <a:pt x="223" y="157"/>
                    </a:lnTo>
                    <a:lnTo>
                      <a:pt x="216" y="159"/>
                    </a:lnTo>
                    <a:lnTo>
                      <a:pt x="209" y="161"/>
                    </a:lnTo>
                    <a:lnTo>
                      <a:pt x="199" y="164"/>
                    </a:lnTo>
                    <a:lnTo>
                      <a:pt x="189" y="163"/>
                    </a:lnTo>
                    <a:lnTo>
                      <a:pt x="177" y="160"/>
                    </a:lnTo>
                    <a:lnTo>
                      <a:pt x="165" y="154"/>
                    </a:lnTo>
                    <a:lnTo>
                      <a:pt x="0" y="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E8E0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7" name="Freeform 551"/>
              <p:cNvSpPr>
                <a:spLocks/>
              </p:cNvSpPr>
              <p:nvPr/>
            </p:nvSpPr>
            <p:spPr bwMode="auto">
              <a:xfrm>
                <a:off x="847" y="1697"/>
                <a:ext cx="27" cy="21"/>
              </a:xfrm>
              <a:custGeom>
                <a:avLst/>
                <a:gdLst>
                  <a:gd name="T0" fmla="*/ 0 w 138"/>
                  <a:gd name="T1" fmla="*/ 0 h 103"/>
                  <a:gd name="T2" fmla="*/ 0 w 138"/>
                  <a:gd name="T3" fmla="*/ 0 h 103"/>
                  <a:gd name="T4" fmla="*/ 0 w 138"/>
                  <a:gd name="T5" fmla="*/ 0 h 103"/>
                  <a:gd name="T6" fmla="*/ 0 w 138"/>
                  <a:gd name="T7" fmla="*/ 0 h 103"/>
                  <a:gd name="T8" fmla="*/ 0 w 138"/>
                  <a:gd name="T9" fmla="*/ 0 h 1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8"/>
                  <a:gd name="T16" fmla="*/ 0 h 103"/>
                  <a:gd name="T17" fmla="*/ 138 w 138"/>
                  <a:gd name="T18" fmla="*/ 103 h 1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8" h="103">
                    <a:moveTo>
                      <a:pt x="0" y="1"/>
                    </a:moveTo>
                    <a:lnTo>
                      <a:pt x="133" y="103"/>
                    </a:lnTo>
                    <a:lnTo>
                      <a:pt x="138" y="100"/>
                    </a:lnTo>
                    <a:lnTo>
                      <a:pt x="6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8E0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8" name="Freeform 552"/>
              <p:cNvSpPr>
                <a:spLocks/>
              </p:cNvSpPr>
              <p:nvPr/>
            </p:nvSpPr>
            <p:spPr bwMode="auto">
              <a:xfrm>
                <a:off x="788" y="1714"/>
                <a:ext cx="16" cy="37"/>
              </a:xfrm>
              <a:custGeom>
                <a:avLst/>
                <a:gdLst>
                  <a:gd name="T0" fmla="*/ 0 w 78"/>
                  <a:gd name="T1" fmla="*/ 0 h 185"/>
                  <a:gd name="T2" fmla="*/ 0 w 78"/>
                  <a:gd name="T3" fmla="*/ 0 h 185"/>
                  <a:gd name="T4" fmla="*/ 0 w 78"/>
                  <a:gd name="T5" fmla="*/ 0 h 185"/>
                  <a:gd name="T6" fmla="*/ 0 w 78"/>
                  <a:gd name="T7" fmla="*/ 0 h 185"/>
                  <a:gd name="T8" fmla="*/ 0 w 78"/>
                  <a:gd name="T9" fmla="*/ 0 h 18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185"/>
                  <a:gd name="T17" fmla="*/ 78 w 78"/>
                  <a:gd name="T18" fmla="*/ 185 h 18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185">
                    <a:moveTo>
                      <a:pt x="8" y="44"/>
                    </a:moveTo>
                    <a:lnTo>
                      <a:pt x="0" y="131"/>
                    </a:lnTo>
                    <a:lnTo>
                      <a:pt x="58" y="185"/>
                    </a:lnTo>
                    <a:lnTo>
                      <a:pt x="78" y="0"/>
                    </a:lnTo>
                    <a:lnTo>
                      <a:pt x="8" y="44"/>
                    </a:lnTo>
                    <a:close/>
                  </a:path>
                </a:pathLst>
              </a:custGeom>
              <a:solidFill>
                <a:srgbClr val="AF969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9" name="Freeform 553"/>
              <p:cNvSpPr>
                <a:spLocks/>
              </p:cNvSpPr>
              <p:nvPr/>
            </p:nvSpPr>
            <p:spPr bwMode="auto">
              <a:xfrm>
                <a:off x="803" y="1710"/>
                <a:ext cx="10" cy="50"/>
              </a:xfrm>
              <a:custGeom>
                <a:avLst/>
                <a:gdLst>
                  <a:gd name="T0" fmla="*/ 0 w 48"/>
                  <a:gd name="T1" fmla="*/ 0 h 252"/>
                  <a:gd name="T2" fmla="*/ 0 w 48"/>
                  <a:gd name="T3" fmla="*/ 0 h 252"/>
                  <a:gd name="T4" fmla="*/ 0 w 48"/>
                  <a:gd name="T5" fmla="*/ 0 h 252"/>
                  <a:gd name="T6" fmla="*/ 0 w 48"/>
                  <a:gd name="T7" fmla="*/ 0 h 252"/>
                  <a:gd name="T8" fmla="*/ 0 w 48"/>
                  <a:gd name="T9" fmla="*/ 0 h 2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252"/>
                  <a:gd name="T17" fmla="*/ 48 w 48"/>
                  <a:gd name="T18" fmla="*/ 252 h 2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252">
                    <a:moveTo>
                      <a:pt x="19" y="18"/>
                    </a:moveTo>
                    <a:lnTo>
                      <a:pt x="0" y="223"/>
                    </a:lnTo>
                    <a:lnTo>
                      <a:pt x="26" y="252"/>
                    </a:lnTo>
                    <a:lnTo>
                      <a:pt x="48" y="0"/>
                    </a:lnTo>
                    <a:lnTo>
                      <a:pt x="19" y="18"/>
                    </a:lnTo>
                    <a:close/>
                  </a:path>
                </a:pathLst>
              </a:custGeom>
              <a:solidFill>
                <a:srgbClr val="BFAA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0" name="Freeform 554"/>
              <p:cNvSpPr>
                <a:spLocks/>
              </p:cNvSpPr>
              <p:nvPr/>
            </p:nvSpPr>
            <p:spPr bwMode="auto">
              <a:xfrm>
                <a:off x="743" y="1762"/>
                <a:ext cx="10" cy="11"/>
              </a:xfrm>
              <a:custGeom>
                <a:avLst/>
                <a:gdLst>
                  <a:gd name="T0" fmla="*/ 0 w 50"/>
                  <a:gd name="T1" fmla="*/ 0 h 55"/>
                  <a:gd name="T2" fmla="*/ 0 w 50"/>
                  <a:gd name="T3" fmla="*/ 0 h 55"/>
                  <a:gd name="T4" fmla="*/ 0 w 50"/>
                  <a:gd name="T5" fmla="*/ 0 h 55"/>
                  <a:gd name="T6" fmla="*/ 0 w 50"/>
                  <a:gd name="T7" fmla="*/ 0 h 55"/>
                  <a:gd name="T8" fmla="*/ 0 w 50"/>
                  <a:gd name="T9" fmla="*/ 0 h 55"/>
                  <a:gd name="T10" fmla="*/ 0 w 50"/>
                  <a:gd name="T11" fmla="*/ 0 h 55"/>
                  <a:gd name="T12" fmla="*/ 0 w 50"/>
                  <a:gd name="T13" fmla="*/ 0 h 55"/>
                  <a:gd name="T14" fmla="*/ 0 w 50"/>
                  <a:gd name="T15" fmla="*/ 0 h 5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0"/>
                  <a:gd name="T25" fmla="*/ 0 h 55"/>
                  <a:gd name="T26" fmla="*/ 50 w 50"/>
                  <a:gd name="T27" fmla="*/ 55 h 55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0" h="55">
                    <a:moveTo>
                      <a:pt x="0" y="0"/>
                    </a:moveTo>
                    <a:lnTo>
                      <a:pt x="37" y="15"/>
                    </a:lnTo>
                    <a:lnTo>
                      <a:pt x="30" y="19"/>
                    </a:lnTo>
                    <a:lnTo>
                      <a:pt x="50" y="42"/>
                    </a:lnTo>
                    <a:lnTo>
                      <a:pt x="33" y="55"/>
                    </a:lnTo>
                    <a:lnTo>
                      <a:pt x="14" y="32"/>
                    </a:lnTo>
                    <a:lnTo>
                      <a:pt x="8" y="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549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1" name="Freeform 555"/>
              <p:cNvSpPr>
                <a:spLocks/>
              </p:cNvSpPr>
              <p:nvPr/>
            </p:nvSpPr>
            <p:spPr bwMode="auto">
              <a:xfrm>
                <a:off x="743" y="1762"/>
                <a:ext cx="7" cy="3"/>
              </a:xfrm>
              <a:custGeom>
                <a:avLst/>
                <a:gdLst>
                  <a:gd name="T0" fmla="*/ 0 w 37"/>
                  <a:gd name="T1" fmla="*/ 0 h 16"/>
                  <a:gd name="T2" fmla="*/ 0 w 37"/>
                  <a:gd name="T3" fmla="*/ 0 h 16"/>
                  <a:gd name="T4" fmla="*/ 0 w 37"/>
                  <a:gd name="T5" fmla="*/ 0 h 16"/>
                  <a:gd name="T6" fmla="*/ 0 w 37"/>
                  <a:gd name="T7" fmla="*/ 0 h 16"/>
                  <a:gd name="T8" fmla="*/ 0 w 37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16"/>
                  <a:gd name="T17" fmla="*/ 37 w 37"/>
                  <a:gd name="T18" fmla="*/ 16 h 1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16">
                    <a:moveTo>
                      <a:pt x="0" y="0"/>
                    </a:moveTo>
                    <a:lnTo>
                      <a:pt x="37" y="15"/>
                    </a:lnTo>
                    <a:lnTo>
                      <a:pt x="35" y="1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984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2" name="Freeform 556"/>
              <p:cNvSpPr>
                <a:spLocks/>
              </p:cNvSpPr>
              <p:nvPr/>
            </p:nvSpPr>
            <p:spPr bwMode="auto">
              <a:xfrm>
                <a:off x="749" y="1765"/>
                <a:ext cx="4" cy="5"/>
              </a:xfrm>
              <a:custGeom>
                <a:avLst/>
                <a:gdLst>
                  <a:gd name="T0" fmla="*/ 0 w 21"/>
                  <a:gd name="T1" fmla="*/ 0 h 25"/>
                  <a:gd name="T2" fmla="*/ 0 w 21"/>
                  <a:gd name="T3" fmla="*/ 0 h 25"/>
                  <a:gd name="T4" fmla="*/ 0 w 21"/>
                  <a:gd name="T5" fmla="*/ 0 h 25"/>
                  <a:gd name="T6" fmla="*/ 0 w 21"/>
                  <a:gd name="T7" fmla="*/ 0 h 25"/>
                  <a:gd name="T8" fmla="*/ 0 w 21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25"/>
                  <a:gd name="T17" fmla="*/ 21 w 21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25">
                    <a:moveTo>
                      <a:pt x="1" y="0"/>
                    </a:moveTo>
                    <a:lnTo>
                      <a:pt x="21" y="23"/>
                    </a:lnTo>
                    <a:lnTo>
                      <a:pt x="19" y="25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984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3" name="Freeform 557"/>
              <p:cNvSpPr>
                <a:spLocks/>
              </p:cNvSpPr>
              <p:nvPr/>
            </p:nvSpPr>
            <p:spPr bwMode="auto">
              <a:xfrm>
                <a:off x="853" y="1752"/>
                <a:ext cx="174" cy="129"/>
              </a:xfrm>
              <a:custGeom>
                <a:avLst/>
                <a:gdLst>
                  <a:gd name="T0" fmla="*/ 0 w 871"/>
                  <a:gd name="T1" fmla="*/ 0 h 642"/>
                  <a:gd name="T2" fmla="*/ 0 w 871"/>
                  <a:gd name="T3" fmla="*/ 0 h 642"/>
                  <a:gd name="T4" fmla="*/ 0 w 871"/>
                  <a:gd name="T5" fmla="*/ 0 h 642"/>
                  <a:gd name="T6" fmla="*/ 0 w 871"/>
                  <a:gd name="T7" fmla="*/ 0 h 642"/>
                  <a:gd name="T8" fmla="*/ 0 w 871"/>
                  <a:gd name="T9" fmla="*/ 0 h 642"/>
                  <a:gd name="T10" fmla="*/ 0 w 871"/>
                  <a:gd name="T11" fmla="*/ 0 h 642"/>
                  <a:gd name="T12" fmla="*/ 0 w 871"/>
                  <a:gd name="T13" fmla="*/ 0 h 6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71"/>
                  <a:gd name="T22" fmla="*/ 0 h 642"/>
                  <a:gd name="T23" fmla="*/ 871 w 871"/>
                  <a:gd name="T24" fmla="*/ 642 h 64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71" h="642">
                    <a:moveTo>
                      <a:pt x="0" y="633"/>
                    </a:moveTo>
                    <a:lnTo>
                      <a:pt x="860" y="12"/>
                    </a:lnTo>
                    <a:lnTo>
                      <a:pt x="867" y="0"/>
                    </a:lnTo>
                    <a:lnTo>
                      <a:pt x="871" y="15"/>
                    </a:lnTo>
                    <a:lnTo>
                      <a:pt x="864" y="21"/>
                    </a:lnTo>
                    <a:lnTo>
                      <a:pt x="0" y="642"/>
                    </a:lnTo>
                    <a:lnTo>
                      <a:pt x="0" y="633"/>
                    </a:lnTo>
                    <a:close/>
                  </a:path>
                </a:pathLst>
              </a:custGeom>
              <a:solidFill>
                <a:srgbClr val="00005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4" name="Freeform 558"/>
              <p:cNvSpPr>
                <a:spLocks/>
              </p:cNvSpPr>
              <p:nvPr/>
            </p:nvSpPr>
            <p:spPr bwMode="auto">
              <a:xfrm>
                <a:off x="853" y="1683"/>
                <a:ext cx="2" cy="3"/>
              </a:xfrm>
              <a:custGeom>
                <a:avLst/>
                <a:gdLst>
                  <a:gd name="T0" fmla="*/ 0 w 9"/>
                  <a:gd name="T1" fmla="*/ 0 h 13"/>
                  <a:gd name="T2" fmla="*/ 0 w 9"/>
                  <a:gd name="T3" fmla="*/ 0 h 13"/>
                  <a:gd name="T4" fmla="*/ 0 w 9"/>
                  <a:gd name="T5" fmla="*/ 0 h 13"/>
                  <a:gd name="T6" fmla="*/ 0 w 9"/>
                  <a:gd name="T7" fmla="*/ 0 h 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13"/>
                  <a:gd name="T14" fmla="*/ 9 w 9"/>
                  <a:gd name="T15" fmla="*/ 13 h 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13">
                    <a:moveTo>
                      <a:pt x="1" y="0"/>
                    </a:moveTo>
                    <a:lnTo>
                      <a:pt x="9" y="6"/>
                    </a:lnTo>
                    <a:lnTo>
                      <a:pt x="0" y="1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B0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5" name="Freeform 559"/>
              <p:cNvSpPr>
                <a:spLocks/>
              </p:cNvSpPr>
              <p:nvPr/>
            </p:nvSpPr>
            <p:spPr bwMode="auto">
              <a:xfrm>
                <a:off x="865" y="1674"/>
                <a:ext cx="1" cy="2"/>
              </a:xfrm>
              <a:custGeom>
                <a:avLst/>
                <a:gdLst>
                  <a:gd name="T0" fmla="*/ 0 w 7"/>
                  <a:gd name="T1" fmla="*/ 0 h 9"/>
                  <a:gd name="T2" fmla="*/ 0 w 7"/>
                  <a:gd name="T3" fmla="*/ 0 h 9"/>
                  <a:gd name="T4" fmla="*/ 0 w 7"/>
                  <a:gd name="T5" fmla="*/ 0 h 9"/>
                  <a:gd name="T6" fmla="*/ 0 w 7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9"/>
                  <a:gd name="T14" fmla="*/ 7 w 7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9">
                    <a:moveTo>
                      <a:pt x="0" y="0"/>
                    </a:moveTo>
                    <a:lnTo>
                      <a:pt x="7" y="5"/>
                    </a:lnTo>
                    <a:lnTo>
                      <a:pt x="0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B0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6" name="Freeform 560"/>
              <p:cNvSpPr>
                <a:spLocks/>
              </p:cNvSpPr>
              <p:nvPr/>
            </p:nvSpPr>
            <p:spPr bwMode="auto">
              <a:xfrm>
                <a:off x="851" y="1630"/>
                <a:ext cx="339" cy="227"/>
              </a:xfrm>
              <a:custGeom>
                <a:avLst/>
                <a:gdLst>
                  <a:gd name="T0" fmla="*/ 0 w 1697"/>
                  <a:gd name="T1" fmla="*/ 0 h 1135"/>
                  <a:gd name="T2" fmla="*/ 0 w 1697"/>
                  <a:gd name="T3" fmla="*/ 0 h 1135"/>
                  <a:gd name="T4" fmla="*/ 0 w 1697"/>
                  <a:gd name="T5" fmla="*/ 0 h 1135"/>
                  <a:gd name="T6" fmla="*/ 0 w 1697"/>
                  <a:gd name="T7" fmla="*/ 0 h 1135"/>
                  <a:gd name="T8" fmla="*/ 0 w 1697"/>
                  <a:gd name="T9" fmla="*/ 0 h 1135"/>
                  <a:gd name="T10" fmla="*/ 0 w 1697"/>
                  <a:gd name="T11" fmla="*/ 0 h 1135"/>
                  <a:gd name="T12" fmla="*/ 0 w 1697"/>
                  <a:gd name="T13" fmla="*/ 0 h 1135"/>
                  <a:gd name="T14" fmla="*/ 0 w 1697"/>
                  <a:gd name="T15" fmla="*/ 0 h 1135"/>
                  <a:gd name="T16" fmla="*/ 0 w 1697"/>
                  <a:gd name="T17" fmla="*/ 0 h 1135"/>
                  <a:gd name="T18" fmla="*/ 1 w 1697"/>
                  <a:gd name="T19" fmla="*/ 0 h 1135"/>
                  <a:gd name="T20" fmla="*/ 1 w 1697"/>
                  <a:gd name="T21" fmla="*/ 0 h 1135"/>
                  <a:gd name="T22" fmla="*/ 1 w 1697"/>
                  <a:gd name="T23" fmla="*/ 0 h 1135"/>
                  <a:gd name="T24" fmla="*/ 1 w 1697"/>
                  <a:gd name="T25" fmla="*/ 0 h 1135"/>
                  <a:gd name="T26" fmla="*/ 0 w 1697"/>
                  <a:gd name="T27" fmla="*/ 0 h 1135"/>
                  <a:gd name="T28" fmla="*/ 0 w 1697"/>
                  <a:gd name="T29" fmla="*/ 0 h 1135"/>
                  <a:gd name="T30" fmla="*/ 0 w 1697"/>
                  <a:gd name="T31" fmla="*/ 0 h 1135"/>
                  <a:gd name="T32" fmla="*/ 0 w 1697"/>
                  <a:gd name="T33" fmla="*/ 0 h 1135"/>
                  <a:gd name="T34" fmla="*/ 0 w 1697"/>
                  <a:gd name="T35" fmla="*/ 0 h 1135"/>
                  <a:gd name="T36" fmla="*/ 0 w 1697"/>
                  <a:gd name="T37" fmla="*/ 0 h 1135"/>
                  <a:gd name="T38" fmla="*/ 0 w 1697"/>
                  <a:gd name="T39" fmla="*/ 0 h 1135"/>
                  <a:gd name="T40" fmla="*/ 0 w 1697"/>
                  <a:gd name="T41" fmla="*/ 0 h 1135"/>
                  <a:gd name="T42" fmla="*/ 0 w 1697"/>
                  <a:gd name="T43" fmla="*/ 0 h 1135"/>
                  <a:gd name="T44" fmla="*/ 0 w 1697"/>
                  <a:gd name="T45" fmla="*/ 0 h 1135"/>
                  <a:gd name="T46" fmla="*/ 0 w 1697"/>
                  <a:gd name="T47" fmla="*/ 0 h 1135"/>
                  <a:gd name="T48" fmla="*/ 0 w 1697"/>
                  <a:gd name="T49" fmla="*/ 0 h 1135"/>
                  <a:gd name="T50" fmla="*/ 0 w 1697"/>
                  <a:gd name="T51" fmla="*/ 0 h 1135"/>
                  <a:gd name="T52" fmla="*/ 0 w 1697"/>
                  <a:gd name="T53" fmla="*/ 0 h 1135"/>
                  <a:gd name="T54" fmla="*/ 0 w 1697"/>
                  <a:gd name="T55" fmla="*/ 0 h 1135"/>
                  <a:gd name="T56" fmla="*/ 0 w 1697"/>
                  <a:gd name="T57" fmla="*/ 0 h 1135"/>
                  <a:gd name="T58" fmla="*/ 0 w 1697"/>
                  <a:gd name="T59" fmla="*/ 0 h 1135"/>
                  <a:gd name="T60" fmla="*/ 0 w 1697"/>
                  <a:gd name="T61" fmla="*/ 0 h 1135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1697"/>
                  <a:gd name="T94" fmla="*/ 0 h 1135"/>
                  <a:gd name="T95" fmla="*/ 1697 w 1697"/>
                  <a:gd name="T96" fmla="*/ 1135 h 1135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1697" h="1135">
                    <a:moveTo>
                      <a:pt x="14" y="372"/>
                    </a:moveTo>
                    <a:lnTo>
                      <a:pt x="103" y="342"/>
                    </a:lnTo>
                    <a:lnTo>
                      <a:pt x="122" y="347"/>
                    </a:lnTo>
                    <a:lnTo>
                      <a:pt x="142" y="335"/>
                    </a:lnTo>
                    <a:lnTo>
                      <a:pt x="144" y="320"/>
                    </a:lnTo>
                    <a:lnTo>
                      <a:pt x="738" y="45"/>
                    </a:lnTo>
                    <a:lnTo>
                      <a:pt x="746" y="32"/>
                    </a:lnTo>
                    <a:lnTo>
                      <a:pt x="820" y="1"/>
                    </a:lnTo>
                    <a:lnTo>
                      <a:pt x="962" y="0"/>
                    </a:lnTo>
                    <a:lnTo>
                      <a:pt x="1680" y="458"/>
                    </a:lnTo>
                    <a:lnTo>
                      <a:pt x="1697" y="531"/>
                    </a:lnTo>
                    <a:lnTo>
                      <a:pt x="1690" y="588"/>
                    </a:lnTo>
                    <a:lnTo>
                      <a:pt x="1583" y="648"/>
                    </a:lnTo>
                    <a:lnTo>
                      <a:pt x="1564" y="636"/>
                    </a:lnTo>
                    <a:lnTo>
                      <a:pt x="806" y="1048"/>
                    </a:lnTo>
                    <a:lnTo>
                      <a:pt x="804" y="1070"/>
                    </a:lnTo>
                    <a:lnTo>
                      <a:pt x="673" y="1123"/>
                    </a:lnTo>
                    <a:lnTo>
                      <a:pt x="670" y="1125"/>
                    </a:lnTo>
                    <a:lnTo>
                      <a:pt x="661" y="1128"/>
                    </a:lnTo>
                    <a:lnTo>
                      <a:pt x="647" y="1132"/>
                    </a:lnTo>
                    <a:lnTo>
                      <a:pt x="630" y="1135"/>
                    </a:lnTo>
                    <a:lnTo>
                      <a:pt x="611" y="1135"/>
                    </a:lnTo>
                    <a:lnTo>
                      <a:pt x="591" y="1131"/>
                    </a:lnTo>
                    <a:lnTo>
                      <a:pt x="571" y="1120"/>
                    </a:lnTo>
                    <a:lnTo>
                      <a:pt x="553" y="1102"/>
                    </a:lnTo>
                    <a:lnTo>
                      <a:pt x="74" y="543"/>
                    </a:lnTo>
                    <a:lnTo>
                      <a:pt x="79" y="514"/>
                    </a:lnTo>
                    <a:lnTo>
                      <a:pt x="68" y="501"/>
                    </a:lnTo>
                    <a:lnTo>
                      <a:pt x="44" y="509"/>
                    </a:lnTo>
                    <a:lnTo>
                      <a:pt x="0" y="438"/>
                    </a:lnTo>
                    <a:lnTo>
                      <a:pt x="14" y="37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7" name="Freeform 561"/>
              <p:cNvSpPr>
                <a:spLocks/>
              </p:cNvSpPr>
              <p:nvPr/>
            </p:nvSpPr>
            <p:spPr bwMode="auto">
              <a:xfrm>
                <a:off x="860" y="1636"/>
                <a:ext cx="317" cy="212"/>
              </a:xfrm>
              <a:custGeom>
                <a:avLst/>
                <a:gdLst>
                  <a:gd name="T0" fmla="*/ 1 w 1587"/>
                  <a:gd name="T1" fmla="*/ 0 h 1062"/>
                  <a:gd name="T2" fmla="*/ 1 w 1587"/>
                  <a:gd name="T3" fmla="*/ 0 h 1062"/>
                  <a:gd name="T4" fmla="*/ 1 w 1587"/>
                  <a:gd name="T5" fmla="*/ 0 h 1062"/>
                  <a:gd name="T6" fmla="*/ 1 w 1587"/>
                  <a:gd name="T7" fmla="*/ 0 h 1062"/>
                  <a:gd name="T8" fmla="*/ 1 w 1587"/>
                  <a:gd name="T9" fmla="*/ 0 h 1062"/>
                  <a:gd name="T10" fmla="*/ 1 w 1587"/>
                  <a:gd name="T11" fmla="*/ 0 h 1062"/>
                  <a:gd name="T12" fmla="*/ 1 w 1587"/>
                  <a:gd name="T13" fmla="*/ 0 h 1062"/>
                  <a:gd name="T14" fmla="*/ 1 w 1587"/>
                  <a:gd name="T15" fmla="*/ 0 h 1062"/>
                  <a:gd name="T16" fmla="*/ 1 w 1587"/>
                  <a:gd name="T17" fmla="*/ 0 h 1062"/>
                  <a:gd name="T18" fmla="*/ 0 w 1587"/>
                  <a:gd name="T19" fmla="*/ 0 h 1062"/>
                  <a:gd name="T20" fmla="*/ 0 w 1587"/>
                  <a:gd name="T21" fmla="*/ 0 h 1062"/>
                  <a:gd name="T22" fmla="*/ 0 w 1587"/>
                  <a:gd name="T23" fmla="*/ 0 h 1062"/>
                  <a:gd name="T24" fmla="*/ 0 w 1587"/>
                  <a:gd name="T25" fmla="*/ 0 h 1062"/>
                  <a:gd name="T26" fmla="*/ 0 w 1587"/>
                  <a:gd name="T27" fmla="*/ 0 h 1062"/>
                  <a:gd name="T28" fmla="*/ 0 w 1587"/>
                  <a:gd name="T29" fmla="*/ 0 h 1062"/>
                  <a:gd name="T30" fmla="*/ 0 w 1587"/>
                  <a:gd name="T31" fmla="*/ 0 h 1062"/>
                  <a:gd name="T32" fmla="*/ 0 w 1587"/>
                  <a:gd name="T33" fmla="*/ 0 h 1062"/>
                  <a:gd name="T34" fmla="*/ 0 w 1587"/>
                  <a:gd name="T35" fmla="*/ 0 h 1062"/>
                  <a:gd name="T36" fmla="*/ 0 w 1587"/>
                  <a:gd name="T37" fmla="*/ 0 h 1062"/>
                  <a:gd name="T38" fmla="*/ 0 w 1587"/>
                  <a:gd name="T39" fmla="*/ 0 h 1062"/>
                  <a:gd name="T40" fmla="*/ 0 w 1587"/>
                  <a:gd name="T41" fmla="*/ 0 h 1062"/>
                  <a:gd name="T42" fmla="*/ 0 w 1587"/>
                  <a:gd name="T43" fmla="*/ 0 h 1062"/>
                  <a:gd name="T44" fmla="*/ 0 w 1587"/>
                  <a:gd name="T45" fmla="*/ 0 h 1062"/>
                  <a:gd name="T46" fmla="*/ 0 w 1587"/>
                  <a:gd name="T47" fmla="*/ 0 h 1062"/>
                  <a:gd name="T48" fmla="*/ 0 w 1587"/>
                  <a:gd name="T49" fmla="*/ 0 h 1062"/>
                  <a:gd name="T50" fmla="*/ 0 w 1587"/>
                  <a:gd name="T51" fmla="*/ 0 h 1062"/>
                  <a:gd name="T52" fmla="*/ 0 w 1587"/>
                  <a:gd name="T53" fmla="*/ 0 h 1062"/>
                  <a:gd name="T54" fmla="*/ 0 w 1587"/>
                  <a:gd name="T55" fmla="*/ 0 h 1062"/>
                  <a:gd name="T56" fmla="*/ 0 w 1587"/>
                  <a:gd name="T57" fmla="*/ 0 h 1062"/>
                  <a:gd name="T58" fmla="*/ 0 w 1587"/>
                  <a:gd name="T59" fmla="*/ 0 h 1062"/>
                  <a:gd name="T60" fmla="*/ 0 w 1587"/>
                  <a:gd name="T61" fmla="*/ 0 h 1062"/>
                  <a:gd name="T62" fmla="*/ 0 w 1587"/>
                  <a:gd name="T63" fmla="*/ 0 h 1062"/>
                  <a:gd name="T64" fmla="*/ 0 w 1587"/>
                  <a:gd name="T65" fmla="*/ 0 h 1062"/>
                  <a:gd name="T66" fmla="*/ 0 w 1587"/>
                  <a:gd name="T67" fmla="*/ 0 h 1062"/>
                  <a:gd name="T68" fmla="*/ 0 w 1587"/>
                  <a:gd name="T69" fmla="*/ 0 h 1062"/>
                  <a:gd name="T70" fmla="*/ 0 w 1587"/>
                  <a:gd name="T71" fmla="*/ 0 h 1062"/>
                  <a:gd name="T72" fmla="*/ 0 w 1587"/>
                  <a:gd name="T73" fmla="*/ 0 h 1062"/>
                  <a:gd name="T74" fmla="*/ 0 w 1587"/>
                  <a:gd name="T75" fmla="*/ 0 h 1062"/>
                  <a:gd name="T76" fmla="*/ 0 w 1587"/>
                  <a:gd name="T77" fmla="*/ 0 h 1062"/>
                  <a:gd name="T78" fmla="*/ 0 w 1587"/>
                  <a:gd name="T79" fmla="*/ 0 h 1062"/>
                  <a:gd name="T80" fmla="*/ 0 w 1587"/>
                  <a:gd name="T81" fmla="*/ 0 h 1062"/>
                  <a:gd name="T82" fmla="*/ 0 w 1587"/>
                  <a:gd name="T83" fmla="*/ 0 h 1062"/>
                  <a:gd name="T84" fmla="*/ 0 w 1587"/>
                  <a:gd name="T85" fmla="*/ 0 h 1062"/>
                  <a:gd name="T86" fmla="*/ 0 w 1587"/>
                  <a:gd name="T87" fmla="*/ 0 h 1062"/>
                  <a:gd name="T88" fmla="*/ 0 w 1587"/>
                  <a:gd name="T89" fmla="*/ 0 h 1062"/>
                  <a:gd name="T90" fmla="*/ 0 w 1587"/>
                  <a:gd name="T91" fmla="*/ 0 h 1062"/>
                  <a:gd name="T92" fmla="*/ 0 w 1587"/>
                  <a:gd name="T93" fmla="*/ 0 h 1062"/>
                  <a:gd name="T94" fmla="*/ 1 w 1587"/>
                  <a:gd name="T95" fmla="*/ 0 h 1062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1587"/>
                  <a:gd name="T145" fmla="*/ 0 h 1062"/>
                  <a:gd name="T146" fmla="*/ 1587 w 1587"/>
                  <a:gd name="T147" fmla="*/ 1062 h 1062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1587" h="1062">
                    <a:moveTo>
                      <a:pt x="1577" y="493"/>
                    </a:moveTo>
                    <a:lnTo>
                      <a:pt x="1578" y="493"/>
                    </a:lnTo>
                    <a:lnTo>
                      <a:pt x="1581" y="491"/>
                    </a:lnTo>
                    <a:lnTo>
                      <a:pt x="1583" y="489"/>
                    </a:lnTo>
                    <a:lnTo>
                      <a:pt x="1587" y="483"/>
                    </a:lnTo>
                    <a:lnTo>
                      <a:pt x="1583" y="475"/>
                    </a:lnTo>
                    <a:lnTo>
                      <a:pt x="1580" y="469"/>
                    </a:lnTo>
                    <a:lnTo>
                      <a:pt x="1574" y="462"/>
                    </a:lnTo>
                    <a:lnTo>
                      <a:pt x="1567" y="458"/>
                    </a:lnTo>
                    <a:lnTo>
                      <a:pt x="1509" y="421"/>
                    </a:lnTo>
                    <a:lnTo>
                      <a:pt x="1495" y="429"/>
                    </a:lnTo>
                    <a:lnTo>
                      <a:pt x="1506" y="437"/>
                    </a:lnTo>
                    <a:lnTo>
                      <a:pt x="1472" y="453"/>
                    </a:lnTo>
                    <a:lnTo>
                      <a:pt x="1472" y="454"/>
                    </a:lnTo>
                    <a:lnTo>
                      <a:pt x="1453" y="464"/>
                    </a:lnTo>
                    <a:lnTo>
                      <a:pt x="1452" y="462"/>
                    </a:lnTo>
                    <a:lnTo>
                      <a:pt x="1419" y="436"/>
                    </a:lnTo>
                    <a:lnTo>
                      <a:pt x="1471" y="411"/>
                    </a:lnTo>
                    <a:lnTo>
                      <a:pt x="1489" y="425"/>
                    </a:lnTo>
                    <a:lnTo>
                      <a:pt x="1501" y="415"/>
                    </a:lnTo>
                    <a:lnTo>
                      <a:pt x="877" y="7"/>
                    </a:lnTo>
                    <a:lnTo>
                      <a:pt x="796" y="0"/>
                    </a:lnTo>
                    <a:lnTo>
                      <a:pt x="742" y="20"/>
                    </a:lnTo>
                    <a:lnTo>
                      <a:pt x="742" y="28"/>
                    </a:lnTo>
                    <a:lnTo>
                      <a:pt x="675" y="57"/>
                    </a:lnTo>
                    <a:lnTo>
                      <a:pt x="673" y="70"/>
                    </a:lnTo>
                    <a:lnTo>
                      <a:pt x="667" y="72"/>
                    </a:lnTo>
                    <a:lnTo>
                      <a:pt x="657" y="68"/>
                    </a:lnTo>
                    <a:lnTo>
                      <a:pt x="237" y="256"/>
                    </a:lnTo>
                    <a:lnTo>
                      <a:pt x="232" y="263"/>
                    </a:lnTo>
                    <a:lnTo>
                      <a:pt x="122" y="311"/>
                    </a:lnTo>
                    <a:lnTo>
                      <a:pt x="117" y="330"/>
                    </a:lnTo>
                    <a:lnTo>
                      <a:pt x="73" y="349"/>
                    </a:lnTo>
                    <a:lnTo>
                      <a:pt x="56" y="335"/>
                    </a:lnTo>
                    <a:lnTo>
                      <a:pt x="0" y="357"/>
                    </a:lnTo>
                    <a:lnTo>
                      <a:pt x="567" y="1006"/>
                    </a:lnTo>
                    <a:lnTo>
                      <a:pt x="555" y="1054"/>
                    </a:lnTo>
                    <a:lnTo>
                      <a:pt x="558" y="1056"/>
                    </a:lnTo>
                    <a:lnTo>
                      <a:pt x="562" y="1057"/>
                    </a:lnTo>
                    <a:lnTo>
                      <a:pt x="567" y="1060"/>
                    </a:lnTo>
                    <a:lnTo>
                      <a:pt x="572" y="1061"/>
                    </a:lnTo>
                    <a:lnTo>
                      <a:pt x="576" y="1062"/>
                    </a:lnTo>
                    <a:lnTo>
                      <a:pt x="582" y="1062"/>
                    </a:lnTo>
                    <a:lnTo>
                      <a:pt x="589" y="1062"/>
                    </a:lnTo>
                    <a:lnTo>
                      <a:pt x="595" y="1062"/>
                    </a:lnTo>
                    <a:lnTo>
                      <a:pt x="608" y="1012"/>
                    </a:lnTo>
                    <a:lnTo>
                      <a:pt x="1577" y="493"/>
                    </a:lnTo>
                    <a:close/>
                  </a:path>
                </a:pathLst>
              </a:custGeom>
              <a:solidFill>
                <a:srgbClr val="1970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8" name="Freeform 562"/>
              <p:cNvSpPr>
                <a:spLocks/>
              </p:cNvSpPr>
              <p:nvPr/>
            </p:nvSpPr>
            <p:spPr bwMode="auto">
              <a:xfrm>
                <a:off x="979" y="1732"/>
                <a:ext cx="199" cy="116"/>
              </a:xfrm>
              <a:custGeom>
                <a:avLst/>
                <a:gdLst>
                  <a:gd name="T0" fmla="*/ 0 w 994"/>
                  <a:gd name="T1" fmla="*/ 0 h 579"/>
                  <a:gd name="T2" fmla="*/ 0 w 994"/>
                  <a:gd name="T3" fmla="*/ 0 h 579"/>
                  <a:gd name="T4" fmla="*/ 0 w 994"/>
                  <a:gd name="T5" fmla="*/ 0 h 579"/>
                  <a:gd name="T6" fmla="*/ 0 w 994"/>
                  <a:gd name="T7" fmla="*/ 0 h 579"/>
                  <a:gd name="T8" fmla="*/ 0 w 994"/>
                  <a:gd name="T9" fmla="*/ 0 h 579"/>
                  <a:gd name="T10" fmla="*/ 0 w 994"/>
                  <a:gd name="T11" fmla="*/ 0 h 579"/>
                  <a:gd name="T12" fmla="*/ 0 w 994"/>
                  <a:gd name="T13" fmla="*/ 0 h 579"/>
                  <a:gd name="T14" fmla="*/ 0 w 994"/>
                  <a:gd name="T15" fmla="*/ 0 h 579"/>
                  <a:gd name="T16" fmla="*/ 0 w 994"/>
                  <a:gd name="T17" fmla="*/ 0 h 579"/>
                  <a:gd name="T18" fmla="*/ 0 w 994"/>
                  <a:gd name="T19" fmla="*/ 0 h 579"/>
                  <a:gd name="T20" fmla="*/ 0 w 994"/>
                  <a:gd name="T21" fmla="*/ 0 h 579"/>
                  <a:gd name="T22" fmla="*/ 0 w 994"/>
                  <a:gd name="T23" fmla="*/ 0 h 579"/>
                  <a:gd name="T24" fmla="*/ 0 w 994"/>
                  <a:gd name="T25" fmla="*/ 0 h 579"/>
                  <a:gd name="T26" fmla="*/ 0 w 994"/>
                  <a:gd name="T27" fmla="*/ 0 h 579"/>
                  <a:gd name="T28" fmla="*/ 0 w 994"/>
                  <a:gd name="T29" fmla="*/ 0 h 579"/>
                  <a:gd name="T30" fmla="*/ 0 w 994"/>
                  <a:gd name="T31" fmla="*/ 0 h 579"/>
                  <a:gd name="T32" fmla="*/ 0 w 994"/>
                  <a:gd name="T33" fmla="*/ 0 h 579"/>
                  <a:gd name="T34" fmla="*/ 0 w 994"/>
                  <a:gd name="T35" fmla="*/ 0 h 579"/>
                  <a:gd name="T36" fmla="*/ 0 w 994"/>
                  <a:gd name="T37" fmla="*/ 0 h 579"/>
                  <a:gd name="T38" fmla="*/ 0 w 994"/>
                  <a:gd name="T39" fmla="*/ 0 h 579"/>
                  <a:gd name="T40" fmla="*/ 0 w 994"/>
                  <a:gd name="T41" fmla="*/ 0 h 579"/>
                  <a:gd name="T42" fmla="*/ 0 w 994"/>
                  <a:gd name="T43" fmla="*/ 0 h 579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994"/>
                  <a:gd name="T67" fmla="*/ 0 h 579"/>
                  <a:gd name="T68" fmla="*/ 994 w 994"/>
                  <a:gd name="T69" fmla="*/ 579 h 579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994" h="579">
                    <a:moveTo>
                      <a:pt x="992" y="0"/>
                    </a:moveTo>
                    <a:lnTo>
                      <a:pt x="988" y="6"/>
                    </a:lnTo>
                    <a:lnTo>
                      <a:pt x="986" y="8"/>
                    </a:lnTo>
                    <a:lnTo>
                      <a:pt x="983" y="10"/>
                    </a:lnTo>
                    <a:lnTo>
                      <a:pt x="982" y="10"/>
                    </a:lnTo>
                    <a:lnTo>
                      <a:pt x="13" y="529"/>
                    </a:lnTo>
                    <a:lnTo>
                      <a:pt x="0" y="579"/>
                    </a:lnTo>
                    <a:lnTo>
                      <a:pt x="5" y="578"/>
                    </a:lnTo>
                    <a:lnTo>
                      <a:pt x="10" y="577"/>
                    </a:lnTo>
                    <a:lnTo>
                      <a:pt x="16" y="574"/>
                    </a:lnTo>
                    <a:lnTo>
                      <a:pt x="21" y="573"/>
                    </a:lnTo>
                    <a:lnTo>
                      <a:pt x="122" y="521"/>
                    </a:lnTo>
                    <a:lnTo>
                      <a:pt x="123" y="509"/>
                    </a:lnTo>
                    <a:lnTo>
                      <a:pt x="907" y="78"/>
                    </a:lnTo>
                    <a:lnTo>
                      <a:pt x="917" y="87"/>
                    </a:lnTo>
                    <a:lnTo>
                      <a:pt x="982" y="44"/>
                    </a:lnTo>
                    <a:lnTo>
                      <a:pt x="994" y="15"/>
                    </a:lnTo>
                    <a:lnTo>
                      <a:pt x="994" y="8"/>
                    </a:lnTo>
                    <a:lnTo>
                      <a:pt x="993" y="6"/>
                    </a:lnTo>
                    <a:lnTo>
                      <a:pt x="993" y="4"/>
                    </a:lnTo>
                    <a:lnTo>
                      <a:pt x="993" y="2"/>
                    </a:lnTo>
                    <a:lnTo>
                      <a:pt x="992" y="0"/>
                    </a:lnTo>
                    <a:close/>
                  </a:path>
                </a:pathLst>
              </a:custGeom>
              <a:solidFill>
                <a:srgbClr val="003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9" name="Freeform 563"/>
              <p:cNvSpPr>
                <a:spLocks/>
              </p:cNvSpPr>
              <p:nvPr/>
            </p:nvSpPr>
            <p:spPr bwMode="auto">
              <a:xfrm>
                <a:off x="1178" y="1734"/>
                <a:ext cx="1" cy="1"/>
              </a:xfrm>
              <a:custGeom>
                <a:avLst/>
                <a:gdLst>
                  <a:gd name="T0" fmla="*/ 0 w 1"/>
                  <a:gd name="T1" fmla="*/ 0 h 7"/>
                  <a:gd name="T2" fmla="*/ 0 w 1"/>
                  <a:gd name="T3" fmla="*/ 0 h 7"/>
                  <a:gd name="T4" fmla="*/ 1 w 1"/>
                  <a:gd name="T5" fmla="*/ 0 h 7"/>
                  <a:gd name="T6" fmla="*/ 1 w 1"/>
                  <a:gd name="T7" fmla="*/ 0 h 7"/>
                  <a:gd name="T8" fmla="*/ 1 w 1"/>
                  <a:gd name="T9" fmla="*/ 0 h 7"/>
                  <a:gd name="T10" fmla="*/ 0 w 1"/>
                  <a:gd name="T11" fmla="*/ 0 h 7"/>
                  <a:gd name="T12" fmla="*/ 0 w 1"/>
                  <a:gd name="T13" fmla="*/ 0 h 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"/>
                  <a:gd name="T22" fmla="*/ 0 h 7"/>
                  <a:gd name="T23" fmla="*/ 1 w 1"/>
                  <a:gd name="T24" fmla="*/ 7 h 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" h="7">
                    <a:moveTo>
                      <a:pt x="0" y="0"/>
                    </a:moveTo>
                    <a:lnTo>
                      <a:pt x="0" y="7"/>
                    </a:lnTo>
                    <a:lnTo>
                      <a:pt x="1" y="5"/>
                    </a:lnTo>
                    <a:lnTo>
                      <a:pt x="1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70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0" name="Freeform 564"/>
              <p:cNvSpPr>
                <a:spLocks/>
              </p:cNvSpPr>
              <p:nvPr/>
            </p:nvSpPr>
            <p:spPr bwMode="auto">
              <a:xfrm>
                <a:off x="875" y="1705"/>
                <a:ext cx="89" cy="37"/>
              </a:xfrm>
              <a:custGeom>
                <a:avLst/>
                <a:gdLst>
                  <a:gd name="T0" fmla="*/ 0 w 445"/>
                  <a:gd name="T1" fmla="*/ 0 h 184"/>
                  <a:gd name="T2" fmla="*/ 0 w 445"/>
                  <a:gd name="T3" fmla="*/ 0 h 184"/>
                  <a:gd name="T4" fmla="*/ 0 w 445"/>
                  <a:gd name="T5" fmla="*/ 0 h 184"/>
                  <a:gd name="T6" fmla="*/ 0 w 445"/>
                  <a:gd name="T7" fmla="*/ 0 h 184"/>
                  <a:gd name="T8" fmla="*/ 0 w 445"/>
                  <a:gd name="T9" fmla="*/ 0 h 184"/>
                  <a:gd name="T10" fmla="*/ 0 w 445"/>
                  <a:gd name="T11" fmla="*/ 0 h 184"/>
                  <a:gd name="T12" fmla="*/ 0 w 445"/>
                  <a:gd name="T13" fmla="*/ 0 h 184"/>
                  <a:gd name="T14" fmla="*/ 0 w 445"/>
                  <a:gd name="T15" fmla="*/ 0 h 184"/>
                  <a:gd name="T16" fmla="*/ 0 w 445"/>
                  <a:gd name="T17" fmla="*/ 0 h 184"/>
                  <a:gd name="T18" fmla="*/ 0 w 445"/>
                  <a:gd name="T19" fmla="*/ 0 h 184"/>
                  <a:gd name="T20" fmla="*/ 0 w 445"/>
                  <a:gd name="T21" fmla="*/ 0 h 184"/>
                  <a:gd name="T22" fmla="*/ 0 w 445"/>
                  <a:gd name="T23" fmla="*/ 0 h 184"/>
                  <a:gd name="T24" fmla="*/ 0 w 445"/>
                  <a:gd name="T25" fmla="*/ 0 h 184"/>
                  <a:gd name="T26" fmla="*/ 0 w 445"/>
                  <a:gd name="T27" fmla="*/ 0 h 184"/>
                  <a:gd name="T28" fmla="*/ 0 w 445"/>
                  <a:gd name="T29" fmla="*/ 0 h 184"/>
                  <a:gd name="T30" fmla="*/ 0 w 445"/>
                  <a:gd name="T31" fmla="*/ 0 h 184"/>
                  <a:gd name="T32" fmla="*/ 0 w 445"/>
                  <a:gd name="T33" fmla="*/ 0 h 184"/>
                  <a:gd name="T34" fmla="*/ 0 w 445"/>
                  <a:gd name="T35" fmla="*/ 0 h 184"/>
                  <a:gd name="T36" fmla="*/ 0 w 445"/>
                  <a:gd name="T37" fmla="*/ 0 h 184"/>
                  <a:gd name="T38" fmla="*/ 0 w 445"/>
                  <a:gd name="T39" fmla="*/ 0 h 184"/>
                  <a:gd name="T40" fmla="*/ 0 w 445"/>
                  <a:gd name="T41" fmla="*/ 0 h 184"/>
                  <a:gd name="T42" fmla="*/ 0 w 445"/>
                  <a:gd name="T43" fmla="*/ 0 h 184"/>
                  <a:gd name="T44" fmla="*/ 0 w 445"/>
                  <a:gd name="T45" fmla="*/ 0 h 18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445"/>
                  <a:gd name="T70" fmla="*/ 0 h 184"/>
                  <a:gd name="T71" fmla="*/ 445 w 445"/>
                  <a:gd name="T72" fmla="*/ 184 h 184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445" h="184">
                    <a:moveTo>
                      <a:pt x="0" y="2"/>
                    </a:moveTo>
                    <a:lnTo>
                      <a:pt x="157" y="173"/>
                    </a:lnTo>
                    <a:lnTo>
                      <a:pt x="158" y="174"/>
                    </a:lnTo>
                    <a:lnTo>
                      <a:pt x="160" y="176"/>
                    </a:lnTo>
                    <a:lnTo>
                      <a:pt x="165" y="179"/>
                    </a:lnTo>
                    <a:lnTo>
                      <a:pt x="172" y="182"/>
                    </a:lnTo>
                    <a:lnTo>
                      <a:pt x="179" y="183"/>
                    </a:lnTo>
                    <a:lnTo>
                      <a:pt x="187" y="184"/>
                    </a:lnTo>
                    <a:lnTo>
                      <a:pt x="197" y="182"/>
                    </a:lnTo>
                    <a:lnTo>
                      <a:pt x="208" y="177"/>
                    </a:lnTo>
                    <a:lnTo>
                      <a:pt x="445" y="68"/>
                    </a:lnTo>
                    <a:lnTo>
                      <a:pt x="440" y="63"/>
                    </a:lnTo>
                    <a:lnTo>
                      <a:pt x="207" y="170"/>
                    </a:lnTo>
                    <a:lnTo>
                      <a:pt x="205" y="171"/>
                    </a:lnTo>
                    <a:lnTo>
                      <a:pt x="203" y="173"/>
                    </a:lnTo>
                    <a:lnTo>
                      <a:pt x="198" y="174"/>
                    </a:lnTo>
                    <a:lnTo>
                      <a:pt x="193" y="175"/>
                    </a:lnTo>
                    <a:lnTo>
                      <a:pt x="186" y="176"/>
                    </a:lnTo>
                    <a:lnTo>
                      <a:pt x="178" y="175"/>
                    </a:lnTo>
                    <a:lnTo>
                      <a:pt x="170" y="173"/>
                    </a:lnTo>
                    <a:lnTo>
                      <a:pt x="160" y="167"/>
                    </a:lnTo>
                    <a:lnTo>
                      <a:pt x="8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3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1" name="Freeform 565"/>
              <p:cNvSpPr>
                <a:spLocks/>
              </p:cNvSpPr>
              <p:nvPr/>
            </p:nvSpPr>
            <p:spPr bwMode="auto">
              <a:xfrm>
                <a:off x="1158" y="1719"/>
                <a:ext cx="4" cy="3"/>
              </a:xfrm>
              <a:custGeom>
                <a:avLst/>
                <a:gdLst>
                  <a:gd name="T0" fmla="*/ 0 w 20"/>
                  <a:gd name="T1" fmla="*/ 0 h 14"/>
                  <a:gd name="T2" fmla="*/ 0 w 20"/>
                  <a:gd name="T3" fmla="*/ 0 h 14"/>
                  <a:gd name="T4" fmla="*/ 0 w 20"/>
                  <a:gd name="T5" fmla="*/ 0 h 14"/>
                  <a:gd name="T6" fmla="*/ 0 w 20"/>
                  <a:gd name="T7" fmla="*/ 0 h 14"/>
                  <a:gd name="T8" fmla="*/ 0 w 20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14"/>
                  <a:gd name="T17" fmla="*/ 20 w 20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14">
                    <a:moveTo>
                      <a:pt x="6" y="14"/>
                    </a:moveTo>
                    <a:lnTo>
                      <a:pt x="20" y="6"/>
                    </a:lnTo>
                    <a:lnTo>
                      <a:pt x="12" y="0"/>
                    </a:lnTo>
                    <a:lnTo>
                      <a:pt x="0" y="10"/>
                    </a:lnTo>
                    <a:lnTo>
                      <a:pt x="6" y="14"/>
                    </a:lnTo>
                    <a:close/>
                  </a:path>
                </a:pathLst>
              </a:custGeom>
              <a:solidFill>
                <a:srgbClr val="1970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2" name="Freeform 566"/>
              <p:cNvSpPr>
                <a:spLocks/>
              </p:cNvSpPr>
              <p:nvPr/>
            </p:nvSpPr>
            <p:spPr bwMode="auto">
              <a:xfrm>
                <a:off x="1144" y="1718"/>
                <a:ext cx="14" cy="10"/>
              </a:xfrm>
              <a:custGeom>
                <a:avLst/>
                <a:gdLst>
                  <a:gd name="T0" fmla="*/ 0 w 70"/>
                  <a:gd name="T1" fmla="*/ 0 h 51"/>
                  <a:gd name="T2" fmla="*/ 0 w 70"/>
                  <a:gd name="T3" fmla="*/ 0 h 51"/>
                  <a:gd name="T4" fmla="*/ 0 w 70"/>
                  <a:gd name="T5" fmla="*/ 0 h 51"/>
                  <a:gd name="T6" fmla="*/ 0 w 70"/>
                  <a:gd name="T7" fmla="*/ 0 h 51"/>
                  <a:gd name="T8" fmla="*/ 0 w 70"/>
                  <a:gd name="T9" fmla="*/ 0 h 51"/>
                  <a:gd name="T10" fmla="*/ 0 w 70"/>
                  <a:gd name="T11" fmla="*/ 0 h 51"/>
                  <a:gd name="T12" fmla="*/ 0 w 70"/>
                  <a:gd name="T13" fmla="*/ 0 h 51"/>
                  <a:gd name="T14" fmla="*/ 0 w 70"/>
                  <a:gd name="T15" fmla="*/ 0 h 51"/>
                  <a:gd name="T16" fmla="*/ 0 w 70"/>
                  <a:gd name="T17" fmla="*/ 0 h 5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0"/>
                  <a:gd name="T28" fmla="*/ 0 h 51"/>
                  <a:gd name="T29" fmla="*/ 70 w 70"/>
                  <a:gd name="T30" fmla="*/ 51 h 5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0" h="51">
                    <a:moveTo>
                      <a:pt x="42" y="33"/>
                    </a:moveTo>
                    <a:lnTo>
                      <a:pt x="45" y="36"/>
                    </a:lnTo>
                    <a:lnTo>
                      <a:pt x="70" y="14"/>
                    </a:lnTo>
                    <a:lnTo>
                      <a:pt x="52" y="0"/>
                    </a:lnTo>
                    <a:lnTo>
                      <a:pt x="0" y="25"/>
                    </a:lnTo>
                    <a:lnTo>
                      <a:pt x="33" y="51"/>
                    </a:lnTo>
                    <a:lnTo>
                      <a:pt x="24" y="43"/>
                    </a:lnTo>
                    <a:lnTo>
                      <a:pt x="42" y="33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3" name="Freeform 567"/>
              <p:cNvSpPr>
                <a:spLocks/>
              </p:cNvSpPr>
              <p:nvPr/>
            </p:nvSpPr>
            <p:spPr bwMode="auto">
              <a:xfrm>
                <a:off x="1153" y="1721"/>
                <a:ext cx="6" cy="4"/>
              </a:xfrm>
              <a:custGeom>
                <a:avLst/>
                <a:gdLst>
                  <a:gd name="T0" fmla="*/ 0 w 31"/>
                  <a:gd name="T1" fmla="*/ 0 h 23"/>
                  <a:gd name="T2" fmla="*/ 0 w 31"/>
                  <a:gd name="T3" fmla="*/ 0 h 23"/>
                  <a:gd name="T4" fmla="*/ 0 w 31"/>
                  <a:gd name="T5" fmla="*/ 0 h 23"/>
                  <a:gd name="T6" fmla="*/ 0 w 31"/>
                  <a:gd name="T7" fmla="*/ 0 h 23"/>
                  <a:gd name="T8" fmla="*/ 0 w 31"/>
                  <a:gd name="T9" fmla="*/ 0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1"/>
                  <a:gd name="T16" fmla="*/ 0 h 23"/>
                  <a:gd name="T17" fmla="*/ 31 w 31"/>
                  <a:gd name="T18" fmla="*/ 23 h 2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1" h="23">
                    <a:moveTo>
                      <a:pt x="0" y="22"/>
                    </a:moveTo>
                    <a:lnTo>
                      <a:pt x="1" y="23"/>
                    </a:lnTo>
                    <a:lnTo>
                      <a:pt x="31" y="4"/>
                    </a:lnTo>
                    <a:lnTo>
                      <a:pt x="25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4" name="Freeform 568"/>
              <p:cNvSpPr>
                <a:spLocks/>
              </p:cNvSpPr>
              <p:nvPr/>
            </p:nvSpPr>
            <p:spPr bwMode="auto">
              <a:xfrm>
                <a:off x="1153" y="1722"/>
                <a:ext cx="8" cy="4"/>
              </a:xfrm>
              <a:custGeom>
                <a:avLst/>
                <a:gdLst>
                  <a:gd name="T0" fmla="*/ 0 w 41"/>
                  <a:gd name="T1" fmla="*/ 0 h 24"/>
                  <a:gd name="T2" fmla="*/ 0 w 41"/>
                  <a:gd name="T3" fmla="*/ 0 h 24"/>
                  <a:gd name="T4" fmla="*/ 0 w 41"/>
                  <a:gd name="T5" fmla="*/ 0 h 24"/>
                  <a:gd name="T6" fmla="*/ 0 w 41"/>
                  <a:gd name="T7" fmla="*/ 0 h 24"/>
                  <a:gd name="T8" fmla="*/ 0 w 41"/>
                  <a:gd name="T9" fmla="*/ 0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1"/>
                  <a:gd name="T16" fmla="*/ 0 h 24"/>
                  <a:gd name="T17" fmla="*/ 41 w 41"/>
                  <a:gd name="T18" fmla="*/ 24 h 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1" h="24">
                    <a:moveTo>
                      <a:pt x="7" y="24"/>
                    </a:moveTo>
                    <a:lnTo>
                      <a:pt x="41" y="8"/>
                    </a:lnTo>
                    <a:lnTo>
                      <a:pt x="30" y="0"/>
                    </a:lnTo>
                    <a:lnTo>
                      <a:pt x="0" y="19"/>
                    </a:lnTo>
                    <a:lnTo>
                      <a:pt x="7" y="24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5" name="Freeform 569"/>
              <p:cNvSpPr>
                <a:spLocks/>
              </p:cNvSpPr>
              <p:nvPr/>
            </p:nvSpPr>
            <p:spPr bwMode="auto">
              <a:xfrm>
                <a:off x="1150" y="1726"/>
                <a:ext cx="4" cy="3"/>
              </a:xfrm>
              <a:custGeom>
                <a:avLst/>
                <a:gdLst>
                  <a:gd name="T0" fmla="*/ 0 w 20"/>
                  <a:gd name="T1" fmla="*/ 0 h 11"/>
                  <a:gd name="T2" fmla="*/ 0 w 20"/>
                  <a:gd name="T3" fmla="*/ 0 h 11"/>
                  <a:gd name="T4" fmla="*/ 0 w 20"/>
                  <a:gd name="T5" fmla="*/ 0 h 11"/>
                  <a:gd name="T6" fmla="*/ 0 w 20"/>
                  <a:gd name="T7" fmla="*/ 0 h 11"/>
                  <a:gd name="T8" fmla="*/ 0 w 20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11"/>
                  <a:gd name="T17" fmla="*/ 20 w 20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11">
                    <a:moveTo>
                      <a:pt x="1" y="11"/>
                    </a:moveTo>
                    <a:lnTo>
                      <a:pt x="20" y="1"/>
                    </a:lnTo>
                    <a:lnTo>
                      <a:pt x="20" y="0"/>
                    </a:lnTo>
                    <a:lnTo>
                      <a:pt x="0" y="9"/>
                    </a:lnTo>
                    <a:lnTo>
                      <a:pt x="1" y="1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6" name="Freeform 570"/>
              <p:cNvSpPr>
                <a:spLocks/>
              </p:cNvSpPr>
              <p:nvPr/>
            </p:nvSpPr>
            <p:spPr bwMode="auto">
              <a:xfrm>
                <a:off x="907" y="1649"/>
                <a:ext cx="124" cy="74"/>
              </a:xfrm>
              <a:custGeom>
                <a:avLst/>
                <a:gdLst>
                  <a:gd name="T0" fmla="*/ 0 w 616"/>
                  <a:gd name="T1" fmla="*/ 0 h 368"/>
                  <a:gd name="T2" fmla="*/ 0 w 616"/>
                  <a:gd name="T3" fmla="*/ 0 h 368"/>
                  <a:gd name="T4" fmla="*/ 0 w 616"/>
                  <a:gd name="T5" fmla="*/ 0 h 368"/>
                  <a:gd name="T6" fmla="*/ 0 w 616"/>
                  <a:gd name="T7" fmla="*/ 0 h 368"/>
                  <a:gd name="T8" fmla="*/ 0 w 616"/>
                  <a:gd name="T9" fmla="*/ 0 h 368"/>
                  <a:gd name="T10" fmla="*/ 0 w 616"/>
                  <a:gd name="T11" fmla="*/ 0 h 368"/>
                  <a:gd name="T12" fmla="*/ 0 w 616"/>
                  <a:gd name="T13" fmla="*/ 0 h 368"/>
                  <a:gd name="T14" fmla="*/ 0 w 616"/>
                  <a:gd name="T15" fmla="*/ 0 h 368"/>
                  <a:gd name="T16" fmla="*/ 0 w 616"/>
                  <a:gd name="T17" fmla="*/ 0 h 368"/>
                  <a:gd name="T18" fmla="*/ 0 w 616"/>
                  <a:gd name="T19" fmla="*/ 0 h 368"/>
                  <a:gd name="T20" fmla="*/ 0 w 616"/>
                  <a:gd name="T21" fmla="*/ 0 h 368"/>
                  <a:gd name="T22" fmla="*/ 0 w 616"/>
                  <a:gd name="T23" fmla="*/ 0 h 368"/>
                  <a:gd name="T24" fmla="*/ 0 w 616"/>
                  <a:gd name="T25" fmla="*/ 0 h 368"/>
                  <a:gd name="T26" fmla="*/ 0 w 616"/>
                  <a:gd name="T27" fmla="*/ 0 h 368"/>
                  <a:gd name="T28" fmla="*/ 0 w 616"/>
                  <a:gd name="T29" fmla="*/ 0 h 368"/>
                  <a:gd name="T30" fmla="*/ 0 w 616"/>
                  <a:gd name="T31" fmla="*/ 0 h 368"/>
                  <a:gd name="T32" fmla="*/ 0 w 616"/>
                  <a:gd name="T33" fmla="*/ 0 h 368"/>
                  <a:gd name="T34" fmla="*/ 0 w 616"/>
                  <a:gd name="T35" fmla="*/ 0 h 368"/>
                  <a:gd name="T36" fmla="*/ 0 w 616"/>
                  <a:gd name="T37" fmla="*/ 0 h 368"/>
                  <a:gd name="T38" fmla="*/ 0 w 616"/>
                  <a:gd name="T39" fmla="*/ 0 h 368"/>
                  <a:gd name="T40" fmla="*/ 0 w 616"/>
                  <a:gd name="T41" fmla="*/ 0 h 368"/>
                  <a:gd name="T42" fmla="*/ 0 w 616"/>
                  <a:gd name="T43" fmla="*/ 0 h 36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16"/>
                  <a:gd name="T67" fmla="*/ 0 h 368"/>
                  <a:gd name="T68" fmla="*/ 616 w 616"/>
                  <a:gd name="T69" fmla="*/ 368 h 368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16" h="368">
                    <a:moveTo>
                      <a:pt x="238" y="365"/>
                    </a:moveTo>
                    <a:lnTo>
                      <a:pt x="220" y="368"/>
                    </a:lnTo>
                    <a:lnTo>
                      <a:pt x="205" y="368"/>
                    </a:lnTo>
                    <a:lnTo>
                      <a:pt x="192" y="367"/>
                    </a:lnTo>
                    <a:lnTo>
                      <a:pt x="181" y="363"/>
                    </a:lnTo>
                    <a:lnTo>
                      <a:pt x="172" y="360"/>
                    </a:lnTo>
                    <a:lnTo>
                      <a:pt x="166" y="356"/>
                    </a:lnTo>
                    <a:lnTo>
                      <a:pt x="163" y="354"/>
                    </a:lnTo>
                    <a:lnTo>
                      <a:pt x="162" y="353"/>
                    </a:lnTo>
                    <a:lnTo>
                      <a:pt x="6" y="194"/>
                    </a:lnTo>
                    <a:lnTo>
                      <a:pt x="0" y="188"/>
                    </a:lnTo>
                    <a:lnTo>
                      <a:pt x="420" y="0"/>
                    </a:lnTo>
                    <a:lnTo>
                      <a:pt x="607" y="147"/>
                    </a:lnTo>
                    <a:lnTo>
                      <a:pt x="609" y="149"/>
                    </a:lnTo>
                    <a:lnTo>
                      <a:pt x="611" y="152"/>
                    </a:lnTo>
                    <a:lnTo>
                      <a:pt x="613" y="157"/>
                    </a:lnTo>
                    <a:lnTo>
                      <a:pt x="616" y="163"/>
                    </a:lnTo>
                    <a:lnTo>
                      <a:pt x="616" y="170"/>
                    </a:lnTo>
                    <a:lnTo>
                      <a:pt x="612" y="177"/>
                    </a:lnTo>
                    <a:lnTo>
                      <a:pt x="605" y="184"/>
                    </a:lnTo>
                    <a:lnTo>
                      <a:pt x="592" y="193"/>
                    </a:lnTo>
                    <a:lnTo>
                      <a:pt x="238" y="365"/>
                    </a:lnTo>
                    <a:close/>
                  </a:path>
                </a:pathLst>
              </a:custGeom>
              <a:solidFill>
                <a:srgbClr val="A0828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7" name="Freeform 571"/>
              <p:cNvSpPr>
                <a:spLocks/>
              </p:cNvSpPr>
              <p:nvPr/>
            </p:nvSpPr>
            <p:spPr bwMode="auto">
              <a:xfrm>
                <a:off x="906" y="1687"/>
                <a:ext cx="2" cy="1"/>
              </a:xfrm>
              <a:custGeom>
                <a:avLst/>
                <a:gdLst>
                  <a:gd name="T0" fmla="*/ 0 w 9"/>
                  <a:gd name="T1" fmla="*/ 0 h 7"/>
                  <a:gd name="T2" fmla="*/ 0 w 9"/>
                  <a:gd name="T3" fmla="*/ 0 h 7"/>
                  <a:gd name="T4" fmla="*/ 0 w 9"/>
                  <a:gd name="T5" fmla="*/ 0 h 7"/>
                  <a:gd name="T6" fmla="*/ 0 w 9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7"/>
                  <a:gd name="T14" fmla="*/ 9 w 9"/>
                  <a:gd name="T15" fmla="*/ 7 h 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7">
                    <a:moveTo>
                      <a:pt x="0" y="7"/>
                    </a:moveTo>
                    <a:lnTo>
                      <a:pt x="9" y="5"/>
                    </a:lnTo>
                    <a:lnTo>
                      <a:pt x="5" y="0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A0828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8" name="Freeform 572"/>
              <p:cNvSpPr>
                <a:spLocks/>
              </p:cNvSpPr>
              <p:nvPr/>
            </p:nvSpPr>
            <p:spPr bwMode="auto">
              <a:xfrm>
                <a:off x="966" y="1661"/>
                <a:ext cx="48" cy="33"/>
              </a:xfrm>
              <a:custGeom>
                <a:avLst/>
                <a:gdLst>
                  <a:gd name="T0" fmla="*/ 0 w 239"/>
                  <a:gd name="T1" fmla="*/ 0 h 164"/>
                  <a:gd name="T2" fmla="*/ 0 w 239"/>
                  <a:gd name="T3" fmla="*/ 0 h 164"/>
                  <a:gd name="T4" fmla="*/ 0 w 239"/>
                  <a:gd name="T5" fmla="*/ 0 h 164"/>
                  <a:gd name="T6" fmla="*/ 0 w 239"/>
                  <a:gd name="T7" fmla="*/ 0 h 164"/>
                  <a:gd name="T8" fmla="*/ 0 w 239"/>
                  <a:gd name="T9" fmla="*/ 0 h 1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9"/>
                  <a:gd name="T16" fmla="*/ 0 h 164"/>
                  <a:gd name="T17" fmla="*/ 239 w 239"/>
                  <a:gd name="T18" fmla="*/ 164 h 16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9" h="164">
                    <a:moveTo>
                      <a:pt x="101" y="0"/>
                    </a:moveTo>
                    <a:lnTo>
                      <a:pt x="239" y="114"/>
                    </a:lnTo>
                    <a:lnTo>
                      <a:pt x="133" y="164"/>
                    </a:lnTo>
                    <a:lnTo>
                      <a:pt x="0" y="45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1970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9" name="Freeform 573"/>
              <p:cNvSpPr>
                <a:spLocks/>
              </p:cNvSpPr>
              <p:nvPr/>
            </p:nvSpPr>
            <p:spPr bwMode="auto">
              <a:xfrm>
                <a:off x="858" y="1707"/>
                <a:ext cx="115" cy="140"/>
              </a:xfrm>
              <a:custGeom>
                <a:avLst/>
                <a:gdLst>
                  <a:gd name="T0" fmla="*/ 0 w 578"/>
                  <a:gd name="T1" fmla="*/ 0 h 697"/>
                  <a:gd name="T2" fmla="*/ 0 w 578"/>
                  <a:gd name="T3" fmla="*/ 0 h 697"/>
                  <a:gd name="T4" fmla="*/ 0 w 578"/>
                  <a:gd name="T5" fmla="*/ 0 h 697"/>
                  <a:gd name="T6" fmla="*/ 0 w 578"/>
                  <a:gd name="T7" fmla="*/ 0 h 697"/>
                  <a:gd name="T8" fmla="*/ 0 w 578"/>
                  <a:gd name="T9" fmla="*/ 0 h 697"/>
                  <a:gd name="T10" fmla="*/ 0 w 578"/>
                  <a:gd name="T11" fmla="*/ 0 h 697"/>
                  <a:gd name="T12" fmla="*/ 0 w 578"/>
                  <a:gd name="T13" fmla="*/ 0 h 697"/>
                  <a:gd name="T14" fmla="*/ 0 w 578"/>
                  <a:gd name="T15" fmla="*/ 0 h 697"/>
                  <a:gd name="T16" fmla="*/ 0 w 578"/>
                  <a:gd name="T17" fmla="*/ 0 h 697"/>
                  <a:gd name="T18" fmla="*/ 0 w 578"/>
                  <a:gd name="T19" fmla="*/ 0 h 697"/>
                  <a:gd name="T20" fmla="*/ 0 w 578"/>
                  <a:gd name="T21" fmla="*/ 0 h 697"/>
                  <a:gd name="T22" fmla="*/ 0 w 578"/>
                  <a:gd name="T23" fmla="*/ 0 h 697"/>
                  <a:gd name="T24" fmla="*/ 0 w 578"/>
                  <a:gd name="T25" fmla="*/ 0 h 697"/>
                  <a:gd name="T26" fmla="*/ 0 w 578"/>
                  <a:gd name="T27" fmla="*/ 0 h 697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578"/>
                  <a:gd name="T43" fmla="*/ 0 h 697"/>
                  <a:gd name="T44" fmla="*/ 578 w 578"/>
                  <a:gd name="T45" fmla="*/ 697 h 697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578" h="697">
                    <a:moveTo>
                      <a:pt x="11" y="0"/>
                    </a:moveTo>
                    <a:lnTo>
                      <a:pt x="9" y="0"/>
                    </a:lnTo>
                    <a:lnTo>
                      <a:pt x="0" y="42"/>
                    </a:lnTo>
                    <a:lnTo>
                      <a:pt x="34" y="81"/>
                    </a:lnTo>
                    <a:lnTo>
                      <a:pt x="40" y="58"/>
                    </a:lnTo>
                    <a:lnTo>
                      <a:pt x="74" y="97"/>
                    </a:lnTo>
                    <a:lnTo>
                      <a:pt x="68" y="121"/>
                    </a:lnTo>
                    <a:lnTo>
                      <a:pt x="555" y="690"/>
                    </a:lnTo>
                    <a:lnTo>
                      <a:pt x="556" y="691"/>
                    </a:lnTo>
                    <a:lnTo>
                      <a:pt x="558" y="692"/>
                    </a:lnTo>
                    <a:lnTo>
                      <a:pt x="561" y="694"/>
                    </a:lnTo>
                    <a:lnTo>
                      <a:pt x="566" y="697"/>
                    </a:lnTo>
                    <a:lnTo>
                      <a:pt x="578" y="64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5493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0" name="Freeform 574"/>
              <p:cNvSpPr>
                <a:spLocks/>
              </p:cNvSpPr>
              <p:nvPr/>
            </p:nvSpPr>
            <p:spPr bwMode="auto">
              <a:xfrm>
                <a:off x="865" y="1719"/>
                <a:ext cx="3" cy="4"/>
              </a:xfrm>
              <a:custGeom>
                <a:avLst/>
                <a:gdLst>
                  <a:gd name="T0" fmla="*/ 0 w 19"/>
                  <a:gd name="T1" fmla="*/ 0 h 23"/>
                  <a:gd name="T2" fmla="*/ 0 w 19"/>
                  <a:gd name="T3" fmla="*/ 0 h 23"/>
                  <a:gd name="T4" fmla="*/ 0 w 19"/>
                  <a:gd name="T5" fmla="*/ 0 h 23"/>
                  <a:gd name="T6" fmla="*/ 0 w 19"/>
                  <a:gd name="T7" fmla="*/ 0 h 2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23"/>
                  <a:gd name="T14" fmla="*/ 19 w 19"/>
                  <a:gd name="T15" fmla="*/ 23 h 2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23">
                    <a:moveTo>
                      <a:pt x="6" y="0"/>
                    </a:moveTo>
                    <a:lnTo>
                      <a:pt x="0" y="23"/>
                    </a:lnTo>
                    <a:lnTo>
                      <a:pt x="19" y="15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49A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1" name="Freeform 575"/>
              <p:cNvSpPr>
                <a:spLocks/>
              </p:cNvSpPr>
              <p:nvPr/>
            </p:nvSpPr>
            <p:spPr bwMode="auto">
              <a:xfrm>
                <a:off x="924" y="1678"/>
                <a:ext cx="224" cy="145"/>
              </a:xfrm>
              <a:custGeom>
                <a:avLst/>
                <a:gdLst>
                  <a:gd name="T0" fmla="*/ 0 w 1118"/>
                  <a:gd name="T1" fmla="*/ 0 h 724"/>
                  <a:gd name="T2" fmla="*/ 0 w 1118"/>
                  <a:gd name="T3" fmla="*/ 0 h 724"/>
                  <a:gd name="T4" fmla="*/ 0 w 1118"/>
                  <a:gd name="T5" fmla="*/ 0 h 724"/>
                  <a:gd name="T6" fmla="*/ 0 w 1118"/>
                  <a:gd name="T7" fmla="*/ 0 h 724"/>
                  <a:gd name="T8" fmla="*/ 0 w 1118"/>
                  <a:gd name="T9" fmla="*/ 0 h 724"/>
                  <a:gd name="T10" fmla="*/ 0 w 1118"/>
                  <a:gd name="T11" fmla="*/ 0 h 724"/>
                  <a:gd name="T12" fmla="*/ 0 w 1118"/>
                  <a:gd name="T13" fmla="*/ 0 h 724"/>
                  <a:gd name="T14" fmla="*/ 0 w 1118"/>
                  <a:gd name="T15" fmla="*/ 0 h 724"/>
                  <a:gd name="T16" fmla="*/ 0 w 1118"/>
                  <a:gd name="T17" fmla="*/ 0 h 724"/>
                  <a:gd name="T18" fmla="*/ 0 w 1118"/>
                  <a:gd name="T19" fmla="*/ 0 h 724"/>
                  <a:gd name="T20" fmla="*/ 0 w 1118"/>
                  <a:gd name="T21" fmla="*/ 0 h 724"/>
                  <a:gd name="T22" fmla="*/ 0 w 1118"/>
                  <a:gd name="T23" fmla="*/ 0 h 724"/>
                  <a:gd name="T24" fmla="*/ 0 w 1118"/>
                  <a:gd name="T25" fmla="*/ 0 h 724"/>
                  <a:gd name="T26" fmla="*/ 0 w 1118"/>
                  <a:gd name="T27" fmla="*/ 0 h 724"/>
                  <a:gd name="T28" fmla="*/ 0 w 1118"/>
                  <a:gd name="T29" fmla="*/ 0 h 724"/>
                  <a:gd name="T30" fmla="*/ 0 w 1118"/>
                  <a:gd name="T31" fmla="*/ 0 h 724"/>
                  <a:gd name="T32" fmla="*/ 0 w 1118"/>
                  <a:gd name="T33" fmla="*/ 0 h 724"/>
                  <a:gd name="T34" fmla="*/ 0 w 1118"/>
                  <a:gd name="T35" fmla="*/ 0 h 724"/>
                  <a:gd name="T36" fmla="*/ 0 w 1118"/>
                  <a:gd name="T37" fmla="*/ 0 h 724"/>
                  <a:gd name="T38" fmla="*/ 0 w 1118"/>
                  <a:gd name="T39" fmla="*/ 0 h 724"/>
                  <a:gd name="T40" fmla="*/ 0 w 1118"/>
                  <a:gd name="T41" fmla="*/ 0 h 724"/>
                  <a:gd name="T42" fmla="*/ 0 w 1118"/>
                  <a:gd name="T43" fmla="*/ 0 h 724"/>
                  <a:gd name="T44" fmla="*/ 0 w 1118"/>
                  <a:gd name="T45" fmla="*/ 0 h 724"/>
                  <a:gd name="T46" fmla="*/ 0 w 1118"/>
                  <a:gd name="T47" fmla="*/ 0 h 724"/>
                  <a:gd name="T48" fmla="*/ 0 w 1118"/>
                  <a:gd name="T49" fmla="*/ 0 h 724"/>
                  <a:gd name="T50" fmla="*/ 0 w 1118"/>
                  <a:gd name="T51" fmla="*/ 0 h 724"/>
                  <a:gd name="T52" fmla="*/ 0 w 1118"/>
                  <a:gd name="T53" fmla="*/ 0 h 724"/>
                  <a:gd name="T54" fmla="*/ 0 w 1118"/>
                  <a:gd name="T55" fmla="*/ 0 h 724"/>
                  <a:gd name="T56" fmla="*/ 0 w 1118"/>
                  <a:gd name="T57" fmla="*/ 0 h 724"/>
                  <a:gd name="T58" fmla="*/ 0 w 1118"/>
                  <a:gd name="T59" fmla="*/ 0 h 724"/>
                  <a:gd name="T60" fmla="*/ 0 w 1118"/>
                  <a:gd name="T61" fmla="*/ 0 h 724"/>
                  <a:gd name="T62" fmla="*/ 0 w 1118"/>
                  <a:gd name="T63" fmla="*/ 0 h 724"/>
                  <a:gd name="T64" fmla="*/ 0 w 1118"/>
                  <a:gd name="T65" fmla="*/ 0 h 72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18"/>
                  <a:gd name="T100" fmla="*/ 0 h 724"/>
                  <a:gd name="T101" fmla="*/ 1118 w 1118"/>
                  <a:gd name="T102" fmla="*/ 724 h 72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18" h="724">
                    <a:moveTo>
                      <a:pt x="0" y="375"/>
                    </a:moveTo>
                    <a:lnTo>
                      <a:pt x="284" y="705"/>
                    </a:lnTo>
                    <a:lnTo>
                      <a:pt x="285" y="706"/>
                    </a:lnTo>
                    <a:lnTo>
                      <a:pt x="289" y="710"/>
                    </a:lnTo>
                    <a:lnTo>
                      <a:pt x="294" y="713"/>
                    </a:lnTo>
                    <a:lnTo>
                      <a:pt x="301" y="718"/>
                    </a:lnTo>
                    <a:lnTo>
                      <a:pt x="309" y="722"/>
                    </a:lnTo>
                    <a:lnTo>
                      <a:pt x="320" y="724"/>
                    </a:lnTo>
                    <a:lnTo>
                      <a:pt x="333" y="724"/>
                    </a:lnTo>
                    <a:lnTo>
                      <a:pt x="347" y="722"/>
                    </a:lnTo>
                    <a:lnTo>
                      <a:pt x="1103" y="303"/>
                    </a:lnTo>
                    <a:lnTo>
                      <a:pt x="1104" y="302"/>
                    </a:lnTo>
                    <a:lnTo>
                      <a:pt x="1109" y="298"/>
                    </a:lnTo>
                    <a:lnTo>
                      <a:pt x="1113" y="292"/>
                    </a:lnTo>
                    <a:lnTo>
                      <a:pt x="1117" y="284"/>
                    </a:lnTo>
                    <a:lnTo>
                      <a:pt x="1118" y="274"/>
                    </a:lnTo>
                    <a:lnTo>
                      <a:pt x="1116" y="264"/>
                    </a:lnTo>
                    <a:lnTo>
                      <a:pt x="1109" y="252"/>
                    </a:lnTo>
                    <a:lnTo>
                      <a:pt x="1093" y="239"/>
                    </a:lnTo>
                    <a:lnTo>
                      <a:pt x="741" y="5"/>
                    </a:lnTo>
                    <a:lnTo>
                      <a:pt x="739" y="5"/>
                    </a:lnTo>
                    <a:lnTo>
                      <a:pt x="737" y="4"/>
                    </a:lnTo>
                    <a:lnTo>
                      <a:pt x="733" y="1"/>
                    </a:lnTo>
                    <a:lnTo>
                      <a:pt x="729" y="0"/>
                    </a:lnTo>
                    <a:lnTo>
                      <a:pt x="721" y="0"/>
                    </a:lnTo>
                    <a:lnTo>
                      <a:pt x="713" y="0"/>
                    </a:lnTo>
                    <a:lnTo>
                      <a:pt x="705" y="2"/>
                    </a:lnTo>
                    <a:lnTo>
                      <a:pt x="694" y="6"/>
                    </a:lnTo>
                    <a:lnTo>
                      <a:pt x="24" y="335"/>
                    </a:lnTo>
                    <a:lnTo>
                      <a:pt x="20" y="339"/>
                    </a:lnTo>
                    <a:lnTo>
                      <a:pt x="9" y="348"/>
                    </a:lnTo>
                    <a:lnTo>
                      <a:pt x="0" y="361"/>
                    </a:lnTo>
                    <a:lnTo>
                      <a:pt x="0" y="375"/>
                    </a:lnTo>
                    <a:close/>
                  </a:path>
                </a:pathLst>
              </a:custGeom>
              <a:solidFill>
                <a:srgbClr val="EAEA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2" name="Freeform 576"/>
              <p:cNvSpPr>
                <a:spLocks/>
              </p:cNvSpPr>
              <p:nvPr/>
            </p:nvSpPr>
            <p:spPr bwMode="auto">
              <a:xfrm>
                <a:off x="942" y="1690"/>
                <a:ext cx="129" cy="65"/>
              </a:xfrm>
              <a:custGeom>
                <a:avLst/>
                <a:gdLst>
                  <a:gd name="T0" fmla="*/ 0 w 643"/>
                  <a:gd name="T1" fmla="*/ 0 h 325"/>
                  <a:gd name="T2" fmla="*/ 0 w 643"/>
                  <a:gd name="T3" fmla="*/ 0 h 325"/>
                  <a:gd name="T4" fmla="*/ 0 w 643"/>
                  <a:gd name="T5" fmla="*/ 0 h 325"/>
                  <a:gd name="T6" fmla="*/ 0 w 643"/>
                  <a:gd name="T7" fmla="*/ 0 h 325"/>
                  <a:gd name="T8" fmla="*/ 0 w 643"/>
                  <a:gd name="T9" fmla="*/ 0 h 3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43"/>
                  <a:gd name="T16" fmla="*/ 0 h 325"/>
                  <a:gd name="T17" fmla="*/ 643 w 643"/>
                  <a:gd name="T18" fmla="*/ 325 h 3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43" h="325">
                    <a:moveTo>
                      <a:pt x="0" y="320"/>
                    </a:moveTo>
                    <a:lnTo>
                      <a:pt x="2" y="325"/>
                    </a:lnTo>
                    <a:lnTo>
                      <a:pt x="643" y="5"/>
                    </a:lnTo>
                    <a:lnTo>
                      <a:pt x="640" y="0"/>
                    </a:lnTo>
                    <a:lnTo>
                      <a:pt x="0" y="32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3" name="Freeform 577"/>
              <p:cNvSpPr>
                <a:spLocks/>
              </p:cNvSpPr>
              <p:nvPr/>
            </p:nvSpPr>
            <p:spPr bwMode="auto">
              <a:xfrm>
                <a:off x="950" y="1695"/>
                <a:ext cx="130" cy="67"/>
              </a:xfrm>
              <a:custGeom>
                <a:avLst/>
                <a:gdLst>
                  <a:gd name="T0" fmla="*/ 0 w 647"/>
                  <a:gd name="T1" fmla="*/ 0 h 334"/>
                  <a:gd name="T2" fmla="*/ 0 w 647"/>
                  <a:gd name="T3" fmla="*/ 0 h 334"/>
                  <a:gd name="T4" fmla="*/ 0 w 647"/>
                  <a:gd name="T5" fmla="*/ 0 h 334"/>
                  <a:gd name="T6" fmla="*/ 0 w 647"/>
                  <a:gd name="T7" fmla="*/ 0 h 334"/>
                  <a:gd name="T8" fmla="*/ 0 w 647"/>
                  <a:gd name="T9" fmla="*/ 0 h 3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47"/>
                  <a:gd name="T16" fmla="*/ 0 h 334"/>
                  <a:gd name="T17" fmla="*/ 647 w 647"/>
                  <a:gd name="T18" fmla="*/ 334 h 3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47" h="334">
                    <a:moveTo>
                      <a:pt x="0" y="329"/>
                    </a:moveTo>
                    <a:lnTo>
                      <a:pt x="3" y="334"/>
                    </a:lnTo>
                    <a:lnTo>
                      <a:pt x="647" y="5"/>
                    </a:lnTo>
                    <a:lnTo>
                      <a:pt x="645" y="0"/>
                    </a:lnTo>
                    <a:lnTo>
                      <a:pt x="0" y="32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4" name="Freeform 578"/>
              <p:cNvSpPr>
                <a:spLocks/>
              </p:cNvSpPr>
              <p:nvPr/>
            </p:nvSpPr>
            <p:spPr bwMode="auto">
              <a:xfrm>
                <a:off x="959" y="1701"/>
                <a:ext cx="130" cy="69"/>
              </a:xfrm>
              <a:custGeom>
                <a:avLst/>
                <a:gdLst>
                  <a:gd name="T0" fmla="*/ 0 w 652"/>
                  <a:gd name="T1" fmla="*/ 0 h 343"/>
                  <a:gd name="T2" fmla="*/ 0 w 652"/>
                  <a:gd name="T3" fmla="*/ 0 h 343"/>
                  <a:gd name="T4" fmla="*/ 0 w 652"/>
                  <a:gd name="T5" fmla="*/ 0 h 343"/>
                  <a:gd name="T6" fmla="*/ 0 w 652"/>
                  <a:gd name="T7" fmla="*/ 0 h 343"/>
                  <a:gd name="T8" fmla="*/ 0 w 652"/>
                  <a:gd name="T9" fmla="*/ 0 h 3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52"/>
                  <a:gd name="T16" fmla="*/ 0 h 343"/>
                  <a:gd name="T17" fmla="*/ 652 w 652"/>
                  <a:gd name="T18" fmla="*/ 343 h 3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52" h="343">
                    <a:moveTo>
                      <a:pt x="0" y="337"/>
                    </a:moveTo>
                    <a:lnTo>
                      <a:pt x="2" y="343"/>
                    </a:lnTo>
                    <a:lnTo>
                      <a:pt x="652" y="4"/>
                    </a:lnTo>
                    <a:lnTo>
                      <a:pt x="650" y="0"/>
                    </a:lnTo>
                    <a:lnTo>
                      <a:pt x="0" y="3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5" name="Freeform 579"/>
              <p:cNvSpPr>
                <a:spLocks/>
              </p:cNvSpPr>
              <p:nvPr/>
            </p:nvSpPr>
            <p:spPr bwMode="auto">
              <a:xfrm>
                <a:off x="967" y="1707"/>
                <a:ext cx="132" cy="71"/>
              </a:xfrm>
              <a:custGeom>
                <a:avLst/>
                <a:gdLst>
                  <a:gd name="T0" fmla="*/ 0 w 658"/>
                  <a:gd name="T1" fmla="*/ 0 h 355"/>
                  <a:gd name="T2" fmla="*/ 0 w 658"/>
                  <a:gd name="T3" fmla="*/ 0 h 355"/>
                  <a:gd name="T4" fmla="*/ 0 w 658"/>
                  <a:gd name="T5" fmla="*/ 0 h 355"/>
                  <a:gd name="T6" fmla="*/ 0 w 658"/>
                  <a:gd name="T7" fmla="*/ 0 h 355"/>
                  <a:gd name="T8" fmla="*/ 0 w 658"/>
                  <a:gd name="T9" fmla="*/ 0 h 3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58"/>
                  <a:gd name="T16" fmla="*/ 0 h 355"/>
                  <a:gd name="T17" fmla="*/ 658 w 658"/>
                  <a:gd name="T18" fmla="*/ 355 h 3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58" h="355">
                    <a:moveTo>
                      <a:pt x="0" y="349"/>
                    </a:moveTo>
                    <a:lnTo>
                      <a:pt x="2" y="355"/>
                    </a:lnTo>
                    <a:lnTo>
                      <a:pt x="658" y="5"/>
                    </a:lnTo>
                    <a:lnTo>
                      <a:pt x="654" y="0"/>
                    </a:lnTo>
                    <a:lnTo>
                      <a:pt x="0" y="34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6" name="Freeform 580"/>
              <p:cNvSpPr>
                <a:spLocks/>
              </p:cNvSpPr>
              <p:nvPr/>
            </p:nvSpPr>
            <p:spPr bwMode="auto">
              <a:xfrm>
                <a:off x="976" y="1713"/>
                <a:ext cx="132" cy="73"/>
              </a:xfrm>
              <a:custGeom>
                <a:avLst/>
                <a:gdLst>
                  <a:gd name="T0" fmla="*/ 0 w 661"/>
                  <a:gd name="T1" fmla="*/ 0 h 365"/>
                  <a:gd name="T2" fmla="*/ 0 w 661"/>
                  <a:gd name="T3" fmla="*/ 0 h 365"/>
                  <a:gd name="T4" fmla="*/ 0 w 661"/>
                  <a:gd name="T5" fmla="*/ 0 h 365"/>
                  <a:gd name="T6" fmla="*/ 0 w 661"/>
                  <a:gd name="T7" fmla="*/ 0 h 365"/>
                  <a:gd name="T8" fmla="*/ 0 w 661"/>
                  <a:gd name="T9" fmla="*/ 0 h 3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1"/>
                  <a:gd name="T16" fmla="*/ 0 h 365"/>
                  <a:gd name="T17" fmla="*/ 661 w 661"/>
                  <a:gd name="T18" fmla="*/ 365 h 36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1" h="365">
                    <a:moveTo>
                      <a:pt x="0" y="359"/>
                    </a:moveTo>
                    <a:lnTo>
                      <a:pt x="2" y="365"/>
                    </a:lnTo>
                    <a:lnTo>
                      <a:pt x="661" y="6"/>
                    </a:lnTo>
                    <a:lnTo>
                      <a:pt x="659" y="0"/>
                    </a:lnTo>
                    <a:lnTo>
                      <a:pt x="0" y="35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7" name="Freeform 581"/>
              <p:cNvSpPr>
                <a:spLocks/>
              </p:cNvSpPr>
              <p:nvPr/>
            </p:nvSpPr>
            <p:spPr bwMode="auto">
              <a:xfrm>
                <a:off x="985" y="1720"/>
                <a:ext cx="133" cy="75"/>
              </a:xfrm>
              <a:custGeom>
                <a:avLst/>
                <a:gdLst>
                  <a:gd name="T0" fmla="*/ 0 w 666"/>
                  <a:gd name="T1" fmla="*/ 0 h 375"/>
                  <a:gd name="T2" fmla="*/ 0 w 666"/>
                  <a:gd name="T3" fmla="*/ 0 h 375"/>
                  <a:gd name="T4" fmla="*/ 0 w 666"/>
                  <a:gd name="T5" fmla="*/ 0 h 375"/>
                  <a:gd name="T6" fmla="*/ 0 w 666"/>
                  <a:gd name="T7" fmla="*/ 0 h 375"/>
                  <a:gd name="T8" fmla="*/ 0 w 666"/>
                  <a:gd name="T9" fmla="*/ 0 h 3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6"/>
                  <a:gd name="T16" fmla="*/ 0 h 375"/>
                  <a:gd name="T17" fmla="*/ 666 w 666"/>
                  <a:gd name="T18" fmla="*/ 375 h 3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6" h="375">
                    <a:moveTo>
                      <a:pt x="0" y="369"/>
                    </a:moveTo>
                    <a:lnTo>
                      <a:pt x="3" y="375"/>
                    </a:lnTo>
                    <a:lnTo>
                      <a:pt x="666" y="5"/>
                    </a:lnTo>
                    <a:lnTo>
                      <a:pt x="663" y="0"/>
                    </a:lnTo>
                    <a:lnTo>
                      <a:pt x="0" y="36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8" name="Freeform 582"/>
              <p:cNvSpPr>
                <a:spLocks/>
              </p:cNvSpPr>
              <p:nvPr/>
            </p:nvSpPr>
            <p:spPr bwMode="auto">
              <a:xfrm>
                <a:off x="994" y="1726"/>
                <a:ext cx="134" cy="77"/>
              </a:xfrm>
              <a:custGeom>
                <a:avLst/>
                <a:gdLst>
                  <a:gd name="T0" fmla="*/ 0 w 671"/>
                  <a:gd name="T1" fmla="*/ 0 h 386"/>
                  <a:gd name="T2" fmla="*/ 0 w 671"/>
                  <a:gd name="T3" fmla="*/ 0 h 386"/>
                  <a:gd name="T4" fmla="*/ 0 w 671"/>
                  <a:gd name="T5" fmla="*/ 0 h 386"/>
                  <a:gd name="T6" fmla="*/ 0 w 671"/>
                  <a:gd name="T7" fmla="*/ 0 h 386"/>
                  <a:gd name="T8" fmla="*/ 0 w 671"/>
                  <a:gd name="T9" fmla="*/ 0 h 38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1"/>
                  <a:gd name="T16" fmla="*/ 0 h 386"/>
                  <a:gd name="T17" fmla="*/ 671 w 671"/>
                  <a:gd name="T18" fmla="*/ 386 h 38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1" h="386">
                    <a:moveTo>
                      <a:pt x="0" y="381"/>
                    </a:moveTo>
                    <a:lnTo>
                      <a:pt x="4" y="386"/>
                    </a:lnTo>
                    <a:lnTo>
                      <a:pt x="671" y="6"/>
                    </a:lnTo>
                    <a:lnTo>
                      <a:pt x="668" y="0"/>
                    </a:lnTo>
                    <a:lnTo>
                      <a:pt x="0" y="38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9" name="Freeform 583"/>
              <p:cNvSpPr>
                <a:spLocks/>
              </p:cNvSpPr>
              <p:nvPr/>
            </p:nvSpPr>
            <p:spPr bwMode="auto">
              <a:xfrm>
                <a:off x="966" y="1661"/>
                <a:ext cx="48" cy="23"/>
              </a:xfrm>
              <a:custGeom>
                <a:avLst/>
                <a:gdLst>
                  <a:gd name="T0" fmla="*/ 0 w 239"/>
                  <a:gd name="T1" fmla="*/ 0 h 115"/>
                  <a:gd name="T2" fmla="*/ 0 w 239"/>
                  <a:gd name="T3" fmla="*/ 0 h 115"/>
                  <a:gd name="T4" fmla="*/ 0 w 239"/>
                  <a:gd name="T5" fmla="*/ 0 h 115"/>
                  <a:gd name="T6" fmla="*/ 0 w 239"/>
                  <a:gd name="T7" fmla="*/ 0 h 115"/>
                  <a:gd name="T8" fmla="*/ 0 w 239"/>
                  <a:gd name="T9" fmla="*/ 0 h 115"/>
                  <a:gd name="T10" fmla="*/ 0 w 239"/>
                  <a:gd name="T11" fmla="*/ 0 h 115"/>
                  <a:gd name="T12" fmla="*/ 0 w 239"/>
                  <a:gd name="T13" fmla="*/ 0 h 1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39"/>
                  <a:gd name="T22" fmla="*/ 0 h 115"/>
                  <a:gd name="T23" fmla="*/ 239 w 239"/>
                  <a:gd name="T24" fmla="*/ 115 h 11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39" h="115">
                    <a:moveTo>
                      <a:pt x="0" y="45"/>
                    </a:moveTo>
                    <a:lnTo>
                      <a:pt x="101" y="0"/>
                    </a:lnTo>
                    <a:lnTo>
                      <a:pt x="239" y="114"/>
                    </a:lnTo>
                    <a:lnTo>
                      <a:pt x="235" y="115"/>
                    </a:lnTo>
                    <a:lnTo>
                      <a:pt x="100" y="5"/>
                    </a:lnTo>
                    <a:lnTo>
                      <a:pt x="3" y="47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0" name="Freeform 584"/>
              <p:cNvSpPr>
                <a:spLocks/>
              </p:cNvSpPr>
              <p:nvPr/>
            </p:nvSpPr>
            <p:spPr bwMode="auto">
              <a:xfrm>
                <a:off x="907" y="1685"/>
                <a:ext cx="123" cy="39"/>
              </a:xfrm>
              <a:custGeom>
                <a:avLst/>
                <a:gdLst>
                  <a:gd name="T0" fmla="*/ 0 w 613"/>
                  <a:gd name="T1" fmla="*/ 0 h 196"/>
                  <a:gd name="T2" fmla="*/ 0 w 613"/>
                  <a:gd name="T3" fmla="*/ 0 h 196"/>
                  <a:gd name="T4" fmla="*/ 0 w 613"/>
                  <a:gd name="T5" fmla="*/ 0 h 196"/>
                  <a:gd name="T6" fmla="*/ 0 w 613"/>
                  <a:gd name="T7" fmla="*/ 0 h 196"/>
                  <a:gd name="T8" fmla="*/ 0 w 613"/>
                  <a:gd name="T9" fmla="*/ 0 h 196"/>
                  <a:gd name="T10" fmla="*/ 0 w 613"/>
                  <a:gd name="T11" fmla="*/ 0 h 196"/>
                  <a:gd name="T12" fmla="*/ 0 w 613"/>
                  <a:gd name="T13" fmla="*/ 0 h 196"/>
                  <a:gd name="T14" fmla="*/ 0 w 613"/>
                  <a:gd name="T15" fmla="*/ 0 h 196"/>
                  <a:gd name="T16" fmla="*/ 0 w 613"/>
                  <a:gd name="T17" fmla="*/ 0 h 196"/>
                  <a:gd name="T18" fmla="*/ 0 w 613"/>
                  <a:gd name="T19" fmla="*/ 0 h 196"/>
                  <a:gd name="T20" fmla="*/ 0 w 613"/>
                  <a:gd name="T21" fmla="*/ 0 h 196"/>
                  <a:gd name="T22" fmla="*/ 0 w 613"/>
                  <a:gd name="T23" fmla="*/ 0 h 196"/>
                  <a:gd name="T24" fmla="*/ 0 w 613"/>
                  <a:gd name="T25" fmla="*/ 0 h 196"/>
                  <a:gd name="T26" fmla="*/ 0 w 613"/>
                  <a:gd name="T27" fmla="*/ 0 h 196"/>
                  <a:gd name="T28" fmla="*/ 0 w 613"/>
                  <a:gd name="T29" fmla="*/ 0 h 196"/>
                  <a:gd name="T30" fmla="*/ 0 w 613"/>
                  <a:gd name="T31" fmla="*/ 0 h 196"/>
                  <a:gd name="T32" fmla="*/ 0 w 613"/>
                  <a:gd name="T33" fmla="*/ 0 h 196"/>
                  <a:gd name="T34" fmla="*/ 0 w 613"/>
                  <a:gd name="T35" fmla="*/ 0 h 196"/>
                  <a:gd name="T36" fmla="*/ 0 w 613"/>
                  <a:gd name="T37" fmla="*/ 0 h 196"/>
                  <a:gd name="T38" fmla="*/ 0 w 613"/>
                  <a:gd name="T39" fmla="*/ 0 h 196"/>
                  <a:gd name="T40" fmla="*/ 0 w 613"/>
                  <a:gd name="T41" fmla="*/ 0 h 196"/>
                  <a:gd name="T42" fmla="*/ 0 w 613"/>
                  <a:gd name="T43" fmla="*/ 0 h 196"/>
                  <a:gd name="T44" fmla="*/ 0 w 613"/>
                  <a:gd name="T45" fmla="*/ 0 h 196"/>
                  <a:gd name="T46" fmla="*/ 0 w 613"/>
                  <a:gd name="T47" fmla="*/ 0 h 196"/>
                  <a:gd name="T48" fmla="*/ 0 w 613"/>
                  <a:gd name="T49" fmla="*/ 0 h 196"/>
                  <a:gd name="T50" fmla="*/ 0 w 613"/>
                  <a:gd name="T51" fmla="*/ 0 h 196"/>
                  <a:gd name="T52" fmla="*/ 0 w 613"/>
                  <a:gd name="T53" fmla="*/ 0 h 196"/>
                  <a:gd name="T54" fmla="*/ 0 w 613"/>
                  <a:gd name="T55" fmla="*/ 0 h 196"/>
                  <a:gd name="T56" fmla="*/ 0 w 613"/>
                  <a:gd name="T57" fmla="*/ 0 h 196"/>
                  <a:gd name="T58" fmla="*/ 0 w 613"/>
                  <a:gd name="T59" fmla="*/ 0 h 19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613"/>
                  <a:gd name="T91" fmla="*/ 0 h 196"/>
                  <a:gd name="T92" fmla="*/ 613 w 613"/>
                  <a:gd name="T93" fmla="*/ 196 h 19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613" h="196">
                    <a:moveTo>
                      <a:pt x="0" y="17"/>
                    </a:moveTo>
                    <a:lnTo>
                      <a:pt x="162" y="182"/>
                    </a:lnTo>
                    <a:lnTo>
                      <a:pt x="163" y="183"/>
                    </a:lnTo>
                    <a:lnTo>
                      <a:pt x="168" y="185"/>
                    </a:lnTo>
                    <a:lnTo>
                      <a:pt x="174" y="189"/>
                    </a:lnTo>
                    <a:lnTo>
                      <a:pt x="183" y="192"/>
                    </a:lnTo>
                    <a:lnTo>
                      <a:pt x="194" y="195"/>
                    </a:lnTo>
                    <a:lnTo>
                      <a:pt x="207" y="196"/>
                    </a:lnTo>
                    <a:lnTo>
                      <a:pt x="223" y="195"/>
                    </a:lnTo>
                    <a:lnTo>
                      <a:pt x="238" y="191"/>
                    </a:lnTo>
                    <a:lnTo>
                      <a:pt x="600" y="17"/>
                    </a:lnTo>
                    <a:lnTo>
                      <a:pt x="603" y="16"/>
                    </a:lnTo>
                    <a:lnTo>
                      <a:pt x="607" y="12"/>
                    </a:lnTo>
                    <a:lnTo>
                      <a:pt x="611" y="6"/>
                    </a:lnTo>
                    <a:lnTo>
                      <a:pt x="613" y="0"/>
                    </a:lnTo>
                    <a:lnTo>
                      <a:pt x="611" y="3"/>
                    </a:lnTo>
                    <a:lnTo>
                      <a:pt x="607" y="6"/>
                    </a:lnTo>
                    <a:lnTo>
                      <a:pt x="600" y="11"/>
                    </a:lnTo>
                    <a:lnTo>
                      <a:pt x="594" y="15"/>
                    </a:lnTo>
                    <a:lnTo>
                      <a:pt x="238" y="188"/>
                    </a:lnTo>
                    <a:lnTo>
                      <a:pt x="236" y="188"/>
                    </a:lnTo>
                    <a:lnTo>
                      <a:pt x="231" y="189"/>
                    </a:lnTo>
                    <a:lnTo>
                      <a:pt x="223" y="191"/>
                    </a:lnTo>
                    <a:lnTo>
                      <a:pt x="212" y="191"/>
                    </a:lnTo>
                    <a:lnTo>
                      <a:pt x="200" y="191"/>
                    </a:lnTo>
                    <a:lnTo>
                      <a:pt x="188" y="190"/>
                    </a:lnTo>
                    <a:lnTo>
                      <a:pt x="176" y="185"/>
                    </a:lnTo>
                    <a:lnTo>
                      <a:pt x="164" y="179"/>
                    </a:lnTo>
                    <a:lnTo>
                      <a:pt x="4" y="16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1" name="Freeform 585"/>
              <p:cNvSpPr>
                <a:spLocks/>
              </p:cNvSpPr>
              <p:nvPr/>
            </p:nvSpPr>
            <p:spPr bwMode="auto">
              <a:xfrm>
                <a:off x="962" y="1815"/>
                <a:ext cx="16" cy="11"/>
              </a:xfrm>
              <a:custGeom>
                <a:avLst/>
                <a:gdLst>
                  <a:gd name="T0" fmla="*/ 0 w 81"/>
                  <a:gd name="T1" fmla="*/ 0 h 56"/>
                  <a:gd name="T2" fmla="*/ 0 w 81"/>
                  <a:gd name="T3" fmla="*/ 0 h 56"/>
                  <a:gd name="T4" fmla="*/ 0 w 81"/>
                  <a:gd name="T5" fmla="*/ 0 h 56"/>
                  <a:gd name="T6" fmla="*/ 0 w 81"/>
                  <a:gd name="T7" fmla="*/ 0 h 56"/>
                  <a:gd name="T8" fmla="*/ 0 w 81"/>
                  <a:gd name="T9" fmla="*/ 0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1"/>
                  <a:gd name="T16" fmla="*/ 0 h 56"/>
                  <a:gd name="T17" fmla="*/ 81 w 81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1" h="56">
                    <a:moveTo>
                      <a:pt x="0" y="25"/>
                    </a:moveTo>
                    <a:lnTo>
                      <a:pt x="27" y="56"/>
                    </a:lnTo>
                    <a:lnTo>
                      <a:pt x="81" y="30"/>
                    </a:lnTo>
                    <a:lnTo>
                      <a:pt x="51" y="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3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2" name="Freeform 586"/>
              <p:cNvSpPr>
                <a:spLocks/>
              </p:cNvSpPr>
              <p:nvPr/>
            </p:nvSpPr>
            <p:spPr bwMode="auto">
              <a:xfrm>
                <a:off x="859" y="1707"/>
                <a:ext cx="123" cy="141"/>
              </a:xfrm>
              <a:custGeom>
                <a:avLst/>
                <a:gdLst>
                  <a:gd name="T0" fmla="*/ 0 w 611"/>
                  <a:gd name="T1" fmla="*/ 0 h 703"/>
                  <a:gd name="T2" fmla="*/ 0 w 611"/>
                  <a:gd name="T3" fmla="*/ 0 h 703"/>
                  <a:gd name="T4" fmla="*/ 0 w 611"/>
                  <a:gd name="T5" fmla="*/ 0 h 703"/>
                  <a:gd name="T6" fmla="*/ 0 w 611"/>
                  <a:gd name="T7" fmla="*/ 0 h 703"/>
                  <a:gd name="T8" fmla="*/ 0 w 611"/>
                  <a:gd name="T9" fmla="*/ 0 h 703"/>
                  <a:gd name="T10" fmla="*/ 0 w 611"/>
                  <a:gd name="T11" fmla="*/ 0 h 703"/>
                  <a:gd name="T12" fmla="*/ 0 w 611"/>
                  <a:gd name="T13" fmla="*/ 0 h 703"/>
                  <a:gd name="T14" fmla="*/ 0 w 611"/>
                  <a:gd name="T15" fmla="*/ 0 h 703"/>
                  <a:gd name="T16" fmla="*/ 0 w 611"/>
                  <a:gd name="T17" fmla="*/ 0 h 703"/>
                  <a:gd name="T18" fmla="*/ 0 w 611"/>
                  <a:gd name="T19" fmla="*/ 0 h 703"/>
                  <a:gd name="T20" fmla="*/ 0 w 611"/>
                  <a:gd name="T21" fmla="*/ 0 h 703"/>
                  <a:gd name="T22" fmla="*/ 0 w 611"/>
                  <a:gd name="T23" fmla="*/ 0 h 703"/>
                  <a:gd name="T24" fmla="*/ 0 w 611"/>
                  <a:gd name="T25" fmla="*/ 0 h 703"/>
                  <a:gd name="T26" fmla="*/ 0 w 611"/>
                  <a:gd name="T27" fmla="*/ 0 h 703"/>
                  <a:gd name="T28" fmla="*/ 0 w 611"/>
                  <a:gd name="T29" fmla="*/ 0 h 703"/>
                  <a:gd name="T30" fmla="*/ 0 w 611"/>
                  <a:gd name="T31" fmla="*/ 0 h 703"/>
                  <a:gd name="T32" fmla="*/ 0 w 611"/>
                  <a:gd name="T33" fmla="*/ 0 h 703"/>
                  <a:gd name="T34" fmla="*/ 0 w 611"/>
                  <a:gd name="T35" fmla="*/ 0 h 703"/>
                  <a:gd name="T36" fmla="*/ 0 w 611"/>
                  <a:gd name="T37" fmla="*/ 0 h 703"/>
                  <a:gd name="T38" fmla="*/ 0 w 611"/>
                  <a:gd name="T39" fmla="*/ 0 h 703"/>
                  <a:gd name="T40" fmla="*/ 0 w 611"/>
                  <a:gd name="T41" fmla="*/ 0 h 703"/>
                  <a:gd name="T42" fmla="*/ 0 w 611"/>
                  <a:gd name="T43" fmla="*/ 0 h 703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11"/>
                  <a:gd name="T67" fmla="*/ 0 h 703"/>
                  <a:gd name="T68" fmla="*/ 611 w 611"/>
                  <a:gd name="T69" fmla="*/ 703 h 703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11" h="703">
                    <a:moveTo>
                      <a:pt x="3" y="0"/>
                    </a:moveTo>
                    <a:lnTo>
                      <a:pt x="570" y="649"/>
                    </a:lnTo>
                    <a:lnTo>
                      <a:pt x="571" y="650"/>
                    </a:lnTo>
                    <a:lnTo>
                      <a:pt x="573" y="652"/>
                    </a:lnTo>
                    <a:lnTo>
                      <a:pt x="578" y="654"/>
                    </a:lnTo>
                    <a:lnTo>
                      <a:pt x="584" y="656"/>
                    </a:lnTo>
                    <a:lnTo>
                      <a:pt x="590" y="657"/>
                    </a:lnTo>
                    <a:lnTo>
                      <a:pt x="597" y="659"/>
                    </a:lnTo>
                    <a:lnTo>
                      <a:pt x="604" y="657"/>
                    </a:lnTo>
                    <a:lnTo>
                      <a:pt x="611" y="655"/>
                    </a:lnTo>
                    <a:lnTo>
                      <a:pt x="600" y="700"/>
                    </a:lnTo>
                    <a:lnTo>
                      <a:pt x="598" y="700"/>
                    </a:lnTo>
                    <a:lnTo>
                      <a:pt x="596" y="702"/>
                    </a:lnTo>
                    <a:lnTo>
                      <a:pt x="591" y="703"/>
                    </a:lnTo>
                    <a:lnTo>
                      <a:pt x="586" y="703"/>
                    </a:lnTo>
                    <a:lnTo>
                      <a:pt x="579" y="703"/>
                    </a:lnTo>
                    <a:lnTo>
                      <a:pt x="572" y="702"/>
                    </a:lnTo>
                    <a:lnTo>
                      <a:pt x="564" y="698"/>
                    </a:lnTo>
                    <a:lnTo>
                      <a:pt x="555" y="693"/>
                    </a:lnTo>
                    <a:lnTo>
                      <a:pt x="566" y="660"/>
                    </a:lnTo>
                    <a:lnTo>
                      <a:pt x="0" y="9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B2CE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3" name="Freeform 587"/>
              <p:cNvSpPr>
                <a:spLocks/>
              </p:cNvSpPr>
              <p:nvPr/>
            </p:nvSpPr>
            <p:spPr bwMode="auto">
              <a:xfrm>
                <a:off x="971" y="1816"/>
                <a:ext cx="5" cy="5"/>
              </a:xfrm>
              <a:custGeom>
                <a:avLst/>
                <a:gdLst>
                  <a:gd name="T0" fmla="*/ 0 w 24"/>
                  <a:gd name="T1" fmla="*/ 0 h 26"/>
                  <a:gd name="T2" fmla="*/ 0 w 24"/>
                  <a:gd name="T3" fmla="*/ 0 h 26"/>
                  <a:gd name="T4" fmla="*/ 0 w 24"/>
                  <a:gd name="T5" fmla="*/ 0 h 26"/>
                  <a:gd name="T6" fmla="*/ 0 w 24"/>
                  <a:gd name="T7" fmla="*/ 0 h 26"/>
                  <a:gd name="T8" fmla="*/ 0 w 24"/>
                  <a:gd name="T9" fmla="*/ 0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26"/>
                  <a:gd name="T17" fmla="*/ 24 w 24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26">
                    <a:moveTo>
                      <a:pt x="1" y="0"/>
                    </a:moveTo>
                    <a:lnTo>
                      <a:pt x="0" y="14"/>
                    </a:lnTo>
                    <a:lnTo>
                      <a:pt x="16" y="26"/>
                    </a:lnTo>
                    <a:lnTo>
                      <a:pt x="24" y="2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4" name="Freeform 588"/>
              <p:cNvSpPr>
                <a:spLocks/>
              </p:cNvSpPr>
              <p:nvPr/>
            </p:nvSpPr>
            <p:spPr bwMode="auto">
              <a:xfrm>
                <a:off x="909" y="1687"/>
                <a:ext cx="46" cy="36"/>
              </a:xfrm>
              <a:custGeom>
                <a:avLst/>
                <a:gdLst>
                  <a:gd name="T0" fmla="*/ 0 w 229"/>
                  <a:gd name="T1" fmla="*/ 0 h 178"/>
                  <a:gd name="T2" fmla="*/ 0 w 229"/>
                  <a:gd name="T3" fmla="*/ 0 h 178"/>
                  <a:gd name="T4" fmla="*/ 0 w 229"/>
                  <a:gd name="T5" fmla="*/ 0 h 178"/>
                  <a:gd name="T6" fmla="*/ 0 w 229"/>
                  <a:gd name="T7" fmla="*/ 0 h 178"/>
                  <a:gd name="T8" fmla="*/ 0 w 229"/>
                  <a:gd name="T9" fmla="*/ 0 h 178"/>
                  <a:gd name="T10" fmla="*/ 0 w 229"/>
                  <a:gd name="T11" fmla="*/ 0 h 178"/>
                  <a:gd name="T12" fmla="*/ 0 w 229"/>
                  <a:gd name="T13" fmla="*/ 0 h 178"/>
                  <a:gd name="T14" fmla="*/ 0 w 229"/>
                  <a:gd name="T15" fmla="*/ 0 h 178"/>
                  <a:gd name="T16" fmla="*/ 0 w 229"/>
                  <a:gd name="T17" fmla="*/ 0 h 178"/>
                  <a:gd name="T18" fmla="*/ 0 w 229"/>
                  <a:gd name="T19" fmla="*/ 0 h 178"/>
                  <a:gd name="T20" fmla="*/ 0 w 229"/>
                  <a:gd name="T21" fmla="*/ 0 h 178"/>
                  <a:gd name="T22" fmla="*/ 0 w 229"/>
                  <a:gd name="T23" fmla="*/ 0 h 178"/>
                  <a:gd name="T24" fmla="*/ 0 w 229"/>
                  <a:gd name="T25" fmla="*/ 0 h 178"/>
                  <a:gd name="T26" fmla="*/ 0 w 229"/>
                  <a:gd name="T27" fmla="*/ 0 h 178"/>
                  <a:gd name="T28" fmla="*/ 0 w 229"/>
                  <a:gd name="T29" fmla="*/ 0 h 178"/>
                  <a:gd name="T30" fmla="*/ 0 w 229"/>
                  <a:gd name="T31" fmla="*/ 0 h 178"/>
                  <a:gd name="T32" fmla="*/ 0 w 229"/>
                  <a:gd name="T33" fmla="*/ 0 h 178"/>
                  <a:gd name="T34" fmla="*/ 0 w 229"/>
                  <a:gd name="T35" fmla="*/ 0 h 178"/>
                  <a:gd name="T36" fmla="*/ 0 w 229"/>
                  <a:gd name="T37" fmla="*/ 0 h 178"/>
                  <a:gd name="T38" fmla="*/ 0 w 229"/>
                  <a:gd name="T39" fmla="*/ 0 h 17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29"/>
                  <a:gd name="T61" fmla="*/ 0 h 178"/>
                  <a:gd name="T62" fmla="*/ 229 w 229"/>
                  <a:gd name="T63" fmla="*/ 178 h 17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29" h="178">
                    <a:moveTo>
                      <a:pt x="7" y="0"/>
                    </a:moveTo>
                    <a:lnTo>
                      <a:pt x="167" y="162"/>
                    </a:lnTo>
                    <a:lnTo>
                      <a:pt x="168" y="164"/>
                    </a:lnTo>
                    <a:lnTo>
                      <a:pt x="170" y="165"/>
                    </a:lnTo>
                    <a:lnTo>
                      <a:pt x="174" y="167"/>
                    </a:lnTo>
                    <a:lnTo>
                      <a:pt x="180" y="170"/>
                    </a:lnTo>
                    <a:lnTo>
                      <a:pt x="188" y="172"/>
                    </a:lnTo>
                    <a:lnTo>
                      <a:pt x="199" y="173"/>
                    </a:lnTo>
                    <a:lnTo>
                      <a:pt x="212" y="172"/>
                    </a:lnTo>
                    <a:lnTo>
                      <a:pt x="229" y="170"/>
                    </a:lnTo>
                    <a:lnTo>
                      <a:pt x="227" y="171"/>
                    </a:lnTo>
                    <a:lnTo>
                      <a:pt x="223" y="172"/>
                    </a:lnTo>
                    <a:lnTo>
                      <a:pt x="217" y="174"/>
                    </a:lnTo>
                    <a:lnTo>
                      <a:pt x="208" y="177"/>
                    </a:lnTo>
                    <a:lnTo>
                      <a:pt x="198" y="178"/>
                    </a:lnTo>
                    <a:lnTo>
                      <a:pt x="187" y="177"/>
                    </a:lnTo>
                    <a:lnTo>
                      <a:pt x="174" y="173"/>
                    </a:lnTo>
                    <a:lnTo>
                      <a:pt x="162" y="166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E8E0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5" name="Freeform 589"/>
              <p:cNvSpPr>
                <a:spLocks/>
              </p:cNvSpPr>
              <p:nvPr/>
            </p:nvSpPr>
            <p:spPr bwMode="auto">
              <a:xfrm>
                <a:off x="987" y="1661"/>
                <a:ext cx="28" cy="22"/>
              </a:xfrm>
              <a:custGeom>
                <a:avLst/>
                <a:gdLst>
                  <a:gd name="T0" fmla="*/ 0 w 140"/>
                  <a:gd name="T1" fmla="*/ 0 h 112"/>
                  <a:gd name="T2" fmla="*/ 0 w 140"/>
                  <a:gd name="T3" fmla="*/ 0 h 112"/>
                  <a:gd name="T4" fmla="*/ 0 w 140"/>
                  <a:gd name="T5" fmla="*/ 0 h 112"/>
                  <a:gd name="T6" fmla="*/ 0 w 140"/>
                  <a:gd name="T7" fmla="*/ 0 h 112"/>
                  <a:gd name="T8" fmla="*/ 0 w 140"/>
                  <a:gd name="T9" fmla="*/ 0 h 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0"/>
                  <a:gd name="T16" fmla="*/ 0 h 112"/>
                  <a:gd name="T17" fmla="*/ 140 w 140"/>
                  <a:gd name="T18" fmla="*/ 112 h 1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0" h="112">
                    <a:moveTo>
                      <a:pt x="0" y="1"/>
                    </a:moveTo>
                    <a:lnTo>
                      <a:pt x="136" y="112"/>
                    </a:lnTo>
                    <a:lnTo>
                      <a:pt x="140" y="110"/>
                    </a:lnTo>
                    <a:lnTo>
                      <a:pt x="6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8E0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6" name="Freeform 590"/>
              <p:cNvSpPr>
                <a:spLocks/>
              </p:cNvSpPr>
              <p:nvPr/>
            </p:nvSpPr>
            <p:spPr bwMode="auto">
              <a:xfrm>
                <a:off x="923" y="1673"/>
                <a:ext cx="18" cy="36"/>
              </a:xfrm>
              <a:custGeom>
                <a:avLst/>
                <a:gdLst>
                  <a:gd name="T0" fmla="*/ 0 w 91"/>
                  <a:gd name="T1" fmla="*/ 0 h 180"/>
                  <a:gd name="T2" fmla="*/ 0 w 91"/>
                  <a:gd name="T3" fmla="*/ 0 h 180"/>
                  <a:gd name="T4" fmla="*/ 0 w 91"/>
                  <a:gd name="T5" fmla="*/ 0 h 180"/>
                  <a:gd name="T6" fmla="*/ 0 w 91"/>
                  <a:gd name="T7" fmla="*/ 0 h 180"/>
                  <a:gd name="T8" fmla="*/ 0 w 91"/>
                  <a:gd name="T9" fmla="*/ 0 h 1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1"/>
                  <a:gd name="T16" fmla="*/ 0 h 180"/>
                  <a:gd name="T17" fmla="*/ 91 w 91"/>
                  <a:gd name="T18" fmla="*/ 180 h 1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1" h="180">
                    <a:moveTo>
                      <a:pt x="15" y="37"/>
                    </a:moveTo>
                    <a:lnTo>
                      <a:pt x="0" y="123"/>
                    </a:lnTo>
                    <a:lnTo>
                      <a:pt x="58" y="180"/>
                    </a:lnTo>
                    <a:lnTo>
                      <a:pt x="91" y="0"/>
                    </a:lnTo>
                    <a:lnTo>
                      <a:pt x="15" y="37"/>
                    </a:lnTo>
                    <a:close/>
                  </a:path>
                </a:pathLst>
              </a:custGeom>
              <a:solidFill>
                <a:srgbClr val="AF969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7" name="Freeform 591"/>
              <p:cNvSpPr>
                <a:spLocks/>
              </p:cNvSpPr>
              <p:nvPr/>
            </p:nvSpPr>
            <p:spPr bwMode="auto">
              <a:xfrm>
                <a:off x="938" y="1670"/>
                <a:ext cx="13" cy="49"/>
              </a:xfrm>
              <a:custGeom>
                <a:avLst/>
                <a:gdLst>
                  <a:gd name="T0" fmla="*/ 0 w 65"/>
                  <a:gd name="T1" fmla="*/ 0 h 246"/>
                  <a:gd name="T2" fmla="*/ 0 w 65"/>
                  <a:gd name="T3" fmla="*/ 0 h 246"/>
                  <a:gd name="T4" fmla="*/ 0 w 65"/>
                  <a:gd name="T5" fmla="*/ 0 h 246"/>
                  <a:gd name="T6" fmla="*/ 0 w 65"/>
                  <a:gd name="T7" fmla="*/ 0 h 246"/>
                  <a:gd name="T8" fmla="*/ 0 w 65"/>
                  <a:gd name="T9" fmla="*/ 0 h 2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5"/>
                  <a:gd name="T16" fmla="*/ 0 h 246"/>
                  <a:gd name="T17" fmla="*/ 65 w 65"/>
                  <a:gd name="T18" fmla="*/ 246 h 24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5" h="246">
                    <a:moveTo>
                      <a:pt x="34" y="15"/>
                    </a:moveTo>
                    <a:lnTo>
                      <a:pt x="0" y="216"/>
                    </a:lnTo>
                    <a:lnTo>
                      <a:pt x="25" y="246"/>
                    </a:lnTo>
                    <a:lnTo>
                      <a:pt x="65" y="0"/>
                    </a:lnTo>
                    <a:lnTo>
                      <a:pt x="34" y="15"/>
                    </a:lnTo>
                    <a:close/>
                  </a:path>
                </a:pathLst>
              </a:custGeom>
              <a:solidFill>
                <a:srgbClr val="BFAA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8" name="Freeform 592"/>
              <p:cNvSpPr>
                <a:spLocks/>
              </p:cNvSpPr>
              <p:nvPr/>
            </p:nvSpPr>
            <p:spPr bwMode="auto">
              <a:xfrm>
                <a:off x="875" y="1714"/>
                <a:ext cx="9" cy="11"/>
              </a:xfrm>
              <a:custGeom>
                <a:avLst/>
                <a:gdLst>
                  <a:gd name="T0" fmla="*/ 0 w 49"/>
                  <a:gd name="T1" fmla="*/ 0 h 56"/>
                  <a:gd name="T2" fmla="*/ 0 w 49"/>
                  <a:gd name="T3" fmla="*/ 0 h 56"/>
                  <a:gd name="T4" fmla="*/ 0 w 49"/>
                  <a:gd name="T5" fmla="*/ 0 h 56"/>
                  <a:gd name="T6" fmla="*/ 0 w 49"/>
                  <a:gd name="T7" fmla="*/ 0 h 56"/>
                  <a:gd name="T8" fmla="*/ 0 w 49"/>
                  <a:gd name="T9" fmla="*/ 0 h 56"/>
                  <a:gd name="T10" fmla="*/ 0 w 49"/>
                  <a:gd name="T11" fmla="*/ 0 h 56"/>
                  <a:gd name="T12" fmla="*/ 0 w 49"/>
                  <a:gd name="T13" fmla="*/ 0 h 56"/>
                  <a:gd name="T14" fmla="*/ 0 w 49"/>
                  <a:gd name="T15" fmla="*/ 0 h 5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9"/>
                  <a:gd name="T25" fmla="*/ 0 h 56"/>
                  <a:gd name="T26" fmla="*/ 49 w 49"/>
                  <a:gd name="T27" fmla="*/ 56 h 5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9" h="56">
                    <a:moveTo>
                      <a:pt x="0" y="0"/>
                    </a:moveTo>
                    <a:lnTo>
                      <a:pt x="37" y="17"/>
                    </a:lnTo>
                    <a:lnTo>
                      <a:pt x="30" y="21"/>
                    </a:lnTo>
                    <a:lnTo>
                      <a:pt x="49" y="45"/>
                    </a:lnTo>
                    <a:lnTo>
                      <a:pt x="30" y="56"/>
                    </a:lnTo>
                    <a:lnTo>
                      <a:pt x="11" y="32"/>
                    </a:lnTo>
                    <a:lnTo>
                      <a:pt x="5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493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9" name="Freeform 593"/>
              <p:cNvSpPr>
                <a:spLocks/>
              </p:cNvSpPr>
              <p:nvPr/>
            </p:nvSpPr>
            <p:spPr bwMode="auto">
              <a:xfrm>
                <a:off x="875" y="1714"/>
                <a:ext cx="7" cy="4"/>
              </a:xfrm>
              <a:custGeom>
                <a:avLst/>
                <a:gdLst>
                  <a:gd name="T0" fmla="*/ 0 w 37"/>
                  <a:gd name="T1" fmla="*/ 0 h 18"/>
                  <a:gd name="T2" fmla="*/ 0 w 37"/>
                  <a:gd name="T3" fmla="*/ 0 h 18"/>
                  <a:gd name="T4" fmla="*/ 0 w 37"/>
                  <a:gd name="T5" fmla="*/ 0 h 18"/>
                  <a:gd name="T6" fmla="*/ 0 w 37"/>
                  <a:gd name="T7" fmla="*/ 0 h 18"/>
                  <a:gd name="T8" fmla="*/ 0 w 37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18"/>
                  <a:gd name="T17" fmla="*/ 37 w 37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18">
                    <a:moveTo>
                      <a:pt x="0" y="0"/>
                    </a:moveTo>
                    <a:lnTo>
                      <a:pt x="37" y="17"/>
                    </a:lnTo>
                    <a:lnTo>
                      <a:pt x="35" y="18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2CE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0" name="Freeform 594"/>
              <p:cNvSpPr>
                <a:spLocks/>
              </p:cNvSpPr>
              <p:nvPr/>
            </p:nvSpPr>
            <p:spPr bwMode="auto">
              <a:xfrm>
                <a:off x="880" y="1718"/>
                <a:ext cx="4" cy="5"/>
              </a:xfrm>
              <a:custGeom>
                <a:avLst/>
                <a:gdLst>
                  <a:gd name="T0" fmla="*/ 0 w 20"/>
                  <a:gd name="T1" fmla="*/ 0 h 25"/>
                  <a:gd name="T2" fmla="*/ 0 w 20"/>
                  <a:gd name="T3" fmla="*/ 0 h 25"/>
                  <a:gd name="T4" fmla="*/ 0 w 20"/>
                  <a:gd name="T5" fmla="*/ 0 h 25"/>
                  <a:gd name="T6" fmla="*/ 0 w 20"/>
                  <a:gd name="T7" fmla="*/ 0 h 25"/>
                  <a:gd name="T8" fmla="*/ 0 w 20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25"/>
                  <a:gd name="T17" fmla="*/ 20 w 20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25">
                    <a:moveTo>
                      <a:pt x="1" y="0"/>
                    </a:moveTo>
                    <a:lnTo>
                      <a:pt x="20" y="24"/>
                    </a:lnTo>
                    <a:lnTo>
                      <a:pt x="18" y="25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B2CE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1" name="Freeform 595"/>
              <p:cNvSpPr>
                <a:spLocks/>
              </p:cNvSpPr>
              <p:nvPr/>
            </p:nvSpPr>
            <p:spPr bwMode="auto">
              <a:xfrm>
                <a:off x="982" y="1732"/>
                <a:ext cx="196" cy="108"/>
              </a:xfrm>
              <a:custGeom>
                <a:avLst/>
                <a:gdLst>
                  <a:gd name="T0" fmla="*/ 0 w 981"/>
                  <a:gd name="T1" fmla="*/ 0 h 537"/>
                  <a:gd name="T2" fmla="*/ 0 w 981"/>
                  <a:gd name="T3" fmla="*/ 0 h 537"/>
                  <a:gd name="T4" fmla="*/ 0 w 981"/>
                  <a:gd name="T5" fmla="*/ 0 h 537"/>
                  <a:gd name="T6" fmla="*/ 0 w 981"/>
                  <a:gd name="T7" fmla="*/ 0 h 537"/>
                  <a:gd name="T8" fmla="*/ 0 w 981"/>
                  <a:gd name="T9" fmla="*/ 0 h 537"/>
                  <a:gd name="T10" fmla="*/ 0 w 981"/>
                  <a:gd name="T11" fmla="*/ 0 h 537"/>
                  <a:gd name="T12" fmla="*/ 0 w 981"/>
                  <a:gd name="T13" fmla="*/ 0 h 5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81"/>
                  <a:gd name="T22" fmla="*/ 0 h 537"/>
                  <a:gd name="T23" fmla="*/ 981 w 981"/>
                  <a:gd name="T24" fmla="*/ 537 h 53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81" h="537">
                    <a:moveTo>
                      <a:pt x="0" y="529"/>
                    </a:moveTo>
                    <a:lnTo>
                      <a:pt x="969" y="10"/>
                    </a:lnTo>
                    <a:lnTo>
                      <a:pt x="979" y="0"/>
                    </a:lnTo>
                    <a:lnTo>
                      <a:pt x="981" y="15"/>
                    </a:lnTo>
                    <a:lnTo>
                      <a:pt x="973" y="21"/>
                    </a:lnTo>
                    <a:lnTo>
                      <a:pt x="0" y="537"/>
                    </a:lnTo>
                    <a:lnTo>
                      <a:pt x="0" y="529"/>
                    </a:lnTo>
                    <a:close/>
                  </a:path>
                </a:pathLst>
              </a:custGeom>
              <a:solidFill>
                <a:srgbClr val="00005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2" name="Freeform 596"/>
              <p:cNvSpPr>
                <a:spLocks/>
              </p:cNvSpPr>
              <p:nvPr/>
            </p:nvSpPr>
            <p:spPr bwMode="auto">
              <a:xfrm>
                <a:off x="995" y="1647"/>
                <a:ext cx="2" cy="3"/>
              </a:xfrm>
              <a:custGeom>
                <a:avLst/>
                <a:gdLst>
                  <a:gd name="T0" fmla="*/ 0 w 11"/>
                  <a:gd name="T1" fmla="*/ 0 h 13"/>
                  <a:gd name="T2" fmla="*/ 0 w 11"/>
                  <a:gd name="T3" fmla="*/ 0 h 13"/>
                  <a:gd name="T4" fmla="*/ 0 w 11"/>
                  <a:gd name="T5" fmla="*/ 0 h 13"/>
                  <a:gd name="T6" fmla="*/ 0 w 11"/>
                  <a:gd name="T7" fmla="*/ 0 h 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13"/>
                  <a:gd name="T14" fmla="*/ 11 w 11"/>
                  <a:gd name="T15" fmla="*/ 13 h 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13">
                    <a:moveTo>
                      <a:pt x="2" y="0"/>
                    </a:moveTo>
                    <a:lnTo>
                      <a:pt x="11" y="6"/>
                    </a:lnTo>
                    <a:lnTo>
                      <a:pt x="0" y="1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3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3" name="Freeform 597"/>
              <p:cNvSpPr>
                <a:spLocks/>
              </p:cNvSpPr>
              <p:nvPr/>
            </p:nvSpPr>
            <p:spPr bwMode="auto">
              <a:xfrm>
                <a:off x="1008" y="1640"/>
                <a:ext cx="2" cy="1"/>
              </a:xfrm>
              <a:custGeom>
                <a:avLst/>
                <a:gdLst>
                  <a:gd name="T0" fmla="*/ 0 w 7"/>
                  <a:gd name="T1" fmla="*/ 0 h 8"/>
                  <a:gd name="T2" fmla="*/ 0 w 7"/>
                  <a:gd name="T3" fmla="*/ 0 h 8"/>
                  <a:gd name="T4" fmla="*/ 0 w 7"/>
                  <a:gd name="T5" fmla="*/ 0 h 8"/>
                  <a:gd name="T6" fmla="*/ 0 w 7"/>
                  <a:gd name="T7" fmla="*/ 0 h 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8"/>
                  <a:gd name="T14" fmla="*/ 7 w 7"/>
                  <a:gd name="T15" fmla="*/ 8 h 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8">
                    <a:moveTo>
                      <a:pt x="0" y="0"/>
                    </a:moveTo>
                    <a:lnTo>
                      <a:pt x="7" y="5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44" name="Text Box 10"/>
            <p:cNvSpPr txBox="1">
              <a:spLocks noChangeArrowheads="1"/>
            </p:cNvSpPr>
            <p:nvPr/>
          </p:nvSpPr>
          <p:spPr bwMode="auto">
            <a:xfrm>
              <a:off x="5614968" y="3041712"/>
              <a:ext cx="1834076" cy="91985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dirty="0" err="1" smtClean="0">
                  <a:solidFill>
                    <a:srgbClr val="000000"/>
                  </a:solidFill>
                </a:rPr>
                <a:t>Timeseries</a:t>
              </a:r>
              <a:r>
                <a:rPr lang="de-DE" sz="1000" dirty="0" smtClean="0">
                  <a:solidFill>
                    <a:srgbClr val="000000"/>
                  </a:solidFill>
                </a:rPr>
                <a:t> Database</a:t>
              </a:r>
              <a:r>
                <a:rPr lang="de-DE" sz="1000" dirty="0">
                  <a:solidFill>
                    <a:srgbClr val="000000"/>
                  </a:solidFill>
                </a:rPr>
                <a:t/>
              </a:r>
              <a:br>
                <a:rPr lang="de-DE" sz="1000" dirty="0">
                  <a:solidFill>
                    <a:srgbClr val="000000"/>
                  </a:solidFill>
                </a:rPr>
              </a:br>
              <a:r>
                <a:rPr lang="de-DE" sz="1000" dirty="0">
                  <a:solidFill>
                    <a:srgbClr val="000000"/>
                  </a:solidFill>
                </a:rPr>
                <a:t>ZISDB</a:t>
              </a:r>
            </a:p>
            <a:p>
              <a:pPr algn="ctr" defTabSz="913925">
                <a:spcBef>
                  <a:spcPct val="50000"/>
                </a:spcBef>
              </a:pPr>
              <a:r>
                <a:rPr lang="de-DE" sz="1000" b="1" dirty="0">
                  <a:solidFill>
                    <a:srgbClr val="000000"/>
                  </a:solidFill>
                </a:rPr>
                <a:t/>
              </a:r>
              <a:br>
                <a:rPr lang="de-DE" sz="1000" b="1" dirty="0">
                  <a:solidFill>
                    <a:srgbClr val="000000"/>
                  </a:solidFill>
                </a:rPr>
              </a:br>
              <a:r>
                <a:rPr lang="de-DE" sz="1000" b="1" dirty="0" err="1" smtClean="0">
                  <a:solidFill>
                    <a:srgbClr val="0070C0"/>
                  </a:solidFill>
                </a:rPr>
                <a:t>Macroeconomic</a:t>
              </a:r>
              <a:r>
                <a:rPr lang="de-DE" sz="1000" b="1" dirty="0" smtClean="0">
                  <a:solidFill>
                    <a:srgbClr val="0070C0"/>
                  </a:solidFill>
                </a:rPr>
                <a:t> </a:t>
              </a:r>
              <a:r>
                <a:rPr lang="de-DE" sz="1000" b="1" dirty="0" err="1" smtClean="0">
                  <a:solidFill>
                    <a:srgbClr val="0070C0"/>
                  </a:solidFill>
                </a:rPr>
                <a:t>Informationsystem</a:t>
              </a:r>
              <a:endParaRPr lang="de-DE" sz="1000" b="1" dirty="0">
                <a:solidFill>
                  <a:srgbClr val="0070C0"/>
                </a:solidFill>
              </a:endParaRPr>
            </a:p>
          </p:txBody>
        </p:sp>
      </p:grpSp>
      <p:sp>
        <p:nvSpPr>
          <p:cNvPr id="366" name="Rechteck 365"/>
          <p:cNvSpPr/>
          <p:nvPr/>
        </p:nvSpPr>
        <p:spPr>
          <a:xfrm>
            <a:off x="2546899" y="1284290"/>
            <a:ext cx="1855788" cy="35204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5" name="Textfeld 444"/>
          <p:cNvSpPr txBox="1"/>
          <p:nvPr/>
        </p:nvSpPr>
        <p:spPr>
          <a:xfrm rot="17875233">
            <a:off x="2244990" y="2961342"/>
            <a:ext cx="2510620" cy="369332"/>
          </a:xfrm>
          <a:prstGeom prst="rect">
            <a:avLst/>
          </a:prstGeom>
          <a:solidFill>
            <a:srgbClr val="F0F0F0">
              <a:alpha val="6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b="1" dirty="0" smtClean="0">
                <a:solidFill>
                  <a:srgbClr val="FF0000"/>
                </a:solidFill>
              </a:rPr>
              <a:t>Data Silos</a:t>
            </a:r>
            <a:endParaRPr lang="de-DE" b="1" dirty="0">
              <a:solidFill>
                <a:srgbClr val="FF0000"/>
              </a:solidFill>
            </a:endParaRPr>
          </a:p>
        </p:txBody>
      </p:sp>
      <p:sp>
        <p:nvSpPr>
          <p:cNvPr id="446" name="Rechteck 445"/>
          <p:cNvSpPr/>
          <p:nvPr/>
        </p:nvSpPr>
        <p:spPr>
          <a:xfrm>
            <a:off x="4705899" y="1284290"/>
            <a:ext cx="1879600" cy="44599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7" name="Textfeld 446"/>
          <p:cNvSpPr txBox="1"/>
          <p:nvPr/>
        </p:nvSpPr>
        <p:spPr>
          <a:xfrm rot="17875233">
            <a:off x="4340589" y="2466461"/>
            <a:ext cx="2510620" cy="369332"/>
          </a:xfrm>
          <a:prstGeom prst="rect">
            <a:avLst/>
          </a:prstGeom>
          <a:solidFill>
            <a:srgbClr val="F0F0F0">
              <a:alpha val="6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b="1" dirty="0" err="1" smtClean="0">
                <a:solidFill>
                  <a:srgbClr val="FF0000"/>
                </a:solidFill>
              </a:rPr>
              <a:t>Aggregated</a:t>
            </a:r>
            <a:r>
              <a:rPr lang="de-DE" b="1" dirty="0" smtClean="0">
                <a:solidFill>
                  <a:srgbClr val="FF0000"/>
                </a:solidFill>
              </a:rPr>
              <a:t> Data</a:t>
            </a:r>
            <a:endParaRPr lang="de-DE" b="1" dirty="0">
              <a:solidFill>
                <a:srgbClr val="FF0000"/>
              </a:solidFill>
            </a:endParaRPr>
          </a:p>
        </p:txBody>
      </p:sp>
      <p:sp>
        <p:nvSpPr>
          <p:cNvPr id="448" name="Textfeld 447"/>
          <p:cNvSpPr txBox="1"/>
          <p:nvPr/>
        </p:nvSpPr>
        <p:spPr>
          <a:xfrm rot="17875233">
            <a:off x="4390388" y="3799008"/>
            <a:ext cx="2510620" cy="369332"/>
          </a:xfrm>
          <a:prstGeom prst="rect">
            <a:avLst/>
          </a:prstGeom>
          <a:solidFill>
            <a:srgbClr val="F0F0F0">
              <a:alpha val="6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b="1" dirty="0" err="1" smtClean="0">
                <a:solidFill>
                  <a:srgbClr val="FF0000"/>
                </a:solidFill>
              </a:rPr>
              <a:t>Stored</a:t>
            </a:r>
            <a:r>
              <a:rPr lang="de-DE" b="1" dirty="0" smtClean="0">
                <a:solidFill>
                  <a:srgbClr val="FF0000"/>
                </a:solidFill>
              </a:rPr>
              <a:t> in SDMX</a:t>
            </a:r>
            <a:endParaRPr lang="de-DE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5694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>
                <a:solidFill>
                  <a:schemeClr val="tx1"/>
                </a:solidFill>
              </a:rPr>
              <a:t>Target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z="900" smtClean="0">
                <a:solidFill>
                  <a:srgbClr val="000000"/>
                </a:solidFill>
              </a:rPr>
              <a:t>EDDI 2015</a:t>
            </a:r>
            <a:endParaRPr lang="de-DE" sz="900" dirty="0">
              <a:solidFill>
                <a:srgbClr val="000000"/>
              </a:solidFill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de-DE" sz="900" dirty="0">
                <a:solidFill>
                  <a:srgbClr val="000000"/>
                </a:solidFill>
              </a:rPr>
              <a:t>Seite </a:t>
            </a:r>
            <a:fld id="{795659D1-D435-4DC4-B545-657E7139435F}" type="slidenum">
              <a:rPr lang="de-DE" sz="900">
                <a:solidFill>
                  <a:srgbClr val="000000"/>
                </a:solidFill>
              </a:rPr>
              <a:pPr/>
              <a:t>20</a:t>
            </a:fld>
            <a:endParaRPr lang="de-DE" sz="900" dirty="0">
              <a:solidFill>
                <a:srgbClr val="000000"/>
              </a:solidFill>
            </a:endParaRP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sz="900" smtClean="0">
                <a:solidFill>
                  <a:srgbClr val="000000"/>
                </a:solidFill>
              </a:rPr>
              <a:t>Towards Metadata Management with SDMX and DDI</a:t>
            </a:r>
            <a:endParaRPr lang="de-DE" sz="900" dirty="0">
              <a:solidFill>
                <a:srgbClr val="000000"/>
              </a:solidFill>
            </a:endParaRPr>
          </a:p>
        </p:txBody>
      </p:sp>
      <p:grpSp>
        <p:nvGrpSpPr>
          <p:cNvPr id="2" name="Gruppieren 444"/>
          <p:cNvGrpSpPr/>
          <p:nvPr/>
        </p:nvGrpSpPr>
        <p:grpSpPr>
          <a:xfrm>
            <a:off x="386312" y="1284290"/>
            <a:ext cx="8424862" cy="4459980"/>
            <a:chOff x="447210" y="1395771"/>
            <a:chExt cx="9752948" cy="4847131"/>
          </a:xfrm>
        </p:grpSpPr>
        <p:sp>
          <p:nvSpPr>
            <p:cNvPr id="8" name="AutoShape 2"/>
            <p:cNvSpPr>
              <a:spLocks noChangeArrowheads="1"/>
            </p:cNvSpPr>
            <p:nvPr/>
          </p:nvSpPr>
          <p:spPr bwMode="auto">
            <a:xfrm>
              <a:off x="5449570" y="1398219"/>
              <a:ext cx="2503018" cy="4831855"/>
            </a:xfrm>
            <a:prstGeom prst="rightArrowCallout">
              <a:avLst>
                <a:gd name="adj1" fmla="val 14892"/>
                <a:gd name="adj2" fmla="val 15446"/>
                <a:gd name="adj3" fmla="val 7218"/>
                <a:gd name="adj4" fmla="val 87593"/>
              </a:avLst>
            </a:prstGeom>
            <a:solidFill>
              <a:srgbClr val="BCC8E0"/>
            </a:solidFill>
            <a:ln w="38100" algn="ctr">
              <a:noFill/>
              <a:miter lim="800000"/>
              <a:headEnd/>
              <a:tailEnd/>
            </a:ln>
          </p:spPr>
          <p:txBody>
            <a:bodyPr lIns="81158" tIns="81158" rIns="81158" bIns="81158"/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b="1" dirty="0" smtClean="0">
                  <a:solidFill>
                    <a:srgbClr val="0070C0"/>
                  </a:solidFill>
                </a:rPr>
                <a:t>Primary </a:t>
              </a:r>
              <a:r>
                <a:rPr lang="de-DE" sz="1000" b="1" dirty="0" err="1" smtClean="0">
                  <a:solidFill>
                    <a:srgbClr val="0070C0"/>
                  </a:solidFill>
                </a:rPr>
                <a:t>Statistics</a:t>
              </a:r>
              <a:r>
                <a:rPr lang="de-DE" sz="1000" b="1" dirty="0" smtClean="0">
                  <a:solidFill>
                    <a:srgbClr val="0070C0"/>
                  </a:solidFill>
                </a:rPr>
                <a:t> </a:t>
              </a:r>
              <a:r>
                <a:rPr lang="de-DE" sz="1000" b="1" dirty="0" err="1" smtClean="0">
                  <a:solidFill>
                    <a:srgbClr val="0070C0"/>
                  </a:solidFill>
                </a:rPr>
                <a:t>results</a:t>
              </a:r>
              <a:r>
                <a:rPr lang="de-DE" sz="1000" b="1" dirty="0" smtClean="0">
                  <a:solidFill>
                    <a:srgbClr val="0070C0"/>
                  </a:solidFill>
                </a:rPr>
                <a:t> , </a:t>
              </a:r>
              <a:r>
                <a:rPr lang="de-DE" sz="1000" b="1" dirty="0">
                  <a:solidFill>
                    <a:srgbClr val="0070C0"/>
                  </a:solidFill>
                </a:rPr>
                <a:t/>
              </a:r>
              <a:br>
                <a:rPr lang="de-DE" sz="1000" b="1" dirty="0">
                  <a:solidFill>
                    <a:srgbClr val="0070C0"/>
                  </a:solidFill>
                </a:rPr>
              </a:br>
              <a:r>
                <a:rPr lang="de-DE" sz="1000" b="1" dirty="0" err="1" smtClean="0">
                  <a:solidFill>
                    <a:srgbClr val="0070C0"/>
                  </a:solidFill>
                </a:rPr>
                <a:t>macroeconomic</a:t>
              </a:r>
              <a:r>
                <a:rPr lang="de-DE" sz="1000" b="1" dirty="0" smtClean="0">
                  <a:solidFill>
                    <a:srgbClr val="0070C0"/>
                  </a:solidFill>
                </a:rPr>
                <a:t> </a:t>
              </a:r>
              <a:r>
                <a:rPr lang="de-DE" sz="1000" b="1" dirty="0">
                  <a:solidFill>
                    <a:srgbClr val="0070C0"/>
                  </a:solidFill>
                </a:rPr>
                <a:t/>
              </a:r>
              <a:br>
                <a:rPr lang="de-DE" sz="1000" b="1" dirty="0">
                  <a:solidFill>
                    <a:srgbClr val="0070C0"/>
                  </a:solidFill>
                </a:rPr>
              </a:br>
              <a:r>
                <a:rPr lang="de-DE" sz="1000" b="1" dirty="0" err="1" smtClean="0">
                  <a:solidFill>
                    <a:srgbClr val="0070C0"/>
                  </a:solidFill>
                </a:rPr>
                <a:t>Indicators</a:t>
              </a:r>
              <a:endParaRPr lang="de-DE" sz="1000" b="1" dirty="0">
                <a:solidFill>
                  <a:srgbClr val="0070C0"/>
                </a:solidFill>
              </a:endParaRPr>
            </a:p>
          </p:txBody>
        </p:sp>
        <p:sp>
          <p:nvSpPr>
            <p:cNvPr id="9" name="AutoShape 66"/>
            <p:cNvSpPr>
              <a:spLocks noChangeArrowheads="1"/>
            </p:cNvSpPr>
            <p:nvPr/>
          </p:nvSpPr>
          <p:spPr bwMode="auto">
            <a:xfrm>
              <a:off x="447210" y="5291508"/>
              <a:ext cx="5000522" cy="938565"/>
            </a:xfrm>
            <a:prstGeom prst="rightArrowCallout">
              <a:avLst>
                <a:gd name="adj1" fmla="val 29898"/>
                <a:gd name="adj2" fmla="val 26718"/>
                <a:gd name="adj3" fmla="val 16488"/>
                <a:gd name="adj4" fmla="val 92792"/>
              </a:avLst>
            </a:prstGeom>
            <a:solidFill>
              <a:srgbClr val="D6DDEC"/>
            </a:solidFill>
            <a:ln w="38100" algn="ctr">
              <a:noFill/>
              <a:miter lim="800000"/>
              <a:headEnd/>
              <a:tailEnd/>
            </a:ln>
          </p:spPr>
          <p:txBody>
            <a:bodyPr lIns="81158" tIns="81158" rIns="81158" bIns="81158"/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dirty="0">
                  <a:solidFill>
                    <a:srgbClr val="000000"/>
                  </a:solidFill>
                </a:rPr>
                <a:t>                       </a:t>
              </a:r>
              <a:r>
                <a:rPr lang="de-DE" sz="1000" b="1" dirty="0">
                  <a:solidFill>
                    <a:srgbClr val="000000"/>
                  </a:solidFill>
                </a:rPr>
                <a:t>    </a:t>
              </a:r>
              <a:r>
                <a:rPr lang="de-DE" sz="1000" b="1" dirty="0">
                  <a:solidFill>
                    <a:srgbClr val="0070C0"/>
                  </a:solidFill>
                </a:rPr>
                <a:t>    </a:t>
              </a:r>
              <a:r>
                <a:rPr lang="de-DE" sz="1000" b="1" dirty="0" err="1" smtClean="0">
                  <a:solidFill>
                    <a:srgbClr val="0070C0"/>
                  </a:solidFill>
                </a:rPr>
                <a:t>External</a:t>
              </a:r>
              <a:r>
                <a:rPr lang="de-DE" sz="1000" b="1" dirty="0" smtClean="0">
                  <a:solidFill>
                    <a:srgbClr val="0070C0"/>
                  </a:solidFill>
                </a:rPr>
                <a:t> </a:t>
              </a:r>
              <a:r>
                <a:rPr lang="de-DE" sz="1000" b="1" dirty="0" err="1" smtClean="0">
                  <a:solidFill>
                    <a:srgbClr val="0070C0"/>
                  </a:solidFill>
                </a:rPr>
                <a:t>Organisations</a:t>
              </a:r>
              <a:r>
                <a:rPr lang="de-DE" sz="1000" b="1" dirty="0" smtClean="0">
                  <a:solidFill>
                    <a:srgbClr val="0070C0"/>
                  </a:solidFill>
                </a:rPr>
                <a:t> Data  </a:t>
              </a:r>
              <a:r>
                <a:rPr lang="de-DE" sz="1000" dirty="0">
                  <a:solidFill>
                    <a:srgbClr val="000000"/>
                  </a:solidFill>
                </a:rPr>
                <a:t/>
              </a:r>
              <a:br>
                <a:rPr lang="de-DE" sz="1000" dirty="0">
                  <a:solidFill>
                    <a:srgbClr val="000000"/>
                  </a:solidFill>
                </a:rPr>
              </a:br>
              <a:r>
                <a:rPr lang="de-DE" sz="1000" dirty="0">
                  <a:solidFill>
                    <a:srgbClr val="000000"/>
                  </a:solidFill>
                </a:rPr>
                <a:t>                               EZB, BIZ, OECD, IWF, Eurostat, destatis,…</a:t>
              </a:r>
              <a:br>
                <a:rPr lang="de-DE" sz="1000" dirty="0">
                  <a:solidFill>
                    <a:srgbClr val="000000"/>
                  </a:solidFill>
                </a:rPr>
              </a:br>
              <a:r>
                <a:rPr lang="de-DE" sz="1000" b="1" dirty="0">
                  <a:solidFill>
                    <a:srgbClr val="000000"/>
                  </a:solidFill>
                </a:rPr>
                <a:t/>
              </a:r>
              <a:br>
                <a:rPr lang="de-DE" sz="1000" b="1" dirty="0">
                  <a:solidFill>
                    <a:srgbClr val="000000"/>
                  </a:solidFill>
                </a:rPr>
              </a:br>
              <a:r>
                <a:rPr lang="de-DE" sz="1000" b="1" dirty="0">
                  <a:solidFill>
                    <a:srgbClr val="000000"/>
                  </a:solidFill>
                </a:rPr>
                <a:t>                         </a:t>
              </a:r>
              <a:r>
                <a:rPr lang="de-DE" sz="1000" b="1" dirty="0">
                  <a:solidFill>
                    <a:srgbClr val="0070C0"/>
                  </a:solidFill>
                </a:rPr>
                <a:t>      </a:t>
              </a:r>
              <a:r>
                <a:rPr lang="de-DE" sz="1000" b="1" dirty="0" smtClean="0">
                  <a:solidFill>
                    <a:srgbClr val="0070C0"/>
                  </a:solidFill>
                </a:rPr>
                <a:t>Commercial Data Providers</a:t>
              </a:r>
              <a:r>
                <a:rPr lang="de-DE" sz="1000" b="1" dirty="0">
                  <a:solidFill>
                    <a:srgbClr val="000000"/>
                  </a:solidFill>
                </a:rPr>
                <a:t/>
              </a:r>
              <a:br>
                <a:rPr lang="de-DE" sz="1000" b="1" dirty="0">
                  <a:solidFill>
                    <a:srgbClr val="000000"/>
                  </a:solidFill>
                </a:rPr>
              </a:br>
              <a:r>
                <a:rPr lang="de-DE" sz="1000" dirty="0">
                  <a:solidFill>
                    <a:srgbClr val="000000"/>
                  </a:solidFill>
                </a:rPr>
                <a:t>                               MarkIT, Thomson-Reuters,…</a:t>
              </a:r>
            </a:p>
            <a:p>
              <a:pPr algn="ctr" defTabSz="913925">
                <a:spcBef>
                  <a:spcPct val="50000"/>
                </a:spcBef>
              </a:pPr>
              <a:r>
                <a:rPr lang="de-DE" sz="1000" b="1" dirty="0">
                  <a:solidFill>
                    <a:srgbClr val="0070C0"/>
                  </a:solidFill>
                </a:rPr>
                <a:t/>
              </a:r>
              <a:br>
                <a:rPr lang="de-DE" sz="1000" b="1" dirty="0">
                  <a:solidFill>
                    <a:srgbClr val="0070C0"/>
                  </a:solidFill>
                </a:rPr>
              </a:br>
              <a:endParaRPr lang="de-DE" sz="1000" b="1" dirty="0">
                <a:solidFill>
                  <a:srgbClr val="0070C0"/>
                </a:solidFill>
              </a:endParaRPr>
            </a:p>
          </p:txBody>
        </p:sp>
        <p:sp>
          <p:nvSpPr>
            <p:cNvPr id="10" name="AutoShape 3"/>
            <p:cNvSpPr>
              <a:spLocks noChangeArrowheads="1"/>
            </p:cNvSpPr>
            <p:nvPr/>
          </p:nvSpPr>
          <p:spPr bwMode="auto">
            <a:xfrm>
              <a:off x="2948389" y="1395771"/>
              <a:ext cx="2501181" cy="3800844"/>
            </a:xfrm>
            <a:prstGeom prst="rightArrowCallout">
              <a:avLst>
                <a:gd name="adj1" fmla="val 28761"/>
                <a:gd name="adj2" fmla="val 24070"/>
                <a:gd name="adj3" fmla="val 7606"/>
                <a:gd name="adj4" fmla="val 85338"/>
              </a:avLst>
            </a:prstGeom>
            <a:solidFill>
              <a:srgbClr val="CBD4E7"/>
            </a:solidFill>
            <a:ln w="38100" algn="ctr">
              <a:noFill/>
              <a:miter lim="800000"/>
              <a:headEnd/>
              <a:tailEnd/>
            </a:ln>
          </p:spPr>
          <p:txBody>
            <a:bodyPr lIns="81158" tIns="81158" rIns="81158" bIns="81158"/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b="1" dirty="0" smtClean="0">
                  <a:solidFill>
                    <a:srgbClr val="0070C0"/>
                  </a:solidFill>
                </a:rPr>
                <a:t>Primary </a:t>
              </a:r>
              <a:r>
                <a:rPr lang="de-DE" sz="1000" b="1" dirty="0" err="1" smtClean="0">
                  <a:solidFill>
                    <a:srgbClr val="0070C0"/>
                  </a:solidFill>
                </a:rPr>
                <a:t>Statistics</a:t>
              </a:r>
              <a:r>
                <a:rPr lang="de-DE" sz="1000" b="1" dirty="0" smtClean="0">
                  <a:solidFill>
                    <a:srgbClr val="0070C0"/>
                  </a:solidFill>
                </a:rPr>
                <a:t>: </a:t>
              </a:r>
              <a:r>
                <a:rPr lang="de-DE" sz="1000" b="1" dirty="0">
                  <a:solidFill>
                    <a:srgbClr val="0070C0"/>
                  </a:solidFill>
                </a:rPr>
                <a:t/>
              </a:r>
              <a:br>
                <a:rPr lang="de-DE" sz="1000" b="1" dirty="0">
                  <a:solidFill>
                    <a:srgbClr val="0070C0"/>
                  </a:solidFill>
                </a:rPr>
              </a:br>
              <a:r>
                <a:rPr lang="de-DE" sz="1000" b="1" dirty="0" smtClean="0">
                  <a:solidFill>
                    <a:srgbClr val="0070C0"/>
                  </a:solidFill>
                </a:rPr>
                <a:t>Review, Validation, </a:t>
              </a:r>
              <a:r>
                <a:rPr lang="de-DE" sz="1000" b="1" dirty="0">
                  <a:solidFill>
                    <a:srgbClr val="0070C0"/>
                  </a:solidFill>
                </a:rPr>
                <a:t/>
              </a:r>
              <a:br>
                <a:rPr lang="de-DE" sz="1000" b="1" dirty="0">
                  <a:solidFill>
                    <a:srgbClr val="0070C0"/>
                  </a:solidFill>
                </a:rPr>
              </a:br>
              <a:r>
                <a:rPr lang="de-DE" sz="1000" b="1" dirty="0" err="1" smtClean="0">
                  <a:solidFill>
                    <a:srgbClr val="0070C0"/>
                  </a:solidFill>
                </a:rPr>
                <a:t>Preparation</a:t>
              </a:r>
              <a:endParaRPr lang="de-DE" sz="1000" b="1" dirty="0">
                <a:solidFill>
                  <a:srgbClr val="0070C0"/>
                </a:solidFill>
              </a:endParaRPr>
            </a:p>
          </p:txBody>
        </p:sp>
        <p:sp>
          <p:nvSpPr>
            <p:cNvPr id="11" name="AutoShape 4"/>
            <p:cNvSpPr>
              <a:spLocks noChangeArrowheads="1"/>
            </p:cNvSpPr>
            <p:nvPr/>
          </p:nvSpPr>
          <p:spPr bwMode="auto">
            <a:xfrm>
              <a:off x="447210" y="1395772"/>
              <a:ext cx="2501180" cy="3818097"/>
            </a:xfrm>
            <a:prstGeom prst="rightArrowCallout">
              <a:avLst>
                <a:gd name="adj1" fmla="val 48931"/>
                <a:gd name="adj2" fmla="val 34613"/>
                <a:gd name="adj3" fmla="val 6079"/>
                <a:gd name="adj4" fmla="val 83333"/>
              </a:avLst>
            </a:prstGeom>
            <a:solidFill>
              <a:srgbClr val="D6DDEC"/>
            </a:solidFill>
            <a:ln w="38100" algn="ctr">
              <a:noFill/>
              <a:miter lim="800000"/>
              <a:headEnd/>
              <a:tailEnd/>
            </a:ln>
          </p:spPr>
          <p:txBody>
            <a:bodyPr lIns="81158" tIns="81158" rIns="81158" bIns="81158"/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b="1" dirty="0">
                  <a:solidFill>
                    <a:srgbClr val="0070C0"/>
                  </a:solidFill>
                </a:rPr>
                <a:t>Primary </a:t>
              </a:r>
              <a:r>
                <a:rPr lang="de-DE" sz="1000" b="1" dirty="0" err="1">
                  <a:solidFill>
                    <a:srgbClr val="0070C0"/>
                  </a:solidFill>
                </a:rPr>
                <a:t>Statistics</a:t>
              </a:r>
              <a:r>
                <a:rPr lang="de-DE" sz="1000" b="1" dirty="0">
                  <a:solidFill>
                    <a:srgbClr val="0070C0"/>
                  </a:solidFill>
                </a:rPr>
                <a:t> </a:t>
              </a:r>
              <a:br>
                <a:rPr lang="de-DE" sz="1000" b="1" dirty="0">
                  <a:solidFill>
                    <a:srgbClr val="0070C0"/>
                  </a:solidFill>
                </a:rPr>
              </a:br>
              <a:r>
                <a:rPr lang="de-DE" sz="1000" b="1" dirty="0" smtClean="0">
                  <a:solidFill>
                    <a:srgbClr val="0070C0"/>
                  </a:solidFill>
                </a:rPr>
                <a:t>Data Input</a:t>
              </a:r>
              <a:r>
                <a:rPr lang="de-DE" sz="1000" b="1" dirty="0">
                  <a:solidFill>
                    <a:srgbClr val="0070C0"/>
                  </a:solidFill>
                </a:rPr>
                <a:t/>
              </a:r>
              <a:br>
                <a:rPr lang="de-DE" sz="1000" b="1" dirty="0">
                  <a:solidFill>
                    <a:srgbClr val="0070C0"/>
                  </a:solidFill>
                </a:rPr>
              </a:br>
              <a:endParaRPr lang="de-DE" sz="1000" b="1" dirty="0">
                <a:solidFill>
                  <a:srgbClr val="0070C0"/>
                </a:solidFill>
              </a:endParaRPr>
            </a:p>
          </p:txBody>
        </p:sp>
        <p:sp>
          <p:nvSpPr>
            <p:cNvPr id="12" name="Text Box 6"/>
            <p:cNvSpPr txBox="1">
              <a:spLocks noChangeArrowheads="1"/>
            </p:cNvSpPr>
            <p:nvPr/>
          </p:nvSpPr>
          <p:spPr bwMode="auto">
            <a:xfrm>
              <a:off x="7952588" y="1398219"/>
              <a:ext cx="2247570" cy="4831855"/>
            </a:xfrm>
            <a:prstGeom prst="rect">
              <a:avLst/>
            </a:prstGeom>
            <a:solidFill>
              <a:srgbClr val="A9B8D7"/>
            </a:solidFill>
            <a:ln w="38100">
              <a:noFill/>
              <a:miter lim="800000"/>
              <a:headEnd/>
              <a:tailEnd/>
            </a:ln>
          </p:spPr>
          <p:txBody>
            <a:bodyPr lIns="81158" tIns="81158" rIns="81158" bIns="81158"/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b="1" dirty="0" smtClean="0">
                  <a:solidFill>
                    <a:srgbClr val="0070C0"/>
                  </a:solidFill>
                </a:rPr>
                <a:t>Data </a:t>
              </a:r>
              <a:r>
                <a:rPr lang="de-DE" sz="1000" b="1" dirty="0" err="1" smtClean="0">
                  <a:solidFill>
                    <a:srgbClr val="0070C0"/>
                  </a:solidFill>
                </a:rPr>
                <a:t>usage</a:t>
              </a:r>
              <a:r>
                <a:rPr lang="de-DE" sz="1000" b="1" dirty="0" smtClean="0">
                  <a:solidFill>
                    <a:srgbClr val="0070C0"/>
                  </a:solidFill>
                </a:rPr>
                <a:t>,</a:t>
              </a:r>
              <a:r>
                <a:rPr lang="de-DE" sz="1000" b="1" dirty="0">
                  <a:solidFill>
                    <a:srgbClr val="0070C0"/>
                  </a:solidFill>
                </a:rPr>
                <a:t/>
              </a:r>
              <a:br>
                <a:rPr lang="de-DE" sz="1000" b="1" dirty="0">
                  <a:solidFill>
                    <a:srgbClr val="0070C0"/>
                  </a:solidFill>
                </a:rPr>
              </a:br>
              <a:r>
                <a:rPr lang="de-DE" sz="1000" b="1" dirty="0" smtClean="0">
                  <a:solidFill>
                    <a:srgbClr val="0070C0"/>
                  </a:solidFill>
                </a:rPr>
                <a:t>Data Exchange,</a:t>
              </a:r>
              <a:r>
                <a:rPr lang="de-DE" sz="1000" b="1" dirty="0">
                  <a:solidFill>
                    <a:srgbClr val="0070C0"/>
                  </a:solidFill>
                </a:rPr>
                <a:t/>
              </a:r>
              <a:br>
                <a:rPr lang="de-DE" sz="1000" b="1" dirty="0">
                  <a:solidFill>
                    <a:srgbClr val="0070C0"/>
                  </a:solidFill>
                </a:rPr>
              </a:br>
              <a:r>
                <a:rPr lang="de-DE" sz="1000" b="1" dirty="0" err="1" smtClean="0">
                  <a:solidFill>
                    <a:srgbClr val="0070C0"/>
                  </a:solidFill>
                </a:rPr>
                <a:t>Publication</a:t>
              </a:r>
              <a:endParaRPr lang="de-DE" sz="1000" b="1" u="sng" dirty="0">
                <a:solidFill>
                  <a:srgbClr val="0070C0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r>
                <a:rPr lang="de-DE" sz="1000" b="1" u="sng" dirty="0">
                  <a:solidFill>
                    <a:srgbClr val="5A78BE"/>
                  </a:solidFill>
                </a:rPr>
                <a:t/>
              </a:r>
              <a:br>
                <a:rPr lang="de-DE" sz="1000" b="1" u="sng" dirty="0">
                  <a:solidFill>
                    <a:srgbClr val="5A78BE"/>
                  </a:solidFill>
                </a:rPr>
              </a:br>
              <a:r>
                <a:rPr lang="de-DE" sz="1000" b="1" u="sng" dirty="0">
                  <a:solidFill>
                    <a:srgbClr val="5A78BE"/>
                  </a:solidFill>
                </a:rPr>
                <a:t/>
              </a:r>
              <a:br>
                <a:rPr lang="de-DE" sz="1000" b="1" u="sng" dirty="0">
                  <a:solidFill>
                    <a:srgbClr val="5A78BE"/>
                  </a:solidFill>
                </a:rPr>
              </a:b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u="sng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dirty="0">
                <a:solidFill>
                  <a:srgbClr val="5A78BE"/>
                </a:solidFill>
              </a:endParaRPr>
            </a:p>
            <a:p>
              <a:pPr algn="ctr" defTabSz="913925">
                <a:spcBef>
                  <a:spcPct val="50000"/>
                </a:spcBef>
              </a:pPr>
              <a:endParaRPr lang="de-DE" sz="1000" b="1" dirty="0">
                <a:solidFill>
                  <a:srgbClr val="5A78BE"/>
                </a:solidFill>
              </a:endParaRPr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8796116" y="4592759"/>
              <a:ext cx="1321344" cy="50174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913925">
                <a:spcBef>
                  <a:spcPct val="50000"/>
                </a:spcBef>
              </a:pPr>
              <a:r>
                <a:rPr lang="de-DE" sz="1000" b="1" dirty="0" smtClean="0">
                  <a:solidFill>
                    <a:srgbClr val="000000"/>
                  </a:solidFill>
                </a:rPr>
                <a:t>Data Storage Device</a:t>
              </a:r>
              <a:r>
                <a:rPr lang="de-DE" sz="1000" b="1" dirty="0">
                  <a:solidFill>
                    <a:srgbClr val="000000"/>
                  </a:solidFill>
                </a:rPr>
                <a:t/>
              </a:r>
              <a:br>
                <a:rPr lang="de-DE" sz="1000" b="1" dirty="0">
                  <a:solidFill>
                    <a:srgbClr val="000000"/>
                  </a:solidFill>
                </a:rPr>
              </a:br>
              <a:r>
                <a:rPr lang="de-DE" sz="1000" dirty="0" smtClean="0">
                  <a:solidFill>
                    <a:srgbClr val="000000"/>
                  </a:solidFill>
                </a:rPr>
                <a:t>Registered </a:t>
              </a:r>
              <a:r>
                <a:rPr lang="de-DE" sz="1000" dirty="0" err="1" smtClean="0">
                  <a:solidFill>
                    <a:srgbClr val="000000"/>
                  </a:solidFill>
                </a:rPr>
                <a:t>clients</a:t>
              </a:r>
              <a:endParaRPr lang="de-DE" sz="1000" dirty="0">
                <a:solidFill>
                  <a:srgbClr val="000000"/>
                </a:solidFill>
              </a:endParaRP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8739146" y="3027908"/>
              <a:ext cx="1321343" cy="50174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913925">
                <a:spcBef>
                  <a:spcPct val="50000"/>
                </a:spcBef>
              </a:pPr>
              <a:r>
                <a:rPr lang="de-DE" sz="1000" b="1" dirty="0">
                  <a:solidFill>
                    <a:srgbClr val="000000"/>
                  </a:solidFill>
                </a:rPr>
                <a:t>Intranet </a:t>
              </a:r>
              <a:r>
                <a:rPr lang="de-DE" sz="1000" dirty="0">
                  <a:solidFill>
                    <a:srgbClr val="000000"/>
                  </a:solidFill>
                </a:rPr>
                <a:t>Bundesbank, </a:t>
              </a:r>
              <a:r>
                <a:rPr lang="de-DE" sz="1000" dirty="0" err="1" smtClean="0">
                  <a:solidFill>
                    <a:srgbClr val="000000"/>
                  </a:solidFill>
                </a:rPr>
                <a:t>Ministries</a:t>
              </a:r>
              <a:endParaRPr lang="de-DE" sz="1000" dirty="0">
                <a:solidFill>
                  <a:srgbClr val="000000"/>
                </a:solidFill>
              </a:endParaRPr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8783252" y="2161806"/>
              <a:ext cx="1319506" cy="68571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913925">
                <a:spcBef>
                  <a:spcPct val="50000"/>
                </a:spcBef>
              </a:pPr>
              <a:r>
                <a:rPr lang="de-DE" sz="1000" b="1" dirty="0" smtClean="0">
                  <a:solidFill>
                    <a:srgbClr val="000000"/>
                  </a:solidFill>
                </a:rPr>
                <a:t>Dataexchange</a:t>
              </a:r>
              <a:r>
                <a:rPr lang="de-DE" sz="1000" b="1" dirty="0">
                  <a:solidFill>
                    <a:srgbClr val="000000"/>
                  </a:solidFill>
                </a:rPr>
                <a:t/>
              </a:r>
              <a:br>
                <a:rPr lang="de-DE" sz="1000" b="1" dirty="0">
                  <a:solidFill>
                    <a:srgbClr val="000000"/>
                  </a:solidFill>
                </a:rPr>
              </a:br>
              <a:r>
                <a:rPr lang="de-DE" sz="1000" dirty="0">
                  <a:solidFill>
                    <a:srgbClr val="000000"/>
                  </a:solidFill>
                </a:rPr>
                <a:t>EZB, BIZ, OECD, IWF, Eurostat, destatis,…</a:t>
              </a:r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8796116" y="5524422"/>
              <a:ext cx="1321344" cy="41811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913925">
                <a:spcBef>
                  <a:spcPct val="50000"/>
                </a:spcBef>
              </a:pPr>
              <a:r>
                <a:rPr lang="de-DE" sz="1000" b="1" dirty="0" smtClean="0">
                  <a:solidFill>
                    <a:srgbClr val="000000"/>
                  </a:solidFill>
                </a:rPr>
                <a:t>Print-Publications</a:t>
              </a:r>
            </a:p>
            <a:p>
              <a:pPr defTabSz="913925">
                <a:spcBef>
                  <a:spcPct val="50000"/>
                </a:spcBef>
              </a:pPr>
              <a:endParaRPr lang="de-DE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7" name="Text Box 36"/>
            <p:cNvSpPr txBox="1">
              <a:spLocks noChangeArrowheads="1"/>
            </p:cNvSpPr>
            <p:nvPr/>
          </p:nvSpPr>
          <p:spPr bwMode="auto">
            <a:xfrm>
              <a:off x="1151070" y="2382645"/>
              <a:ext cx="1319506" cy="16724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b="1" dirty="0" smtClean="0">
                  <a:solidFill>
                    <a:srgbClr val="000000"/>
                  </a:solidFill>
                </a:rPr>
                <a:t>Data Collection</a:t>
              </a:r>
              <a:endParaRPr lang="de-DE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8" name="Text Box 37"/>
            <p:cNvSpPr txBox="1">
              <a:spLocks noChangeArrowheads="1"/>
            </p:cNvSpPr>
            <p:nvPr/>
          </p:nvSpPr>
          <p:spPr bwMode="auto">
            <a:xfrm>
              <a:off x="904208" y="3304820"/>
              <a:ext cx="1564684" cy="16724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b="1" dirty="0" smtClean="0">
                  <a:solidFill>
                    <a:srgbClr val="000000"/>
                  </a:solidFill>
                </a:rPr>
                <a:t>Data Storage Device</a:t>
              </a:r>
              <a:endParaRPr lang="de-DE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9" name="Text Box 38"/>
            <p:cNvSpPr txBox="1">
              <a:spLocks noChangeArrowheads="1"/>
            </p:cNvSpPr>
            <p:nvPr/>
          </p:nvSpPr>
          <p:spPr bwMode="auto">
            <a:xfrm>
              <a:off x="1106962" y="3942320"/>
              <a:ext cx="1317669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b="1" dirty="0">
                  <a:solidFill>
                    <a:srgbClr val="000000"/>
                  </a:solidFill>
                </a:rPr>
                <a:t>Datei-</a:t>
              </a:r>
              <a:br>
                <a:rPr lang="de-DE" sz="1000" b="1" dirty="0">
                  <a:solidFill>
                    <a:srgbClr val="000000"/>
                  </a:solidFill>
                </a:rPr>
              </a:br>
              <a:r>
                <a:rPr lang="de-DE" sz="1000" b="1" dirty="0">
                  <a:solidFill>
                    <a:srgbClr val="000000"/>
                  </a:solidFill>
                </a:rPr>
                <a:t>einreichung</a:t>
              </a:r>
            </a:p>
          </p:txBody>
        </p:sp>
        <p:sp>
          <p:nvSpPr>
            <p:cNvPr id="20" name="Text Box 39"/>
            <p:cNvSpPr txBox="1">
              <a:spLocks noChangeArrowheads="1"/>
            </p:cNvSpPr>
            <p:nvPr/>
          </p:nvSpPr>
          <p:spPr bwMode="auto">
            <a:xfrm>
              <a:off x="1064695" y="4782543"/>
              <a:ext cx="1317667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b="1" dirty="0">
                  <a:solidFill>
                    <a:srgbClr val="000000"/>
                  </a:solidFill>
                </a:rPr>
                <a:t> AMS</a:t>
              </a:r>
              <a:br>
                <a:rPr lang="de-DE" sz="1000" b="1" dirty="0">
                  <a:solidFill>
                    <a:srgbClr val="000000"/>
                  </a:solidFill>
                </a:rPr>
              </a:br>
              <a:r>
                <a:rPr lang="de-DE" sz="1000" b="1" dirty="0">
                  <a:solidFill>
                    <a:srgbClr val="000000"/>
                  </a:solidFill>
                </a:rPr>
                <a:t> R</a:t>
              </a:r>
              <a:r>
                <a:rPr lang="de-DE" sz="1000" b="1" dirty="0" smtClean="0">
                  <a:solidFill>
                    <a:srgbClr val="000000"/>
                  </a:solidFill>
                </a:rPr>
                <a:t>eporting Portal</a:t>
              </a:r>
              <a:endParaRPr lang="de-DE" sz="1000" b="1" dirty="0">
                <a:solidFill>
                  <a:srgbClr val="000000"/>
                </a:solidFill>
              </a:endParaRPr>
            </a:p>
          </p:txBody>
        </p:sp>
        <p:graphicFrame>
          <p:nvGraphicFramePr>
            <p:cNvPr id="21" name="Object 11"/>
            <p:cNvGraphicFramePr>
              <a:graphicFrameLocks noChangeAspect="1"/>
            </p:cNvGraphicFramePr>
            <p:nvPr/>
          </p:nvGraphicFramePr>
          <p:xfrm>
            <a:off x="1180473" y="4430581"/>
            <a:ext cx="371226" cy="269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0" name="Bitmap Image" r:id="rId3" imgW="609524" imgH="200159" progId="PBrush">
                    <p:embed/>
                  </p:oleObj>
                </mc:Choice>
                <mc:Fallback>
                  <p:oleObj name="Bitmap Image" r:id="rId3" imgW="609524" imgH="200159" progId="PBrush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0473" y="4430581"/>
                          <a:ext cx="371226" cy="269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Line 45"/>
            <p:cNvSpPr>
              <a:spLocks noChangeShapeType="1"/>
            </p:cNvSpPr>
            <p:nvPr/>
          </p:nvSpPr>
          <p:spPr bwMode="auto">
            <a:xfrm flipV="1">
              <a:off x="1064695" y="2201488"/>
              <a:ext cx="413494" cy="0"/>
            </a:xfrm>
            <a:prstGeom prst="line">
              <a:avLst/>
            </a:prstGeom>
            <a:noFill/>
            <a:ln w="19050">
              <a:solidFill>
                <a:srgbClr val="5A78BE"/>
              </a:solidFill>
              <a:round/>
              <a:headEnd/>
              <a:tailEnd type="triangle" w="med" len="med"/>
            </a:ln>
          </p:spPr>
          <p:txBody>
            <a:bodyPr lIns="103071" tIns="51536" rIns="103071" bIns="51536"/>
            <a:lstStyle/>
            <a:p>
              <a:pPr defTabSz="913925"/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23" name="Text Box 56"/>
            <p:cNvSpPr txBox="1">
              <a:spLocks noChangeArrowheads="1"/>
            </p:cNvSpPr>
            <p:nvPr/>
          </p:nvSpPr>
          <p:spPr bwMode="auto">
            <a:xfrm rot="16200000">
              <a:off x="189897" y="4034203"/>
              <a:ext cx="1437179" cy="546033"/>
            </a:xfrm>
            <a:prstGeom prst="rect">
              <a:avLst/>
            </a:prstGeom>
            <a:solidFill>
              <a:srgbClr val="5A78BE"/>
            </a:solidFill>
            <a:ln w="127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81158" tIns="81158" rIns="81158" bIns="81158">
              <a:spAutoFit/>
            </a:bodyPr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dirty="0">
                  <a:solidFill>
                    <a:srgbClr val="FFFFFF"/>
                  </a:solidFill>
                </a:rPr>
                <a:t>Webportal ExtraNet</a:t>
              </a:r>
              <a:br>
                <a:rPr lang="de-DE" sz="1000" dirty="0">
                  <a:solidFill>
                    <a:srgbClr val="FFFFFF"/>
                  </a:solidFill>
                </a:rPr>
              </a:br>
              <a:r>
                <a:rPr lang="de-DE" sz="1000" dirty="0" smtClean="0">
                  <a:solidFill>
                    <a:srgbClr val="FFFFFF"/>
                  </a:solidFill>
                </a:rPr>
                <a:t> </a:t>
              </a:r>
              <a:r>
                <a:rPr lang="de-DE" sz="1000" dirty="0" err="1" smtClean="0">
                  <a:solidFill>
                    <a:srgbClr val="FFFFFF"/>
                  </a:solidFill>
                </a:rPr>
                <a:t>of</a:t>
              </a:r>
              <a:r>
                <a:rPr lang="de-DE" sz="1000" dirty="0" smtClean="0">
                  <a:solidFill>
                    <a:srgbClr val="FFFFFF"/>
                  </a:solidFill>
                </a:rPr>
                <a:t> Bundesbank</a:t>
              </a:r>
              <a:endParaRPr lang="de-DE" sz="1000" dirty="0">
                <a:solidFill>
                  <a:srgbClr val="FFFFFF"/>
                </a:solidFill>
              </a:endParaRPr>
            </a:p>
          </p:txBody>
        </p:sp>
        <p:sp>
          <p:nvSpPr>
            <p:cNvPr id="24" name="Text Box 15"/>
            <p:cNvSpPr txBox="1">
              <a:spLocks noChangeArrowheads="1"/>
            </p:cNvSpPr>
            <p:nvPr/>
          </p:nvSpPr>
          <p:spPr bwMode="auto">
            <a:xfrm>
              <a:off x="2865691" y="4430581"/>
              <a:ext cx="2231031" cy="61485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103071" tIns="51536" rIns="103071" bIns="51536">
              <a:spAutoFit/>
            </a:bodyPr>
            <a:lstStyle/>
            <a:p>
              <a:pPr algn="ctr" defTabSz="913925"/>
              <a:r>
                <a:rPr lang="de-DE" sz="1000" b="1" dirty="0" smtClean="0">
                  <a:solidFill>
                    <a:srgbClr val="000000"/>
                  </a:solidFill>
                </a:rPr>
                <a:t>Primary </a:t>
              </a:r>
              <a:r>
                <a:rPr lang="de-DE" sz="1000" b="1" dirty="0" err="1" smtClean="0">
                  <a:solidFill>
                    <a:srgbClr val="000000"/>
                  </a:solidFill>
                </a:rPr>
                <a:t>Statistics</a:t>
              </a:r>
              <a:r>
                <a:rPr lang="de-DE" sz="1000" b="1" dirty="0" smtClean="0">
                  <a:solidFill>
                    <a:srgbClr val="000000"/>
                  </a:solidFill>
                </a:rPr>
                <a:t> Databases,</a:t>
              </a:r>
              <a:r>
                <a:rPr lang="de-DE" sz="1000" b="1" dirty="0">
                  <a:solidFill>
                    <a:srgbClr val="000000"/>
                  </a:solidFill>
                </a:rPr>
                <a:t/>
              </a:r>
              <a:br>
                <a:rPr lang="de-DE" sz="1000" b="1" dirty="0">
                  <a:solidFill>
                    <a:srgbClr val="000000"/>
                  </a:solidFill>
                </a:rPr>
              </a:br>
              <a:r>
                <a:rPr lang="de-DE" sz="1000" b="1" dirty="0" err="1" smtClean="0">
                  <a:solidFill>
                    <a:srgbClr val="000000"/>
                  </a:solidFill>
                </a:rPr>
                <a:t>related</a:t>
              </a:r>
              <a:r>
                <a:rPr lang="de-DE" sz="1000" b="1" dirty="0" smtClean="0">
                  <a:solidFill>
                    <a:srgbClr val="000000"/>
                  </a:solidFill>
                </a:rPr>
                <a:t> Systems</a:t>
              </a:r>
              <a:endParaRPr lang="de-DE" sz="1000" dirty="0">
                <a:solidFill>
                  <a:srgbClr val="000000"/>
                </a:solidFill>
              </a:endParaRPr>
            </a:p>
          </p:txBody>
        </p:sp>
        <p:sp>
          <p:nvSpPr>
            <p:cNvPr id="25" name="Text Box 13"/>
            <p:cNvSpPr txBox="1">
              <a:spLocks noChangeArrowheads="1"/>
            </p:cNvSpPr>
            <p:nvPr/>
          </p:nvSpPr>
          <p:spPr bwMode="auto">
            <a:xfrm>
              <a:off x="8781414" y="3888835"/>
              <a:ext cx="1319506" cy="5078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913925">
                <a:spcBef>
                  <a:spcPct val="50000"/>
                </a:spcBef>
              </a:pPr>
              <a:r>
                <a:rPr lang="de-DE" sz="1000" b="1" dirty="0">
                  <a:solidFill>
                    <a:srgbClr val="000000"/>
                  </a:solidFill>
                </a:rPr>
                <a:t>Internet</a:t>
              </a:r>
              <a:br>
                <a:rPr lang="de-DE" sz="1000" b="1" dirty="0">
                  <a:solidFill>
                    <a:srgbClr val="000000"/>
                  </a:solidFill>
                </a:rPr>
              </a:br>
              <a:r>
                <a:rPr lang="de-DE" sz="1000" dirty="0">
                  <a:solidFill>
                    <a:srgbClr val="000000"/>
                  </a:solidFill>
                </a:rPr>
                <a:t>Website </a:t>
              </a:r>
              <a:r>
                <a:rPr lang="de-DE" sz="1000" dirty="0" err="1" smtClean="0">
                  <a:solidFill>
                    <a:srgbClr val="000000"/>
                  </a:solidFill>
                </a:rPr>
                <a:t>of</a:t>
              </a:r>
              <a:r>
                <a:rPr lang="de-DE" sz="1000" dirty="0" smtClean="0">
                  <a:solidFill>
                    <a:srgbClr val="000000"/>
                  </a:solidFill>
                </a:rPr>
                <a:t> </a:t>
              </a:r>
              <a:r>
                <a:rPr lang="de-DE" sz="1000" dirty="0">
                  <a:solidFill>
                    <a:srgbClr val="000000"/>
                  </a:solidFill>
                </a:rPr>
                <a:t>Bundesbank</a:t>
              </a:r>
            </a:p>
          </p:txBody>
        </p:sp>
        <p:pic>
          <p:nvPicPr>
            <p:cNvPr id="26" name="Picture 65" descr="test"/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8094011" y="3888138"/>
              <a:ext cx="524371" cy="491694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27" name="Rectangle 69"/>
            <p:cNvSpPr>
              <a:spLocks noChangeArrowheads="1"/>
            </p:cNvSpPr>
            <p:nvPr/>
          </p:nvSpPr>
          <p:spPr bwMode="auto">
            <a:xfrm>
              <a:off x="6124025" y="3961300"/>
              <a:ext cx="1499605" cy="21200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03071" tIns="51536" rIns="103071" bIns="51536">
              <a:spAutoFit/>
            </a:bodyPr>
            <a:lstStyle/>
            <a:p>
              <a:pPr defTabSz="913925"/>
              <a:endParaRPr lang="de-DE" sz="1000" b="1" dirty="0">
                <a:solidFill>
                  <a:srgbClr val="000000"/>
                </a:solidFill>
              </a:endParaRPr>
            </a:p>
            <a:p>
              <a:pPr defTabSz="913925"/>
              <a:r>
                <a:rPr lang="de-DE" sz="1000" b="1" dirty="0" err="1" smtClean="0">
                  <a:solidFill>
                    <a:srgbClr val="000000"/>
                  </a:solidFill>
                </a:rPr>
                <a:t>Curation</a:t>
              </a:r>
              <a:r>
                <a:rPr lang="de-DE" sz="1000" dirty="0" smtClean="0">
                  <a:solidFill>
                    <a:srgbClr val="000000"/>
                  </a:solidFill>
                </a:rPr>
                <a:t> </a:t>
              </a:r>
              <a:r>
                <a:rPr lang="de-DE" sz="1000" dirty="0">
                  <a:solidFill>
                    <a:srgbClr val="000000"/>
                  </a:solidFill>
                </a:rPr>
                <a:t/>
              </a:r>
              <a:br>
                <a:rPr lang="de-DE" sz="1000" dirty="0">
                  <a:solidFill>
                    <a:srgbClr val="000000"/>
                  </a:solidFill>
                </a:rPr>
              </a:br>
              <a:r>
                <a:rPr lang="de-DE" sz="1000" dirty="0">
                  <a:solidFill>
                    <a:srgbClr val="000000"/>
                  </a:solidFill>
                </a:rPr>
                <a:t>ZEUS, </a:t>
              </a:r>
            </a:p>
            <a:p>
              <a:pPr defTabSz="913925"/>
              <a:r>
                <a:rPr lang="de-DE" sz="1000" dirty="0">
                  <a:solidFill>
                    <a:srgbClr val="000000"/>
                  </a:solidFill>
                </a:rPr>
                <a:t>Jobsystem</a:t>
              </a:r>
              <a:br>
                <a:rPr lang="de-DE" sz="1000" dirty="0">
                  <a:solidFill>
                    <a:srgbClr val="000000"/>
                  </a:solidFill>
                </a:rPr>
              </a:br>
              <a:endParaRPr lang="de-DE" sz="1000" dirty="0">
                <a:solidFill>
                  <a:srgbClr val="000000"/>
                </a:solidFill>
              </a:endParaRPr>
            </a:p>
            <a:p>
              <a:pPr defTabSz="913925"/>
              <a:r>
                <a:rPr lang="de-DE" sz="1000" b="1" dirty="0" smtClean="0">
                  <a:solidFill>
                    <a:srgbClr val="000000"/>
                  </a:solidFill>
                </a:rPr>
                <a:t>Viewer </a:t>
              </a:r>
            </a:p>
            <a:p>
              <a:pPr defTabSz="913925"/>
              <a:r>
                <a:rPr lang="de-DE" sz="1000" dirty="0" err="1" smtClean="0">
                  <a:solidFill>
                    <a:srgbClr val="000000"/>
                  </a:solidFill>
                </a:rPr>
                <a:t>Timeseries</a:t>
              </a:r>
              <a:r>
                <a:rPr lang="de-DE" sz="1000" dirty="0" smtClean="0">
                  <a:solidFill>
                    <a:srgbClr val="000000"/>
                  </a:solidFill>
                </a:rPr>
                <a:t>, </a:t>
              </a:r>
              <a:r>
                <a:rPr lang="de-DE" sz="1000" dirty="0" err="1" smtClean="0">
                  <a:solidFill>
                    <a:srgbClr val="000000"/>
                  </a:solidFill>
                </a:rPr>
                <a:t>Tables</a:t>
              </a:r>
              <a:r>
                <a:rPr lang="de-DE" sz="1000" dirty="0" smtClean="0">
                  <a:solidFill>
                    <a:srgbClr val="000000"/>
                  </a:solidFill>
                </a:rPr>
                <a:t>, Graphics</a:t>
              </a:r>
              <a:r>
                <a:rPr lang="de-DE" sz="1000" dirty="0">
                  <a:solidFill>
                    <a:srgbClr val="000000"/>
                  </a:solidFill>
                </a:rPr>
                <a:t/>
              </a:r>
              <a:br>
                <a:rPr lang="de-DE" sz="1000" dirty="0">
                  <a:solidFill>
                    <a:srgbClr val="000000"/>
                  </a:solidFill>
                </a:rPr>
              </a:br>
              <a:endParaRPr lang="de-DE" sz="1000" dirty="0">
                <a:solidFill>
                  <a:srgbClr val="000000"/>
                </a:solidFill>
              </a:endParaRPr>
            </a:p>
            <a:p>
              <a:pPr defTabSz="913925"/>
              <a:r>
                <a:rPr lang="de-DE" sz="1000" b="1" dirty="0" err="1" smtClean="0">
                  <a:solidFill>
                    <a:srgbClr val="000000"/>
                  </a:solidFill>
                </a:rPr>
                <a:t>Analyses</a:t>
              </a:r>
              <a:r>
                <a:rPr lang="de-DE" sz="1000" dirty="0" smtClean="0">
                  <a:solidFill>
                    <a:srgbClr val="000000"/>
                  </a:solidFill>
                </a:rPr>
                <a:t> </a:t>
              </a:r>
              <a:r>
                <a:rPr lang="de-DE" sz="1000" dirty="0">
                  <a:solidFill>
                    <a:srgbClr val="000000"/>
                  </a:solidFill>
                </a:rPr>
                <a:t>TAWOTR, </a:t>
              </a:r>
              <a:br>
                <a:rPr lang="de-DE" sz="1000" dirty="0">
                  <a:solidFill>
                    <a:srgbClr val="000000"/>
                  </a:solidFill>
                </a:rPr>
              </a:br>
              <a:r>
                <a:rPr lang="de-DE" sz="1000" dirty="0" smtClean="0">
                  <a:solidFill>
                    <a:srgbClr val="000000"/>
                  </a:solidFill>
                </a:rPr>
                <a:t>Excel-Addin</a:t>
              </a:r>
              <a:endParaRPr lang="de-DE" sz="1000" b="1" dirty="0">
                <a:solidFill>
                  <a:srgbClr val="000000"/>
                </a:solidFill>
              </a:endParaRPr>
            </a:p>
          </p:txBody>
        </p:sp>
        <p:pic>
          <p:nvPicPr>
            <p:cNvPr id="28" name="Picture 10" descr="ZEUS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613293" y="4171927"/>
              <a:ext cx="427443" cy="46755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</p:pic>
        <p:grpSp>
          <p:nvGrpSpPr>
            <p:cNvPr id="3" name="Gruppieren 49"/>
            <p:cNvGrpSpPr>
              <a:grpSpLocks/>
            </p:cNvGrpSpPr>
            <p:nvPr/>
          </p:nvGrpSpPr>
          <p:grpSpPr bwMode="auto">
            <a:xfrm>
              <a:off x="8117986" y="2180784"/>
              <a:ext cx="555001" cy="531394"/>
              <a:chOff x="6950076" y="1928802"/>
              <a:chExt cx="550882" cy="488960"/>
            </a:xfrm>
          </p:grpSpPr>
          <p:pic>
            <p:nvPicPr>
              <p:cNvPr id="30" name="Picture 61" descr="test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6950076" y="1928802"/>
                <a:ext cx="488960" cy="488960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sp>
            <p:nvSpPr>
              <p:cNvPr id="31" name="Pfeil nach links und rechts 30"/>
              <p:cNvSpPr/>
              <p:nvPr/>
            </p:nvSpPr>
            <p:spPr bwMode="auto">
              <a:xfrm>
                <a:off x="7072291" y="2071680"/>
                <a:ext cx="428667" cy="285756"/>
              </a:xfrm>
              <a:prstGeom prst="leftRightArrow">
                <a:avLst>
                  <a:gd name="adj1" fmla="val 24902"/>
                  <a:gd name="adj2" fmla="val 50000"/>
                </a:avLst>
              </a:prstGeom>
              <a:gradFill flip="none" rotWithShape="1">
                <a:gsLst>
                  <a:gs pos="0">
                    <a:srgbClr val="03D4A8"/>
                  </a:gs>
                  <a:gs pos="25000">
                    <a:srgbClr val="21D6E0"/>
                  </a:gs>
                  <a:gs pos="75000">
                    <a:srgbClr val="0087E6"/>
                  </a:gs>
                  <a:gs pos="100000">
                    <a:srgbClr val="005CBF"/>
                  </a:gs>
                </a:gsLst>
                <a:lin ang="8100000" scaled="0"/>
                <a:tileRect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</p:grpSp>
        <p:pic>
          <p:nvPicPr>
            <p:cNvPr id="32" name="Grafik 31" descr="zis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93958" y="2960674"/>
              <a:ext cx="564254" cy="60946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grpSp>
          <p:nvGrpSpPr>
            <p:cNvPr id="29" name="Gruppieren 156"/>
            <p:cNvGrpSpPr>
              <a:grpSpLocks/>
            </p:cNvGrpSpPr>
            <p:nvPr/>
          </p:nvGrpSpPr>
          <p:grpSpPr bwMode="auto">
            <a:xfrm>
              <a:off x="1470837" y="1944419"/>
              <a:ext cx="744290" cy="479634"/>
              <a:chOff x="1214438" y="1500188"/>
              <a:chExt cx="642937" cy="561975"/>
            </a:xfrm>
          </p:grpSpPr>
          <p:sp>
            <p:nvSpPr>
              <p:cNvPr id="34" name="AutoShape 19"/>
              <p:cNvSpPr>
                <a:spLocks noChangeAspect="1" noChangeArrowheads="1" noTextEdit="1"/>
              </p:cNvSpPr>
              <p:nvPr/>
            </p:nvSpPr>
            <p:spPr bwMode="auto">
              <a:xfrm>
                <a:off x="1214438" y="1500188"/>
                <a:ext cx="642937" cy="5619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" name="Freeform 22"/>
              <p:cNvSpPr>
                <a:spLocks/>
              </p:cNvSpPr>
              <p:nvPr/>
            </p:nvSpPr>
            <p:spPr bwMode="auto">
              <a:xfrm>
                <a:off x="1214438" y="1728788"/>
                <a:ext cx="500062" cy="266700"/>
              </a:xfrm>
              <a:custGeom>
                <a:avLst/>
                <a:gdLst>
                  <a:gd name="T0" fmla="*/ 2147483647 w 1573"/>
                  <a:gd name="T1" fmla="*/ 2147483647 h 840"/>
                  <a:gd name="T2" fmla="*/ 2147483647 w 1573"/>
                  <a:gd name="T3" fmla="*/ 2147483647 h 840"/>
                  <a:gd name="T4" fmla="*/ 2147483647 w 1573"/>
                  <a:gd name="T5" fmla="*/ 2147483647 h 840"/>
                  <a:gd name="T6" fmla="*/ 2147483647 w 1573"/>
                  <a:gd name="T7" fmla="*/ 2147483647 h 840"/>
                  <a:gd name="T8" fmla="*/ 2147483647 w 1573"/>
                  <a:gd name="T9" fmla="*/ 2147483647 h 840"/>
                  <a:gd name="T10" fmla="*/ 2147483647 w 1573"/>
                  <a:gd name="T11" fmla="*/ 2147483647 h 840"/>
                  <a:gd name="T12" fmla="*/ 0 w 1573"/>
                  <a:gd name="T13" fmla="*/ 2147483647 h 840"/>
                  <a:gd name="T14" fmla="*/ 2147483647 w 1573"/>
                  <a:gd name="T15" fmla="*/ 0 h 840"/>
                  <a:gd name="T16" fmla="*/ 2147483647 w 1573"/>
                  <a:gd name="T17" fmla="*/ 2147483647 h 840"/>
                  <a:gd name="T18" fmla="*/ 2147483647 w 1573"/>
                  <a:gd name="T19" fmla="*/ 2147483647 h 840"/>
                  <a:gd name="T20" fmla="*/ 2147483647 w 1573"/>
                  <a:gd name="T21" fmla="*/ 2147483647 h 840"/>
                  <a:gd name="T22" fmla="*/ 2147483647 w 1573"/>
                  <a:gd name="T23" fmla="*/ 2147483647 h 840"/>
                  <a:gd name="T24" fmla="*/ 2147483647 w 1573"/>
                  <a:gd name="T25" fmla="*/ 2147483647 h 840"/>
                  <a:gd name="T26" fmla="*/ 2147483647 w 1573"/>
                  <a:gd name="T27" fmla="*/ 2147483647 h 840"/>
                  <a:gd name="T28" fmla="*/ 2147483647 w 1573"/>
                  <a:gd name="T29" fmla="*/ 2147483647 h 84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573"/>
                  <a:gd name="T46" fmla="*/ 0 h 840"/>
                  <a:gd name="T47" fmla="*/ 1573 w 1573"/>
                  <a:gd name="T48" fmla="*/ 840 h 84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573" h="840">
                    <a:moveTo>
                      <a:pt x="831" y="840"/>
                    </a:moveTo>
                    <a:lnTo>
                      <a:pt x="531" y="795"/>
                    </a:lnTo>
                    <a:lnTo>
                      <a:pt x="363" y="697"/>
                    </a:lnTo>
                    <a:lnTo>
                      <a:pt x="292" y="608"/>
                    </a:lnTo>
                    <a:lnTo>
                      <a:pt x="186" y="635"/>
                    </a:lnTo>
                    <a:lnTo>
                      <a:pt x="9" y="572"/>
                    </a:lnTo>
                    <a:lnTo>
                      <a:pt x="0" y="108"/>
                    </a:lnTo>
                    <a:lnTo>
                      <a:pt x="222" y="0"/>
                    </a:lnTo>
                    <a:lnTo>
                      <a:pt x="486" y="108"/>
                    </a:lnTo>
                    <a:lnTo>
                      <a:pt x="1521" y="135"/>
                    </a:lnTo>
                    <a:lnTo>
                      <a:pt x="1573" y="269"/>
                    </a:lnTo>
                    <a:lnTo>
                      <a:pt x="1502" y="545"/>
                    </a:lnTo>
                    <a:lnTo>
                      <a:pt x="1141" y="590"/>
                    </a:lnTo>
                    <a:lnTo>
                      <a:pt x="823" y="635"/>
                    </a:lnTo>
                    <a:lnTo>
                      <a:pt x="831" y="840"/>
                    </a:lnTo>
                    <a:close/>
                  </a:path>
                </a:pathLst>
              </a:custGeom>
              <a:solidFill>
                <a:srgbClr val="4484A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" name="Freeform 23"/>
              <p:cNvSpPr>
                <a:spLocks/>
              </p:cNvSpPr>
              <p:nvPr/>
            </p:nvSpPr>
            <p:spPr bwMode="auto">
              <a:xfrm>
                <a:off x="1460500" y="1554163"/>
                <a:ext cx="312737" cy="346075"/>
              </a:xfrm>
              <a:custGeom>
                <a:avLst/>
                <a:gdLst>
                  <a:gd name="T0" fmla="*/ 2147483647 w 986"/>
                  <a:gd name="T1" fmla="*/ 2147483647 h 1092"/>
                  <a:gd name="T2" fmla="*/ 2147483647 w 986"/>
                  <a:gd name="T3" fmla="*/ 0 h 1092"/>
                  <a:gd name="T4" fmla="*/ 2147483647 w 986"/>
                  <a:gd name="T5" fmla="*/ 2147483647 h 1092"/>
                  <a:gd name="T6" fmla="*/ 2147483647 w 986"/>
                  <a:gd name="T7" fmla="*/ 2147483647 h 1092"/>
                  <a:gd name="T8" fmla="*/ 2147483647 w 986"/>
                  <a:gd name="T9" fmla="*/ 2147483647 h 1092"/>
                  <a:gd name="T10" fmla="*/ 2147483647 w 986"/>
                  <a:gd name="T11" fmla="*/ 2147483647 h 1092"/>
                  <a:gd name="T12" fmla="*/ 2147483647 w 986"/>
                  <a:gd name="T13" fmla="*/ 2147483647 h 1092"/>
                  <a:gd name="T14" fmla="*/ 2147483647 w 986"/>
                  <a:gd name="T15" fmla="*/ 2147483647 h 1092"/>
                  <a:gd name="T16" fmla="*/ 2147483647 w 986"/>
                  <a:gd name="T17" fmla="*/ 2147483647 h 1092"/>
                  <a:gd name="T18" fmla="*/ 2147483647 w 986"/>
                  <a:gd name="T19" fmla="*/ 2147483647 h 1092"/>
                  <a:gd name="T20" fmla="*/ 2147483647 w 986"/>
                  <a:gd name="T21" fmla="*/ 2147483647 h 1092"/>
                  <a:gd name="T22" fmla="*/ 2147483647 w 986"/>
                  <a:gd name="T23" fmla="*/ 2147483647 h 1092"/>
                  <a:gd name="T24" fmla="*/ 2147483647 w 986"/>
                  <a:gd name="T25" fmla="*/ 2147483647 h 1092"/>
                  <a:gd name="T26" fmla="*/ 2147483647 w 986"/>
                  <a:gd name="T27" fmla="*/ 2147483647 h 1092"/>
                  <a:gd name="T28" fmla="*/ 2147483647 w 986"/>
                  <a:gd name="T29" fmla="*/ 2147483647 h 1092"/>
                  <a:gd name="T30" fmla="*/ 2147483647 w 986"/>
                  <a:gd name="T31" fmla="*/ 2147483647 h 1092"/>
                  <a:gd name="T32" fmla="*/ 2147483647 w 986"/>
                  <a:gd name="T33" fmla="*/ 2147483647 h 1092"/>
                  <a:gd name="T34" fmla="*/ 2147483647 w 986"/>
                  <a:gd name="T35" fmla="*/ 2147483647 h 1092"/>
                  <a:gd name="T36" fmla="*/ 0 w 986"/>
                  <a:gd name="T37" fmla="*/ 2147483647 h 1092"/>
                  <a:gd name="T38" fmla="*/ 2147483647 w 986"/>
                  <a:gd name="T39" fmla="*/ 2147483647 h 1092"/>
                  <a:gd name="T40" fmla="*/ 2147483647 w 986"/>
                  <a:gd name="T41" fmla="*/ 2147483647 h 1092"/>
                  <a:gd name="T42" fmla="*/ 2147483647 w 986"/>
                  <a:gd name="T43" fmla="*/ 2147483647 h 1092"/>
                  <a:gd name="T44" fmla="*/ 2147483647 w 986"/>
                  <a:gd name="T45" fmla="*/ 2147483647 h 1092"/>
                  <a:gd name="T46" fmla="*/ 2147483647 w 986"/>
                  <a:gd name="T47" fmla="*/ 2147483647 h 1092"/>
                  <a:gd name="T48" fmla="*/ 2147483647 w 986"/>
                  <a:gd name="T49" fmla="*/ 2147483647 h 1092"/>
                  <a:gd name="T50" fmla="*/ 2147483647 w 986"/>
                  <a:gd name="T51" fmla="*/ 2147483647 h 1092"/>
                  <a:gd name="T52" fmla="*/ 2147483647 w 986"/>
                  <a:gd name="T53" fmla="*/ 2147483647 h 1092"/>
                  <a:gd name="T54" fmla="*/ 2147483647 w 986"/>
                  <a:gd name="T55" fmla="*/ 2147483647 h 1092"/>
                  <a:gd name="T56" fmla="*/ 2147483647 w 986"/>
                  <a:gd name="T57" fmla="*/ 2147483647 h 1092"/>
                  <a:gd name="T58" fmla="*/ 2147483647 w 986"/>
                  <a:gd name="T59" fmla="*/ 2147483647 h 1092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986"/>
                  <a:gd name="T91" fmla="*/ 0 h 1092"/>
                  <a:gd name="T92" fmla="*/ 986 w 986"/>
                  <a:gd name="T93" fmla="*/ 1092 h 1092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986" h="1092">
                    <a:moveTo>
                      <a:pt x="780" y="33"/>
                    </a:moveTo>
                    <a:lnTo>
                      <a:pt x="264" y="0"/>
                    </a:lnTo>
                    <a:lnTo>
                      <a:pt x="243" y="1"/>
                    </a:lnTo>
                    <a:lnTo>
                      <a:pt x="224" y="1"/>
                    </a:lnTo>
                    <a:lnTo>
                      <a:pt x="207" y="1"/>
                    </a:lnTo>
                    <a:lnTo>
                      <a:pt x="189" y="1"/>
                    </a:lnTo>
                    <a:lnTo>
                      <a:pt x="174" y="1"/>
                    </a:lnTo>
                    <a:lnTo>
                      <a:pt x="159" y="1"/>
                    </a:lnTo>
                    <a:lnTo>
                      <a:pt x="145" y="1"/>
                    </a:lnTo>
                    <a:lnTo>
                      <a:pt x="131" y="2"/>
                    </a:lnTo>
                    <a:lnTo>
                      <a:pt x="117" y="3"/>
                    </a:lnTo>
                    <a:lnTo>
                      <a:pt x="103" y="6"/>
                    </a:lnTo>
                    <a:lnTo>
                      <a:pt x="89" y="10"/>
                    </a:lnTo>
                    <a:lnTo>
                      <a:pt x="75" y="14"/>
                    </a:lnTo>
                    <a:lnTo>
                      <a:pt x="61" y="20"/>
                    </a:lnTo>
                    <a:lnTo>
                      <a:pt x="45" y="27"/>
                    </a:lnTo>
                    <a:lnTo>
                      <a:pt x="28" y="36"/>
                    </a:lnTo>
                    <a:lnTo>
                      <a:pt x="10" y="46"/>
                    </a:lnTo>
                    <a:lnTo>
                      <a:pt x="0" y="899"/>
                    </a:lnTo>
                    <a:lnTo>
                      <a:pt x="705" y="1092"/>
                    </a:lnTo>
                    <a:lnTo>
                      <a:pt x="972" y="1024"/>
                    </a:lnTo>
                    <a:lnTo>
                      <a:pt x="981" y="897"/>
                    </a:lnTo>
                    <a:lnTo>
                      <a:pt x="985" y="775"/>
                    </a:lnTo>
                    <a:lnTo>
                      <a:pt x="986" y="656"/>
                    </a:lnTo>
                    <a:lnTo>
                      <a:pt x="983" y="538"/>
                    </a:lnTo>
                    <a:lnTo>
                      <a:pt x="974" y="420"/>
                    </a:lnTo>
                    <a:lnTo>
                      <a:pt x="961" y="302"/>
                    </a:lnTo>
                    <a:lnTo>
                      <a:pt x="943" y="181"/>
                    </a:lnTo>
                    <a:lnTo>
                      <a:pt x="919" y="57"/>
                    </a:lnTo>
                    <a:lnTo>
                      <a:pt x="780" y="33"/>
                    </a:lnTo>
                    <a:close/>
                  </a:path>
                </a:pathLst>
              </a:custGeom>
              <a:solidFill>
                <a:srgbClr val="51442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" name="Freeform 24"/>
              <p:cNvSpPr>
                <a:spLocks/>
              </p:cNvSpPr>
              <p:nvPr/>
            </p:nvSpPr>
            <p:spPr bwMode="auto">
              <a:xfrm>
                <a:off x="1276350" y="1589088"/>
                <a:ext cx="392112" cy="407988"/>
              </a:xfrm>
              <a:custGeom>
                <a:avLst/>
                <a:gdLst>
                  <a:gd name="T0" fmla="*/ 2147483647 w 1231"/>
                  <a:gd name="T1" fmla="*/ 2147483647 h 1285"/>
                  <a:gd name="T2" fmla="*/ 2147483647 w 1231"/>
                  <a:gd name="T3" fmla="*/ 0 h 1285"/>
                  <a:gd name="T4" fmla="*/ 2147483647 w 1231"/>
                  <a:gd name="T5" fmla="*/ 2147483647 h 1285"/>
                  <a:gd name="T6" fmla="*/ 2147483647 w 1231"/>
                  <a:gd name="T7" fmla="*/ 2147483647 h 1285"/>
                  <a:gd name="T8" fmla="*/ 2147483647 w 1231"/>
                  <a:gd name="T9" fmla="*/ 2147483647 h 1285"/>
                  <a:gd name="T10" fmla="*/ 2147483647 w 1231"/>
                  <a:gd name="T11" fmla="*/ 2147483647 h 1285"/>
                  <a:gd name="T12" fmla="*/ 2147483647 w 1231"/>
                  <a:gd name="T13" fmla="*/ 2147483647 h 1285"/>
                  <a:gd name="T14" fmla="*/ 2147483647 w 1231"/>
                  <a:gd name="T15" fmla="*/ 2147483647 h 1285"/>
                  <a:gd name="T16" fmla="*/ 0 w 1231"/>
                  <a:gd name="T17" fmla="*/ 2147483647 h 1285"/>
                  <a:gd name="T18" fmla="*/ 2147483647 w 1231"/>
                  <a:gd name="T19" fmla="*/ 2147483647 h 1285"/>
                  <a:gd name="T20" fmla="*/ 2147483647 w 1231"/>
                  <a:gd name="T21" fmla="*/ 2147483647 h 1285"/>
                  <a:gd name="T22" fmla="*/ 2147483647 w 1231"/>
                  <a:gd name="T23" fmla="*/ 2147483647 h 1285"/>
                  <a:gd name="T24" fmla="*/ 2147483647 w 1231"/>
                  <a:gd name="T25" fmla="*/ 2147483647 h 1285"/>
                  <a:gd name="T26" fmla="*/ 2147483647 w 1231"/>
                  <a:gd name="T27" fmla="*/ 2147483647 h 1285"/>
                  <a:gd name="T28" fmla="*/ 2147483647 w 1231"/>
                  <a:gd name="T29" fmla="*/ 2147483647 h 1285"/>
                  <a:gd name="T30" fmla="*/ 2147483647 w 1231"/>
                  <a:gd name="T31" fmla="*/ 2147483647 h 1285"/>
                  <a:gd name="T32" fmla="*/ 2147483647 w 1231"/>
                  <a:gd name="T33" fmla="*/ 2147483647 h 1285"/>
                  <a:gd name="T34" fmla="*/ 2147483647 w 1231"/>
                  <a:gd name="T35" fmla="*/ 2147483647 h 1285"/>
                  <a:gd name="T36" fmla="*/ 2147483647 w 1231"/>
                  <a:gd name="T37" fmla="*/ 2147483647 h 1285"/>
                  <a:gd name="T38" fmla="*/ 2147483647 w 1231"/>
                  <a:gd name="T39" fmla="*/ 2147483647 h 1285"/>
                  <a:gd name="T40" fmla="*/ 2147483647 w 1231"/>
                  <a:gd name="T41" fmla="*/ 2147483647 h 1285"/>
                  <a:gd name="T42" fmla="*/ 2147483647 w 1231"/>
                  <a:gd name="T43" fmla="*/ 2147483647 h 1285"/>
                  <a:gd name="T44" fmla="*/ 2147483647 w 1231"/>
                  <a:gd name="T45" fmla="*/ 2147483647 h 1285"/>
                  <a:gd name="T46" fmla="*/ 2147483647 w 1231"/>
                  <a:gd name="T47" fmla="*/ 2147483647 h 1285"/>
                  <a:gd name="T48" fmla="*/ 2147483647 w 1231"/>
                  <a:gd name="T49" fmla="*/ 2147483647 h 1285"/>
                  <a:gd name="T50" fmla="*/ 2147483647 w 1231"/>
                  <a:gd name="T51" fmla="*/ 2147483647 h 1285"/>
                  <a:gd name="T52" fmla="*/ 2147483647 w 1231"/>
                  <a:gd name="T53" fmla="*/ 2147483647 h 1285"/>
                  <a:gd name="T54" fmla="*/ 2147483647 w 1231"/>
                  <a:gd name="T55" fmla="*/ 2147483647 h 1285"/>
                  <a:gd name="T56" fmla="*/ 2147483647 w 1231"/>
                  <a:gd name="T57" fmla="*/ 2147483647 h 1285"/>
                  <a:gd name="T58" fmla="*/ 2147483647 w 1231"/>
                  <a:gd name="T59" fmla="*/ 2147483647 h 1285"/>
                  <a:gd name="T60" fmla="*/ 2147483647 w 1231"/>
                  <a:gd name="T61" fmla="*/ 2147483647 h 1285"/>
                  <a:gd name="T62" fmla="*/ 2147483647 w 1231"/>
                  <a:gd name="T63" fmla="*/ 2147483647 h 1285"/>
                  <a:gd name="T64" fmla="*/ 2147483647 w 1231"/>
                  <a:gd name="T65" fmla="*/ 2147483647 h 1285"/>
                  <a:gd name="T66" fmla="*/ 2147483647 w 1231"/>
                  <a:gd name="T67" fmla="*/ 2147483647 h 1285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231"/>
                  <a:gd name="T103" fmla="*/ 0 h 1285"/>
                  <a:gd name="T104" fmla="*/ 1231 w 1231"/>
                  <a:gd name="T105" fmla="*/ 1285 h 1285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231" h="1285">
                    <a:moveTo>
                      <a:pt x="1157" y="3"/>
                    </a:moveTo>
                    <a:lnTo>
                      <a:pt x="1018" y="0"/>
                    </a:lnTo>
                    <a:lnTo>
                      <a:pt x="844" y="43"/>
                    </a:lnTo>
                    <a:lnTo>
                      <a:pt x="516" y="105"/>
                    </a:lnTo>
                    <a:lnTo>
                      <a:pt x="429" y="142"/>
                    </a:lnTo>
                    <a:lnTo>
                      <a:pt x="354" y="167"/>
                    </a:lnTo>
                    <a:lnTo>
                      <a:pt x="333" y="204"/>
                    </a:lnTo>
                    <a:lnTo>
                      <a:pt x="185" y="224"/>
                    </a:lnTo>
                    <a:lnTo>
                      <a:pt x="0" y="284"/>
                    </a:lnTo>
                    <a:lnTo>
                      <a:pt x="14" y="754"/>
                    </a:lnTo>
                    <a:lnTo>
                      <a:pt x="117" y="921"/>
                    </a:lnTo>
                    <a:lnTo>
                      <a:pt x="379" y="1025"/>
                    </a:lnTo>
                    <a:lnTo>
                      <a:pt x="318" y="1021"/>
                    </a:lnTo>
                    <a:lnTo>
                      <a:pt x="271" y="1073"/>
                    </a:lnTo>
                    <a:lnTo>
                      <a:pt x="402" y="1147"/>
                    </a:lnTo>
                    <a:lnTo>
                      <a:pt x="817" y="1285"/>
                    </a:lnTo>
                    <a:lnTo>
                      <a:pt x="852" y="1281"/>
                    </a:lnTo>
                    <a:lnTo>
                      <a:pt x="882" y="1277"/>
                    </a:lnTo>
                    <a:lnTo>
                      <a:pt x="906" y="1271"/>
                    </a:lnTo>
                    <a:lnTo>
                      <a:pt x="926" y="1264"/>
                    </a:lnTo>
                    <a:lnTo>
                      <a:pt x="942" y="1252"/>
                    </a:lnTo>
                    <a:lnTo>
                      <a:pt x="955" y="1233"/>
                    </a:lnTo>
                    <a:lnTo>
                      <a:pt x="967" y="1208"/>
                    </a:lnTo>
                    <a:lnTo>
                      <a:pt x="977" y="1174"/>
                    </a:lnTo>
                    <a:lnTo>
                      <a:pt x="1072" y="1112"/>
                    </a:lnTo>
                    <a:lnTo>
                      <a:pt x="1052" y="1055"/>
                    </a:lnTo>
                    <a:lnTo>
                      <a:pt x="957" y="1030"/>
                    </a:lnTo>
                    <a:lnTo>
                      <a:pt x="1090" y="966"/>
                    </a:lnTo>
                    <a:lnTo>
                      <a:pt x="1207" y="857"/>
                    </a:lnTo>
                    <a:lnTo>
                      <a:pt x="1225" y="680"/>
                    </a:lnTo>
                    <a:lnTo>
                      <a:pt x="1231" y="507"/>
                    </a:lnTo>
                    <a:lnTo>
                      <a:pt x="1212" y="266"/>
                    </a:lnTo>
                    <a:lnTo>
                      <a:pt x="1183" y="73"/>
                    </a:lnTo>
                    <a:lnTo>
                      <a:pt x="1157" y="3"/>
                    </a:lnTo>
                    <a:close/>
                  </a:path>
                </a:pathLst>
              </a:custGeom>
              <a:solidFill>
                <a:srgbClr val="63563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" name="Freeform 25"/>
              <p:cNvSpPr>
                <a:spLocks/>
              </p:cNvSpPr>
              <p:nvPr/>
            </p:nvSpPr>
            <p:spPr bwMode="auto">
              <a:xfrm>
                <a:off x="1363663" y="1911351"/>
                <a:ext cx="176212" cy="85725"/>
              </a:xfrm>
              <a:custGeom>
                <a:avLst/>
                <a:gdLst>
                  <a:gd name="T0" fmla="*/ 2147483647 w 557"/>
                  <a:gd name="T1" fmla="*/ 2147483647 h 269"/>
                  <a:gd name="T2" fmla="*/ 2147483647 w 557"/>
                  <a:gd name="T3" fmla="*/ 2147483647 h 269"/>
                  <a:gd name="T4" fmla="*/ 2147483647 w 557"/>
                  <a:gd name="T5" fmla="*/ 2147483647 h 269"/>
                  <a:gd name="T6" fmla="*/ 2147483647 w 557"/>
                  <a:gd name="T7" fmla="*/ 2147483647 h 269"/>
                  <a:gd name="T8" fmla="*/ 2147483647 w 557"/>
                  <a:gd name="T9" fmla="*/ 2147483647 h 269"/>
                  <a:gd name="T10" fmla="*/ 2147483647 w 557"/>
                  <a:gd name="T11" fmla="*/ 0 h 269"/>
                  <a:gd name="T12" fmla="*/ 0 w 557"/>
                  <a:gd name="T13" fmla="*/ 2147483647 h 269"/>
                  <a:gd name="T14" fmla="*/ 2147483647 w 557"/>
                  <a:gd name="T15" fmla="*/ 2147483647 h 269"/>
                  <a:gd name="T16" fmla="*/ 2147483647 w 557"/>
                  <a:gd name="T17" fmla="*/ 2147483647 h 269"/>
                  <a:gd name="T18" fmla="*/ 2147483647 w 557"/>
                  <a:gd name="T19" fmla="*/ 2147483647 h 269"/>
                  <a:gd name="T20" fmla="*/ 2147483647 w 557"/>
                  <a:gd name="T21" fmla="*/ 2147483647 h 269"/>
                  <a:gd name="T22" fmla="*/ 2147483647 w 557"/>
                  <a:gd name="T23" fmla="*/ 2147483647 h 269"/>
                  <a:gd name="T24" fmla="*/ 2147483647 w 557"/>
                  <a:gd name="T25" fmla="*/ 2147483647 h 269"/>
                  <a:gd name="T26" fmla="*/ 2147483647 w 557"/>
                  <a:gd name="T27" fmla="*/ 2147483647 h 269"/>
                  <a:gd name="T28" fmla="*/ 2147483647 w 557"/>
                  <a:gd name="T29" fmla="*/ 2147483647 h 269"/>
                  <a:gd name="T30" fmla="*/ 2147483647 w 557"/>
                  <a:gd name="T31" fmla="*/ 2147483647 h 269"/>
                  <a:gd name="T32" fmla="*/ 2147483647 w 557"/>
                  <a:gd name="T33" fmla="*/ 2147483647 h 269"/>
                  <a:gd name="T34" fmla="*/ 2147483647 w 557"/>
                  <a:gd name="T35" fmla="*/ 2147483647 h 269"/>
                  <a:gd name="T36" fmla="*/ 2147483647 w 557"/>
                  <a:gd name="T37" fmla="*/ 2147483647 h 269"/>
                  <a:gd name="T38" fmla="*/ 2147483647 w 557"/>
                  <a:gd name="T39" fmla="*/ 2147483647 h 269"/>
                  <a:gd name="T40" fmla="*/ 2147483647 w 557"/>
                  <a:gd name="T41" fmla="*/ 2147483647 h 269"/>
                  <a:gd name="T42" fmla="*/ 2147483647 w 557"/>
                  <a:gd name="T43" fmla="*/ 2147483647 h 269"/>
                  <a:gd name="T44" fmla="*/ 2147483647 w 557"/>
                  <a:gd name="T45" fmla="*/ 2147483647 h 269"/>
                  <a:gd name="T46" fmla="*/ 2147483647 w 557"/>
                  <a:gd name="T47" fmla="*/ 2147483647 h 269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557"/>
                  <a:gd name="T73" fmla="*/ 0 h 269"/>
                  <a:gd name="T74" fmla="*/ 557 w 557"/>
                  <a:gd name="T75" fmla="*/ 269 h 269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557" h="269">
                    <a:moveTo>
                      <a:pt x="557" y="259"/>
                    </a:moveTo>
                    <a:lnTo>
                      <a:pt x="544" y="208"/>
                    </a:lnTo>
                    <a:lnTo>
                      <a:pt x="554" y="142"/>
                    </a:lnTo>
                    <a:lnTo>
                      <a:pt x="166" y="34"/>
                    </a:lnTo>
                    <a:lnTo>
                      <a:pt x="95" y="3"/>
                    </a:lnTo>
                    <a:lnTo>
                      <a:pt x="47" y="0"/>
                    </a:lnTo>
                    <a:lnTo>
                      <a:pt x="0" y="64"/>
                    </a:lnTo>
                    <a:lnTo>
                      <a:pt x="50" y="133"/>
                    </a:lnTo>
                    <a:lnTo>
                      <a:pt x="76" y="148"/>
                    </a:lnTo>
                    <a:lnTo>
                      <a:pt x="101" y="164"/>
                    </a:lnTo>
                    <a:lnTo>
                      <a:pt x="127" y="179"/>
                    </a:lnTo>
                    <a:lnTo>
                      <a:pt x="152" y="193"/>
                    </a:lnTo>
                    <a:lnTo>
                      <a:pt x="178" y="206"/>
                    </a:lnTo>
                    <a:lnTo>
                      <a:pt x="206" y="219"/>
                    </a:lnTo>
                    <a:lnTo>
                      <a:pt x="233" y="231"/>
                    </a:lnTo>
                    <a:lnTo>
                      <a:pt x="261" y="242"/>
                    </a:lnTo>
                    <a:lnTo>
                      <a:pt x="291" y="251"/>
                    </a:lnTo>
                    <a:lnTo>
                      <a:pt x="322" y="258"/>
                    </a:lnTo>
                    <a:lnTo>
                      <a:pt x="356" y="263"/>
                    </a:lnTo>
                    <a:lnTo>
                      <a:pt x="391" y="267"/>
                    </a:lnTo>
                    <a:lnTo>
                      <a:pt x="429" y="269"/>
                    </a:lnTo>
                    <a:lnTo>
                      <a:pt x="469" y="268"/>
                    </a:lnTo>
                    <a:lnTo>
                      <a:pt x="512" y="265"/>
                    </a:lnTo>
                    <a:lnTo>
                      <a:pt x="557" y="259"/>
                    </a:lnTo>
                    <a:close/>
                  </a:path>
                </a:pathLst>
              </a:custGeom>
              <a:solidFill>
                <a:srgbClr val="42352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" name="Freeform 26"/>
              <p:cNvSpPr>
                <a:spLocks/>
              </p:cNvSpPr>
              <p:nvPr/>
            </p:nvSpPr>
            <p:spPr bwMode="auto">
              <a:xfrm>
                <a:off x="1385888" y="1909763"/>
                <a:ext cx="207962" cy="46038"/>
              </a:xfrm>
              <a:custGeom>
                <a:avLst/>
                <a:gdLst>
                  <a:gd name="T0" fmla="*/ 2147483647 w 657"/>
                  <a:gd name="T1" fmla="*/ 2147483647 h 147"/>
                  <a:gd name="T2" fmla="*/ 2147483647 w 657"/>
                  <a:gd name="T3" fmla="*/ 2147483647 h 147"/>
                  <a:gd name="T4" fmla="*/ 2147483647 w 657"/>
                  <a:gd name="T5" fmla="*/ 0 h 147"/>
                  <a:gd name="T6" fmla="*/ 0 w 657"/>
                  <a:gd name="T7" fmla="*/ 2147483647 h 147"/>
                  <a:gd name="T8" fmla="*/ 2147483647 w 657"/>
                  <a:gd name="T9" fmla="*/ 2147483647 h 147"/>
                  <a:gd name="T10" fmla="*/ 2147483647 w 657"/>
                  <a:gd name="T11" fmla="*/ 2147483647 h 147"/>
                  <a:gd name="T12" fmla="*/ 2147483647 w 657"/>
                  <a:gd name="T13" fmla="*/ 2147483647 h 147"/>
                  <a:gd name="T14" fmla="*/ 2147483647 w 657"/>
                  <a:gd name="T15" fmla="*/ 2147483647 h 147"/>
                  <a:gd name="T16" fmla="*/ 2147483647 w 657"/>
                  <a:gd name="T17" fmla="*/ 2147483647 h 147"/>
                  <a:gd name="T18" fmla="*/ 2147483647 w 657"/>
                  <a:gd name="T19" fmla="*/ 2147483647 h 14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657"/>
                  <a:gd name="T31" fmla="*/ 0 h 147"/>
                  <a:gd name="T32" fmla="*/ 657 w 657"/>
                  <a:gd name="T33" fmla="*/ 147 h 14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657" h="147">
                    <a:moveTo>
                      <a:pt x="603" y="42"/>
                    </a:moveTo>
                    <a:lnTo>
                      <a:pt x="427" y="97"/>
                    </a:lnTo>
                    <a:lnTo>
                      <a:pt x="20" y="0"/>
                    </a:lnTo>
                    <a:lnTo>
                      <a:pt x="0" y="24"/>
                    </a:lnTo>
                    <a:lnTo>
                      <a:pt x="112" y="74"/>
                    </a:lnTo>
                    <a:lnTo>
                      <a:pt x="351" y="134"/>
                    </a:lnTo>
                    <a:lnTo>
                      <a:pt x="449" y="147"/>
                    </a:lnTo>
                    <a:lnTo>
                      <a:pt x="517" y="134"/>
                    </a:lnTo>
                    <a:lnTo>
                      <a:pt x="657" y="33"/>
                    </a:lnTo>
                    <a:lnTo>
                      <a:pt x="603" y="42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" name="Freeform 27"/>
              <p:cNvSpPr>
                <a:spLocks/>
              </p:cNvSpPr>
              <p:nvPr/>
            </p:nvSpPr>
            <p:spPr bwMode="auto">
              <a:xfrm>
                <a:off x="1470025" y="1550988"/>
                <a:ext cx="261937" cy="26988"/>
              </a:xfrm>
              <a:custGeom>
                <a:avLst/>
                <a:gdLst>
                  <a:gd name="T0" fmla="*/ 2147483647 w 827"/>
                  <a:gd name="T1" fmla="*/ 2147483647 h 85"/>
                  <a:gd name="T2" fmla="*/ 2147483647 w 827"/>
                  <a:gd name="T3" fmla="*/ 2147483647 h 85"/>
                  <a:gd name="T4" fmla="*/ 2147483647 w 827"/>
                  <a:gd name="T5" fmla="*/ 0 h 85"/>
                  <a:gd name="T6" fmla="*/ 2147483647 w 827"/>
                  <a:gd name="T7" fmla="*/ 2147483647 h 85"/>
                  <a:gd name="T8" fmla="*/ 2147483647 w 827"/>
                  <a:gd name="T9" fmla="*/ 2147483647 h 85"/>
                  <a:gd name="T10" fmla="*/ 2147483647 w 827"/>
                  <a:gd name="T11" fmla="*/ 2147483647 h 85"/>
                  <a:gd name="T12" fmla="*/ 2147483647 w 827"/>
                  <a:gd name="T13" fmla="*/ 2147483647 h 85"/>
                  <a:gd name="T14" fmla="*/ 2147483647 w 827"/>
                  <a:gd name="T15" fmla="*/ 2147483647 h 85"/>
                  <a:gd name="T16" fmla="*/ 2147483647 w 827"/>
                  <a:gd name="T17" fmla="*/ 2147483647 h 85"/>
                  <a:gd name="T18" fmla="*/ 2147483647 w 827"/>
                  <a:gd name="T19" fmla="*/ 2147483647 h 85"/>
                  <a:gd name="T20" fmla="*/ 0 w 827"/>
                  <a:gd name="T21" fmla="*/ 2147483647 h 85"/>
                  <a:gd name="T22" fmla="*/ 2147483647 w 827"/>
                  <a:gd name="T23" fmla="*/ 2147483647 h 85"/>
                  <a:gd name="T24" fmla="*/ 2147483647 w 827"/>
                  <a:gd name="T25" fmla="*/ 2147483647 h 85"/>
                  <a:gd name="T26" fmla="*/ 2147483647 w 827"/>
                  <a:gd name="T27" fmla="*/ 2147483647 h 8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827"/>
                  <a:gd name="T43" fmla="*/ 0 h 85"/>
                  <a:gd name="T44" fmla="*/ 827 w 827"/>
                  <a:gd name="T45" fmla="*/ 85 h 8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827" h="85">
                    <a:moveTo>
                      <a:pt x="827" y="52"/>
                    </a:moveTo>
                    <a:lnTo>
                      <a:pt x="705" y="34"/>
                    </a:lnTo>
                    <a:lnTo>
                      <a:pt x="120" y="0"/>
                    </a:lnTo>
                    <a:lnTo>
                      <a:pt x="101" y="1"/>
                    </a:lnTo>
                    <a:lnTo>
                      <a:pt x="83" y="3"/>
                    </a:lnTo>
                    <a:lnTo>
                      <a:pt x="67" y="6"/>
                    </a:lnTo>
                    <a:lnTo>
                      <a:pt x="52" y="11"/>
                    </a:lnTo>
                    <a:lnTo>
                      <a:pt x="38" y="17"/>
                    </a:lnTo>
                    <a:lnTo>
                      <a:pt x="25" y="24"/>
                    </a:lnTo>
                    <a:lnTo>
                      <a:pt x="12" y="32"/>
                    </a:lnTo>
                    <a:lnTo>
                      <a:pt x="0" y="41"/>
                    </a:lnTo>
                    <a:lnTo>
                      <a:pt x="625" y="85"/>
                    </a:lnTo>
                    <a:lnTo>
                      <a:pt x="725" y="56"/>
                    </a:lnTo>
                    <a:lnTo>
                      <a:pt x="827" y="52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" name="Freeform 28"/>
              <p:cNvSpPr>
                <a:spLocks/>
              </p:cNvSpPr>
              <p:nvPr/>
            </p:nvSpPr>
            <p:spPr bwMode="auto">
              <a:xfrm>
                <a:off x="1665288" y="1566863"/>
                <a:ext cx="109537" cy="331788"/>
              </a:xfrm>
              <a:custGeom>
                <a:avLst/>
                <a:gdLst>
                  <a:gd name="T0" fmla="*/ 2147483647 w 342"/>
                  <a:gd name="T1" fmla="*/ 2147483647 h 1044"/>
                  <a:gd name="T2" fmla="*/ 2147483647 w 342"/>
                  <a:gd name="T3" fmla="*/ 2147483647 h 1044"/>
                  <a:gd name="T4" fmla="*/ 2147483647 w 342"/>
                  <a:gd name="T5" fmla="*/ 2147483647 h 1044"/>
                  <a:gd name="T6" fmla="*/ 2147483647 w 342"/>
                  <a:gd name="T7" fmla="*/ 2147483647 h 1044"/>
                  <a:gd name="T8" fmla="*/ 2147483647 w 342"/>
                  <a:gd name="T9" fmla="*/ 2147483647 h 1044"/>
                  <a:gd name="T10" fmla="*/ 2147483647 w 342"/>
                  <a:gd name="T11" fmla="*/ 0 h 1044"/>
                  <a:gd name="T12" fmla="*/ 2147483647 w 342"/>
                  <a:gd name="T13" fmla="*/ 0 h 1044"/>
                  <a:gd name="T14" fmla="*/ 2147483647 w 342"/>
                  <a:gd name="T15" fmla="*/ 0 h 1044"/>
                  <a:gd name="T16" fmla="*/ 2147483647 w 342"/>
                  <a:gd name="T17" fmla="*/ 0 h 1044"/>
                  <a:gd name="T18" fmla="*/ 2147483647 w 342"/>
                  <a:gd name="T19" fmla="*/ 2147483647 h 1044"/>
                  <a:gd name="T20" fmla="*/ 2147483647 w 342"/>
                  <a:gd name="T21" fmla="*/ 2147483647 h 1044"/>
                  <a:gd name="T22" fmla="*/ 2147483647 w 342"/>
                  <a:gd name="T23" fmla="*/ 2147483647 h 1044"/>
                  <a:gd name="T24" fmla="*/ 2147483647 w 342"/>
                  <a:gd name="T25" fmla="*/ 2147483647 h 1044"/>
                  <a:gd name="T26" fmla="*/ 2147483647 w 342"/>
                  <a:gd name="T27" fmla="*/ 2147483647 h 1044"/>
                  <a:gd name="T28" fmla="*/ 2147483647 w 342"/>
                  <a:gd name="T29" fmla="*/ 2147483647 h 1044"/>
                  <a:gd name="T30" fmla="*/ 2147483647 w 342"/>
                  <a:gd name="T31" fmla="*/ 2147483647 h 1044"/>
                  <a:gd name="T32" fmla="*/ 0 w 342"/>
                  <a:gd name="T33" fmla="*/ 2147483647 h 1044"/>
                  <a:gd name="T34" fmla="*/ 2147483647 w 342"/>
                  <a:gd name="T35" fmla="*/ 2147483647 h 1044"/>
                  <a:gd name="T36" fmla="*/ 2147483647 w 342"/>
                  <a:gd name="T37" fmla="*/ 2147483647 h 1044"/>
                  <a:gd name="T38" fmla="*/ 2147483647 w 342"/>
                  <a:gd name="T39" fmla="*/ 2147483647 h 1044"/>
                  <a:gd name="T40" fmla="*/ 2147483647 w 342"/>
                  <a:gd name="T41" fmla="*/ 2147483647 h 1044"/>
                  <a:gd name="T42" fmla="*/ 2147483647 w 342"/>
                  <a:gd name="T43" fmla="*/ 2147483647 h 1044"/>
                  <a:gd name="T44" fmla="*/ 2147483647 w 342"/>
                  <a:gd name="T45" fmla="*/ 2147483647 h 1044"/>
                  <a:gd name="T46" fmla="*/ 2147483647 w 342"/>
                  <a:gd name="T47" fmla="*/ 2147483647 h 1044"/>
                  <a:gd name="T48" fmla="*/ 2147483647 w 342"/>
                  <a:gd name="T49" fmla="*/ 2147483647 h 1044"/>
                  <a:gd name="T50" fmla="*/ 2147483647 w 342"/>
                  <a:gd name="T51" fmla="*/ 2147483647 h 1044"/>
                  <a:gd name="T52" fmla="*/ 2147483647 w 342"/>
                  <a:gd name="T53" fmla="*/ 2147483647 h 1044"/>
                  <a:gd name="T54" fmla="*/ 2147483647 w 342"/>
                  <a:gd name="T55" fmla="*/ 2147483647 h 1044"/>
                  <a:gd name="T56" fmla="*/ 2147483647 w 342"/>
                  <a:gd name="T57" fmla="*/ 2147483647 h 1044"/>
                  <a:gd name="T58" fmla="*/ 2147483647 w 342"/>
                  <a:gd name="T59" fmla="*/ 2147483647 h 1044"/>
                  <a:gd name="T60" fmla="*/ 2147483647 w 342"/>
                  <a:gd name="T61" fmla="*/ 2147483647 h 1044"/>
                  <a:gd name="T62" fmla="*/ 2147483647 w 342"/>
                  <a:gd name="T63" fmla="*/ 2147483647 h 1044"/>
                  <a:gd name="T64" fmla="*/ 2147483647 w 342"/>
                  <a:gd name="T65" fmla="*/ 2147483647 h 1044"/>
                  <a:gd name="T66" fmla="*/ 2147483647 w 342"/>
                  <a:gd name="T67" fmla="*/ 2147483647 h 1044"/>
                  <a:gd name="T68" fmla="*/ 2147483647 w 342"/>
                  <a:gd name="T69" fmla="*/ 2147483647 h 1044"/>
                  <a:gd name="T70" fmla="*/ 2147483647 w 342"/>
                  <a:gd name="T71" fmla="*/ 2147483647 h 104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42"/>
                  <a:gd name="T109" fmla="*/ 0 h 1044"/>
                  <a:gd name="T110" fmla="*/ 342 w 342"/>
                  <a:gd name="T111" fmla="*/ 1044 h 104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42" h="1044">
                    <a:moveTo>
                      <a:pt x="280" y="16"/>
                    </a:moveTo>
                    <a:lnTo>
                      <a:pt x="261" y="11"/>
                    </a:lnTo>
                    <a:lnTo>
                      <a:pt x="241" y="8"/>
                    </a:lnTo>
                    <a:lnTo>
                      <a:pt x="223" y="4"/>
                    </a:lnTo>
                    <a:lnTo>
                      <a:pt x="205" y="2"/>
                    </a:lnTo>
                    <a:lnTo>
                      <a:pt x="188" y="0"/>
                    </a:lnTo>
                    <a:lnTo>
                      <a:pt x="170" y="0"/>
                    </a:lnTo>
                    <a:lnTo>
                      <a:pt x="153" y="0"/>
                    </a:lnTo>
                    <a:lnTo>
                      <a:pt x="137" y="0"/>
                    </a:lnTo>
                    <a:lnTo>
                      <a:pt x="120" y="2"/>
                    </a:lnTo>
                    <a:lnTo>
                      <a:pt x="104" y="5"/>
                    </a:lnTo>
                    <a:lnTo>
                      <a:pt x="86" y="9"/>
                    </a:lnTo>
                    <a:lnTo>
                      <a:pt x="70" y="13"/>
                    </a:lnTo>
                    <a:lnTo>
                      <a:pt x="53" y="19"/>
                    </a:lnTo>
                    <a:lnTo>
                      <a:pt x="36" y="25"/>
                    </a:lnTo>
                    <a:lnTo>
                      <a:pt x="18" y="33"/>
                    </a:lnTo>
                    <a:lnTo>
                      <a:pt x="0" y="43"/>
                    </a:lnTo>
                    <a:lnTo>
                      <a:pt x="16" y="171"/>
                    </a:lnTo>
                    <a:lnTo>
                      <a:pt x="32" y="297"/>
                    </a:lnTo>
                    <a:lnTo>
                      <a:pt x="45" y="420"/>
                    </a:lnTo>
                    <a:lnTo>
                      <a:pt x="55" y="542"/>
                    </a:lnTo>
                    <a:lnTo>
                      <a:pt x="62" y="664"/>
                    </a:lnTo>
                    <a:lnTo>
                      <a:pt x="67" y="788"/>
                    </a:lnTo>
                    <a:lnTo>
                      <a:pt x="67" y="914"/>
                    </a:lnTo>
                    <a:lnTo>
                      <a:pt x="64" y="1044"/>
                    </a:lnTo>
                    <a:lnTo>
                      <a:pt x="129" y="1024"/>
                    </a:lnTo>
                    <a:lnTo>
                      <a:pt x="261" y="994"/>
                    </a:lnTo>
                    <a:lnTo>
                      <a:pt x="335" y="972"/>
                    </a:lnTo>
                    <a:lnTo>
                      <a:pt x="340" y="807"/>
                    </a:lnTo>
                    <a:lnTo>
                      <a:pt x="342" y="667"/>
                    </a:lnTo>
                    <a:lnTo>
                      <a:pt x="341" y="546"/>
                    </a:lnTo>
                    <a:lnTo>
                      <a:pt x="337" y="437"/>
                    </a:lnTo>
                    <a:lnTo>
                      <a:pt x="328" y="337"/>
                    </a:lnTo>
                    <a:lnTo>
                      <a:pt x="317" y="236"/>
                    </a:lnTo>
                    <a:lnTo>
                      <a:pt x="301" y="132"/>
                    </a:lnTo>
                    <a:lnTo>
                      <a:pt x="280" y="16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" name="Freeform 29"/>
              <p:cNvSpPr>
                <a:spLocks/>
              </p:cNvSpPr>
              <p:nvPr/>
            </p:nvSpPr>
            <p:spPr bwMode="auto">
              <a:xfrm>
                <a:off x="1670050" y="1566863"/>
                <a:ext cx="104775" cy="317500"/>
              </a:xfrm>
              <a:custGeom>
                <a:avLst/>
                <a:gdLst>
                  <a:gd name="T0" fmla="*/ 2147483647 w 330"/>
                  <a:gd name="T1" fmla="*/ 2147483647 h 998"/>
                  <a:gd name="T2" fmla="*/ 2147483647 w 330"/>
                  <a:gd name="T3" fmla="*/ 2147483647 h 998"/>
                  <a:gd name="T4" fmla="*/ 2147483647 w 330"/>
                  <a:gd name="T5" fmla="*/ 2147483647 h 998"/>
                  <a:gd name="T6" fmla="*/ 2147483647 w 330"/>
                  <a:gd name="T7" fmla="*/ 2147483647 h 998"/>
                  <a:gd name="T8" fmla="*/ 2147483647 w 330"/>
                  <a:gd name="T9" fmla="*/ 2147483647 h 998"/>
                  <a:gd name="T10" fmla="*/ 2147483647 w 330"/>
                  <a:gd name="T11" fmla="*/ 2147483647 h 998"/>
                  <a:gd name="T12" fmla="*/ 2147483647 w 330"/>
                  <a:gd name="T13" fmla="*/ 2147483647 h 998"/>
                  <a:gd name="T14" fmla="*/ 2147483647 w 330"/>
                  <a:gd name="T15" fmla="*/ 0 h 998"/>
                  <a:gd name="T16" fmla="*/ 2147483647 w 330"/>
                  <a:gd name="T17" fmla="*/ 2147483647 h 998"/>
                  <a:gd name="T18" fmla="*/ 2147483647 w 330"/>
                  <a:gd name="T19" fmla="*/ 2147483647 h 998"/>
                  <a:gd name="T20" fmla="*/ 2147483647 w 330"/>
                  <a:gd name="T21" fmla="*/ 2147483647 h 998"/>
                  <a:gd name="T22" fmla="*/ 2147483647 w 330"/>
                  <a:gd name="T23" fmla="*/ 2147483647 h 998"/>
                  <a:gd name="T24" fmla="*/ 2147483647 w 330"/>
                  <a:gd name="T25" fmla="*/ 2147483647 h 998"/>
                  <a:gd name="T26" fmla="*/ 2147483647 w 330"/>
                  <a:gd name="T27" fmla="*/ 2147483647 h 998"/>
                  <a:gd name="T28" fmla="*/ 2147483647 w 330"/>
                  <a:gd name="T29" fmla="*/ 2147483647 h 998"/>
                  <a:gd name="T30" fmla="*/ 2147483647 w 330"/>
                  <a:gd name="T31" fmla="*/ 2147483647 h 998"/>
                  <a:gd name="T32" fmla="*/ 0 w 330"/>
                  <a:gd name="T33" fmla="*/ 2147483647 h 998"/>
                  <a:gd name="T34" fmla="*/ 2147483647 w 330"/>
                  <a:gd name="T35" fmla="*/ 2147483647 h 998"/>
                  <a:gd name="T36" fmla="*/ 2147483647 w 330"/>
                  <a:gd name="T37" fmla="*/ 2147483647 h 998"/>
                  <a:gd name="T38" fmla="*/ 2147483647 w 330"/>
                  <a:gd name="T39" fmla="*/ 2147483647 h 998"/>
                  <a:gd name="T40" fmla="*/ 2147483647 w 330"/>
                  <a:gd name="T41" fmla="*/ 2147483647 h 998"/>
                  <a:gd name="T42" fmla="*/ 2147483647 w 330"/>
                  <a:gd name="T43" fmla="*/ 2147483647 h 998"/>
                  <a:gd name="T44" fmla="*/ 2147483647 w 330"/>
                  <a:gd name="T45" fmla="*/ 2147483647 h 998"/>
                  <a:gd name="T46" fmla="*/ 2147483647 w 330"/>
                  <a:gd name="T47" fmla="*/ 2147483647 h 998"/>
                  <a:gd name="T48" fmla="*/ 2147483647 w 330"/>
                  <a:gd name="T49" fmla="*/ 2147483647 h 998"/>
                  <a:gd name="T50" fmla="*/ 2147483647 w 330"/>
                  <a:gd name="T51" fmla="*/ 2147483647 h 998"/>
                  <a:gd name="T52" fmla="*/ 2147483647 w 330"/>
                  <a:gd name="T53" fmla="*/ 2147483647 h 998"/>
                  <a:gd name="T54" fmla="*/ 2147483647 w 330"/>
                  <a:gd name="T55" fmla="*/ 2147483647 h 998"/>
                  <a:gd name="T56" fmla="*/ 2147483647 w 330"/>
                  <a:gd name="T57" fmla="*/ 2147483647 h 998"/>
                  <a:gd name="T58" fmla="*/ 2147483647 w 330"/>
                  <a:gd name="T59" fmla="*/ 2147483647 h 998"/>
                  <a:gd name="T60" fmla="*/ 2147483647 w 330"/>
                  <a:gd name="T61" fmla="*/ 2147483647 h 998"/>
                  <a:gd name="T62" fmla="*/ 2147483647 w 330"/>
                  <a:gd name="T63" fmla="*/ 2147483647 h 998"/>
                  <a:gd name="T64" fmla="*/ 2147483647 w 330"/>
                  <a:gd name="T65" fmla="*/ 2147483647 h 998"/>
                  <a:gd name="T66" fmla="*/ 2147483647 w 330"/>
                  <a:gd name="T67" fmla="*/ 2147483647 h 998"/>
                  <a:gd name="T68" fmla="*/ 2147483647 w 330"/>
                  <a:gd name="T69" fmla="*/ 2147483647 h 998"/>
                  <a:gd name="T70" fmla="*/ 2147483647 w 330"/>
                  <a:gd name="T71" fmla="*/ 2147483647 h 998"/>
                  <a:gd name="T72" fmla="*/ 2147483647 w 330"/>
                  <a:gd name="T73" fmla="*/ 2147483647 h 998"/>
                  <a:gd name="T74" fmla="*/ 2147483647 w 330"/>
                  <a:gd name="T75" fmla="*/ 2147483647 h 998"/>
                  <a:gd name="T76" fmla="*/ 2147483647 w 330"/>
                  <a:gd name="T77" fmla="*/ 2147483647 h 998"/>
                  <a:gd name="T78" fmla="*/ 2147483647 w 330"/>
                  <a:gd name="T79" fmla="*/ 2147483647 h 998"/>
                  <a:gd name="T80" fmla="*/ 2147483647 w 330"/>
                  <a:gd name="T81" fmla="*/ 2147483647 h 998"/>
                  <a:gd name="T82" fmla="*/ 2147483647 w 330"/>
                  <a:gd name="T83" fmla="*/ 2147483647 h 998"/>
                  <a:gd name="T84" fmla="*/ 2147483647 w 330"/>
                  <a:gd name="T85" fmla="*/ 2147483647 h 998"/>
                  <a:gd name="T86" fmla="*/ 2147483647 w 330"/>
                  <a:gd name="T87" fmla="*/ 2147483647 h 998"/>
                  <a:gd name="T88" fmla="*/ 2147483647 w 330"/>
                  <a:gd name="T89" fmla="*/ 2147483647 h 998"/>
                  <a:gd name="T90" fmla="*/ 2147483647 w 330"/>
                  <a:gd name="T91" fmla="*/ 2147483647 h 998"/>
                  <a:gd name="T92" fmla="*/ 2147483647 w 330"/>
                  <a:gd name="T93" fmla="*/ 2147483647 h 998"/>
                  <a:gd name="T94" fmla="*/ 2147483647 w 330"/>
                  <a:gd name="T95" fmla="*/ 2147483647 h 998"/>
                  <a:gd name="T96" fmla="*/ 2147483647 w 330"/>
                  <a:gd name="T97" fmla="*/ 2147483647 h 998"/>
                  <a:gd name="T98" fmla="*/ 2147483647 w 330"/>
                  <a:gd name="T99" fmla="*/ 2147483647 h 998"/>
                  <a:gd name="T100" fmla="*/ 2147483647 w 330"/>
                  <a:gd name="T101" fmla="*/ 2147483647 h 998"/>
                  <a:gd name="T102" fmla="*/ 2147483647 w 330"/>
                  <a:gd name="T103" fmla="*/ 2147483647 h 998"/>
                  <a:gd name="T104" fmla="*/ 2147483647 w 330"/>
                  <a:gd name="T105" fmla="*/ 2147483647 h 998"/>
                  <a:gd name="T106" fmla="*/ 2147483647 w 330"/>
                  <a:gd name="T107" fmla="*/ 2147483647 h 998"/>
                  <a:gd name="T108" fmla="*/ 2147483647 w 330"/>
                  <a:gd name="T109" fmla="*/ 2147483647 h 998"/>
                  <a:gd name="T110" fmla="*/ 2147483647 w 330"/>
                  <a:gd name="T111" fmla="*/ 2147483647 h 998"/>
                  <a:gd name="T112" fmla="*/ 2147483647 w 330"/>
                  <a:gd name="T113" fmla="*/ 2147483647 h 99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330"/>
                  <a:gd name="T172" fmla="*/ 0 h 998"/>
                  <a:gd name="T173" fmla="*/ 330 w 330"/>
                  <a:gd name="T174" fmla="*/ 998 h 99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330" h="998">
                    <a:moveTo>
                      <a:pt x="269" y="17"/>
                    </a:moveTo>
                    <a:lnTo>
                      <a:pt x="251" y="13"/>
                    </a:lnTo>
                    <a:lnTo>
                      <a:pt x="232" y="9"/>
                    </a:lnTo>
                    <a:lnTo>
                      <a:pt x="214" y="6"/>
                    </a:lnTo>
                    <a:lnTo>
                      <a:pt x="197" y="3"/>
                    </a:lnTo>
                    <a:lnTo>
                      <a:pt x="181" y="2"/>
                    </a:lnTo>
                    <a:lnTo>
                      <a:pt x="163" y="1"/>
                    </a:lnTo>
                    <a:lnTo>
                      <a:pt x="147" y="0"/>
                    </a:lnTo>
                    <a:lnTo>
                      <a:pt x="131" y="1"/>
                    </a:lnTo>
                    <a:lnTo>
                      <a:pt x="115" y="3"/>
                    </a:lnTo>
                    <a:lnTo>
                      <a:pt x="99" y="5"/>
                    </a:lnTo>
                    <a:lnTo>
                      <a:pt x="83" y="8"/>
                    </a:lnTo>
                    <a:lnTo>
                      <a:pt x="67" y="13"/>
                    </a:lnTo>
                    <a:lnTo>
                      <a:pt x="51" y="18"/>
                    </a:lnTo>
                    <a:lnTo>
                      <a:pt x="34" y="24"/>
                    </a:lnTo>
                    <a:lnTo>
                      <a:pt x="18" y="32"/>
                    </a:lnTo>
                    <a:lnTo>
                      <a:pt x="0" y="41"/>
                    </a:lnTo>
                    <a:lnTo>
                      <a:pt x="17" y="163"/>
                    </a:lnTo>
                    <a:lnTo>
                      <a:pt x="31" y="284"/>
                    </a:lnTo>
                    <a:lnTo>
                      <a:pt x="42" y="402"/>
                    </a:lnTo>
                    <a:lnTo>
                      <a:pt x="52" y="518"/>
                    </a:lnTo>
                    <a:lnTo>
                      <a:pt x="58" y="636"/>
                    </a:lnTo>
                    <a:lnTo>
                      <a:pt x="62" y="754"/>
                    </a:lnTo>
                    <a:lnTo>
                      <a:pt x="62" y="874"/>
                    </a:lnTo>
                    <a:lnTo>
                      <a:pt x="59" y="998"/>
                    </a:lnTo>
                    <a:lnTo>
                      <a:pt x="67" y="996"/>
                    </a:lnTo>
                    <a:lnTo>
                      <a:pt x="75" y="994"/>
                    </a:lnTo>
                    <a:lnTo>
                      <a:pt x="83" y="992"/>
                    </a:lnTo>
                    <a:lnTo>
                      <a:pt x="92" y="990"/>
                    </a:lnTo>
                    <a:lnTo>
                      <a:pt x="100" y="988"/>
                    </a:lnTo>
                    <a:lnTo>
                      <a:pt x="108" y="985"/>
                    </a:lnTo>
                    <a:lnTo>
                      <a:pt x="116" y="983"/>
                    </a:lnTo>
                    <a:lnTo>
                      <a:pt x="124" y="981"/>
                    </a:lnTo>
                    <a:lnTo>
                      <a:pt x="139" y="978"/>
                    </a:lnTo>
                    <a:lnTo>
                      <a:pt x="155" y="974"/>
                    </a:lnTo>
                    <a:lnTo>
                      <a:pt x="171" y="971"/>
                    </a:lnTo>
                    <a:lnTo>
                      <a:pt x="187" y="967"/>
                    </a:lnTo>
                    <a:lnTo>
                      <a:pt x="202" y="963"/>
                    </a:lnTo>
                    <a:lnTo>
                      <a:pt x="218" y="960"/>
                    </a:lnTo>
                    <a:lnTo>
                      <a:pt x="233" y="955"/>
                    </a:lnTo>
                    <a:lnTo>
                      <a:pt x="250" y="952"/>
                    </a:lnTo>
                    <a:lnTo>
                      <a:pt x="259" y="949"/>
                    </a:lnTo>
                    <a:lnTo>
                      <a:pt x="268" y="947"/>
                    </a:lnTo>
                    <a:lnTo>
                      <a:pt x="277" y="944"/>
                    </a:lnTo>
                    <a:lnTo>
                      <a:pt x="286" y="941"/>
                    </a:lnTo>
                    <a:lnTo>
                      <a:pt x="295" y="938"/>
                    </a:lnTo>
                    <a:lnTo>
                      <a:pt x="304" y="935"/>
                    </a:lnTo>
                    <a:lnTo>
                      <a:pt x="314" y="933"/>
                    </a:lnTo>
                    <a:lnTo>
                      <a:pt x="324" y="930"/>
                    </a:lnTo>
                    <a:lnTo>
                      <a:pt x="328" y="772"/>
                    </a:lnTo>
                    <a:lnTo>
                      <a:pt x="330" y="638"/>
                    </a:lnTo>
                    <a:lnTo>
                      <a:pt x="329" y="522"/>
                    </a:lnTo>
                    <a:lnTo>
                      <a:pt x="324" y="419"/>
                    </a:lnTo>
                    <a:lnTo>
                      <a:pt x="316" y="322"/>
                    </a:lnTo>
                    <a:lnTo>
                      <a:pt x="304" y="227"/>
                    </a:lnTo>
                    <a:lnTo>
                      <a:pt x="289" y="127"/>
                    </a:lnTo>
                    <a:lnTo>
                      <a:pt x="269" y="17"/>
                    </a:lnTo>
                    <a:close/>
                  </a:path>
                </a:pathLst>
              </a:custGeom>
              <a:solidFill>
                <a:srgbClr val="9175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" name="Freeform 30"/>
              <p:cNvSpPr>
                <a:spLocks/>
              </p:cNvSpPr>
              <p:nvPr/>
            </p:nvSpPr>
            <p:spPr bwMode="auto">
              <a:xfrm>
                <a:off x="1673225" y="1566863"/>
                <a:ext cx="100012" cy="303213"/>
              </a:xfrm>
              <a:custGeom>
                <a:avLst/>
                <a:gdLst>
                  <a:gd name="T0" fmla="*/ 2147483647 w 317"/>
                  <a:gd name="T1" fmla="*/ 2147483647 h 951"/>
                  <a:gd name="T2" fmla="*/ 2147483647 w 317"/>
                  <a:gd name="T3" fmla="*/ 2147483647 h 951"/>
                  <a:gd name="T4" fmla="*/ 2147483647 w 317"/>
                  <a:gd name="T5" fmla="*/ 2147483647 h 951"/>
                  <a:gd name="T6" fmla="*/ 2147483647 w 317"/>
                  <a:gd name="T7" fmla="*/ 2147483647 h 951"/>
                  <a:gd name="T8" fmla="*/ 2147483647 w 317"/>
                  <a:gd name="T9" fmla="*/ 2147483647 h 951"/>
                  <a:gd name="T10" fmla="*/ 2147483647 w 317"/>
                  <a:gd name="T11" fmla="*/ 2147483647 h 951"/>
                  <a:gd name="T12" fmla="*/ 2147483647 w 317"/>
                  <a:gd name="T13" fmla="*/ 0 h 951"/>
                  <a:gd name="T14" fmla="*/ 2147483647 w 317"/>
                  <a:gd name="T15" fmla="*/ 0 h 951"/>
                  <a:gd name="T16" fmla="*/ 2147483647 w 317"/>
                  <a:gd name="T17" fmla="*/ 0 h 951"/>
                  <a:gd name="T18" fmla="*/ 2147483647 w 317"/>
                  <a:gd name="T19" fmla="*/ 2147483647 h 951"/>
                  <a:gd name="T20" fmla="*/ 2147483647 w 317"/>
                  <a:gd name="T21" fmla="*/ 2147483647 h 951"/>
                  <a:gd name="T22" fmla="*/ 2147483647 w 317"/>
                  <a:gd name="T23" fmla="*/ 2147483647 h 951"/>
                  <a:gd name="T24" fmla="*/ 2147483647 w 317"/>
                  <a:gd name="T25" fmla="*/ 2147483647 h 951"/>
                  <a:gd name="T26" fmla="*/ 2147483647 w 317"/>
                  <a:gd name="T27" fmla="*/ 2147483647 h 951"/>
                  <a:gd name="T28" fmla="*/ 2147483647 w 317"/>
                  <a:gd name="T29" fmla="*/ 2147483647 h 951"/>
                  <a:gd name="T30" fmla="*/ 2147483647 w 317"/>
                  <a:gd name="T31" fmla="*/ 2147483647 h 951"/>
                  <a:gd name="T32" fmla="*/ 0 w 317"/>
                  <a:gd name="T33" fmla="*/ 2147483647 h 951"/>
                  <a:gd name="T34" fmla="*/ 2147483647 w 317"/>
                  <a:gd name="T35" fmla="*/ 2147483647 h 951"/>
                  <a:gd name="T36" fmla="*/ 2147483647 w 317"/>
                  <a:gd name="T37" fmla="*/ 2147483647 h 951"/>
                  <a:gd name="T38" fmla="*/ 2147483647 w 317"/>
                  <a:gd name="T39" fmla="*/ 2147483647 h 951"/>
                  <a:gd name="T40" fmla="*/ 2147483647 w 317"/>
                  <a:gd name="T41" fmla="*/ 2147483647 h 951"/>
                  <a:gd name="T42" fmla="*/ 2147483647 w 317"/>
                  <a:gd name="T43" fmla="*/ 2147483647 h 951"/>
                  <a:gd name="T44" fmla="*/ 2147483647 w 317"/>
                  <a:gd name="T45" fmla="*/ 2147483647 h 951"/>
                  <a:gd name="T46" fmla="*/ 2147483647 w 317"/>
                  <a:gd name="T47" fmla="*/ 2147483647 h 951"/>
                  <a:gd name="T48" fmla="*/ 2147483647 w 317"/>
                  <a:gd name="T49" fmla="*/ 2147483647 h 951"/>
                  <a:gd name="T50" fmla="*/ 2147483647 w 317"/>
                  <a:gd name="T51" fmla="*/ 2147483647 h 951"/>
                  <a:gd name="T52" fmla="*/ 2147483647 w 317"/>
                  <a:gd name="T53" fmla="*/ 2147483647 h 951"/>
                  <a:gd name="T54" fmla="*/ 2147483647 w 317"/>
                  <a:gd name="T55" fmla="*/ 2147483647 h 951"/>
                  <a:gd name="T56" fmla="*/ 2147483647 w 317"/>
                  <a:gd name="T57" fmla="*/ 2147483647 h 951"/>
                  <a:gd name="T58" fmla="*/ 2147483647 w 317"/>
                  <a:gd name="T59" fmla="*/ 2147483647 h 951"/>
                  <a:gd name="T60" fmla="*/ 2147483647 w 317"/>
                  <a:gd name="T61" fmla="*/ 2147483647 h 951"/>
                  <a:gd name="T62" fmla="*/ 2147483647 w 317"/>
                  <a:gd name="T63" fmla="*/ 2147483647 h 951"/>
                  <a:gd name="T64" fmla="*/ 2147483647 w 317"/>
                  <a:gd name="T65" fmla="*/ 2147483647 h 951"/>
                  <a:gd name="T66" fmla="*/ 2147483647 w 317"/>
                  <a:gd name="T67" fmla="*/ 2147483647 h 951"/>
                  <a:gd name="T68" fmla="*/ 2147483647 w 317"/>
                  <a:gd name="T69" fmla="*/ 2147483647 h 951"/>
                  <a:gd name="T70" fmla="*/ 2147483647 w 317"/>
                  <a:gd name="T71" fmla="*/ 2147483647 h 951"/>
                  <a:gd name="T72" fmla="*/ 2147483647 w 317"/>
                  <a:gd name="T73" fmla="*/ 2147483647 h 951"/>
                  <a:gd name="T74" fmla="*/ 2147483647 w 317"/>
                  <a:gd name="T75" fmla="*/ 2147483647 h 951"/>
                  <a:gd name="T76" fmla="*/ 2147483647 w 317"/>
                  <a:gd name="T77" fmla="*/ 2147483647 h 951"/>
                  <a:gd name="T78" fmla="*/ 2147483647 w 317"/>
                  <a:gd name="T79" fmla="*/ 2147483647 h 951"/>
                  <a:gd name="T80" fmla="*/ 2147483647 w 317"/>
                  <a:gd name="T81" fmla="*/ 2147483647 h 951"/>
                  <a:gd name="T82" fmla="*/ 2147483647 w 317"/>
                  <a:gd name="T83" fmla="*/ 2147483647 h 951"/>
                  <a:gd name="T84" fmla="*/ 2147483647 w 317"/>
                  <a:gd name="T85" fmla="*/ 2147483647 h 951"/>
                  <a:gd name="T86" fmla="*/ 2147483647 w 317"/>
                  <a:gd name="T87" fmla="*/ 2147483647 h 951"/>
                  <a:gd name="T88" fmla="*/ 2147483647 w 317"/>
                  <a:gd name="T89" fmla="*/ 2147483647 h 951"/>
                  <a:gd name="T90" fmla="*/ 2147483647 w 317"/>
                  <a:gd name="T91" fmla="*/ 2147483647 h 951"/>
                  <a:gd name="T92" fmla="*/ 2147483647 w 317"/>
                  <a:gd name="T93" fmla="*/ 2147483647 h 951"/>
                  <a:gd name="T94" fmla="*/ 2147483647 w 317"/>
                  <a:gd name="T95" fmla="*/ 2147483647 h 951"/>
                  <a:gd name="T96" fmla="*/ 2147483647 w 317"/>
                  <a:gd name="T97" fmla="*/ 2147483647 h 951"/>
                  <a:gd name="T98" fmla="*/ 2147483647 w 317"/>
                  <a:gd name="T99" fmla="*/ 2147483647 h 951"/>
                  <a:gd name="T100" fmla="*/ 2147483647 w 317"/>
                  <a:gd name="T101" fmla="*/ 2147483647 h 951"/>
                  <a:gd name="T102" fmla="*/ 2147483647 w 317"/>
                  <a:gd name="T103" fmla="*/ 2147483647 h 951"/>
                  <a:gd name="T104" fmla="*/ 2147483647 w 317"/>
                  <a:gd name="T105" fmla="*/ 2147483647 h 951"/>
                  <a:gd name="T106" fmla="*/ 2147483647 w 317"/>
                  <a:gd name="T107" fmla="*/ 2147483647 h 951"/>
                  <a:gd name="T108" fmla="*/ 2147483647 w 317"/>
                  <a:gd name="T109" fmla="*/ 2147483647 h 951"/>
                  <a:gd name="T110" fmla="*/ 2147483647 w 317"/>
                  <a:gd name="T111" fmla="*/ 2147483647 h 951"/>
                  <a:gd name="T112" fmla="*/ 2147483647 w 317"/>
                  <a:gd name="T113" fmla="*/ 2147483647 h 951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317"/>
                  <a:gd name="T172" fmla="*/ 0 h 951"/>
                  <a:gd name="T173" fmla="*/ 317 w 317"/>
                  <a:gd name="T174" fmla="*/ 951 h 951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317" h="951">
                    <a:moveTo>
                      <a:pt x="257" y="16"/>
                    </a:moveTo>
                    <a:lnTo>
                      <a:pt x="239" y="12"/>
                    </a:lnTo>
                    <a:lnTo>
                      <a:pt x="221" y="8"/>
                    </a:lnTo>
                    <a:lnTo>
                      <a:pt x="205" y="5"/>
                    </a:lnTo>
                    <a:lnTo>
                      <a:pt x="189" y="3"/>
                    </a:lnTo>
                    <a:lnTo>
                      <a:pt x="173" y="1"/>
                    </a:lnTo>
                    <a:lnTo>
                      <a:pt x="157" y="0"/>
                    </a:lnTo>
                    <a:lnTo>
                      <a:pt x="141" y="0"/>
                    </a:lnTo>
                    <a:lnTo>
                      <a:pt x="125" y="0"/>
                    </a:lnTo>
                    <a:lnTo>
                      <a:pt x="110" y="1"/>
                    </a:lnTo>
                    <a:lnTo>
                      <a:pt x="95" y="4"/>
                    </a:lnTo>
                    <a:lnTo>
                      <a:pt x="80" y="7"/>
                    </a:lnTo>
                    <a:lnTo>
                      <a:pt x="63" y="11"/>
                    </a:lnTo>
                    <a:lnTo>
                      <a:pt x="48" y="15"/>
                    </a:lnTo>
                    <a:lnTo>
                      <a:pt x="32" y="21"/>
                    </a:lnTo>
                    <a:lnTo>
                      <a:pt x="16" y="28"/>
                    </a:lnTo>
                    <a:lnTo>
                      <a:pt x="0" y="37"/>
                    </a:lnTo>
                    <a:lnTo>
                      <a:pt x="15" y="154"/>
                    </a:lnTo>
                    <a:lnTo>
                      <a:pt x="29" y="269"/>
                    </a:lnTo>
                    <a:lnTo>
                      <a:pt x="40" y="381"/>
                    </a:lnTo>
                    <a:lnTo>
                      <a:pt x="49" y="493"/>
                    </a:lnTo>
                    <a:lnTo>
                      <a:pt x="55" y="606"/>
                    </a:lnTo>
                    <a:lnTo>
                      <a:pt x="58" y="718"/>
                    </a:lnTo>
                    <a:lnTo>
                      <a:pt x="58" y="833"/>
                    </a:lnTo>
                    <a:lnTo>
                      <a:pt x="55" y="951"/>
                    </a:lnTo>
                    <a:lnTo>
                      <a:pt x="63" y="949"/>
                    </a:lnTo>
                    <a:lnTo>
                      <a:pt x="71" y="947"/>
                    </a:lnTo>
                    <a:lnTo>
                      <a:pt x="80" y="945"/>
                    </a:lnTo>
                    <a:lnTo>
                      <a:pt x="87" y="943"/>
                    </a:lnTo>
                    <a:lnTo>
                      <a:pt x="95" y="941"/>
                    </a:lnTo>
                    <a:lnTo>
                      <a:pt x="103" y="939"/>
                    </a:lnTo>
                    <a:lnTo>
                      <a:pt x="110" y="937"/>
                    </a:lnTo>
                    <a:lnTo>
                      <a:pt x="118" y="935"/>
                    </a:lnTo>
                    <a:lnTo>
                      <a:pt x="133" y="932"/>
                    </a:lnTo>
                    <a:lnTo>
                      <a:pt x="148" y="928"/>
                    </a:lnTo>
                    <a:lnTo>
                      <a:pt x="164" y="925"/>
                    </a:lnTo>
                    <a:lnTo>
                      <a:pt x="178" y="921"/>
                    </a:lnTo>
                    <a:lnTo>
                      <a:pt x="193" y="918"/>
                    </a:lnTo>
                    <a:lnTo>
                      <a:pt x="208" y="915"/>
                    </a:lnTo>
                    <a:lnTo>
                      <a:pt x="222" y="911"/>
                    </a:lnTo>
                    <a:lnTo>
                      <a:pt x="238" y="908"/>
                    </a:lnTo>
                    <a:lnTo>
                      <a:pt x="247" y="905"/>
                    </a:lnTo>
                    <a:lnTo>
                      <a:pt x="257" y="903"/>
                    </a:lnTo>
                    <a:lnTo>
                      <a:pt x="266" y="900"/>
                    </a:lnTo>
                    <a:lnTo>
                      <a:pt x="275" y="898"/>
                    </a:lnTo>
                    <a:lnTo>
                      <a:pt x="284" y="895"/>
                    </a:lnTo>
                    <a:lnTo>
                      <a:pt x="293" y="893"/>
                    </a:lnTo>
                    <a:lnTo>
                      <a:pt x="302" y="890"/>
                    </a:lnTo>
                    <a:lnTo>
                      <a:pt x="312" y="888"/>
                    </a:lnTo>
                    <a:lnTo>
                      <a:pt x="316" y="736"/>
                    </a:lnTo>
                    <a:lnTo>
                      <a:pt x="317" y="608"/>
                    </a:lnTo>
                    <a:lnTo>
                      <a:pt x="316" y="497"/>
                    </a:lnTo>
                    <a:lnTo>
                      <a:pt x="311" y="399"/>
                    </a:lnTo>
                    <a:lnTo>
                      <a:pt x="303" y="306"/>
                    </a:lnTo>
                    <a:lnTo>
                      <a:pt x="291" y="216"/>
                    </a:lnTo>
                    <a:lnTo>
                      <a:pt x="276" y="121"/>
                    </a:lnTo>
                    <a:lnTo>
                      <a:pt x="257" y="16"/>
                    </a:lnTo>
                    <a:close/>
                  </a:path>
                </a:pathLst>
              </a:custGeom>
              <a:solidFill>
                <a:srgbClr val="997C6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" name="Freeform 31"/>
              <p:cNvSpPr>
                <a:spLocks/>
              </p:cNvSpPr>
              <p:nvPr/>
            </p:nvSpPr>
            <p:spPr bwMode="auto">
              <a:xfrm>
                <a:off x="1676400" y="1566863"/>
                <a:ext cx="96837" cy="288925"/>
              </a:xfrm>
              <a:custGeom>
                <a:avLst/>
                <a:gdLst>
                  <a:gd name="T0" fmla="*/ 2147483647 w 304"/>
                  <a:gd name="T1" fmla="*/ 2147483647 h 906"/>
                  <a:gd name="T2" fmla="*/ 2147483647 w 304"/>
                  <a:gd name="T3" fmla="*/ 2147483647 h 906"/>
                  <a:gd name="T4" fmla="*/ 2147483647 w 304"/>
                  <a:gd name="T5" fmla="*/ 2147483647 h 906"/>
                  <a:gd name="T6" fmla="*/ 2147483647 w 304"/>
                  <a:gd name="T7" fmla="*/ 2147483647 h 906"/>
                  <a:gd name="T8" fmla="*/ 2147483647 w 304"/>
                  <a:gd name="T9" fmla="*/ 2147483647 h 906"/>
                  <a:gd name="T10" fmla="*/ 2147483647 w 304"/>
                  <a:gd name="T11" fmla="*/ 2147483647 h 906"/>
                  <a:gd name="T12" fmla="*/ 2147483647 w 304"/>
                  <a:gd name="T13" fmla="*/ 2147483647 h 906"/>
                  <a:gd name="T14" fmla="*/ 2147483647 w 304"/>
                  <a:gd name="T15" fmla="*/ 0 h 906"/>
                  <a:gd name="T16" fmla="*/ 2147483647 w 304"/>
                  <a:gd name="T17" fmla="*/ 0 h 906"/>
                  <a:gd name="T18" fmla="*/ 2147483647 w 304"/>
                  <a:gd name="T19" fmla="*/ 2147483647 h 906"/>
                  <a:gd name="T20" fmla="*/ 2147483647 w 304"/>
                  <a:gd name="T21" fmla="*/ 2147483647 h 906"/>
                  <a:gd name="T22" fmla="*/ 2147483647 w 304"/>
                  <a:gd name="T23" fmla="*/ 2147483647 h 906"/>
                  <a:gd name="T24" fmla="*/ 2147483647 w 304"/>
                  <a:gd name="T25" fmla="*/ 2147483647 h 906"/>
                  <a:gd name="T26" fmla="*/ 2147483647 w 304"/>
                  <a:gd name="T27" fmla="*/ 2147483647 h 906"/>
                  <a:gd name="T28" fmla="*/ 2147483647 w 304"/>
                  <a:gd name="T29" fmla="*/ 2147483647 h 906"/>
                  <a:gd name="T30" fmla="*/ 2147483647 w 304"/>
                  <a:gd name="T31" fmla="*/ 2147483647 h 906"/>
                  <a:gd name="T32" fmla="*/ 0 w 304"/>
                  <a:gd name="T33" fmla="*/ 2147483647 h 906"/>
                  <a:gd name="T34" fmla="*/ 2147483647 w 304"/>
                  <a:gd name="T35" fmla="*/ 2147483647 h 906"/>
                  <a:gd name="T36" fmla="*/ 2147483647 w 304"/>
                  <a:gd name="T37" fmla="*/ 2147483647 h 906"/>
                  <a:gd name="T38" fmla="*/ 2147483647 w 304"/>
                  <a:gd name="T39" fmla="*/ 2147483647 h 906"/>
                  <a:gd name="T40" fmla="*/ 2147483647 w 304"/>
                  <a:gd name="T41" fmla="*/ 2147483647 h 906"/>
                  <a:gd name="T42" fmla="*/ 2147483647 w 304"/>
                  <a:gd name="T43" fmla="*/ 2147483647 h 906"/>
                  <a:gd name="T44" fmla="*/ 2147483647 w 304"/>
                  <a:gd name="T45" fmla="*/ 2147483647 h 906"/>
                  <a:gd name="T46" fmla="*/ 2147483647 w 304"/>
                  <a:gd name="T47" fmla="*/ 2147483647 h 906"/>
                  <a:gd name="T48" fmla="*/ 2147483647 w 304"/>
                  <a:gd name="T49" fmla="*/ 2147483647 h 906"/>
                  <a:gd name="T50" fmla="*/ 2147483647 w 304"/>
                  <a:gd name="T51" fmla="*/ 2147483647 h 906"/>
                  <a:gd name="T52" fmla="*/ 2147483647 w 304"/>
                  <a:gd name="T53" fmla="*/ 2147483647 h 906"/>
                  <a:gd name="T54" fmla="*/ 2147483647 w 304"/>
                  <a:gd name="T55" fmla="*/ 2147483647 h 906"/>
                  <a:gd name="T56" fmla="*/ 2147483647 w 304"/>
                  <a:gd name="T57" fmla="*/ 2147483647 h 906"/>
                  <a:gd name="T58" fmla="*/ 2147483647 w 304"/>
                  <a:gd name="T59" fmla="*/ 2147483647 h 906"/>
                  <a:gd name="T60" fmla="*/ 2147483647 w 304"/>
                  <a:gd name="T61" fmla="*/ 2147483647 h 906"/>
                  <a:gd name="T62" fmla="*/ 2147483647 w 304"/>
                  <a:gd name="T63" fmla="*/ 2147483647 h 906"/>
                  <a:gd name="T64" fmla="*/ 2147483647 w 304"/>
                  <a:gd name="T65" fmla="*/ 2147483647 h 906"/>
                  <a:gd name="T66" fmla="*/ 2147483647 w 304"/>
                  <a:gd name="T67" fmla="*/ 2147483647 h 906"/>
                  <a:gd name="T68" fmla="*/ 2147483647 w 304"/>
                  <a:gd name="T69" fmla="*/ 2147483647 h 906"/>
                  <a:gd name="T70" fmla="*/ 2147483647 w 304"/>
                  <a:gd name="T71" fmla="*/ 2147483647 h 906"/>
                  <a:gd name="T72" fmla="*/ 2147483647 w 304"/>
                  <a:gd name="T73" fmla="*/ 2147483647 h 906"/>
                  <a:gd name="T74" fmla="*/ 2147483647 w 304"/>
                  <a:gd name="T75" fmla="*/ 2147483647 h 906"/>
                  <a:gd name="T76" fmla="*/ 2147483647 w 304"/>
                  <a:gd name="T77" fmla="*/ 2147483647 h 906"/>
                  <a:gd name="T78" fmla="*/ 2147483647 w 304"/>
                  <a:gd name="T79" fmla="*/ 2147483647 h 906"/>
                  <a:gd name="T80" fmla="*/ 2147483647 w 304"/>
                  <a:gd name="T81" fmla="*/ 2147483647 h 906"/>
                  <a:gd name="T82" fmla="*/ 2147483647 w 304"/>
                  <a:gd name="T83" fmla="*/ 2147483647 h 906"/>
                  <a:gd name="T84" fmla="*/ 2147483647 w 304"/>
                  <a:gd name="T85" fmla="*/ 2147483647 h 906"/>
                  <a:gd name="T86" fmla="*/ 2147483647 w 304"/>
                  <a:gd name="T87" fmla="*/ 2147483647 h 906"/>
                  <a:gd name="T88" fmla="*/ 2147483647 w 304"/>
                  <a:gd name="T89" fmla="*/ 2147483647 h 906"/>
                  <a:gd name="T90" fmla="*/ 2147483647 w 304"/>
                  <a:gd name="T91" fmla="*/ 2147483647 h 906"/>
                  <a:gd name="T92" fmla="*/ 2147483647 w 304"/>
                  <a:gd name="T93" fmla="*/ 2147483647 h 906"/>
                  <a:gd name="T94" fmla="*/ 2147483647 w 304"/>
                  <a:gd name="T95" fmla="*/ 2147483647 h 906"/>
                  <a:gd name="T96" fmla="*/ 2147483647 w 304"/>
                  <a:gd name="T97" fmla="*/ 2147483647 h 906"/>
                  <a:gd name="T98" fmla="*/ 2147483647 w 304"/>
                  <a:gd name="T99" fmla="*/ 2147483647 h 906"/>
                  <a:gd name="T100" fmla="*/ 2147483647 w 304"/>
                  <a:gd name="T101" fmla="*/ 2147483647 h 906"/>
                  <a:gd name="T102" fmla="*/ 2147483647 w 304"/>
                  <a:gd name="T103" fmla="*/ 2147483647 h 906"/>
                  <a:gd name="T104" fmla="*/ 2147483647 w 304"/>
                  <a:gd name="T105" fmla="*/ 2147483647 h 906"/>
                  <a:gd name="T106" fmla="*/ 2147483647 w 304"/>
                  <a:gd name="T107" fmla="*/ 2147483647 h 906"/>
                  <a:gd name="T108" fmla="*/ 2147483647 w 304"/>
                  <a:gd name="T109" fmla="*/ 2147483647 h 906"/>
                  <a:gd name="T110" fmla="*/ 2147483647 w 304"/>
                  <a:gd name="T111" fmla="*/ 2147483647 h 906"/>
                  <a:gd name="T112" fmla="*/ 2147483647 w 304"/>
                  <a:gd name="T113" fmla="*/ 2147483647 h 90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304"/>
                  <a:gd name="T172" fmla="*/ 0 h 906"/>
                  <a:gd name="T173" fmla="*/ 304 w 304"/>
                  <a:gd name="T174" fmla="*/ 906 h 90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304" h="906">
                    <a:moveTo>
                      <a:pt x="246" y="17"/>
                    </a:moveTo>
                    <a:lnTo>
                      <a:pt x="229" y="13"/>
                    </a:lnTo>
                    <a:lnTo>
                      <a:pt x="212" y="9"/>
                    </a:lnTo>
                    <a:lnTo>
                      <a:pt x="196" y="6"/>
                    </a:lnTo>
                    <a:lnTo>
                      <a:pt x="180" y="4"/>
                    </a:lnTo>
                    <a:lnTo>
                      <a:pt x="165" y="2"/>
                    </a:lnTo>
                    <a:lnTo>
                      <a:pt x="150" y="1"/>
                    </a:lnTo>
                    <a:lnTo>
                      <a:pt x="134" y="0"/>
                    </a:lnTo>
                    <a:lnTo>
                      <a:pt x="120" y="0"/>
                    </a:lnTo>
                    <a:lnTo>
                      <a:pt x="105" y="1"/>
                    </a:lnTo>
                    <a:lnTo>
                      <a:pt x="90" y="3"/>
                    </a:lnTo>
                    <a:lnTo>
                      <a:pt x="76" y="6"/>
                    </a:lnTo>
                    <a:lnTo>
                      <a:pt x="60" y="10"/>
                    </a:lnTo>
                    <a:lnTo>
                      <a:pt x="45" y="14"/>
                    </a:lnTo>
                    <a:lnTo>
                      <a:pt x="31" y="20"/>
                    </a:lnTo>
                    <a:lnTo>
                      <a:pt x="15" y="26"/>
                    </a:lnTo>
                    <a:lnTo>
                      <a:pt x="0" y="34"/>
                    </a:lnTo>
                    <a:lnTo>
                      <a:pt x="14" y="146"/>
                    </a:lnTo>
                    <a:lnTo>
                      <a:pt x="27" y="256"/>
                    </a:lnTo>
                    <a:lnTo>
                      <a:pt x="37" y="363"/>
                    </a:lnTo>
                    <a:lnTo>
                      <a:pt x="45" y="470"/>
                    </a:lnTo>
                    <a:lnTo>
                      <a:pt x="51" y="576"/>
                    </a:lnTo>
                    <a:lnTo>
                      <a:pt x="54" y="684"/>
                    </a:lnTo>
                    <a:lnTo>
                      <a:pt x="54" y="793"/>
                    </a:lnTo>
                    <a:lnTo>
                      <a:pt x="51" y="906"/>
                    </a:lnTo>
                    <a:lnTo>
                      <a:pt x="59" y="904"/>
                    </a:lnTo>
                    <a:lnTo>
                      <a:pt x="67" y="902"/>
                    </a:lnTo>
                    <a:lnTo>
                      <a:pt x="75" y="900"/>
                    </a:lnTo>
                    <a:lnTo>
                      <a:pt x="82" y="898"/>
                    </a:lnTo>
                    <a:lnTo>
                      <a:pt x="90" y="897"/>
                    </a:lnTo>
                    <a:lnTo>
                      <a:pt x="97" y="895"/>
                    </a:lnTo>
                    <a:lnTo>
                      <a:pt x="105" y="893"/>
                    </a:lnTo>
                    <a:lnTo>
                      <a:pt x="113" y="891"/>
                    </a:lnTo>
                    <a:lnTo>
                      <a:pt x="127" y="888"/>
                    </a:lnTo>
                    <a:lnTo>
                      <a:pt x="141" y="884"/>
                    </a:lnTo>
                    <a:lnTo>
                      <a:pt x="156" y="881"/>
                    </a:lnTo>
                    <a:lnTo>
                      <a:pt x="170" y="877"/>
                    </a:lnTo>
                    <a:lnTo>
                      <a:pt x="184" y="874"/>
                    </a:lnTo>
                    <a:lnTo>
                      <a:pt x="198" y="871"/>
                    </a:lnTo>
                    <a:lnTo>
                      <a:pt x="212" y="867"/>
                    </a:lnTo>
                    <a:lnTo>
                      <a:pt x="227" y="864"/>
                    </a:lnTo>
                    <a:lnTo>
                      <a:pt x="236" y="862"/>
                    </a:lnTo>
                    <a:lnTo>
                      <a:pt x="245" y="859"/>
                    </a:lnTo>
                    <a:lnTo>
                      <a:pt x="254" y="857"/>
                    </a:lnTo>
                    <a:lnTo>
                      <a:pt x="263" y="855"/>
                    </a:lnTo>
                    <a:lnTo>
                      <a:pt x="272" y="853"/>
                    </a:lnTo>
                    <a:lnTo>
                      <a:pt x="281" y="850"/>
                    </a:lnTo>
                    <a:lnTo>
                      <a:pt x="291" y="848"/>
                    </a:lnTo>
                    <a:lnTo>
                      <a:pt x="301" y="845"/>
                    </a:lnTo>
                    <a:lnTo>
                      <a:pt x="304" y="700"/>
                    </a:lnTo>
                    <a:lnTo>
                      <a:pt x="304" y="578"/>
                    </a:lnTo>
                    <a:lnTo>
                      <a:pt x="303" y="473"/>
                    </a:lnTo>
                    <a:lnTo>
                      <a:pt x="298" y="379"/>
                    </a:lnTo>
                    <a:lnTo>
                      <a:pt x="289" y="292"/>
                    </a:lnTo>
                    <a:lnTo>
                      <a:pt x="279" y="206"/>
                    </a:lnTo>
                    <a:lnTo>
                      <a:pt x="264" y="117"/>
                    </a:lnTo>
                    <a:lnTo>
                      <a:pt x="246" y="17"/>
                    </a:lnTo>
                    <a:close/>
                  </a:path>
                </a:pathLst>
              </a:custGeom>
              <a:solidFill>
                <a:srgbClr val="A3876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" name="Freeform 32"/>
              <p:cNvSpPr>
                <a:spLocks/>
              </p:cNvSpPr>
              <p:nvPr/>
            </p:nvSpPr>
            <p:spPr bwMode="auto">
              <a:xfrm>
                <a:off x="1679575" y="1566863"/>
                <a:ext cx="93662" cy="273050"/>
              </a:xfrm>
              <a:custGeom>
                <a:avLst/>
                <a:gdLst>
                  <a:gd name="T0" fmla="*/ 2147483647 w 292"/>
                  <a:gd name="T1" fmla="*/ 2147483647 h 859"/>
                  <a:gd name="T2" fmla="*/ 2147483647 w 292"/>
                  <a:gd name="T3" fmla="*/ 2147483647 h 859"/>
                  <a:gd name="T4" fmla="*/ 2147483647 w 292"/>
                  <a:gd name="T5" fmla="*/ 2147483647 h 859"/>
                  <a:gd name="T6" fmla="*/ 2147483647 w 292"/>
                  <a:gd name="T7" fmla="*/ 2147483647 h 859"/>
                  <a:gd name="T8" fmla="*/ 2147483647 w 292"/>
                  <a:gd name="T9" fmla="*/ 2147483647 h 859"/>
                  <a:gd name="T10" fmla="*/ 2147483647 w 292"/>
                  <a:gd name="T11" fmla="*/ 2147483647 h 859"/>
                  <a:gd name="T12" fmla="*/ 2147483647 w 292"/>
                  <a:gd name="T13" fmla="*/ 2147483647 h 859"/>
                  <a:gd name="T14" fmla="*/ 2147483647 w 292"/>
                  <a:gd name="T15" fmla="*/ 0 h 859"/>
                  <a:gd name="T16" fmla="*/ 2147483647 w 292"/>
                  <a:gd name="T17" fmla="*/ 0 h 859"/>
                  <a:gd name="T18" fmla="*/ 2147483647 w 292"/>
                  <a:gd name="T19" fmla="*/ 2147483647 h 859"/>
                  <a:gd name="T20" fmla="*/ 2147483647 w 292"/>
                  <a:gd name="T21" fmla="*/ 2147483647 h 859"/>
                  <a:gd name="T22" fmla="*/ 2147483647 w 292"/>
                  <a:gd name="T23" fmla="*/ 2147483647 h 859"/>
                  <a:gd name="T24" fmla="*/ 2147483647 w 292"/>
                  <a:gd name="T25" fmla="*/ 2147483647 h 859"/>
                  <a:gd name="T26" fmla="*/ 2147483647 w 292"/>
                  <a:gd name="T27" fmla="*/ 2147483647 h 859"/>
                  <a:gd name="T28" fmla="*/ 2147483647 w 292"/>
                  <a:gd name="T29" fmla="*/ 2147483647 h 859"/>
                  <a:gd name="T30" fmla="*/ 2147483647 w 292"/>
                  <a:gd name="T31" fmla="*/ 2147483647 h 859"/>
                  <a:gd name="T32" fmla="*/ 0 w 292"/>
                  <a:gd name="T33" fmla="*/ 2147483647 h 859"/>
                  <a:gd name="T34" fmla="*/ 2147483647 w 292"/>
                  <a:gd name="T35" fmla="*/ 2147483647 h 859"/>
                  <a:gd name="T36" fmla="*/ 2147483647 w 292"/>
                  <a:gd name="T37" fmla="*/ 2147483647 h 859"/>
                  <a:gd name="T38" fmla="*/ 2147483647 w 292"/>
                  <a:gd name="T39" fmla="*/ 2147483647 h 859"/>
                  <a:gd name="T40" fmla="*/ 2147483647 w 292"/>
                  <a:gd name="T41" fmla="*/ 2147483647 h 859"/>
                  <a:gd name="T42" fmla="*/ 2147483647 w 292"/>
                  <a:gd name="T43" fmla="*/ 2147483647 h 859"/>
                  <a:gd name="T44" fmla="*/ 2147483647 w 292"/>
                  <a:gd name="T45" fmla="*/ 2147483647 h 859"/>
                  <a:gd name="T46" fmla="*/ 2147483647 w 292"/>
                  <a:gd name="T47" fmla="*/ 2147483647 h 859"/>
                  <a:gd name="T48" fmla="*/ 2147483647 w 292"/>
                  <a:gd name="T49" fmla="*/ 2147483647 h 859"/>
                  <a:gd name="T50" fmla="*/ 2147483647 w 292"/>
                  <a:gd name="T51" fmla="*/ 2147483647 h 859"/>
                  <a:gd name="T52" fmla="*/ 2147483647 w 292"/>
                  <a:gd name="T53" fmla="*/ 2147483647 h 859"/>
                  <a:gd name="T54" fmla="*/ 2147483647 w 292"/>
                  <a:gd name="T55" fmla="*/ 2147483647 h 859"/>
                  <a:gd name="T56" fmla="*/ 2147483647 w 292"/>
                  <a:gd name="T57" fmla="*/ 2147483647 h 859"/>
                  <a:gd name="T58" fmla="*/ 2147483647 w 292"/>
                  <a:gd name="T59" fmla="*/ 2147483647 h 859"/>
                  <a:gd name="T60" fmla="*/ 2147483647 w 292"/>
                  <a:gd name="T61" fmla="*/ 2147483647 h 859"/>
                  <a:gd name="T62" fmla="*/ 2147483647 w 292"/>
                  <a:gd name="T63" fmla="*/ 2147483647 h 859"/>
                  <a:gd name="T64" fmla="*/ 2147483647 w 292"/>
                  <a:gd name="T65" fmla="*/ 2147483647 h 859"/>
                  <a:gd name="T66" fmla="*/ 2147483647 w 292"/>
                  <a:gd name="T67" fmla="*/ 2147483647 h 859"/>
                  <a:gd name="T68" fmla="*/ 2147483647 w 292"/>
                  <a:gd name="T69" fmla="*/ 2147483647 h 859"/>
                  <a:gd name="T70" fmla="*/ 2147483647 w 292"/>
                  <a:gd name="T71" fmla="*/ 2147483647 h 859"/>
                  <a:gd name="T72" fmla="*/ 2147483647 w 292"/>
                  <a:gd name="T73" fmla="*/ 2147483647 h 859"/>
                  <a:gd name="T74" fmla="*/ 2147483647 w 292"/>
                  <a:gd name="T75" fmla="*/ 2147483647 h 859"/>
                  <a:gd name="T76" fmla="*/ 2147483647 w 292"/>
                  <a:gd name="T77" fmla="*/ 2147483647 h 859"/>
                  <a:gd name="T78" fmla="*/ 2147483647 w 292"/>
                  <a:gd name="T79" fmla="*/ 2147483647 h 859"/>
                  <a:gd name="T80" fmla="*/ 2147483647 w 292"/>
                  <a:gd name="T81" fmla="*/ 2147483647 h 859"/>
                  <a:gd name="T82" fmla="*/ 2147483647 w 292"/>
                  <a:gd name="T83" fmla="*/ 2147483647 h 859"/>
                  <a:gd name="T84" fmla="*/ 2147483647 w 292"/>
                  <a:gd name="T85" fmla="*/ 2147483647 h 859"/>
                  <a:gd name="T86" fmla="*/ 2147483647 w 292"/>
                  <a:gd name="T87" fmla="*/ 2147483647 h 859"/>
                  <a:gd name="T88" fmla="*/ 2147483647 w 292"/>
                  <a:gd name="T89" fmla="*/ 2147483647 h 859"/>
                  <a:gd name="T90" fmla="*/ 2147483647 w 292"/>
                  <a:gd name="T91" fmla="*/ 2147483647 h 859"/>
                  <a:gd name="T92" fmla="*/ 2147483647 w 292"/>
                  <a:gd name="T93" fmla="*/ 2147483647 h 859"/>
                  <a:gd name="T94" fmla="*/ 2147483647 w 292"/>
                  <a:gd name="T95" fmla="*/ 2147483647 h 859"/>
                  <a:gd name="T96" fmla="*/ 2147483647 w 292"/>
                  <a:gd name="T97" fmla="*/ 2147483647 h 859"/>
                  <a:gd name="T98" fmla="*/ 2147483647 w 292"/>
                  <a:gd name="T99" fmla="*/ 2147483647 h 859"/>
                  <a:gd name="T100" fmla="*/ 2147483647 w 292"/>
                  <a:gd name="T101" fmla="*/ 2147483647 h 859"/>
                  <a:gd name="T102" fmla="*/ 2147483647 w 292"/>
                  <a:gd name="T103" fmla="*/ 2147483647 h 859"/>
                  <a:gd name="T104" fmla="*/ 2147483647 w 292"/>
                  <a:gd name="T105" fmla="*/ 2147483647 h 859"/>
                  <a:gd name="T106" fmla="*/ 2147483647 w 292"/>
                  <a:gd name="T107" fmla="*/ 2147483647 h 859"/>
                  <a:gd name="T108" fmla="*/ 2147483647 w 292"/>
                  <a:gd name="T109" fmla="*/ 2147483647 h 859"/>
                  <a:gd name="T110" fmla="*/ 2147483647 w 292"/>
                  <a:gd name="T111" fmla="*/ 2147483647 h 859"/>
                  <a:gd name="T112" fmla="*/ 2147483647 w 292"/>
                  <a:gd name="T113" fmla="*/ 2147483647 h 859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92"/>
                  <a:gd name="T172" fmla="*/ 0 h 859"/>
                  <a:gd name="T173" fmla="*/ 292 w 292"/>
                  <a:gd name="T174" fmla="*/ 859 h 859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92" h="859">
                    <a:moveTo>
                      <a:pt x="235" y="17"/>
                    </a:moveTo>
                    <a:lnTo>
                      <a:pt x="219" y="13"/>
                    </a:lnTo>
                    <a:lnTo>
                      <a:pt x="202" y="10"/>
                    </a:lnTo>
                    <a:lnTo>
                      <a:pt x="187" y="7"/>
                    </a:lnTo>
                    <a:lnTo>
                      <a:pt x="172" y="4"/>
                    </a:lnTo>
                    <a:lnTo>
                      <a:pt x="158" y="2"/>
                    </a:lnTo>
                    <a:lnTo>
                      <a:pt x="143" y="1"/>
                    </a:lnTo>
                    <a:lnTo>
                      <a:pt x="128" y="0"/>
                    </a:lnTo>
                    <a:lnTo>
                      <a:pt x="114" y="0"/>
                    </a:lnTo>
                    <a:lnTo>
                      <a:pt x="100" y="1"/>
                    </a:lnTo>
                    <a:lnTo>
                      <a:pt x="86" y="3"/>
                    </a:lnTo>
                    <a:lnTo>
                      <a:pt x="72" y="5"/>
                    </a:lnTo>
                    <a:lnTo>
                      <a:pt x="58" y="8"/>
                    </a:lnTo>
                    <a:lnTo>
                      <a:pt x="43" y="12"/>
                    </a:lnTo>
                    <a:lnTo>
                      <a:pt x="29" y="17"/>
                    </a:lnTo>
                    <a:lnTo>
                      <a:pt x="15" y="23"/>
                    </a:lnTo>
                    <a:lnTo>
                      <a:pt x="0" y="30"/>
                    </a:lnTo>
                    <a:lnTo>
                      <a:pt x="13" y="137"/>
                    </a:lnTo>
                    <a:lnTo>
                      <a:pt x="25" y="241"/>
                    </a:lnTo>
                    <a:lnTo>
                      <a:pt x="34" y="343"/>
                    </a:lnTo>
                    <a:lnTo>
                      <a:pt x="42" y="444"/>
                    </a:lnTo>
                    <a:lnTo>
                      <a:pt x="47" y="547"/>
                    </a:lnTo>
                    <a:lnTo>
                      <a:pt x="49" y="648"/>
                    </a:lnTo>
                    <a:lnTo>
                      <a:pt x="49" y="753"/>
                    </a:lnTo>
                    <a:lnTo>
                      <a:pt x="46" y="859"/>
                    </a:lnTo>
                    <a:lnTo>
                      <a:pt x="55" y="857"/>
                    </a:lnTo>
                    <a:lnTo>
                      <a:pt x="62" y="856"/>
                    </a:lnTo>
                    <a:lnTo>
                      <a:pt x="70" y="854"/>
                    </a:lnTo>
                    <a:lnTo>
                      <a:pt x="77" y="853"/>
                    </a:lnTo>
                    <a:lnTo>
                      <a:pt x="85" y="851"/>
                    </a:lnTo>
                    <a:lnTo>
                      <a:pt x="92" y="850"/>
                    </a:lnTo>
                    <a:lnTo>
                      <a:pt x="100" y="848"/>
                    </a:lnTo>
                    <a:lnTo>
                      <a:pt x="107" y="846"/>
                    </a:lnTo>
                    <a:lnTo>
                      <a:pt x="120" y="843"/>
                    </a:lnTo>
                    <a:lnTo>
                      <a:pt x="135" y="840"/>
                    </a:lnTo>
                    <a:lnTo>
                      <a:pt x="148" y="837"/>
                    </a:lnTo>
                    <a:lnTo>
                      <a:pt x="162" y="834"/>
                    </a:lnTo>
                    <a:lnTo>
                      <a:pt x="175" y="831"/>
                    </a:lnTo>
                    <a:lnTo>
                      <a:pt x="188" y="828"/>
                    </a:lnTo>
                    <a:lnTo>
                      <a:pt x="202" y="825"/>
                    </a:lnTo>
                    <a:lnTo>
                      <a:pt x="216" y="822"/>
                    </a:lnTo>
                    <a:lnTo>
                      <a:pt x="225" y="820"/>
                    </a:lnTo>
                    <a:lnTo>
                      <a:pt x="234" y="817"/>
                    </a:lnTo>
                    <a:lnTo>
                      <a:pt x="243" y="814"/>
                    </a:lnTo>
                    <a:lnTo>
                      <a:pt x="252" y="812"/>
                    </a:lnTo>
                    <a:lnTo>
                      <a:pt x="261" y="810"/>
                    </a:lnTo>
                    <a:lnTo>
                      <a:pt x="270" y="807"/>
                    </a:lnTo>
                    <a:lnTo>
                      <a:pt x="279" y="805"/>
                    </a:lnTo>
                    <a:lnTo>
                      <a:pt x="289" y="803"/>
                    </a:lnTo>
                    <a:lnTo>
                      <a:pt x="291" y="665"/>
                    </a:lnTo>
                    <a:lnTo>
                      <a:pt x="292" y="549"/>
                    </a:lnTo>
                    <a:lnTo>
                      <a:pt x="290" y="448"/>
                    </a:lnTo>
                    <a:lnTo>
                      <a:pt x="284" y="359"/>
                    </a:lnTo>
                    <a:lnTo>
                      <a:pt x="277" y="277"/>
                    </a:lnTo>
                    <a:lnTo>
                      <a:pt x="266" y="196"/>
                    </a:lnTo>
                    <a:lnTo>
                      <a:pt x="253" y="111"/>
                    </a:lnTo>
                    <a:lnTo>
                      <a:pt x="235" y="17"/>
                    </a:lnTo>
                    <a:close/>
                  </a:path>
                </a:pathLst>
              </a:custGeom>
              <a:solidFill>
                <a:srgbClr val="AD917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" name="Freeform 33"/>
              <p:cNvSpPr>
                <a:spLocks/>
              </p:cNvSpPr>
              <p:nvPr/>
            </p:nvSpPr>
            <p:spPr bwMode="auto">
              <a:xfrm>
                <a:off x="1682750" y="1566863"/>
                <a:ext cx="88900" cy="258763"/>
              </a:xfrm>
              <a:custGeom>
                <a:avLst/>
                <a:gdLst>
                  <a:gd name="T0" fmla="*/ 2147483647 w 279"/>
                  <a:gd name="T1" fmla="*/ 2147483647 h 813"/>
                  <a:gd name="T2" fmla="*/ 2147483647 w 279"/>
                  <a:gd name="T3" fmla="*/ 2147483647 h 813"/>
                  <a:gd name="T4" fmla="*/ 2147483647 w 279"/>
                  <a:gd name="T5" fmla="*/ 2147483647 h 813"/>
                  <a:gd name="T6" fmla="*/ 2147483647 w 279"/>
                  <a:gd name="T7" fmla="*/ 2147483647 h 813"/>
                  <a:gd name="T8" fmla="*/ 2147483647 w 279"/>
                  <a:gd name="T9" fmla="*/ 2147483647 h 813"/>
                  <a:gd name="T10" fmla="*/ 2147483647 w 279"/>
                  <a:gd name="T11" fmla="*/ 2147483647 h 813"/>
                  <a:gd name="T12" fmla="*/ 2147483647 w 279"/>
                  <a:gd name="T13" fmla="*/ 2147483647 h 813"/>
                  <a:gd name="T14" fmla="*/ 2147483647 w 279"/>
                  <a:gd name="T15" fmla="*/ 2147483647 h 813"/>
                  <a:gd name="T16" fmla="*/ 2147483647 w 279"/>
                  <a:gd name="T17" fmla="*/ 0 h 813"/>
                  <a:gd name="T18" fmla="*/ 2147483647 w 279"/>
                  <a:gd name="T19" fmla="*/ 2147483647 h 813"/>
                  <a:gd name="T20" fmla="*/ 2147483647 w 279"/>
                  <a:gd name="T21" fmla="*/ 2147483647 h 813"/>
                  <a:gd name="T22" fmla="*/ 2147483647 w 279"/>
                  <a:gd name="T23" fmla="*/ 2147483647 h 813"/>
                  <a:gd name="T24" fmla="*/ 2147483647 w 279"/>
                  <a:gd name="T25" fmla="*/ 2147483647 h 813"/>
                  <a:gd name="T26" fmla="*/ 2147483647 w 279"/>
                  <a:gd name="T27" fmla="*/ 2147483647 h 813"/>
                  <a:gd name="T28" fmla="*/ 2147483647 w 279"/>
                  <a:gd name="T29" fmla="*/ 2147483647 h 813"/>
                  <a:gd name="T30" fmla="*/ 2147483647 w 279"/>
                  <a:gd name="T31" fmla="*/ 2147483647 h 813"/>
                  <a:gd name="T32" fmla="*/ 0 w 279"/>
                  <a:gd name="T33" fmla="*/ 2147483647 h 813"/>
                  <a:gd name="T34" fmla="*/ 2147483647 w 279"/>
                  <a:gd name="T35" fmla="*/ 2147483647 h 813"/>
                  <a:gd name="T36" fmla="*/ 2147483647 w 279"/>
                  <a:gd name="T37" fmla="*/ 2147483647 h 813"/>
                  <a:gd name="T38" fmla="*/ 2147483647 w 279"/>
                  <a:gd name="T39" fmla="*/ 2147483647 h 813"/>
                  <a:gd name="T40" fmla="*/ 2147483647 w 279"/>
                  <a:gd name="T41" fmla="*/ 2147483647 h 813"/>
                  <a:gd name="T42" fmla="*/ 2147483647 w 279"/>
                  <a:gd name="T43" fmla="*/ 2147483647 h 813"/>
                  <a:gd name="T44" fmla="*/ 2147483647 w 279"/>
                  <a:gd name="T45" fmla="*/ 2147483647 h 813"/>
                  <a:gd name="T46" fmla="*/ 2147483647 w 279"/>
                  <a:gd name="T47" fmla="*/ 2147483647 h 813"/>
                  <a:gd name="T48" fmla="*/ 2147483647 w 279"/>
                  <a:gd name="T49" fmla="*/ 2147483647 h 813"/>
                  <a:gd name="T50" fmla="*/ 2147483647 w 279"/>
                  <a:gd name="T51" fmla="*/ 2147483647 h 813"/>
                  <a:gd name="T52" fmla="*/ 2147483647 w 279"/>
                  <a:gd name="T53" fmla="*/ 2147483647 h 813"/>
                  <a:gd name="T54" fmla="*/ 2147483647 w 279"/>
                  <a:gd name="T55" fmla="*/ 2147483647 h 813"/>
                  <a:gd name="T56" fmla="*/ 2147483647 w 279"/>
                  <a:gd name="T57" fmla="*/ 2147483647 h 813"/>
                  <a:gd name="T58" fmla="*/ 2147483647 w 279"/>
                  <a:gd name="T59" fmla="*/ 2147483647 h 813"/>
                  <a:gd name="T60" fmla="*/ 2147483647 w 279"/>
                  <a:gd name="T61" fmla="*/ 2147483647 h 813"/>
                  <a:gd name="T62" fmla="*/ 2147483647 w 279"/>
                  <a:gd name="T63" fmla="*/ 2147483647 h 813"/>
                  <a:gd name="T64" fmla="*/ 2147483647 w 279"/>
                  <a:gd name="T65" fmla="*/ 2147483647 h 813"/>
                  <a:gd name="T66" fmla="*/ 2147483647 w 279"/>
                  <a:gd name="T67" fmla="*/ 2147483647 h 813"/>
                  <a:gd name="T68" fmla="*/ 2147483647 w 279"/>
                  <a:gd name="T69" fmla="*/ 2147483647 h 813"/>
                  <a:gd name="T70" fmla="*/ 2147483647 w 279"/>
                  <a:gd name="T71" fmla="*/ 2147483647 h 813"/>
                  <a:gd name="T72" fmla="*/ 2147483647 w 279"/>
                  <a:gd name="T73" fmla="*/ 2147483647 h 813"/>
                  <a:gd name="T74" fmla="*/ 2147483647 w 279"/>
                  <a:gd name="T75" fmla="*/ 2147483647 h 813"/>
                  <a:gd name="T76" fmla="*/ 2147483647 w 279"/>
                  <a:gd name="T77" fmla="*/ 2147483647 h 813"/>
                  <a:gd name="T78" fmla="*/ 2147483647 w 279"/>
                  <a:gd name="T79" fmla="*/ 2147483647 h 813"/>
                  <a:gd name="T80" fmla="*/ 2147483647 w 279"/>
                  <a:gd name="T81" fmla="*/ 2147483647 h 813"/>
                  <a:gd name="T82" fmla="*/ 2147483647 w 279"/>
                  <a:gd name="T83" fmla="*/ 2147483647 h 813"/>
                  <a:gd name="T84" fmla="*/ 2147483647 w 279"/>
                  <a:gd name="T85" fmla="*/ 2147483647 h 813"/>
                  <a:gd name="T86" fmla="*/ 2147483647 w 279"/>
                  <a:gd name="T87" fmla="*/ 2147483647 h 813"/>
                  <a:gd name="T88" fmla="*/ 2147483647 w 279"/>
                  <a:gd name="T89" fmla="*/ 2147483647 h 813"/>
                  <a:gd name="T90" fmla="*/ 2147483647 w 279"/>
                  <a:gd name="T91" fmla="*/ 2147483647 h 813"/>
                  <a:gd name="T92" fmla="*/ 2147483647 w 279"/>
                  <a:gd name="T93" fmla="*/ 2147483647 h 813"/>
                  <a:gd name="T94" fmla="*/ 2147483647 w 279"/>
                  <a:gd name="T95" fmla="*/ 2147483647 h 813"/>
                  <a:gd name="T96" fmla="*/ 2147483647 w 279"/>
                  <a:gd name="T97" fmla="*/ 2147483647 h 813"/>
                  <a:gd name="T98" fmla="*/ 2147483647 w 279"/>
                  <a:gd name="T99" fmla="*/ 2147483647 h 813"/>
                  <a:gd name="T100" fmla="*/ 2147483647 w 279"/>
                  <a:gd name="T101" fmla="*/ 2147483647 h 813"/>
                  <a:gd name="T102" fmla="*/ 2147483647 w 279"/>
                  <a:gd name="T103" fmla="*/ 2147483647 h 813"/>
                  <a:gd name="T104" fmla="*/ 2147483647 w 279"/>
                  <a:gd name="T105" fmla="*/ 2147483647 h 813"/>
                  <a:gd name="T106" fmla="*/ 2147483647 w 279"/>
                  <a:gd name="T107" fmla="*/ 2147483647 h 813"/>
                  <a:gd name="T108" fmla="*/ 2147483647 w 279"/>
                  <a:gd name="T109" fmla="*/ 2147483647 h 813"/>
                  <a:gd name="T110" fmla="*/ 2147483647 w 279"/>
                  <a:gd name="T111" fmla="*/ 2147483647 h 813"/>
                  <a:gd name="T112" fmla="*/ 2147483647 w 279"/>
                  <a:gd name="T113" fmla="*/ 2147483647 h 813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79"/>
                  <a:gd name="T172" fmla="*/ 0 h 813"/>
                  <a:gd name="T173" fmla="*/ 279 w 279"/>
                  <a:gd name="T174" fmla="*/ 813 h 813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79" h="813">
                    <a:moveTo>
                      <a:pt x="223" y="17"/>
                    </a:moveTo>
                    <a:lnTo>
                      <a:pt x="208" y="13"/>
                    </a:lnTo>
                    <a:lnTo>
                      <a:pt x="192" y="10"/>
                    </a:lnTo>
                    <a:lnTo>
                      <a:pt x="178" y="7"/>
                    </a:lnTo>
                    <a:lnTo>
                      <a:pt x="164" y="5"/>
                    </a:lnTo>
                    <a:lnTo>
                      <a:pt x="150" y="3"/>
                    </a:lnTo>
                    <a:lnTo>
                      <a:pt x="136" y="1"/>
                    </a:lnTo>
                    <a:lnTo>
                      <a:pt x="123" y="1"/>
                    </a:lnTo>
                    <a:lnTo>
                      <a:pt x="108" y="0"/>
                    </a:lnTo>
                    <a:lnTo>
                      <a:pt x="95" y="1"/>
                    </a:lnTo>
                    <a:lnTo>
                      <a:pt x="82" y="3"/>
                    </a:lnTo>
                    <a:lnTo>
                      <a:pt x="69" y="5"/>
                    </a:lnTo>
                    <a:lnTo>
                      <a:pt x="55" y="8"/>
                    </a:lnTo>
                    <a:lnTo>
                      <a:pt x="41" y="12"/>
                    </a:lnTo>
                    <a:lnTo>
                      <a:pt x="27" y="16"/>
                    </a:lnTo>
                    <a:lnTo>
                      <a:pt x="14" y="22"/>
                    </a:lnTo>
                    <a:lnTo>
                      <a:pt x="0" y="29"/>
                    </a:lnTo>
                    <a:lnTo>
                      <a:pt x="13" y="130"/>
                    </a:lnTo>
                    <a:lnTo>
                      <a:pt x="23" y="228"/>
                    </a:lnTo>
                    <a:lnTo>
                      <a:pt x="32" y="325"/>
                    </a:lnTo>
                    <a:lnTo>
                      <a:pt x="39" y="421"/>
                    </a:lnTo>
                    <a:lnTo>
                      <a:pt x="44" y="517"/>
                    </a:lnTo>
                    <a:lnTo>
                      <a:pt x="46" y="614"/>
                    </a:lnTo>
                    <a:lnTo>
                      <a:pt x="46" y="713"/>
                    </a:lnTo>
                    <a:lnTo>
                      <a:pt x="43" y="813"/>
                    </a:lnTo>
                    <a:lnTo>
                      <a:pt x="50" y="811"/>
                    </a:lnTo>
                    <a:lnTo>
                      <a:pt x="58" y="810"/>
                    </a:lnTo>
                    <a:lnTo>
                      <a:pt x="65" y="808"/>
                    </a:lnTo>
                    <a:lnTo>
                      <a:pt x="73" y="807"/>
                    </a:lnTo>
                    <a:lnTo>
                      <a:pt x="80" y="805"/>
                    </a:lnTo>
                    <a:lnTo>
                      <a:pt x="87" y="804"/>
                    </a:lnTo>
                    <a:lnTo>
                      <a:pt x="95" y="802"/>
                    </a:lnTo>
                    <a:lnTo>
                      <a:pt x="102" y="801"/>
                    </a:lnTo>
                    <a:lnTo>
                      <a:pt x="114" y="798"/>
                    </a:lnTo>
                    <a:lnTo>
                      <a:pt x="128" y="795"/>
                    </a:lnTo>
                    <a:lnTo>
                      <a:pt x="140" y="792"/>
                    </a:lnTo>
                    <a:lnTo>
                      <a:pt x="153" y="789"/>
                    </a:lnTo>
                    <a:lnTo>
                      <a:pt x="166" y="787"/>
                    </a:lnTo>
                    <a:lnTo>
                      <a:pt x="178" y="784"/>
                    </a:lnTo>
                    <a:lnTo>
                      <a:pt x="191" y="781"/>
                    </a:lnTo>
                    <a:lnTo>
                      <a:pt x="204" y="778"/>
                    </a:lnTo>
                    <a:lnTo>
                      <a:pt x="213" y="776"/>
                    </a:lnTo>
                    <a:lnTo>
                      <a:pt x="222" y="774"/>
                    </a:lnTo>
                    <a:lnTo>
                      <a:pt x="231" y="772"/>
                    </a:lnTo>
                    <a:lnTo>
                      <a:pt x="240" y="769"/>
                    </a:lnTo>
                    <a:lnTo>
                      <a:pt x="249" y="767"/>
                    </a:lnTo>
                    <a:lnTo>
                      <a:pt x="258" y="765"/>
                    </a:lnTo>
                    <a:lnTo>
                      <a:pt x="268" y="763"/>
                    </a:lnTo>
                    <a:lnTo>
                      <a:pt x="278" y="761"/>
                    </a:lnTo>
                    <a:lnTo>
                      <a:pt x="279" y="629"/>
                    </a:lnTo>
                    <a:lnTo>
                      <a:pt x="279" y="518"/>
                    </a:lnTo>
                    <a:lnTo>
                      <a:pt x="277" y="423"/>
                    </a:lnTo>
                    <a:lnTo>
                      <a:pt x="271" y="339"/>
                    </a:lnTo>
                    <a:lnTo>
                      <a:pt x="264" y="262"/>
                    </a:lnTo>
                    <a:lnTo>
                      <a:pt x="253" y="185"/>
                    </a:lnTo>
                    <a:lnTo>
                      <a:pt x="240" y="105"/>
                    </a:lnTo>
                    <a:lnTo>
                      <a:pt x="223" y="17"/>
                    </a:lnTo>
                    <a:close/>
                  </a:path>
                </a:pathLst>
              </a:custGeom>
              <a:solidFill>
                <a:srgbClr val="B5998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" name="Freeform 34"/>
              <p:cNvSpPr>
                <a:spLocks/>
              </p:cNvSpPr>
              <p:nvPr/>
            </p:nvSpPr>
            <p:spPr bwMode="auto">
              <a:xfrm>
                <a:off x="1685925" y="1566863"/>
                <a:ext cx="85725" cy="244475"/>
              </a:xfrm>
              <a:custGeom>
                <a:avLst/>
                <a:gdLst>
                  <a:gd name="T0" fmla="*/ 2147483647 w 268"/>
                  <a:gd name="T1" fmla="*/ 2147483647 h 768"/>
                  <a:gd name="T2" fmla="*/ 2147483647 w 268"/>
                  <a:gd name="T3" fmla="*/ 2147483647 h 768"/>
                  <a:gd name="T4" fmla="*/ 2147483647 w 268"/>
                  <a:gd name="T5" fmla="*/ 2147483647 h 768"/>
                  <a:gd name="T6" fmla="*/ 2147483647 w 268"/>
                  <a:gd name="T7" fmla="*/ 2147483647 h 768"/>
                  <a:gd name="T8" fmla="*/ 2147483647 w 268"/>
                  <a:gd name="T9" fmla="*/ 2147483647 h 768"/>
                  <a:gd name="T10" fmla="*/ 2147483647 w 268"/>
                  <a:gd name="T11" fmla="*/ 2147483647 h 768"/>
                  <a:gd name="T12" fmla="*/ 2147483647 w 268"/>
                  <a:gd name="T13" fmla="*/ 2147483647 h 768"/>
                  <a:gd name="T14" fmla="*/ 2147483647 w 268"/>
                  <a:gd name="T15" fmla="*/ 2147483647 h 768"/>
                  <a:gd name="T16" fmla="*/ 2147483647 w 268"/>
                  <a:gd name="T17" fmla="*/ 0 h 768"/>
                  <a:gd name="T18" fmla="*/ 2147483647 w 268"/>
                  <a:gd name="T19" fmla="*/ 2147483647 h 768"/>
                  <a:gd name="T20" fmla="*/ 2147483647 w 268"/>
                  <a:gd name="T21" fmla="*/ 2147483647 h 768"/>
                  <a:gd name="T22" fmla="*/ 2147483647 w 268"/>
                  <a:gd name="T23" fmla="*/ 2147483647 h 768"/>
                  <a:gd name="T24" fmla="*/ 2147483647 w 268"/>
                  <a:gd name="T25" fmla="*/ 2147483647 h 768"/>
                  <a:gd name="T26" fmla="*/ 2147483647 w 268"/>
                  <a:gd name="T27" fmla="*/ 2147483647 h 768"/>
                  <a:gd name="T28" fmla="*/ 2147483647 w 268"/>
                  <a:gd name="T29" fmla="*/ 2147483647 h 768"/>
                  <a:gd name="T30" fmla="*/ 2147483647 w 268"/>
                  <a:gd name="T31" fmla="*/ 2147483647 h 768"/>
                  <a:gd name="T32" fmla="*/ 0 w 268"/>
                  <a:gd name="T33" fmla="*/ 2147483647 h 768"/>
                  <a:gd name="T34" fmla="*/ 2147483647 w 268"/>
                  <a:gd name="T35" fmla="*/ 2147483647 h 768"/>
                  <a:gd name="T36" fmla="*/ 2147483647 w 268"/>
                  <a:gd name="T37" fmla="*/ 2147483647 h 768"/>
                  <a:gd name="T38" fmla="*/ 2147483647 w 268"/>
                  <a:gd name="T39" fmla="*/ 2147483647 h 768"/>
                  <a:gd name="T40" fmla="*/ 2147483647 w 268"/>
                  <a:gd name="T41" fmla="*/ 2147483647 h 768"/>
                  <a:gd name="T42" fmla="*/ 2147483647 w 268"/>
                  <a:gd name="T43" fmla="*/ 2147483647 h 768"/>
                  <a:gd name="T44" fmla="*/ 2147483647 w 268"/>
                  <a:gd name="T45" fmla="*/ 2147483647 h 768"/>
                  <a:gd name="T46" fmla="*/ 2147483647 w 268"/>
                  <a:gd name="T47" fmla="*/ 2147483647 h 768"/>
                  <a:gd name="T48" fmla="*/ 2147483647 w 268"/>
                  <a:gd name="T49" fmla="*/ 2147483647 h 768"/>
                  <a:gd name="T50" fmla="*/ 2147483647 w 268"/>
                  <a:gd name="T51" fmla="*/ 2147483647 h 768"/>
                  <a:gd name="T52" fmla="*/ 2147483647 w 268"/>
                  <a:gd name="T53" fmla="*/ 2147483647 h 768"/>
                  <a:gd name="T54" fmla="*/ 2147483647 w 268"/>
                  <a:gd name="T55" fmla="*/ 2147483647 h 768"/>
                  <a:gd name="T56" fmla="*/ 2147483647 w 268"/>
                  <a:gd name="T57" fmla="*/ 2147483647 h 768"/>
                  <a:gd name="T58" fmla="*/ 2147483647 w 268"/>
                  <a:gd name="T59" fmla="*/ 2147483647 h 768"/>
                  <a:gd name="T60" fmla="*/ 2147483647 w 268"/>
                  <a:gd name="T61" fmla="*/ 2147483647 h 768"/>
                  <a:gd name="T62" fmla="*/ 2147483647 w 268"/>
                  <a:gd name="T63" fmla="*/ 2147483647 h 768"/>
                  <a:gd name="T64" fmla="*/ 2147483647 w 268"/>
                  <a:gd name="T65" fmla="*/ 2147483647 h 768"/>
                  <a:gd name="T66" fmla="*/ 2147483647 w 268"/>
                  <a:gd name="T67" fmla="*/ 2147483647 h 768"/>
                  <a:gd name="T68" fmla="*/ 2147483647 w 268"/>
                  <a:gd name="T69" fmla="*/ 2147483647 h 768"/>
                  <a:gd name="T70" fmla="*/ 2147483647 w 268"/>
                  <a:gd name="T71" fmla="*/ 2147483647 h 768"/>
                  <a:gd name="T72" fmla="*/ 2147483647 w 268"/>
                  <a:gd name="T73" fmla="*/ 2147483647 h 768"/>
                  <a:gd name="T74" fmla="*/ 2147483647 w 268"/>
                  <a:gd name="T75" fmla="*/ 2147483647 h 768"/>
                  <a:gd name="T76" fmla="*/ 2147483647 w 268"/>
                  <a:gd name="T77" fmla="*/ 2147483647 h 768"/>
                  <a:gd name="T78" fmla="*/ 2147483647 w 268"/>
                  <a:gd name="T79" fmla="*/ 2147483647 h 768"/>
                  <a:gd name="T80" fmla="*/ 2147483647 w 268"/>
                  <a:gd name="T81" fmla="*/ 2147483647 h 768"/>
                  <a:gd name="T82" fmla="*/ 2147483647 w 268"/>
                  <a:gd name="T83" fmla="*/ 2147483647 h 768"/>
                  <a:gd name="T84" fmla="*/ 2147483647 w 268"/>
                  <a:gd name="T85" fmla="*/ 2147483647 h 768"/>
                  <a:gd name="T86" fmla="*/ 2147483647 w 268"/>
                  <a:gd name="T87" fmla="*/ 2147483647 h 768"/>
                  <a:gd name="T88" fmla="*/ 2147483647 w 268"/>
                  <a:gd name="T89" fmla="*/ 2147483647 h 768"/>
                  <a:gd name="T90" fmla="*/ 2147483647 w 268"/>
                  <a:gd name="T91" fmla="*/ 2147483647 h 768"/>
                  <a:gd name="T92" fmla="*/ 2147483647 w 268"/>
                  <a:gd name="T93" fmla="*/ 2147483647 h 768"/>
                  <a:gd name="T94" fmla="*/ 2147483647 w 268"/>
                  <a:gd name="T95" fmla="*/ 2147483647 h 768"/>
                  <a:gd name="T96" fmla="*/ 2147483647 w 268"/>
                  <a:gd name="T97" fmla="*/ 2147483647 h 768"/>
                  <a:gd name="T98" fmla="*/ 2147483647 w 268"/>
                  <a:gd name="T99" fmla="*/ 2147483647 h 768"/>
                  <a:gd name="T100" fmla="*/ 2147483647 w 268"/>
                  <a:gd name="T101" fmla="*/ 2147483647 h 768"/>
                  <a:gd name="T102" fmla="*/ 2147483647 w 268"/>
                  <a:gd name="T103" fmla="*/ 2147483647 h 768"/>
                  <a:gd name="T104" fmla="*/ 2147483647 w 268"/>
                  <a:gd name="T105" fmla="*/ 2147483647 h 768"/>
                  <a:gd name="T106" fmla="*/ 2147483647 w 268"/>
                  <a:gd name="T107" fmla="*/ 2147483647 h 768"/>
                  <a:gd name="T108" fmla="*/ 2147483647 w 268"/>
                  <a:gd name="T109" fmla="*/ 2147483647 h 768"/>
                  <a:gd name="T110" fmla="*/ 2147483647 w 268"/>
                  <a:gd name="T111" fmla="*/ 2147483647 h 768"/>
                  <a:gd name="T112" fmla="*/ 2147483647 w 268"/>
                  <a:gd name="T113" fmla="*/ 2147483647 h 76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68"/>
                  <a:gd name="T172" fmla="*/ 0 h 768"/>
                  <a:gd name="T173" fmla="*/ 268 w 268"/>
                  <a:gd name="T174" fmla="*/ 768 h 76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68" h="768">
                    <a:moveTo>
                      <a:pt x="213" y="17"/>
                    </a:moveTo>
                    <a:lnTo>
                      <a:pt x="199" y="14"/>
                    </a:lnTo>
                    <a:lnTo>
                      <a:pt x="184" y="10"/>
                    </a:lnTo>
                    <a:lnTo>
                      <a:pt x="170" y="8"/>
                    </a:lnTo>
                    <a:lnTo>
                      <a:pt x="157" y="5"/>
                    </a:lnTo>
                    <a:lnTo>
                      <a:pt x="143" y="3"/>
                    </a:lnTo>
                    <a:lnTo>
                      <a:pt x="130" y="2"/>
                    </a:lnTo>
                    <a:lnTo>
                      <a:pt x="118" y="1"/>
                    </a:lnTo>
                    <a:lnTo>
                      <a:pt x="104" y="0"/>
                    </a:lnTo>
                    <a:lnTo>
                      <a:pt x="91" y="1"/>
                    </a:lnTo>
                    <a:lnTo>
                      <a:pt x="78" y="2"/>
                    </a:lnTo>
                    <a:lnTo>
                      <a:pt x="66" y="4"/>
                    </a:lnTo>
                    <a:lnTo>
                      <a:pt x="53" y="6"/>
                    </a:lnTo>
                    <a:lnTo>
                      <a:pt x="40" y="10"/>
                    </a:lnTo>
                    <a:lnTo>
                      <a:pt x="26" y="14"/>
                    </a:lnTo>
                    <a:lnTo>
                      <a:pt x="13" y="20"/>
                    </a:lnTo>
                    <a:lnTo>
                      <a:pt x="0" y="26"/>
                    </a:lnTo>
                    <a:lnTo>
                      <a:pt x="12" y="121"/>
                    </a:lnTo>
                    <a:lnTo>
                      <a:pt x="22" y="213"/>
                    </a:lnTo>
                    <a:lnTo>
                      <a:pt x="30" y="305"/>
                    </a:lnTo>
                    <a:lnTo>
                      <a:pt x="37" y="396"/>
                    </a:lnTo>
                    <a:lnTo>
                      <a:pt x="41" y="487"/>
                    </a:lnTo>
                    <a:lnTo>
                      <a:pt x="43" y="579"/>
                    </a:lnTo>
                    <a:lnTo>
                      <a:pt x="43" y="672"/>
                    </a:lnTo>
                    <a:lnTo>
                      <a:pt x="40" y="768"/>
                    </a:lnTo>
                    <a:lnTo>
                      <a:pt x="47" y="767"/>
                    </a:lnTo>
                    <a:lnTo>
                      <a:pt x="54" y="765"/>
                    </a:lnTo>
                    <a:lnTo>
                      <a:pt x="61" y="764"/>
                    </a:lnTo>
                    <a:lnTo>
                      <a:pt x="69" y="762"/>
                    </a:lnTo>
                    <a:lnTo>
                      <a:pt x="76" y="761"/>
                    </a:lnTo>
                    <a:lnTo>
                      <a:pt x="83" y="760"/>
                    </a:lnTo>
                    <a:lnTo>
                      <a:pt x="90" y="758"/>
                    </a:lnTo>
                    <a:lnTo>
                      <a:pt x="97" y="757"/>
                    </a:lnTo>
                    <a:lnTo>
                      <a:pt x="109" y="754"/>
                    </a:lnTo>
                    <a:lnTo>
                      <a:pt x="122" y="752"/>
                    </a:lnTo>
                    <a:lnTo>
                      <a:pt x="134" y="749"/>
                    </a:lnTo>
                    <a:lnTo>
                      <a:pt x="146" y="746"/>
                    </a:lnTo>
                    <a:lnTo>
                      <a:pt x="157" y="742"/>
                    </a:lnTo>
                    <a:lnTo>
                      <a:pt x="169" y="739"/>
                    </a:lnTo>
                    <a:lnTo>
                      <a:pt x="181" y="737"/>
                    </a:lnTo>
                    <a:lnTo>
                      <a:pt x="194" y="734"/>
                    </a:lnTo>
                    <a:lnTo>
                      <a:pt x="203" y="732"/>
                    </a:lnTo>
                    <a:lnTo>
                      <a:pt x="212" y="730"/>
                    </a:lnTo>
                    <a:lnTo>
                      <a:pt x="221" y="728"/>
                    </a:lnTo>
                    <a:lnTo>
                      <a:pt x="230" y="726"/>
                    </a:lnTo>
                    <a:lnTo>
                      <a:pt x="239" y="725"/>
                    </a:lnTo>
                    <a:lnTo>
                      <a:pt x="248" y="723"/>
                    </a:lnTo>
                    <a:lnTo>
                      <a:pt x="257" y="721"/>
                    </a:lnTo>
                    <a:lnTo>
                      <a:pt x="267" y="719"/>
                    </a:lnTo>
                    <a:lnTo>
                      <a:pt x="268" y="594"/>
                    </a:lnTo>
                    <a:lnTo>
                      <a:pt x="267" y="489"/>
                    </a:lnTo>
                    <a:lnTo>
                      <a:pt x="264" y="399"/>
                    </a:lnTo>
                    <a:lnTo>
                      <a:pt x="259" y="320"/>
                    </a:lnTo>
                    <a:lnTo>
                      <a:pt x="252" y="246"/>
                    </a:lnTo>
                    <a:lnTo>
                      <a:pt x="242" y="174"/>
                    </a:lnTo>
                    <a:lnTo>
                      <a:pt x="229" y="99"/>
                    </a:lnTo>
                    <a:lnTo>
                      <a:pt x="213" y="17"/>
                    </a:lnTo>
                    <a:close/>
                  </a:path>
                </a:pathLst>
              </a:custGeom>
              <a:solidFill>
                <a:srgbClr val="BCA58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" name="Freeform 35"/>
              <p:cNvSpPr>
                <a:spLocks/>
              </p:cNvSpPr>
              <p:nvPr/>
            </p:nvSpPr>
            <p:spPr bwMode="auto">
              <a:xfrm>
                <a:off x="1690688" y="1568451"/>
                <a:ext cx="80962" cy="228600"/>
              </a:xfrm>
              <a:custGeom>
                <a:avLst/>
                <a:gdLst>
                  <a:gd name="T0" fmla="*/ 2147483647 w 255"/>
                  <a:gd name="T1" fmla="*/ 2147483647 h 721"/>
                  <a:gd name="T2" fmla="*/ 2147483647 w 255"/>
                  <a:gd name="T3" fmla="*/ 2147483647 h 721"/>
                  <a:gd name="T4" fmla="*/ 2147483647 w 255"/>
                  <a:gd name="T5" fmla="*/ 2147483647 h 721"/>
                  <a:gd name="T6" fmla="*/ 2147483647 w 255"/>
                  <a:gd name="T7" fmla="*/ 2147483647 h 721"/>
                  <a:gd name="T8" fmla="*/ 2147483647 w 255"/>
                  <a:gd name="T9" fmla="*/ 2147483647 h 721"/>
                  <a:gd name="T10" fmla="*/ 2147483647 w 255"/>
                  <a:gd name="T11" fmla="*/ 2147483647 h 721"/>
                  <a:gd name="T12" fmla="*/ 2147483647 w 255"/>
                  <a:gd name="T13" fmla="*/ 2147483647 h 721"/>
                  <a:gd name="T14" fmla="*/ 2147483647 w 255"/>
                  <a:gd name="T15" fmla="*/ 0 h 721"/>
                  <a:gd name="T16" fmla="*/ 2147483647 w 255"/>
                  <a:gd name="T17" fmla="*/ 0 h 721"/>
                  <a:gd name="T18" fmla="*/ 2147483647 w 255"/>
                  <a:gd name="T19" fmla="*/ 0 h 721"/>
                  <a:gd name="T20" fmla="*/ 2147483647 w 255"/>
                  <a:gd name="T21" fmla="*/ 2147483647 h 721"/>
                  <a:gd name="T22" fmla="*/ 2147483647 w 255"/>
                  <a:gd name="T23" fmla="*/ 2147483647 h 721"/>
                  <a:gd name="T24" fmla="*/ 2147483647 w 255"/>
                  <a:gd name="T25" fmla="*/ 2147483647 h 721"/>
                  <a:gd name="T26" fmla="*/ 2147483647 w 255"/>
                  <a:gd name="T27" fmla="*/ 2147483647 h 721"/>
                  <a:gd name="T28" fmla="*/ 2147483647 w 255"/>
                  <a:gd name="T29" fmla="*/ 2147483647 h 721"/>
                  <a:gd name="T30" fmla="*/ 2147483647 w 255"/>
                  <a:gd name="T31" fmla="*/ 2147483647 h 721"/>
                  <a:gd name="T32" fmla="*/ 0 w 255"/>
                  <a:gd name="T33" fmla="*/ 2147483647 h 721"/>
                  <a:gd name="T34" fmla="*/ 2147483647 w 255"/>
                  <a:gd name="T35" fmla="*/ 2147483647 h 721"/>
                  <a:gd name="T36" fmla="*/ 2147483647 w 255"/>
                  <a:gd name="T37" fmla="*/ 2147483647 h 721"/>
                  <a:gd name="T38" fmla="*/ 2147483647 w 255"/>
                  <a:gd name="T39" fmla="*/ 2147483647 h 721"/>
                  <a:gd name="T40" fmla="*/ 2147483647 w 255"/>
                  <a:gd name="T41" fmla="*/ 2147483647 h 721"/>
                  <a:gd name="T42" fmla="*/ 2147483647 w 255"/>
                  <a:gd name="T43" fmla="*/ 2147483647 h 721"/>
                  <a:gd name="T44" fmla="*/ 2147483647 w 255"/>
                  <a:gd name="T45" fmla="*/ 2147483647 h 721"/>
                  <a:gd name="T46" fmla="*/ 2147483647 w 255"/>
                  <a:gd name="T47" fmla="*/ 2147483647 h 721"/>
                  <a:gd name="T48" fmla="*/ 2147483647 w 255"/>
                  <a:gd name="T49" fmla="*/ 2147483647 h 721"/>
                  <a:gd name="T50" fmla="*/ 2147483647 w 255"/>
                  <a:gd name="T51" fmla="*/ 2147483647 h 721"/>
                  <a:gd name="T52" fmla="*/ 2147483647 w 255"/>
                  <a:gd name="T53" fmla="*/ 2147483647 h 721"/>
                  <a:gd name="T54" fmla="*/ 2147483647 w 255"/>
                  <a:gd name="T55" fmla="*/ 2147483647 h 721"/>
                  <a:gd name="T56" fmla="*/ 2147483647 w 255"/>
                  <a:gd name="T57" fmla="*/ 2147483647 h 721"/>
                  <a:gd name="T58" fmla="*/ 2147483647 w 255"/>
                  <a:gd name="T59" fmla="*/ 2147483647 h 721"/>
                  <a:gd name="T60" fmla="*/ 2147483647 w 255"/>
                  <a:gd name="T61" fmla="*/ 2147483647 h 721"/>
                  <a:gd name="T62" fmla="*/ 2147483647 w 255"/>
                  <a:gd name="T63" fmla="*/ 2147483647 h 721"/>
                  <a:gd name="T64" fmla="*/ 2147483647 w 255"/>
                  <a:gd name="T65" fmla="*/ 2147483647 h 721"/>
                  <a:gd name="T66" fmla="*/ 2147483647 w 255"/>
                  <a:gd name="T67" fmla="*/ 2147483647 h 721"/>
                  <a:gd name="T68" fmla="*/ 2147483647 w 255"/>
                  <a:gd name="T69" fmla="*/ 2147483647 h 721"/>
                  <a:gd name="T70" fmla="*/ 2147483647 w 255"/>
                  <a:gd name="T71" fmla="*/ 2147483647 h 721"/>
                  <a:gd name="T72" fmla="*/ 2147483647 w 255"/>
                  <a:gd name="T73" fmla="*/ 2147483647 h 721"/>
                  <a:gd name="T74" fmla="*/ 2147483647 w 255"/>
                  <a:gd name="T75" fmla="*/ 2147483647 h 721"/>
                  <a:gd name="T76" fmla="*/ 2147483647 w 255"/>
                  <a:gd name="T77" fmla="*/ 2147483647 h 721"/>
                  <a:gd name="T78" fmla="*/ 2147483647 w 255"/>
                  <a:gd name="T79" fmla="*/ 2147483647 h 721"/>
                  <a:gd name="T80" fmla="*/ 2147483647 w 255"/>
                  <a:gd name="T81" fmla="*/ 2147483647 h 721"/>
                  <a:gd name="T82" fmla="*/ 2147483647 w 255"/>
                  <a:gd name="T83" fmla="*/ 2147483647 h 721"/>
                  <a:gd name="T84" fmla="*/ 2147483647 w 255"/>
                  <a:gd name="T85" fmla="*/ 2147483647 h 721"/>
                  <a:gd name="T86" fmla="*/ 2147483647 w 255"/>
                  <a:gd name="T87" fmla="*/ 2147483647 h 721"/>
                  <a:gd name="T88" fmla="*/ 2147483647 w 255"/>
                  <a:gd name="T89" fmla="*/ 2147483647 h 721"/>
                  <a:gd name="T90" fmla="*/ 2147483647 w 255"/>
                  <a:gd name="T91" fmla="*/ 2147483647 h 721"/>
                  <a:gd name="T92" fmla="*/ 2147483647 w 255"/>
                  <a:gd name="T93" fmla="*/ 2147483647 h 721"/>
                  <a:gd name="T94" fmla="*/ 2147483647 w 255"/>
                  <a:gd name="T95" fmla="*/ 2147483647 h 721"/>
                  <a:gd name="T96" fmla="*/ 2147483647 w 255"/>
                  <a:gd name="T97" fmla="*/ 2147483647 h 721"/>
                  <a:gd name="T98" fmla="*/ 2147483647 w 255"/>
                  <a:gd name="T99" fmla="*/ 2147483647 h 721"/>
                  <a:gd name="T100" fmla="*/ 2147483647 w 255"/>
                  <a:gd name="T101" fmla="*/ 2147483647 h 721"/>
                  <a:gd name="T102" fmla="*/ 2147483647 w 255"/>
                  <a:gd name="T103" fmla="*/ 2147483647 h 721"/>
                  <a:gd name="T104" fmla="*/ 2147483647 w 255"/>
                  <a:gd name="T105" fmla="*/ 2147483647 h 721"/>
                  <a:gd name="T106" fmla="*/ 2147483647 w 255"/>
                  <a:gd name="T107" fmla="*/ 2147483647 h 721"/>
                  <a:gd name="T108" fmla="*/ 2147483647 w 255"/>
                  <a:gd name="T109" fmla="*/ 2147483647 h 721"/>
                  <a:gd name="T110" fmla="*/ 2147483647 w 255"/>
                  <a:gd name="T111" fmla="*/ 2147483647 h 721"/>
                  <a:gd name="T112" fmla="*/ 2147483647 w 255"/>
                  <a:gd name="T113" fmla="*/ 2147483647 h 721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55"/>
                  <a:gd name="T172" fmla="*/ 0 h 721"/>
                  <a:gd name="T173" fmla="*/ 255 w 255"/>
                  <a:gd name="T174" fmla="*/ 721 h 721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55" h="721">
                    <a:moveTo>
                      <a:pt x="201" y="16"/>
                    </a:moveTo>
                    <a:lnTo>
                      <a:pt x="188" y="13"/>
                    </a:lnTo>
                    <a:lnTo>
                      <a:pt x="174" y="10"/>
                    </a:lnTo>
                    <a:lnTo>
                      <a:pt x="161" y="7"/>
                    </a:lnTo>
                    <a:lnTo>
                      <a:pt x="148" y="5"/>
                    </a:lnTo>
                    <a:lnTo>
                      <a:pt x="135" y="3"/>
                    </a:lnTo>
                    <a:lnTo>
                      <a:pt x="123" y="1"/>
                    </a:lnTo>
                    <a:lnTo>
                      <a:pt x="111" y="0"/>
                    </a:lnTo>
                    <a:lnTo>
                      <a:pt x="98" y="0"/>
                    </a:lnTo>
                    <a:lnTo>
                      <a:pt x="86" y="0"/>
                    </a:lnTo>
                    <a:lnTo>
                      <a:pt x="74" y="1"/>
                    </a:lnTo>
                    <a:lnTo>
                      <a:pt x="62" y="2"/>
                    </a:lnTo>
                    <a:lnTo>
                      <a:pt x="50" y="5"/>
                    </a:lnTo>
                    <a:lnTo>
                      <a:pt x="38" y="8"/>
                    </a:lnTo>
                    <a:lnTo>
                      <a:pt x="26" y="12"/>
                    </a:lnTo>
                    <a:lnTo>
                      <a:pt x="12" y="17"/>
                    </a:lnTo>
                    <a:lnTo>
                      <a:pt x="0" y="23"/>
                    </a:lnTo>
                    <a:lnTo>
                      <a:pt x="11" y="113"/>
                    </a:lnTo>
                    <a:lnTo>
                      <a:pt x="20" y="200"/>
                    </a:lnTo>
                    <a:lnTo>
                      <a:pt x="29" y="286"/>
                    </a:lnTo>
                    <a:lnTo>
                      <a:pt x="34" y="371"/>
                    </a:lnTo>
                    <a:lnTo>
                      <a:pt x="38" y="457"/>
                    </a:lnTo>
                    <a:lnTo>
                      <a:pt x="39" y="544"/>
                    </a:lnTo>
                    <a:lnTo>
                      <a:pt x="38" y="632"/>
                    </a:lnTo>
                    <a:lnTo>
                      <a:pt x="35" y="721"/>
                    </a:lnTo>
                    <a:lnTo>
                      <a:pt x="42" y="720"/>
                    </a:lnTo>
                    <a:lnTo>
                      <a:pt x="49" y="718"/>
                    </a:lnTo>
                    <a:lnTo>
                      <a:pt x="56" y="717"/>
                    </a:lnTo>
                    <a:lnTo>
                      <a:pt x="64" y="716"/>
                    </a:lnTo>
                    <a:lnTo>
                      <a:pt x="71" y="714"/>
                    </a:lnTo>
                    <a:lnTo>
                      <a:pt x="78" y="713"/>
                    </a:lnTo>
                    <a:lnTo>
                      <a:pt x="85" y="712"/>
                    </a:lnTo>
                    <a:lnTo>
                      <a:pt x="92" y="711"/>
                    </a:lnTo>
                    <a:lnTo>
                      <a:pt x="104" y="708"/>
                    </a:lnTo>
                    <a:lnTo>
                      <a:pt x="115" y="706"/>
                    </a:lnTo>
                    <a:lnTo>
                      <a:pt x="126" y="703"/>
                    </a:lnTo>
                    <a:lnTo>
                      <a:pt x="137" y="700"/>
                    </a:lnTo>
                    <a:lnTo>
                      <a:pt x="148" y="698"/>
                    </a:lnTo>
                    <a:lnTo>
                      <a:pt x="160" y="695"/>
                    </a:lnTo>
                    <a:lnTo>
                      <a:pt x="171" y="693"/>
                    </a:lnTo>
                    <a:lnTo>
                      <a:pt x="183" y="690"/>
                    </a:lnTo>
                    <a:lnTo>
                      <a:pt x="192" y="688"/>
                    </a:lnTo>
                    <a:lnTo>
                      <a:pt x="201" y="687"/>
                    </a:lnTo>
                    <a:lnTo>
                      <a:pt x="210" y="685"/>
                    </a:lnTo>
                    <a:lnTo>
                      <a:pt x="219" y="683"/>
                    </a:lnTo>
                    <a:lnTo>
                      <a:pt x="227" y="682"/>
                    </a:lnTo>
                    <a:lnTo>
                      <a:pt x="236" y="680"/>
                    </a:lnTo>
                    <a:lnTo>
                      <a:pt x="245" y="678"/>
                    </a:lnTo>
                    <a:lnTo>
                      <a:pt x="255" y="676"/>
                    </a:lnTo>
                    <a:lnTo>
                      <a:pt x="255" y="558"/>
                    </a:lnTo>
                    <a:lnTo>
                      <a:pt x="253" y="458"/>
                    </a:lnTo>
                    <a:lnTo>
                      <a:pt x="250" y="373"/>
                    </a:lnTo>
                    <a:lnTo>
                      <a:pt x="246" y="299"/>
                    </a:lnTo>
                    <a:lnTo>
                      <a:pt x="239" y="230"/>
                    </a:lnTo>
                    <a:lnTo>
                      <a:pt x="229" y="163"/>
                    </a:lnTo>
                    <a:lnTo>
                      <a:pt x="217" y="93"/>
                    </a:lnTo>
                    <a:lnTo>
                      <a:pt x="201" y="16"/>
                    </a:lnTo>
                    <a:close/>
                  </a:path>
                </a:pathLst>
              </a:custGeom>
              <a:solidFill>
                <a:srgbClr val="C4AD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" name="Freeform 36"/>
              <p:cNvSpPr>
                <a:spLocks/>
              </p:cNvSpPr>
              <p:nvPr/>
            </p:nvSpPr>
            <p:spPr bwMode="auto">
              <a:xfrm>
                <a:off x="1693863" y="1568451"/>
                <a:ext cx="77787" cy="214313"/>
              </a:xfrm>
              <a:custGeom>
                <a:avLst/>
                <a:gdLst>
                  <a:gd name="T0" fmla="*/ 2147483647 w 244"/>
                  <a:gd name="T1" fmla="*/ 2147483647 h 675"/>
                  <a:gd name="T2" fmla="*/ 2147483647 w 244"/>
                  <a:gd name="T3" fmla="*/ 2147483647 h 675"/>
                  <a:gd name="T4" fmla="*/ 2147483647 w 244"/>
                  <a:gd name="T5" fmla="*/ 2147483647 h 675"/>
                  <a:gd name="T6" fmla="*/ 2147483647 w 244"/>
                  <a:gd name="T7" fmla="*/ 2147483647 h 675"/>
                  <a:gd name="T8" fmla="*/ 2147483647 w 244"/>
                  <a:gd name="T9" fmla="*/ 2147483647 h 675"/>
                  <a:gd name="T10" fmla="*/ 2147483647 w 244"/>
                  <a:gd name="T11" fmla="*/ 2147483647 h 675"/>
                  <a:gd name="T12" fmla="*/ 2147483647 w 244"/>
                  <a:gd name="T13" fmla="*/ 2147483647 h 675"/>
                  <a:gd name="T14" fmla="*/ 2147483647 w 244"/>
                  <a:gd name="T15" fmla="*/ 0 h 675"/>
                  <a:gd name="T16" fmla="*/ 2147483647 w 244"/>
                  <a:gd name="T17" fmla="*/ 0 h 675"/>
                  <a:gd name="T18" fmla="*/ 2147483647 w 244"/>
                  <a:gd name="T19" fmla="*/ 0 h 675"/>
                  <a:gd name="T20" fmla="*/ 2147483647 w 244"/>
                  <a:gd name="T21" fmla="*/ 0 h 675"/>
                  <a:gd name="T22" fmla="*/ 2147483647 w 244"/>
                  <a:gd name="T23" fmla="*/ 2147483647 h 675"/>
                  <a:gd name="T24" fmla="*/ 2147483647 w 244"/>
                  <a:gd name="T25" fmla="*/ 2147483647 h 675"/>
                  <a:gd name="T26" fmla="*/ 2147483647 w 244"/>
                  <a:gd name="T27" fmla="*/ 2147483647 h 675"/>
                  <a:gd name="T28" fmla="*/ 2147483647 w 244"/>
                  <a:gd name="T29" fmla="*/ 2147483647 h 675"/>
                  <a:gd name="T30" fmla="*/ 2147483647 w 244"/>
                  <a:gd name="T31" fmla="*/ 2147483647 h 675"/>
                  <a:gd name="T32" fmla="*/ 0 w 244"/>
                  <a:gd name="T33" fmla="*/ 2147483647 h 675"/>
                  <a:gd name="T34" fmla="*/ 2147483647 w 244"/>
                  <a:gd name="T35" fmla="*/ 2147483647 h 675"/>
                  <a:gd name="T36" fmla="*/ 2147483647 w 244"/>
                  <a:gd name="T37" fmla="*/ 2147483647 h 675"/>
                  <a:gd name="T38" fmla="*/ 2147483647 w 244"/>
                  <a:gd name="T39" fmla="*/ 2147483647 h 675"/>
                  <a:gd name="T40" fmla="*/ 2147483647 w 244"/>
                  <a:gd name="T41" fmla="*/ 2147483647 h 675"/>
                  <a:gd name="T42" fmla="*/ 2147483647 w 244"/>
                  <a:gd name="T43" fmla="*/ 2147483647 h 675"/>
                  <a:gd name="T44" fmla="*/ 2147483647 w 244"/>
                  <a:gd name="T45" fmla="*/ 2147483647 h 675"/>
                  <a:gd name="T46" fmla="*/ 2147483647 w 244"/>
                  <a:gd name="T47" fmla="*/ 2147483647 h 675"/>
                  <a:gd name="T48" fmla="*/ 2147483647 w 244"/>
                  <a:gd name="T49" fmla="*/ 2147483647 h 675"/>
                  <a:gd name="T50" fmla="*/ 2147483647 w 244"/>
                  <a:gd name="T51" fmla="*/ 2147483647 h 675"/>
                  <a:gd name="T52" fmla="*/ 2147483647 w 244"/>
                  <a:gd name="T53" fmla="*/ 2147483647 h 675"/>
                  <a:gd name="T54" fmla="*/ 2147483647 w 244"/>
                  <a:gd name="T55" fmla="*/ 2147483647 h 675"/>
                  <a:gd name="T56" fmla="*/ 2147483647 w 244"/>
                  <a:gd name="T57" fmla="*/ 2147483647 h 675"/>
                  <a:gd name="T58" fmla="*/ 2147483647 w 244"/>
                  <a:gd name="T59" fmla="*/ 2147483647 h 675"/>
                  <a:gd name="T60" fmla="*/ 2147483647 w 244"/>
                  <a:gd name="T61" fmla="*/ 2147483647 h 675"/>
                  <a:gd name="T62" fmla="*/ 2147483647 w 244"/>
                  <a:gd name="T63" fmla="*/ 2147483647 h 675"/>
                  <a:gd name="T64" fmla="*/ 2147483647 w 244"/>
                  <a:gd name="T65" fmla="*/ 2147483647 h 675"/>
                  <a:gd name="T66" fmla="*/ 2147483647 w 244"/>
                  <a:gd name="T67" fmla="*/ 2147483647 h 675"/>
                  <a:gd name="T68" fmla="*/ 2147483647 w 244"/>
                  <a:gd name="T69" fmla="*/ 2147483647 h 675"/>
                  <a:gd name="T70" fmla="*/ 2147483647 w 244"/>
                  <a:gd name="T71" fmla="*/ 2147483647 h 675"/>
                  <a:gd name="T72" fmla="*/ 2147483647 w 244"/>
                  <a:gd name="T73" fmla="*/ 2147483647 h 675"/>
                  <a:gd name="T74" fmla="*/ 2147483647 w 244"/>
                  <a:gd name="T75" fmla="*/ 2147483647 h 675"/>
                  <a:gd name="T76" fmla="*/ 2147483647 w 244"/>
                  <a:gd name="T77" fmla="*/ 2147483647 h 675"/>
                  <a:gd name="T78" fmla="*/ 2147483647 w 244"/>
                  <a:gd name="T79" fmla="*/ 2147483647 h 675"/>
                  <a:gd name="T80" fmla="*/ 2147483647 w 244"/>
                  <a:gd name="T81" fmla="*/ 2147483647 h 675"/>
                  <a:gd name="T82" fmla="*/ 2147483647 w 244"/>
                  <a:gd name="T83" fmla="*/ 2147483647 h 675"/>
                  <a:gd name="T84" fmla="*/ 2147483647 w 244"/>
                  <a:gd name="T85" fmla="*/ 2147483647 h 675"/>
                  <a:gd name="T86" fmla="*/ 2147483647 w 244"/>
                  <a:gd name="T87" fmla="*/ 2147483647 h 675"/>
                  <a:gd name="T88" fmla="*/ 2147483647 w 244"/>
                  <a:gd name="T89" fmla="*/ 2147483647 h 675"/>
                  <a:gd name="T90" fmla="*/ 2147483647 w 244"/>
                  <a:gd name="T91" fmla="*/ 2147483647 h 675"/>
                  <a:gd name="T92" fmla="*/ 2147483647 w 244"/>
                  <a:gd name="T93" fmla="*/ 2147483647 h 675"/>
                  <a:gd name="T94" fmla="*/ 2147483647 w 244"/>
                  <a:gd name="T95" fmla="*/ 2147483647 h 675"/>
                  <a:gd name="T96" fmla="*/ 2147483647 w 244"/>
                  <a:gd name="T97" fmla="*/ 2147483647 h 675"/>
                  <a:gd name="T98" fmla="*/ 2147483647 w 244"/>
                  <a:gd name="T99" fmla="*/ 2147483647 h 675"/>
                  <a:gd name="T100" fmla="*/ 2147483647 w 244"/>
                  <a:gd name="T101" fmla="*/ 2147483647 h 675"/>
                  <a:gd name="T102" fmla="*/ 2147483647 w 244"/>
                  <a:gd name="T103" fmla="*/ 2147483647 h 675"/>
                  <a:gd name="T104" fmla="*/ 2147483647 w 244"/>
                  <a:gd name="T105" fmla="*/ 2147483647 h 675"/>
                  <a:gd name="T106" fmla="*/ 2147483647 w 244"/>
                  <a:gd name="T107" fmla="*/ 2147483647 h 675"/>
                  <a:gd name="T108" fmla="*/ 2147483647 w 244"/>
                  <a:gd name="T109" fmla="*/ 2147483647 h 675"/>
                  <a:gd name="T110" fmla="*/ 2147483647 w 244"/>
                  <a:gd name="T111" fmla="*/ 2147483647 h 675"/>
                  <a:gd name="T112" fmla="*/ 2147483647 w 244"/>
                  <a:gd name="T113" fmla="*/ 2147483647 h 67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44"/>
                  <a:gd name="T172" fmla="*/ 0 h 675"/>
                  <a:gd name="T173" fmla="*/ 244 w 244"/>
                  <a:gd name="T174" fmla="*/ 675 h 675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44" h="675">
                    <a:moveTo>
                      <a:pt x="190" y="16"/>
                    </a:moveTo>
                    <a:lnTo>
                      <a:pt x="177" y="13"/>
                    </a:lnTo>
                    <a:lnTo>
                      <a:pt x="164" y="10"/>
                    </a:lnTo>
                    <a:lnTo>
                      <a:pt x="152" y="7"/>
                    </a:lnTo>
                    <a:lnTo>
                      <a:pt x="140" y="5"/>
                    </a:lnTo>
                    <a:lnTo>
                      <a:pt x="128" y="3"/>
                    </a:lnTo>
                    <a:lnTo>
                      <a:pt x="116" y="1"/>
                    </a:lnTo>
                    <a:lnTo>
                      <a:pt x="105" y="0"/>
                    </a:lnTo>
                    <a:lnTo>
                      <a:pt x="93" y="0"/>
                    </a:lnTo>
                    <a:lnTo>
                      <a:pt x="81" y="0"/>
                    </a:lnTo>
                    <a:lnTo>
                      <a:pt x="69" y="0"/>
                    </a:lnTo>
                    <a:lnTo>
                      <a:pt x="58" y="1"/>
                    </a:lnTo>
                    <a:lnTo>
                      <a:pt x="47" y="3"/>
                    </a:lnTo>
                    <a:lnTo>
                      <a:pt x="35" y="6"/>
                    </a:lnTo>
                    <a:lnTo>
                      <a:pt x="24" y="10"/>
                    </a:lnTo>
                    <a:lnTo>
                      <a:pt x="13" y="14"/>
                    </a:lnTo>
                    <a:lnTo>
                      <a:pt x="0" y="20"/>
                    </a:lnTo>
                    <a:lnTo>
                      <a:pt x="11" y="103"/>
                    </a:lnTo>
                    <a:lnTo>
                      <a:pt x="20" y="186"/>
                    </a:lnTo>
                    <a:lnTo>
                      <a:pt x="26" y="267"/>
                    </a:lnTo>
                    <a:lnTo>
                      <a:pt x="31" y="347"/>
                    </a:lnTo>
                    <a:lnTo>
                      <a:pt x="34" y="427"/>
                    </a:lnTo>
                    <a:lnTo>
                      <a:pt x="35" y="508"/>
                    </a:lnTo>
                    <a:lnTo>
                      <a:pt x="34" y="590"/>
                    </a:lnTo>
                    <a:lnTo>
                      <a:pt x="31" y="675"/>
                    </a:lnTo>
                    <a:lnTo>
                      <a:pt x="38" y="674"/>
                    </a:lnTo>
                    <a:lnTo>
                      <a:pt x="45" y="673"/>
                    </a:lnTo>
                    <a:lnTo>
                      <a:pt x="52" y="671"/>
                    </a:lnTo>
                    <a:lnTo>
                      <a:pt x="59" y="670"/>
                    </a:lnTo>
                    <a:lnTo>
                      <a:pt x="65" y="669"/>
                    </a:lnTo>
                    <a:lnTo>
                      <a:pt x="72" y="668"/>
                    </a:lnTo>
                    <a:lnTo>
                      <a:pt x="79" y="667"/>
                    </a:lnTo>
                    <a:lnTo>
                      <a:pt x="86" y="666"/>
                    </a:lnTo>
                    <a:lnTo>
                      <a:pt x="97" y="663"/>
                    </a:lnTo>
                    <a:lnTo>
                      <a:pt x="108" y="661"/>
                    </a:lnTo>
                    <a:lnTo>
                      <a:pt x="118" y="658"/>
                    </a:lnTo>
                    <a:lnTo>
                      <a:pt x="129" y="656"/>
                    </a:lnTo>
                    <a:lnTo>
                      <a:pt x="139" y="654"/>
                    </a:lnTo>
                    <a:lnTo>
                      <a:pt x="150" y="652"/>
                    </a:lnTo>
                    <a:lnTo>
                      <a:pt x="160" y="649"/>
                    </a:lnTo>
                    <a:lnTo>
                      <a:pt x="171" y="647"/>
                    </a:lnTo>
                    <a:lnTo>
                      <a:pt x="180" y="645"/>
                    </a:lnTo>
                    <a:lnTo>
                      <a:pt x="189" y="643"/>
                    </a:lnTo>
                    <a:lnTo>
                      <a:pt x="198" y="642"/>
                    </a:lnTo>
                    <a:lnTo>
                      <a:pt x="207" y="640"/>
                    </a:lnTo>
                    <a:lnTo>
                      <a:pt x="216" y="639"/>
                    </a:lnTo>
                    <a:lnTo>
                      <a:pt x="225" y="637"/>
                    </a:lnTo>
                    <a:lnTo>
                      <a:pt x="234" y="636"/>
                    </a:lnTo>
                    <a:lnTo>
                      <a:pt x="244" y="634"/>
                    </a:lnTo>
                    <a:lnTo>
                      <a:pt x="244" y="522"/>
                    </a:lnTo>
                    <a:lnTo>
                      <a:pt x="241" y="429"/>
                    </a:lnTo>
                    <a:lnTo>
                      <a:pt x="238" y="349"/>
                    </a:lnTo>
                    <a:lnTo>
                      <a:pt x="233" y="279"/>
                    </a:lnTo>
                    <a:lnTo>
                      <a:pt x="226" y="215"/>
                    </a:lnTo>
                    <a:lnTo>
                      <a:pt x="217" y="153"/>
                    </a:lnTo>
                    <a:lnTo>
                      <a:pt x="205" y="88"/>
                    </a:lnTo>
                    <a:lnTo>
                      <a:pt x="190" y="16"/>
                    </a:lnTo>
                    <a:close/>
                  </a:path>
                </a:pathLst>
              </a:custGeom>
              <a:solidFill>
                <a:srgbClr val="CEB7A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" name="Freeform 37"/>
              <p:cNvSpPr>
                <a:spLocks/>
              </p:cNvSpPr>
              <p:nvPr/>
            </p:nvSpPr>
            <p:spPr bwMode="auto">
              <a:xfrm>
                <a:off x="1697038" y="1566863"/>
                <a:ext cx="73025" cy="200025"/>
              </a:xfrm>
              <a:custGeom>
                <a:avLst/>
                <a:gdLst>
                  <a:gd name="T0" fmla="*/ 2147483647 w 231"/>
                  <a:gd name="T1" fmla="*/ 2147483647 h 630"/>
                  <a:gd name="T2" fmla="*/ 2147483647 w 231"/>
                  <a:gd name="T3" fmla="*/ 2147483647 h 630"/>
                  <a:gd name="T4" fmla="*/ 2147483647 w 231"/>
                  <a:gd name="T5" fmla="*/ 2147483647 h 630"/>
                  <a:gd name="T6" fmla="*/ 2147483647 w 231"/>
                  <a:gd name="T7" fmla="*/ 2147483647 h 630"/>
                  <a:gd name="T8" fmla="*/ 2147483647 w 231"/>
                  <a:gd name="T9" fmla="*/ 2147483647 h 630"/>
                  <a:gd name="T10" fmla="*/ 2147483647 w 231"/>
                  <a:gd name="T11" fmla="*/ 2147483647 h 630"/>
                  <a:gd name="T12" fmla="*/ 2147483647 w 231"/>
                  <a:gd name="T13" fmla="*/ 2147483647 h 630"/>
                  <a:gd name="T14" fmla="*/ 2147483647 w 231"/>
                  <a:gd name="T15" fmla="*/ 2147483647 h 630"/>
                  <a:gd name="T16" fmla="*/ 2147483647 w 231"/>
                  <a:gd name="T17" fmla="*/ 0 h 630"/>
                  <a:gd name="T18" fmla="*/ 2147483647 w 231"/>
                  <a:gd name="T19" fmla="*/ 0 h 630"/>
                  <a:gd name="T20" fmla="*/ 2147483647 w 231"/>
                  <a:gd name="T21" fmla="*/ 0 h 630"/>
                  <a:gd name="T22" fmla="*/ 2147483647 w 231"/>
                  <a:gd name="T23" fmla="*/ 2147483647 h 630"/>
                  <a:gd name="T24" fmla="*/ 2147483647 w 231"/>
                  <a:gd name="T25" fmla="*/ 2147483647 h 630"/>
                  <a:gd name="T26" fmla="*/ 2147483647 w 231"/>
                  <a:gd name="T27" fmla="*/ 2147483647 h 630"/>
                  <a:gd name="T28" fmla="*/ 2147483647 w 231"/>
                  <a:gd name="T29" fmla="*/ 2147483647 h 630"/>
                  <a:gd name="T30" fmla="*/ 2147483647 w 231"/>
                  <a:gd name="T31" fmla="*/ 2147483647 h 630"/>
                  <a:gd name="T32" fmla="*/ 0 w 231"/>
                  <a:gd name="T33" fmla="*/ 2147483647 h 630"/>
                  <a:gd name="T34" fmla="*/ 2147483647 w 231"/>
                  <a:gd name="T35" fmla="*/ 2147483647 h 630"/>
                  <a:gd name="T36" fmla="*/ 2147483647 w 231"/>
                  <a:gd name="T37" fmla="*/ 2147483647 h 630"/>
                  <a:gd name="T38" fmla="*/ 2147483647 w 231"/>
                  <a:gd name="T39" fmla="*/ 2147483647 h 630"/>
                  <a:gd name="T40" fmla="*/ 2147483647 w 231"/>
                  <a:gd name="T41" fmla="*/ 2147483647 h 630"/>
                  <a:gd name="T42" fmla="*/ 2147483647 w 231"/>
                  <a:gd name="T43" fmla="*/ 2147483647 h 630"/>
                  <a:gd name="T44" fmla="*/ 2147483647 w 231"/>
                  <a:gd name="T45" fmla="*/ 2147483647 h 630"/>
                  <a:gd name="T46" fmla="*/ 2147483647 w 231"/>
                  <a:gd name="T47" fmla="*/ 2147483647 h 630"/>
                  <a:gd name="T48" fmla="*/ 2147483647 w 231"/>
                  <a:gd name="T49" fmla="*/ 2147483647 h 630"/>
                  <a:gd name="T50" fmla="*/ 2147483647 w 231"/>
                  <a:gd name="T51" fmla="*/ 2147483647 h 630"/>
                  <a:gd name="T52" fmla="*/ 2147483647 w 231"/>
                  <a:gd name="T53" fmla="*/ 2147483647 h 630"/>
                  <a:gd name="T54" fmla="*/ 2147483647 w 231"/>
                  <a:gd name="T55" fmla="*/ 2147483647 h 630"/>
                  <a:gd name="T56" fmla="*/ 2147483647 w 231"/>
                  <a:gd name="T57" fmla="*/ 2147483647 h 630"/>
                  <a:gd name="T58" fmla="*/ 2147483647 w 231"/>
                  <a:gd name="T59" fmla="*/ 2147483647 h 630"/>
                  <a:gd name="T60" fmla="*/ 2147483647 w 231"/>
                  <a:gd name="T61" fmla="*/ 2147483647 h 630"/>
                  <a:gd name="T62" fmla="*/ 2147483647 w 231"/>
                  <a:gd name="T63" fmla="*/ 2147483647 h 630"/>
                  <a:gd name="T64" fmla="*/ 2147483647 w 231"/>
                  <a:gd name="T65" fmla="*/ 2147483647 h 630"/>
                  <a:gd name="T66" fmla="*/ 2147483647 w 231"/>
                  <a:gd name="T67" fmla="*/ 2147483647 h 630"/>
                  <a:gd name="T68" fmla="*/ 2147483647 w 231"/>
                  <a:gd name="T69" fmla="*/ 2147483647 h 630"/>
                  <a:gd name="T70" fmla="*/ 2147483647 w 231"/>
                  <a:gd name="T71" fmla="*/ 2147483647 h 630"/>
                  <a:gd name="T72" fmla="*/ 2147483647 w 231"/>
                  <a:gd name="T73" fmla="*/ 2147483647 h 630"/>
                  <a:gd name="T74" fmla="*/ 2147483647 w 231"/>
                  <a:gd name="T75" fmla="*/ 2147483647 h 630"/>
                  <a:gd name="T76" fmla="*/ 2147483647 w 231"/>
                  <a:gd name="T77" fmla="*/ 2147483647 h 630"/>
                  <a:gd name="T78" fmla="*/ 2147483647 w 231"/>
                  <a:gd name="T79" fmla="*/ 2147483647 h 630"/>
                  <a:gd name="T80" fmla="*/ 2147483647 w 231"/>
                  <a:gd name="T81" fmla="*/ 2147483647 h 630"/>
                  <a:gd name="T82" fmla="*/ 2147483647 w 231"/>
                  <a:gd name="T83" fmla="*/ 2147483647 h 630"/>
                  <a:gd name="T84" fmla="*/ 2147483647 w 231"/>
                  <a:gd name="T85" fmla="*/ 2147483647 h 630"/>
                  <a:gd name="T86" fmla="*/ 2147483647 w 231"/>
                  <a:gd name="T87" fmla="*/ 2147483647 h 630"/>
                  <a:gd name="T88" fmla="*/ 2147483647 w 231"/>
                  <a:gd name="T89" fmla="*/ 2147483647 h 630"/>
                  <a:gd name="T90" fmla="*/ 2147483647 w 231"/>
                  <a:gd name="T91" fmla="*/ 2147483647 h 630"/>
                  <a:gd name="T92" fmla="*/ 2147483647 w 231"/>
                  <a:gd name="T93" fmla="*/ 2147483647 h 630"/>
                  <a:gd name="T94" fmla="*/ 2147483647 w 231"/>
                  <a:gd name="T95" fmla="*/ 2147483647 h 630"/>
                  <a:gd name="T96" fmla="*/ 2147483647 w 231"/>
                  <a:gd name="T97" fmla="*/ 2147483647 h 630"/>
                  <a:gd name="T98" fmla="*/ 2147483647 w 231"/>
                  <a:gd name="T99" fmla="*/ 2147483647 h 630"/>
                  <a:gd name="T100" fmla="*/ 2147483647 w 231"/>
                  <a:gd name="T101" fmla="*/ 2147483647 h 630"/>
                  <a:gd name="T102" fmla="*/ 2147483647 w 231"/>
                  <a:gd name="T103" fmla="*/ 2147483647 h 630"/>
                  <a:gd name="T104" fmla="*/ 2147483647 w 231"/>
                  <a:gd name="T105" fmla="*/ 2147483647 h 630"/>
                  <a:gd name="T106" fmla="*/ 2147483647 w 231"/>
                  <a:gd name="T107" fmla="*/ 2147483647 h 630"/>
                  <a:gd name="T108" fmla="*/ 2147483647 w 231"/>
                  <a:gd name="T109" fmla="*/ 2147483647 h 630"/>
                  <a:gd name="T110" fmla="*/ 2147483647 w 231"/>
                  <a:gd name="T111" fmla="*/ 2147483647 h 630"/>
                  <a:gd name="T112" fmla="*/ 2147483647 w 231"/>
                  <a:gd name="T113" fmla="*/ 2147483647 h 630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31"/>
                  <a:gd name="T172" fmla="*/ 0 h 630"/>
                  <a:gd name="T173" fmla="*/ 231 w 231"/>
                  <a:gd name="T174" fmla="*/ 630 h 630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31" h="630">
                    <a:moveTo>
                      <a:pt x="179" y="18"/>
                    </a:moveTo>
                    <a:lnTo>
                      <a:pt x="167" y="15"/>
                    </a:lnTo>
                    <a:lnTo>
                      <a:pt x="156" y="12"/>
                    </a:lnTo>
                    <a:lnTo>
                      <a:pt x="143" y="9"/>
                    </a:lnTo>
                    <a:lnTo>
                      <a:pt x="132" y="7"/>
                    </a:lnTo>
                    <a:lnTo>
                      <a:pt x="121" y="5"/>
                    </a:lnTo>
                    <a:lnTo>
                      <a:pt x="110" y="3"/>
                    </a:lnTo>
                    <a:lnTo>
                      <a:pt x="99" y="1"/>
                    </a:lnTo>
                    <a:lnTo>
                      <a:pt x="88" y="0"/>
                    </a:lnTo>
                    <a:lnTo>
                      <a:pt x="76" y="0"/>
                    </a:lnTo>
                    <a:lnTo>
                      <a:pt x="65" y="0"/>
                    </a:lnTo>
                    <a:lnTo>
                      <a:pt x="54" y="1"/>
                    </a:lnTo>
                    <a:lnTo>
                      <a:pt x="43" y="3"/>
                    </a:lnTo>
                    <a:lnTo>
                      <a:pt x="32" y="5"/>
                    </a:lnTo>
                    <a:lnTo>
                      <a:pt x="22" y="8"/>
                    </a:lnTo>
                    <a:lnTo>
                      <a:pt x="11" y="13"/>
                    </a:lnTo>
                    <a:lnTo>
                      <a:pt x="0" y="18"/>
                    </a:lnTo>
                    <a:lnTo>
                      <a:pt x="10" y="96"/>
                    </a:lnTo>
                    <a:lnTo>
                      <a:pt x="17" y="172"/>
                    </a:lnTo>
                    <a:lnTo>
                      <a:pt x="23" y="249"/>
                    </a:lnTo>
                    <a:lnTo>
                      <a:pt x="27" y="324"/>
                    </a:lnTo>
                    <a:lnTo>
                      <a:pt x="30" y="399"/>
                    </a:lnTo>
                    <a:lnTo>
                      <a:pt x="31" y="475"/>
                    </a:lnTo>
                    <a:lnTo>
                      <a:pt x="30" y="552"/>
                    </a:lnTo>
                    <a:lnTo>
                      <a:pt x="27" y="630"/>
                    </a:lnTo>
                    <a:lnTo>
                      <a:pt x="34" y="629"/>
                    </a:lnTo>
                    <a:lnTo>
                      <a:pt x="40" y="628"/>
                    </a:lnTo>
                    <a:lnTo>
                      <a:pt x="47" y="627"/>
                    </a:lnTo>
                    <a:lnTo>
                      <a:pt x="54" y="626"/>
                    </a:lnTo>
                    <a:lnTo>
                      <a:pt x="60" y="626"/>
                    </a:lnTo>
                    <a:lnTo>
                      <a:pt x="67" y="625"/>
                    </a:lnTo>
                    <a:lnTo>
                      <a:pt x="73" y="624"/>
                    </a:lnTo>
                    <a:lnTo>
                      <a:pt x="81" y="623"/>
                    </a:lnTo>
                    <a:lnTo>
                      <a:pt x="91" y="621"/>
                    </a:lnTo>
                    <a:lnTo>
                      <a:pt x="101" y="618"/>
                    </a:lnTo>
                    <a:lnTo>
                      <a:pt x="110" y="616"/>
                    </a:lnTo>
                    <a:lnTo>
                      <a:pt x="120" y="614"/>
                    </a:lnTo>
                    <a:lnTo>
                      <a:pt x="130" y="612"/>
                    </a:lnTo>
                    <a:lnTo>
                      <a:pt x="140" y="609"/>
                    </a:lnTo>
                    <a:lnTo>
                      <a:pt x="149" y="607"/>
                    </a:lnTo>
                    <a:lnTo>
                      <a:pt x="160" y="605"/>
                    </a:lnTo>
                    <a:lnTo>
                      <a:pt x="169" y="603"/>
                    </a:lnTo>
                    <a:lnTo>
                      <a:pt x="178" y="601"/>
                    </a:lnTo>
                    <a:lnTo>
                      <a:pt x="187" y="599"/>
                    </a:lnTo>
                    <a:lnTo>
                      <a:pt x="196" y="598"/>
                    </a:lnTo>
                    <a:lnTo>
                      <a:pt x="205" y="596"/>
                    </a:lnTo>
                    <a:lnTo>
                      <a:pt x="214" y="595"/>
                    </a:lnTo>
                    <a:lnTo>
                      <a:pt x="222" y="593"/>
                    </a:lnTo>
                    <a:lnTo>
                      <a:pt x="231" y="592"/>
                    </a:lnTo>
                    <a:lnTo>
                      <a:pt x="230" y="488"/>
                    </a:lnTo>
                    <a:lnTo>
                      <a:pt x="228" y="400"/>
                    </a:lnTo>
                    <a:lnTo>
                      <a:pt x="224" y="326"/>
                    </a:lnTo>
                    <a:lnTo>
                      <a:pt x="220" y="261"/>
                    </a:lnTo>
                    <a:lnTo>
                      <a:pt x="213" y="202"/>
                    </a:lnTo>
                    <a:lnTo>
                      <a:pt x="204" y="144"/>
                    </a:lnTo>
                    <a:lnTo>
                      <a:pt x="193" y="84"/>
                    </a:lnTo>
                    <a:lnTo>
                      <a:pt x="179" y="18"/>
                    </a:lnTo>
                    <a:close/>
                  </a:path>
                </a:pathLst>
              </a:custGeom>
              <a:solidFill>
                <a:srgbClr val="D8C1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1" name="Freeform 38"/>
              <p:cNvSpPr>
                <a:spLocks/>
              </p:cNvSpPr>
              <p:nvPr/>
            </p:nvSpPr>
            <p:spPr bwMode="auto">
              <a:xfrm>
                <a:off x="1700213" y="1566863"/>
                <a:ext cx="69850" cy="185738"/>
              </a:xfrm>
              <a:custGeom>
                <a:avLst/>
                <a:gdLst>
                  <a:gd name="T0" fmla="*/ 2147483647 w 220"/>
                  <a:gd name="T1" fmla="*/ 2147483647 h 584"/>
                  <a:gd name="T2" fmla="*/ 2147483647 w 220"/>
                  <a:gd name="T3" fmla="*/ 2147483647 h 584"/>
                  <a:gd name="T4" fmla="*/ 2147483647 w 220"/>
                  <a:gd name="T5" fmla="*/ 2147483647 h 584"/>
                  <a:gd name="T6" fmla="*/ 2147483647 w 220"/>
                  <a:gd name="T7" fmla="*/ 2147483647 h 584"/>
                  <a:gd name="T8" fmla="*/ 2147483647 w 220"/>
                  <a:gd name="T9" fmla="*/ 2147483647 h 584"/>
                  <a:gd name="T10" fmla="*/ 2147483647 w 220"/>
                  <a:gd name="T11" fmla="*/ 2147483647 h 584"/>
                  <a:gd name="T12" fmla="*/ 2147483647 w 220"/>
                  <a:gd name="T13" fmla="*/ 2147483647 h 584"/>
                  <a:gd name="T14" fmla="*/ 2147483647 w 220"/>
                  <a:gd name="T15" fmla="*/ 2147483647 h 584"/>
                  <a:gd name="T16" fmla="*/ 2147483647 w 220"/>
                  <a:gd name="T17" fmla="*/ 0 h 584"/>
                  <a:gd name="T18" fmla="*/ 2147483647 w 220"/>
                  <a:gd name="T19" fmla="*/ 0 h 584"/>
                  <a:gd name="T20" fmla="*/ 2147483647 w 220"/>
                  <a:gd name="T21" fmla="*/ 0 h 584"/>
                  <a:gd name="T22" fmla="*/ 2147483647 w 220"/>
                  <a:gd name="T23" fmla="*/ 2147483647 h 584"/>
                  <a:gd name="T24" fmla="*/ 2147483647 w 220"/>
                  <a:gd name="T25" fmla="*/ 2147483647 h 584"/>
                  <a:gd name="T26" fmla="*/ 2147483647 w 220"/>
                  <a:gd name="T27" fmla="*/ 2147483647 h 584"/>
                  <a:gd name="T28" fmla="*/ 2147483647 w 220"/>
                  <a:gd name="T29" fmla="*/ 2147483647 h 584"/>
                  <a:gd name="T30" fmla="*/ 2147483647 w 220"/>
                  <a:gd name="T31" fmla="*/ 2147483647 h 584"/>
                  <a:gd name="T32" fmla="*/ 0 w 220"/>
                  <a:gd name="T33" fmla="*/ 2147483647 h 584"/>
                  <a:gd name="T34" fmla="*/ 2147483647 w 220"/>
                  <a:gd name="T35" fmla="*/ 2147483647 h 584"/>
                  <a:gd name="T36" fmla="*/ 2147483647 w 220"/>
                  <a:gd name="T37" fmla="*/ 2147483647 h 584"/>
                  <a:gd name="T38" fmla="*/ 2147483647 w 220"/>
                  <a:gd name="T39" fmla="*/ 2147483647 h 584"/>
                  <a:gd name="T40" fmla="*/ 2147483647 w 220"/>
                  <a:gd name="T41" fmla="*/ 2147483647 h 584"/>
                  <a:gd name="T42" fmla="*/ 2147483647 w 220"/>
                  <a:gd name="T43" fmla="*/ 2147483647 h 584"/>
                  <a:gd name="T44" fmla="*/ 2147483647 w 220"/>
                  <a:gd name="T45" fmla="*/ 2147483647 h 584"/>
                  <a:gd name="T46" fmla="*/ 2147483647 w 220"/>
                  <a:gd name="T47" fmla="*/ 2147483647 h 584"/>
                  <a:gd name="T48" fmla="*/ 2147483647 w 220"/>
                  <a:gd name="T49" fmla="*/ 2147483647 h 584"/>
                  <a:gd name="T50" fmla="*/ 2147483647 w 220"/>
                  <a:gd name="T51" fmla="*/ 2147483647 h 584"/>
                  <a:gd name="T52" fmla="*/ 2147483647 w 220"/>
                  <a:gd name="T53" fmla="*/ 2147483647 h 584"/>
                  <a:gd name="T54" fmla="*/ 2147483647 w 220"/>
                  <a:gd name="T55" fmla="*/ 2147483647 h 584"/>
                  <a:gd name="T56" fmla="*/ 2147483647 w 220"/>
                  <a:gd name="T57" fmla="*/ 2147483647 h 584"/>
                  <a:gd name="T58" fmla="*/ 2147483647 w 220"/>
                  <a:gd name="T59" fmla="*/ 2147483647 h 584"/>
                  <a:gd name="T60" fmla="*/ 2147483647 w 220"/>
                  <a:gd name="T61" fmla="*/ 2147483647 h 584"/>
                  <a:gd name="T62" fmla="*/ 2147483647 w 220"/>
                  <a:gd name="T63" fmla="*/ 2147483647 h 584"/>
                  <a:gd name="T64" fmla="*/ 2147483647 w 220"/>
                  <a:gd name="T65" fmla="*/ 2147483647 h 584"/>
                  <a:gd name="T66" fmla="*/ 2147483647 w 220"/>
                  <a:gd name="T67" fmla="*/ 2147483647 h 584"/>
                  <a:gd name="T68" fmla="*/ 2147483647 w 220"/>
                  <a:gd name="T69" fmla="*/ 2147483647 h 584"/>
                  <a:gd name="T70" fmla="*/ 2147483647 w 220"/>
                  <a:gd name="T71" fmla="*/ 2147483647 h 584"/>
                  <a:gd name="T72" fmla="*/ 2147483647 w 220"/>
                  <a:gd name="T73" fmla="*/ 2147483647 h 584"/>
                  <a:gd name="T74" fmla="*/ 2147483647 w 220"/>
                  <a:gd name="T75" fmla="*/ 2147483647 h 584"/>
                  <a:gd name="T76" fmla="*/ 2147483647 w 220"/>
                  <a:gd name="T77" fmla="*/ 2147483647 h 584"/>
                  <a:gd name="T78" fmla="*/ 2147483647 w 220"/>
                  <a:gd name="T79" fmla="*/ 2147483647 h 584"/>
                  <a:gd name="T80" fmla="*/ 2147483647 w 220"/>
                  <a:gd name="T81" fmla="*/ 2147483647 h 584"/>
                  <a:gd name="T82" fmla="*/ 2147483647 w 220"/>
                  <a:gd name="T83" fmla="*/ 2147483647 h 584"/>
                  <a:gd name="T84" fmla="*/ 2147483647 w 220"/>
                  <a:gd name="T85" fmla="*/ 2147483647 h 584"/>
                  <a:gd name="T86" fmla="*/ 2147483647 w 220"/>
                  <a:gd name="T87" fmla="*/ 2147483647 h 584"/>
                  <a:gd name="T88" fmla="*/ 2147483647 w 220"/>
                  <a:gd name="T89" fmla="*/ 2147483647 h 584"/>
                  <a:gd name="T90" fmla="*/ 2147483647 w 220"/>
                  <a:gd name="T91" fmla="*/ 2147483647 h 584"/>
                  <a:gd name="T92" fmla="*/ 2147483647 w 220"/>
                  <a:gd name="T93" fmla="*/ 2147483647 h 584"/>
                  <a:gd name="T94" fmla="*/ 2147483647 w 220"/>
                  <a:gd name="T95" fmla="*/ 2147483647 h 584"/>
                  <a:gd name="T96" fmla="*/ 2147483647 w 220"/>
                  <a:gd name="T97" fmla="*/ 2147483647 h 584"/>
                  <a:gd name="T98" fmla="*/ 2147483647 w 220"/>
                  <a:gd name="T99" fmla="*/ 2147483647 h 584"/>
                  <a:gd name="T100" fmla="*/ 2147483647 w 220"/>
                  <a:gd name="T101" fmla="*/ 2147483647 h 584"/>
                  <a:gd name="T102" fmla="*/ 2147483647 w 220"/>
                  <a:gd name="T103" fmla="*/ 2147483647 h 584"/>
                  <a:gd name="T104" fmla="*/ 2147483647 w 220"/>
                  <a:gd name="T105" fmla="*/ 2147483647 h 584"/>
                  <a:gd name="T106" fmla="*/ 2147483647 w 220"/>
                  <a:gd name="T107" fmla="*/ 2147483647 h 584"/>
                  <a:gd name="T108" fmla="*/ 2147483647 w 220"/>
                  <a:gd name="T109" fmla="*/ 2147483647 h 584"/>
                  <a:gd name="T110" fmla="*/ 2147483647 w 220"/>
                  <a:gd name="T111" fmla="*/ 2147483647 h 584"/>
                  <a:gd name="T112" fmla="*/ 2147483647 w 220"/>
                  <a:gd name="T113" fmla="*/ 2147483647 h 584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20"/>
                  <a:gd name="T172" fmla="*/ 0 h 584"/>
                  <a:gd name="T173" fmla="*/ 220 w 220"/>
                  <a:gd name="T174" fmla="*/ 584 h 584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20" h="584">
                    <a:moveTo>
                      <a:pt x="167" y="18"/>
                    </a:moveTo>
                    <a:lnTo>
                      <a:pt x="156" y="15"/>
                    </a:lnTo>
                    <a:lnTo>
                      <a:pt x="145" y="12"/>
                    </a:lnTo>
                    <a:lnTo>
                      <a:pt x="134" y="10"/>
                    </a:lnTo>
                    <a:lnTo>
                      <a:pt x="123" y="7"/>
                    </a:lnTo>
                    <a:lnTo>
                      <a:pt x="113" y="5"/>
                    </a:lnTo>
                    <a:lnTo>
                      <a:pt x="102" y="3"/>
                    </a:lnTo>
                    <a:lnTo>
                      <a:pt x="92" y="2"/>
                    </a:lnTo>
                    <a:lnTo>
                      <a:pt x="82" y="0"/>
                    </a:lnTo>
                    <a:lnTo>
                      <a:pt x="71" y="0"/>
                    </a:lnTo>
                    <a:lnTo>
                      <a:pt x="60" y="0"/>
                    </a:lnTo>
                    <a:lnTo>
                      <a:pt x="50" y="1"/>
                    </a:lnTo>
                    <a:lnTo>
                      <a:pt x="40" y="2"/>
                    </a:lnTo>
                    <a:lnTo>
                      <a:pt x="30" y="4"/>
                    </a:lnTo>
                    <a:lnTo>
                      <a:pt x="20" y="7"/>
                    </a:lnTo>
                    <a:lnTo>
                      <a:pt x="10" y="11"/>
                    </a:lnTo>
                    <a:lnTo>
                      <a:pt x="0" y="16"/>
                    </a:lnTo>
                    <a:lnTo>
                      <a:pt x="9" y="88"/>
                    </a:lnTo>
                    <a:lnTo>
                      <a:pt x="16" y="159"/>
                    </a:lnTo>
                    <a:lnTo>
                      <a:pt x="21" y="229"/>
                    </a:lnTo>
                    <a:lnTo>
                      <a:pt x="24" y="299"/>
                    </a:lnTo>
                    <a:lnTo>
                      <a:pt x="26" y="369"/>
                    </a:lnTo>
                    <a:lnTo>
                      <a:pt x="26" y="440"/>
                    </a:lnTo>
                    <a:lnTo>
                      <a:pt x="25" y="511"/>
                    </a:lnTo>
                    <a:lnTo>
                      <a:pt x="22" y="584"/>
                    </a:lnTo>
                    <a:lnTo>
                      <a:pt x="29" y="583"/>
                    </a:lnTo>
                    <a:lnTo>
                      <a:pt x="35" y="582"/>
                    </a:lnTo>
                    <a:lnTo>
                      <a:pt x="42" y="582"/>
                    </a:lnTo>
                    <a:lnTo>
                      <a:pt x="49" y="581"/>
                    </a:lnTo>
                    <a:lnTo>
                      <a:pt x="55" y="580"/>
                    </a:lnTo>
                    <a:lnTo>
                      <a:pt x="62" y="579"/>
                    </a:lnTo>
                    <a:lnTo>
                      <a:pt x="69" y="579"/>
                    </a:lnTo>
                    <a:lnTo>
                      <a:pt x="76" y="578"/>
                    </a:lnTo>
                    <a:lnTo>
                      <a:pt x="85" y="576"/>
                    </a:lnTo>
                    <a:lnTo>
                      <a:pt x="94" y="574"/>
                    </a:lnTo>
                    <a:lnTo>
                      <a:pt x="103" y="572"/>
                    </a:lnTo>
                    <a:lnTo>
                      <a:pt x="112" y="569"/>
                    </a:lnTo>
                    <a:lnTo>
                      <a:pt x="121" y="567"/>
                    </a:lnTo>
                    <a:lnTo>
                      <a:pt x="130" y="565"/>
                    </a:lnTo>
                    <a:lnTo>
                      <a:pt x="139" y="563"/>
                    </a:lnTo>
                    <a:lnTo>
                      <a:pt x="149" y="561"/>
                    </a:lnTo>
                    <a:lnTo>
                      <a:pt x="158" y="560"/>
                    </a:lnTo>
                    <a:lnTo>
                      <a:pt x="166" y="559"/>
                    </a:lnTo>
                    <a:lnTo>
                      <a:pt x="175" y="557"/>
                    </a:lnTo>
                    <a:lnTo>
                      <a:pt x="184" y="556"/>
                    </a:lnTo>
                    <a:lnTo>
                      <a:pt x="193" y="555"/>
                    </a:lnTo>
                    <a:lnTo>
                      <a:pt x="202" y="553"/>
                    </a:lnTo>
                    <a:lnTo>
                      <a:pt x="211" y="552"/>
                    </a:lnTo>
                    <a:lnTo>
                      <a:pt x="220" y="551"/>
                    </a:lnTo>
                    <a:lnTo>
                      <a:pt x="218" y="452"/>
                    </a:lnTo>
                    <a:lnTo>
                      <a:pt x="215" y="370"/>
                    </a:lnTo>
                    <a:lnTo>
                      <a:pt x="211" y="301"/>
                    </a:lnTo>
                    <a:lnTo>
                      <a:pt x="206" y="241"/>
                    </a:lnTo>
                    <a:lnTo>
                      <a:pt x="200" y="187"/>
                    </a:lnTo>
                    <a:lnTo>
                      <a:pt x="191" y="134"/>
                    </a:lnTo>
                    <a:lnTo>
                      <a:pt x="180" y="79"/>
                    </a:lnTo>
                    <a:lnTo>
                      <a:pt x="167" y="18"/>
                    </a:lnTo>
                    <a:close/>
                  </a:path>
                </a:pathLst>
              </a:custGeom>
              <a:solidFill>
                <a:srgbClr val="E0C9B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" name="Freeform 39"/>
              <p:cNvSpPr>
                <a:spLocks/>
              </p:cNvSpPr>
              <p:nvPr/>
            </p:nvSpPr>
            <p:spPr bwMode="auto">
              <a:xfrm>
                <a:off x="1703388" y="1566863"/>
                <a:ext cx="66675" cy="171450"/>
              </a:xfrm>
              <a:custGeom>
                <a:avLst/>
                <a:gdLst>
                  <a:gd name="T0" fmla="*/ 2147483647 w 208"/>
                  <a:gd name="T1" fmla="*/ 2147483647 h 540"/>
                  <a:gd name="T2" fmla="*/ 2147483647 w 208"/>
                  <a:gd name="T3" fmla="*/ 2147483647 h 540"/>
                  <a:gd name="T4" fmla="*/ 2147483647 w 208"/>
                  <a:gd name="T5" fmla="*/ 2147483647 h 540"/>
                  <a:gd name="T6" fmla="*/ 2147483647 w 208"/>
                  <a:gd name="T7" fmla="*/ 2147483647 h 540"/>
                  <a:gd name="T8" fmla="*/ 2147483647 w 208"/>
                  <a:gd name="T9" fmla="*/ 2147483647 h 540"/>
                  <a:gd name="T10" fmla="*/ 2147483647 w 208"/>
                  <a:gd name="T11" fmla="*/ 0 h 540"/>
                  <a:gd name="T12" fmla="*/ 2147483647 w 208"/>
                  <a:gd name="T13" fmla="*/ 2147483647 h 540"/>
                  <a:gd name="T14" fmla="*/ 2147483647 w 208"/>
                  <a:gd name="T15" fmla="*/ 2147483647 h 540"/>
                  <a:gd name="T16" fmla="*/ 0 w 208"/>
                  <a:gd name="T17" fmla="*/ 2147483647 h 540"/>
                  <a:gd name="T18" fmla="*/ 2147483647 w 208"/>
                  <a:gd name="T19" fmla="*/ 2147483647 h 540"/>
                  <a:gd name="T20" fmla="*/ 2147483647 w 208"/>
                  <a:gd name="T21" fmla="*/ 2147483647 h 540"/>
                  <a:gd name="T22" fmla="*/ 2147483647 w 208"/>
                  <a:gd name="T23" fmla="*/ 2147483647 h 540"/>
                  <a:gd name="T24" fmla="*/ 2147483647 w 208"/>
                  <a:gd name="T25" fmla="*/ 2147483647 h 540"/>
                  <a:gd name="T26" fmla="*/ 2147483647 w 208"/>
                  <a:gd name="T27" fmla="*/ 2147483647 h 540"/>
                  <a:gd name="T28" fmla="*/ 2147483647 w 208"/>
                  <a:gd name="T29" fmla="*/ 2147483647 h 540"/>
                  <a:gd name="T30" fmla="*/ 2147483647 w 208"/>
                  <a:gd name="T31" fmla="*/ 2147483647 h 540"/>
                  <a:gd name="T32" fmla="*/ 2147483647 w 208"/>
                  <a:gd name="T33" fmla="*/ 2147483647 h 540"/>
                  <a:gd name="T34" fmla="*/ 2147483647 w 208"/>
                  <a:gd name="T35" fmla="*/ 2147483647 h 540"/>
                  <a:gd name="T36" fmla="*/ 2147483647 w 208"/>
                  <a:gd name="T37" fmla="*/ 2147483647 h 540"/>
                  <a:gd name="T38" fmla="*/ 2147483647 w 208"/>
                  <a:gd name="T39" fmla="*/ 2147483647 h 540"/>
                  <a:gd name="T40" fmla="*/ 2147483647 w 208"/>
                  <a:gd name="T41" fmla="*/ 2147483647 h 540"/>
                  <a:gd name="T42" fmla="*/ 2147483647 w 208"/>
                  <a:gd name="T43" fmla="*/ 2147483647 h 540"/>
                  <a:gd name="T44" fmla="*/ 2147483647 w 208"/>
                  <a:gd name="T45" fmla="*/ 2147483647 h 540"/>
                  <a:gd name="T46" fmla="*/ 2147483647 w 208"/>
                  <a:gd name="T47" fmla="*/ 2147483647 h 540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208"/>
                  <a:gd name="T73" fmla="*/ 0 h 540"/>
                  <a:gd name="T74" fmla="*/ 208 w 208"/>
                  <a:gd name="T75" fmla="*/ 540 h 540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208" h="540">
                    <a:moveTo>
                      <a:pt x="156" y="19"/>
                    </a:moveTo>
                    <a:lnTo>
                      <a:pt x="136" y="14"/>
                    </a:lnTo>
                    <a:lnTo>
                      <a:pt x="115" y="9"/>
                    </a:lnTo>
                    <a:lnTo>
                      <a:pt x="95" y="4"/>
                    </a:lnTo>
                    <a:lnTo>
                      <a:pt x="76" y="1"/>
                    </a:lnTo>
                    <a:lnTo>
                      <a:pt x="57" y="0"/>
                    </a:lnTo>
                    <a:lnTo>
                      <a:pt x="37" y="2"/>
                    </a:lnTo>
                    <a:lnTo>
                      <a:pt x="18" y="6"/>
                    </a:lnTo>
                    <a:lnTo>
                      <a:pt x="0" y="14"/>
                    </a:lnTo>
                    <a:lnTo>
                      <a:pt x="14" y="146"/>
                    </a:lnTo>
                    <a:lnTo>
                      <a:pt x="21" y="277"/>
                    </a:lnTo>
                    <a:lnTo>
                      <a:pt x="22" y="407"/>
                    </a:lnTo>
                    <a:lnTo>
                      <a:pt x="18" y="540"/>
                    </a:lnTo>
                    <a:lnTo>
                      <a:pt x="70" y="535"/>
                    </a:lnTo>
                    <a:lnTo>
                      <a:pt x="137" y="518"/>
                    </a:lnTo>
                    <a:lnTo>
                      <a:pt x="208" y="509"/>
                    </a:lnTo>
                    <a:lnTo>
                      <a:pt x="206" y="418"/>
                    </a:lnTo>
                    <a:lnTo>
                      <a:pt x="203" y="342"/>
                    </a:lnTo>
                    <a:lnTo>
                      <a:pt x="199" y="278"/>
                    </a:lnTo>
                    <a:lnTo>
                      <a:pt x="194" y="222"/>
                    </a:lnTo>
                    <a:lnTo>
                      <a:pt x="187" y="172"/>
                    </a:lnTo>
                    <a:lnTo>
                      <a:pt x="179" y="124"/>
                    </a:lnTo>
                    <a:lnTo>
                      <a:pt x="169" y="74"/>
                    </a:lnTo>
                    <a:lnTo>
                      <a:pt x="156" y="19"/>
                    </a:lnTo>
                    <a:close/>
                  </a:path>
                </a:pathLst>
              </a:custGeom>
              <a:solidFill>
                <a:srgbClr val="EAD3C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" name="Freeform 40"/>
              <p:cNvSpPr>
                <a:spLocks/>
              </p:cNvSpPr>
              <p:nvPr/>
            </p:nvSpPr>
            <p:spPr bwMode="auto">
              <a:xfrm>
                <a:off x="1612900" y="1643063"/>
                <a:ext cx="68262" cy="198438"/>
              </a:xfrm>
              <a:custGeom>
                <a:avLst/>
                <a:gdLst>
                  <a:gd name="T0" fmla="*/ 2147483647 w 219"/>
                  <a:gd name="T1" fmla="*/ 2147483647 h 628"/>
                  <a:gd name="T2" fmla="*/ 2147483647 w 219"/>
                  <a:gd name="T3" fmla="*/ 0 h 628"/>
                  <a:gd name="T4" fmla="*/ 2147483647 w 219"/>
                  <a:gd name="T5" fmla="*/ 2147483647 h 628"/>
                  <a:gd name="T6" fmla="*/ 2147483647 w 219"/>
                  <a:gd name="T7" fmla="*/ 2147483647 h 628"/>
                  <a:gd name="T8" fmla="*/ 2147483647 w 219"/>
                  <a:gd name="T9" fmla="*/ 2147483647 h 628"/>
                  <a:gd name="T10" fmla="*/ 2147483647 w 219"/>
                  <a:gd name="T11" fmla="*/ 2147483647 h 628"/>
                  <a:gd name="T12" fmla="*/ 2147483647 w 219"/>
                  <a:gd name="T13" fmla="*/ 2147483647 h 628"/>
                  <a:gd name="T14" fmla="*/ 0 w 219"/>
                  <a:gd name="T15" fmla="*/ 2147483647 h 628"/>
                  <a:gd name="T16" fmla="*/ 2147483647 w 219"/>
                  <a:gd name="T17" fmla="*/ 2147483647 h 628"/>
                  <a:gd name="T18" fmla="*/ 2147483647 w 219"/>
                  <a:gd name="T19" fmla="*/ 2147483647 h 628"/>
                  <a:gd name="T20" fmla="*/ 2147483647 w 219"/>
                  <a:gd name="T21" fmla="*/ 2147483647 h 628"/>
                  <a:gd name="T22" fmla="*/ 2147483647 w 219"/>
                  <a:gd name="T23" fmla="*/ 2147483647 h 628"/>
                  <a:gd name="T24" fmla="*/ 2147483647 w 219"/>
                  <a:gd name="T25" fmla="*/ 2147483647 h 628"/>
                  <a:gd name="T26" fmla="*/ 2147483647 w 219"/>
                  <a:gd name="T27" fmla="*/ 2147483647 h 628"/>
                  <a:gd name="T28" fmla="*/ 2147483647 w 219"/>
                  <a:gd name="T29" fmla="*/ 2147483647 h 628"/>
                  <a:gd name="T30" fmla="*/ 2147483647 w 219"/>
                  <a:gd name="T31" fmla="*/ 2147483647 h 628"/>
                  <a:gd name="T32" fmla="*/ 2147483647 w 219"/>
                  <a:gd name="T33" fmla="*/ 2147483647 h 628"/>
                  <a:gd name="T34" fmla="*/ 2147483647 w 219"/>
                  <a:gd name="T35" fmla="*/ 2147483647 h 62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19"/>
                  <a:gd name="T55" fmla="*/ 0 h 628"/>
                  <a:gd name="T56" fmla="*/ 219 w 219"/>
                  <a:gd name="T57" fmla="*/ 628 h 628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19" h="628">
                    <a:moveTo>
                      <a:pt x="170" y="3"/>
                    </a:moveTo>
                    <a:lnTo>
                      <a:pt x="113" y="0"/>
                    </a:lnTo>
                    <a:lnTo>
                      <a:pt x="34" y="18"/>
                    </a:lnTo>
                    <a:lnTo>
                      <a:pt x="29" y="76"/>
                    </a:lnTo>
                    <a:lnTo>
                      <a:pt x="16" y="135"/>
                    </a:lnTo>
                    <a:lnTo>
                      <a:pt x="6" y="187"/>
                    </a:lnTo>
                    <a:lnTo>
                      <a:pt x="1" y="236"/>
                    </a:lnTo>
                    <a:lnTo>
                      <a:pt x="0" y="281"/>
                    </a:lnTo>
                    <a:lnTo>
                      <a:pt x="6" y="327"/>
                    </a:lnTo>
                    <a:lnTo>
                      <a:pt x="18" y="373"/>
                    </a:lnTo>
                    <a:lnTo>
                      <a:pt x="38" y="420"/>
                    </a:lnTo>
                    <a:lnTo>
                      <a:pt x="65" y="473"/>
                    </a:lnTo>
                    <a:lnTo>
                      <a:pt x="64" y="615"/>
                    </a:lnTo>
                    <a:lnTo>
                      <a:pt x="131" y="628"/>
                    </a:lnTo>
                    <a:lnTo>
                      <a:pt x="211" y="589"/>
                    </a:lnTo>
                    <a:lnTo>
                      <a:pt x="219" y="379"/>
                    </a:lnTo>
                    <a:lnTo>
                      <a:pt x="195" y="56"/>
                    </a:lnTo>
                    <a:lnTo>
                      <a:pt x="170" y="3"/>
                    </a:lnTo>
                    <a:close/>
                  </a:path>
                </a:pathLst>
              </a:custGeom>
              <a:solidFill>
                <a:srgbClr val="51442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" name="Freeform 41"/>
              <p:cNvSpPr>
                <a:spLocks/>
              </p:cNvSpPr>
              <p:nvPr/>
            </p:nvSpPr>
            <p:spPr bwMode="auto">
              <a:xfrm>
                <a:off x="1612900" y="1643063"/>
                <a:ext cx="68262" cy="198438"/>
              </a:xfrm>
              <a:custGeom>
                <a:avLst/>
                <a:gdLst>
                  <a:gd name="T0" fmla="*/ 2147483647 w 219"/>
                  <a:gd name="T1" fmla="*/ 2147483647 h 628"/>
                  <a:gd name="T2" fmla="*/ 2147483647 w 219"/>
                  <a:gd name="T3" fmla="*/ 0 h 628"/>
                  <a:gd name="T4" fmla="*/ 2147483647 w 219"/>
                  <a:gd name="T5" fmla="*/ 2147483647 h 628"/>
                  <a:gd name="T6" fmla="*/ 2147483647 w 219"/>
                  <a:gd name="T7" fmla="*/ 2147483647 h 628"/>
                  <a:gd name="T8" fmla="*/ 2147483647 w 219"/>
                  <a:gd name="T9" fmla="*/ 2147483647 h 628"/>
                  <a:gd name="T10" fmla="*/ 2147483647 w 219"/>
                  <a:gd name="T11" fmla="*/ 2147483647 h 628"/>
                  <a:gd name="T12" fmla="*/ 2147483647 w 219"/>
                  <a:gd name="T13" fmla="*/ 2147483647 h 628"/>
                  <a:gd name="T14" fmla="*/ 0 w 219"/>
                  <a:gd name="T15" fmla="*/ 2147483647 h 628"/>
                  <a:gd name="T16" fmla="*/ 2147483647 w 219"/>
                  <a:gd name="T17" fmla="*/ 2147483647 h 628"/>
                  <a:gd name="T18" fmla="*/ 2147483647 w 219"/>
                  <a:gd name="T19" fmla="*/ 2147483647 h 628"/>
                  <a:gd name="T20" fmla="*/ 2147483647 w 219"/>
                  <a:gd name="T21" fmla="*/ 2147483647 h 628"/>
                  <a:gd name="T22" fmla="*/ 2147483647 w 219"/>
                  <a:gd name="T23" fmla="*/ 2147483647 h 628"/>
                  <a:gd name="T24" fmla="*/ 2147483647 w 219"/>
                  <a:gd name="T25" fmla="*/ 2147483647 h 628"/>
                  <a:gd name="T26" fmla="*/ 2147483647 w 219"/>
                  <a:gd name="T27" fmla="*/ 2147483647 h 628"/>
                  <a:gd name="T28" fmla="*/ 2147483647 w 219"/>
                  <a:gd name="T29" fmla="*/ 2147483647 h 628"/>
                  <a:gd name="T30" fmla="*/ 2147483647 w 219"/>
                  <a:gd name="T31" fmla="*/ 2147483647 h 628"/>
                  <a:gd name="T32" fmla="*/ 2147483647 w 219"/>
                  <a:gd name="T33" fmla="*/ 2147483647 h 628"/>
                  <a:gd name="T34" fmla="*/ 2147483647 w 219"/>
                  <a:gd name="T35" fmla="*/ 2147483647 h 62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19"/>
                  <a:gd name="T55" fmla="*/ 0 h 628"/>
                  <a:gd name="T56" fmla="*/ 219 w 219"/>
                  <a:gd name="T57" fmla="*/ 628 h 628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19" h="628">
                    <a:moveTo>
                      <a:pt x="170" y="3"/>
                    </a:moveTo>
                    <a:lnTo>
                      <a:pt x="113" y="0"/>
                    </a:lnTo>
                    <a:lnTo>
                      <a:pt x="34" y="18"/>
                    </a:lnTo>
                    <a:lnTo>
                      <a:pt x="29" y="76"/>
                    </a:lnTo>
                    <a:lnTo>
                      <a:pt x="16" y="135"/>
                    </a:lnTo>
                    <a:lnTo>
                      <a:pt x="6" y="187"/>
                    </a:lnTo>
                    <a:lnTo>
                      <a:pt x="1" y="236"/>
                    </a:lnTo>
                    <a:lnTo>
                      <a:pt x="0" y="281"/>
                    </a:lnTo>
                    <a:lnTo>
                      <a:pt x="6" y="327"/>
                    </a:lnTo>
                    <a:lnTo>
                      <a:pt x="18" y="373"/>
                    </a:lnTo>
                    <a:lnTo>
                      <a:pt x="38" y="420"/>
                    </a:lnTo>
                    <a:lnTo>
                      <a:pt x="65" y="473"/>
                    </a:lnTo>
                    <a:lnTo>
                      <a:pt x="64" y="615"/>
                    </a:lnTo>
                    <a:lnTo>
                      <a:pt x="131" y="628"/>
                    </a:lnTo>
                    <a:lnTo>
                      <a:pt x="211" y="589"/>
                    </a:lnTo>
                    <a:lnTo>
                      <a:pt x="219" y="379"/>
                    </a:lnTo>
                    <a:lnTo>
                      <a:pt x="195" y="56"/>
                    </a:lnTo>
                    <a:lnTo>
                      <a:pt x="170" y="3"/>
                    </a:lnTo>
                    <a:close/>
                  </a:path>
                </a:pathLst>
              </a:custGeom>
              <a:solidFill>
                <a:srgbClr val="51442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" name="Freeform 42"/>
              <p:cNvSpPr>
                <a:spLocks/>
              </p:cNvSpPr>
              <p:nvPr/>
            </p:nvSpPr>
            <p:spPr bwMode="auto">
              <a:xfrm>
                <a:off x="1652588" y="1744663"/>
                <a:ext cx="30162" cy="98425"/>
              </a:xfrm>
              <a:custGeom>
                <a:avLst/>
                <a:gdLst>
                  <a:gd name="T0" fmla="*/ 2147483647 w 95"/>
                  <a:gd name="T1" fmla="*/ 2147483647 h 313"/>
                  <a:gd name="T2" fmla="*/ 2147483647 w 95"/>
                  <a:gd name="T3" fmla="*/ 2147483647 h 313"/>
                  <a:gd name="T4" fmla="*/ 2147483647 w 95"/>
                  <a:gd name="T5" fmla="*/ 2147483647 h 313"/>
                  <a:gd name="T6" fmla="*/ 2147483647 w 95"/>
                  <a:gd name="T7" fmla="*/ 2147483647 h 313"/>
                  <a:gd name="T8" fmla="*/ 2147483647 w 95"/>
                  <a:gd name="T9" fmla="*/ 2147483647 h 313"/>
                  <a:gd name="T10" fmla="*/ 2147483647 w 95"/>
                  <a:gd name="T11" fmla="*/ 0 h 313"/>
                  <a:gd name="T12" fmla="*/ 2147483647 w 95"/>
                  <a:gd name="T13" fmla="*/ 2147483647 h 313"/>
                  <a:gd name="T14" fmla="*/ 0 w 95"/>
                  <a:gd name="T15" fmla="*/ 2147483647 h 313"/>
                  <a:gd name="T16" fmla="*/ 2147483647 w 95"/>
                  <a:gd name="T17" fmla="*/ 2147483647 h 313"/>
                  <a:gd name="T18" fmla="*/ 2147483647 w 95"/>
                  <a:gd name="T19" fmla="*/ 2147483647 h 313"/>
                  <a:gd name="T20" fmla="*/ 2147483647 w 95"/>
                  <a:gd name="T21" fmla="*/ 2147483647 h 31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95"/>
                  <a:gd name="T34" fmla="*/ 0 h 313"/>
                  <a:gd name="T35" fmla="*/ 95 w 95"/>
                  <a:gd name="T36" fmla="*/ 313 h 31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95" h="313">
                    <a:moveTo>
                      <a:pt x="11" y="313"/>
                    </a:moveTo>
                    <a:lnTo>
                      <a:pt x="86" y="278"/>
                    </a:lnTo>
                    <a:lnTo>
                      <a:pt x="93" y="214"/>
                    </a:lnTo>
                    <a:lnTo>
                      <a:pt x="95" y="144"/>
                    </a:lnTo>
                    <a:lnTo>
                      <a:pt x="92" y="72"/>
                    </a:lnTo>
                    <a:lnTo>
                      <a:pt x="83" y="0"/>
                    </a:lnTo>
                    <a:lnTo>
                      <a:pt x="4" y="15"/>
                    </a:lnTo>
                    <a:lnTo>
                      <a:pt x="0" y="86"/>
                    </a:lnTo>
                    <a:lnTo>
                      <a:pt x="3" y="164"/>
                    </a:lnTo>
                    <a:lnTo>
                      <a:pt x="8" y="241"/>
                    </a:lnTo>
                    <a:lnTo>
                      <a:pt x="11" y="313"/>
                    </a:lnTo>
                    <a:close/>
                  </a:path>
                </a:pathLst>
              </a:custGeom>
              <a:solidFill>
                <a:srgbClr val="AA8E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" name="Freeform 43"/>
              <p:cNvSpPr>
                <a:spLocks/>
              </p:cNvSpPr>
              <p:nvPr/>
            </p:nvSpPr>
            <p:spPr bwMode="auto">
              <a:xfrm>
                <a:off x="1646238" y="1644651"/>
                <a:ext cx="31750" cy="163513"/>
              </a:xfrm>
              <a:custGeom>
                <a:avLst/>
                <a:gdLst>
                  <a:gd name="T0" fmla="*/ 2147483647 w 104"/>
                  <a:gd name="T1" fmla="*/ 0 h 514"/>
                  <a:gd name="T2" fmla="*/ 0 w 104"/>
                  <a:gd name="T3" fmla="*/ 2147483647 h 514"/>
                  <a:gd name="T4" fmla="*/ 2147483647 w 104"/>
                  <a:gd name="T5" fmla="*/ 2147483647 h 514"/>
                  <a:gd name="T6" fmla="*/ 2147483647 w 104"/>
                  <a:gd name="T7" fmla="*/ 2147483647 h 514"/>
                  <a:gd name="T8" fmla="*/ 2147483647 w 104"/>
                  <a:gd name="T9" fmla="*/ 2147483647 h 514"/>
                  <a:gd name="T10" fmla="*/ 2147483647 w 104"/>
                  <a:gd name="T11" fmla="*/ 2147483647 h 514"/>
                  <a:gd name="T12" fmla="*/ 2147483647 w 104"/>
                  <a:gd name="T13" fmla="*/ 2147483647 h 514"/>
                  <a:gd name="T14" fmla="*/ 2147483647 w 104"/>
                  <a:gd name="T15" fmla="*/ 2147483647 h 514"/>
                  <a:gd name="T16" fmla="*/ 2147483647 w 104"/>
                  <a:gd name="T17" fmla="*/ 2147483647 h 514"/>
                  <a:gd name="T18" fmla="*/ 2147483647 w 104"/>
                  <a:gd name="T19" fmla="*/ 2147483647 h 514"/>
                  <a:gd name="T20" fmla="*/ 2147483647 w 104"/>
                  <a:gd name="T21" fmla="*/ 2147483647 h 514"/>
                  <a:gd name="T22" fmla="*/ 2147483647 w 104"/>
                  <a:gd name="T23" fmla="*/ 2147483647 h 514"/>
                  <a:gd name="T24" fmla="*/ 2147483647 w 104"/>
                  <a:gd name="T25" fmla="*/ 2147483647 h 514"/>
                  <a:gd name="T26" fmla="*/ 2147483647 w 104"/>
                  <a:gd name="T27" fmla="*/ 2147483647 h 514"/>
                  <a:gd name="T28" fmla="*/ 2147483647 w 104"/>
                  <a:gd name="T29" fmla="*/ 2147483647 h 514"/>
                  <a:gd name="T30" fmla="*/ 2147483647 w 104"/>
                  <a:gd name="T31" fmla="*/ 2147483647 h 514"/>
                  <a:gd name="T32" fmla="*/ 2147483647 w 104"/>
                  <a:gd name="T33" fmla="*/ 2147483647 h 514"/>
                  <a:gd name="T34" fmla="*/ 2147483647 w 104"/>
                  <a:gd name="T35" fmla="*/ 2147483647 h 514"/>
                  <a:gd name="T36" fmla="*/ 2147483647 w 104"/>
                  <a:gd name="T37" fmla="*/ 2147483647 h 514"/>
                  <a:gd name="T38" fmla="*/ 2147483647 w 104"/>
                  <a:gd name="T39" fmla="*/ 2147483647 h 514"/>
                  <a:gd name="T40" fmla="*/ 2147483647 w 104"/>
                  <a:gd name="T41" fmla="*/ 2147483647 h 514"/>
                  <a:gd name="T42" fmla="*/ 2147483647 w 104"/>
                  <a:gd name="T43" fmla="*/ 0 h 514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04"/>
                  <a:gd name="T67" fmla="*/ 0 h 514"/>
                  <a:gd name="T68" fmla="*/ 104 w 104"/>
                  <a:gd name="T69" fmla="*/ 514 h 514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04" h="514">
                    <a:moveTo>
                      <a:pt x="56" y="0"/>
                    </a:moveTo>
                    <a:lnTo>
                      <a:pt x="0" y="29"/>
                    </a:lnTo>
                    <a:lnTo>
                      <a:pt x="8" y="84"/>
                    </a:lnTo>
                    <a:lnTo>
                      <a:pt x="15" y="139"/>
                    </a:lnTo>
                    <a:lnTo>
                      <a:pt x="21" y="194"/>
                    </a:lnTo>
                    <a:lnTo>
                      <a:pt x="27" y="250"/>
                    </a:lnTo>
                    <a:lnTo>
                      <a:pt x="33" y="305"/>
                    </a:lnTo>
                    <a:lnTo>
                      <a:pt x="38" y="361"/>
                    </a:lnTo>
                    <a:lnTo>
                      <a:pt x="44" y="415"/>
                    </a:lnTo>
                    <a:lnTo>
                      <a:pt x="50" y="471"/>
                    </a:lnTo>
                    <a:lnTo>
                      <a:pt x="69" y="514"/>
                    </a:lnTo>
                    <a:lnTo>
                      <a:pt x="97" y="511"/>
                    </a:lnTo>
                    <a:lnTo>
                      <a:pt x="100" y="475"/>
                    </a:lnTo>
                    <a:lnTo>
                      <a:pt x="103" y="412"/>
                    </a:lnTo>
                    <a:lnTo>
                      <a:pt x="104" y="353"/>
                    </a:lnTo>
                    <a:lnTo>
                      <a:pt x="104" y="297"/>
                    </a:lnTo>
                    <a:lnTo>
                      <a:pt x="101" y="242"/>
                    </a:lnTo>
                    <a:lnTo>
                      <a:pt x="97" y="188"/>
                    </a:lnTo>
                    <a:lnTo>
                      <a:pt x="93" y="134"/>
                    </a:lnTo>
                    <a:lnTo>
                      <a:pt x="88" y="81"/>
                    </a:lnTo>
                    <a:lnTo>
                      <a:pt x="81" y="25"/>
                    </a:ln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" name="Freeform 44"/>
              <p:cNvSpPr>
                <a:spLocks/>
              </p:cNvSpPr>
              <p:nvPr/>
            </p:nvSpPr>
            <p:spPr bwMode="auto">
              <a:xfrm>
                <a:off x="1622425" y="1639888"/>
                <a:ext cx="41275" cy="11113"/>
              </a:xfrm>
              <a:custGeom>
                <a:avLst/>
                <a:gdLst>
                  <a:gd name="T0" fmla="*/ 2147483647 w 134"/>
                  <a:gd name="T1" fmla="*/ 2147483647 h 34"/>
                  <a:gd name="T2" fmla="*/ 2147483647 w 134"/>
                  <a:gd name="T3" fmla="*/ 2147483647 h 34"/>
                  <a:gd name="T4" fmla="*/ 0 w 134"/>
                  <a:gd name="T5" fmla="*/ 2147483647 h 34"/>
                  <a:gd name="T6" fmla="*/ 2147483647 w 134"/>
                  <a:gd name="T7" fmla="*/ 0 h 34"/>
                  <a:gd name="T8" fmla="*/ 2147483647 w 134"/>
                  <a:gd name="T9" fmla="*/ 2147483647 h 34"/>
                  <a:gd name="T10" fmla="*/ 2147483647 w 134"/>
                  <a:gd name="T11" fmla="*/ 2147483647 h 34"/>
                  <a:gd name="T12" fmla="*/ 2147483647 w 134"/>
                  <a:gd name="T13" fmla="*/ 2147483647 h 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4"/>
                  <a:gd name="T22" fmla="*/ 0 h 34"/>
                  <a:gd name="T23" fmla="*/ 134 w 134"/>
                  <a:gd name="T24" fmla="*/ 34 h 3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4" h="34">
                    <a:moveTo>
                      <a:pt x="67" y="34"/>
                    </a:moveTo>
                    <a:lnTo>
                      <a:pt x="34" y="32"/>
                    </a:lnTo>
                    <a:lnTo>
                      <a:pt x="0" y="30"/>
                    </a:lnTo>
                    <a:lnTo>
                      <a:pt x="67" y="0"/>
                    </a:lnTo>
                    <a:lnTo>
                      <a:pt x="134" y="5"/>
                    </a:lnTo>
                    <a:lnTo>
                      <a:pt x="93" y="18"/>
                    </a:lnTo>
                    <a:lnTo>
                      <a:pt x="67" y="34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8" name="Freeform 45"/>
              <p:cNvSpPr>
                <a:spLocks/>
              </p:cNvSpPr>
              <p:nvPr/>
            </p:nvSpPr>
            <p:spPr bwMode="auto">
              <a:xfrm>
                <a:off x="1655763" y="1751013"/>
                <a:ext cx="25400" cy="60325"/>
              </a:xfrm>
              <a:custGeom>
                <a:avLst/>
                <a:gdLst>
                  <a:gd name="T0" fmla="*/ 2147483647 w 78"/>
                  <a:gd name="T1" fmla="*/ 0 h 190"/>
                  <a:gd name="T2" fmla="*/ 2147483647 w 78"/>
                  <a:gd name="T3" fmla="*/ 2147483647 h 190"/>
                  <a:gd name="T4" fmla="*/ 2147483647 w 78"/>
                  <a:gd name="T5" fmla="*/ 2147483647 h 190"/>
                  <a:gd name="T6" fmla="*/ 2147483647 w 78"/>
                  <a:gd name="T7" fmla="*/ 2147483647 h 190"/>
                  <a:gd name="T8" fmla="*/ 2147483647 w 78"/>
                  <a:gd name="T9" fmla="*/ 2147483647 h 190"/>
                  <a:gd name="T10" fmla="*/ 2147483647 w 78"/>
                  <a:gd name="T11" fmla="*/ 2147483647 h 190"/>
                  <a:gd name="T12" fmla="*/ 2147483647 w 78"/>
                  <a:gd name="T13" fmla="*/ 2147483647 h 190"/>
                  <a:gd name="T14" fmla="*/ 0 w 78"/>
                  <a:gd name="T15" fmla="*/ 2147483647 h 190"/>
                  <a:gd name="T16" fmla="*/ 2147483647 w 78"/>
                  <a:gd name="T17" fmla="*/ 2147483647 h 190"/>
                  <a:gd name="T18" fmla="*/ 2147483647 w 78"/>
                  <a:gd name="T19" fmla="*/ 2147483647 h 190"/>
                  <a:gd name="T20" fmla="*/ 2147483647 w 78"/>
                  <a:gd name="T21" fmla="*/ 2147483647 h 190"/>
                  <a:gd name="T22" fmla="*/ 2147483647 w 78"/>
                  <a:gd name="T23" fmla="*/ 2147483647 h 190"/>
                  <a:gd name="T24" fmla="*/ 2147483647 w 78"/>
                  <a:gd name="T25" fmla="*/ 2147483647 h 190"/>
                  <a:gd name="T26" fmla="*/ 2147483647 w 78"/>
                  <a:gd name="T27" fmla="*/ 2147483647 h 190"/>
                  <a:gd name="T28" fmla="*/ 2147483647 w 78"/>
                  <a:gd name="T29" fmla="*/ 0 h 19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8"/>
                  <a:gd name="T46" fmla="*/ 0 h 190"/>
                  <a:gd name="T47" fmla="*/ 78 w 78"/>
                  <a:gd name="T48" fmla="*/ 190 h 19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8" h="190">
                    <a:moveTo>
                      <a:pt x="78" y="0"/>
                    </a:moveTo>
                    <a:lnTo>
                      <a:pt x="76" y="124"/>
                    </a:lnTo>
                    <a:lnTo>
                      <a:pt x="74" y="162"/>
                    </a:lnTo>
                    <a:lnTo>
                      <a:pt x="62" y="190"/>
                    </a:lnTo>
                    <a:lnTo>
                      <a:pt x="45" y="189"/>
                    </a:lnTo>
                    <a:lnTo>
                      <a:pt x="20" y="155"/>
                    </a:lnTo>
                    <a:lnTo>
                      <a:pt x="13" y="115"/>
                    </a:lnTo>
                    <a:lnTo>
                      <a:pt x="0" y="1"/>
                    </a:lnTo>
                    <a:lnTo>
                      <a:pt x="17" y="119"/>
                    </a:lnTo>
                    <a:lnTo>
                      <a:pt x="32" y="162"/>
                    </a:lnTo>
                    <a:lnTo>
                      <a:pt x="44" y="172"/>
                    </a:lnTo>
                    <a:lnTo>
                      <a:pt x="62" y="163"/>
                    </a:lnTo>
                    <a:lnTo>
                      <a:pt x="66" y="107"/>
                    </a:lnTo>
                    <a:lnTo>
                      <a:pt x="73" y="27"/>
                    </a:lnTo>
                    <a:lnTo>
                      <a:pt x="78" y="0"/>
                    </a:lnTo>
                    <a:close/>
                  </a:path>
                </a:pathLst>
              </a:custGeom>
              <a:solidFill>
                <a:srgbClr val="DBC4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9" name="Freeform 46"/>
              <p:cNvSpPr>
                <a:spLocks/>
              </p:cNvSpPr>
              <p:nvPr/>
            </p:nvSpPr>
            <p:spPr bwMode="auto">
              <a:xfrm>
                <a:off x="1422400" y="1679576"/>
                <a:ext cx="93662" cy="271463"/>
              </a:xfrm>
              <a:custGeom>
                <a:avLst/>
                <a:gdLst>
                  <a:gd name="T0" fmla="*/ 2147483647 w 295"/>
                  <a:gd name="T1" fmla="*/ 0 h 853"/>
                  <a:gd name="T2" fmla="*/ 2147483647 w 295"/>
                  <a:gd name="T3" fmla="*/ 2147483647 h 853"/>
                  <a:gd name="T4" fmla="*/ 2147483647 w 295"/>
                  <a:gd name="T5" fmla="*/ 2147483647 h 853"/>
                  <a:gd name="T6" fmla="*/ 2147483647 w 295"/>
                  <a:gd name="T7" fmla="*/ 2147483647 h 853"/>
                  <a:gd name="T8" fmla="*/ 2147483647 w 295"/>
                  <a:gd name="T9" fmla="*/ 2147483647 h 853"/>
                  <a:gd name="T10" fmla="*/ 2147483647 w 295"/>
                  <a:gd name="T11" fmla="*/ 2147483647 h 853"/>
                  <a:gd name="T12" fmla="*/ 2147483647 w 295"/>
                  <a:gd name="T13" fmla="*/ 2147483647 h 853"/>
                  <a:gd name="T14" fmla="*/ 0 w 295"/>
                  <a:gd name="T15" fmla="*/ 2147483647 h 853"/>
                  <a:gd name="T16" fmla="*/ 2147483647 w 295"/>
                  <a:gd name="T17" fmla="*/ 2147483647 h 853"/>
                  <a:gd name="T18" fmla="*/ 2147483647 w 295"/>
                  <a:gd name="T19" fmla="*/ 2147483647 h 853"/>
                  <a:gd name="T20" fmla="*/ 2147483647 w 295"/>
                  <a:gd name="T21" fmla="*/ 2147483647 h 853"/>
                  <a:gd name="T22" fmla="*/ 2147483647 w 295"/>
                  <a:gd name="T23" fmla="*/ 2147483647 h 853"/>
                  <a:gd name="T24" fmla="*/ 2147483647 w 295"/>
                  <a:gd name="T25" fmla="*/ 2147483647 h 853"/>
                  <a:gd name="T26" fmla="*/ 2147483647 w 295"/>
                  <a:gd name="T27" fmla="*/ 2147483647 h 853"/>
                  <a:gd name="T28" fmla="*/ 2147483647 w 295"/>
                  <a:gd name="T29" fmla="*/ 2147483647 h 853"/>
                  <a:gd name="T30" fmla="*/ 2147483647 w 295"/>
                  <a:gd name="T31" fmla="*/ 2147483647 h 853"/>
                  <a:gd name="T32" fmla="*/ 2147483647 w 295"/>
                  <a:gd name="T33" fmla="*/ 2147483647 h 853"/>
                  <a:gd name="T34" fmla="*/ 2147483647 w 295"/>
                  <a:gd name="T35" fmla="*/ 0 h 85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95"/>
                  <a:gd name="T55" fmla="*/ 0 h 853"/>
                  <a:gd name="T56" fmla="*/ 295 w 295"/>
                  <a:gd name="T57" fmla="*/ 853 h 853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95" h="853">
                    <a:moveTo>
                      <a:pt x="228" y="0"/>
                    </a:moveTo>
                    <a:lnTo>
                      <a:pt x="151" y="8"/>
                    </a:lnTo>
                    <a:lnTo>
                      <a:pt x="46" y="31"/>
                    </a:lnTo>
                    <a:lnTo>
                      <a:pt x="40" y="111"/>
                    </a:lnTo>
                    <a:lnTo>
                      <a:pt x="22" y="189"/>
                    </a:lnTo>
                    <a:lnTo>
                      <a:pt x="8" y="260"/>
                    </a:lnTo>
                    <a:lnTo>
                      <a:pt x="1" y="325"/>
                    </a:lnTo>
                    <a:lnTo>
                      <a:pt x="0" y="386"/>
                    </a:lnTo>
                    <a:lnTo>
                      <a:pt x="7" y="446"/>
                    </a:lnTo>
                    <a:lnTo>
                      <a:pt x="24" y="508"/>
                    </a:lnTo>
                    <a:lnTo>
                      <a:pt x="50" y="573"/>
                    </a:lnTo>
                    <a:lnTo>
                      <a:pt x="88" y="644"/>
                    </a:lnTo>
                    <a:lnTo>
                      <a:pt x="86" y="835"/>
                    </a:lnTo>
                    <a:lnTo>
                      <a:pt x="177" y="853"/>
                    </a:lnTo>
                    <a:lnTo>
                      <a:pt x="284" y="799"/>
                    </a:lnTo>
                    <a:lnTo>
                      <a:pt x="295" y="517"/>
                    </a:lnTo>
                    <a:lnTo>
                      <a:pt x="262" y="83"/>
                    </a:lnTo>
                    <a:lnTo>
                      <a:pt x="228" y="0"/>
                    </a:lnTo>
                    <a:close/>
                  </a:path>
                </a:pathLst>
              </a:custGeom>
              <a:solidFill>
                <a:srgbClr val="51442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0" name="Freeform 47"/>
              <p:cNvSpPr>
                <a:spLocks/>
              </p:cNvSpPr>
              <p:nvPr/>
            </p:nvSpPr>
            <p:spPr bwMode="auto">
              <a:xfrm>
                <a:off x="1528763" y="1624013"/>
                <a:ext cx="128587" cy="249238"/>
              </a:xfrm>
              <a:custGeom>
                <a:avLst/>
                <a:gdLst>
                  <a:gd name="T0" fmla="*/ 2147483647 w 405"/>
                  <a:gd name="T1" fmla="*/ 0 h 784"/>
                  <a:gd name="T2" fmla="*/ 2147483647 w 405"/>
                  <a:gd name="T3" fmla="*/ 2147483647 h 784"/>
                  <a:gd name="T4" fmla="*/ 2147483647 w 405"/>
                  <a:gd name="T5" fmla="*/ 2147483647 h 784"/>
                  <a:gd name="T6" fmla="*/ 2147483647 w 405"/>
                  <a:gd name="T7" fmla="*/ 2147483647 h 784"/>
                  <a:gd name="T8" fmla="*/ 2147483647 w 405"/>
                  <a:gd name="T9" fmla="*/ 2147483647 h 784"/>
                  <a:gd name="T10" fmla="*/ 2147483647 w 405"/>
                  <a:gd name="T11" fmla="*/ 2147483647 h 784"/>
                  <a:gd name="T12" fmla="*/ 2147483647 w 405"/>
                  <a:gd name="T13" fmla="*/ 2147483647 h 784"/>
                  <a:gd name="T14" fmla="*/ 2147483647 w 405"/>
                  <a:gd name="T15" fmla="*/ 2147483647 h 784"/>
                  <a:gd name="T16" fmla="*/ 2147483647 w 405"/>
                  <a:gd name="T17" fmla="*/ 2147483647 h 784"/>
                  <a:gd name="T18" fmla="*/ 2147483647 w 405"/>
                  <a:gd name="T19" fmla="*/ 2147483647 h 784"/>
                  <a:gd name="T20" fmla="*/ 2147483647 w 405"/>
                  <a:gd name="T21" fmla="*/ 2147483647 h 784"/>
                  <a:gd name="T22" fmla="*/ 2147483647 w 405"/>
                  <a:gd name="T23" fmla="*/ 2147483647 h 784"/>
                  <a:gd name="T24" fmla="*/ 2147483647 w 405"/>
                  <a:gd name="T25" fmla="*/ 2147483647 h 784"/>
                  <a:gd name="T26" fmla="*/ 2147483647 w 405"/>
                  <a:gd name="T27" fmla="*/ 2147483647 h 784"/>
                  <a:gd name="T28" fmla="*/ 2147483647 w 405"/>
                  <a:gd name="T29" fmla="*/ 2147483647 h 784"/>
                  <a:gd name="T30" fmla="*/ 2147483647 w 405"/>
                  <a:gd name="T31" fmla="*/ 2147483647 h 784"/>
                  <a:gd name="T32" fmla="*/ 0 w 405"/>
                  <a:gd name="T33" fmla="*/ 2147483647 h 784"/>
                  <a:gd name="T34" fmla="*/ 2147483647 w 405"/>
                  <a:gd name="T35" fmla="*/ 2147483647 h 784"/>
                  <a:gd name="T36" fmla="*/ 2147483647 w 405"/>
                  <a:gd name="T37" fmla="*/ 2147483647 h 784"/>
                  <a:gd name="T38" fmla="*/ 2147483647 w 405"/>
                  <a:gd name="T39" fmla="*/ 2147483647 h 784"/>
                  <a:gd name="T40" fmla="*/ 2147483647 w 405"/>
                  <a:gd name="T41" fmla="*/ 2147483647 h 784"/>
                  <a:gd name="T42" fmla="*/ 2147483647 w 405"/>
                  <a:gd name="T43" fmla="*/ 2147483647 h 784"/>
                  <a:gd name="T44" fmla="*/ 2147483647 w 405"/>
                  <a:gd name="T45" fmla="*/ 2147483647 h 784"/>
                  <a:gd name="T46" fmla="*/ 2147483647 w 405"/>
                  <a:gd name="T47" fmla="*/ 2147483647 h 784"/>
                  <a:gd name="T48" fmla="*/ 2147483647 w 405"/>
                  <a:gd name="T49" fmla="*/ 2147483647 h 784"/>
                  <a:gd name="T50" fmla="*/ 2147483647 w 405"/>
                  <a:gd name="T51" fmla="*/ 2147483647 h 784"/>
                  <a:gd name="T52" fmla="*/ 2147483647 w 405"/>
                  <a:gd name="T53" fmla="*/ 2147483647 h 784"/>
                  <a:gd name="T54" fmla="*/ 2147483647 w 405"/>
                  <a:gd name="T55" fmla="*/ 2147483647 h 784"/>
                  <a:gd name="T56" fmla="*/ 2147483647 w 405"/>
                  <a:gd name="T57" fmla="*/ 2147483647 h 784"/>
                  <a:gd name="T58" fmla="*/ 2147483647 w 405"/>
                  <a:gd name="T59" fmla="*/ 2147483647 h 784"/>
                  <a:gd name="T60" fmla="*/ 2147483647 w 405"/>
                  <a:gd name="T61" fmla="*/ 2147483647 h 784"/>
                  <a:gd name="T62" fmla="*/ 2147483647 w 405"/>
                  <a:gd name="T63" fmla="*/ 2147483647 h 784"/>
                  <a:gd name="T64" fmla="*/ 2147483647 w 405"/>
                  <a:gd name="T65" fmla="*/ 2147483647 h 784"/>
                  <a:gd name="T66" fmla="*/ 2147483647 w 405"/>
                  <a:gd name="T67" fmla="*/ 2147483647 h 784"/>
                  <a:gd name="T68" fmla="*/ 2147483647 w 405"/>
                  <a:gd name="T69" fmla="*/ 2147483647 h 784"/>
                  <a:gd name="T70" fmla="*/ 2147483647 w 405"/>
                  <a:gd name="T71" fmla="*/ 2147483647 h 784"/>
                  <a:gd name="T72" fmla="*/ 2147483647 w 405"/>
                  <a:gd name="T73" fmla="*/ 2147483647 h 784"/>
                  <a:gd name="T74" fmla="*/ 2147483647 w 405"/>
                  <a:gd name="T75" fmla="*/ 2147483647 h 784"/>
                  <a:gd name="T76" fmla="*/ 2147483647 w 405"/>
                  <a:gd name="T77" fmla="*/ 2147483647 h 784"/>
                  <a:gd name="T78" fmla="*/ 2147483647 w 405"/>
                  <a:gd name="T79" fmla="*/ 2147483647 h 784"/>
                  <a:gd name="T80" fmla="*/ 2147483647 w 405"/>
                  <a:gd name="T81" fmla="*/ 2147483647 h 784"/>
                  <a:gd name="T82" fmla="*/ 2147483647 w 405"/>
                  <a:gd name="T83" fmla="*/ 2147483647 h 784"/>
                  <a:gd name="T84" fmla="*/ 2147483647 w 405"/>
                  <a:gd name="T85" fmla="*/ 2147483647 h 784"/>
                  <a:gd name="T86" fmla="*/ 2147483647 w 405"/>
                  <a:gd name="T87" fmla="*/ 2147483647 h 784"/>
                  <a:gd name="T88" fmla="*/ 2147483647 w 405"/>
                  <a:gd name="T89" fmla="*/ 2147483647 h 784"/>
                  <a:gd name="T90" fmla="*/ 2147483647 w 405"/>
                  <a:gd name="T91" fmla="*/ 2147483647 h 784"/>
                  <a:gd name="T92" fmla="*/ 2147483647 w 405"/>
                  <a:gd name="T93" fmla="*/ 2147483647 h 784"/>
                  <a:gd name="T94" fmla="*/ 2147483647 w 405"/>
                  <a:gd name="T95" fmla="*/ 2147483647 h 784"/>
                  <a:gd name="T96" fmla="*/ 2147483647 w 405"/>
                  <a:gd name="T97" fmla="*/ 0 h 784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05"/>
                  <a:gd name="T148" fmla="*/ 0 h 784"/>
                  <a:gd name="T149" fmla="*/ 405 w 405"/>
                  <a:gd name="T150" fmla="*/ 784 h 784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05" h="784">
                    <a:moveTo>
                      <a:pt x="360" y="0"/>
                    </a:moveTo>
                    <a:lnTo>
                      <a:pt x="338" y="6"/>
                    </a:lnTo>
                    <a:lnTo>
                      <a:pt x="316" y="12"/>
                    </a:lnTo>
                    <a:lnTo>
                      <a:pt x="292" y="19"/>
                    </a:lnTo>
                    <a:lnTo>
                      <a:pt x="269" y="24"/>
                    </a:lnTo>
                    <a:lnTo>
                      <a:pt x="247" y="30"/>
                    </a:lnTo>
                    <a:lnTo>
                      <a:pt x="224" y="36"/>
                    </a:lnTo>
                    <a:lnTo>
                      <a:pt x="200" y="41"/>
                    </a:lnTo>
                    <a:lnTo>
                      <a:pt x="177" y="47"/>
                    </a:lnTo>
                    <a:lnTo>
                      <a:pt x="154" y="52"/>
                    </a:lnTo>
                    <a:lnTo>
                      <a:pt x="131" y="57"/>
                    </a:lnTo>
                    <a:lnTo>
                      <a:pt x="108" y="62"/>
                    </a:lnTo>
                    <a:lnTo>
                      <a:pt x="86" y="67"/>
                    </a:lnTo>
                    <a:lnTo>
                      <a:pt x="64" y="73"/>
                    </a:lnTo>
                    <a:lnTo>
                      <a:pt x="42" y="78"/>
                    </a:lnTo>
                    <a:lnTo>
                      <a:pt x="21" y="82"/>
                    </a:lnTo>
                    <a:lnTo>
                      <a:pt x="0" y="87"/>
                    </a:lnTo>
                    <a:lnTo>
                      <a:pt x="11" y="175"/>
                    </a:lnTo>
                    <a:lnTo>
                      <a:pt x="20" y="262"/>
                    </a:lnTo>
                    <a:lnTo>
                      <a:pt x="29" y="348"/>
                    </a:lnTo>
                    <a:lnTo>
                      <a:pt x="36" y="435"/>
                    </a:lnTo>
                    <a:lnTo>
                      <a:pt x="42" y="520"/>
                    </a:lnTo>
                    <a:lnTo>
                      <a:pt x="45" y="607"/>
                    </a:lnTo>
                    <a:lnTo>
                      <a:pt x="47" y="694"/>
                    </a:lnTo>
                    <a:lnTo>
                      <a:pt x="47" y="784"/>
                    </a:lnTo>
                    <a:lnTo>
                      <a:pt x="74" y="775"/>
                    </a:lnTo>
                    <a:lnTo>
                      <a:pt x="99" y="766"/>
                    </a:lnTo>
                    <a:lnTo>
                      <a:pt x="123" y="758"/>
                    </a:lnTo>
                    <a:lnTo>
                      <a:pt x="147" y="748"/>
                    </a:lnTo>
                    <a:lnTo>
                      <a:pt x="169" y="739"/>
                    </a:lnTo>
                    <a:lnTo>
                      <a:pt x="191" y="729"/>
                    </a:lnTo>
                    <a:lnTo>
                      <a:pt x="212" y="718"/>
                    </a:lnTo>
                    <a:lnTo>
                      <a:pt x="233" y="708"/>
                    </a:lnTo>
                    <a:lnTo>
                      <a:pt x="254" y="696"/>
                    </a:lnTo>
                    <a:lnTo>
                      <a:pt x="274" y="684"/>
                    </a:lnTo>
                    <a:lnTo>
                      <a:pt x="295" y="672"/>
                    </a:lnTo>
                    <a:lnTo>
                      <a:pt x="316" y="660"/>
                    </a:lnTo>
                    <a:lnTo>
                      <a:pt x="337" y="648"/>
                    </a:lnTo>
                    <a:lnTo>
                      <a:pt x="359" y="634"/>
                    </a:lnTo>
                    <a:lnTo>
                      <a:pt x="382" y="621"/>
                    </a:lnTo>
                    <a:lnTo>
                      <a:pt x="405" y="607"/>
                    </a:lnTo>
                    <a:lnTo>
                      <a:pt x="402" y="530"/>
                    </a:lnTo>
                    <a:lnTo>
                      <a:pt x="399" y="454"/>
                    </a:lnTo>
                    <a:lnTo>
                      <a:pt x="395" y="378"/>
                    </a:lnTo>
                    <a:lnTo>
                      <a:pt x="391" y="303"/>
                    </a:lnTo>
                    <a:lnTo>
                      <a:pt x="386" y="228"/>
                    </a:lnTo>
                    <a:lnTo>
                      <a:pt x="379" y="153"/>
                    </a:lnTo>
                    <a:lnTo>
                      <a:pt x="370" y="77"/>
                    </a:lnTo>
                    <a:lnTo>
                      <a:pt x="360" y="0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1" name="Freeform 48"/>
              <p:cNvSpPr>
                <a:spLocks/>
              </p:cNvSpPr>
              <p:nvPr/>
            </p:nvSpPr>
            <p:spPr bwMode="auto">
              <a:xfrm>
                <a:off x="1506538" y="1590676"/>
                <a:ext cx="158750" cy="349250"/>
              </a:xfrm>
              <a:custGeom>
                <a:avLst/>
                <a:gdLst>
                  <a:gd name="T0" fmla="*/ 2147483647 w 497"/>
                  <a:gd name="T1" fmla="*/ 0 h 1099"/>
                  <a:gd name="T2" fmla="*/ 2147483647 w 497"/>
                  <a:gd name="T3" fmla="*/ 2147483647 h 1099"/>
                  <a:gd name="T4" fmla="*/ 2147483647 w 497"/>
                  <a:gd name="T5" fmla="*/ 2147483647 h 1099"/>
                  <a:gd name="T6" fmla="*/ 2147483647 w 497"/>
                  <a:gd name="T7" fmla="*/ 2147483647 h 1099"/>
                  <a:gd name="T8" fmla="*/ 2147483647 w 497"/>
                  <a:gd name="T9" fmla="*/ 2147483647 h 1099"/>
                  <a:gd name="T10" fmla="*/ 2147483647 w 497"/>
                  <a:gd name="T11" fmla="*/ 2147483647 h 1099"/>
                  <a:gd name="T12" fmla="*/ 2147483647 w 497"/>
                  <a:gd name="T13" fmla="*/ 2147483647 h 1099"/>
                  <a:gd name="T14" fmla="*/ 2147483647 w 497"/>
                  <a:gd name="T15" fmla="*/ 2147483647 h 1099"/>
                  <a:gd name="T16" fmla="*/ 2147483647 w 497"/>
                  <a:gd name="T17" fmla="*/ 2147483647 h 1099"/>
                  <a:gd name="T18" fmla="*/ 2147483647 w 497"/>
                  <a:gd name="T19" fmla="*/ 2147483647 h 1099"/>
                  <a:gd name="T20" fmla="*/ 2147483647 w 497"/>
                  <a:gd name="T21" fmla="*/ 2147483647 h 1099"/>
                  <a:gd name="T22" fmla="*/ 2147483647 w 497"/>
                  <a:gd name="T23" fmla="*/ 2147483647 h 1099"/>
                  <a:gd name="T24" fmla="*/ 2147483647 w 497"/>
                  <a:gd name="T25" fmla="*/ 2147483647 h 1099"/>
                  <a:gd name="T26" fmla="*/ 2147483647 w 497"/>
                  <a:gd name="T27" fmla="*/ 2147483647 h 1099"/>
                  <a:gd name="T28" fmla="*/ 2147483647 w 497"/>
                  <a:gd name="T29" fmla="*/ 2147483647 h 1099"/>
                  <a:gd name="T30" fmla="*/ 2147483647 w 497"/>
                  <a:gd name="T31" fmla="*/ 2147483647 h 1099"/>
                  <a:gd name="T32" fmla="*/ 0 w 497"/>
                  <a:gd name="T33" fmla="*/ 2147483647 h 1099"/>
                  <a:gd name="T34" fmla="*/ 2147483647 w 497"/>
                  <a:gd name="T35" fmla="*/ 2147483647 h 1099"/>
                  <a:gd name="T36" fmla="*/ 2147483647 w 497"/>
                  <a:gd name="T37" fmla="*/ 2147483647 h 1099"/>
                  <a:gd name="T38" fmla="*/ 2147483647 w 497"/>
                  <a:gd name="T39" fmla="*/ 2147483647 h 1099"/>
                  <a:gd name="T40" fmla="*/ 2147483647 w 497"/>
                  <a:gd name="T41" fmla="*/ 2147483647 h 1099"/>
                  <a:gd name="T42" fmla="*/ 2147483647 w 497"/>
                  <a:gd name="T43" fmla="*/ 2147483647 h 1099"/>
                  <a:gd name="T44" fmla="*/ 2147483647 w 497"/>
                  <a:gd name="T45" fmla="*/ 2147483647 h 1099"/>
                  <a:gd name="T46" fmla="*/ 2147483647 w 497"/>
                  <a:gd name="T47" fmla="*/ 2147483647 h 1099"/>
                  <a:gd name="T48" fmla="*/ 2147483647 w 497"/>
                  <a:gd name="T49" fmla="*/ 2147483647 h 1099"/>
                  <a:gd name="T50" fmla="*/ 2147483647 w 497"/>
                  <a:gd name="T51" fmla="*/ 2147483647 h 1099"/>
                  <a:gd name="T52" fmla="*/ 2147483647 w 497"/>
                  <a:gd name="T53" fmla="*/ 2147483647 h 1099"/>
                  <a:gd name="T54" fmla="*/ 2147483647 w 497"/>
                  <a:gd name="T55" fmla="*/ 2147483647 h 1099"/>
                  <a:gd name="T56" fmla="*/ 2147483647 w 497"/>
                  <a:gd name="T57" fmla="*/ 2147483647 h 1099"/>
                  <a:gd name="T58" fmla="*/ 2147483647 w 497"/>
                  <a:gd name="T59" fmla="*/ 2147483647 h 1099"/>
                  <a:gd name="T60" fmla="*/ 2147483647 w 497"/>
                  <a:gd name="T61" fmla="*/ 2147483647 h 1099"/>
                  <a:gd name="T62" fmla="*/ 2147483647 w 497"/>
                  <a:gd name="T63" fmla="*/ 2147483647 h 1099"/>
                  <a:gd name="T64" fmla="*/ 2147483647 w 497"/>
                  <a:gd name="T65" fmla="*/ 2147483647 h 1099"/>
                  <a:gd name="T66" fmla="*/ 2147483647 w 497"/>
                  <a:gd name="T67" fmla="*/ 2147483647 h 1099"/>
                  <a:gd name="T68" fmla="*/ 2147483647 w 497"/>
                  <a:gd name="T69" fmla="*/ 2147483647 h 1099"/>
                  <a:gd name="T70" fmla="*/ 2147483647 w 497"/>
                  <a:gd name="T71" fmla="*/ 2147483647 h 1099"/>
                  <a:gd name="T72" fmla="*/ 2147483647 w 497"/>
                  <a:gd name="T73" fmla="*/ 2147483647 h 1099"/>
                  <a:gd name="T74" fmla="*/ 2147483647 w 497"/>
                  <a:gd name="T75" fmla="*/ 2147483647 h 1099"/>
                  <a:gd name="T76" fmla="*/ 2147483647 w 497"/>
                  <a:gd name="T77" fmla="*/ 2147483647 h 1099"/>
                  <a:gd name="T78" fmla="*/ 2147483647 w 497"/>
                  <a:gd name="T79" fmla="*/ 2147483647 h 1099"/>
                  <a:gd name="T80" fmla="*/ 2147483647 w 497"/>
                  <a:gd name="T81" fmla="*/ 2147483647 h 1099"/>
                  <a:gd name="T82" fmla="*/ 2147483647 w 497"/>
                  <a:gd name="T83" fmla="*/ 2147483647 h 1099"/>
                  <a:gd name="T84" fmla="*/ 2147483647 w 497"/>
                  <a:gd name="T85" fmla="*/ 2147483647 h 1099"/>
                  <a:gd name="T86" fmla="*/ 2147483647 w 497"/>
                  <a:gd name="T87" fmla="*/ 2147483647 h 1099"/>
                  <a:gd name="T88" fmla="*/ 2147483647 w 497"/>
                  <a:gd name="T89" fmla="*/ 2147483647 h 1099"/>
                  <a:gd name="T90" fmla="*/ 2147483647 w 497"/>
                  <a:gd name="T91" fmla="*/ 2147483647 h 1099"/>
                  <a:gd name="T92" fmla="*/ 2147483647 w 497"/>
                  <a:gd name="T93" fmla="*/ 2147483647 h 1099"/>
                  <a:gd name="T94" fmla="*/ 2147483647 w 497"/>
                  <a:gd name="T95" fmla="*/ 2147483647 h 1099"/>
                  <a:gd name="T96" fmla="*/ 2147483647 w 497"/>
                  <a:gd name="T97" fmla="*/ 0 h 109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97"/>
                  <a:gd name="T148" fmla="*/ 0 h 1099"/>
                  <a:gd name="T149" fmla="*/ 497 w 497"/>
                  <a:gd name="T150" fmla="*/ 1099 h 109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97" h="1099">
                    <a:moveTo>
                      <a:pt x="433" y="0"/>
                    </a:moveTo>
                    <a:lnTo>
                      <a:pt x="406" y="6"/>
                    </a:lnTo>
                    <a:lnTo>
                      <a:pt x="378" y="11"/>
                    </a:lnTo>
                    <a:lnTo>
                      <a:pt x="351" y="17"/>
                    </a:lnTo>
                    <a:lnTo>
                      <a:pt x="324" y="23"/>
                    </a:lnTo>
                    <a:lnTo>
                      <a:pt x="297" y="30"/>
                    </a:lnTo>
                    <a:lnTo>
                      <a:pt x="270" y="37"/>
                    </a:lnTo>
                    <a:lnTo>
                      <a:pt x="244" y="43"/>
                    </a:lnTo>
                    <a:lnTo>
                      <a:pt x="217" y="49"/>
                    </a:lnTo>
                    <a:lnTo>
                      <a:pt x="190" y="55"/>
                    </a:lnTo>
                    <a:lnTo>
                      <a:pt x="164" y="61"/>
                    </a:lnTo>
                    <a:lnTo>
                      <a:pt x="137" y="66"/>
                    </a:lnTo>
                    <a:lnTo>
                      <a:pt x="110" y="71"/>
                    </a:lnTo>
                    <a:lnTo>
                      <a:pt x="83" y="76"/>
                    </a:lnTo>
                    <a:lnTo>
                      <a:pt x="56" y="81"/>
                    </a:lnTo>
                    <a:lnTo>
                      <a:pt x="28" y="85"/>
                    </a:lnTo>
                    <a:lnTo>
                      <a:pt x="0" y="88"/>
                    </a:lnTo>
                    <a:lnTo>
                      <a:pt x="15" y="214"/>
                    </a:lnTo>
                    <a:lnTo>
                      <a:pt x="28" y="341"/>
                    </a:lnTo>
                    <a:lnTo>
                      <a:pt x="40" y="467"/>
                    </a:lnTo>
                    <a:lnTo>
                      <a:pt x="49" y="592"/>
                    </a:lnTo>
                    <a:lnTo>
                      <a:pt x="55" y="718"/>
                    </a:lnTo>
                    <a:lnTo>
                      <a:pt x="58" y="845"/>
                    </a:lnTo>
                    <a:lnTo>
                      <a:pt x="56" y="972"/>
                    </a:lnTo>
                    <a:lnTo>
                      <a:pt x="49" y="1099"/>
                    </a:lnTo>
                    <a:lnTo>
                      <a:pt x="81" y="1089"/>
                    </a:lnTo>
                    <a:lnTo>
                      <a:pt x="111" y="1080"/>
                    </a:lnTo>
                    <a:lnTo>
                      <a:pt x="142" y="1069"/>
                    </a:lnTo>
                    <a:lnTo>
                      <a:pt x="171" y="1059"/>
                    </a:lnTo>
                    <a:lnTo>
                      <a:pt x="200" y="1047"/>
                    </a:lnTo>
                    <a:lnTo>
                      <a:pt x="230" y="1035"/>
                    </a:lnTo>
                    <a:lnTo>
                      <a:pt x="258" y="1020"/>
                    </a:lnTo>
                    <a:lnTo>
                      <a:pt x="286" y="1006"/>
                    </a:lnTo>
                    <a:lnTo>
                      <a:pt x="313" y="991"/>
                    </a:lnTo>
                    <a:lnTo>
                      <a:pt x="340" y="975"/>
                    </a:lnTo>
                    <a:lnTo>
                      <a:pt x="367" y="958"/>
                    </a:lnTo>
                    <a:lnTo>
                      <a:pt x="392" y="939"/>
                    </a:lnTo>
                    <a:lnTo>
                      <a:pt x="417" y="920"/>
                    </a:lnTo>
                    <a:lnTo>
                      <a:pt x="442" y="900"/>
                    </a:lnTo>
                    <a:lnTo>
                      <a:pt x="466" y="878"/>
                    </a:lnTo>
                    <a:lnTo>
                      <a:pt x="489" y="855"/>
                    </a:lnTo>
                    <a:lnTo>
                      <a:pt x="494" y="757"/>
                    </a:lnTo>
                    <a:lnTo>
                      <a:pt x="497" y="649"/>
                    </a:lnTo>
                    <a:lnTo>
                      <a:pt x="497" y="537"/>
                    </a:lnTo>
                    <a:lnTo>
                      <a:pt x="493" y="421"/>
                    </a:lnTo>
                    <a:lnTo>
                      <a:pt x="486" y="307"/>
                    </a:lnTo>
                    <a:lnTo>
                      <a:pt x="474" y="197"/>
                    </a:lnTo>
                    <a:lnTo>
                      <a:pt x="457" y="93"/>
                    </a:lnTo>
                    <a:lnTo>
                      <a:pt x="433" y="0"/>
                    </a:lnTo>
                    <a:close/>
                  </a:path>
                </a:pathLst>
              </a:custGeom>
              <a:solidFill>
                <a:srgbClr val="AA8E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2" name="Freeform 49"/>
              <p:cNvSpPr>
                <a:spLocks/>
              </p:cNvSpPr>
              <p:nvPr/>
            </p:nvSpPr>
            <p:spPr bwMode="auto">
              <a:xfrm>
                <a:off x="1511300" y="1592263"/>
                <a:ext cx="152400" cy="333375"/>
              </a:xfrm>
              <a:custGeom>
                <a:avLst/>
                <a:gdLst>
                  <a:gd name="T0" fmla="*/ 2147483647 w 480"/>
                  <a:gd name="T1" fmla="*/ 0 h 1053"/>
                  <a:gd name="T2" fmla="*/ 2147483647 w 480"/>
                  <a:gd name="T3" fmla="*/ 2147483647 h 1053"/>
                  <a:gd name="T4" fmla="*/ 2147483647 w 480"/>
                  <a:gd name="T5" fmla="*/ 2147483647 h 1053"/>
                  <a:gd name="T6" fmla="*/ 2147483647 w 480"/>
                  <a:gd name="T7" fmla="*/ 2147483647 h 1053"/>
                  <a:gd name="T8" fmla="*/ 2147483647 w 480"/>
                  <a:gd name="T9" fmla="*/ 2147483647 h 1053"/>
                  <a:gd name="T10" fmla="*/ 2147483647 w 480"/>
                  <a:gd name="T11" fmla="*/ 2147483647 h 1053"/>
                  <a:gd name="T12" fmla="*/ 2147483647 w 480"/>
                  <a:gd name="T13" fmla="*/ 2147483647 h 1053"/>
                  <a:gd name="T14" fmla="*/ 2147483647 w 480"/>
                  <a:gd name="T15" fmla="*/ 2147483647 h 1053"/>
                  <a:gd name="T16" fmla="*/ 2147483647 w 480"/>
                  <a:gd name="T17" fmla="*/ 2147483647 h 1053"/>
                  <a:gd name="T18" fmla="*/ 2147483647 w 480"/>
                  <a:gd name="T19" fmla="*/ 2147483647 h 1053"/>
                  <a:gd name="T20" fmla="*/ 2147483647 w 480"/>
                  <a:gd name="T21" fmla="*/ 2147483647 h 1053"/>
                  <a:gd name="T22" fmla="*/ 2147483647 w 480"/>
                  <a:gd name="T23" fmla="*/ 2147483647 h 1053"/>
                  <a:gd name="T24" fmla="*/ 2147483647 w 480"/>
                  <a:gd name="T25" fmla="*/ 2147483647 h 1053"/>
                  <a:gd name="T26" fmla="*/ 2147483647 w 480"/>
                  <a:gd name="T27" fmla="*/ 2147483647 h 1053"/>
                  <a:gd name="T28" fmla="*/ 2147483647 w 480"/>
                  <a:gd name="T29" fmla="*/ 2147483647 h 1053"/>
                  <a:gd name="T30" fmla="*/ 2147483647 w 480"/>
                  <a:gd name="T31" fmla="*/ 2147483647 h 1053"/>
                  <a:gd name="T32" fmla="*/ 0 w 480"/>
                  <a:gd name="T33" fmla="*/ 2147483647 h 1053"/>
                  <a:gd name="T34" fmla="*/ 2147483647 w 480"/>
                  <a:gd name="T35" fmla="*/ 2147483647 h 1053"/>
                  <a:gd name="T36" fmla="*/ 2147483647 w 480"/>
                  <a:gd name="T37" fmla="*/ 2147483647 h 1053"/>
                  <a:gd name="T38" fmla="*/ 2147483647 w 480"/>
                  <a:gd name="T39" fmla="*/ 2147483647 h 1053"/>
                  <a:gd name="T40" fmla="*/ 2147483647 w 480"/>
                  <a:gd name="T41" fmla="*/ 2147483647 h 1053"/>
                  <a:gd name="T42" fmla="*/ 2147483647 w 480"/>
                  <a:gd name="T43" fmla="*/ 2147483647 h 1053"/>
                  <a:gd name="T44" fmla="*/ 2147483647 w 480"/>
                  <a:gd name="T45" fmla="*/ 2147483647 h 1053"/>
                  <a:gd name="T46" fmla="*/ 2147483647 w 480"/>
                  <a:gd name="T47" fmla="*/ 2147483647 h 1053"/>
                  <a:gd name="T48" fmla="*/ 2147483647 w 480"/>
                  <a:gd name="T49" fmla="*/ 2147483647 h 1053"/>
                  <a:gd name="T50" fmla="*/ 2147483647 w 480"/>
                  <a:gd name="T51" fmla="*/ 2147483647 h 1053"/>
                  <a:gd name="T52" fmla="*/ 2147483647 w 480"/>
                  <a:gd name="T53" fmla="*/ 2147483647 h 1053"/>
                  <a:gd name="T54" fmla="*/ 2147483647 w 480"/>
                  <a:gd name="T55" fmla="*/ 2147483647 h 1053"/>
                  <a:gd name="T56" fmla="*/ 2147483647 w 480"/>
                  <a:gd name="T57" fmla="*/ 2147483647 h 1053"/>
                  <a:gd name="T58" fmla="*/ 2147483647 w 480"/>
                  <a:gd name="T59" fmla="*/ 2147483647 h 1053"/>
                  <a:gd name="T60" fmla="*/ 2147483647 w 480"/>
                  <a:gd name="T61" fmla="*/ 2147483647 h 1053"/>
                  <a:gd name="T62" fmla="*/ 2147483647 w 480"/>
                  <a:gd name="T63" fmla="*/ 2147483647 h 1053"/>
                  <a:gd name="T64" fmla="*/ 2147483647 w 480"/>
                  <a:gd name="T65" fmla="*/ 2147483647 h 1053"/>
                  <a:gd name="T66" fmla="*/ 2147483647 w 480"/>
                  <a:gd name="T67" fmla="*/ 2147483647 h 1053"/>
                  <a:gd name="T68" fmla="*/ 2147483647 w 480"/>
                  <a:gd name="T69" fmla="*/ 2147483647 h 1053"/>
                  <a:gd name="T70" fmla="*/ 2147483647 w 480"/>
                  <a:gd name="T71" fmla="*/ 2147483647 h 1053"/>
                  <a:gd name="T72" fmla="*/ 2147483647 w 480"/>
                  <a:gd name="T73" fmla="*/ 2147483647 h 1053"/>
                  <a:gd name="T74" fmla="*/ 2147483647 w 480"/>
                  <a:gd name="T75" fmla="*/ 2147483647 h 1053"/>
                  <a:gd name="T76" fmla="*/ 2147483647 w 480"/>
                  <a:gd name="T77" fmla="*/ 2147483647 h 1053"/>
                  <a:gd name="T78" fmla="*/ 2147483647 w 480"/>
                  <a:gd name="T79" fmla="*/ 2147483647 h 1053"/>
                  <a:gd name="T80" fmla="*/ 2147483647 w 480"/>
                  <a:gd name="T81" fmla="*/ 2147483647 h 1053"/>
                  <a:gd name="T82" fmla="*/ 2147483647 w 480"/>
                  <a:gd name="T83" fmla="*/ 2147483647 h 1053"/>
                  <a:gd name="T84" fmla="*/ 2147483647 w 480"/>
                  <a:gd name="T85" fmla="*/ 2147483647 h 1053"/>
                  <a:gd name="T86" fmla="*/ 2147483647 w 480"/>
                  <a:gd name="T87" fmla="*/ 2147483647 h 1053"/>
                  <a:gd name="T88" fmla="*/ 2147483647 w 480"/>
                  <a:gd name="T89" fmla="*/ 2147483647 h 1053"/>
                  <a:gd name="T90" fmla="*/ 2147483647 w 480"/>
                  <a:gd name="T91" fmla="*/ 2147483647 h 1053"/>
                  <a:gd name="T92" fmla="*/ 2147483647 w 480"/>
                  <a:gd name="T93" fmla="*/ 2147483647 h 1053"/>
                  <a:gd name="T94" fmla="*/ 2147483647 w 480"/>
                  <a:gd name="T95" fmla="*/ 2147483647 h 1053"/>
                  <a:gd name="T96" fmla="*/ 2147483647 w 480"/>
                  <a:gd name="T97" fmla="*/ 0 h 1053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80"/>
                  <a:gd name="T148" fmla="*/ 0 h 1053"/>
                  <a:gd name="T149" fmla="*/ 480 w 480"/>
                  <a:gd name="T150" fmla="*/ 1053 h 1053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80" h="1053">
                    <a:moveTo>
                      <a:pt x="418" y="0"/>
                    </a:moveTo>
                    <a:lnTo>
                      <a:pt x="392" y="5"/>
                    </a:lnTo>
                    <a:lnTo>
                      <a:pt x="366" y="11"/>
                    </a:lnTo>
                    <a:lnTo>
                      <a:pt x="339" y="16"/>
                    </a:lnTo>
                    <a:lnTo>
                      <a:pt x="313" y="22"/>
                    </a:lnTo>
                    <a:lnTo>
                      <a:pt x="288" y="28"/>
                    </a:lnTo>
                    <a:lnTo>
                      <a:pt x="261" y="34"/>
                    </a:lnTo>
                    <a:lnTo>
                      <a:pt x="236" y="40"/>
                    </a:lnTo>
                    <a:lnTo>
                      <a:pt x="210" y="46"/>
                    </a:lnTo>
                    <a:lnTo>
                      <a:pt x="184" y="51"/>
                    </a:lnTo>
                    <a:lnTo>
                      <a:pt x="158" y="57"/>
                    </a:lnTo>
                    <a:lnTo>
                      <a:pt x="133" y="62"/>
                    </a:lnTo>
                    <a:lnTo>
                      <a:pt x="106" y="67"/>
                    </a:lnTo>
                    <a:lnTo>
                      <a:pt x="80" y="71"/>
                    </a:lnTo>
                    <a:lnTo>
                      <a:pt x="54" y="76"/>
                    </a:lnTo>
                    <a:lnTo>
                      <a:pt x="27" y="80"/>
                    </a:lnTo>
                    <a:lnTo>
                      <a:pt x="0" y="83"/>
                    </a:lnTo>
                    <a:lnTo>
                      <a:pt x="15" y="204"/>
                    </a:lnTo>
                    <a:lnTo>
                      <a:pt x="28" y="326"/>
                    </a:lnTo>
                    <a:lnTo>
                      <a:pt x="40" y="446"/>
                    </a:lnTo>
                    <a:lnTo>
                      <a:pt x="49" y="566"/>
                    </a:lnTo>
                    <a:lnTo>
                      <a:pt x="55" y="688"/>
                    </a:lnTo>
                    <a:lnTo>
                      <a:pt x="58" y="808"/>
                    </a:lnTo>
                    <a:lnTo>
                      <a:pt x="56" y="930"/>
                    </a:lnTo>
                    <a:lnTo>
                      <a:pt x="50" y="1053"/>
                    </a:lnTo>
                    <a:lnTo>
                      <a:pt x="80" y="1044"/>
                    </a:lnTo>
                    <a:lnTo>
                      <a:pt x="109" y="1035"/>
                    </a:lnTo>
                    <a:lnTo>
                      <a:pt x="139" y="1026"/>
                    </a:lnTo>
                    <a:lnTo>
                      <a:pt x="168" y="1014"/>
                    </a:lnTo>
                    <a:lnTo>
                      <a:pt x="197" y="1003"/>
                    </a:lnTo>
                    <a:lnTo>
                      <a:pt x="224" y="992"/>
                    </a:lnTo>
                    <a:lnTo>
                      <a:pt x="251" y="979"/>
                    </a:lnTo>
                    <a:lnTo>
                      <a:pt x="279" y="965"/>
                    </a:lnTo>
                    <a:lnTo>
                      <a:pt x="305" y="950"/>
                    </a:lnTo>
                    <a:lnTo>
                      <a:pt x="330" y="935"/>
                    </a:lnTo>
                    <a:lnTo>
                      <a:pt x="356" y="919"/>
                    </a:lnTo>
                    <a:lnTo>
                      <a:pt x="381" y="901"/>
                    </a:lnTo>
                    <a:lnTo>
                      <a:pt x="405" y="883"/>
                    </a:lnTo>
                    <a:lnTo>
                      <a:pt x="429" y="863"/>
                    </a:lnTo>
                    <a:lnTo>
                      <a:pt x="452" y="842"/>
                    </a:lnTo>
                    <a:lnTo>
                      <a:pt x="474" y="820"/>
                    </a:lnTo>
                    <a:lnTo>
                      <a:pt x="478" y="724"/>
                    </a:lnTo>
                    <a:lnTo>
                      <a:pt x="480" y="621"/>
                    </a:lnTo>
                    <a:lnTo>
                      <a:pt x="480" y="512"/>
                    </a:lnTo>
                    <a:lnTo>
                      <a:pt x="476" y="402"/>
                    </a:lnTo>
                    <a:lnTo>
                      <a:pt x="469" y="293"/>
                    </a:lnTo>
                    <a:lnTo>
                      <a:pt x="458" y="188"/>
                    </a:lnTo>
                    <a:lnTo>
                      <a:pt x="441" y="89"/>
                    </a:lnTo>
                    <a:lnTo>
                      <a:pt x="418" y="0"/>
                    </a:lnTo>
                    <a:close/>
                  </a:path>
                </a:pathLst>
              </a:custGeom>
              <a:solidFill>
                <a:srgbClr val="AF937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3" name="Freeform 50"/>
              <p:cNvSpPr>
                <a:spLocks/>
              </p:cNvSpPr>
              <p:nvPr/>
            </p:nvSpPr>
            <p:spPr bwMode="auto">
              <a:xfrm>
                <a:off x="1517650" y="1592263"/>
                <a:ext cx="146050" cy="319088"/>
              </a:xfrm>
              <a:custGeom>
                <a:avLst/>
                <a:gdLst>
                  <a:gd name="T0" fmla="*/ 2147483647 w 463"/>
                  <a:gd name="T1" fmla="*/ 0 h 1008"/>
                  <a:gd name="T2" fmla="*/ 2147483647 w 463"/>
                  <a:gd name="T3" fmla="*/ 2147483647 h 1008"/>
                  <a:gd name="T4" fmla="*/ 2147483647 w 463"/>
                  <a:gd name="T5" fmla="*/ 2147483647 h 1008"/>
                  <a:gd name="T6" fmla="*/ 2147483647 w 463"/>
                  <a:gd name="T7" fmla="*/ 2147483647 h 1008"/>
                  <a:gd name="T8" fmla="*/ 2147483647 w 463"/>
                  <a:gd name="T9" fmla="*/ 2147483647 h 1008"/>
                  <a:gd name="T10" fmla="*/ 2147483647 w 463"/>
                  <a:gd name="T11" fmla="*/ 2147483647 h 1008"/>
                  <a:gd name="T12" fmla="*/ 2147483647 w 463"/>
                  <a:gd name="T13" fmla="*/ 2147483647 h 1008"/>
                  <a:gd name="T14" fmla="*/ 2147483647 w 463"/>
                  <a:gd name="T15" fmla="*/ 2147483647 h 1008"/>
                  <a:gd name="T16" fmla="*/ 2147483647 w 463"/>
                  <a:gd name="T17" fmla="*/ 2147483647 h 1008"/>
                  <a:gd name="T18" fmla="*/ 2147483647 w 463"/>
                  <a:gd name="T19" fmla="*/ 2147483647 h 1008"/>
                  <a:gd name="T20" fmla="*/ 2147483647 w 463"/>
                  <a:gd name="T21" fmla="*/ 2147483647 h 1008"/>
                  <a:gd name="T22" fmla="*/ 2147483647 w 463"/>
                  <a:gd name="T23" fmla="*/ 2147483647 h 1008"/>
                  <a:gd name="T24" fmla="*/ 2147483647 w 463"/>
                  <a:gd name="T25" fmla="*/ 2147483647 h 1008"/>
                  <a:gd name="T26" fmla="*/ 2147483647 w 463"/>
                  <a:gd name="T27" fmla="*/ 2147483647 h 1008"/>
                  <a:gd name="T28" fmla="*/ 2147483647 w 463"/>
                  <a:gd name="T29" fmla="*/ 2147483647 h 1008"/>
                  <a:gd name="T30" fmla="*/ 2147483647 w 463"/>
                  <a:gd name="T31" fmla="*/ 2147483647 h 1008"/>
                  <a:gd name="T32" fmla="*/ 0 w 463"/>
                  <a:gd name="T33" fmla="*/ 2147483647 h 1008"/>
                  <a:gd name="T34" fmla="*/ 2147483647 w 463"/>
                  <a:gd name="T35" fmla="*/ 2147483647 h 1008"/>
                  <a:gd name="T36" fmla="*/ 2147483647 w 463"/>
                  <a:gd name="T37" fmla="*/ 2147483647 h 1008"/>
                  <a:gd name="T38" fmla="*/ 2147483647 w 463"/>
                  <a:gd name="T39" fmla="*/ 2147483647 h 1008"/>
                  <a:gd name="T40" fmla="*/ 2147483647 w 463"/>
                  <a:gd name="T41" fmla="*/ 2147483647 h 1008"/>
                  <a:gd name="T42" fmla="*/ 2147483647 w 463"/>
                  <a:gd name="T43" fmla="*/ 2147483647 h 1008"/>
                  <a:gd name="T44" fmla="*/ 2147483647 w 463"/>
                  <a:gd name="T45" fmla="*/ 2147483647 h 1008"/>
                  <a:gd name="T46" fmla="*/ 2147483647 w 463"/>
                  <a:gd name="T47" fmla="*/ 2147483647 h 1008"/>
                  <a:gd name="T48" fmla="*/ 2147483647 w 463"/>
                  <a:gd name="T49" fmla="*/ 2147483647 h 1008"/>
                  <a:gd name="T50" fmla="*/ 2147483647 w 463"/>
                  <a:gd name="T51" fmla="*/ 2147483647 h 1008"/>
                  <a:gd name="T52" fmla="*/ 2147483647 w 463"/>
                  <a:gd name="T53" fmla="*/ 2147483647 h 1008"/>
                  <a:gd name="T54" fmla="*/ 2147483647 w 463"/>
                  <a:gd name="T55" fmla="*/ 2147483647 h 1008"/>
                  <a:gd name="T56" fmla="*/ 2147483647 w 463"/>
                  <a:gd name="T57" fmla="*/ 2147483647 h 1008"/>
                  <a:gd name="T58" fmla="*/ 2147483647 w 463"/>
                  <a:gd name="T59" fmla="*/ 2147483647 h 1008"/>
                  <a:gd name="T60" fmla="*/ 2147483647 w 463"/>
                  <a:gd name="T61" fmla="*/ 2147483647 h 1008"/>
                  <a:gd name="T62" fmla="*/ 2147483647 w 463"/>
                  <a:gd name="T63" fmla="*/ 2147483647 h 1008"/>
                  <a:gd name="T64" fmla="*/ 2147483647 w 463"/>
                  <a:gd name="T65" fmla="*/ 2147483647 h 1008"/>
                  <a:gd name="T66" fmla="*/ 2147483647 w 463"/>
                  <a:gd name="T67" fmla="*/ 2147483647 h 1008"/>
                  <a:gd name="T68" fmla="*/ 2147483647 w 463"/>
                  <a:gd name="T69" fmla="*/ 2147483647 h 1008"/>
                  <a:gd name="T70" fmla="*/ 2147483647 w 463"/>
                  <a:gd name="T71" fmla="*/ 2147483647 h 1008"/>
                  <a:gd name="T72" fmla="*/ 2147483647 w 463"/>
                  <a:gd name="T73" fmla="*/ 2147483647 h 1008"/>
                  <a:gd name="T74" fmla="*/ 2147483647 w 463"/>
                  <a:gd name="T75" fmla="*/ 2147483647 h 1008"/>
                  <a:gd name="T76" fmla="*/ 2147483647 w 463"/>
                  <a:gd name="T77" fmla="*/ 2147483647 h 1008"/>
                  <a:gd name="T78" fmla="*/ 2147483647 w 463"/>
                  <a:gd name="T79" fmla="*/ 2147483647 h 1008"/>
                  <a:gd name="T80" fmla="*/ 2147483647 w 463"/>
                  <a:gd name="T81" fmla="*/ 2147483647 h 1008"/>
                  <a:gd name="T82" fmla="*/ 2147483647 w 463"/>
                  <a:gd name="T83" fmla="*/ 2147483647 h 1008"/>
                  <a:gd name="T84" fmla="*/ 2147483647 w 463"/>
                  <a:gd name="T85" fmla="*/ 2147483647 h 1008"/>
                  <a:gd name="T86" fmla="*/ 2147483647 w 463"/>
                  <a:gd name="T87" fmla="*/ 2147483647 h 1008"/>
                  <a:gd name="T88" fmla="*/ 2147483647 w 463"/>
                  <a:gd name="T89" fmla="*/ 2147483647 h 1008"/>
                  <a:gd name="T90" fmla="*/ 2147483647 w 463"/>
                  <a:gd name="T91" fmla="*/ 2147483647 h 1008"/>
                  <a:gd name="T92" fmla="*/ 2147483647 w 463"/>
                  <a:gd name="T93" fmla="*/ 2147483647 h 1008"/>
                  <a:gd name="T94" fmla="*/ 2147483647 w 463"/>
                  <a:gd name="T95" fmla="*/ 2147483647 h 1008"/>
                  <a:gd name="T96" fmla="*/ 2147483647 w 463"/>
                  <a:gd name="T97" fmla="*/ 0 h 100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63"/>
                  <a:gd name="T148" fmla="*/ 0 h 1008"/>
                  <a:gd name="T149" fmla="*/ 463 w 463"/>
                  <a:gd name="T150" fmla="*/ 1008 h 1008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63" h="1008">
                    <a:moveTo>
                      <a:pt x="402" y="0"/>
                    </a:moveTo>
                    <a:lnTo>
                      <a:pt x="377" y="5"/>
                    </a:lnTo>
                    <a:lnTo>
                      <a:pt x="352" y="10"/>
                    </a:lnTo>
                    <a:lnTo>
                      <a:pt x="326" y="16"/>
                    </a:lnTo>
                    <a:lnTo>
                      <a:pt x="301" y="21"/>
                    </a:lnTo>
                    <a:lnTo>
                      <a:pt x="276" y="27"/>
                    </a:lnTo>
                    <a:lnTo>
                      <a:pt x="251" y="34"/>
                    </a:lnTo>
                    <a:lnTo>
                      <a:pt x="227" y="39"/>
                    </a:lnTo>
                    <a:lnTo>
                      <a:pt x="202" y="45"/>
                    </a:lnTo>
                    <a:lnTo>
                      <a:pt x="178" y="50"/>
                    </a:lnTo>
                    <a:lnTo>
                      <a:pt x="152" y="55"/>
                    </a:lnTo>
                    <a:lnTo>
                      <a:pt x="128" y="60"/>
                    </a:lnTo>
                    <a:lnTo>
                      <a:pt x="103" y="65"/>
                    </a:lnTo>
                    <a:lnTo>
                      <a:pt x="77" y="69"/>
                    </a:lnTo>
                    <a:lnTo>
                      <a:pt x="52" y="73"/>
                    </a:lnTo>
                    <a:lnTo>
                      <a:pt x="27" y="77"/>
                    </a:lnTo>
                    <a:lnTo>
                      <a:pt x="0" y="80"/>
                    </a:lnTo>
                    <a:lnTo>
                      <a:pt x="14" y="197"/>
                    </a:lnTo>
                    <a:lnTo>
                      <a:pt x="28" y="312"/>
                    </a:lnTo>
                    <a:lnTo>
                      <a:pt x="39" y="428"/>
                    </a:lnTo>
                    <a:lnTo>
                      <a:pt x="48" y="543"/>
                    </a:lnTo>
                    <a:lnTo>
                      <a:pt x="54" y="658"/>
                    </a:lnTo>
                    <a:lnTo>
                      <a:pt x="57" y="774"/>
                    </a:lnTo>
                    <a:lnTo>
                      <a:pt x="56" y="891"/>
                    </a:lnTo>
                    <a:lnTo>
                      <a:pt x="50" y="1008"/>
                    </a:lnTo>
                    <a:lnTo>
                      <a:pt x="78" y="1000"/>
                    </a:lnTo>
                    <a:lnTo>
                      <a:pt x="108" y="991"/>
                    </a:lnTo>
                    <a:lnTo>
                      <a:pt x="135" y="982"/>
                    </a:lnTo>
                    <a:lnTo>
                      <a:pt x="163" y="972"/>
                    </a:lnTo>
                    <a:lnTo>
                      <a:pt x="191" y="962"/>
                    </a:lnTo>
                    <a:lnTo>
                      <a:pt x="217" y="950"/>
                    </a:lnTo>
                    <a:lnTo>
                      <a:pt x="243" y="938"/>
                    </a:lnTo>
                    <a:lnTo>
                      <a:pt x="270" y="925"/>
                    </a:lnTo>
                    <a:lnTo>
                      <a:pt x="295" y="912"/>
                    </a:lnTo>
                    <a:lnTo>
                      <a:pt x="319" y="897"/>
                    </a:lnTo>
                    <a:lnTo>
                      <a:pt x="345" y="882"/>
                    </a:lnTo>
                    <a:lnTo>
                      <a:pt x="368" y="864"/>
                    </a:lnTo>
                    <a:lnTo>
                      <a:pt x="391" y="847"/>
                    </a:lnTo>
                    <a:lnTo>
                      <a:pt x="415" y="828"/>
                    </a:lnTo>
                    <a:lnTo>
                      <a:pt x="437" y="807"/>
                    </a:lnTo>
                    <a:lnTo>
                      <a:pt x="459" y="786"/>
                    </a:lnTo>
                    <a:lnTo>
                      <a:pt x="462" y="694"/>
                    </a:lnTo>
                    <a:lnTo>
                      <a:pt x="463" y="594"/>
                    </a:lnTo>
                    <a:lnTo>
                      <a:pt x="462" y="491"/>
                    </a:lnTo>
                    <a:lnTo>
                      <a:pt x="459" y="386"/>
                    </a:lnTo>
                    <a:lnTo>
                      <a:pt x="452" y="281"/>
                    </a:lnTo>
                    <a:lnTo>
                      <a:pt x="440" y="181"/>
                    </a:lnTo>
                    <a:lnTo>
                      <a:pt x="424" y="86"/>
                    </a:lnTo>
                    <a:lnTo>
                      <a:pt x="402" y="0"/>
                    </a:lnTo>
                    <a:close/>
                  </a:path>
                </a:pathLst>
              </a:custGeom>
              <a:solidFill>
                <a:srgbClr val="B79B7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4" name="Freeform 51"/>
              <p:cNvSpPr>
                <a:spLocks/>
              </p:cNvSpPr>
              <p:nvPr/>
            </p:nvSpPr>
            <p:spPr bwMode="auto">
              <a:xfrm>
                <a:off x="1522413" y="1592263"/>
                <a:ext cx="141287" cy="306388"/>
              </a:xfrm>
              <a:custGeom>
                <a:avLst/>
                <a:gdLst>
                  <a:gd name="T0" fmla="*/ 2147483647 w 446"/>
                  <a:gd name="T1" fmla="*/ 0 h 964"/>
                  <a:gd name="T2" fmla="*/ 2147483647 w 446"/>
                  <a:gd name="T3" fmla="*/ 2147483647 h 964"/>
                  <a:gd name="T4" fmla="*/ 2147483647 w 446"/>
                  <a:gd name="T5" fmla="*/ 2147483647 h 964"/>
                  <a:gd name="T6" fmla="*/ 2147483647 w 446"/>
                  <a:gd name="T7" fmla="*/ 2147483647 h 964"/>
                  <a:gd name="T8" fmla="*/ 2147483647 w 446"/>
                  <a:gd name="T9" fmla="*/ 2147483647 h 964"/>
                  <a:gd name="T10" fmla="*/ 2147483647 w 446"/>
                  <a:gd name="T11" fmla="*/ 2147483647 h 964"/>
                  <a:gd name="T12" fmla="*/ 2147483647 w 446"/>
                  <a:gd name="T13" fmla="*/ 2147483647 h 964"/>
                  <a:gd name="T14" fmla="*/ 2147483647 w 446"/>
                  <a:gd name="T15" fmla="*/ 2147483647 h 964"/>
                  <a:gd name="T16" fmla="*/ 2147483647 w 446"/>
                  <a:gd name="T17" fmla="*/ 2147483647 h 964"/>
                  <a:gd name="T18" fmla="*/ 2147483647 w 446"/>
                  <a:gd name="T19" fmla="*/ 2147483647 h 964"/>
                  <a:gd name="T20" fmla="*/ 2147483647 w 446"/>
                  <a:gd name="T21" fmla="*/ 2147483647 h 964"/>
                  <a:gd name="T22" fmla="*/ 2147483647 w 446"/>
                  <a:gd name="T23" fmla="*/ 2147483647 h 964"/>
                  <a:gd name="T24" fmla="*/ 2147483647 w 446"/>
                  <a:gd name="T25" fmla="*/ 2147483647 h 964"/>
                  <a:gd name="T26" fmla="*/ 2147483647 w 446"/>
                  <a:gd name="T27" fmla="*/ 2147483647 h 964"/>
                  <a:gd name="T28" fmla="*/ 2147483647 w 446"/>
                  <a:gd name="T29" fmla="*/ 2147483647 h 964"/>
                  <a:gd name="T30" fmla="*/ 2147483647 w 446"/>
                  <a:gd name="T31" fmla="*/ 2147483647 h 964"/>
                  <a:gd name="T32" fmla="*/ 0 w 446"/>
                  <a:gd name="T33" fmla="*/ 2147483647 h 964"/>
                  <a:gd name="T34" fmla="*/ 2147483647 w 446"/>
                  <a:gd name="T35" fmla="*/ 2147483647 h 964"/>
                  <a:gd name="T36" fmla="*/ 2147483647 w 446"/>
                  <a:gd name="T37" fmla="*/ 2147483647 h 964"/>
                  <a:gd name="T38" fmla="*/ 2147483647 w 446"/>
                  <a:gd name="T39" fmla="*/ 2147483647 h 964"/>
                  <a:gd name="T40" fmla="*/ 2147483647 w 446"/>
                  <a:gd name="T41" fmla="*/ 2147483647 h 964"/>
                  <a:gd name="T42" fmla="*/ 2147483647 w 446"/>
                  <a:gd name="T43" fmla="*/ 2147483647 h 964"/>
                  <a:gd name="T44" fmla="*/ 2147483647 w 446"/>
                  <a:gd name="T45" fmla="*/ 2147483647 h 964"/>
                  <a:gd name="T46" fmla="*/ 2147483647 w 446"/>
                  <a:gd name="T47" fmla="*/ 2147483647 h 964"/>
                  <a:gd name="T48" fmla="*/ 2147483647 w 446"/>
                  <a:gd name="T49" fmla="*/ 2147483647 h 964"/>
                  <a:gd name="T50" fmla="*/ 2147483647 w 446"/>
                  <a:gd name="T51" fmla="*/ 2147483647 h 964"/>
                  <a:gd name="T52" fmla="*/ 2147483647 w 446"/>
                  <a:gd name="T53" fmla="*/ 2147483647 h 964"/>
                  <a:gd name="T54" fmla="*/ 2147483647 w 446"/>
                  <a:gd name="T55" fmla="*/ 2147483647 h 964"/>
                  <a:gd name="T56" fmla="*/ 2147483647 w 446"/>
                  <a:gd name="T57" fmla="*/ 2147483647 h 964"/>
                  <a:gd name="T58" fmla="*/ 2147483647 w 446"/>
                  <a:gd name="T59" fmla="*/ 2147483647 h 964"/>
                  <a:gd name="T60" fmla="*/ 2147483647 w 446"/>
                  <a:gd name="T61" fmla="*/ 2147483647 h 964"/>
                  <a:gd name="T62" fmla="*/ 2147483647 w 446"/>
                  <a:gd name="T63" fmla="*/ 2147483647 h 964"/>
                  <a:gd name="T64" fmla="*/ 2147483647 w 446"/>
                  <a:gd name="T65" fmla="*/ 2147483647 h 964"/>
                  <a:gd name="T66" fmla="*/ 2147483647 w 446"/>
                  <a:gd name="T67" fmla="*/ 2147483647 h 964"/>
                  <a:gd name="T68" fmla="*/ 2147483647 w 446"/>
                  <a:gd name="T69" fmla="*/ 2147483647 h 964"/>
                  <a:gd name="T70" fmla="*/ 2147483647 w 446"/>
                  <a:gd name="T71" fmla="*/ 2147483647 h 964"/>
                  <a:gd name="T72" fmla="*/ 2147483647 w 446"/>
                  <a:gd name="T73" fmla="*/ 2147483647 h 964"/>
                  <a:gd name="T74" fmla="*/ 2147483647 w 446"/>
                  <a:gd name="T75" fmla="*/ 2147483647 h 964"/>
                  <a:gd name="T76" fmla="*/ 2147483647 w 446"/>
                  <a:gd name="T77" fmla="*/ 2147483647 h 964"/>
                  <a:gd name="T78" fmla="*/ 2147483647 w 446"/>
                  <a:gd name="T79" fmla="*/ 2147483647 h 964"/>
                  <a:gd name="T80" fmla="*/ 2147483647 w 446"/>
                  <a:gd name="T81" fmla="*/ 2147483647 h 964"/>
                  <a:gd name="T82" fmla="*/ 2147483647 w 446"/>
                  <a:gd name="T83" fmla="*/ 2147483647 h 964"/>
                  <a:gd name="T84" fmla="*/ 2147483647 w 446"/>
                  <a:gd name="T85" fmla="*/ 2147483647 h 964"/>
                  <a:gd name="T86" fmla="*/ 2147483647 w 446"/>
                  <a:gd name="T87" fmla="*/ 2147483647 h 964"/>
                  <a:gd name="T88" fmla="*/ 2147483647 w 446"/>
                  <a:gd name="T89" fmla="*/ 2147483647 h 964"/>
                  <a:gd name="T90" fmla="*/ 2147483647 w 446"/>
                  <a:gd name="T91" fmla="*/ 2147483647 h 964"/>
                  <a:gd name="T92" fmla="*/ 2147483647 w 446"/>
                  <a:gd name="T93" fmla="*/ 2147483647 h 964"/>
                  <a:gd name="T94" fmla="*/ 2147483647 w 446"/>
                  <a:gd name="T95" fmla="*/ 2147483647 h 964"/>
                  <a:gd name="T96" fmla="*/ 2147483647 w 446"/>
                  <a:gd name="T97" fmla="*/ 0 h 964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46"/>
                  <a:gd name="T148" fmla="*/ 0 h 964"/>
                  <a:gd name="T149" fmla="*/ 446 w 446"/>
                  <a:gd name="T150" fmla="*/ 964 h 964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46" h="964">
                    <a:moveTo>
                      <a:pt x="386" y="0"/>
                    </a:moveTo>
                    <a:lnTo>
                      <a:pt x="362" y="5"/>
                    </a:lnTo>
                    <a:lnTo>
                      <a:pt x="337" y="10"/>
                    </a:lnTo>
                    <a:lnTo>
                      <a:pt x="313" y="15"/>
                    </a:lnTo>
                    <a:lnTo>
                      <a:pt x="289" y="21"/>
                    </a:lnTo>
                    <a:lnTo>
                      <a:pt x="265" y="26"/>
                    </a:lnTo>
                    <a:lnTo>
                      <a:pt x="242" y="32"/>
                    </a:lnTo>
                    <a:lnTo>
                      <a:pt x="217" y="37"/>
                    </a:lnTo>
                    <a:lnTo>
                      <a:pt x="194" y="43"/>
                    </a:lnTo>
                    <a:lnTo>
                      <a:pt x="170" y="48"/>
                    </a:lnTo>
                    <a:lnTo>
                      <a:pt x="146" y="53"/>
                    </a:lnTo>
                    <a:lnTo>
                      <a:pt x="122" y="57"/>
                    </a:lnTo>
                    <a:lnTo>
                      <a:pt x="99" y="62"/>
                    </a:lnTo>
                    <a:lnTo>
                      <a:pt x="74" y="66"/>
                    </a:lnTo>
                    <a:lnTo>
                      <a:pt x="50" y="70"/>
                    </a:lnTo>
                    <a:lnTo>
                      <a:pt x="26" y="73"/>
                    </a:lnTo>
                    <a:lnTo>
                      <a:pt x="0" y="76"/>
                    </a:lnTo>
                    <a:lnTo>
                      <a:pt x="15" y="188"/>
                    </a:lnTo>
                    <a:lnTo>
                      <a:pt x="27" y="298"/>
                    </a:lnTo>
                    <a:lnTo>
                      <a:pt x="38" y="409"/>
                    </a:lnTo>
                    <a:lnTo>
                      <a:pt x="47" y="518"/>
                    </a:lnTo>
                    <a:lnTo>
                      <a:pt x="53" y="629"/>
                    </a:lnTo>
                    <a:lnTo>
                      <a:pt x="56" y="740"/>
                    </a:lnTo>
                    <a:lnTo>
                      <a:pt x="55" y="851"/>
                    </a:lnTo>
                    <a:lnTo>
                      <a:pt x="50" y="964"/>
                    </a:lnTo>
                    <a:lnTo>
                      <a:pt x="77" y="956"/>
                    </a:lnTo>
                    <a:lnTo>
                      <a:pt x="105" y="947"/>
                    </a:lnTo>
                    <a:lnTo>
                      <a:pt x="132" y="938"/>
                    </a:lnTo>
                    <a:lnTo>
                      <a:pt x="158" y="929"/>
                    </a:lnTo>
                    <a:lnTo>
                      <a:pt x="185" y="919"/>
                    </a:lnTo>
                    <a:lnTo>
                      <a:pt x="211" y="908"/>
                    </a:lnTo>
                    <a:lnTo>
                      <a:pt x="236" y="897"/>
                    </a:lnTo>
                    <a:lnTo>
                      <a:pt x="261" y="885"/>
                    </a:lnTo>
                    <a:lnTo>
                      <a:pt x="285" y="871"/>
                    </a:lnTo>
                    <a:lnTo>
                      <a:pt x="309" y="858"/>
                    </a:lnTo>
                    <a:lnTo>
                      <a:pt x="333" y="843"/>
                    </a:lnTo>
                    <a:lnTo>
                      <a:pt x="356" y="828"/>
                    </a:lnTo>
                    <a:lnTo>
                      <a:pt x="378" y="811"/>
                    </a:lnTo>
                    <a:lnTo>
                      <a:pt x="401" y="792"/>
                    </a:lnTo>
                    <a:lnTo>
                      <a:pt x="422" y="773"/>
                    </a:lnTo>
                    <a:lnTo>
                      <a:pt x="443" y="753"/>
                    </a:lnTo>
                    <a:lnTo>
                      <a:pt x="445" y="663"/>
                    </a:lnTo>
                    <a:lnTo>
                      <a:pt x="446" y="567"/>
                    </a:lnTo>
                    <a:lnTo>
                      <a:pt x="444" y="468"/>
                    </a:lnTo>
                    <a:lnTo>
                      <a:pt x="441" y="367"/>
                    </a:lnTo>
                    <a:lnTo>
                      <a:pt x="434" y="268"/>
                    </a:lnTo>
                    <a:lnTo>
                      <a:pt x="423" y="173"/>
                    </a:lnTo>
                    <a:lnTo>
                      <a:pt x="407" y="82"/>
                    </a:lnTo>
                    <a:lnTo>
                      <a:pt x="386" y="0"/>
                    </a:lnTo>
                    <a:close/>
                  </a:path>
                </a:pathLst>
              </a:custGeom>
              <a:solidFill>
                <a:srgbClr val="BCA08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5" name="Freeform 52"/>
              <p:cNvSpPr>
                <a:spLocks/>
              </p:cNvSpPr>
              <p:nvPr/>
            </p:nvSpPr>
            <p:spPr bwMode="auto">
              <a:xfrm>
                <a:off x="1527175" y="1592263"/>
                <a:ext cx="136525" cy="292100"/>
              </a:xfrm>
              <a:custGeom>
                <a:avLst/>
                <a:gdLst>
                  <a:gd name="T0" fmla="*/ 2147483647 w 427"/>
                  <a:gd name="T1" fmla="*/ 0 h 918"/>
                  <a:gd name="T2" fmla="*/ 2147483647 w 427"/>
                  <a:gd name="T3" fmla="*/ 2147483647 h 918"/>
                  <a:gd name="T4" fmla="*/ 2147483647 w 427"/>
                  <a:gd name="T5" fmla="*/ 2147483647 h 918"/>
                  <a:gd name="T6" fmla="*/ 2147483647 w 427"/>
                  <a:gd name="T7" fmla="*/ 2147483647 h 918"/>
                  <a:gd name="T8" fmla="*/ 2147483647 w 427"/>
                  <a:gd name="T9" fmla="*/ 2147483647 h 918"/>
                  <a:gd name="T10" fmla="*/ 2147483647 w 427"/>
                  <a:gd name="T11" fmla="*/ 2147483647 h 918"/>
                  <a:gd name="T12" fmla="*/ 2147483647 w 427"/>
                  <a:gd name="T13" fmla="*/ 2147483647 h 918"/>
                  <a:gd name="T14" fmla="*/ 2147483647 w 427"/>
                  <a:gd name="T15" fmla="*/ 2147483647 h 918"/>
                  <a:gd name="T16" fmla="*/ 2147483647 w 427"/>
                  <a:gd name="T17" fmla="*/ 2147483647 h 918"/>
                  <a:gd name="T18" fmla="*/ 2147483647 w 427"/>
                  <a:gd name="T19" fmla="*/ 2147483647 h 918"/>
                  <a:gd name="T20" fmla="*/ 2147483647 w 427"/>
                  <a:gd name="T21" fmla="*/ 2147483647 h 918"/>
                  <a:gd name="T22" fmla="*/ 2147483647 w 427"/>
                  <a:gd name="T23" fmla="*/ 2147483647 h 918"/>
                  <a:gd name="T24" fmla="*/ 2147483647 w 427"/>
                  <a:gd name="T25" fmla="*/ 2147483647 h 918"/>
                  <a:gd name="T26" fmla="*/ 2147483647 w 427"/>
                  <a:gd name="T27" fmla="*/ 2147483647 h 918"/>
                  <a:gd name="T28" fmla="*/ 2147483647 w 427"/>
                  <a:gd name="T29" fmla="*/ 2147483647 h 918"/>
                  <a:gd name="T30" fmla="*/ 2147483647 w 427"/>
                  <a:gd name="T31" fmla="*/ 2147483647 h 918"/>
                  <a:gd name="T32" fmla="*/ 0 w 427"/>
                  <a:gd name="T33" fmla="*/ 2147483647 h 918"/>
                  <a:gd name="T34" fmla="*/ 2147483647 w 427"/>
                  <a:gd name="T35" fmla="*/ 2147483647 h 918"/>
                  <a:gd name="T36" fmla="*/ 2147483647 w 427"/>
                  <a:gd name="T37" fmla="*/ 2147483647 h 918"/>
                  <a:gd name="T38" fmla="*/ 2147483647 w 427"/>
                  <a:gd name="T39" fmla="*/ 2147483647 h 918"/>
                  <a:gd name="T40" fmla="*/ 2147483647 w 427"/>
                  <a:gd name="T41" fmla="*/ 2147483647 h 918"/>
                  <a:gd name="T42" fmla="*/ 2147483647 w 427"/>
                  <a:gd name="T43" fmla="*/ 2147483647 h 918"/>
                  <a:gd name="T44" fmla="*/ 2147483647 w 427"/>
                  <a:gd name="T45" fmla="*/ 2147483647 h 918"/>
                  <a:gd name="T46" fmla="*/ 2147483647 w 427"/>
                  <a:gd name="T47" fmla="*/ 2147483647 h 918"/>
                  <a:gd name="T48" fmla="*/ 2147483647 w 427"/>
                  <a:gd name="T49" fmla="*/ 2147483647 h 918"/>
                  <a:gd name="T50" fmla="*/ 2147483647 w 427"/>
                  <a:gd name="T51" fmla="*/ 2147483647 h 918"/>
                  <a:gd name="T52" fmla="*/ 2147483647 w 427"/>
                  <a:gd name="T53" fmla="*/ 2147483647 h 918"/>
                  <a:gd name="T54" fmla="*/ 2147483647 w 427"/>
                  <a:gd name="T55" fmla="*/ 2147483647 h 918"/>
                  <a:gd name="T56" fmla="*/ 2147483647 w 427"/>
                  <a:gd name="T57" fmla="*/ 2147483647 h 918"/>
                  <a:gd name="T58" fmla="*/ 2147483647 w 427"/>
                  <a:gd name="T59" fmla="*/ 2147483647 h 918"/>
                  <a:gd name="T60" fmla="*/ 2147483647 w 427"/>
                  <a:gd name="T61" fmla="*/ 2147483647 h 918"/>
                  <a:gd name="T62" fmla="*/ 2147483647 w 427"/>
                  <a:gd name="T63" fmla="*/ 2147483647 h 918"/>
                  <a:gd name="T64" fmla="*/ 2147483647 w 427"/>
                  <a:gd name="T65" fmla="*/ 2147483647 h 918"/>
                  <a:gd name="T66" fmla="*/ 2147483647 w 427"/>
                  <a:gd name="T67" fmla="*/ 2147483647 h 918"/>
                  <a:gd name="T68" fmla="*/ 2147483647 w 427"/>
                  <a:gd name="T69" fmla="*/ 2147483647 h 918"/>
                  <a:gd name="T70" fmla="*/ 2147483647 w 427"/>
                  <a:gd name="T71" fmla="*/ 2147483647 h 918"/>
                  <a:gd name="T72" fmla="*/ 2147483647 w 427"/>
                  <a:gd name="T73" fmla="*/ 2147483647 h 918"/>
                  <a:gd name="T74" fmla="*/ 2147483647 w 427"/>
                  <a:gd name="T75" fmla="*/ 2147483647 h 918"/>
                  <a:gd name="T76" fmla="*/ 2147483647 w 427"/>
                  <a:gd name="T77" fmla="*/ 2147483647 h 918"/>
                  <a:gd name="T78" fmla="*/ 2147483647 w 427"/>
                  <a:gd name="T79" fmla="*/ 2147483647 h 918"/>
                  <a:gd name="T80" fmla="*/ 2147483647 w 427"/>
                  <a:gd name="T81" fmla="*/ 2147483647 h 918"/>
                  <a:gd name="T82" fmla="*/ 2147483647 w 427"/>
                  <a:gd name="T83" fmla="*/ 2147483647 h 918"/>
                  <a:gd name="T84" fmla="*/ 2147483647 w 427"/>
                  <a:gd name="T85" fmla="*/ 2147483647 h 918"/>
                  <a:gd name="T86" fmla="*/ 2147483647 w 427"/>
                  <a:gd name="T87" fmla="*/ 2147483647 h 918"/>
                  <a:gd name="T88" fmla="*/ 2147483647 w 427"/>
                  <a:gd name="T89" fmla="*/ 2147483647 h 918"/>
                  <a:gd name="T90" fmla="*/ 2147483647 w 427"/>
                  <a:gd name="T91" fmla="*/ 2147483647 h 918"/>
                  <a:gd name="T92" fmla="*/ 2147483647 w 427"/>
                  <a:gd name="T93" fmla="*/ 2147483647 h 918"/>
                  <a:gd name="T94" fmla="*/ 2147483647 w 427"/>
                  <a:gd name="T95" fmla="*/ 2147483647 h 918"/>
                  <a:gd name="T96" fmla="*/ 2147483647 w 427"/>
                  <a:gd name="T97" fmla="*/ 0 h 91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27"/>
                  <a:gd name="T148" fmla="*/ 0 h 918"/>
                  <a:gd name="T149" fmla="*/ 427 w 427"/>
                  <a:gd name="T150" fmla="*/ 918 h 918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27" h="918">
                    <a:moveTo>
                      <a:pt x="368" y="0"/>
                    </a:moveTo>
                    <a:lnTo>
                      <a:pt x="345" y="5"/>
                    </a:lnTo>
                    <a:lnTo>
                      <a:pt x="322" y="9"/>
                    </a:lnTo>
                    <a:lnTo>
                      <a:pt x="298" y="14"/>
                    </a:lnTo>
                    <a:lnTo>
                      <a:pt x="276" y="19"/>
                    </a:lnTo>
                    <a:lnTo>
                      <a:pt x="253" y="24"/>
                    </a:lnTo>
                    <a:lnTo>
                      <a:pt x="231" y="30"/>
                    </a:lnTo>
                    <a:lnTo>
                      <a:pt x="207" y="35"/>
                    </a:lnTo>
                    <a:lnTo>
                      <a:pt x="185" y="40"/>
                    </a:lnTo>
                    <a:lnTo>
                      <a:pt x="162" y="45"/>
                    </a:lnTo>
                    <a:lnTo>
                      <a:pt x="139" y="50"/>
                    </a:lnTo>
                    <a:lnTo>
                      <a:pt x="116" y="54"/>
                    </a:lnTo>
                    <a:lnTo>
                      <a:pt x="94" y="58"/>
                    </a:lnTo>
                    <a:lnTo>
                      <a:pt x="71" y="62"/>
                    </a:lnTo>
                    <a:lnTo>
                      <a:pt x="47" y="66"/>
                    </a:lnTo>
                    <a:lnTo>
                      <a:pt x="23" y="69"/>
                    </a:lnTo>
                    <a:lnTo>
                      <a:pt x="0" y="72"/>
                    </a:lnTo>
                    <a:lnTo>
                      <a:pt x="13" y="179"/>
                    </a:lnTo>
                    <a:lnTo>
                      <a:pt x="26" y="285"/>
                    </a:lnTo>
                    <a:lnTo>
                      <a:pt x="36" y="390"/>
                    </a:lnTo>
                    <a:lnTo>
                      <a:pt x="45" y="495"/>
                    </a:lnTo>
                    <a:lnTo>
                      <a:pt x="51" y="600"/>
                    </a:lnTo>
                    <a:lnTo>
                      <a:pt x="54" y="705"/>
                    </a:lnTo>
                    <a:lnTo>
                      <a:pt x="53" y="811"/>
                    </a:lnTo>
                    <a:lnTo>
                      <a:pt x="48" y="918"/>
                    </a:lnTo>
                    <a:lnTo>
                      <a:pt x="75" y="911"/>
                    </a:lnTo>
                    <a:lnTo>
                      <a:pt x="101" y="903"/>
                    </a:lnTo>
                    <a:lnTo>
                      <a:pt x="127" y="895"/>
                    </a:lnTo>
                    <a:lnTo>
                      <a:pt x="153" y="886"/>
                    </a:lnTo>
                    <a:lnTo>
                      <a:pt x="178" y="876"/>
                    </a:lnTo>
                    <a:lnTo>
                      <a:pt x="203" y="866"/>
                    </a:lnTo>
                    <a:lnTo>
                      <a:pt x="228" y="855"/>
                    </a:lnTo>
                    <a:lnTo>
                      <a:pt x="251" y="844"/>
                    </a:lnTo>
                    <a:lnTo>
                      <a:pt x="275" y="832"/>
                    </a:lnTo>
                    <a:lnTo>
                      <a:pt x="297" y="819"/>
                    </a:lnTo>
                    <a:lnTo>
                      <a:pt x="321" y="804"/>
                    </a:lnTo>
                    <a:lnTo>
                      <a:pt x="343" y="789"/>
                    </a:lnTo>
                    <a:lnTo>
                      <a:pt x="364" y="773"/>
                    </a:lnTo>
                    <a:lnTo>
                      <a:pt x="386" y="756"/>
                    </a:lnTo>
                    <a:lnTo>
                      <a:pt x="406" y="738"/>
                    </a:lnTo>
                    <a:lnTo>
                      <a:pt x="426" y="718"/>
                    </a:lnTo>
                    <a:lnTo>
                      <a:pt x="427" y="632"/>
                    </a:lnTo>
                    <a:lnTo>
                      <a:pt x="427" y="541"/>
                    </a:lnTo>
                    <a:lnTo>
                      <a:pt x="426" y="445"/>
                    </a:lnTo>
                    <a:lnTo>
                      <a:pt x="422" y="350"/>
                    </a:lnTo>
                    <a:lnTo>
                      <a:pt x="414" y="256"/>
                    </a:lnTo>
                    <a:lnTo>
                      <a:pt x="404" y="164"/>
                    </a:lnTo>
                    <a:lnTo>
                      <a:pt x="389" y="78"/>
                    </a:lnTo>
                    <a:lnTo>
                      <a:pt x="368" y="0"/>
                    </a:lnTo>
                    <a:close/>
                  </a:path>
                </a:pathLst>
              </a:custGeom>
              <a:solidFill>
                <a:srgbClr val="C1A58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6" name="Freeform 53"/>
              <p:cNvSpPr>
                <a:spLocks/>
              </p:cNvSpPr>
              <p:nvPr/>
            </p:nvSpPr>
            <p:spPr bwMode="auto">
              <a:xfrm>
                <a:off x="1531938" y="1592263"/>
                <a:ext cx="130175" cy="277813"/>
              </a:xfrm>
              <a:custGeom>
                <a:avLst/>
                <a:gdLst>
                  <a:gd name="T0" fmla="*/ 2147483647 w 410"/>
                  <a:gd name="T1" fmla="*/ 0 h 873"/>
                  <a:gd name="T2" fmla="*/ 2147483647 w 410"/>
                  <a:gd name="T3" fmla="*/ 2147483647 h 873"/>
                  <a:gd name="T4" fmla="*/ 2147483647 w 410"/>
                  <a:gd name="T5" fmla="*/ 2147483647 h 873"/>
                  <a:gd name="T6" fmla="*/ 2147483647 w 410"/>
                  <a:gd name="T7" fmla="*/ 2147483647 h 873"/>
                  <a:gd name="T8" fmla="*/ 2147483647 w 410"/>
                  <a:gd name="T9" fmla="*/ 2147483647 h 873"/>
                  <a:gd name="T10" fmla="*/ 2147483647 w 410"/>
                  <a:gd name="T11" fmla="*/ 2147483647 h 873"/>
                  <a:gd name="T12" fmla="*/ 2147483647 w 410"/>
                  <a:gd name="T13" fmla="*/ 2147483647 h 873"/>
                  <a:gd name="T14" fmla="*/ 2147483647 w 410"/>
                  <a:gd name="T15" fmla="*/ 2147483647 h 873"/>
                  <a:gd name="T16" fmla="*/ 2147483647 w 410"/>
                  <a:gd name="T17" fmla="*/ 2147483647 h 873"/>
                  <a:gd name="T18" fmla="*/ 2147483647 w 410"/>
                  <a:gd name="T19" fmla="*/ 2147483647 h 873"/>
                  <a:gd name="T20" fmla="*/ 2147483647 w 410"/>
                  <a:gd name="T21" fmla="*/ 2147483647 h 873"/>
                  <a:gd name="T22" fmla="*/ 2147483647 w 410"/>
                  <a:gd name="T23" fmla="*/ 2147483647 h 873"/>
                  <a:gd name="T24" fmla="*/ 2147483647 w 410"/>
                  <a:gd name="T25" fmla="*/ 2147483647 h 873"/>
                  <a:gd name="T26" fmla="*/ 2147483647 w 410"/>
                  <a:gd name="T27" fmla="*/ 2147483647 h 873"/>
                  <a:gd name="T28" fmla="*/ 2147483647 w 410"/>
                  <a:gd name="T29" fmla="*/ 2147483647 h 873"/>
                  <a:gd name="T30" fmla="*/ 2147483647 w 410"/>
                  <a:gd name="T31" fmla="*/ 2147483647 h 873"/>
                  <a:gd name="T32" fmla="*/ 0 w 410"/>
                  <a:gd name="T33" fmla="*/ 2147483647 h 873"/>
                  <a:gd name="T34" fmla="*/ 2147483647 w 410"/>
                  <a:gd name="T35" fmla="*/ 2147483647 h 873"/>
                  <a:gd name="T36" fmla="*/ 2147483647 w 410"/>
                  <a:gd name="T37" fmla="*/ 2147483647 h 873"/>
                  <a:gd name="T38" fmla="*/ 2147483647 w 410"/>
                  <a:gd name="T39" fmla="*/ 2147483647 h 873"/>
                  <a:gd name="T40" fmla="*/ 2147483647 w 410"/>
                  <a:gd name="T41" fmla="*/ 2147483647 h 873"/>
                  <a:gd name="T42" fmla="*/ 2147483647 w 410"/>
                  <a:gd name="T43" fmla="*/ 2147483647 h 873"/>
                  <a:gd name="T44" fmla="*/ 2147483647 w 410"/>
                  <a:gd name="T45" fmla="*/ 2147483647 h 873"/>
                  <a:gd name="T46" fmla="*/ 2147483647 w 410"/>
                  <a:gd name="T47" fmla="*/ 2147483647 h 873"/>
                  <a:gd name="T48" fmla="*/ 2147483647 w 410"/>
                  <a:gd name="T49" fmla="*/ 2147483647 h 873"/>
                  <a:gd name="T50" fmla="*/ 2147483647 w 410"/>
                  <a:gd name="T51" fmla="*/ 2147483647 h 873"/>
                  <a:gd name="T52" fmla="*/ 2147483647 w 410"/>
                  <a:gd name="T53" fmla="*/ 2147483647 h 873"/>
                  <a:gd name="T54" fmla="*/ 2147483647 w 410"/>
                  <a:gd name="T55" fmla="*/ 2147483647 h 873"/>
                  <a:gd name="T56" fmla="*/ 2147483647 w 410"/>
                  <a:gd name="T57" fmla="*/ 2147483647 h 873"/>
                  <a:gd name="T58" fmla="*/ 2147483647 w 410"/>
                  <a:gd name="T59" fmla="*/ 2147483647 h 873"/>
                  <a:gd name="T60" fmla="*/ 2147483647 w 410"/>
                  <a:gd name="T61" fmla="*/ 2147483647 h 873"/>
                  <a:gd name="T62" fmla="*/ 2147483647 w 410"/>
                  <a:gd name="T63" fmla="*/ 2147483647 h 873"/>
                  <a:gd name="T64" fmla="*/ 2147483647 w 410"/>
                  <a:gd name="T65" fmla="*/ 2147483647 h 873"/>
                  <a:gd name="T66" fmla="*/ 2147483647 w 410"/>
                  <a:gd name="T67" fmla="*/ 2147483647 h 873"/>
                  <a:gd name="T68" fmla="*/ 2147483647 w 410"/>
                  <a:gd name="T69" fmla="*/ 2147483647 h 873"/>
                  <a:gd name="T70" fmla="*/ 2147483647 w 410"/>
                  <a:gd name="T71" fmla="*/ 2147483647 h 873"/>
                  <a:gd name="T72" fmla="*/ 2147483647 w 410"/>
                  <a:gd name="T73" fmla="*/ 2147483647 h 873"/>
                  <a:gd name="T74" fmla="*/ 2147483647 w 410"/>
                  <a:gd name="T75" fmla="*/ 2147483647 h 873"/>
                  <a:gd name="T76" fmla="*/ 2147483647 w 410"/>
                  <a:gd name="T77" fmla="*/ 2147483647 h 873"/>
                  <a:gd name="T78" fmla="*/ 2147483647 w 410"/>
                  <a:gd name="T79" fmla="*/ 2147483647 h 873"/>
                  <a:gd name="T80" fmla="*/ 2147483647 w 410"/>
                  <a:gd name="T81" fmla="*/ 2147483647 h 873"/>
                  <a:gd name="T82" fmla="*/ 2147483647 w 410"/>
                  <a:gd name="T83" fmla="*/ 2147483647 h 873"/>
                  <a:gd name="T84" fmla="*/ 2147483647 w 410"/>
                  <a:gd name="T85" fmla="*/ 2147483647 h 873"/>
                  <a:gd name="T86" fmla="*/ 2147483647 w 410"/>
                  <a:gd name="T87" fmla="*/ 2147483647 h 873"/>
                  <a:gd name="T88" fmla="*/ 2147483647 w 410"/>
                  <a:gd name="T89" fmla="*/ 2147483647 h 873"/>
                  <a:gd name="T90" fmla="*/ 2147483647 w 410"/>
                  <a:gd name="T91" fmla="*/ 2147483647 h 873"/>
                  <a:gd name="T92" fmla="*/ 2147483647 w 410"/>
                  <a:gd name="T93" fmla="*/ 2147483647 h 873"/>
                  <a:gd name="T94" fmla="*/ 2147483647 w 410"/>
                  <a:gd name="T95" fmla="*/ 2147483647 h 873"/>
                  <a:gd name="T96" fmla="*/ 2147483647 w 410"/>
                  <a:gd name="T97" fmla="*/ 0 h 873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10"/>
                  <a:gd name="T148" fmla="*/ 0 h 873"/>
                  <a:gd name="T149" fmla="*/ 410 w 410"/>
                  <a:gd name="T150" fmla="*/ 873 h 873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10" h="873">
                    <a:moveTo>
                      <a:pt x="352" y="0"/>
                    </a:moveTo>
                    <a:lnTo>
                      <a:pt x="330" y="4"/>
                    </a:lnTo>
                    <a:lnTo>
                      <a:pt x="308" y="9"/>
                    </a:lnTo>
                    <a:lnTo>
                      <a:pt x="286" y="14"/>
                    </a:lnTo>
                    <a:lnTo>
                      <a:pt x="263" y="18"/>
                    </a:lnTo>
                    <a:lnTo>
                      <a:pt x="242" y="23"/>
                    </a:lnTo>
                    <a:lnTo>
                      <a:pt x="221" y="29"/>
                    </a:lnTo>
                    <a:lnTo>
                      <a:pt x="198" y="34"/>
                    </a:lnTo>
                    <a:lnTo>
                      <a:pt x="177" y="38"/>
                    </a:lnTo>
                    <a:lnTo>
                      <a:pt x="155" y="43"/>
                    </a:lnTo>
                    <a:lnTo>
                      <a:pt x="134" y="47"/>
                    </a:lnTo>
                    <a:lnTo>
                      <a:pt x="111" y="52"/>
                    </a:lnTo>
                    <a:lnTo>
                      <a:pt x="90" y="56"/>
                    </a:lnTo>
                    <a:lnTo>
                      <a:pt x="68" y="59"/>
                    </a:lnTo>
                    <a:lnTo>
                      <a:pt x="45" y="63"/>
                    </a:lnTo>
                    <a:lnTo>
                      <a:pt x="23" y="66"/>
                    </a:lnTo>
                    <a:lnTo>
                      <a:pt x="0" y="69"/>
                    </a:lnTo>
                    <a:lnTo>
                      <a:pt x="13" y="171"/>
                    </a:lnTo>
                    <a:lnTo>
                      <a:pt x="25" y="272"/>
                    </a:lnTo>
                    <a:lnTo>
                      <a:pt x="35" y="371"/>
                    </a:lnTo>
                    <a:lnTo>
                      <a:pt x="44" y="471"/>
                    </a:lnTo>
                    <a:lnTo>
                      <a:pt x="51" y="570"/>
                    </a:lnTo>
                    <a:lnTo>
                      <a:pt x="54" y="670"/>
                    </a:lnTo>
                    <a:lnTo>
                      <a:pt x="54" y="771"/>
                    </a:lnTo>
                    <a:lnTo>
                      <a:pt x="48" y="873"/>
                    </a:lnTo>
                    <a:lnTo>
                      <a:pt x="74" y="866"/>
                    </a:lnTo>
                    <a:lnTo>
                      <a:pt x="99" y="859"/>
                    </a:lnTo>
                    <a:lnTo>
                      <a:pt x="123" y="851"/>
                    </a:lnTo>
                    <a:lnTo>
                      <a:pt x="148" y="843"/>
                    </a:lnTo>
                    <a:lnTo>
                      <a:pt x="172" y="834"/>
                    </a:lnTo>
                    <a:lnTo>
                      <a:pt x="196" y="825"/>
                    </a:lnTo>
                    <a:lnTo>
                      <a:pt x="220" y="815"/>
                    </a:lnTo>
                    <a:lnTo>
                      <a:pt x="243" y="803"/>
                    </a:lnTo>
                    <a:lnTo>
                      <a:pt x="265" y="792"/>
                    </a:lnTo>
                    <a:lnTo>
                      <a:pt x="288" y="779"/>
                    </a:lnTo>
                    <a:lnTo>
                      <a:pt x="309" y="766"/>
                    </a:lnTo>
                    <a:lnTo>
                      <a:pt x="330" y="752"/>
                    </a:lnTo>
                    <a:lnTo>
                      <a:pt x="351" y="737"/>
                    </a:lnTo>
                    <a:lnTo>
                      <a:pt x="372" y="720"/>
                    </a:lnTo>
                    <a:lnTo>
                      <a:pt x="391" y="703"/>
                    </a:lnTo>
                    <a:lnTo>
                      <a:pt x="410" y="685"/>
                    </a:lnTo>
                    <a:lnTo>
                      <a:pt x="410" y="602"/>
                    </a:lnTo>
                    <a:lnTo>
                      <a:pt x="410" y="513"/>
                    </a:lnTo>
                    <a:lnTo>
                      <a:pt x="407" y="423"/>
                    </a:lnTo>
                    <a:lnTo>
                      <a:pt x="403" y="333"/>
                    </a:lnTo>
                    <a:lnTo>
                      <a:pt x="396" y="243"/>
                    </a:lnTo>
                    <a:lnTo>
                      <a:pt x="386" y="156"/>
                    </a:lnTo>
                    <a:lnTo>
                      <a:pt x="372" y="75"/>
                    </a:lnTo>
                    <a:lnTo>
                      <a:pt x="352" y="0"/>
                    </a:lnTo>
                    <a:close/>
                  </a:path>
                </a:pathLst>
              </a:custGeom>
              <a:solidFill>
                <a:srgbClr val="C9AD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7" name="Freeform 54"/>
              <p:cNvSpPr>
                <a:spLocks/>
              </p:cNvSpPr>
              <p:nvPr/>
            </p:nvSpPr>
            <p:spPr bwMode="auto">
              <a:xfrm>
                <a:off x="1538288" y="1592263"/>
                <a:ext cx="123825" cy="263525"/>
              </a:xfrm>
              <a:custGeom>
                <a:avLst/>
                <a:gdLst>
                  <a:gd name="T0" fmla="*/ 2147483647 w 394"/>
                  <a:gd name="T1" fmla="*/ 0 h 829"/>
                  <a:gd name="T2" fmla="*/ 2147483647 w 394"/>
                  <a:gd name="T3" fmla="*/ 2147483647 h 829"/>
                  <a:gd name="T4" fmla="*/ 2147483647 w 394"/>
                  <a:gd name="T5" fmla="*/ 2147483647 h 829"/>
                  <a:gd name="T6" fmla="*/ 2147483647 w 394"/>
                  <a:gd name="T7" fmla="*/ 2147483647 h 829"/>
                  <a:gd name="T8" fmla="*/ 2147483647 w 394"/>
                  <a:gd name="T9" fmla="*/ 2147483647 h 829"/>
                  <a:gd name="T10" fmla="*/ 2147483647 w 394"/>
                  <a:gd name="T11" fmla="*/ 2147483647 h 829"/>
                  <a:gd name="T12" fmla="*/ 2147483647 w 394"/>
                  <a:gd name="T13" fmla="*/ 2147483647 h 829"/>
                  <a:gd name="T14" fmla="*/ 2147483647 w 394"/>
                  <a:gd name="T15" fmla="*/ 2147483647 h 829"/>
                  <a:gd name="T16" fmla="*/ 2147483647 w 394"/>
                  <a:gd name="T17" fmla="*/ 2147483647 h 829"/>
                  <a:gd name="T18" fmla="*/ 2147483647 w 394"/>
                  <a:gd name="T19" fmla="*/ 2147483647 h 829"/>
                  <a:gd name="T20" fmla="*/ 2147483647 w 394"/>
                  <a:gd name="T21" fmla="*/ 2147483647 h 829"/>
                  <a:gd name="T22" fmla="*/ 2147483647 w 394"/>
                  <a:gd name="T23" fmla="*/ 2147483647 h 829"/>
                  <a:gd name="T24" fmla="*/ 2147483647 w 394"/>
                  <a:gd name="T25" fmla="*/ 2147483647 h 829"/>
                  <a:gd name="T26" fmla="*/ 2147483647 w 394"/>
                  <a:gd name="T27" fmla="*/ 2147483647 h 829"/>
                  <a:gd name="T28" fmla="*/ 2147483647 w 394"/>
                  <a:gd name="T29" fmla="*/ 2147483647 h 829"/>
                  <a:gd name="T30" fmla="*/ 2147483647 w 394"/>
                  <a:gd name="T31" fmla="*/ 2147483647 h 829"/>
                  <a:gd name="T32" fmla="*/ 0 w 394"/>
                  <a:gd name="T33" fmla="*/ 2147483647 h 829"/>
                  <a:gd name="T34" fmla="*/ 2147483647 w 394"/>
                  <a:gd name="T35" fmla="*/ 2147483647 h 829"/>
                  <a:gd name="T36" fmla="*/ 2147483647 w 394"/>
                  <a:gd name="T37" fmla="*/ 2147483647 h 829"/>
                  <a:gd name="T38" fmla="*/ 2147483647 w 394"/>
                  <a:gd name="T39" fmla="*/ 2147483647 h 829"/>
                  <a:gd name="T40" fmla="*/ 2147483647 w 394"/>
                  <a:gd name="T41" fmla="*/ 2147483647 h 829"/>
                  <a:gd name="T42" fmla="*/ 2147483647 w 394"/>
                  <a:gd name="T43" fmla="*/ 2147483647 h 829"/>
                  <a:gd name="T44" fmla="*/ 2147483647 w 394"/>
                  <a:gd name="T45" fmla="*/ 2147483647 h 829"/>
                  <a:gd name="T46" fmla="*/ 2147483647 w 394"/>
                  <a:gd name="T47" fmla="*/ 2147483647 h 829"/>
                  <a:gd name="T48" fmla="*/ 2147483647 w 394"/>
                  <a:gd name="T49" fmla="*/ 2147483647 h 829"/>
                  <a:gd name="T50" fmla="*/ 2147483647 w 394"/>
                  <a:gd name="T51" fmla="*/ 2147483647 h 829"/>
                  <a:gd name="T52" fmla="*/ 2147483647 w 394"/>
                  <a:gd name="T53" fmla="*/ 2147483647 h 829"/>
                  <a:gd name="T54" fmla="*/ 2147483647 w 394"/>
                  <a:gd name="T55" fmla="*/ 2147483647 h 829"/>
                  <a:gd name="T56" fmla="*/ 2147483647 w 394"/>
                  <a:gd name="T57" fmla="*/ 2147483647 h 829"/>
                  <a:gd name="T58" fmla="*/ 2147483647 w 394"/>
                  <a:gd name="T59" fmla="*/ 2147483647 h 829"/>
                  <a:gd name="T60" fmla="*/ 2147483647 w 394"/>
                  <a:gd name="T61" fmla="*/ 2147483647 h 829"/>
                  <a:gd name="T62" fmla="*/ 2147483647 w 394"/>
                  <a:gd name="T63" fmla="*/ 2147483647 h 829"/>
                  <a:gd name="T64" fmla="*/ 2147483647 w 394"/>
                  <a:gd name="T65" fmla="*/ 2147483647 h 829"/>
                  <a:gd name="T66" fmla="*/ 2147483647 w 394"/>
                  <a:gd name="T67" fmla="*/ 2147483647 h 829"/>
                  <a:gd name="T68" fmla="*/ 2147483647 w 394"/>
                  <a:gd name="T69" fmla="*/ 2147483647 h 829"/>
                  <a:gd name="T70" fmla="*/ 2147483647 w 394"/>
                  <a:gd name="T71" fmla="*/ 2147483647 h 829"/>
                  <a:gd name="T72" fmla="*/ 2147483647 w 394"/>
                  <a:gd name="T73" fmla="*/ 2147483647 h 829"/>
                  <a:gd name="T74" fmla="*/ 2147483647 w 394"/>
                  <a:gd name="T75" fmla="*/ 2147483647 h 829"/>
                  <a:gd name="T76" fmla="*/ 2147483647 w 394"/>
                  <a:gd name="T77" fmla="*/ 2147483647 h 829"/>
                  <a:gd name="T78" fmla="*/ 2147483647 w 394"/>
                  <a:gd name="T79" fmla="*/ 2147483647 h 829"/>
                  <a:gd name="T80" fmla="*/ 2147483647 w 394"/>
                  <a:gd name="T81" fmla="*/ 2147483647 h 829"/>
                  <a:gd name="T82" fmla="*/ 2147483647 w 394"/>
                  <a:gd name="T83" fmla="*/ 2147483647 h 829"/>
                  <a:gd name="T84" fmla="*/ 2147483647 w 394"/>
                  <a:gd name="T85" fmla="*/ 2147483647 h 829"/>
                  <a:gd name="T86" fmla="*/ 2147483647 w 394"/>
                  <a:gd name="T87" fmla="*/ 2147483647 h 829"/>
                  <a:gd name="T88" fmla="*/ 2147483647 w 394"/>
                  <a:gd name="T89" fmla="*/ 2147483647 h 829"/>
                  <a:gd name="T90" fmla="*/ 2147483647 w 394"/>
                  <a:gd name="T91" fmla="*/ 2147483647 h 829"/>
                  <a:gd name="T92" fmla="*/ 2147483647 w 394"/>
                  <a:gd name="T93" fmla="*/ 2147483647 h 829"/>
                  <a:gd name="T94" fmla="*/ 2147483647 w 394"/>
                  <a:gd name="T95" fmla="*/ 2147483647 h 829"/>
                  <a:gd name="T96" fmla="*/ 2147483647 w 394"/>
                  <a:gd name="T97" fmla="*/ 0 h 82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394"/>
                  <a:gd name="T148" fmla="*/ 0 h 829"/>
                  <a:gd name="T149" fmla="*/ 394 w 394"/>
                  <a:gd name="T150" fmla="*/ 829 h 82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394" h="829">
                    <a:moveTo>
                      <a:pt x="336" y="0"/>
                    </a:moveTo>
                    <a:lnTo>
                      <a:pt x="315" y="4"/>
                    </a:lnTo>
                    <a:lnTo>
                      <a:pt x="294" y="9"/>
                    </a:lnTo>
                    <a:lnTo>
                      <a:pt x="273" y="13"/>
                    </a:lnTo>
                    <a:lnTo>
                      <a:pt x="251" y="17"/>
                    </a:lnTo>
                    <a:lnTo>
                      <a:pt x="231" y="22"/>
                    </a:lnTo>
                    <a:lnTo>
                      <a:pt x="210" y="26"/>
                    </a:lnTo>
                    <a:lnTo>
                      <a:pt x="190" y="32"/>
                    </a:lnTo>
                    <a:lnTo>
                      <a:pt x="168" y="36"/>
                    </a:lnTo>
                    <a:lnTo>
                      <a:pt x="148" y="41"/>
                    </a:lnTo>
                    <a:lnTo>
                      <a:pt x="128" y="45"/>
                    </a:lnTo>
                    <a:lnTo>
                      <a:pt x="106" y="49"/>
                    </a:lnTo>
                    <a:lnTo>
                      <a:pt x="85" y="53"/>
                    </a:lnTo>
                    <a:lnTo>
                      <a:pt x="65" y="56"/>
                    </a:lnTo>
                    <a:lnTo>
                      <a:pt x="44" y="59"/>
                    </a:lnTo>
                    <a:lnTo>
                      <a:pt x="21" y="62"/>
                    </a:lnTo>
                    <a:lnTo>
                      <a:pt x="0" y="65"/>
                    </a:lnTo>
                    <a:lnTo>
                      <a:pt x="12" y="162"/>
                    </a:lnTo>
                    <a:lnTo>
                      <a:pt x="24" y="258"/>
                    </a:lnTo>
                    <a:lnTo>
                      <a:pt x="35" y="352"/>
                    </a:lnTo>
                    <a:lnTo>
                      <a:pt x="44" y="446"/>
                    </a:lnTo>
                    <a:lnTo>
                      <a:pt x="50" y="541"/>
                    </a:lnTo>
                    <a:lnTo>
                      <a:pt x="53" y="635"/>
                    </a:lnTo>
                    <a:lnTo>
                      <a:pt x="53" y="731"/>
                    </a:lnTo>
                    <a:lnTo>
                      <a:pt x="48" y="829"/>
                    </a:lnTo>
                    <a:lnTo>
                      <a:pt x="72" y="822"/>
                    </a:lnTo>
                    <a:lnTo>
                      <a:pt x="96" y="815"/>
                    </a:lnTo>
                    <a:lnTo>
                      <a:pt x="120" y="808"/>
                    </a:lnTo>
                    <a:lnTo>
                      <a:pt x="144" y="799"/>
                    </a:lnTo>
                    <a:lnTo>
                      <a:pt x="166" y="791"/>
                    </a:lnTo>
                    <a:lnTo>
                      <a:pt x="190" y="782"/>
                    </a:lnTo>
                    <a:lnTo>
                      <a:pt x="212" y="773"/>
                    </a:lnTo>
                    <a:lnTo>
                      <a:pt x="234" y="763"/>
                    </a:lnTo>
                    <a:lnTo>
                      <a:pt x="255" y="752"/>
                    </a:lnTo>
                    <a:lnTo>
                      <a:pt x="277" y="741"/>
                    </a:lnTo>
                    <a:lnTo>
                      <a:pt x="298" y="728"/>
                    </a:lnTo>
                    <a:lnTo>
                      <a:pt x="318" y="714"/>
                    </a:lnTo>
                    <a:lnTo>
                      <a:pt x="337" y="700"/>
                    </a:lnTo>
                    <a:lnTo>
                      <a:pt x="357" y="685"/>
                    </a:lnTo>
                    <a:lnTo>
                      <a:pt x="376" y="669"/>
                    </a:lnTo>
                    <a:lnTo>
                      <a:pt x="394" y="650"/>
                    </a:lnTo>
                    <a:lnTo>
                      <a:pt x="394" y="570"/>
                    </a:lnTo>
                    <a:lnTo>
                      <a:pt x="392" y="486"/>
                    </a:lnTo>
                    <a:lnTo>
                      <a:pt x="390" y="401"/>
                    </a:lnTo>
                    <a:lnTo>
                      <a:pt x="386" y="315"/>
                    </a:lnTo>
                    <a:lnTo>
                      <a:pt x="379" y="230"/>
                    </a:lnTo>
                    <a:lnTo>
                      <a:pt x="369" y="148"/>
                    </a:lnTo>
                    <a:lnTo>
                      <a:pt x="355" y="71"/>
                    </a:lnTo>
                    <a:lnTo>
                      <a:pt x="336" y="0"/>
                    </a:lnTo>
                    <a:close/>
                  </a:path>
                </a:pathLst>
              </a:custGeom>
              <a:solidFill>
                <a:srgbClr val="CCB59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8" name="Freeform 55"/>
              <p:cNvSpPr>
                <a:spLocks/>
              </p:cNvSpPr>
              <p:nvPr/>
            </p:nvSpPr>
            <p:spPr bwMode="auto">
              <a:xfrm>
                <a:off x="1543050" y="1593851"/>
                <a:ext cx="119062" cy="247650"/>
              </a:xfrm>
              <a:custGeom>
                <a:avLst/>
                <a:gdLst>
                  <a:gd name="T0" fmla="*/ 2147483647 w 378"/>
                  <a:gd name="T1" fmla="*/ 0 h 783"/>
                  <a:gd name="T2" fmla="*/ 2147483647 w 378"/>
                  <a:gd name="T3" fmla="*/ 2147483647 h 783"/>
                  <a:gd name="T4" fmla="*/ 2147483647 w 378"/>
                  <a:gd name="T5" fmla="*/ 2147483647 h 783"/>
                  <a:gd name="T6" fmla="*/ 2147483647 w 378"/>
                  <a:gd name="T7" fmla="*/ 2147483647 h 783"/>
                  <a:gd name="T8" fmla="*/ 2147483647 w 378"/>
                  <a:gd name="T9" fmla="*/ 2147483647 h 783"/>
                  <a:gd name="T10" fmla="*/ 2147483647 w 378"/>
                  <a:gd name="T11" fmla="*/ 2147483647 h 783"/>
                  <a:gd name="T12" fmla="*/ 2147483647 w 378"/>
                  <a:gd name="T13" fmla="*/ 2147483647 h 783"/>
                  <a:gd name="T14" fmla="*/ 2147483647 w 378"/>
                  <a:gd name="T15" fmla="*/ 2147483647 h 783"/>
                  <a:gd name="T16" fmla="*/ 2147483647 w 378"/>
                  <a:gd name="T17" fmla="*/ 2147483647 h 783"/>
                  <a:gd name="T18" fmla="*/ 2147483647 w 378"/>
                  <a:gd name="T19" fmla="*/ 2147483647 h 783"/>
                  <a:gd name="T20" fmla="*/ 2147483647 w 378"/>
                  <a:gd name="T21" fmla="*/ 2147483647 h 783"/>
                  <a:gd name="T22" fmla="*/ 2147483647 w 378"/>
                  <a:gd name="T23" fmla="*/ 2147483647 h 783"/>
                  <a:gd name="T24" fmla="*/ 2147483647 w 378"/>
                  <a:gd name="T25" fmla="*/ 2147483647 h 783"/>
                  <a:gd name="T26" fmla="*/ 2147483647 w 378"/>
                  <a:gd name="T27" fmla="*/ 2147483647 h 783"/>
                  <a:gd name="T28" fmla="*/ 2147483647 w 378"/>
                  <a:gd name="T29" fmla="*/ 2147483647 h 783"/>
                  <a:gd name="T30" fmla="*/ 2147483647 w 378"/>
                  <a:gd name="T31" fmla="*/ 2147483647 h 783"/>
                  <a:gd name="T32" fmla="*/ 0 w 378"/>
                  <a:gd name="T33" fmla="*/ 2147483647 h 783"/>
                  <a:gd name="T34" fmla="*/ 2147483647 w 378"/>
                  <a:gd name="T35" fmla="*/ 2147483647 h 783"/>
                  <a:gd name="T36" fmla="*/ 2147483647 w 378"/>
                  <a:gd name="T37" fmla="*/ 2147483647 h 783"/>
                  <a:gd name="T38" fmla="*/ 2147483647 w 378"/>
                  <a:gd name="T39" fmla="*/ 2147483647 h 783"/>
                  <a:gd name="T40" fmla="*/ 2147483647 w 378"/>
                  <a:gd name="T41" fmla="*/ 2147483647 h 783"/>
                  <a:gd name="T42" fmla="*/ 2147483647 w 378"/>
                  <a:gd name="T43" fmla="*/ 2147483647 h 783"/>
                  <a:gd name="T44" fmla="*/ 2147483647 w 378"/>
                  <a:gd name="T45" fmla="*/ 2147483647 h 783"/>
                  <a:gd name="T46" fmla="*/ 2147483647 w 378"/>
                  <a:gd name="T47" fmla="*/ 2147483647 h 783"/>
                  <a:gd name="T48" fmla="*/ 2147483647 w 378"/>
                  <a:gd name="T49" fmla="*/ 2147483647 h 783"/>
                  <a:gd name="T50" fmla="*/ 2147483647 w 378"/>
                  <a:gd name="T51" fmla="*/ 2147483647 h 783"/>
                  <a:gd name="T52" fmla="*/ 2147483647 w 378"/>
                  <a:gd name="T53" fmla="*/ 2147483647 h 783"/>
                  <a:gd name="T54" fmla="*/ 2147483647 w 378"/>
                  <a:gd name="T55" fmla="*/ 2147483647 h 783"/>
                  <a:gd name="T56" fmla="*/ 2147483647 w 378"/>
                  <a:gd name="T57" fmla="*/ 2147483647 h 783"/>
                  <a:gd name="T58" fmla="*/ 2147483647 w 378"/>
                  <a:gd name="T59" fmla="*/ 2147483647 h 783"/>
                  <a:gd name="T60" fmla="*/ 2147483647 w 378"/>
                  <a:gd name="T61" fmla="*/ 2147483647 h 783"/>
                  <a:gd name="T62" fmla="*/ 2147483647 w 378"/>
                  <a:gd name="T63" fmla="*/ 2147483647 h 783"/>
                  <a:gd name="T64" fmla="*/ 2147483647 w 378"/>
                  <a:gd name="T65" fmla="*/ 2147483647 h 783"/>
                  <a:gd name="T66" fmla="*/ 2147483647 w 378"/>
                  <a:gd name="T67" fmla="*/ 2147483647 h 783"/>
                  <a:gd name="T68" fmla="*/ 2147483647 w 378"/>
                  <a:gd name="T69" fmla="*/ 2147483647 h 783"/>
                  <a:gd name="T70" fmla="*/ 2147483647 w 378"/>
                  <a:gd name="T71" fmla="*/ 2147483647 h 783"/>
                  <a:gd name="T72" fmla="*/ 2147483647 w 378"/>
                  <a:gd name="T73" fmla="*/ 2147483647 h 783"/>
                  <a:gd name="T74" fmla="*/ 2147483647 w 378"/>
                  <a:gd name="T75" fmla="*/ 2147483647 h 783"/>
                  <a:gd name="T76" fmla="*/ 2147483647 w 378"/>
                  <a:gd name="T77" fmla="*/ 2147483647 h 783"/>
                  <a:gd name="T78" fmla="*/ 2147483647 w 378"/>
                  <a:gd name="T79" fmla="*/ 2147483647 h 783"/>
                  <a:gd name="T80" fmla="*/ 2147483647 w 378"/>
                  <a:gd name="T81" fmla="*/ 2147483647 h 783"/>
                  <a:gd name="T82" fmla="*/ 2147483647 w 378"/>
                  <a:gd name="T83" fmla="*/ 2147483647 h 783"/>
                  <a:gd name="T84" fmla="*/ 2147483647 w 378"/>
                  <a:gd name="T85" fmla="*/ 2147483647 h 783"/>
                  <a:gd name="T86" fmla="*/ 2147483647 w 378"/>
                  <a:gd name="T87" fmla="*/ 2147483647 h 783"/>
                  <a:gd name="T88" fmla="*/ 2147483647 w 378"/>
                  <a:gd name="T89" fmla="*/ 2147483647 h 783"/>
                  <a:gd name="T90" fmla="*/ 2147483647 w 378"/>
                  <a:gd name="T91" fmla="*/ 2147483647 h 783"/>
                  <a:gd name="T92" fmla="*/ 2147483647 w 378"/>
                  <a:gd name="T93" fmla="*/ 2147483647 h 783"/>
                  <a:gd name="T94" fmla="*/ 2147483647 w 378"/>
                  <a:gd name="T95" fmla="*/ 2147483647 h 783"/>
                  <a:gd name="T96" fmla="*/ 2147483647 w 378"/>
                  <a:gd name="T97" fmla="*/ 0 h 783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378"/>
                  <a:gd name="T148" fmla="*/ 0 h 783"/>
                  <a:gd name="T149" fmla="*/ 378 w 378"/>
                  <a:gd name="T150" fmla="*/ 783 h 783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378" h="783">
                    <a:moveTo>
                      <a:pt x="320" y="0"/>
                    </a:moveTo>
                    <a:lnTo>
                      <a:pt x="300" y="4"/>
                    </a:lnTo>
                    <a:lnTo>
                      <a:pt x="280" y="8"/>
                    </a:lnTo>
                    <a:lnTo>
                      <a:pt x="260" y="12"/>
                    </a:lnTo>
                    <a:lnTo>
                      <a:pt x="240" y="17"/>
                    </a:lnTo>
                    <a:lnTo>
                      <a:pt x="220" y="21"/>
                    </a:lnTo>
                    <a:lnTo>
                      <a:pt x="201" y="25"/>
                    </a:lnTo>
                    <a:lnTo>
                      <a:pt x="181" y="30"/>
                    </a:lnTo>
                    <a:lnTo>
                      <a:pt x="161" y="34"/>
                    </a:lnTo>
                    <a:lnTo>
                      <a:pt x="141" y="38"/>
                    </a:lnTo>
                    <a:lnTo>
                      <a:pt x="122" y="42"/>
                    </a:lnTo>
                    <a:lnTo>
                      <a:pt x="102" y="46"/>
                    </a:lnTo>
                    <a:lnTo>
                      <a:pt x="82" y="50"/>
                    </a:lnTo>
                    <a:lnTo>
                      <a:pt x="62" y="53"/>
                    </a:lnTo>
                    <a:lnTo>
                      <a:pt x="42" y="56"/>
                    </a:lnTo>
                    <a:lnTo>
                      <a:pt x="21" y="59"/>
                    </a:lnTo>
                    <a:lnTo>
                      <a:pt x="0" y="61"/>
                    </a:lnTo>
                    <a:lnTo>
                      <a:pt x="12" y="153"/>
                    </a:lnTo>
                    <a:lnTo>
                      <a:pt x="24" y="244"/>
                    </a:lnTo>
                    <a:lnTo>
                      <a:pt x="34" y="333"/>
                    </a:lnTo>
                    <a:lnTo>
                      <a:pt x="43" y="421"/>
                    </a:lnTo>
                    <a:lnTo>
                      <a:pt x="49" y="510"/>
                    </a:lnTo>
                    <a:lnTo>
                      <a:pt x="53" y="600"/>
                    </a:lnTo>
                    <a:lnTo>
                      <a:pt x="52" y="691"/>
                    </a:lnTo>
                    <a:lnTo>
                      <a:pt x="48" y="783"/>
                    </a:lnTo>
                    <a:lnTo>
                      <a:pt x="71" y="777"/>
                    </a:lnTo>
                    <a:lnTo>
                      <a:pt x="93" y="770"/>
                    </a:lnTo>
                    <a:lnTo>
                      <a:pt x="117" y="763"/>
                    </a:lnTo>
                    <a:lnTo>
                      <a:pt x="139" y="756"/>
                    </a:lnTo>
                    <a:lnTo>
                      <a:pt x="161" y="749"/>
                    </a:lnTo>
                    <a:lnTo>
                      <a:pt x="183" y="741"/>
                    </a:lnTo>
                    <a:lnTo>
                      <a:pt x="204" y="731"/>
                    </a:lnTo>
                    <a:lnTo>
                      <a:pt x="225" y="722"/>
                    </a:lnTo>
                    <a:lnTo>
                      <a:pt x="245" y="712"/>
                    </a:lnTo>
                    <a:lnTo>
                      <a:pt x="266" y="701"/>
                    </a:lnTo>
                    <a:lnTo>
                      <a:pt x="286" y="690"/>
                    </a:lnTo>
                    <a:lnTo>
                      <a:pt x="305" y="677"/>
                    </a:lnTo>
                    <a:lnTo>
                      <a:pt x="324" y="664"/>
                    </a:lnTo>
                    <a:lnTo>
                      <a:pt x="343" y="648"/>
                    </a:lnTo>
                    <a:lnTo>
                      <a:pt x="361" y="633"/>
                    </a:lnTo>
                    <a:lnTo>
                      <a:pt x="378" y="616"/>
                    </a:lnTo>
                    <a:lnTo>
                      <a:pt x="377" y="539"/>
                    </a:lnTo>
                    <a:lnTo>
                      <a:pt x="375" y="459"/>
                    </a:lnTo>
                    <a:lnTo>
                      <a:pt x="372" y="377"/>
                    </a:lnTo>
                    <a:lnTo>
                      <a:pt x="368" y="296"/>
                    </a:lnTo>
                    <a:lnTo>
                      <a:pt x="361" y="217"/>
                    </a:lnTo>
                    <a:lnTo>
                      <a:pt x="351" y="140"/>
                    </a:lnTo>
                    <a:lnTo>
                      <a:pt x="338" y="67"/>
                    </a:lnTo>
                    <a:lnTo>
                      <a:pt x="320" y="0"/>
                    </a:lnTo>
                    <a:close/>
                  </a:path>
                </a:pathLst>
              </a:custGeom>
              <a:solidFill>
                <a:srgbClr val="D3BCA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9" name="Freeform 56"/>
              <p:cNvSpPr>
                <a:spLocks/>
              </p:cNvSpPr>
              <p:nvPr/>
            </p:nvSpPr>
            <p:spPr bwMode="auto">
              <a:xfrm>
                <a:off x="1547813" y="1593851"/>
                <a:ext cx="114300" cy="234950"/>
              </a:xfrm>
              <a:custGeom>
                <a:avLst/>
                <a:gdLst>
                  <a:gd name="T0" fmla="*/ 2147483647 w 362"/>
                  <a:gd name="T1" fmla="*/ 0 h 739"/>
                  <a:gd name="T2" fmla="*/ 2147483647 w 362"/>
                  <a:gd name="T3" fmla="*/ 2147483647 h 739"/>
                  <a:gd name="T4" fmla="*/ 2147483647 w 362"/>
                  <a:gd name="T5" fmla="*/ 2147483647 h 739"/>
                  <a:gd name="T6" fmla="*/ 2147483647 w 362"/>
                  <a:gd name="T7" fmla="*/ 2147483647 h 739"/>
                  <a:gd name="T8" fmla="*/ 2147483647 w 362"/>
                  <a:gd name="T9" fmla="*/ 2147483647 h 739"/>
                  <a:gd name="T10" fmla="*/ 2147483647 w 362"/>
                  <a:gd name="T11" fmla="*/ 2147483647 h 739"/>
                  <a:gd name="T12" fmla="*/ 2147483647 w 362"/>
                  <a:gd name="T13" fmla="*/ 2147483647 h 739"/>
                  <a:gd name="T14" fmla="*/ 2147483647 w 362"/>
                  <a:gd name="T15" fmla="*/ 2147483647 h 739"/>
                  <a:gd name="T16" fmla="*/ 2147483647 w 362"/>
                  <a:gd name="T17" fmla="*/ 2147483647 h 739"/>
                  <a:gd name="T18" fmla="*/ 2147483647 w 362"/>
                  <a:gd name="T19" fmla="*/ 2147483647 h 739"/>
                  <a:gd name="T20" fmla="*/ 2147483647 w 362"/>
                  <a:gd name="T21" fmla="*/ 2147483647 h 739"/>
                  <a:gd name="T22" fmla="*/ 2147483647 w 362"/>
                  <a:gd name="T23" fmla="*/ 2147483647 h 739"/>
                  <a:gd name="T24" fmla="*/ 2147483647 w 362"/>
                  <a:gd name="T25" fmla="*/ 2147483647 h 739"/>
                  <a:gd name="T26" fmla="*/ 2147483647 w 362"/>
                  <a:gd name="T27" fmla="*/ 2147483647 h 739"/>
                  <a:gd name="T28" fmla="*/ 2147483647 w 362"/>
                  <a:gd name="T29" fmla="*/ 2147483647 h 739"/>
                  <a:gd name="T30" fmla="*/ 2147483647 w 362"/>
                  <a:gd name="T31" fmla="*/ 2147483647 h 739"/>
                  <a:gd name="T32" fmla="*/ 0 w 362"/>
                  <a:gd name="T33" fmla="*/ 2147483647 h 739"/>
                  <a:gd name="T34" fmla="*/ 2147483647 w 362"/>
                  <a:gd name="T35" fmla="*/ 2147483647 h 739"/>
                  <a:gd name="T36" fmla="*/ 2147483647 w 362"/>
                  <a:gd name="T37" fmla="*/ 2147483647 h 739"/>
                  <a:gd name="T38" fmla="*/ 2147483647 w 362"/>
                  <a:gd name="T39" fmla="*/ 2147483647 h 739"/>
                  <a:gd name="T40" fmla="*/ 2147483647 w 362"/>
                  <a:gd name="T41" fmla="*/ 2147483647 h 739"/>
                  <a:gd name="T42" fmla="*/ 2147483647 w 362"/>
                  <a:gd name="T43" fmla="*/ 2147483647 h 739"/>
                  <a:gd name="T44" fmla="*/ 2147483647 w 362"/>
                  <a:gd name="T45" fmla="*/ 2147483647 h 739"/>
                  <a:gd name="T46" fmla="*/ 2147483647 w 362"/>
                  <a:gd name="T47" fmla="*/ 2147483647 h 739"/>
                  <a:gd name="T48" fmla="*/ 2147483647 w 362"/>
                  <a:gd name="T49" fmla="*/ 2147483647 h 739"/>
                  <a:gd name="T50" fmla="*/ 2147483647 w 362"/>
                  <a:gd name="T51" fmla="*/ 2147483647 h 739"/>
                  <a:gd name="T52" fmla="*/ 2147483647 w 362"/>
                  <a:gd name="T53" fmla="*/ 2147483647 h 739"/>
                  <a:gd name="T54" fmla="*/ 2147483647 w 362"/>
                  <a:gd name="T55" fmla="*/ 2147483647 h 739"/>
                  <a:gd name="T56" fmla="*/ 2147483647 w 362"/>
                  <a:gd name="T57" fmla="*/ 2147483647 h 739"/>
                  <a:gd name="T58" fmla="*/ 2147483647 w 362"/>
                  <a:gd name="T59" fmla="*/ 2147483647 h 739"/>
                  <a:gd name="T60" fmla="*/ 2147483647 w 362"/>
                  <a:gd name="T61" fmla="*/ 2147483647 h 739"/>
                  <a:gd name="T62" fmla="*/ 2147483647 w 362"/>
                  <a:gd name="T63" fmla="*/ 2147483647 h 739"/>
                  <a:gd name="T64" fmla="*/ 2147483647 w 362"/>
                  <a:gd name="T65" fmla="*/ 2147483647 h 739"/>
                  <a:gd name="T66" fmla="*/ 2147483647 w 362"/>
                  <a:gd name="T67" fmla="*/ 2147483647 h 739"/>
                  <a:gd name="T68" fmla="*/ 2147483647 w 362"/>
                  <a:gd name="T69" fmla="*/ 2147483647 h 739"/>
                  <a:gd name="T70" fmla="*/ 2147483647 w 362"/>
                  <a:gd name="T71" fmla="*/ 2147483647 h 739"/>
                  <a:gd name="T72" fmla="*/ 2147483647 w 362"/>
                  <a:gd name="T73" fmla="*/ 2147483647 h 739"/>
                  <a:gd name="T74" fmla="*/ 2147483647 w 362"/>
                  <a:gd name="T75" fmla="*/ 2147483647 h 739"/>
                  <a:gd name="T76" fmla="*/ 2147483647 w 362"/>
                  <a:gd name="T77" fmla="*/ 2147483647 h 739"/>
                  <a:gd name="T78" fmla="*/ 2147483647 w 362"/>
                  <a:gd name="T79" fmla="*/ 2147483647 h 739"/>
                  <a:gd name="T80" fmla="*/ 2147483647 w 362"/>
                  <a:gd name="T81" fmla="*/ 2147483647 h 739"/>
                  <a:gd name="T82" fmla="*/ 2147483647 w 362"/>
                  <a:gd name="T83" fmla="*/ 2147483647 h 739"/>
                  <a:gd name="T84" fmla="*/ 2147483647 w 362"/>
                  <a:gd name="T85" fmla="*/ 2147483647 h 739"/>
                  <a:gd name="T86" fmla="*/ 2147483647 w 362"/>
                  <a:gd name="T87" fmla="*/ 2147483647 h 739"/>
                  <a:gd name="T88" fmla="*/ 2147483647 w 362"/>
                  <a:gd name="T89" fmla="*/ 2147483647 h 739"/>
                  <a:gd name="T90" fmla="*/ 2147483647 w 362"/>
                  <a:gd name="T91" fmla="*/ 2147483647 h 739"/>
                  <a:gd name="T92" fmla="*/ 2147483647 w 362"/>
                  <a:gd name="T93" fmla="*/ 2147483647 h 739"/>
                  <a:gd name="T94" fmla="*/ 2147483647 w 362"/>
                  <a:gd name="T95" fmla="*/ 2147483647 h 739"/>
                  <a:gd name="T96" fmla="*/ 2147483647 w 362"/>
                  <a:gd name="T97" fmla="*/ 0 h 73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362"/>
                  <a:gd name="T148" fmla="*/ 0 h 739"/>
                  <a:gd name="T149" fmla="*/ 362 w 362"/>
                  <a:gd name="T150" fmla="*/ 739 h 73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362" h="739">
                    <a:moveTo>
                      <a:pt x="304" y="0"/>
                    </a:moveTo>
                    <a:lnTo>
                      <a:pt x="285" y="4"/>
                    </a:lnTo>
                    <a:lnTo>
                      <a:pt x="266" y="8"/>
                    </a:lnTo>
                    <a:lnTo>
                      <a:pt x="247" y="12"/>
                    </a:lnTo>
                    <a:lnTo>
                      <a:pt x="227" y="15"/>
                    </a:lnTo>
                    <a:lnTo>
                      <a:pt x="209" y="19"/>
                    </a:lnTo>
                    <a:lnTo>
                      <a:pt x="190" y="23"/>
                    </a:lnTo>
                    <a:lnTo>
                      <a:pt x="172" y="28"/>
                    </a:lnTo>
                    <a:lnTo>
                      <a:pt x="152" y="32"/>
                    </a:lnTo>
                    <a:lnTo>
                      <a:pt x="134" y="36"/>
                    </a:lnTo>
                    <a:lnTo>
                      <a:pt x="115" y="39"/>
                    </a:lnTo>
                    <a:lnTo>
                      <a:pt x="97" y="43"/>
                    </a:lnTo>
                    <a:lnTo>
                      <a:pt x="77" y="46"/>
                    </a:lnTo>
                    <a:lnTo>
                      <a:pt x="58" y="49"/>
                    </a:lnTo>
                    <a:lnTo>
                      <a:pt x="40" y="52"/>
                    </a:lnTo>
                    <a:lnTo>
                      <a:pt x="20" y="55"/>
                    </a:lnTo>
                    <a:lnTo>
                      <a:pt x="0" y="57"/>
                    </a:lnTo>
                    <a:lnTo>
                      <a:pt x="12" y="144"/>
                    </a:lnTo>
                    <a:lnTo>
                      <a:pt x="23" y="229"/>
                    </a:lnTo>
                    <a:lnTo>
                      <a:pt x="33" y="314"/>
                    </a:lnTo>
                    <a:lnTo>
                      <a:pt x="41" y="397"/>
                    </a:lnTo>
                    <a:lnTo>
                      <a:pt x="48" y="481"/>
                    </a:lnTo>
                    <a:lnTo>
                      <a:pt x="51" y="565"/>
                    </a:lnTo>
                    <a:lnTo>
                      <a:pt x="52" y="650"/>
                    </a:lnTo>
                    <a:lnTo>
                      <a:pt x="48" y="739"/>
                    </a:lnTo>
                    <a:lnTo>
                      <a:pt x="70" y="732"/>
                    </a:lnTo>
                    <a:lnTo>
                      <a:pt x="92" y="726"/>
                    </a:lnTo>
                    <a:lnTo>
                      <a:pt x="113" y="719"/>
                    </a:lnTo>
                    <a:lnTo>
                      <a:pt x="134" y="713"/>
                    </a:lnTo>
                    <a:lnTo>
                      <a:pt x="155" y="706"/>
                    </a:lnTo>
                    <a:lnTo>
                      <a:pt x="177" y="698"/>
                    </a:lnTo>
                    <a:lnTo>
                      <a:pt x="197" y="690"/>
                    </a:lnTo>
                    <a:lnTo>
                      <a:pt x="217" y="682"/>
                    </a:lnTo>
                    <a:lnTo>
                      <a:pt x="237" y="672"/>
                    </a:lnTo>
                    <a:lnTo>
                      <a:pt x="256" y="663"/>
                    </a:lnTo>
                    <a:lnTo>
                      <a:pt x="275" y="651"/>
                    </a:lnTo>
                    <a:lnTo>
                      <a:pt x="293" y="639"/>
                    </a:lnTo>
                    <a:lnTo>
                      <a:pt x="311" y="627"/>
                    </a:lnTo>
                    <a:lnTo>
                      <a:pt x="329" y="613"/>
                    </a:lnTo>
                    <a:lnTo>
                      <a:pt x="346" y="599"/>
                    </a:lnTo>
                    <a:lnTo>
                      <a:pt x="362" y="582"/>
                    </a:lnTo>
                    <a:lnTo>
                      <a:pt x="360" y="508"/>
                    </a:lnTo>
                    <a:lnTo>
                      <a:pt x="357" y="432"/>
                    </a:lnTo>
                    <a:lnTo>
                      <a:pt x="354" y="356"/>
                    </a:lnTo>
                    <a:lnTo>
                      <a:pt x="350" y="279"/>
                    </a:lnTo>
                    <a:lnTo>
                      <a:pt x="343" y="205"/>
                    </a:lnTo>
                    <a:lnTo>
                      <a:pt x="334" y="132"/>
                    </a:lnTo>
                    <a:lnTo>
                      <a:pt x="321" y="64"/>
                    </a:lnTo>
                    <a:lnTo>
                      <a:pt x="304" y="0"/>
                    </a:lnTo>
                    <a:close/>
                  </a:path>
                </a:pathLst>
              </a:custGeom>
              <a:solidFill>
                <a:srgbClr val="D8C1A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0" name="Freeform 57"/>
              <p:cNvSpPr>
                <a:spLocks/>
              </p:cNvSpPr>
              <p:nvPr/>
            </p:nvSpPr>
            <p:spPr bwMode="auto">
              <a:xfrm>
                <a:off x="1552575" y="1593851"/>
                <a:ext cx="109537" cy="220663"/>
              </a:xfrm>
              <a:custGeom>
                <a:avLst/>
                <a:gdLst>
                  <a:gd name="T0" fmla="*/ 2147483647 w 345"/>
                  <a:gd name="T1" fmla="*/ 0 h 693"/>
                  <a:gd name="T2" fmla="*/ 2147483647 w 345"/>
                  <a:gd name="T3" fmla="*/ 2147483647 h 693"/>
                  <a:gd name="T4" fmla="*/ 2147483647 w 345"/>
                  <a:gd name="T5" fmla="*/ 2147483647 h 693"/>
                  <a:gd name="T6" fmla="*/ 2147483647 w 345"/>
                  <a:gd name="T7" fmla="*/ 2147483647 h 693"/>
                  <a:gd name="T8" fmla="*/ 2147483647 w 345"/>
                  <a:gd name="T9" fmla="*/ 2147483647 h 693"/>
                  <a:gd name="T10" fmla="*/ 2147483647 w 345"/>
                  <a:gd name="T11" fmla="*/ 2147483647 h 693"/>
                  <a:gd name="T12" fmla="*/ 2147483647 w 345"/>
                  <a:gd name="T13" fmla="*/ 2147483647 h 693"/>
                  <a:gd name="T14" fmla="*/ 2147483647 w 345"/>
                  <a:gd name="T15" fmla="*/ 2147483647 h 693"/>
                  <a:gd name="T16" fmla="*/ 2147483647 w 345"/>
                  <a:gd name="T17" fmla="*/ 2147483647 h 693"/>
                  <a:gd name="T18" fmla="*/ 2147483647 w 345"/>
                  <a:gd name="T19" fmla="*/ 2147483647 h 693"/>
                  <a:gd name="T20" fmla="*/ 2147483647 w 345"/>
                  <a:gd name="T21" fmla="*/ 2147483647 h 693"/>
                  <a:gd name="T22" fmla="*/ 2147483647 w 345"/>
                  <a:gd name="T23" fmla="*/ 2147483647 h 693"/>
                  <a:gd name="T24" fmla="*/ 2147483647 w 345"/>
                  <a:gd name="T25" fmla="*/ 2147483647 h 693"/>
                  <a:gd name="T26" fmla="*/ 2147483647 w 345"/>
                  <a:gd name="T27" fmla="*/ 2147483647 h 693"/>
                  <a:gd name="T28" fmla="*/ 2147483647 w 345"/>
                  <a:gd name="T29" fmla="*/ 2147483647 h 693"/>
                  <a:gd name="T30" fmla="*/ 2147483647 w 345"/>
                  <a:gd name="T31" fmla="*/ 2147483647 h 693"/>
                  <a:gd name="T32" fmla="*/ 0 w 345"/>
                  <a:gd name="T33" fmla="*/ 2147483647 h 693"/>
                  <a:gd name="T34" fmla="*/ 2147483647 w 345"/>
                  <a:gd name="T35" fmla="*/ 2147483647 h 693"/>
                  <a:gd name="T36" fmla="*/ 2147483647 w 345"/>
                  <a:gd name="T37" fmla="*/ 2147483647 h 693"/>
                  <a:gd name="T38" fmla="*/ 2147483647 w 345"/>
                  <a:gd name="T39" fmla="*/ 2147483647 h 693"/>
                  <a:gd name="T40" fmla="*/ 2147483647 w 345"/>
                  <a:gd name="T41" fmla="*/ 2147483647 h 693"/>
                  <a:gd name="T42" fmla="*/ 2147483647 w 345"/>
                  <a:gd name="T43" fmla="*/ 2147483647 h 693"/>
                  <a:gd name="T44" fmla="*/ 2147483647 w 345"/>
                  <a:gd name="T45" fmla="*/ 2147483647 h 693"/>
                  <a:gd name="T46" fmla="*/ 2147483647 w 345"/>
                  <a:gd name="T47" fmla="*/ 2147483647 h 693"/>
                  <a:gd name="T48" fmla="*/ 2147483647 w 345"/>
                  <a:gd name="T49" fmla="*/ 2147483647 h 693"/>
                  <a:gd name="T50" fmla="*/ 2147483647 w 345"/>
                  <a:gd name="T51" fmla="*/ 2147483647 h 693"/>
                  <a:gd name="T52" fmla="*/ 2147483647 w 345"/>
                  <a:gd name="T53" fmla="*/ 2147483647 h 693"/>
                  <a:gd name="T54" fmla="*/ 2147483647 w 345"/>
                  <a:gd name="T55" fmla="*/ 2147483647 h 693"/>
                  <a:gd name="T56" fmla="*/ 2147483647 w 345"/>
                  <a:gd name="T57" fmla="*/ 2147483647 h 693"/>
                  <a:gd name="T58" fmla="*/ 2147483647 w 345"/>
                  <a:gd name="T59" fmla="*/ 2147483647 h 693"/>
                  <a:gd name="T60" fmla="*/ 2147483647 w 345"/>
                  <a:gd name="T61" fmla="*/ 2147483647 h 693"/>
                  <a:gd name="T62" fmla="*/ 2147483647 w 345"/>
                  <a:gd name="T63" fmla="*/ 2147483647 h 693"/>
                  <a:gd name="T64" fmla="*/ 2147483647 w 345"/>
                  <a:gd name="T65" fmla="*/ 2147483647 h 693"/>
                  <a:gd name="T66" fmla="*/ 2147483647 w 345"/>
                  <a:gd name="T67" fmla="*/ 2147483647 h 693"/>
                  <a:gd name="T68" fmla="*/ 2147483647 w 345"/>
                  <a:gd name="T69" fmla="*/ 2147483647 h 693"/>
                  <a:gd name="T70" fmla="*/ 2147483647 w 345"/>
                  <a:gd name="T71" fmla="*/ 2147483647 h 693"/>
                  <a:gd name="T72" fmla="*/ 2147483647 w 345"/>
                  <a:gd name="T73" fmla="*/ 2147483647 h 693"/>
                  <a:gd name="T74" fmla="*/ 2147483647 w 345"/>
                  <a:gd name="T75" fmla="*/ 2147483647 h 693"/>
                  <a:gd name="T76" fmla="*/ 2147483647 w 345"/>
                  <a:gd name="T77" fmla="*/ 2147483647 h 693"/>
                  <a:gd name="T78" fmla="*/ 2147483647 w 345"/>
                  <a:gd name="T79" fmla="*/ 2147483647 h 693"/>
                  <a:gd name="T80" fmla="*/ 2147483647 w 345"/>
                  <a:gd name="T81" fmla="*/ 2147483647 h 693"/>
                  <a:gd name="T82" fmla="*/ 2147483647 w 345"/>
                  <a:gd name="T83" fmla="*/ 2147483647 h 693"/>
                  <a:gd name="T84" fmla="*/ 2147483647 w 345"/>
                  <a:gd name="T85" fmla="*/ 2147483647 h 693"/>
                  <a:gd name="T86" fmla="*/ 2147483647 w 345"/>
                  <a:gd name="T87" fmla="*/ 2147483647 h 693"/>
                  <a:gd name="T88" fmla="*/ 2147483647 w 345"/>
                  <a:gd name="T89" fmla="*/ 2147483647 h 693"/>
                  <a:gd name="T90" fmla="*/ 2147483647 w 345"/>
                  <a:gd name="T91" fmla="*/ 2147483647 h 693"/>
                  <a:gd name="T92" fmla="*/ 2147483647 w 345"/>
                  <a:gd name="T93" fmla="*/ 2147483647 h 693"/>
                  <a:gd name="T94" fmla="*/ 2147483647 w 345"/>
                  <a:gd name="T95" fmla="*/ 2147483647 h 693"/>
                  <a:gd name="T96" fmla="*/ 2147483647 w 345"/>
                  <a:gd name="T97" fmla="*/ 0 h 693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345"/>
                  <a:gd name="T148" fmla="*/ 0 h 693"/>
                  <a:gd name="T149" fmla="*/ 345 w 345"/>
                  <a:gd name="T150" fmla="*/ 693 h 693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345" h="693">
                    <a:moveTo>
                      <a:pt x="287" y="0"/>
                    </a:moveTo>
                    <a:lnTo>
                      <a:pt x="269" y="3"/>
                    </a:lnTo>
                    <a:lnTo>
                      <a:pt x="251" y="7"/>
                    </a:lnTo>
                    <a:lnTo>
                      <a:pt x="233" y="11"/>
                    </a:lnTo>
                    <a:lnTo>
                      <a:pt x="214" y="14"/>
                    </a:lnTo>
                    <a:lnTo>
                      <a:pt x="197" y="18"/>
                    </a:lnTo>
                    <a:lnTo>
                      <a:pt x="179" y="22"/>
                    </a:lnTo>
                    <a:lnTo>
                      <a:pt x="162" y="26"/>
                    </a:lnTo>
                    <a:lnTo>
                      <a:pt x="144" y="30"/>
                    </a:lnTo>
                    <a:lnTo>
                      <a:pt x="126" y="33"/>
                    </a:lnTo>
                    <a:lnTo>
                      <a:pt x="108" y="37"/>
                    </a:lnTo>
                    <a:lnTo>
                      <a:pt x="91" y="40"/>
                    </a:lnTo>
                    <a:lnTo>
                      <a:pt x="73" y="43"/>
                    </a:lnTo>
                    <a:lnTo>
                      <a:pt x="54" y="46"/>
                    </a:lnTo>
                    <a:lnTo>
                      <a:pt x="36" y="49"/>
                    </a:lnTo>
                    <a:lnTo>
                      <a:pt x="18" y="52"/>
                    </a:lnTo>
                    <a:lnTo>
                      <a:pt x="0" y="54"/>
                    </a:lnTo>
                    <a:lnTo>
                      <a:pt x="10" y="136"/>
                    </a:lnTo>
                    <a:lnTo>
                      <a:pt x="21" y="216"/>
                    </a:lnTo>
                    <a:lnTo>
                      <a:pt x="31" y="294"/>
                    </a:lnTo>
                    <a:lnTo>
                      <a:pt x="39" y="372"/>
                    </a:lnTo>
                    <a:lnTo>
                      <a:pt x="46" y="451"/>
                    </a:lnTo>
                    <a:lnTo>
                      <a:pt x="49" y="530"/>
                    </a:lnTo>
                    <a:lnTo>
                      <a:pt x="50" y="610"/>
                    </a:lnTo>
                    <a:lnTo>
                      <a:pt x="46" y="693"/>
                    </a:lnTo>
                    <a:lnTo>
                      <a:pt x="68" y="687"/>
                    </a:lnTo>
                    <a:lnTo>
                      <a:pt x="88" y="682"/>
                    </a:lnTo>
                    <a:lnTo>
                      <a:pt x="108" y="676"/>
                    </a:lnTo>
                    <a:lnTo>
                      <a:pt x="128" y="670"/>
                    </a:lnTo>
                    <a:lnTo>
                      <a:pt x="149" y="663"/>
                    </a:lnTo>
                    <a:lnTo>
                      <a:pt x="168" y="655"/>
                    </a:lnTo>
                    <a:lnTo>
                      <a:pt x="188" y="648"/>
                    </a:lnTo>
                    <a:lnTo>
                      <a:pt x="206" y="640"/>
                    </a:lnTo>
                    <a:lnTo>
                      <a:pt x="226" y="632"/>
                    </a:lnTo>
                    <a:lnTo>
                      <a:pt x="244" y="623"/>
                    </a:lnTo>
                    <a:lnTo>
                      <a:pt x="262" y="613"/>
                    </a:lnTo>
                    <a:lnTo>
                      <a:pt x="279" y="602"/>
                    </a:lnTo>
                    <a:lnTo>
                      <a:pt x="297" y="589"/>
                    </a:lnTo>
                    <a:lnTo>
                      <a:pt x="314" y="577"/>
                    </a:lnTo>
                    <a:lnTo>
                      <a:pt x="330" y="563"/>
                    </a:lnTo>
                    <a:lnTo>
                      <a:pt x="345" y="548"/>
                    </a:lnTo>
                    <a:lnTo>
                      <a:pt x="342" y="477"/>
                    </a:lnTo>
                    <a:lnTo>
                      <a:pt x="339" y="405"/>
                    </a:lnTo>
                    <a:lnTo>
                      <a:pt x="336" y="333"/>
                    </a:lnTo>
                    <a:lnTo>
                      <a:pt x="331" y="262"/>
                    </a:lnTo>
                    <a:lnTo>
                      <a:pt x="324" y="192"/>
                    </a:lnTo>
                    <a:lnTo>
                      <a:pt x="315" y="124"/>
                    </a:lnTo>
                    <a:lnTo>
                      <a:pt x="303" y="60"/>
                    </a:lnTo>
                    <a:lnTo>
                      <a:pt x="287" y="0"/>
                    </a:lnTo>
                    <a:close/>
                  </a:path>
                </a:pathLst>
              </a:custGeom>
              <a:solidFill>
                <a:srgbClr val="DDC6B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1" name="Freeform 58"/>
              <p:cNvSpPr>
                <a:spLocks/>
              </p:cNvSpPr>
              <p:nvPr/>
            </p:nvSpPr>
            <p:spPr bwMode="auto">
              <a:xfrm>
                <a:off x="1558925" y="1593851"/>
                <a:ext cx="104775" cy="206375"/>
              </a:xfrm>
              <a:custGeom>
                <a:avLst/>
                <a:gdLst>
                  <a:gd name="T0" fmla="*/ 2147483647 w 330"/>
                  <a:gd name="T1" fmla="*/ 0 h 649"/>
                  <a:gd name="T2" fmla="*/ 2147483647 w 330"/>
                  <a:gd name="T3" fmla="*/ 2147483647 h 649"/>
                  <a:gd name="T4" fmla="*/ 2147483647 w 330"/>
                  <a:gd name="T5" fmla="*/ 2147483647 h 649"/>
                  <a:gd name="T6" fmla="*/ 2147483647 w 330"/>
                  <a:gd name="T7" fmla="*/ 2147483647 h 649"/>
                  <a:gd name="T8" fmla="*/ 2147483647 w 330"/>
                  <a:gd name="T9" fmla="*/ 2147483647 h 649"/>
                  <a:gd name="T10" fmla="*/ 2147483647 w 330"/>
                  <a:gd name="T11" fmla="*/ 2147483647 h 649"/>
                  <a:gd name="T12" fmla="*/ 2147483647 w 330"/>
                  <a:gd name="T13" fmla="*/ 2147483647 h 649"/>
                  <a:gd name="T14" fmla="*/ 2147483647 w 330"/>
                  <a:gd name="T15" fmla="*/ 2147483647 h 649"/>
                  <a:gd name="T16" fmla="*/ 2147483647 w 330"/>
                  <a:gd name="T17" fmla="*/ 2147483647 h 649"/>
                  <a:gd name="T18" fmla="*/ 2147483647 w 330"/>
                  <a:gd name="T19" fmla="*/ 2147483647 h 649"/>
                  <a:gd name="T20" fmla="*/ 2147483647 w 330"/>
                  <a:gd name="T21" fmla="*/ 2147483647 h 649"/>
                  <a:gd name="T22" fmla="*/ 2147483647 w 330"/>
                  <a:gd name="T23" fmla="*/ 2147483647 h 649"/>
                  <a:gd name="T24" fmla="*/ 2147483647 w 330"/>
                  <a:gd name="T25" fmla="*/ 2147483647 h 649"/>
                  <a:gd name="T26" fmla="*/ 2147483647 w 330"/>
                  <a:gd name="T27" fmla="*/ 2147483647 h 649"/>
                  <a:gd name="T28" fmla="*/ 2147483647 w 330"/>
                  <a:gd name="T29" fmla="*/ 2147483647 h 649"/>
                  <a:gd name="T30" fmla="*/ 2147483647 w 330"/>
                  <a:gd name="T31" fmla="*/ 2147483647 h 649"/>
                  <a:gd name="T32" fmla="*/ 0 w 330"/>
                  <a:gd name="T33" fmla="*/ 2147483647 h 649"/>
                  <a:gd name="T34" fmla="*/ 2147483647 w 330"/>
                  <a:gd name="T35" fmla="*/ 2147483647 h 649"/>
                  <a:gd name="T36" fmla="*/ 2147483647 w 330"/>
                  <a:gd name="T37" fmla="*/ 2147483647 h 649"/>
                  <a:gd name="T38" fmla="*/ 2147483647 w 330"/>
                  <a:gd name="T39" fmla="*/ 2147483647 h 649"/>
                  <a:gd name="T40" fmla="*/ 2147483647 w 330"/>
                  <a:gd name="T41" fmla="*/ 2147483647 h 649"/>
                  <a:gd name="T42" fmla="*/ 2147483647 w 330"/>
                  <a:gd name="T43" fmla="*/ 2147483647 h 649"/>
                  <a:gd name="T44" fmla="*/ 2147483647 w 330"/>
                  <a:gd name="T45" fmla="*/ 2147483647 h 649"/>
                  <a:gd name="T46" fmla="*/ 2147483647 w 330"/>
                  <a:gd name="T47" fmla="*/ 2147483647 h 649"/>
                  <a:gd name="T48" fmla="*/ 2147483647 w 330"/>
                  <a:gd name="T49" fmla="*/ 2147483647 h 649"/>
                  <a:gd name="T50" fmla="*/ 2147483647 w 330"/>
                  <a:gd name="T51" fmla="*/ 2147483647 h 649"/>
                  <a:gd name="T52" fmla="*/ 2147483647 w 330"/>
                  <a:gd name="T53" fmla="*/ 2147483647 h 649"/>
                  <a:gd name="T54" fmla="*/ 2147483647 w 330"/>
                  <a:gd name="T55" fmla="*/ 2147483647 h 649"/>
                  <a:gd name="T56" fmla="*/ 2147483647 w 330"/>
                  <a:gd name="T57" fmla="*/ 2147483647 h 649"/>
                  <a:gd name="T58" fmla="*/ 2147483647 w 330"/>
                  <a:gd name="T59" fmla="*/ 2147483647 h 649"/>
                  <a:gd name="T60" fmla="*/ 2147483647 w 330"/>
                  <a:gd name="T61" fmla="*/ 2147483647 h 649"/>
                  <a:gd name="T62" fmla="*/ 2147483647 w 330"/>
                  <a:gd name="T63" fmla="*/ 2147483647 h 649"/>
                  <a:gd name="T64" fmla="*/ 2147483647 w 330"/>
                  <a:gd name="T65" fmla="*/ 2147483647 h 649"/>
                  <a:gd name="T66" fmla="*/ 2147483647 w 330"/>
                  <a:gd name="T67" fmla="*/ 2147483647 h 649"/>
                  <a:gd name="T68" fmla="*/ 2147483647 w 330"/>
                  <a:gd name="T69" fmla="*/ 2147483647 h 649"/>
                  <a:gd name="T70" fmla="*/ 2147483647 w 330"/>
                  <a:gd name="T71" fmla="*/ 2147483647 h 649"/>
                  <a:gd name="T72" fmla="*/ 2147483647 w 330"/>
                  <a:gd name="T73" fmla="*/ 2147483647 h 649"/>
                  <a:gd name="T74" fmla="*/ 2147483647 w 330"/>
                  <a:gd name="T75" fmla="*/ 2147483647 h 649"/>
                  <a:gd name="T76" fmla="*/ 2147483647 w 330"/>
                  <a:gd name="T77" fmla="*/ 2147483647 h 649"/>
                  <a:gd name="T78" fmla="*/ 2147483647 w 330"/>
                  <a:gd name="T79" fmla="*/ 2147483647 h 649"/>
                  <a:gd name="T80" fmla="*/ 2147483647 w 330"/>
                  <a:gd name="T81" fmla="*/ 2147483647 h 649"/>
                  <a:gd name="T82" fmla="*/ 2147483647 w 330"/>
                  <a:gd name="T83" fmla="*/ 2147483647 h 649"/>
                  <a:gd name="T84" fmla="*/ 2147483647 w 330"/>
                  <a:gd name="T85" fmla="*/ 2147483647 h 649"/>
                  <a:gd name="T86" fmla="*/ 2147483647 w 330"/>
                  <a:gd name="T87" fmla="*/ 2147483647 h 649"/>
                  <a:gd name="T88" fmla="*/ 2147483647 w 330"/>
                  <a:gd name="T89" fmla="*/ 2147483647 h 649"/>
                  <a:gd name="T90" fmla="*/ 2147483647 w 330"/>
                  <a:gd name="T91" fmla="*/ 2147483647 h 649"/>
                  <a:gd name="T92" fmla="*/ 2147483647 w 330"/>
                  <a:gd name="T93" fmla="*/ 2147483647 h 649"/>
                  <a:gd name="T94" fmla="*/ 2147483647 w 330"/>
                  <a:gd name="T95" fmla="*/ 2147483647 h 649"/>
                  <a:gd name="T96" fmla="*/ 2147483647 w 330"/>
                  <a:gd name="T97" fmla="*/ 0 h 64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330"/>
                  <a:gd name="T148" fmla="*/ 0 h 649"/>
                  <a:gd name="T149" fmla="*/ 330 w 330"/>
                  <a:gd name="T150" fmla="*/ 649 h 64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330" h="649">
                    <a:moveTo>
                      <a:pt x="271" y="0"/>
                    </a:moveTo>
                    <a:lnTo>
                      <a:pt x="254" y="3"/>
                    </a:lnTo>
                    <a:lnTo>
                      <a:pt x="237" y="7"/>
                    </a:lnTo>
                    <a:lnTo>
                      <a:pt x="220" y="10"/>
                    </a:lnTo>
                    <a:lnTo>
                      <a:pt x="203" y="14"/>
                    </a:lnTo>
                    <a:lnTo>
                      <a:pt x="186" y="17"/>
                    </a:lnTo>
                    <a:lnTo>
                      <a:pt x="169" y="21"/>
                    </a:lnTo>
                    <a:lnTo>
                      <a:pt x="153" y="25"/>
                    </a:lnTo>
                    <a:lnTo>
                      <a:pt x="136" y="29"/>
                    </a:lnTo>
                    <a:lnTo>
                      <a:pt x="119" y="32"/>
                    </a:lnTo>
                    <a:lnTo>
                      <a:pt x="102" y="35"/>
                    </a:lnTo>
                    <a:lnTo>
                      <a:pt x="86" y="38"/>
                    </a:lnTo>
                    <a:lnTo>
                      <a:pt x="69" y="41"/>
                    </a:lnTo>
                    <a:lnTo>
                      <a:pt x="52" y="44"/>
                    </a:lnTo>
                    <a:lnTo>
                      <a:pt x="34" y="46"/>
                    </a:lnTo>
                    <a:lnTo>
                      <a:pt x="17" y="49"/>
                    </a:lnTo>
                    <a:lnTo>
                      <a:pt x="0" y="51"/>
                    </a:lnTo>
                    <a:lnTo>
                      <a:pt x="10" y="128"/>
                    </a:lnTo>
                    <a:lnTo>
                      <a:pt x="20" y="203"/>
                    </a:lnTo>
                    <a:lnTo>
                      <a:pt x="30" y="277"/>
                    </a:lnTo>
                    <a:lnTo>
                      <a:pt x="38" y="349"/>
                    </a:lnTo>
                    <a:lnTo>
                      <a:pt x="45" y="422"/>
                    </a:lnTo>
                    <a:lnTo>
                      <a:pt x="50" y="495"/>
                    </a:lnTo>
                    <a:lnTo>
                      <a:pt x="50" y="571"/>
                    </a:lnTo>
                    <a:lnTo>
                      <a:pt x="47" y="649"/>
                    </a:lnTo>
                    <a:lnTo>
                      <a:pt x="66" y="644"/>
                    </a:lnTo>
                    <a:lnTo>
                      <a:pt x="86" y="638"/>
                    </a:lnTo>
                    <a:lnTo>
                      <a:pt x="105" y="633"/>
                    </a:lnTo>
                    <a:lnTo>
                      <a:pt x="125" y="628"/>
                    </a:lnTo>
                    <a:lnTo>
                      <a:pt x="144" y="622"/>
                    </a:lnTo>
                    <a:lnTo>
                      <a:pt x="162" y="615"/>
                    </a:lnTo>
                    <a:lnTo>
                      <a:pt x="180" y="609"/>
                    </a:lnTo>
                    <a:lnTo>
                      <a:pt x="198" y="602"/>
                    </a:lnTo>
                    <a:lnTo>
                      <a:pt x="217" y="594"/>
                    </a:lnTo>
                    <a:lnTo>
                      <a:pt x="234" y="585"/>
                    </a:lnTo>
                    <a:lnTo>
                      <a:pt x="251" y="576"/>
                    </a:lnTo>
                    <a:lnTo>
                      <a:pt x="267" y="566"/>
                    </a:lnTo>
                    <a:lnTo>
                      <a:pt x="284" y="555"/>
                    </a:lnTo>
                    <a:lnTo>
                      <a:pt x="300" y="543"/>
                    </a:lnTo>
                    <a:lnTo>
                      <a:pt x="315" y="530"/>
                    </a:lnTo>
                    <a:lnTo>
                      <a:pt x="330" y="515"/>
                    </a:lnTo>
                    <a:lnTo>
                      <a:pt x="326" y="447"/>
                    </a:lnTo>
                    <a:lnTo>
                      <a:pt x="322" y="380"/>
                    </a:lnTo>
                    <a:lnTo>
                      <a:pt x="318" y="312"/>
                    </a:lnTo>
                    <a:lnTo>
                      <a:pt x="313" y="245"/>
                    </a:lnTo>
                    <a:lnTo>
                      <a:pt x="307" y="180"/>
                    </a:lnTo>
                    <a:lnTo>
                      <a:pt x="298" y="117"/>
                    </a:lnTo>
                    <a:lnTo>
                      <a:pt x="287" y="57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E5CEB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2" name="Freeform 59"/>
              <p:cNvSpPr>
                <a:spLocks/>
              </p:cNvSpPr>
              <p:nvPr/>
            </p:nvSpPr>
            <p:spPr bwMode="auto">
              <a:xfrm>
                <a:off x="1563688" y="1593851"/>
                <a:ext cx="100012" cy="192088"/>
              </a:xfrm>
              <a:custGeom>
                <a:avLst/>
                <a:gdLst>
                  <a:gd name="T0" fmla="*/ 2147483647 w 315"/>
                  <a:gd name="T1" fmla="*/ 0 h 605"/>
                  <a:gd name="T2" fmla="*/ 2147483647 w 315"/>
                  <a:gd name="T3" fmla="*/ 2147483647 h 605"/>
                  <a:gd name="T4" fmla="*/ 2147483647 w 315"/>
                  <a:gd name="T5" fmla="*/ 2147483647 h 605"/>
                  <a:gd name="T6" fmla="*/ 2147483647 w 315"/>
                  <a:gd name="T7" fmla="*/ 2147483647 h 605"/>
                  <a:gd name="T8" fmla="*/ 2147483647 w 315"/>
                  <a:gd name="T9" fmla="*/ 2147483647 h 605"/>
                  <a:gd name="T10" fmla="*/ 2147483647 w 315"/>
                  <a:gd name="T11" fmla="*/ 2147483647 h 605"/>
                  <a:gd name="T12" fmla="*/ 2147483647 w 315"/>
                  <a:gd name="T13" fmla="*/ 2147483647 h 605"/>
                  <a:gd name="T14" fmla="*/ 2147483647 w 315"/>
                  <a:gd name="T15" fmla="*/ 2147483647 h 605"/>
                  <a:gd name="T16" fmla="*/ 2147483647 w 315"/>
                  <a:gd name="T17" fmla="*/ 2147483647 h 605"/>
                  <a:gd name="T18" fmla="*/ 2147483647 w 315"/>
                  <a:gd name="T19" fmla="*/ 2147483647 h 605"/>
                  <a:gd name="T20" fmla="*/ 2147483647 w 315"/>
                  <a:gd name="T21" fmla="*/ 2147483647 h 605"/>
                  <a:gd name="T22" fmla="*/ 2147483647 w 315"/>
                  <a:gd name="T23" fmla="*/ 2147483647 h 605"/>
                  <a:gd name="T24" fmla="*/ 2147483647 w 315"/>
                  <a:gd name="T25" fmla="*/ 2147483647 h 605"/>
                  <a:gd name="T26" fmla="*/ 2147483647 w 315"/>
                  <a:gd name="T27" fmla="*/ 2147483647 h 605"/>
                  <a:gd name="T28" fmla="*/ 2147483647 w 315"/>
                  <a:gd name="T29" fmla="*/ 2147483647 h 605"/>
                  <a:gd name="T30" fmla="*/ 2147483647 w 315"/>
                  <a:gd name="T31" fmla="*/ 2147483647 h 605"/>
                  <a:gd name="T32" fmla="*/ 0 w 315"/>
                  <a:gd name="T33" fmla="*/ 2147483647 h 605"/>
                  <a:gd name="T34" fmla="*/ 2147483647 w 315"/>
                  <a:gd name="T35" fmla="*/ 2147483647 h 605"/>
                  <a:gd name="T36" fmla="*/ 2147483647 w 315"/>
                  <a:gd name="T37" fmla="*/ 2147483647 h 605"/>
                  <a:gd name="T38" fmla="*/ 2147483647 w 315"/>
                  <a:gd name="T39" fmla="*/ 2147483647 h 605"/>
                  <a:gd name="T40" fmla="*/ 2147483647 w 315"/>
                  <a:gd name="T41" fmla="*/ 2147483647 h 605"/>
                  <a:gd name="T42" fmla="*/ 2147483647 w 315"/>
                  <a:gd name="T43" fmla="*/ 2147483647 h 605"/>
                  <a:gd name="T44" fmla="*/ 2147483647 w 315"/>
                  <a:gd name="T45" fmla="*/ 2147483647 h 605"/>
                  <a:gd name="T46" fmla="*/ 2147483647 w 315"/>
                  <a:gd name="T47" fmla="*/ 2147483647 h 605"/>
                  <a:gd name="T48" fmla="*/ 2147483647 w 315"/>
                  <a:gd name="T49" fmla="*/ 2147483647 h 605"/>
                  <a:gd name="T50" fmla="*/ 2147483647 w 315"/>
                  <a:gd name="T51" fmla="*/ 2147483647 h 605"/>
                  <a:gd name="T52" fmla="*/ 2147483647 w 315"/>
                  <a:gd name="T53" fmla="*/ 2147483647 h 605"/>
                  <a:gd name="T54" fmla="*/ 2147483647 w 315"/>
                  <a:gd name="T55" fmla="*/ 2147483647 h 605"/>
                  <a:gd name="T56" fmla="*/ 2147483647 w 315"/>
                  <a:gd name="T57" fmla="*/ 2147483647 h 605"/>
                  <a:gd name="T58" fmla="*/ 2147483647 w 315"/>
                  <a:gd name="T59" fmla="*/ 2147483647 h 605"/>
                  <a:gd name="T60" fmla="*/ 2147483647 w 315"/>
                  <a:gd name="T61" fmla="*/ 2147483647 h 605"/>
                  <a:gd name="T62" fmla="*/ 2147483647 w 315"/>
                  <a:gd name="T63" fmla="*/ 2147483647 h 605"/>
                  <a:gd name="T64" fmla="*/ 2147483647 w 315"/>
                  <a:gd name="T65" fmla="*/ 2147483647 h 605"/>
                  <a:gd name="T66" fmla="*/ 2147483647 w 315"/>
                  <a:gd name="T67" fmla="*/ 2147483647 h 605"/>
                  <a:gd name="T68" fmla="*/ 2147483647 w 315"/>
                  <a:gd name="T69" fmla="*/ 2147483647 h 605"/>
                  <a:gd name="T70" fmla="*/ 2147483647 w 315"/>
                  <a:gd name="T71" fmla="*/ 2147483647 h 605"/>
                  <a:gd name="T72" fmla="*/ 2147483647 w 315"/>
                  <a:gd name="T73" fmla="*/ 2147483647 h 605"/>
                  <a:gd name="T74" fmla="*/ 2147483647 w 315"/>
                  <a:gd name="T75" fmla="*/ 2147483647 h 605"/>
                  <a:gd name="T76" fmla="*/ 2147483647 w 315"/>
                  <a:gd name="T77" fmla="*/ 2147483647 h 605"/>
                  <a:gd name="T78" fmla="*/ 2147483647 w 315"/>
                  <a:gd name="T79" fmla="*/ 2147483647 h 605"/>
                  <a:gd name="T80" fmla="*/ 2147483647 w 315"/>
                  <a:gd name="T81" fmla="*/ 2147483647 h 605"/>
                  <a:gd name="T82" fmla="*/ 2147483647 w 315"/>
                  <a:gd name="T83" fmla="*/ 2147483647 h 605"/>
                  <a:gd name="T84" fmla="*/ 2147483647 w 315"/>
                  <a:gd name="T85" fmla="*/ 2147483647 h 605"/>
                  <a:gd name="T86" fmla="*/ 2147483647 w 315"/>
                  <a:gd name="T87" fmla="*/ 2147483647 h 605"/>
                  <a:gd name="T88" fmla="*/ 2147483647 w 315"/>
                  <a:gd name="T89" fmla="*/ 2147483647 h 605"/>
                  <a:gd name="T90" fmla="*/ 2147483647 w 315"/>
                  <a:gd name="T91" fmla="*/ 2147483647 h 605"/>
                  <a:gd name="T92" fmla="*/ 2147483647 w 315"/>
                  <a:gd name="T93" fmla="*/ 2147483647 h 605"/>
                  <a:gd name="T94" fmla="*/ 2147483647 w 315"/>
                  <a:gd name="T95" fmla="*/ 2147483647 h 605"/>
                  <a:gd name="T96" fmla="*/ 2147483647 w 315"/>
                  <a:gd name="T97" fmla="*/ 0 h 605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315"/>
                  <a:gd name="T148" fmla="*/ 0 h 605"/>
                  <a:gd name="T149" fmla="*/ 315 w 315"/>
                  <a:gd name="T150" fmla="*/ 605 h 605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315" h="605">
                    <a:moveTo>
                      <a:pt x="256" y="0"/>
                    </a:moveTo>
                    <a:lnTo>
                      <a:pt x="240" y="3"/>
                    </a:lnTo>
                    <a:lnTo>
                      <a:pt x="224" y="6"/>
                    </a:lnTo>
                    <a:lnTo>
                      <a:pt x="208" y="10"/>
                    </a:lnTo>
                    <a:lnTo>
                      <a:pt x="192" y="13"/>
                    </a:lnTo>
                    <a:lnTo>
                      <a:pt x="175" y="16"/>
                    </a:lnTo>
                    <a:lnTo>
                      <a:pt x="160" y="19"/>
                    </a:lnTo>
                    <a:lnTo>
                      <a:pt x="144" y="24"/>
                    </a:lnTo>
                    <a:lnTo>
                      <a:pt x="129" y="27"/>
                    </a:lnTo>
                    <a:lnTo>
                      <a:pt x="113" y="30"/>
                    </a:lnTo>
                    <a:lnTo>
                      <a:pt x="97" y="33"/>
                    </a:lnTo>
                    <a:lnTo>
                      <a:pt x="81" y="35"/>
                    </a:lnTo>
                    <a:lnTo>
                      <a:pt x="65" y="38"/>
                    </a:lnTo>
                    <a:lnTo>
                      <a:pt x="50" y="40"/>
                    </a:lnTo>
                    <a:lnTo>
                      <a:pt x="34" y="43"/>
                    </a:lnTo>
                    <a:lnTo>
                      <a:pt x="16" y="45"/>
                    </a:lnTo>
                    <a:lnTo>
                      <a:pt x="0" y="47"/>
                    </a:lnTo>
                    <a:lnTo>
                      <a:pt x="10" y="120"/>
                    </a:lnTo>
                    <a:lnTo>
                      <a:pt x="20" y="190"/>
                    </a:lnTo>
                    <a:lnTo>
                      <a:pt x="29" y="258"/>
                    </a:lnTo>
                    <a:lnTo>
                      <a:pt x="39" y="325"/>
                    </a:lnTo>
                    <a:lnTo>
                      <a:pt x="45" y="393"/>
                    </a:lnTo>
                    <a:lnTo>
                      <a:pt x="49" y="461"/>
                    </a:lnTo>
                    <a:lnTo>
                      <a:pt x="50" y="532"/>
                    </a:lnTo>
                    <a:lnTo>
                      <a:pt x="47" y="605"/>
                    </a:lnTo>
                    <a:lnTo>
                      <a:pt x="65" y="600"/>
                    </a:lnTo>
                    <a:lnTo>
                      <a:pt x="84" y="595"/>
                    </a:lnTo>
                    <a:lnTo>
                      <a:pt x="102" y="590"/>
                    </a:lnTo>
                    <a:lnTo>
                      <a:pt x="121" y="584"/>
                    </a:lnTo>
                    <a:lnTo>
                      <a:pt x="138" y="579"/>
                    </a:lnTo>
                    <a:lnTo>
                      <a:pt x="156" y="573"/>
                    </a:lnTo>
                    <a:lnTo>
                      <a:pt x="173" y="567"/>
                    </a:lnTo>
                    <a:lnTo>
                      <a:pt x="191" y="561"/>
                    </a:lnTo>
                    <a:lnTo>
                      <a:pt x="208" y="554"/>
                    </a:lnTo>
                    <a:lnTo>
                      <a:pt x="224" y="546"/>
                    </a:lnTo>
                    <a:lnTo>
                      <a:pt x="240" y="538"/>
                    </a:lnTo>
                    <a:lnTo>
                      <a:pt x="256" y="528"/>
                    </a:lnTo>
                    <a:lnTo>
                      <a:pt x="272" y="517"/>
                    </a:lnTo>
                    <a:lnTo>
                      <a:pt x="287" y="506"/>
                    </a:lnTo>
                    <a:lnTo>
                      <a:pt x="301" y="494"/>
                    </a:lnTo>
                    <a:lnTo>
                      <a:pt x="315" y="481"/>
                    </a:lnTo>
                    <a:lnTo>
                      <a:pt x="310" y="416"/>
                    </a:lnTo>
                    <a:lnTo>
                      <a:pt x="306" y="352"/>
                    </a:lnTo>
                    <a:lnTo>
                      <a:pt x="301" y="288"/>
                    </a:lnTo>
                    <a:lnTo>
                      <a:pt x="296" y="226"/>
                    </a:lnTo>
                    <a:lnTo>
                      <a:pt x="290" y="167"/>
                    </a:lnTo>
                    <a:lnTo>
                      <a:pt x="281" y="109"/>
                    </a:lnTo>
                    <a:lnTo>
                      <a:pt x="271" y="53"/>
                    </a:lnTo>
                    <a:lnTo>
                      <a:pt x="256" y="0"/>
                    </a:lnTo>
                    <a:close/>
                  </a:path>
                </a:pathLst>
              </a:custGeom>
              <a:solidFill>
                <a:srgbClr val="EAD3C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3" name="Freeform 60"/>
              <p:cNvSpPr>
                <a:spLocks/>
              </p:cNvSpPr>
              <p:nvPr/>
            </p:nvSpPr>
            <p:spPr bwMode="auto">
              <a:xfrm>
                <a:off x="1533525" y="1633538"/>
                <a:ext cx="115887" cy="225425"/>
              </a:xfrm>
              <a:custGeom>
                <a:avLst/>
                <a:gdLst>
                  <a:gd name="T0" fmla="*/ 2147483647 w 363"/>
                  <a:gd name="T1" fmla="*/ 0 h 712"/>
                  <a:gd name="T2" fmla="*/ 2147483647 w 363"/>
                  <a:gd name="T3" fmla="*/ 2147483647 h 712"/>
                  <a:gd name="T4" fmla="*/ 2147483647 w 363"/>
                  <a:gd name="T5" fmla="*/ 2147483647 h 712"/>
                  <a:gd name="T6" fmla="*/ 2147483647 w 363"/>
                  <a:gd name="T7" fmla="*/ 2147483647 h 712"/>
                  <a:gd name="T8" fmla="*/ 2147483647 w 363"/>
                  <a:gd name="T9" fmla="*/ 2147483647 h 712"/>
                  <a:gd name="T10" fmla="*/ 2147483647 w 363"/>
                  <a:gd name="T11" fmla="*/ 2147483647 h 712"/>
                  <a:gd name="T12" fmla="*/ 2147483647 w 363"/>
                  <a:gd name="T13" fmla="*/ 2147483647 h 712"/>
                  <a:gd name="T14" fmla="*/ 2147483647 w 363"/>
                  <a:gd name="T15" fmla="*/ 2147483647 h 712"/>
                  <a:gd name="T16" fmla="*/ 2147483647 w 363"/>
                  <a:gd name="T17" fmla="*/ 2147483647 h 712"/>
                  <a:gd name="T18" fmla="*/ 0 w 363"/>
                  <a:gd name="T19" fmla="*/ 2147483647 h 712"/>
                  <a:gd name="T20" fmla="*/ 2147483647 w 363"/>
                  <a:gd name="T21" fmla="*/ 2147483647 h 712"/>
                  <a:gd name="T22" fmla="*/ 2147483647 w 363"/>
                  <a:gd name="T23" fmla="*/ 2147483647 h 712"/>
                  <a:gd name="T24" fmla="*/ 2147483647 w 363"/>
                  <a:gd name="T25" fmla="*/ 0 h 71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63"/>
                  <a:gd name="T40" fmla="*/ 0 h 712"/>
                  <a:gd name="T41" fmla="*/ 363 w 363"/>
                  <a:gd name="T42" fmla="*/ 712 h 71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63" h="712">
                    <a:moveTo>
                      <a:pt x="326" y="0"/>
                    </a:moveTo>
                    <a:lnTo>
                      <a:pt x="354" y="223"/>
                    </a:lnTo>
                    <a:lnTo>
                      <a:pt x="363" y="518"/>
                    </a:lnTo>
                    <a:lnTo>
                      <a:pt x="360" y="557"/>
                    </a:lnTo>
                    <a:lnTo>
                      <a:pt x="284" y="611"/>
                    </a:lnTo>
                    <a:lnTo>
                      <a:pt x="157" y="675"/>
                    </a:lnTo>
                    <a:lnTo>
                      <a:pt x="48" y="712"/>
                    </a:lnTo>
                    <a:lnTo>
                      <a:pt x="37" y="514"/>
                    </a:lnTo>
                    <a:lnTo>
                      <a:pt x="16" y="263"/>
                    </a:lnTo>
                    <a:lnTo>
                      <a:pt x="0" y="80"/>
                    </a:lnTo>
                    <a:lnTo>
                      <a:pt x="163" y="37"/>
                    </a:lnTo>
                    <a:lnTo>
                      <a:pt x="292" y="7"/>
                    </a:lnTo>
                    <a:lnTo>
                      <a:pt x="326" y="0"/>
                    </a:lnTo>
                    <a:close/>
                  </a:path>
                </a:pathLst>
              </a:custGeom>
              <a:solidFill>
                <a:srgbClr val="00495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4" name="Freeform 61"/>
              <p:cNvSpPr>
                <a:spLocks/>
              </p:cNvSpPr>
              <p:nvPr/>
            </p:nvSpPr>
            <p:spPr bwMode="auto">
              <a:xfrm>
                <a:off x="1536700" y="1638301"/>
                <a:ext cx="109537" cy="215900"/>
              </a:xfrm>
              <a:custGeom>
                <a:avLst/>
                <a:gdLst>
                  <a:gd name="T0" fmla="*/ 2147483647 w 346"/>
                  <a:gd name="T1" fmla="*/ 2147483647 h 679"/>
                  <a:gd name="T2" fmla="*/ 2147483647 w 346"/>
                  <a:gd name="T3" fmla="*/ 2147483647 h 679"/>
                  <a:gd name="T4" fmla="*/ 2147483647 w 346"/>
                  <a:gd name="T5" fmla="*/ 2147483647 h 679"/>
                  <a:gd name="T6" fmla="*/ 2147483647 w 346"/>
                  <a:gd name="T7" fmla="*/ 2147483647 h 679"/>
                  <a:gd name="T8" fmla="*/ 2147483647 w 346"/>
                  <a:gd name="T9" fmla="*/ 2147483647 h 679"/>
                  <a:gd name="T10" fmla="*/ 2147483647 w 346"/>
                  <a:gd name="T11" fmla="*/ 2147483647 h 679"/>
                  <a:gd name="T12" fmla="*/ 2147483647 w 346"/>
                  <a:gd name="T13" fmla="*/ 2147483647 h 679"/>
                  <a:gd name="T14" fmla="*/ 2147483647 w 346"/>
                  <a:gd name="T15" fmla="*/ 2147483647 h 679"/>
                  <a:gd name="T16" fmla="*/ 2147483647 w 346"/>
                  <a:gd name="T17" fmla="*/ 2147483647 h 679"/>
                  <a:gd name="T18" fmla="*/ 2147483647 w 346"/>
                  <a:gd name="T19" fmla="*/ 2147483647 h 679"/>
                  <a:gd name="T20" fmla="*/ 2147483647 w 346"/>
                  <a:gd name="T21" fmla="*/ 2147483647 h 679"/>
                  <a:gd name="T22" fmla="*/ 2147483647 w 346"/>
                  <a:gd name="T23" fmla="*/ 2147483647 h 679"/>
                  <a:gd name="T24" fmla="*/ 2147483647 w 346"/>
                  <a:gd name="T25" fmla="*/ 2147483647 h 679"/>
                  <a:gd name="T26" fmla="*/ 2147483647 w 346"/>
                  <a:gd name="T27" fmla="*/ 2147483647 h 679"/>
                  <a:gd name="T28" fmla="*/ 2147483647 w 346"/>
                  <a:gd name="T29" fmla="*/ 2147483647 h 679"/>
                  <a:gd name="T30" fmla="*/ 2147483647 w 346"/>
                  <a:gd name="T31" fmla="*/ 2147483647 h 679"/>
                  <a:gd name="T32" fmla="*/ 2147483647 w 346"/>
                  <a:gd name="T33" fmla="*/ 2147483647 h 679"/>
                  <a:gd name="T34" fmla="*/ 2147483647 w 346"/>
                  <a:gd name="T35" fmla="*/ 2147483647 h 679"/>
                  <a:gd name="T36" fmla="*/ 2147483647 w 346"/>
                  <a:gd name="T37" fmla="*/ 2147483647 h 679"/>
                  <a:gd name="T38" fmla="*/ 2147483647 w 346"/>
                  <a:gd name="T39" fmla="*/ 2147483647 h 679"/>
                  <a:gd name="T40" fmla="*/ 2147483647 w 346"/>
                  <a:gd name="T41" fmla="*/ 2147483647 h 679"/>
                  <a:gd name="T42" fmla="*/ 2147483647 w 346"/>
                  <a:gd name="T43" fmla="*/ 2147483647 h 679"/>
                  <a:gd name="T44" fmla="*/ 2147483647 w 346"/>
                  <a:gd name="T45" fmla="*/ 2147483647 h 679"/>
                  <a:gd name="T46" fmla="*/ 2147483647 w 346"/>
                  <a:gd name="T47" fmla="*/ 2147483647 h 679"/>
                  <a:gd name="T48" fmla="*/ 2147483647 w 346"/>
                  <a:gd name="T49" fmla="*/ 2147483647 h 679"/>
                  <a:gd name="T50" fmla="*/ 2147483647 w 346"/>
                  <a:gd name="T51" fmla="*/ 2147483647 h 679"/>
                  <a:gd name="T52" fmla="*/ 2147483647 w 346"/>
                  <a:gd name="T53" fmla="*/ 2147483647 h 679"/>
                  <a:gd name="T54" fmla="*/ 2147483647 w 346"/>
                  <a:gd name="T55" fmla="*/ 2147483647 h 679"/>
                  <a:gd name="T56" fmla="*/ 2147483647 w 346"/>
                  <a:gd name="T57" fmla="*/ 2147483647 h 679"/>
                  <a:gd name="T58" fmla="*/ 2147483647 w 346"/>
                  <a:gd name="T59" fmla="*/ 2147483647 h 679"/>
                  <a:gd name="T60" fmla="*/ 2147483647 w 346"/>
                  <a:gd name="T61" fmla="*/ 2147483647 h 679"/>
                  <a:gd name="T62" fmla="*/ 2147483647 w 346"/>
                  <a:gd name="T63" fmla="*/ 2147483647 h 679"/>
                  <a:gd name="T64" fmla="*/ 2147483647 w 346"/>
                  <a:gd name="T65" fmla="*/ 2147483647 h 679"/>
                  <a:gd name="T66" fmla="*/ 2147483647 w 346"/>
                  <a:gd name="T67" fmla="*/ 2147483647 h 679"/>
                  <a:gd name="T68" fmla="*/ 2147483647 w 346"/>
                  <a:gd name="T69" fmla="*/ 2147483647 h 679"/>
                  <a:gd name="T70" fmla="*/ 2147483647 w 346"/>
                  <a:gd name="T71" fmla="*/ 0 h 679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46"/>
                  <a:gd name="T109" fmla="*/ 0 h 679"/>
                  <a:gd name="T110" fmla="*/ 346 w 346"/>
                  <a:gd name="T111" fmla="*/ 679 h 679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46" h="679">
                    <a:moveTo>
                      <a:pt x="312" y="0"/>
                    </a:moveTo>
                    <a:lnTo>
                      <a:pt x="319" y="53"/>
                    </a:lnTo>
                    <a:lnTo>
                      <a:pt x="325" y="106"/>
                    </a:lnTo>
                    <a:lnTo>
                      <a:pt x="331" y="158"/>
                    </a:lnTo>
                    <a:lnTo>
                      <a:pt x="338" y="211"/>
                    </a:lnTo>
                    <a:lnTo>
                      <a:pt x="340" y="282"/>
                    </a:lnTo>
                    <a:lnTo>
                      <a:pt x="342" y="354"/>
                    </a:lnTo>
                    <a:lnTo>
                      <a:pt x="344" y="425"/>
                    </a:lnTo>
                    <a:lnTo>
                      <a:pt x="346" y="497"/>
                    </a:lnTo>
                    <a:lnTo>
                      <a:pt x="345" y="506"/>
                    </a:lnTo>
                    <a:lnTo>
                      <a:pt x="345" y="515"/>
                    </a:lnTo>
                    <a:lnTo>
                      <a:pt x="344" y="525"/>
                    </a:lnTo>
                    <a:lnTo>
                      <a:pt x="343" y="535"/>
                    </a:lnTo>
                    <a:lnTo>
                      <a:pt x="334" y="541"/>
                    </a:lnTo>
                    <a:lnTo>
                      <a:pt x="325" y="548"/>
                    </a:lnTo>
                    <a:lnTo>
                      <a:pt x="316" y="554"/>
                    </a:lnTo>
                    <a:lnTo>
                      <a:pt x="307" y="560"/>
                    </a:lnTo>
                    <a:lnTo>
                      <a:pt x="297" y="567"/>
                    </a:lnTo>
                    <a:lnTo>
                      <a:pt x="288" y="573"/>
                    </a:lnTo>
                    <a:lnTo>
                      <a:pt x="279" y="580"/>
                    </a:lnTo>
                    <a:lnTo>
                      <a:pt x="269" y="586"/>
                    </a:lnTo>
                    <a:lnTo>
                      <a:pt x="254" y="595"/>
                    </a:lnTo>
                    <a:lnTo>
                      <a:pt x="239" y="602"/>
                    </a:lnTo>
                    <a:lnTo>
                      <a:pt x="224" y="610"/>
                    </a:lnTo>
                    <a:lnTo>
                      <a:pt x="209" y="617"/>
                    </a:lnTo>
                    <a:lnTo>
                      <a:pt x="194" y="625"/>
                    </a:lnTo>
                    <a:lnTo>
                      <a:pt x="178" y="633"/>
                    </a:lnTo>
                    <a:lnTo>
                      <a:pt x="163" y="640"/>
                    </a:lnTo>
                    <a:lnTo>
                      <a:pt x="148" y="648"/>
                    </a:lnTo>
                    <a:lnTo>
                      <a:pt x="135" y="652"/>
                    </a:lnTo>
                    <a:lnTo>
                      <a:pt x="122" y="655"/>
                    </a:lnTo>
                    <a:lnTo>
                      <a:pt x="108" y="659"/>
                    </a:lnTo>
                    <a:lnTo>
                      <a:pt x="96" y="664"/>
                    </a:lnTo>
                    <a:lnTo>
                      <a:pt x="83" y="668"/>
                    </a:lnTo>
                    <a:lnTo>
                      <a:pt x="70" y="671"/>
                    </a:lnTo>
                    <a:lnTo>
                      <a:pt x="57" y="675"/>
                    </a:lnTo>
                    <a:lnTo>
                      <a:pt x="44" y="679"/>
                    </a:lnTo>
                    <a:lnTo>
                      <a:pt x="41" y="632"/>
                    </a:lnTo>
                    <a:lnTo>
                      <a:pt x="38" y="585"/>
                    </a:lnTo>
                    <a:lnTo>
                      <a:pt x="34" y="540"/>
                    </a:lnTo>
                    <a:lnTo>
                      <a:pt x="31" y="493"/>
                    </a:lnTo>
                    <a:lnTo>
                      <a:pt x="26" y="432"/>
                    </a:lnTo>
                    <a:lnTo>
                      <a:pt x="22" y="371"/>
                    </a:lnTo>
                    <a:lnTo>
                      <a:pt x="17" y="311"/>
                    </a:lnTo>
                    <a:lnTo>
                      <a:pt x="12" y="250"/>
                    </a:lnTo>
                    <a:lnTo>
                      <a:pt x="9" y="206"/>
                    </a:lnTo>
                    <a:lnTo>
                      <a:pt x="6" y="162"/>
                    </a:lnTo>
                    <a:lnTo>
                      <a:pt x="3" y="118"/>
                    </a:lnTo>
                    <a:lnTo>
                      <a:pt x="0" y="74"/>
                    </a:lnTo>
                    <a:lnTo>
                      <a:pt x="19" y="68"/>
                    </a:lnTo>
                    <a:lnTo>
                      <a:pt x="39" y="63"/>
                    </a:lnTo>
                    <a:lnTo>
                      <a:pt x="58" y="58"/>
                    </a:lnTo>
                    <a:lnTo>
                      <a:pt x="77" y="53"/>
                    </a:lnTo>
                    <a:lnTo>
                      <a:pt x="96" y="48"/>
                    </a:lnTo>
                    <a:lnTo>
                      <a:pt x="116" y="43"/>
                    </a:lnTo>
                    <a:lnTo>
                      <a:pt x="135" y="38"/>
                    </a:lnTo>
                    <a:lnTo>
                      <a:pt x="154" y="33"/>
                    </a:lnTo>
                    <a:lnTo>
                      <a:pt x="169" y="29"/>
                    </a:lnTo>
                    <a:lnTo>
                      <a:pt x="185" y="25"/>
                    </a:lnTo>
                    <a:lnTo>
                      <a:pt x="201" y="21"/>
                    </a:lnTo>
                    <a:lnTo>
                      <a:pt x="216" y="17"/>
                    </a:lnTo>
                    <a:lnTo>
                      <a:pt x="232" y="13"/>
                    </a:lnTo>
                    <a:lnTo>
                      <a:pt x="247" y="10"/>
                    </a:lnTo>
                    <a:lnTo>
                      <a:pt x="262" y="6"/>
                    </a:lnTo>
                    <a:lnTo>
                      <a:pt x="278" y="3"/>
                    </a:lnTo>
                    <a:lnTo>
                      <a:pt x="282" y="3"/>
                    </a:lnTo>
                    <a:lnTo>
                      <a:pt x="287" y="2"/>
                    </a:lnTo>
                    <a:lnTo>
                      <a:pt x="291" y="2"/>
                    </a:lnTo>
                    <a:lnTo>
                      <a:pt x="295" y="1"/>
                    </a:lnTo>
                    <a:lnTo>
                      <a:pt x="300" y="1"/>
                    </a:lnTo>
                    <a:lnTo>
                      <a:pt x="304" y="1"/>
                    </a:lnTo>
                    <a:lnTo>
                      <a:pt x="308" y="0"/>
                    </a:lnTo>
                    <a:lnTo>
                      <a:pt x="312" y="0"/>
                    </a:lnTo>
                    <a:close/>
                  </a:path>
                </a:pathLst>
              </a:custGeom>
              <a:solidFill>
                <a:srgbClr val="0051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5" name="Freeform 62"/>
              <p:cNvSpPr>
                <a:spLocks/>
              </p:cNvSpPr>
              <p:nvPr/>
            </p:nvSpPr>
            <p:spPr bwMode="auto">
              <a:xfrm>
                <a:off x="1539875" y="1643063"/>
                <a:ext cx="104775" cy="204788"/>
              </a:xfrm>
              <a:custGeom>
                <a:avLst/>
                <a:gdLst>
                  <a:gd name="T0" fmla="*/ 2147483647 w 330"/>
                  <a:gd name="T1" fmla="*/ 2147483647 h 647"/>
                  <a:gd name="T2" fmla="*/ 2147483647 w 330"/>
                  <a:gd name="T3" fmla="*/ 2147483647 h 647"/>
                  <a:gd name="T4" fmla="*/ 2147483647 w 330"/>
                  <a:gd name="T5" fmla="*/ 2147483647 h 647"/>
                  <a:gd name="T6" fmla="*/ 2147483647 w 330"/>
                  <a:gd name="T7" fmla="*/ 2147483647 h 647"/>
                  <a:gd name="T8" fmla="*/ 2147483647 w 330"/>
                  <a:gd name="T9" fmla="*/ 2147483647 h 647"/>
                  <a:gd name="T10" fmla="*/ 2147483647 w 330"/>
                  <a:gd name="T11" fmla="*/ 2147483647 h 647"/>
                  <a:gd name="T12" fmla="*/ 2147483647 w 330"/>
                  <a:gd name="T13" fmla="*/ 2147483647 h 647"/>
                  <a:gd name="T14" fmla="*/ 2147483647 w 330"/>
                  <a:gd name="T15" fmla="*/ 2147483647 h 647"/>
                  <a:gd name="T16" fmla="*/ 2147483647 w 330"/>
                  <a:gd name="T17" fmla="*/ 2147483647 h 647"/>
                  <a:gd name="T18" fmla="*/ 2147483647 w 330"/>
                  <a:gd name="T19" fmla="*/ 2147483647 h 647"/>
                  <a:gd name="T20" fmla="*/ 2147483647 w 330"/>
                  <a:gd name="T21" fmla="*/ 2147483647 h 647"/>
                  <a:gd name="T22" fmla="*/ 2147483647 w 330"/>
                  <a:gd name="T23" fmla="*/ 2147483647 h 647"/>
                  <a:gd name="T24" fmla="*/ 2147483647 w 330"/>
                  <a:gd name="T25" fmla="*/ 2147483647 h 647"/>
                  <a:gd name="T26" fmla="*/ 2147483647 w 330"/>
                  <a:gd name="T27" fmla="*/ 2147483647 h 647"/>
                  <a:gd name="T28" fmla="*/ 2147483647 w 330"/>
                  <a:gd name="T29" fmla="*/ 2147483647 h 647"/>
                  <a:gd name="T30" fmla="*/ 2147483647 w 330"/>
                  <a:gd name="T31" fmla="*/ 2147483647 h 647"/>
                  <a:gd name="T32" fmla="*/ 2147483647 w 330"/>
                  <a:gd name="T33" fmla="*/ 2147483647 h 647"/>
                  <a:gd name="T34" fmla="*/ 2147483647 w 330"/>
                  <a:gd name="T35" fmla="*/ 2147483647 h 647"/>
                  <a:gd name="T36" fmla="*/ 2147483647 w 330"/>
                  <a:gd name="T37" fmla="*/ 2147483647 h 647"/>
                  <a:gd name="T38" fmla="*/ 2147483647 w 330"/>
                  <a:gd name="T39" fmla="*/ 2147483647 h 647"/>
                  <a:gd name="T40" fmla="*/ 2147483647 w 330"/>
                  <a:gd name="T41" fmla="*/ 2147483647 h 647"/>
                  <a:gd name="T42" fmla="*/ 2147483647 w 330"/>
                  <a:gd name="T43" fmla="*/ 2147483647 h 647"/>
                  <a:gd name="T44" fmla="*/ 2147483647 w 330"/>
                  <a:gd name="T45" fmla="*/ 2147483647 h 647"/>
                  <a:gd name="T46" fmla="*/ 2147483647 w 330"/>
                  <a:gd name="T47" fmla="*/ 2147483647 h 647"/>
                  <a:gd name="T48" fmla="*/ 2147483647 w 330"/>
                  <a:gd name="T49" fmla="*/ 2147483647 h 647"/>
                  <a:gd name="T50" fmla="*/ 2147483647 w 330"/>
                  <a:gd name="T51" fmla="*/ 2147483647 h 647"/>
                  <a:gd name="T52" fmla="*/ 2147483647 w 330"/>
                  <a:gd name="T53" fmla="*/ 2147483647 h 647"/>
                  <a:gd name="T54" fmla="*/ 2147483647 w 330"/>
                  <a:gd name="T55" fmla="*/ 2147483647 h 647"/>
                  <a:gd name="T56" fmla="*/ 2147483647 w 330"/>
                  <a:gd name="T57" fmla="*/ 2147483647 h 647"/>
                  <a:gd name="T58" fmla="*/ 2147483647 w 330"/>
                  <a:gd name="T59" fmla="*/ 2147483647 h 647"/>
                  <a:gd name="T60" fmla="*/ 2147483647 w 330"/>
                  <a:gd name="T61" fmla="*/ 2147483647 h 647"/>
                  <a:gd name="T62" fmla="*/ 2147483647 w 330"/>
                  <a:gd name="T63" fmla="*/ 2147483647 h 647"/>
                  <a:gd name="T64" fmla="*/ 2147483647 w 330"/>
                  <a:gd name="T65" fmla="*/ 0 h 647"/>
                  <a:gd name="T66" fmla="*/ 2147483647 w 330"/>
                  <a:gd name="T67" fmla="*/ 0 h 647"/>
                  <a:gd name="T68" fmla="*/ 2147483647 w 330"/>
                  <a:gd name="T69" fmla="*/ 0 h 647"/>
                  <a:gd name="T70" fmla="*/ 2147483647 w 330"/>
                  <a:gd name="T71" fmla="*/ 2147483647 h 64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30"/>
                  <a:gd name="T109" fmla="*/ 0 h 647"/>
                  <a:gd name="T110" fmla="*/ 330 w 330"/>
                  <a:gd name="T111" fmla="*/ 647 h 647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30" h="647">
                    <a:moveTo>
                      <a:pt x="298" y="2"/>
                    </a:moveTo>
                    <a:lnTo>
                      <a:pt x="304" y="52"/>
                    </a:lnTo>
                    <a:lnTo>
                      <a:pt x="310" y="102"/>
                    </a:lnTo>
                    <a:lnTo>
                      <a:pt x="316" y="151"/>
                    </a:lnTo>
                    <a:lnTo>
                      <a:pt x="322" y="201"/>
                    </a:lnTo>
                    <a:lnTo>
                      <a:pt x="324" y="270"/>
                    </a:lnTo>
                    <a:lnTo>
                      <a:pt x="326" y="338"/>
                    </a:lnTo>
                    <a:lnTo>
                      <a:pt x="328" y="407"/>
                    </a:lnTo>
                    <a:lnTo>
                      <a:pt x="330" y="476"/>
                    </a:lnTo>
                    <a:lnTo>
                      <a:pt x="329" y="485"/>
                    </a:lnTo>
                    <a:lnTo>
                      <a:pt x="329" y="494"/>
                    </a:lnTo>
                    <a:lnTo>
                      <a:pt x="328" y="503"/>
                    </a:lnTo>
                    <a:lnTo>
                      <a:pt x="327" y="513"/>
                    </a:lnTo>
                    <a:lnTo>
                      <a:pt x="318" y="519"/>
                    </a:lnTo>
                    <a:lnTo>
                      <a:pt x="310" y="526"/>
                    </a:lnTo>
                    <a:lnTo>
                      <a:pt x="301" y="532"/>
                    </a:lnTo>
                    <a:lnTo>
                      <a:pt x="292" y="538"/>
                    </a:lnTo>
                    <a:lnTo>
                      <a:pt x="283" y="544"/>
                    </a:lnTo>
                    <a:lnTo>
                      <a:pt x="274" y="550"/>
                    </a:lnTo>
                    <a:lnTo>
                      <a:pt x="266" y="556"/>
                    </a:lnTo>
                    <a:lnTo>
                      <a:pt x="256" y="562"/>
                    </a:lnTo>
                    <a:lnTo>
                      <a:pt x="241" y="569"/>
                    </a:lnTo>
                    <a:lnTo>
                      <a:pt x="227" y="577"/>
                    </a:lnTo>
                    <a:lnTo>
                      <a:pt x="212" y="585"/>
                    </a:lnTo>
                    <a:lnTo>
                      <a:pt x="198" y="593"/>
                    </a:lnTo>
                    <a:lnTo>
                      <a:pt x="183" y="600"/>
                    </a:lnTo>
                    <a:lnTo>
                      <a:pt x="167" y="608"/>
                    </a:lnTo>
                    <a:lnTo>
                      <a:pt x="153" y="615"/>
                    </a:lnTo>
                    <a:lnTo>
                      <a:pt x="138" y="623"/>
                    </a:lnTo>
                    <a:lnTo>
                      <a:pt x="126" y="626"/>
                    </a:lnTo>
                    <a:lnTo>
                      <a:pt x="114" y="629"/>
                    </a:lnTo>
                    <a:lnTo>
                      <a:pt x="101" y="632"/>
                    </a:lnTo>
                    <a:lnTo>
                      <a:pt x="89" y="635"/>
                    </a:lnTo>
                    <a:lnTo>
                      <a:pt x="77" y="638"/>
                    </a:lnTo>
                    <a:lnTo>
                      <a:pt x="65" y="641"/>
                    </a:lnTo>
                    <a:lnTo>
                      <a:pt x="53" y="644"/>
                    </a:lnTo>
                    <a:lnTo>
                      <a:pt x="41" y="647"/>
                    </a:lnTo>
                    <a:lnTo>
                      <a:pt x="37" y="604"/>
                    </a:lnTo>
                    <a:lnTo>
                      <a:pt x="34" y="560"/>
                    </a:lnTo>
                    <a:lnTo>
                      <a:pt x="31" y="517"/>
                    </a:lnTo>
                    <a:lnTo>
                      <a:pt x="27" y="473"/>
                    </a:lnTo>
                    <a:lnTo>
                      <a:pt x="22" y="414"/>
                    </a:lnTo>
                    <a:lnTo>
                      <a:pt x="17" y="355"/>
                    </a:lnTo>
                    <a:lnTo>
                      <a:pt x="13" y="297"/>
                    </a:lnTo>
                    <a:lnTo>
                      <a:pt x="8" y="238"/>
                    </a:lnTo>
                    <a:lnTo>
                      <a:pt x="6" y="196"/>
                    </a:lnTo>
                    <a:lnTo>
                      <a:pt x="4" y="154"/>
                    </a:lnTo>
                    <a:lnTo>
                      <a:pt x="2" y="112"/>
                    </a:lnTo>
                    <a:lnTo>
                      <a:pt x="0" y="70"/>
                    </a:lnTo>
                    <a:lnTo>
                      <a:pt x="18" y="65"/>
                    </a:lnTo>
                    <a:lnTo>
                      <a:pt x="36" y="59"/>
                    </a:lnTo>
                    <a:lnTo>
                      <a:pt x="54" y="54"/>
                    </a:lnTo>
                    <a:lnTo>
                      <a:pt x="72" y="49"/>
                    </a:lnTo>
                    <a:lnTo>
                      <a:pt x="90" y="44"/>
                    </a:lnTo>
                    <a:lnTo>
                      <a:pt x="109" y="38"/>
                    </a:lnTo>
                    <a:lnTo>
                      <a:pt x="126" y="33"/>
                    </a:lnTo>
                    <a:lnTo>
                      <a:pt x="144" y="28"/>
                    </a:lnTo>
                    <a:lnTo>
                      <a:pt x="159" y="25"/>
                    </a:lnTo>
                    <a:lnTo>
                      <a:pt x="174" y="21"/>
                    </a:lnTo>
                    <a:lnTo>
                      <a:pt x="190" y="18"/>
                    </a:lnTo>
                    <a:lnTo>
                      <a:pt x="205" y="14"/>
                    </a:lnTo>
                    <a:lnTo>
                      <a:pt x="219" y="10"/>
                    </a:lnTo>
                    <a:lnTo>
                      <a:pt x="234" y="7"/>
                    </a:lnTo>
                    <a:lnTo>
                      <a:pt x="249" y="3"/>
                    </a:lnTo>
                    <a:lnTo>
                      <a:pt x="265" y="0"/>
                    </a:lnTo>
                    <a:lnTo>
                      <a:pt x="269" y="0"/>
                    </a:lnTo>
                    <a:lnTo>
                      <a:pt x="273" y="0"/>
                    </a:lnTo>
                    <a:lnTo>
                      <a:pt x="277" y="0"/>
                    </a:lnTo>
                    <a:lnTo>
                      <a:pt x="282" y="0"/>
                    </a:lnTo>
                    <a:lnTo>
                      <a:pt x="286" y="0"/>
                    </a:lnTo>
                    <a:lnTo>
                      <a:pt x="290" y="1"/>
                    </a:lnTo>
                    <a:lnTo>
                      <a:pt x="294" y="1"/>
                    </a:lnTo>
                    <a:lnTo>
                      <a:pt x="298" y="2"/>
                    </a:lnTo>
                    <a:close/>
                  </a:path>
                </a:pathLst>
              </a:custGeom>
              <a:solidFill>
                <a:srgbClr val="005B7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6" name="Freeform 63"/>
              <p:cNvSpPr>
                <a:spLocks/>
              </p:cNvSpPr>
              <p:nvPr/>
            </p:nvSpPr>
            <p:spPr bwMode="auto">
              <a:xfrm>
                <a:off x="1543050" y="1646238"/>
                <a:ext cx="100012" cy="196850"/>
              </a:xfrm>
              <a:custGeom>
                <a:avLst/>
                <a:gdLst>
                  <a:gd name="T0" fmla="*/ 2147483647 w 315"/>
                  <a:gd name="T1" fmla="*/ 2147483647 h 618"/>
                  <a:gd name="T2" fmla="*/ 2147483647 w 315"/>
                  <a:gd name="T3" fmla="*/ 2147483647 h 618"/>
                  <a:gd name="T4" fmla="*/ 2147483647 w 315"/>
                  <a:gd name="T5" fmla="*/ 2147483647 h 618"/>
                  <a:gd name="T6" fmla="*/ 2147483647 w 315"/>
                  <a:gd name="T7" fmla="*/ 2147483647 h 618"/>
                  <a:gd name="T8" fmla="*/ 2147483647 w 315"/>
                  <a:gd name="T9" fmla="*/ 2147483647 h 618"/>
                  <a:gd name="T10" fmla="*/ 2147483647 w 315"/>
                  <a:gd name="T11" fmla="*/ 2147483647 h 618"/>
                  <a:gd name="T12" fmla="*/ 2147483647 w 315"/>
                  <a:gd name="T13" fmla="*/ 2147483647 h 618"/>
                  <a:gd name="T14" fmla="*/ 2147483647 w 315"/>
                  <a:gd name="T15" fmla="*/ 2147483647 h 618"/>
                  <a:gd name="T16" fmla="*/ 2147483647 w 315"/>
                  <a:gd name="T17" fmla="*/ 2147483647 h 618"/>
                  <a:gd name="T18" fmla="*/ 2147483647 w 315"/>
                  <a:gd name="T19" fmla="*/ 2147483647 h 618"/>
                  <a:gd name="T20" fmla="*/ 2147483647 w 315"/>
                  <a:gd name="T21" fmla="*/ 2147483647 h 618"/>
                  <a:gd name="T22" fmla="*/ 2147483647 w 315"/>
                  <a:gd name="T23" fmla="*/ 2147483647 h 618"/>
                  <a:gd name="T24" fmla="*/ 2147483647 w 315"/>
                  <a:gd name="T25" fmla="*/ 2147483647 h 618"/>
                  <a:gd name="T26" fmla="*/ 2147483647 w 315"/>
                  <a:gd name="T27" fmla="*/ 2147483647 h 618"/>
                  <a:gd name="T28" fmla="*/ 2147483647 w 315"/>
                  <a:gd name="T29" fmla="*/ 2147483647 h 618"/>
                  <a:gd name="T30" fmla="*/ 2147483647 w 315"/>
                  <a:gd name="T31" fmla="*/ 2147483647 h 618"/>
                  <a:gd name="T32" fmla="*/ 2147483647 w 315"/>
                  <a:gd name="T33" fmla="*/ 2147483647 h 618"/>
                  <a:gd name="T34" fmla="*/ 2147483647 w 315"/>
                  <a:gd name="T35" fmla="*/ 2147483647 h 618"/>
                  <a:gd name="T36" fmla="*/ 2147483647 w 315"/>
                  <a:gd name="T37" fmla="*/ 2147483647 h 618"/>
                  <a:gd name="T38" fmla="*/ 2147483647 w 315"/>
                  <a:gd name="T39" fmla="*/ 2147483647 h 618"/>
                  <a:gd name="T40" fmla="*/ 2147483647 w 315"/>
                  <a:gd name="T41" fmla="*/ 2147483647 h 618"/>
                  <a:gd name="T42" fmla="*/ 2147483647 w 315"/>
                  <a:gd name="T43" fmla="*/ 2147483647 h 618"/>
                  <a:gd name="T44" fmla="*/ 2147483647 w 315"/>
                  <a:gd name="T45" fmla="*/ 2147483647 h 618"/>
                  <a:gd name="T46" fmla="*/ 2147483647 w 315"/>
                  <a:gd name="T47" fmla="*/ 2147483647 h 618"/>
                  <a:gd name="T48" fmla="*/ 2147483647 w 315"/>
                  <a:gd name="T49" fmla="*/ 2147483647 h 618"/>
                  <a:gd name="T50" fmla="*/ 2147483647 w 315"/>
                  <a:gd name="T51" fmla="*/ 2147483647 h 618"/>
                  <a:gd name="T52" fmla="*/ 2147483647 w 315"/>
                  <a:gd name="T53" fmla="*/ 2147483647 h 618"/>
                  <a:gd name="T54" fmla="*/ 2147483647 w 315"/>
                  <a:gd name="T55" fmla="*/ 2147483647 h 618"/>
                  <a:gd name="T56" fmla="*/ 2147483647 w 315"/>
                  <a:gd name="T57" fmla="*/ 2147483647 h 618"/>
                  <a:gd name="T58" fmla="*/ 2147483647 w 315"/>
                  <a:gd name="T59" fmla="*/ 2147483647 h 618"/>
                  <a:gd name="T60" fmla="*/ 2147483647 w 315"/>
                  <a:gd name="T61" fmla="*/ 2147483647 h 618"/>
                  <a:gd name="T62" fmla="*/ 2147483647 w 315"/>
                  <a:gd name="T63" fmla="*/ 2147483647 h 618"/>
                  <a:gd name="T64" fmla="*/ 2147483647 w 315"/>
                  <a:gd name="T65" fmla="*/ 2147483647 h 618"/>
                  <a:gd name="T66" fmla="*/ 2147483647 w 315"/>
                  <a:gd name="T67" fmla="*/ 2147483647 h 618"/>
                  <a:gd name="T68" fmla="*/ 2147483647 w 315"/>
                  <a:gd name="T69" fmla="*/ 2147483647 h 618"/>
                  <a:gd name="T70" fmla="*/ 2147483647 w 315"/>
                  <a:gd name="T71" fmla="*/ 2147483647 h 618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15"/>
                  <a:gd name="T109" fmla="*/ 0 h 618"/>
                  <a:gd name="T110" fmla="*/ 315 w 315"/>
                  <a:gd name="T111" fmla="*/ 618 h 618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15" h="618">
                    <a:moveTo>
                      <a:pt x="285" y="7"/>
                    </a:moveTo>
                    <a:lnTo>
                      <a:pt x="291" y="53"/>
                    </a:lnTo>
                    <a:lnTo>
                      <a:pt x="296" y="100"/>
                    </a:lnTo>
                    <a:lnTo>
                      <a:pt x="302" y="147"/>
                    </a:lnTo>
                    <a:lnTo>
                      <a:pt x="307" y="193"/>
                    </a:lnTo>
                    <a:lnTo>
                      <a:pt x="309" y="259"/>
                    </a:lnTo>
                    <a:lnTo>
                      <a:pt x="311" y="326"/>
                    </a:lnTo>
                    <a:lnTo>
                      <a:pt x="313" y="393"/>
                    </a:lnTo>
                    <a:lnTo>
                      <a:pt x="315" y="459"/>
                    </a:lnTo>
                    <a:lnTo>
                      <a:pt x="314" y="467"/>
                    </a:lnTo>
                    <a:lnTo>
                      <a:pt x="314" y="476"/>
                    </a:lnTo>
                    <a:lnTo>
                      <a:pt x="313" y="485"/>
                    </a:lnTo>
                    <a:lnTo>
                      <a:pt x="312" y="493"/>
                    </a:lnTo>
                    <a:lnTo>
                      <a:pt x="303" y="500"/>
                    </a:lnTo>
                    <a:lnTo>
                      <a:pt x="295" y="506"/>
                    </a:lnTo>
                    <a:lnTo>
                      <a:pt x="286" y="512"/>
                    </a:lnTo>
                    <a:lnTo>
                      <a:pt x="278" y="518"/>
                    </a:lnTo>
                    <a:lnTo>
                      <a:pt x="270" y="524"/>
                    </a:lnTo>
                    <a:lnTo>
                      <a:pt x="261" y="530"/>
                    </a:lnTo>
                    <a:lnTo>
                      <a:pt x="253" y="536"/>
                    </a:lnTo>
                    <a:lnTo>
                      <a:pt x="243" y="542"/>
                    </a:lnTo>
                    <a:lnTo>
                      <a:pt x="229" y="549"/>
                    </a:lnTo>
                    <a:lnTo>
                      <a:pt x="215" y="556"/>
                    </a:lnTo>
                    <a:lnTo>
                      <a:pt x="201" y="563"/>
                    </a:lnTo>
                    <a:lnTo>
                      <a:pt x="187" y="571"/>
                    </a:lnTo>
                    <a:lnTo>
                      <a:pt x="172" y="579"/>
                    </a:lnTo>
                    <a:lnTo>
                      <a:pt x="158" y="586"/>
                    </a:lnTo>
                    <a:lnTo>
                      <a:pt x="144" y="593"/>
                    </a:lnTo>
                    <a:lnTo>
                      <a:pt x="130" y="600"/>
                    </a:lnTo>
                    <a:lnTo>
                      <a:pt x="119" y="602"/>
                    </a:lnTo>
                    <a:lnTo>
                      <a:pt x="107" y="604"/>
                    </a:lnTo>
                    <a:lnTo>
                      <a:pt x="96" y="607"/>
                    </a:lnTo>
                    <a:lnTo>
                      <a:pt x="84" y="609"/>
                    </a:lnTo>
                    <a:lnTo>
                      <a:pt x="73" y="611"/>
                    </a:lnTo>
                    <a:lnTo>
                      <a:pt x="61" y="613"/>
                    </a:lnTo>
                    <a:lnTo>
                      <a:pt x="50" y="616"/>
                    </a:lnTo>
                    <a:lnTo>
                      <a:pt x="38" y="618"/>
                    </a:lnTo>
                    <a:lnTo>
                      <a:pt x="34" y="578"/>
                    </a:lnTo>
                    <a:lnTo>
                      <a:pt x="31" y="537"/>
                    </a:lnTo>
                    <a:lnTo>
                      <a:pt x="27" y="497"/>
                    </a:lnTo>
                    <a:lnTo>
                      <a:pt x="23" y="456"/>
                    </a:lnTo>
                    <a:lnTo>
                      <a:pt x="19" y="399"/>
                    </a:lnTo>
                    <a:lnTo>
                      <a:pt x="13" y="342"/>
                    </a:lnTo>
                    <a:lnTo>
                      <a:pt x="9" y="287"/>
                    </a:lnTo>
                    <a:lnTo>
                      <a:pt x="5" y="230"/>
                    </a:lnTo>
                    <a:lnTo>
                      <a:pt x="4" y="189"/>
                    </a:lnTo>
                    <a:lnTo>
                      <a:pt x="3" y="149"/>
                    </a:lnTo>
                    <a:lnTo>
                      <a:pt x="1" y="109"/>
                    </a:lnTo>
                    <a:lnTo>
                      <a:pt x="0" y="68"/>
                    </a:lnTo>
                    <a:lnTo>
                      <a:pt x="18" y="63"/>
                    </a:lnTo>
                    <a:lnTo>
                      <a:pt x="35" y="58"/>
                    </a:lnTo>
                    <a:lnTo>
                      <a:pt x="51" y="53"/>
                    </a:lnTo>
                    <a:lnTo>
                      <a:pt x="68" y="47"/>
                    </a:lnTo>
                    <a:lnTo>
                      <a:pt x="85" y="42"/>
                    </a:lnTo>
                    <a:lnTo>
                      <a:pt x="102" y="37"/>
                    </a:lnTo>
                    <a:lnTo>
                      <a:pt x="119" y="32"/>
                    </a:lnTo>
                    <a:lnTo>
                      <a:pt x="136" y="27"/>
                    </a:lnTo>
                    <a:lnTo>
                      <a:pt x="150" y="24"/>
                    </a:lnTo>
                    <a:lnTo>
                      <a:pt x="165" y="20"/>
                    </a:lnTo>
                    <a:lnTo>
                      <a:pt x="180" y="17"/>
                    </a:lnTo>
                    <a:lnTo>
                      <a:pt x="194" y="13"/>
                    </a:lnTo>
                    <a:lnTo>
                      <a:pt x="208" y="10"/>
                    </a:lnTo>
                    <a:lnTo>
                      <a:pt x="223" y="7"/>
                    </a:lnTo>
                    <a:lnTo>
                      <a:pt x="237" y="3"/>
                    </a:lnTo>
                    <a:lnTo>
                      <a:pt x="252" y="0"/>
                    </a:lnTo>
                    <a:lnTo>
                      <a:pt x="256" y="1"/>
                    </a:lnTo>
                    <a:lnTo>
                      <a:pt x="260" y="2"/>
                    </a:lnTo>
                    <a:lnTo>
                      <a:pt x="264" y="3"/>
                    </a:lnTo>
                    <a:lnTo>
                      <a:pt x="269" y="4"/>
                    </a:lnTo>
                    <a:lnTo>
                      <a:pt x="273" y="5"/>
                    </a:lnTo>
                    <a:lnTo>
                      <a:pt x="277" y="5"/>
                    </a:lnTo>
                    <a:lnTo>
                      <a:pt x="281" y="6"/>
                    </a:lnTo>
                    <a:lnTo>
                      <a:pt x="285" y="7"/>
                    </a:lnTo>
                    <a:close/>
                  </a:path>
                </a:pathLst>
              </a:custGeom>
              <a:solidFill>
                <a:srgbClr val="00638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7" name="Freeform 64"/>
              <p:cNvSpPr>
                <a:spLocks/>
              </p:cNvSpPr>
              <p:nvPr/>
            </p:nvSpPr>
            <p:spPr bwMode="auto">
              <a:xfrm>
                <a:off x="1546225" y="1651001"/>
                <a:ext cx="93662" cy="187325"/>
              </a:xfrm>
              <a:custGeom>
                <a:avLst/>
                <a:gdLst>
                  <a:gd name="T0" fmla="*/ 2147483647 w 298"/>
                  <a:gd name="T1" fmla="*/ 2147483647 h 590"/>
                  <a:gd name="T2" fmla="*/ 2147483647 w 298"/>
                  <a:gd name="T3" fmla="*/ 2147483647 h 590"/>
                  <a:gd name="T4" fmla="*/ 2147483647 w 298"/>
                  <a:gd name="T5" fmla="*/ 2147483647 h 590"/>
                  <a:gd name="T6" fmla="*/ 2147483647 w 298"/>
                  <a:gd name="T7" fmla="*/ 2147483647 h 590"/>
                  <a:gd name="T8" fmla="*/ 2147483647 w 298"/>
                  <a:gd name="T9" fmla="*/ 2147483647 h 590"/>
                  <a:gd name="T10" fmla="*/ 2147483647 w 298"/>
                  <a:gd name="T11" fmla="*/ 2147483647 h 590"/>
                  <a:gd name="T12" fmla="*/ 2147483647 w 298"/>
                  <a:gd name="T13" fmla="*/ 2147483647 h 590"/>
                  <a:gd name="T14" fmla="*/ 2147483647 w 298"/>
                  <a:gd name="T15" fmla="*/ 2147483647 h 590"/>
                  <a:gd name="T16" fmla="*/ 2147483647 w 298"/>
                  <a:gd name="T17" fmla="*/ 2147483647 h 590"/>
                  <a:gd name="T18" fmla="*/ 2147483647 w 298"/>
                  <a:gd name="T19" fmla="*/ 2147483647 h 590"/>
                  <a:gd name="T20" fmla="*/ 2147483647 w 298"/>
                  <a:gd name="T21" fmla="*/ 2147483647 h 590"/>
                  <a:gd name="T22" fmla="*/ 2147483647 w 298"/>
                  <a:gd name="T23" fmla="*/ 2147483647 h 590"/>
                  <a:gd name="T24" fmla="*/ 2147483647 w 298"/>
                  <a:gd name="T25" fmla="*/ 2147483647 h 590"/>
                  <a:gd name="T26" fmla="*/ 2147483647 w 298"/>
                  <a:gd name="T27" fmla="*/ 2147483647 h 590"/>
                  <a:gd name="T28" fmla="*/ 2147483647 w 298"/>
                  <a:gd name="T29" fmla="*/ 2147483647 h 590"/>
                  <a:gd name="T30" fmla="*/ 2147483647 w 298"/>
                  <a:gd name="T31" fmla="*/ 2147483647 h 590"/>
                  <a:gd name="T32" fmla="*/ 2147483647 w 298"/>
                  <a:gd name="T33" fmla="*/ 2147483647 h 590"/>
                  <a:gd name="T34" fmla="*/ 2147483647 w 298"/>
                  <a:gd name="T35" fmla="*/ 2147483647 h 590"/>
                  <a:gd name="T36" fmla="*/ 2147483647 w 298"/>
                  <a:gd name="T37" fmla="*/ 2147483647 h 590"/>
                  <a:gd name="T38" fmla="*/ 2147483647 w 298"/>
                  <a:gd name="T39" fmla="*/ 2147483647 h 590"/>
                  <a:gd name="T40" fmla="*/ 2147483647 w 298"/>
                  <a:gd name="T41" fmla="*/ 2147483647 h 590"/>
                  <a:gd name="T42" fmla="*/ 2147483647 w 298"/>
                  <a:gd name="T43" fmla="*/ 2147483647 h 590"/>
                  <a:gd name="T44" fmla="*/ 0 w 298"/>
                  <a:gd name="T45" fmla="*/ 2147483647 h 590"/>
                  <a:gd name="T46" fmla="*/ 0 w 298"/>
                  <a:gd name="T47" fmla="*/ 2147483647 h 590"/>
                  <a:gd name="T48" fmla="*/ 2147483647 w 298"/>
                  <a:gd name="T49" fmla="*/ 2147483647 h 590"/>
                  <a:gd name="T50" fmla="*/ 2147483647 w 298"/>
                  <a:gd name="T51" fmla="*/ 2147483647 h 590"/>
                  <a:gd name="T52" fmla="*/ 2147483647 w 298"/>
                  <a:gd name="T53" fmla="*/ 2147483647 h 590"/>
                  <a:gd name="T54" fmla="*/ 2147483647 w 298"/>
                  <a:gd name="T55" fmla="*/ 2147483647 h 590"/>
                  <a:gd name="T56" fmla="*/ 2147483647 w 298"/>
                  <a:gd name="T57" fmla="*/ 2147483647 h 590"/>
                  <a:gd name="T58" fmla="*/ 2147483647 w 298"/>
                  <a:gd name="T59" fmla="*/ 2147483647 h 590"/>
                  <a:gd name="T60" fmla="*/ 2147483647 w 298"/>
                  <a:gd name="T61" fmla="*/ 2147483647 h 590"/>
                  <a:gd name="T62" fmla="*/ 2147483647 w 298"/>
                  <a:gd name="T63" fmla="*/ 2147483647 h 590"/>
                  <a:gd name="T64" fmla="*/ 2147483647 w 298"/>
                  <a:gd name="T65" fmla="*/ 2147483647 h 590"/>
                  <a:gd name="T66" fmla="*/ 2147483647 w 298"/>
                  <a:gd name="T67" fmla="*/ 2147483647 h 590"/>
                  <a:gd name="T68" fmla="*/ 2147483647 w 298"/>
                  <a:gd name="T69" fmla="*/ 2147483647 h 590"/>
                  <a:gd name="T70" fmla="*/ 2147483647 w 298"/>
                  <a:gd name="T71" fmla="*/ 2147483647 h 590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98"/>
                  <a:gd name="T109" fmla="*/ 0 h 590"/>
                  <a:gd name="T110" fmla="*/ 298 w 298"/>
                  <a:gd name="T111" fmla="*/ 590 h 590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98" h="590">
                    <a:moveTo>
                      <a:pt x="271" y="12"/>
                    </a:moveTo>
                    <a:lnTo>
                      <a:pt x="276" y="55"/>
                    </a:lnTo>
                    <a:lnTo>
                      <a:pt x="281" y="99"/>
                    </a:lnTo>
                    <a:lnTo>
                      <a:pt x="286" y="143"/>
                    </a:lnTo>
                    <a:lnTo>
                      <a:pt x="291" y="186"/>
                    </a:lnTo>
                    <a:lnTo>
                      <a:pt x="293" y="250"/>
                    </a:lnTo>
                    <a:lnTo>
                      <a:pt x="295" y="314"/>
                    </a:lnTo>
                    <a:lnTo>
                      <a:pt x="296" y="378"/>
                    </a:lnTo>
                    <a:lnTo>
                      <a:pt x="298" y="442"/>
                    </a:lnTo>
                    <a:lnTo>
                      <a:pt x="298" y="450"/>
                    </a:lnTo>
                    <a:lnTo>
                      <a:pt x="297" y="458"/>
                    </a:lnTo>
                    <a:lnTo>
                      <a:pt x="297" y="467"/>
                    </a:lnTo>
                    <a:lnTo>
                      <a:pt x="296" y="475"/>
                    </a:lnTo>
                    <a:lnTo>
                      <a:pt x="288" y="481"/>
                    </a:lnTo>
                    <a:lnTo>
                      <a:pt x="280" y="487"/>
                    </a:lnTo>
                    <a:lnTo>
                      <a:pt x="271" y="493"/>
                    </a:lnTo>
                    <a:lnTo>
                      <a:pt x="263" y="498"/>
                    </a:lnTo>
                    <a:lnTo>
                      <a:pt x="255" y="504"/>
                    </a:lnTo>
                    <a:lnTo>
                      <a:pt x="247" y="510"/>
                    </a:lnTo>
                    <a:lnTo>
                      <a:pt x="238" y="515"/>
                    </a:lnTo>
                    <a:lnTo>
                      <a:pt x="230" y="521"/>
                    </a:lnTo>
                    <a:lnTo>
                      <a:pt x="217" y="528"/>
                    </a:lnTo>
                    <a:lnTo>
                      <a:pt x="203" y="535"/>
                    </a:lnTo>
                    <a:lnTo>
                      <a:pt x="190" y="542"/>
                    </a:lnTo>
                    <a:lnTo>
                      <a:pt x="176" y="549"/>
                    </a:lnTo>
                    <a:lnTo>
                      <a:pt x="162" y="557"/>
                    </a:lnTo>
                    <a:lnTo>
                      <a:pt x="148" y="564"/>
                    </a:lnTo>
                    <a:lnTo>
                      <a:pt x="135" y="571"/>
                    </a:lnTo>
                    <a:lnTo>
                      <a:pt x="121" y="578"/>
                    </a:lnTo>
                    <a:lnTo>
                      <a:pt x="110" y="579"/>
                    </a:lnTo>
                    <a:lnTo>
                      <a:pt x="100" y="581"/>
                    </a:lnTo>
                    <a:lnTo>
                      <a:pt x="89" y="582"/>
                    </a:lnTo>
                    <a:lnTo>
                      <a:pt x="78" y="584"/>
                    </a:lnTo>
                    <a:lnTo>
                      <a:pt x="67" y="585"/>
                    </a:lnTo>
                    <a:lnTo>
                      <a:pt x="56" y="587"/>
                    </a:lnTo>
                    <a:lnTo>
                      <a:pt x="46" y="588"/>
                    </a:lnTo>
                    <a:lnTo>
                      <a:pt x="35" y="590"/>
                    </a:lnTo>
                    <a:lnTo>
                      <a:pt x="31" y="552"/>
                    </a:lnTo>
                    <a:lnTo>
                      <a:pt x="26" y="514"/>
                    </a:lnTo>
                    <a:lnTo>
                      <a:pt x="22" y="476"/>
                    </a:lnTo>
                    <a:lnTo>
                      <a:pt x="18" y="439"/>
                    </a:lnTo>
                    <a:lnTo>
                      <a:pt x="14" y="384"/>
                    </a:lnTo>
                    <a:lnTo>
                      <a:pt x="10" y="329"/>
                    </a:lnTo>
                    <a:lnTo>
                      <a:pt x="4" y="275"/>
                    </a:lnTo>
                    <a:lnTo>
                      <a:pt x="0" y="221"/>
                    </a:lnTo>
                    <a:lnTo>
                      <a:pt x="0" y="182"/>
                    </a:lnTo>
                    <a:lnTo>
                      <a:pt x="0" y="144"/>
                    </a:lnTo>
                    <a:lnTo>
                      <a:pt x="0" y="105"/>
                    </a:lnTo>
                    <a:lnTo>
                      <a:pt x="0" y="66"/>
                    </a:lnTo>
                    <a:lnTo>
                      <a:pt x="17" y="61"/>
                    </a:lnTo>
                    <a:lnTo>
                      <a:pt x="32" y="56"/>
                    </a:lnTo>
                    <a:lnTo>
                      <a:pt x="48" y="51"/>
                    </a:lnTo>
                    <a:lnTo>
                      <a:pt x="63" y="46"/>
                    </a:lnTo>
                    <a:lnTo>
                      <a:pt x="79" y="41"/>
                    </a:lnTo>
                    <a:lnTo>
                      <a:pt x="95" y="36"/>
                    </a:lnTo>
                    <a:lnTo>
                      <a:pt x="111" y="31"/>
                    </a:lnTo>
                    <a:lnTo>
                      <a:pt x="126" y="26"/>
                    </a:lnTo>
                    <a:lnTo>
                      <a:pt x="140" y="23"/>
                    </a:lnTo>
                    <a:lnTo>
                      <a:pt x="154" y="19"/>
                    </a:lnTo>
                    <a:lnTo>
                      <a:pt x="168" y="16"/>
                    </a:lnTo>
                    <a:lnTo>
                      <a:pt x="182" y="13"/>
                    </a:lnTo>
                    <a:lnTo>
                      <a:pt x="196" y="10"/>
                    </a:lnTo>
                    <a:lnTo>
                      <a:pt x="209" y="7"/>
                    </a:lnTo>
                    <a:lnTo>
                      <a:pt x="223" y="3"/>
                    </a:lnTo>
                    <a:lnTo>
                      <a:pt x="237" y="0"/>
                    </a:lnTo>
                    <a:lnTo>
                      <a:pt x="242" y="1"/>
                    </a:lnTo>
                    <a:lnTo>
                      <a:pt x="246" y="3"/>
                    </a:lnTo>
                    <a:lnTo>
                      <a:pt x="250" y="4"/>
                    </a:lnTo>
                    <a:lnTo>
                      <a:pt x="255" y="6"/>
                    </a:lnTo>
                    <a:lnTo>
                      <a:pt x="259" y="7"/>
                    </a:lnTo>
                    <a:lnTo>
                      <a:pt x="263" y="9"/>
                    </a:lnTo>
                    <a:lnTo>
                      <a:pt x="267" y="10"/>
                    </a:lnTo>
                    <a:lnTo>
                      <a:pt x="271" y="12"/>
                    </a:lnTo>
                    <a:close/>
                  </a:path>
                </a:pathLst>
              </a:custGeom>
              <a:solidFill>
                <a:srgbClr val="006B9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8" name="Freeform 65"/>
              <p:cNvSpPr>
                <a:spLocks/>
              </p:cNvSpPr>
              <p:nvPr/>
            </p:nvSpPr>
            <p:spPr bwMode="auto">
              <a:xfrm>
                <a:off x="1547813" y="1654176"/>
                <a:ext cx="90487" cy="177800"/>
              </a:xfrm>
              <a:custGeom>
                <a:avLst/>
                <a:gdLst>
                  <a:gd name="T0" fmla="*/ 2147483647 w 286"/>
                  <a:gd name="T1" fmla="*/ 2147483647 h 561"/>
                  <a:gd name="T2" fmla="*/ 2147483647 w 286"/>
                  <a:gd name="T3" fmla="*/ 2147483647 h 561"/>
                  <a:gd name="T4" fmla="*/ 2147483647 w 286"/>
                  <a:gd name="T5" fmla="*/ 2147483647 h 561"/>
                  <a:gd name="T6" fmla="*/ 2147483647 w 286"/>
                  <a:gd name="T7" fmla="*/ 2147483647 h 561"/>
                  <a:gd name="T8" fmla="*/ 2147483647 w 286"/>
                  <a:gd name="T9" fmla="*/ 2147483647 h 561"/>
                  <a:gd name="T10" fmla="*/ 2147483647 w 286"/>
                  <a:gd name="T11" fmla="*/ 2147483647 h 561"/>
                  <a:gd name="T12" fmla="*/ 2147483647 w 286"/>
                  <a:gd name="T13" fmla="*/ 2147483647 h 561"/>
                  <a:gd name="T14" fmla="*/ 2147483647 w 286"/>
                  <a:gd name="T15" fmla="*/ 2147483647 h 561"/>
                  <a:gd name="T16" fmla="*/ 2147483647 w 286"/>
                  <a:gd name="T17" fmla="*/ 2147483647 h 561"/>
                  <a:gd name="T18" fmla="*/ 2147483647 w 286"/>
                  <a:gd name="T19" fmla="*/ 2147483647 h 561"/>
                  <a:gd name="T20" fmla="*/ 2147483647 w 286"/>
                  <a:gd name="T21" fmla="*/ 2147483647 h 561"/>
                  <a:gd name="T22" fmla="*/ 2147483647 w 286"/>
                  <a:gd name="T23" fmla="*/ 2147483647 h 561"/>
                  <a:gd name="T24" fmla="*/ 2147483647 w 286"/>
                  <a:gd name="T25" fmla="*/ 2147483647 h 561"/>
                  <a:gd name="T26" fmla="*/ 2147483647 w 286"/>
                  <a:gd name="T27" fmla="*/ 2147483647 h 561"/>
                  <a:gd name="T28" fmla="*/ 2147483647 w 286"/>
                  <a:gd name="T29" fmla="*/ 2147483647 h 561"/>
                  <a:gd name="T30" fmla="*/ 2147483647 w 286"/>
                  <a:gd name="T31" fmla="*/ 2147483647 h 561"/>
                  <a:gd name="T32" fmla="*/ 2147483647 w 286"/>
                  <a:gd name="T33" fmla="*/ 2147483647 h 561"/>
                  <a:gd name="T34" fmla="*/ 2147483647 w 286"/>
                  <a:gd name="T35" fmla="*/ 2147483647 h 561"/>
                  <a:gd name="T36" fmla="*/ 2147483647 w 286"/>
                  <a:gd name="T37" fmla="*/ 2147483647 h 561"/>
                  <a:gd name="T38" fmla="*/ 2147483647 w 286"/>
                  <a:gd name="T39" fmla="*/ 2147483647 h 561"/>
                  <a:gd name="T40" fmla="*/ 2147483647 w 286"/>
                  <a:gd name="T41" fmla="*/ 2147483647 h 561"/>
                  <a:gd name="T42" fmla="*/ 2147483647 w 286"/>
                  <a:gd name="T43" fmla="*/ 2147483647 h 561"/>
                  <a:gd name="T44" fmla="*/ 2147483647 w 286"/>
                  <a:gd name="T45" fmla="*/ 2147483647 h 561"/>
                  <a:gd name="T46" fmla="*/ 2147483647 w 286"/>
                  <a:gd name="T47" fmla="*/ 2147483647 h 561"/>
                  <a:gd name="T48" fmla="*/ 2147483647 w 286"/>
                  <a:gd name="T49" fmla="*/ 2147483647 h 561"/>
                  <a:gd name="T50" fmla="*/ 2147483647 w 286"/>
                  <a:gd name="T51" fmla="*/ 2147483647 h 561"/>
                  <a:gd name="T52" fmla="*/ 2147483647 w 286"/>
                  <a:gd name="T53" fmla="*/ 2147483647 h 561"/>
                  <a:gd name="T54" fmla="*/ 2147483647 w 286"/>
                  <a:gd name="T55" fmla="*/ 2147483647 h 561"/>
                  <a:gd name="T56" fmla="*/ 2147483647 w 286"/>
                  <a:gd name="T57" fmla="*/ 2147483647 h 561"/>
                  <a:gd name="T58" fmla="*/ 2147483647 w 286"/>
                  <a:gd name="T59" fmla="*/ 2147483647 h 561"/>
                  <a:gd name="T60" fmla="*/ 2147483647 w 286"/>
                  <a:gd name="T61" fmla="*/ 2147483647 h 561"/>
                  <a:gd name="T62" fmla="*/ 2147483647 w 286"/>
                  <a:gd name="T63" fmla="*/ 2147483647 h 561"/>
                  <a:gd name="T64" fmla="*/ 2147483647 w 286"/>
                  <a:gd name="T65" fmla="*/ 2147483647 h 561"/>
                  <a:gd name="T66" fmla="*/ 2147483647 w 286"/>
                  <a:gd name="T67" fmla="*/ 2147483647 h 561"/>
                  <a:gd name="T68" fmla="*/ 2147483647 w 286"/>
                  <a:gd name="T69" fmla="*/ 2147483647 h 561"/>
                  <a:gd name="T70" fmla="*/ 2147483647 w 286"/>
                  <a:gd name="T71" fmla="*/ 2147483647 h 561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86"/>
                  <a:gd name="T109" fmla="*/ 0 h 561"/>
                  <a:gd name="T110" fmla="*/ 286 w 286"/>
                  <a:gd name="T111" fmla="*/ 561 h 561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86" h="561">
                    <a:moveTo>
                      <a:pt x="262" y="16"/>
                    </a:moveTo>
                    <a:lnTo>
                      <a:pt x="266" y="57"/>
                    </a:lnTo>
                    <a:lnTo>
                      <a:pt x="270" y="97"/>
                    </a:lnTo>
                    <a:lnTo>
                      <a:pt x="275" y="138"/>
                    </a:lnTo>
                    <a:lnTo>
                      <a:pt x="279" y="178"/>
                    </a:lnTo>
                    <a:lnTo>
                      <a:pt x="281" y="240"/>
                    </a:lnTo>
                    <a:lnTo>
                      <a:pt x="283" y="301"/>
                    </a:lnTo>
                    <a:lnTo>
                      <a:pt x="284" y="363"/>
                    </a:lnTo>
                    <a:lnTo>
                      <a:pt x="286" y="424"/>
                    </a:lnTo>
                    <a:lnTo>
                      <a:pt x="285" y="432"/>
                    </a:lnTo>
                    <a:lnTo>
                      <a:pt x="285" y="440"/>
                    </a:lnTo>
                    <a:lnTo>
                      <a:pt x="285" y="448"/>
                    </a:lnTo>
                    <a:lnTo>
                      <a:pt x="284" y="456"/>
                    </a:lnTo>
                    <a:lnTo>
                      <a:pt x="276" y="462"/>
                    </a:lnTo>
                    <a:lnTo>
                      <a:pt x="268" y="467"/>
                    </a:lnTo>
                    <a:lnTo>
                      <a:pt x="260" y="474"/>
                    </a:lnTo>
                    <a:lnTo>
                      <a:pt x="253" y="479"/>
                    </a:lnTo>
                    <a:lnTo>
                      <a:pt x="245" y="484"/>
                    </a:lnTo>
                    <a:lnTo>
                      <a:pt x="237" y="490"/>
                    </a:lnTo>
                    <a:lnTo>
                      <a:pt x="228" y="495"/>
                    </a:lnTo>
                    <a:lnTo>
                      <a:pt x="220" y="501"/>
                    </a:lnTo>
                    <a:lnTo>
                      <a:pt x="207" y="508"/>
                    </a:lnTo>
                    <a:lnTo>
                      <a:pt x="194" y="514"/>
                    </a:lnTo>
                    <a:lnTo>
                      <a:pt x="181" y="521"/>
                    </a:lnTo>
                    <a:lnTo>
                      <a:pt x="169" y="527"/>
                    </a:lnTo>
                    <a:lnTo>
                      <a:pt x="155" y="534"/>
                    </a:lnTo>
                    <a:lnTo>
                      <a:pt x="142" y="541"/>
                    </a:lnTo>
                    <a:lnTo>
                      <a:pt x="129" y="548"/>
                    </a:lnTo>
                    <a:lnTo>
                      <a:pt x="116" y="555"/>
                    </a:lnTo>
                    <a:lnTo>
                      <a:pt x="106" y="556"/>
                    </a:lnTo>
                    <a:lnTo>
                      <a:pt x="96" y="556"/>
                    </a:lnTo>
                    <a:lnTo>
                      <a:pt x="86" y="557"/>
                    </a:lnTo>
                    <a:lnTo>
                      <a:pt x="75" y="558"/>
                    </a:lnTo>
                    <a:lnTo>
                      <a:pt x="65" y="559"/>
                    </a:lnTo>
                    <a:lnTo>
                      <a:pt x="55" y="559"/>
                    </a:lnTo>
                    <a:lnTo>
                      <a:pt x="45" y="560"/>
                    </a:lnTo>
                    <a:lnTo>
                      <a:pt x="35" y="561"/>
                    </a:lnTo>
                    <a:lnTo>
                      <a:pt x="30" y="525"/>
                    </a:lnTo>
                    <a:lnTo>
                      <a:pt x="26" y="491"/>
                    </a:lnTo>
                    <a:lnTo>
                      <a:pt x="21" y="455"/>
                    </a:lnTo>
                    <a:lnTo>
                      <a:pt x="16" y="421"/>
                    </a:lnTo>
                    <a:lnTo>
                      <a:pt x="12" y="369"/>
                    </a:lnTo>
                    <a:lnTo>
                      <a:pt x="9" y="316"/>
                    </a:lnTo>
                    <a:lnTo>
                      <a:pt x="5" y="265"/>
                    </a:lnTo>
                    <a:lnTo>
                      <a:pt x="0" y="212"/>
                    </a:lnTo>
                    <a:lnTo>
                      <a:pt x="2" y="175"/>
                    </a:lnTo>
                    <a:lnTo>
                      <a:pt x="3" y="139"/>
                    </a:lnTo>
                    <a:lnTo>
                      <a:pt x="4" y="102"/>
                    </a:lnTo>
                    <a:lnTo>
                      <a:pt x="5" y="66"/>
                    </a:lnTo>
                    <a:lnTo>
                      <a:pt x="19" y="61"/>
                    </a:lnTo>
                    <a:lnTo>
                      <a:pt x="34" y="55"/>
                    </a:lnTo>
                    <a:lnTo>
                      <a:pt x="48" y="50"/>
                    </a:lnTo>
                    <a:lnTo>
                      <a:pt x="63" y="44"/>
                    </a:lnTo>
                    <a:lnTo>
                      <a:pt x="77" y="39"/>
                    </a:lnTo>
                    <a:lnTo>
                      <a:pt x="92" y="34"/>
                    </a:lnTo>
                    <a:lnTo>
                      <a:pt x="107" y="29"/>
                    </a:lnTo>
                    <a:lnTo>
                      <a:pt x="121" y="24"/>
                    </a:lnTo>
                    <a:lnTo>
                      <a:pt x="134" y="21"/>
                    </a:lnTo>
                    <a:lnTo>
                      <a:pt x="147" y="18"/>
                    </a:lnTo>
                    <a:lnTo>
                      <a:pt x="161" y="15"/>
                    </a:lnTo>
                    <a:lnTo>
                      <a:pt x="175" y="12"/>
                    </a:lnTo>
                    <a:lnTo>
                      <a:pt x="188" y="9"/>
                    </a:lnTo>
                    <a:lnTo>
                      <a:pt x="201" y="6"/>
                    </a:lnTo>
                    <a:lnTo>
                      <a:pt x="214" y="3"/>
                    </a:lnTo>
                    <a:lnTo>
                      <a:pt x="227" y="0"/>
                    </a:lnTo>
                    <a:lnTo>
                      <a:pt x="231" y="2"/>
                    </a:lnTo>
                    <a:lnTo>
                      <a:pt x="236" y="4"/>
                    </a:lnTo>
                    <a:lnTo>
                      <a:pt x="240" y="6"/>
                    </a:lnTo>
                    <a:lnTo>
                      <a:pt x="245" y="8"/>
                    </a:lnTo>
                    <a:lnTo>
                      <a:pt x="249" y="10"/>
                    </a:lnTo>
                    <a:lnTo>
                      <a:pt x="253" y="12"/>
                    </a:lnTo>
                    <a:lnTo>
                      <a:pt x="258" y="14"/>
                    </a:lnTo>
                    <a:lnTo>
                      <a:pt x="262" y="16"/>
                    </a:lnTo>
                    <a:close/>
                  </a:path>
                </a:pathLst>
              </a:custGeom>
              <a:solidFill>
                <a:srgbClr val="0075A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9" name="Freeform 66"/>
              <p:cNvSpPr>
                <a:spLocks/>
              </p:cNvSpPr>
              <p:nvPr/>
            </p:nvSpPr>
            <p:spPr bwMode="auto">
              <a:xfrm>
                <a:off x="1549400" y="1657351"/>
                <a:ext cx="87312" cy="169863"/>
              </a:xfrm>
              <a:custGeom>
                <a:avLst/>
                <a:gdLst>
                  <a:gd name="T0" fmla="*/ 2147483647 w 273"/>
                  <a:gd name="T1" fmla="*/ 2147483647 h 535"/>
                  <a:gd name="T2" fmla="*/ 2147483647 w 273"/>
                  <a:gd name="T3" fmla="*/ 2147483647 h 535"/>
                  <a:gd name="T4" fmla="*/ 2147483647 w 273"/>
                  <a:gd name="T5" fmla="*/ 2147483647 h 535"/>
                  <a:gd name="T6" fmla="*/ 2147483647 w 273"/>
                  <a:gd name="T7" fmla="*/ 2147483647 h 535"/>
                  <a:gd name="T8" fmla="*/ 2147483647 w 273"/>
                  <a:gd name="T9" fmla="*/ 2147483647 h 535"/>
                  <a:gd name="T10" fmla="*/ 2147483647 w 273"/>
                  <a:gd name="T11" fmla="*/ 2147483647 h 535"/>
                  <a:gd name="T12" fmla="*/ 2147483647 w 273"/>
                  <a:gd name="T13" fmla="*/ 2147483647 h 535"/>
                  <a:gd name="T14" fmla="*/ 2147483647 w 273"/>
                  <a:gd name="T15" fmla="*/ 2147483647 h 535"/>
                  <a:gd name="T16" fmla="*/ 2147483647 w 273"/>
                  <a:gd name="T17" fmla="*/ 2147483647 h 535"/>
                  <a:gd name="T18" fmla="*/ 2147483647 w 273"/>
                  <a:gd name="T19" fmla="*/ 2147483647 h 535"/>
                  <a:gd name="T20" fmla="*/ 2147483647 w 273"/>
                  <a:gd name="T21" fmla="*/ 2147483647 h 535"/>
                  <a:gd name="T22" fmla="*/ 2147483647 w 273"/>
                  <a:gd name="T23" fmla="*/ 2147483647 h 535"/>
                  <a:gd name="T24" fmla="*/ 2147483647 w 273"/>
                  <a:gd name="T25" fmla="*/ 2147483647 h 535"/>
                  <a:gd name="T26" fmla="*/ 2147483647 w 273"/>
                  <a:gd name="T27" fmla="*/ 2147483647 h 535"/>
                  <a:gd name="T28" fmla="*/ 2147483647 w 273"/>
                  <a:gd name="T29" fmla="*/ 2147483647 h 535"/>
                  <a:gd name="T30" fmla="*/ 2147483647 w 273"/>
                  <a:gd name="T31" fmla="*/ 2147483647 h 535"/>
                  <a:gd name="T32" fmla="*/ 2147483647 w 273"/>
                  <a:gd name="T33" fmla="*/ 2147483647 h 535"/>
                  <a:gd name="T34" fmla="*/ 2147483647 w 273"/>
                  <a:gd name="T35" fmla="*/ 2147483647 h 535"/>
                  <a:gd name="T36" fmla="*/ 2147483647 w 273"/>
                  <a:gd name="T37" fmla="*/ 2147483647 h 535"/>
                  <a:gd name="T38" fmla="*/ 2147483647 w 273"/>
                  <a:gd name="T39" fmla="*/ 2147483647 h 535"/>
                  <a:gd name="T40" fmla="*/ 2147483647 w 273"/>
                  <a:gd name="T41" fmla="*/ 2147483647 h 535"/>
                  <a:gd name="T42" fmla="*/ 2147483647 w 273"/>
                  <a:gd name="T43" fmla="*/ 2147483647 h 535"/>
                  <a:gd name="T44" fmla="*/ 2147483647 w 273"/>
                  <a:gd name="T45" fmla="*/ 2147483647 h 535"/>
                  <a:gd name="T46" fmla="*/ 2147483647 w 273"/>
                  <a:gd name="T47" fmla="*/ 2147483647 h 535"/>
                  <a:gd name="T48" fmla="*/ 2147483647 w 273"/>
                  <a:gd name="T49" fmla="*/ 2147483647 h 535"/>
                  <a:gd name="T50" fmla="*/ 2147483647 w 273"/>
                  <a:gd name="T51" fmla="*/ 2147483647 h 535"/>
                  <a:gd name="T52" fmla="*/ 2147483647 w 273"/>
                  <a:gd name="T53" fmla="*/ 2147483647 h 535"/>
                  <a:gd name="T54" fmla="*/ 2147483647 w 273"/>
                  <a:gd name="T55" fmla="*/ 2147483647 h 535"/>
                  <a:gd name="T56" fmla="*/ 2147483647 w 273"/>
                  <a:gd name="T57" fmla="*/ 2147483647 h 535"/>
                  <a:gd name="T58" fmla="*/ 2147483647 w 273"/>
                  <a:gd name="T59" fmla="*/ 2147483647 h 535"/>
                  <a:gd name="T60" fmla="*/ 2147483647 w 273"/>
                  <a:gd name="T61" fmla="*/ 2147483647 h 535"/>
                  <a:gd name="T62" fmla="*/ 2147483647 w 273"/>
                  <a:gd name="T63" fmla="*/ 2147483647 h 535"/>
                  <a:gd name="T64" fmla="*/ 2147483647 w 273"/>
                  <a:gd name="T65" fmla="*/ 2147483647 h 535"/>
                  <a:gd name="T66" fmla="*/ 2147483647 w 273"/>
                  <a:gd name="T67" fmla="*/ 2147483647 h 535"/>
                  <a:gd name="T68" fmla="*/ 2147483647 w 273"/>
                  <a:gd name="T69" fmla="*/ 2147483647 h 535"/>
                  <a:gd name="T70" fmla="*/ 2147483647 w 273"/>
                  <a:gd name="T71" fmla="*/ 2147483647 h 535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73"/>
                  <a:gd name="T109" fmla="*/ 0 h 535"/>
                  <a:gd name="T110" fmla="*/ 273 w 273"/>
                  <a:gd name="T111" fmla="*/ 535 h 535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73" h="535">
                    <a:moveTo>
                      <a:pt x="251" y="23"/>
                    </a:moveTo>
                    <a:lnTo>
                      <a:pt x="255" y="61"/>
                    </a:lnTo>
                    <a:lnTo>
                      <a:pt x="259" y="98"/>
                    </a:lnTo>
                    <a:lnTo>
                      <a:pt x="263" y="136"/>
                    </a:lnTo>
                    <a:lnTo>
                      <a:pt x="267" y="173"/>
                    </a:lnTo>
                    <a:lnTo>
                      <a:pt x="269" y="232"/>
                    </a:lnTo>
                    <a:lnTo>
                      <a:pt x="270" y="291"/>
                    </a:lnTo>
                    <a:lnTo>
                      <a:pt x="272" y="350"/>
                    </a:lnTo>
                    <a:lnTo>
                      <a:pt x="273" y="409"/>
                    </a:lnTo>
                    <a:lnTo>
                      <a:pt x="272" y="416"/>
                    </a:lnTo>
                    <a:lnTo>
                      <a:pt x="272" y="424"/>
                    </a:lnTo>
                    <a:lnTo>
                      <a:pt x="272" y="431"/>
                    </a:lnTo>
                    <a:lnTo>
                      <a:pt x="271" y="439"/>
                    </a:lnTo>
                    <a:lnTo>
                      <a:pt x="264" y="445"/>
                    </a:lnTo>
                    <a:lnTo>
                      <a:pt x="256" y="450"/>
                    </a:lnTo>
                    <a:lnTo>
                      <a:pt x="249" y="456"/>
                    </a:lnTo>
                    <a:lnTo>
                      <a:pt x="241" y="462"/>
                    </a:lnTo>
                    <a:lnTo>
                      <a:pt x="234" y="467"/>
                    </a:lnTo>
                    <a:lnTo>
                      <a:pt x="225" y="472"/>
                    </a:lnTo>
                    <a:lnTo>
                      <a:pt x="218" y="478"/>
                    </a:lnTo>
                    <a:lnTo>
                      <a:pt x="210" y="483"/>
                    </a:lnTo>
                    <a:lnTo>
                      <a:pt x="197" y="489"/>
                    </a:lnTo>
                    <a:lnTo>
                      <a:pt x="185" y="495"/>
                    </a:lnTo>
                    <a:lnTo>
                      <a:pt x="172" y="501"/>
                    </a:lnTo>
                    <a:lnTo>
                      <a:pt x="160" y="508"/>
                    </a:lnTo>
                    <a:lnTo>
                      <a:pt x="146" y="514"/>
                    </a:lnTo>
                    <a:lnTo>
                      <a:pt x="134" y="520"/>
                    </a:lnTo>
                    <a:lnTo>
                      <a:pt x="121" y="527"/>
                    </a:lnTo>
                    <a:lnTo>
                      <a:pt x="109" y="534"/>
                    </a:lnTo>
                    <a:lnTo>
                      <a:pt x="100" y="534"/>
                    </a:lnTo>
                    <a:lnTo>
                      <a:pt x="91" y="534"/>
                    </a:lnTo>
                    <a:lnTo>
                      <a:pt x="82" y="534"/>
                    </a:lnTo>
                    <a:lnTo>
                      <a:pt x="73" y="534"/>
                    </a:lnTo>
                    <a:lnTo>
                      <a:pt x="62" y="535"/>
                    </a:lnTo>
                    <a:lnTo>
                      <a:pt x="53" y="535"/>
                    </a:lnTo>
                    <a:lnTo>
                      <a:pt x="44" y="535"/>
                    </a:lnTo>
                    <a:lnTo>
                      <a:pt x="35" y="535"/>
                    </a:lnTo>
                    <a:lnTo>
                      <a:pt x="30" y="502"/>
                    </a:lnTo>
                    <a:lnTo>
                      <a:pt x="25" y="470"/>
                    </a:lnTo>
                    <a:lnTo>
                      <a:pt x="19" y="438"/>
                    </a:lnTo>
                    <a:lnTo>
                      <a:pt x="14" y="406"/>
                    </a:lnTo>
                    <a:lnTo>
                      <a:pt x="10" y="355"/>
                    </a:lnTo>
                    <a:lnTo>
                      <a:pt x="7" y="305"/>
                    </a:lnTo>
                    <a:lnTo>
                      <a:pt x="4" y="255"/>
                    </a:lnTo>
                    <a:lnTo>
                      <a:pt x="0" y="205"/>
                    </a:lnTo>
                    <a:lnTo>
                      <a:pt x="2" y="170"/>
                    </a:lnTo>
                    <a:lnTo>
                      <a:pt x="4" y="136"/>
                    </a:lnTo>
                    <a:lnTo>
                      <a:pt x="6" y="100"/>
                    </a:lnTo>
                    <a:lnTo>
                      <a:pt x="8" y="66"/>
                    </a:lnTo>
                    <a:lnTo>
                      <a:pt x="21" y="61"/>
                    </a:lnTo>
                    <a:lnTo>
                      <a:pt x="34" y="56"/>
                    </a:lnTo>
                    <a:lnTo>
                      <a:pt x="47" y="51"/>
                    </a:lnTo>
                    <a:lnTo>
                      <a:pt x="61" y="46"/>
                    </a:lnTo>
                    <a:lnTo>
                      <a:pt x="75" y="41"/>
                    </a:lnTo>
                    <a:lnTo>
                      <a:pt x="88" y="35"/>
                    </a:lnTo>
                    <a:lnTo>
                      <a:pt x="101" y="30"/>
                    </a:lnTo>
                    <a:lnTo>
                      <a:pt x="114" y="25"/>
                    </a:lnTo>
                    <a:lnTo>
                      <a:pt x="127" y="22"/>
                    </a:lnTo>
                    <a:lnTo>
                      <a:pt x="139" y="19"/>
                    </a:lnTo>
                    <a:lnTo>
                      <a:pt x="153" y="16"/>
                    </a:lnTo>
                    <a:lnTo>
                      <a:pt x="166" y="13"/>
                    </a:lnTo>
                    <a:lnTo>
                      <a:pt x="179" y="10"/>
                    </a:lnTo>
                    <a:lnTo>
                      <a:pt x="191" y="7"/>
                    </a:lnTo>
                    <a:lnTo>
                      <a:pt x="204" y="3"/>
                    </a:lnTo>
                    <a:lnTo>
                      <a:pt x="216" y="0"/>
                    </a:lnTo>
                    <a:lnTo>
                      <a:pt x="220" y="3"/>
                    </a:lnTo>
                    <a:lnTo>
                      <a:pt x="224" y="6"/>
                    </a:lnTo>
                    <a:lnTo>
                      <a:pt x="230" y="9"/>
                    </a:lnTo>
                    <a:lnTo>
                      <a:pt x="234" y="12"/>
                    </a:lnTo>
                    <a:lnTo>
                      <a:pt x="238" y="15"/>
                    </a:lnTo>
                    <a:lnTo>
                      <a:pt x="243" y="18"/>
                    </a:lnTo>
                    <a:lnTo>
                      <a:pt x="247" y="20"/>
                    </a:lnTo>
                    <a:lnTo>
                      <a:pt x="251" y="23"/>
                    </a:lnTo>
                    <a:close/>
                  </a:path>
                </a:pathLst>
              </a:custGeom>
              <a:solidFill>
                <a:srgbClr val="077CB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0" name="Freeform 67"/>
              <p:cNvSpPr>
                <a:spLocks/>
              </p:cNvSpPr>
              <p:nvPr/>
            </p:nvSpPr>
            <p:spPr bwMode="auto">
              <a:xfrm>
                <a:off x="1552575" y="1662113"/>
                <a:ext cx="82550" cy="161925"/>
              </a:xfrm>
              <a:custGeom>
                <a:avLst/>
                <a:gdLst>
                  <a:gd name="T0" fmla="*/ 2147483647 w 261"/>
                  <a:gd name="T1" fmla="*/ 2147483647 h 510"/>
                  <a:gd name="T2" fmla="*/ 2147483647 w 261"/>
                  <a:gd name="T3" fmla="*/ 2147483647 h 510"/>
                  <a:gd name="T4" fmla="*/ 2147483647 w 261"/>
                  <a:gd name="T5" fmla="*/ 2147483647 h 510"/>
                  <a:gd name="T6" fmla="*/ 2147483647 w 261"/>
                  <a:gd name="T7" fmla="*/ 2147483647 h 510"/>
                  <a:gd name="T8" fmla="*/ 2147483647 w 261"/>
                  <a:gd name="T9" fmla="*/ 2147483647 h 510"/>
                  <a:gd name="T10" fmla="*/ 2147483647 w 261"/>
                  <a:gd name="T11" fmla="*/ 2147483647 h 510"/>
                  <a:gd name="T12" fmla="*/ 2147483647 w 261"/>
                  <a:gd name="T13" fmla="*/ 2147483647 h 510"/>
                  <a:gd name="T14" fmla="*/ 2147483647 w 261"/>
                  <a:gd name="T15" fmla="*/ 2147483647 h 510"/>
                  <a:gd name="T16" fmla="*/ 2147483647 w 261"/>
                  <a:gd name="T17" fmla="*/ 2147483647 h 510"/>
                  <a:gd name="T18" fmla="*/ 2147483647 w 261"/>
                  <a:gd name="T19" fmla="*/ 2147483647 h 510"/>
                  <a:gd name="T20" fmla="*/ 2147483647 w 261"/>
                  <a:gd name="T21" fmla="*/ 2147483647 h 510"/>
                  <a:gd name="T22" fmla="*/ 2147483647 w 261"/>
                  <a:gd name="T23" fmla="*/ 2147483647 h 510"/>
                  <a:gd name="T24" fmla="*/ 2147483647 w 261"/>
                  <a:gd name="T25" fmla="*/ 2147483647 h 510"/>
                  <a:gd name="T26" fmla="*/ 2147483647 w 261"/>
                  <a:gd name="T27" fmla="*/ 2147483647 h 510"/>
                  <a:gd name="T28" fmla="*/ 2147483647 w 261"/>
                  <a:gd name="T29" fmla="*/ 2147483647 h 510"/>
                  <a:gd name="T30" fmla="*/ 2147483647 w 261"/>
                  <a:gd name="T31" fmla="*/ 2147483647 h 510"/>
                  <a:gd name="T32" fmla="*/ 2147483647 w 261"/>
                  <a:gd name="T33" fmla="*/ 2147483647 h 510"/>
                  <a:gd name="T34" fmla="*/ 2147483647 w 261"/>
                  <a:gd name="T35" fmla="*/ 2147483647 h 510"/>
                  <a:gd name="T36" fmla="*/ 2147483647 w 261"/>
                  <a:gd name="T37" fmla="*/ 2147483647 h 510"/>
                  <a:gd name="T38" fmla="*/ 2147483647 w 261"/>
                  <a:gd name="T39" fmla="*/ 2147483647 h 510"/>
                  <a:gd name="T40" fmla="*/ 2147483647 w 261"/>
                  <a:gd name="T41" fmla="*/ 2147483647 h 510"/>
                  <a:gd name="T42" fmla="*/ 2147483647 w 261"/>
                  <a:gd name="T43" fmla="*/ 2147483647 h 510"/>
                  <a:gd name="T44" fmla="*/ 2147483647 w 261"/>
                  <a:gd name="T45" fmla="*/ 2147483647 h 510"/>
                  <a:gd name="T46" fmla="*/ 2147483647 w 261"/>
                  <a:gd name="T47" fmla="*/ 2147483647 h 510"/>
                  <a:gd name="T48" fmla="*/ 2147483647 w 261"/>
                  <a:gd name="T49" fmla="*/ 2147483647 h 510"/>
                  <a:gd name="T50" fmla="*/ 2147483647 w 261"/>
                  <a:gd name="T51" fmla="*/ 2147483647 h 510"/>
                  <a:gd name="T52" fmla="*/ 2147483647 w 261"/>
                  <a:gd name="T53" fmla="*/ 2147483647 h 510"/>
                  <a:gd name="T54" fmla="*/ 2147483647 w 261"/>
                  <a:gd name="T55" fmla="*/ 2147483647 h 510"/>
                  <a:gd name="T56" fmla="*/ 2147483647 w 261"/>
                  <a:gd name="T57" fmla="*/ 2147483647 h 510"/>
                  <a:gd name="T58" fmla="*/ 2147483647 w 261"/>
                  <a:gd name="T59" fmla="*/ 2147483647 h 510"/>
                  <a:gd name="T60" fmla="*/ 2147483647 w 261"/>
                  <a:gd name="T61" fmla="*/ 2147483647 h 510"/>
                  <a:gd name="T62" fmla="*/ 2147483647 w 261"/>
                  <a:gd name="T63" fmla="*/ 2147483647 h 510"/>
                  <a:gd name="T64" fmla="*/ 2147483647 w 261"/>
                  <a:gd name="T65" fmla="*/ 2147483647 h 510"/>
                  <a:gd name="T66" fmla="*/ 2147483647 w 261"/>
                  <a:gd name="T67" fmla="*/ 2147483647 h 510"/>
                  <a:gd name="T68" fmla="*/ 2147483647 w 261"/>
                  <a:gd name="T69" fmla="*/ 2147483647 h 510"/>
                  <a:gd name="T70" fmla="*/ 2147483647 w 261"/>
                  <a:gd name="T71" fmla="*/ 2147483647 h 510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61"/>
                  <a:gd name="T109" fmla="*/ 0 h 510"/>
                  <a:gd name="T110" fmla="*/ 261 w 261"/>
                  <a:gd name="T111" fmla="*/ 510 h 510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61" h="510">
                    <a:moveTo>
                      <a:pt x="241" y="26"/>
                    </a:moveTo>
                    <a:lnTo>
                      <a:pt x="244" y="60"/>
                    </a:lnTo>
                    <a:lnTo>
                      <a:pt x="248" y="96"/>
                    </a:lnTo>
                    <a:lnTo>
                      <a:pt x="251" y="130"/>
                    </a:lnTo>
                    <a:lnTo>
                      <a:pt x="255" y="164"/>
                    </a:lnTo>
                    <a:lnTo>
                      <a:pt x="257" y="220"/>
                    </a:lnTo>
                    <a:lnTo>
                      <a:pt x="258" y="277"/>
                    </a:lnTo>
                    <a:lnTo>
                      <a:pt x="260" y="333"/>
                    </a:lnTo>
                    <a:lnTo>
                      <a:pt x="261" y="390"/>
                    </a:lnTo>
                    <a:lnTo>
                      <a:pt x="260" y="397"/>
                    </a:lnTo>
                    <a:lnTo>
                      <a:pt x="260" y="405"/>
                    </a:lnTo>
                    <a:lnTo>
                      <a:pt x="259" y="412"/>
                    </a:lnTo>
                    <a:lnTo>
                      <a:pt x="259" y="420"/>
                    </a:lnTo>
                    <a:lnTo>
                      <a:pt x="252" y="425"/>
                    </a:lnTo>
                    <a:lnTo>
                      <a:pt x="245" y="430"/>
                    </a:lnTo>
                    <a:lnTo>
                      <a:pt x="237" y="435"/>
                    </a:lnTo>
                    <a:lnTo>
                      <a:pt x="230" y="440"/>
                    </a:lnTo>
                    <a:lnTo>
                      <a:pt x="223" y="445"/>
                    </a:lnTo>
                    <a:lnTo>
                      <a:pt x="214" y="451"/>
                    </a:lnTo>
                    <a:lnTo>
                      <a:pt x="207" y="456"/>
                    </a:lnTo>
                    <a:lnTo>
                      <a:pt x="200" y="461"/>
                    </a:lnTo>
                    <a:lnTo>
                      <a:pt x="188" y="467"/>
                    </a:lnTo>
                    <a:lnTo>
                      <a:pt x="176" y="473"/>
                    </a:lnTo>
                    <a:lnTo>
                      <a:pt x="164" y="479"/>
                    </a:lnTo>
                    <a:lnTo>
                      <a:pt x="153" y="485"/>
                    </a:lnTo>
                    <a:lnTo>
                      <a:pt x="140" y="491"/>
                    </a:lnTo>
                    <a:lnTo>
                      <a:pt x="128" y="497"/>
                    </a:lnTo>
                    <a:lnTo>
                      <a:pt x="116" y="504"/>
                    </a:lnTo>
                    <a:lnTo>
                      <a:pt x="104" y="510"/>
                    </a:lnTo>
                    <a:lnTo>
                      <a:pt x="95" y="509"/>
                    </a:lnTo>
                    <a:lnTo>
                      <a:pt x="87" y="508"/>
                    </a:lnTo>
                    <a:lnTo>
                      <a:pt x="78" y="508"/>
                    </a:lnTo>
                    <a:lnTo>
                      <a:pt x="70" y="507"/>
                    </a:lnTo>
                    <a:lnTo>
                      <a:pt x="61" y="506"/>
                    </a:lnTo>
                    <a:lnTo>
                      <a:pt x="52" y="505"/>
                    </a:lnTo>
                    <a:lnTo>
                      <a:pt x="44" y="505"/>
                    </a:lnTo>
                    <a:lnTo>
                      <a:pt x="35" y="504"/>
                    </a:lnTo>
                    <a:lnTo>
                      <a:pt x="30" y="475"/>
                    </a:lnTo>
                    <a:lnTo>
                      <a:pt x="24" y="445"/>
                    </a:lnTo>
                    <a:lnTo>
                      <a:pt x="18" y="417"/>
                    </a:lnTo>
                    <a:lnTo>
                      <a:pt x="13" y="388"/>
                    </a:lnTo>
                    <a:lnTo>
                      <a:pt x="10" y="340"/>
                    </a:lnTo>
                    <a:lnTo>
                      <a:pt x="7" y="291"/>
                    </a:lnTo>
                    <a:lnTo>
                      <a:pt x="3" y="244"/>
                    </a:lnTo>
                    <a:lnTo>
                      <a:pt x="0" y="196"/>
                    </a:lnTo>
                    <a:lnTo>
                      <a:pt x="3" y="162"/>
                    </a:lnTo>
                    <a:lnTo>
                      <a:pt x="6" y="130"/>
                    </a:lnTo>
                    <a:lnTo>
                      <a:pt x="9" y="97"/>
                    </a:lnTo>
                    <a:lnTo>
                      <a:pt x="12" y="64"/>
                    </a:lnTo>
                    <a:lnTo>
                      <a:pt x="24" y="59"/>
                    </a:lnTo>
                    <a:lnTo>
                      <a:pt x="36" y="54"/>
                    </a:lnTo>
                    <a:lnTo>
                      <a:pt x="48" y="49"/>
                    </a:lnTo>
                    <a:lnTo>
                      <a:pt x="60" y="44"/>
                    </a:lnTo>
                    <a:lnTo>
                      <a:pt x="73" y="39"/>
                    </a:lnTo>
                    <a:lnTo>
                      <a:pt x="85" y="34"/>
                    </a:lnTo>
                    <a:lnTo>
                      <a:pt x="97" y="29"/>
                    </a:lnTo>
                    <a:lnTo>
                      <a:pt x="109" y="24"/>
                    </a:lnTo>
                    <a:lnTo>
                      <a:pt x="121" y="20"/>
                    </a:lnTo>
                    <a:lnTo>
                      <a:pt x="133" y="17"/>
                    </a:lnTo>
                    <a:lnTo>
                      <a:pt x="146" y="14"/>
                    </a:lnTo>
                    <a:lnTo>
                      <a:pt x="158" y="11"/>
                    </a:lnTo>
                    <a:lnTo>
                      <a:pt x="170" y="9"/>
                    </a:lnTo>
                    <a:lnTo>
                      <a:pt x="182" y="6"/>
                    </a:lnTo>
                    <a:lnTo>
                      <a:pt x="195" y="3"/>
                    </a:lnTo>
                    <a:lnTo>
                      <a:pt x="207" y="0"/>
                    </a:lnTo>
                    <a:lnTo>
                      <a:pt x="211" y="3"/>
                    </a:lnTo>
                    <a:lnTo>
                      <a:pt x="215" y="7"/>
                    </a:lnTo>
                    <a:lnTo>
                      <a:pt x="219" y="10"/>
                    </a:lnTo>
                    <a:lnTo>
                      <a:pt x="225" y="13"/>
                    </a:lnTo>
                    <a:lnTo>
                      <a:pt x="229" y="16"/>
                    </a:lnTo>
                    <a:lnTo>
                      <a:pt x="233" y="19"/>
                    </a:lnTo>
                    <a:lnTo>
                      <a:pt x="237" y="22"/>
                    </a:lnTo>
                    <a:lnTo>
                      <a:pt x="241" y="26"/>
                    </a:lnTo>
                    <a:close/>
                  </a:path>
                </a:pathLst>
              </a:custGeom>
              <a:solidFill>
                <a:srgbClr val="1187C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1" name="Freeform 68"/>
              <p:cNvSpPr>
                <a:spLocks/>
              </p:cNvSpPr>
              <p:nvPr/>
            </p:nvSpPr>
            <p:spPr bwMode="auto">
              <a:xfrm>
                <a:off x="1554163" y="1665288"/>
                <a:ext cx="79375" cy="153988"/>
              </a:xfrm>
              <a:custGeom>
                <a:avLst/>
                <a:gdLst>
                  <a:gd name="T0" fmla="*/ 2147483647 w 249"/>
                  <a:gd name="T1" fmla="*/ 2147483647 h 487"/>
                  <a:gd name="T2" fmla="*/ 2147483647 w 249"/>
                  <a:gd name="T3" fmla="*/ 2147483647 h 487"/>
                  <a:gd name="T4" fmla="*/ 2147483647 w 249"/>
                  <a:gd name="T5" fmla="*/ 2147483647 h 487"/>
                  <a:gd name="T6" fmla="*/ 2147483647 w 249"/>
                  <a:gd name="T7" fmla="*/ 2147483647 h 487"/>
                  <a:gd name="T8" fmla="*/ 2147483647 w 249"/>
                  <a:gd name="T9" fmla="*/ 2147483647 h 487"/>
                  <a:gd name="T10" fmla="*/ 2147483647 w 249"/>
                  <a:gd name="T11" fmla="*/ 2147483647 h 487"/>
                  <a:gd name="T12" fmla="*/ 2147483647 w 249"/>
                  <a:gd name="T13" fmla="*/ 2147483647 h 487"/>
                  <a:gd name="T14" fmla="*/ 2147483647 w 249"/>
                  <a:gd name="T15" fmla="*/ 2147483647 h 487"/>
                  <a:gd name="T16" fmla="*/ 2147483647 w 249"/>
                  <a:gd name="T17" fmla="*/ 2147483647 h 487"/>
                  <a:gd name="T18" fmla="*/ 2147483647 w 249"/>
                  <a:gd name="T19" fmla="*/ 2147483647 h 487"/>
                  <a:gd name="T20" fmla="*/ 2147483647 w 249"/>
                  <a:gd name="T21" fmla="*/ 2147483647 h 487"/>
                  <a:gd name="T22" fmla="*/ 2147483647 w 249"/>
                  <a:gd name="T23" fmla="*/ 2147483647 h 487"/>
                  <a:gd name="T24" fmla="*/ 2147483647 w 249"/>
                  <a:gd name="T25" fmla="*/ 2147483647 h 487"/>
                  <a:gd name="T26" fmla="*/ 2147483647 w 249"/>
                  <a:gd name="T27" fmla="*/ 2147483647 h 487"/>
                  <a:gd name="T28" fmla="*/ 2147483647 w 249"/>
                  <a:gd name="T29" fmla="*/ 2147483647 h 487"/>
                  <a:gd name="T30" fmla="*/ 2147483647 w 249"/>
                  <a:gd name="T31" fmla="*/ 2147483647 h 487"/>
                  <a:gd name="T32" fmla="*/ 2147483647 w 249"/>
                  <a:gd name="T33" fmla="*/ 2147483647 h 487"/>
                  <a:gd name="T34" fmla="*/ 2147483647 w 249"/>
                  <a:gd name="T35" fmla="*/ 2147483647 h 487"/>
                  <a:gd name="T36" fmla="*/ 2147483647 w 249"/>
                  <a:gd name="T37" fmla="*/ 2147483647 h 487"/>
                  <a:gd name="T38" fmla="*/ 2147483647 w 249"/>
                  <a:gd name="T39" fmla="*/ 2147483647 h 487"/>
                  <a:gd name="T40" fmla="*/ 2147483647 w 249"/>
                  <a:gd name="T41" fmla="*/ 2147483647 h 487"/>
                  <a:gd name="T42" fmla="*/ 2147483647 w 249"/>
                  <a:gd name="T43" fmla="*/ 2147483647 h 487"/>
                  <a:gd name="T44" fmla="*/ 2147483647 w 249"/>
                  <a:gd name="T45" fmla="*/ 2147483647 h 487"/>
                  <a:gd name="T46" fmla="*/ 2147483647 w 249"/>
                  <a:gd name="T47" fmla="*/ 2147483647 h 487"/>
                  <a:gd name="T48" fmla="*/ 2147483647 w 249"/>
                  <a:gd name="T49" fmla="*/ 2147483647 h 487"/>
                  <a:gd name="T50" fmla="*/ 2147483647 w 249"/>
                  <a:gd name="T51" fmla="*/ 2147483647 h 487"/>
                  <a:gd name="T52" fmla="*/ 2147483647 w 249"/>
                  <a:gd name="T53" fmla="*/ 2147483647 h 487"/>
                  <a:gd name="T54" fmla="*/ 2147483647 w 249"/>
                  <a:gd name="T55" fmla="*/ 2147483647 h 487"/>
                  <a:gd name="T56" fmla="*/ 2147483647 w 249"/>
                  <a:gd name="T57" fmla="*/ 2147483647 h 487"/>
                  <a:gd name="T58" fmla="*/ 2147483647 w 249"/>
                  <a:gd name="T59" fmla="*/ 2147483647 h 487"/>
                  <a:gd name="T60" fmla="*/ 2147483647 w 249"/>
                  <a:gd name="T61" fmla="*/ 2147483647 h 487"/>
                  <a:gd name="T62" fmla="*/ 2147483647 w 249"/>
                  <a:gd name="T63" fmla="*/ 2147483647 h 487"/>
                  <a:gd name="T64" fmla="*/ 2147483647 w 249"/>
                  <a:gd name="T65" fmla="*/ 2147483647 h 487"/>
                  <a:gd name="T66" fmla="*/ 2147483647 w 249"/>
                  <a:gd name="T67" fmla="*/ 2147483647 h 487"/>
                  <a:gd name="T68" fmla="*/ 2147483647 w 249"/>
                  <a:gd name="T69" fmla="*/ 2147483647 h 487"/>
                  <a:gd name="T70" fmla="*/ 2147483647 w 249"/>
                  <a:gd name="T71" fmla="*/ 2147483647 h 4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49"/>
                  <a:gd name="T109" fmla="*/ 0 h 487"/>
                  <a:gd name="T110" fmla="*/ 249 w 249"/>
                  <a:gd name="T111" fmla="*/ 487 h 487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49" h="487">
                    <a:moveTo>
                      <a:pt x="231" y="31"/>
                    </a:moveTo>
                    <a:lnTo>
                      <a:pt x="234" y="62"/>
                    </a:lnTo>
                    <a:lnTo>
                      <a:pt x="237" y="94"/>
                    </a:lnTo>
                    <a:lnTo>
                      <a:pt x="240" y="126"/>
                    </a:lnTo>
                    <a:lnTo>
                      <a:pt x="243" y="158"/>
                    </a:lnTo>
                    <a:lnTo>
                      <a:pt x="245" y="211"/>
                    </a:lnTo>
                    <a:lnTo>
                      <a:pt x="246" y="265"/>
                    </a:lnTo>
                    <a:lnTo>
                      <a:pt x="248" y="319"/>
                    </a:lnTo>
                    <a:lnTo>
                      <a:pt x="249" y="373"/>
                    </a:lnTo>
                    <a:lnTo>
                      <a:pt x="248" y="380"/>
                    </a:lnTo>
                    <a:lnTo>
                      <a:pt x="248" y="387"/>
                    </a:lnTo>
                    <a:lnTo>
                      <a:pt x="247" y="394"/>
                    </a:lnTo>
                    <a:lnTo>
                      <a:pt x="247" y="401"/>
                    </a:lnTo>
                    <a:lnTo>
                      <a:pt x="240" y="406"/>
                    </a:lnTo>
                    <a:lnTo>
                      <a:pt x="233" y="411"/>
                    </a:lnTo>
                    <a:lnTo>
                      <a:pt x="226" y="416"/>
                    </a:lnTo>
                    <a:lnTo>
                      <a:pt x="219" y="420"/>
                    </a:lnTo>
                    <a:lnTo>
                      <a:pt x="211" y="425"/>
                    </a:lnTo>
                    <a:lnTo>
                      <a:pt x="205" y="430"/>
                    </a:lnTo>
                    <a:lnTo>
                      <a:pt x="198" y="435"/>
                    </a:lnTo>
                    <a:lnTo>
                      <a:pt x="191" y="441"/>
                    </a:lnTo>
                    <a:lnTo>
                      <a:pt x="179" y="447"/>
                    </a:lnTo>
                    <a:lnTo>
                      <a:pt x="168" y="452"/>
                    </a:lnTo>
                    <a:lnTo>
                      <a:pt x="156" y="458"/>
                    </a:lnTo>
                    <a:lnTo>
                      <a:pt x="145" y="464"/>
                    </a:lnTo>
                    <a:lnTo>
                      <a:pt x="133" y="470"/>
                    </a:lnTo>
                    <a:lnTo>
                      <a:pt x="122" y="476"/>
                    </a:lnTo>
                    <a:lnTo>
                      <a:pt x="110" y="481"/>
                    </a:lnTo>
                    <a:lnTo>
                      <a:pt x="99" y="487"/>
                    </a:lnTo>
                    <a:lnTo>
                      <a:pt x="91" y="486"/>
                    </a:lnTo>
                    <a:lnTo>
                      <a:pt x="83" y="484"/>
                    </a:lnTo>
                    <a:lnTo>
                      <a:pt x="75" y="483"/>
                    </a:lnTo>
                    <a:lnTo>
                      <a:pt x="68" y="481"/>
                    </a:lnTo>
                    <a:lnTo>
                      <a:pt x="59" y="480"/>
                    </a:lnTo>
                    <a:lnTo>
                      <a:pt x="51" y="478"/>
                    </a:lnTo>
                    <a:lnTo>
                      <a:pt x="44" y="477"/>
                    </a:lnTo>
                    <a:lnTo>
                      <a:pt x="36" y="476"/>
                    </a:lnTo>
                    <a:lnTo>
                      <a:pt x="30" y="450"/>
                    </a:lnTo>
                    <a:lnTo>
                      <a:pt x="24" y="423"/>
                    </a:lnTo>
                    <a:lnTo>
                      <a:pt x="18" y="397"/>
                    </a:lnTo>
                    <a:lnTo>
                      <a:pt x="12" y="371"/>
                    </a:lnTo>
                    <a:lnTo>
                      <a:pt x="9" y="324"/>
                    </a:lnTo>
                    <a:lnTo>
                      <a:pt x="6" y="278"/>
                    </a:lnTo>
                    <a:lnTo>
                      <a:pt x="3" y="233"/>
                    </a:lnTo>
                    <a:lnTo>
                      <a:pt x="0" y="187"/>
                    </a:lnTo>
                    <a:lnTo>
                      <a:pt x="4" y="156"/>
                    </a:lnTo>
                    <a:lnTo>
                      <a:pt x="8" y="124"/>
                    </a:lnTo>
                    <a:lnTo>
                      <a:pt x="12" y="94"/>
                    </a:lnTo>
                    <a:lnTo>
                      <a:pt x="16" y="62"/>
                    </a:lnTo>
                    <a:lnTo>
                      <a:pt x="27" y="57"/>
                    </a:lnTo>
                    <a:lnTo>
                      <a:pt x="38" y="52"/>
                    </a:lnTo>
                    <a:lnTo>
                      <a:pt x="48" y="47"/>
                    </a:lnTo>
                    <a:lnTo>
                      <a:pt x="59" y="42"/>
                    </a:lnTo>
                    <a:lnTo>
                      <a:pt x="71" y="38"/>
                    </a:lnTo>
                    <a:lnTo>
                      <a:pt x="81" y="33"/>
                    </a:lnTo>
                    <a:lnTo>
                      <a:pt x="92" y="28"/>
                    </a:lnTo>
                    <a:lnTo>
                      <a:pt x="103" y="23"/>
                    </a:lnTo>
                    <a:lnTo>
                      <a:pt x="115" y="20"/>
                    </a:lnTo>
                    <a:lnTo>
                      <a:pt x="126" y="17"/>
                    </a:lnTo>
                    <a:lnTo>
                      <a:pt x="139" y="14"/>
                    </a:lnTo>
                    <a:lnTo>
                      <a:pt x="151" y="10"/>
                    </a:lnTo>
                    <a:lnTo>
                      <a:pt x="162" y="8"/>
                    </a:lnTo>
                    <a:lnTo>
                      <a:pt x="174" y="5"/>
                    </a:lnTo>
                    <a:lnTo>
                      <a:pt x="185" y="3"/>
                    </a:lnTo>
                    <a:lnTo>
                      <a:pt x="197" y="0"/>
                    </a:lnTo>
                    <a:lnTo>
                      <a:pt x="201" y="4"/>
                    </a:lnTo>
                    <a:lnTo>
                      <a:pt x="205" y="7"/>
                    </a:lnTo>
                    <a:lnTo>
                      <a:pt x="209" y="12"/>
                    </a:lnTo>
                    <a:lnTo>
                      <a:pt x="214" y="16"/>
                    </a:lnTo>
                    <a:lnTo>
                      <a:pt x="219" y="19"/>
                    </a:lnTo>
                    <a:lnTo>
                      <a:pt x="223" y="23"/>
                    </a:lnTo>
                    <a:lnTo>
                      <a:pt x="227" y="27"/>
                    </a:lnTo>
                    <a:lnTo>
                      <a:pt x="231" y="31"/>
                    </a:lnTo>
                    <a:close/>
                  </a:path>
                </a:pathLst>
              </a:custGeom>
              <a:solidFill>
                <a:srgbClr val="198E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2" name="Freeform 69"/>
              <p:cNvSpPr>
                <a:spLocks/>
              </p:cNvSpPr>
              <p:nvPr/>
            </p:nvSpPr>
            <p:spPr bwMode="auto">
              <a:xfrm>
                <a:off x="1555750" y="1670051"/>
                <a:ext cx="74612" cy="146050"/>
              </a:xfrm>
              <a:custGeom>
                <a:avLst/>
                <a:gdLst>
                  <a:gd name="T0" fmla="*/ 2147483647 w 237"/>
                  <a:gd name="T1" fmla="*/ 2147483647 h 463"/>
                  <a:gd name="T2" fmla="*/ 2147483647 w 237"/>
                  <a:gd name="T3" fmla="*/ 2147483647 h 463"/>
                  <a:gd name="T4" fmla="*/ 2147483647 w 237"/>
                  <a:gd name="T5" fmla="*/ 2147483647 h 463"/>
                  <a:gd name="T6" fmla="*/ 2147483647 w 237"/>
                  <a:gd name="T7" fmla="*/ 2147483647 h 463"/>
                  <a:gd name="T8" fmla="*/ 2147483647 w 237"/>
                  <a:gd name="T9" fmla="*/ 2147483647 h 463"/>
                  <a:gd name="T10" fmla="*/ 2147483647 w 237"/>
                  <a:gd name="T11" fmla="*/ 2147483647 h 463"/>
                  <a:gd name="T12" fmla="*/ 2147483647 w 237"/>
                  <a:gd name="T13" fmla="*/ 2147483647 h 463"/>
                  <a:gd name="T14" fmla="*/ 2147483647 w 237"/>
                  <a:gd name="T15" fmla="*/ 2147483647 h 463"/>
                  <a:gd name="T16" fmla="*/ 2147483647 w 237"/>
                  <a:gd name="T17" fmla="*/ 2147483647 h 463"/>
                  <a:gd name="T18" fmla="*/ 2147483647 w 237"/>
                  <a:gd name="T19" fmla="*/ 2147483647 h 463"/>
                  <a:gd name="T20" fmla="*/ 2147483647 w 237"/>
                  <a:gd name="T21" fmla="*/ 2147483647 h 463"/>
                  <a:gd name="T22" fmla="*/ 2147483647 w 237"/>
                  <a:gd name="T23" fmla="*/ 2147483647 h 463"/>
                  <a:gd name="T24" fmla="*/ 2147483647 w 237"/>
                  <a:gd name="T25" fmla="*/ 2147483647 h 463"/>
                  <a:gd name="T26" fmla="*/ 2147483647 w 237"/>
                  <a:gd name="T27" fmla="*/ 2147483647 h 463"/>
                  <a:gd name="T28" fmla="*/ 2147483647 w 237"/>
                  <a:gd name="T29" fmla="*/ 2147483647 h 463"/>
                  <a:gd name="T30" fmla="*/ 2147483647 w 237"/>
                  <a:gd name="T31" fmla="*/ 2147483647 h 463"/>
                  <a:gd name="T32" fmla="*/ 2147483647 w 237"/>
                  <a:gd name="T33" fmla="*/ 2147483647 h 463"/>
                  <a:gd name="T34" fmla="*/ 2147483647 w 237"/>
                  <a:gd name="T35" fmla="*/ 2147483647 h 463"/>
                  <a:gd name="T36" fmla="*/ 2147483647 w 237"/>
                  <a:gd name="T37" fmla="*/ 2147483647 h 463"/>
                  <a:gd name="T38" fmla="*/ 2147483647 w 237"/>
                  <a:gd name="T39" fmla="*/ 2147483647 h 463"/>
                  <a:gd name="T40" fmla="*/ 2147483647 w 237"/>
                  <a:gd name="T41" fmla="*/ 2147483647 h 463"/>
                  <a:gd name="T42" fmla="*/ 2147483647 w 237"/>
                  <a:gd name="T43" fmla="*/ 2147483647 h 463"/>
                  <a:gd name="T44" fmla="*/ 2147483647 w 237"/>
                  <a:gd name="T45" fmla="*/ 2147483647 h 463"/>
                  <a:gd name="T46" fmla="*/ 2147483647 w 237"/>
                  <a:gd name="T47" fmla="*/ 2147483647 h 463"/>
                  <a:gd name="T48" fmla="*/ 2147483647 w 237"/>
                  <a:gd name="T49" fmla="*/ 2147483647 h 463"/>
                  <a:gd name="T50" fmla="*/ 2147483647 w 237"/>
                  <a:gd name="T51" fmla="*/ 2147483647 h 463"/>
                  <a:gd name="T52" fmla="*/ 2147483647 w 237"/>
                  <a:gd name="T53" fmla="*/ 2147483647 h 463"/>
                  <a:gd name="T54" fmla="*/ 2147483647 w 237"/>
                  <a:gd name="T55" fmla="*/ 2147483647 h 463"/>
                  <a:gd name="T56" fmla="*/ 2147483647 w 237"/>
                  <a:gd name="T57" fmla="*/ 2147483647 h 463"/>
                  <a:gd name="T58" fmla="*/ 2147483647 w 237"/>
                  <a:gd name="T59" fmla="*/ 2147483647 h 463"/>
                  <a:gd name="T60" fmla="*/ 2147483647 w 237"/>
                  <a:gd name="T61" fmla="*/ 2147483647 h 463"/>
                  <a:gd name="T62" fmla="*/ 2147483647 w 237"/>
                  <a:gd name="T63" fmla="*/ 2147483647 h 463"/>
                  <a:gd name="T64" fmla="*/ 2147483647 w 237"/>
                  <a:gd name="T65" fmla="*/ 2147483647 h 463"/>
                  <a:gd name="T66" fmla="*/ 2147483647 w 237"/>
                  <a:gd name="T67" fmla="*/ 2147483647 h 463"/>
                  <a:gd name="T68" fmla="*/ 2147483647 w 237"/>
                  <a:gd name="T69" fmla="*/ 2147483647 h 463"/>
                  <a:gd name="T70" fmla="*/ 2147483647 w 237"/>
                  <a:gd name="T71" fmla="*/ 2147483647 h 463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37"/>
                  <a:gd name="T109" fmla="*/ 0 h 463"/>
                  <a:gd name="T110" fmla="*/ 237 w 237"/>
                  <a:gd name="T111" fmla="*/ 463 h 463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37" h="463">
                    <a:moveTo>
                      <a:pt x="221" y="35"/>
                    </a:moveTo>
                    <a:lnTo>
                      <a:pt x="223" y="63"/>
                    </a:lnTo>
                    <a:lnTo>
                      <a:pt x="226" y="92"/>
                    </a:lnTo>
                    <a:lnTo>
                      <a:pt x="228" y="120"/>
                    </a:lnTo>
                    <a:lnTo>
                      <a:pt x="231" y="149"/>
                    </a:lnTo>
                    <a:lnTo>
                      <a:pt x="233" y="200"/>
                    </a:lnTo>
                    <a:lnTo>
                      <a:pt x="234" y="251"/>
                    </a:lnTo>
                    <a:lnTo>
                      <a:pt x="236" y="303"/>
                    </a:lnTo>
                    <a:lnTo>
                      <a:pt x="237" y="355"/>
                    </a:lnTo>
                    <a:lnTo>
                      <a:pt x="236" y="362"/>
                    </a:lnTo>
                    <a:lnTo>
                      <a:pt x="236" y="368"/>
                    </a:lnTo>
                    <a:lnTo>
                      <a:pt x="235" y="375"/>
                    </a:lnTo>
                    <a:lnTo>
                      <a:pt x="235" y="382"/>
                    </a:lnTo>
                    <a:lnTo>
                      <a:pt x="228" y="386"/>
                    </a:lnTo>
                    <a:lnTo>
                      <a:pt x="222" y="391"/>
                    </a:lnTo>
                    <a:lnTo>
                      <a:pt x="215" y="395"/>
                    </a:lnTo>
                    <a:lnTo>
                      <a:pt x="208" y="400"/>
                    </a:lnTo>
                    <a:lnTo>
                      <a:pt x="201" y="404"/>
                    </a:lnTo>
                    <a:lnTo>
                      <a:pt x="194" y="409"/>
                    </a:lnTo>
                    <a:lnTo>
                      <a:pt x="188" y="413"/>
                    </a:lnTo>
                    <a:lnTo>
                      <a:pt x="181" y="418"/>
                    </a:lnTo>
                    <a:lnTo>
                      <a:pt x="170" y="425"/>
                    </a:lnTo>
                    <a:lnTo>
                      <a:pt x="159" y="430"/>
                    </a:lnTo>
                    <a:lnTo>
                      <a:pt x="148" y="436"/>
                    </a:lnTo>
                    <a:lnTo>
                      <a:pt x="138" y="441"/>
                    </a:lnTo>
                    <a:lnTo>
                      <a:pt x="126" y="447"/>
                    </a:lnTo>
                    <a:lnTo>
                      <a:pt x="115" y="452"/>
                    </a:lnTo>
                    <a:lnTo>
                      <a:pt x="105" y="458"/>
                    </a:lnTo>
                    <a:lnTo>
                      <a:pt x="94" y="463"/>
                    </a:lnTo>
                    <a:lnTo>
                      <a:pt x="87" y="461"/>
                    </a:lnTo>
                    <a:lnTo>
                      <a:pt x="80" y="459"/>
                    </a:lnTo>
                    <a:lnTo>
                      <a:pt x="73" y="457"/>
                    </a:lnTo>
                    <a:lnTo>
                      <a:pt x="66" y="455"/>
                    </a:lnTo>
                    <a:lnTo>
                      <a:pt x="58" y="453"/>
                    </a:lnTo>
                    <a:lnTo>
                      <a:pt x="50" y="450"/>
                    </a:lnTo>
                    <a:lnTo>
                      <a:pt x="43" y="448"/>
                    </a:lnTo>
                    <a:lnTo>
                      <a:pt x="36" y="446"/>
                    </a:lnTo>
                    <a:lnTo>
                      <a:pt x="30" y="422"/>
                    </a:lnTo>
                    <a:lnTo>
                      <a:pt x="23" y="398"/>
                    </a:lnTo>
                    <a:lnTo>
                      <a:pt x="17" y="375"/>
                    </a:lnTo>
                    <a:lnTo>
                      <a:pt x="10" y="351"/>
                    </a:lnTo>
                    <a:lnTo>
                      <a:pt x="8" y="308"/>
                    </a:lnTo>
                    <a:lnTo>
                      <a:pt x="5" y="264"/>
                    </a:lnTo>
                    <a:lnTo>
                      <a:pt x="2" y="221"/>
                    </a:lnTo>
                    <a:lnTo>
                      <a:pt x="0" y="177"/>
                    </a:lnTo>
                    <a:lnTo>
                      <a:pt x="5" y="148"/>
                    </a:lnTo>
                    <a:lnTo>
                      <a:pt x="10" y="118"/>
                    </a:lnTo>
                    <a:lnTo>
                      <a:pt x="14" y="90"/>
                    </a:lnTo>
                    <a:lnTo>
                      <a:pt x="19" y="60"/>
                    </a:lnTo>
                    <a:lnTo>
                      <a:pt x="29" y="55"/>
                    </a:lnTo>
                    <a:lnTo>
                      <a:pt x="39" y="50"/>
                    </a:lnTo>
                    <a:lnTo>
                      <a:pt x="48" y="45"/>
                    </a:lnTo>
                    <a:lnTo>
                      <a:pt x="59" y="40"/>
                    </a:lnTo>
                    <a:lnTo>
                      <a:pt x="69" y="35"/>
                    </a:lnTo>
                    <a:lnTo>
                      <a:pt x="79" y="30"/>
                    </a:lnTo>
                    <a:lnTo>
                      <a:pt x="88" y="25"/>
                    </a:lnTo>
                    <a:lnTo>
                      <a:pt x="98" y="20"/>
                    </a:lnTo>
                    <a:lnTo>
                      <a:pt x="109" y="17"/>
                    </a:lnTo>
                    <a:lnTo>
                      <a:pt x="120" y="15"/>
                    </a:lnTo>
                    <a:lnTo>
                      <a:pt x="131" y="12"/>
                    </a:lnTo>
                    <a:lnTo>
                      <a:pt x="143" y="10"/>
                    </a:lnTo>
                    <a:lnTo>
                      <a:pt x="154" y="7"/>
                    </a:lnTo>
                    <a:lnTo>
                      <a:pt x="165" y="5"/>
                    </a:lnTo>
                    <a:lnTo>
                      <a:pt x="176" y="2"/>
                    </a:lnTo>
                    <a:lnTo>
                      <a:pt x="187" y="0"/>
                    </a:lnTo>
                    <a:lnTo>
                      <a:pt x="191" y="4"/>
                    </a:lnTo>
                    <a:lnTo>
                      <a:pt x="195" y="8"/>
                    </a:lnTo>
                    <a:lnTo>
                      <a:pt x="199" y="13"/>
                    </a:lnTo>
                    <a:lnTo>
                      <a:pt x="204" y="17"/>
                    </a:lnTo>
                    <a:lnTo>
                      <a:pt x="208" y="22"/>
                    </a:lnTo>
                    <a:lnTo>
                      <a:pt x="213" y="26"/>
                    </a:lnTo>
                    <a:lnTo>
                      <a:pt x="217" y="31"/>
                    </a:lnTo>
                    <a:lnTo>
                      <a:pt x="221" y="35"/>
                    </a:lnTo>
                    <a:close/>
                  </a:path>
                </a:pathLst>
              </a:custGeom>
              <a:solidFill>
                <a:srgbClr val="2196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3" name="Freeform 70"/>
              <p:cNvSpPr>
                <a:spLocks/>
              </p:cNvSpPr>
              <p:nvPr/>
            </p:nvSpPr>
            <p:spPr bwMode="auto">
              <a:xfrm>
                <a:off x="1557338" y="1673226"/>
                <a:ext cx="71437" cy="139700"/>
              </a:xfrm>
              <a:custGeom>
                <a:avLst/>
                <a:gdLst>
                  <a:gd name="T0" fmla="*/ 2147483647 w 224"/>
                  <a:gd name="T1" fmla="*/ 2147483647 h 442"/>
                  <a:gd name="T2" fmla="*/ 2147483647 w 224"/>
                  <a:gd name="T3" fmla="*/ 2147483647 h 442"/>
                  <a:gd name="T4" fmla="*/ 2147483647 w 224"/>
                  <a:gd name="T5" fmla="*/ 2147483647 h 442"/>
                  <a:gd name="T6" fmla="*/ 2147483647 w 224"/>
                  <a:gd name="T7" fmla="*/ 2147483647 h 442"/>
                  <a:gd name="T8" fmla="*/ 2147483647 w 224"/>
                  <a:gd name="T9" fmla="*/ 2147483647 h 442"/>
                  <a:gd name="T10" fmla="*/ 2147483647 w 224"/>
                  <a:gd name="T11" fmla="*/ 2147483647 h 442"/>
                  <a:gd name="T12" fmla="*/ 2147483647 w 224"/>
                  <a:gd name="T13" fmla="*/ 2147483647 h 442"/>
                  <a:gd name="T14" fmla="*/ 2147483647 w 224"/>
                  <a:gd name="T15" fmla="*/ 2147483647 h 442"/>
                  <a:gd name="T16" fmla="*/ 2147483647 w 224"/>
                  <a:gd name="T17" fmla="*/ 2147483647 h 442"/>
                  <a:gd name="T18" fmla="*/ 2147483647 w 224"/>
                  <a:gd name="T19" fmla="*/ 2147483647 h 442"/>
                  <a:gd name="T20" fmla="*/ 2147483647 w 224"/>
                  <a:gd name="T21" fmla="*/ 2147483647 h 442"/>
                  <a:gd name="T22" fmla="*/ 2147483647 w 224"/>
                  <a:gd name="T23" fmla="*/ 2147483647 h 442"/>
                  <a:gd name="T24" fmla="*/ 2147483647 w 224"/>
                  <a:gd name="T25" fmla="*/ 2147483647 h 442"/>
                  <a:gd name="T26" fmla="*/ 2147483647 w 224"/>
                  <a:gd name="T27" fmla="*/ 2147483647 h 442"/>
                  <a:gd name="T28" fmla="*/ 2147483647 w 224"/>
                  <a:gd name="T29" fmla="*/ 2147483647 h 442"/>
                  <a:gd name="T30" fmla="*/ 2147483647 w 224"/>
                  <a:gd name="T31" fmla="*/ 2147483647 h 442"/>
                  <a:gd name="T32" fmla="*/ 2147483647 w 224"/>
                  <a:gd name="T33" fmla="*/ 2147483647 h 442"/>
                  <a:gd name="T34" fmla="*/ 2147483647 w 224"/>
                  <a:gd name="T35" fmla="*/ 2147483647 h 442"/>
                  <a:gd name="T36" fmla="*/ 2147483647 w 224"/>
                  <a:gd name="T37" fmla="*/ 2147483647 h 442"/>
                  <a:gd name="T38" fmla="*/ 2147483647 w 224"/>
                  <a:gd name="T39" fmla="*/ 2147483647 h 442"/>
                  <a:gd name="T40" fmla="*/ 2147483647 w 224"/>
                  <a:gd name="T41" fmla="*/ 2147483647 h 442"/>
                  <a:gd name="T42" fmla="*/ 2147483647 w 224"/>
                  <a:gd name="T43" fmla="*/ 2147483647 h 442"/>
                  <a:gd name="T44" fmla="*/ 2147483647 w 224"/>
                  <a:gd name="T45" fmla="*/ 2147483647 h 442"/>
                  <a:gd name="T46" fmla="*/ 2147483647 w 224"/>
                  <a:gd name="T47" fmla="*/ 2147483647 h 442"/>
                  <a:gd name="T48" fmla="*/ 2147483647 w 224"/>
                  <a:gd name="T49" fmla="*/ 2147483647 h 442"/>
                  <a:gd name="T50" fmla="*/ 2147483647 w 224"/>
                  <a:gd name="T51" fmla="*/ 2147483647 h 442"/>
                  <a:gd name="T52" fmla="*/ 2147483647 w 224"/>
                  <a:gd name="T53" fmla="*/ 2147483647 h 442"/>
                  <a:gd name="T54" fmla="*/ 2147483647 w 224"/>
                  <a:gd name="T55" fmla="*/ 2147483647 h 442"/>
                  <a:gd name="T56" fmla="*/ 2147483647 w 224"/>
                  <a:gd name="T57" fmla="*/ 2147483647 h 442"/>
                  <a:gd name="T58" fmla="*/ 2147483647 w 224"/>
                  <a:gd name="T59" fmla="*/ 2147483647 h 442"/>
                  <a:gd name="T60" fmla="*/ 2147483647 w 224"/>
                  <a:gd name="T61" fmla="*/ 2147483647 h 442"/>
                  <a:gd name="T62" fmla="*/ 2147483647 w 224"/>
                  <a:gd name="T63" fmla="*/ 2147483647 h 442"/>
                  <a:gd name="T64" fmla="*/ 2147483647 w 224"/>
                  <a:gd name="T65" fmla="*/ 2147483647 h 442"/>
                  <a:gd name="T66" fmla="*/ 2147483647 w 224"/>
                  <a:gd name="T67" fmla="*/ 2147483647 h 442"/>
                  <a:gd name="T68" fmla="*/ 2147483647 w 224"/>
                  <a:gd name="T69" fmla="*/ 2147483647 h 442"/>
                  <a:gd name="T70" fmla="*/ 2147483647 w 224"/>
                  <a:gd name="T71" fmla="*/ 2147483647 h 442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24"/>
                  <a:gd name="T109" fmla="*/ 0 h 442"/>
                  <a:gd name="T110" fmla="*/ 224 w 224"/>
                  <a:gd name="T111" fmla="*/ 442 h 442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24" h="442">
                    <a:moveTo>
                      <a:pt x="211" y="40"/>
                    </a:moveTo>
                    <a:lnTo>
                      <a:pt x="213" y="66"/>
                    </a:lnTo>
                    <a:lnTo>
                      <a:pt x="215" y="91"/>
                    </a:lnTo>
                    <a:lnTo>
                      <a:pt x="217" y="117"/>
                    </a:lnTo>
                    <a:lnTo>
                      <a:pt x="219" y="143"/>
                    </a:lnTo>
                    <a:lnTo>
                      <a:pt x="220" y="191"/>
                    </a:lnTo>
                    <a:lnTo>
                      <a:pt x="222" y="240"/>
                    </a:lnTo>
                    <a:lnTo>
                      <a:pt x="223" y="289"/>
                    </a:lnTo>
                    <a:lnTo>
                      <a:pt x="224" y="337"/>
                    </a:lnTo>
                    <a:lnTo>
                      <a:pt x="224" y="345"/>
                    </a:lnTo>
                    <a:lnTo>
                      <a:pt x="224" y="351"/>
                    </a:lnTo>
                    <a:lnTo>
                      <a:pt x="223" y="357"/>
                    </a:lnTo>
                    <a:lnTo>
                      <a:pt x="223" y="364"/>
                    </a:lnTo>
                    <a:lnTo>
                      <a:pt x="217" y="368"/>
                    </a:lnTo>
                    <a:lnTo>
                      <a:pt x="210" y="372"/>
                    </a:lnTo>
                    <a:lnTo>
                      <a:pt x="203" y="377"/>
                    </a:lnTo>
                    <a:lnTo>
                      <a:pt x="197" y="381"/>
                    </a:lnTo>
                    <a:lnTo>
                      <a:pt x="190" y="386"/>
                    </a:lnTo>
                    <a:lnTo>
                      <a:pt x="184" y="390"/>
                    </a:lnTo>
                    <a:lnTo>
                      <a:pt x="178" y="395"/>
                    </a:lnTo>
                    <a:lnTo>
                      <a:pt x="172" y="399"/>
                    </a:lnTo>
                    <a:lnTo>
                      <a:pt x="162" y="404"/>
                    </a:lnTo>
                    <a:lnTo>
                      <a:pt x="151" y="409"/>
                    </a:lnTo>
                    <a:lnTo>
                      <a:pt x="141" y="416"/>
                    </a:lnTo>
                    <a:lnTo>
                      <a:pt x="131" y="421"/>
                    </a:lnTo>
                    <a:lnTo>
                      <a:pt x="119" y="426"/>
                    </a:lnTo>
                    <a:lnTo>
                      <a:pt x="109" y="431"/>
                    </a:lnTo>
                    <a:lnTo>
                      <a:pt x="98" y="437"/>
                    </a:lnTo>
                    <a:lnTo>
                      <a:pt x="88" y="442"/>
                    </a:lnTo>
                    <a:lnTo>
                      <a:pt x="82" y="439"/>
                    </a:lnTo>
                    <a:lnTo>
                      <a:pt x="75" y="436"/>
                    </a:lnTo>
                    <a:lnTo>
                      <a:pt x="69" y="433"/>
                    </a:lnTo>
                    <a:lnTo>
                      <a:pt x="63" y="430"/>
                    </a:lnTo>
                    <a:lnTo>
                      <a:pt x="56" y="427"/>
                    </a:lnTo>
                    <a:lnTo>
                      <a:pt x="50" y="424"/>
                    </a:lnTo>
                    <a:lnTo>
                      <a:pt x="43" y="422"/>
                    </a:lnTo>
                    <a:lnTo>
                      <a:pt x="37" y="419"/>
                    </a:lnTo>
                    <a:lnTo>
                      <a:pt x="30" y="397"/>
                    </a:lnTo>
                    <a:lnTo>
                      <a:pt x="23" y="377"/>
                    </a:lnTo>
                    <a:lnTo>
                      <a:pt x="16" y="356"/>
                    </a:lnTo>
                    <a:lnTo>
                      <a:pt x="9" y="335"/>
                    </a:lnTo>
                    <a:lnTo>
                      <a:pt x="7" y="294"/>
                    </a:lnTo>
                    <a:lnTo>
                      <a:pt x="5" y="252"/>
                    </a:lnTo>
                    <a:lnTo>
                      <a:pt x="2" y="211"/>
                    </a:lnTo>
                    <a:lnTo>
                      <a:pt x="0" y="169"/>
                    </a:lnTo>
                    <a:lnTo>
                      <a:pt x="6" y="142"/>
                    </a:lnTo>
                    <a:lnTo>
                      <a:pt x="12" y="114"/>
                    </a:lnTo>
                    <a:lnTo>
                      <a:pt x="17" y="87"/>
                    </a:lnTo>
                    <a:lnTo>
                      <a:pt x="23" y="60"/>
                    </a:lnTo>
                    <a:lnTo>
                      <a:pt x="32" y="54"/>
                    </a:lnTo>
                    <a:lnTo>
                      <a:pt x="40" y="49"/>
                    </a:lnTo>
                    <a:lnTo>
                      <a:pt x="50" y="44"/>
                    </a:lnTo>
                    <a:lnTo>
                      <a:pt x="58" y="39"/>
                    </a:lnTo>
                    <a:lnTo>
                      <a:pt x="67" y="35"/>
                    </a:lnTo>
                    <a:lnTo>
                      <a:pt x="75" y="30"/>
                    </a:lnTo>
                    <a:lnTo>
                      <a:pt x="84" y="25"/>
                    </a:lnTo>
                    <a:lnTo>
                      <a:pt x="92" y="20"/>
                    </a:lnTo>
                    <a:lnTo>
                      <a:pt x="103" y="18"/>
                    </a:lnTo>
                    <a:lnTo>
                      <a:pt x="113" y="15"/>
                    </a:lnTo>
                    <a:lnTo>
                      <a:pt x="124" y="13"/>
                    </a:lnTo>
                    <a:lnTo>
                      <a:pt x="135" y="10"/>
                    </a:lnTo>
                    <a:lnTo>
                      <a:pt x="146" y="8"/>
                    </a:lnTo>
                    <a:lnTo>
                      <a:pt x="156" y="5"/>
                    </a:lnTo>
                    <a:lnTo>
                      <a:pt x="167" y="3"/>
                    </a:lnTo>
                    <a:lnTo>
                      <a:pt x="177" y="0"/>
                    </a:lnTo>
                    <a:lnTo>
                      <a:pt x="181" y="5"/>
                    </a:lnTo>
                    <a:lnTo>
                      <a:pt x="185" y="10"/>
                    </a:lnTo>
                    <a:lnTo>
                      <a:pt x="189" y="15"/>
                    </a:lnTo>
                    <a:lnTo>
                      <a:pt x="194" y="20"/>
                    </a:lnTo>
                    <a:lnTo>
                      <a:pt x="198" y="25"/>
                    </a:lnTo>
                    <a:lnTo>
                      <a:pt x="202" y="30"/>
                    </a:lnTo>
                    <a:lnTo>
                      <a:pt x="207" y="35"/>
                    </a:lnTo>
                    <a:lnTo>
                      <a:pt x="211" y="40"/>
                    </a:lnTo>
                    <a:close/>
                  </a:path>
                </a:pathLst>
              </a:custGeom>
              <a:solidFill>
                <a:srgbClr val="2BA0E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4" name="Freeform 71"/>
              <p:cNvSpPr>
                <a:spLocks/>
              </p:cNvSpPr>
              <p:nvPr/>
            </p:nvSpPr>
            <p:spPr bwMode="auto">
              <a:xfrm>
                <a:off x="1558925" y="1676401"/>
                <a:ext cx="68262" cy="133350"/>
              </a:xfrm>
              <a:custGeom>
                <a:avLst/>
                <a:gdLst>
                  <a:gd name="T0" fmla="*/ 2147483647 w 212"/>
                  <a:gd name="T1" fmla="*/ 2147483647 h 419"/>
                  <a:gd name="T2" fmla="*/ 2147483647 w 212"/>
                  <a:gd name="T3" fmla="*/ 2147483647 h 419"/>
                  <a:gd name="T4" fmla="*/ 2147483647 w 212"/>
                  <a:gd name="T5" fmla="*/ 2147483647 h 419"/>
                  <a:gd name="T6" fmla="*/ 2147483647 w 212"/>
                  <a:gd name="T7" fmla="*/ 2147483647 h 419"/>
                  <a:gd name="T8" fmla="*/ 2147483647 w 212"/>
                  <a:gd name="T9" fmla="*/ 2147483647 h 419"/>
                  <a:gd name="T10" fmla="*/ 2147483647 w 212"/>
                  <a:gd name="T11" fmla="*/ 2147483647 h 419"/>
                  <a:gd name="T12" fmla="*/ 2147483647 w 212"/>
                  <a:gd name="T13" fmla="*/ 2147483647 h 419"/>
                  <a:gd name="T14" fmla="*/ 2147483647 w 212"/>
                  <a:gd name="T15" fmla="*/ 2147483647 h 419"/>
                  <a:gd name="T16" fmla="*/ 0 w 212"/>
                  <a:gd name="T17" fmla="*/ 2147483647 h 419"/>
                  <a:gd name="T18" fmla="*/ 2147483647 w 212"/>
                  <a:gd name="T19" fmla="*/ 2147483647 h 419"/>
                  <a:gd name="T20" fmla="*/ 2147483647 w 212"/>
                  <a:gd name="T21" fmla="*/ 2147483647 h 419"/>
                  <a:gd name="T22" fmla="*/ 2147483647 w 212"/>
                  <a:gd name="T23" fmla="*/ 0 h 419"/>
                  <a:gd name="T24" fmla="*/ 2147483647 w 212"/>
                  <a:gd name="T25" fmla="*/ 2147483647 h 41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12"/>
                  <a:gd name="T40" fmla="*/ 0 h 419"/>
                  <a:gd name="T41" fmla="*/ 212 w 212"/>
                  <a:gd name="T42" fmla="*/ 419 h 419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12" h="419">
                    <a:moveTo>
                      <a:pt x="201" y="45"/>
                    </a:moveTo>
                    <a:lnTo>
                      <a:pt x="207" y="135"/>
                    </a:lnTo>
                    <a:lnTo>
                      <a:pt x="212" y="320"/>
                    </a:lnTo>
                    <a:lnTo>
                      <a:pt x="210" y="345"/>
                    </a:lnTo>
                    <a:lnTo>
                      <a:pt x="162" y="378"/>
                    </a:lnTo>
                    <a:lnTo>
                      <a:pt x="83" y="419"/>
                    </a:lnTo>
                    <a:lnTo>
                      <a:pt x="37" y="389"/>
                    </a:lnTo>
                    <a:lnTo>
                      <a:pt x="8" y="318"/>
                    </a:lnTo>
                    <a:lnTo>
                      <a:pt x="0" y="160"/>
                    </a:lnTo>
                    <a:lnTo>
                      <a:pt x="27" y="59"/>
                    </a:lnTo>
                    <a:lnTo>
                      <a:pt x="87" y="19"/>
                    </a:lnTo>
                    <a:lnTo>
                      <a:pt x="167" y="0"/>
                    </a:lnTo>
                    <a:lnTo>
                      <a:pt x="201" y="45"/>
                    </a:lnTo>
                    <a:close/>
                  </a:path>
                </a:pathLst>
              </a:custGeom>
              <a:solidFill>
                <a:srgbClr val="33A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5" name="Freeform 72"/>
              <p:cNvSpPr>
                <a:spLocks/>
              </p:cNvSpPr>
              <p:nvPr/>
            </p:nvSpPr>
            <p:spPr bwMode="auto">
              <a:xfrm>
                <a:off x="1566863" y="1890713"/>
                <a:ext cx="11112" cy="20638"/>
              </a:xfrm>
              <a:custGeom>
                <a:avLst/>
                <a:gdLst>
                  <a:gd name="T0" fmla="*/ 2147483647 w 32"/>
                  <a:gd name="T1" fmla="*/ 0 h 66"/>
                  <a:gd name="T2" fmla="*/ 2147483647 w 32"/>
                  <a:gd name="T3" fmla="*/ 2147483647 h 66"/>
                  <a:gd name="T4" fmla="*/ 2147483647 w 32"/>
                  <a:gd name="T5" fmla="*/ 2147483647 h 66"/>
                  <a:gd name="T6" fmla="*/ 2147483647 w 32"/>
                  <a:gd name="T7" fmla="*/ 2147483647 h 66"/>
                  <a:gd name="T8" fmla="*/ 0 w 32"/>
                  <a:gd name="T9" fmla="*/ 2147483647 h 66"/>
                  <a:gd name="T10" fmla="*/ 0 w 32"/>
                  <a:gd name="T11" fmla="*/ 2147483647 h 66"/>
                  <a:gd name="T12" fmla="*/ 2147483647 w 32"/>
                  <a:gd name="T13" fmla="*/ 2147483647 h 66"/>
                  <a:gd name="T14" fmla="*/ 2147483647 w 32"/>
                  <a:gd name="T15" fmla="*/ 2147483647 h 66"/>
                  <a:gd name="T16" fmla="*/ 2147483647 w 32"/>
                  <a:gd name="T17" fmla="*/ 2147483647 h 66"/>
                  <a:gd name="T18" fmla="*/ 2147483647 w 32"/>
                  <a:gd name="T19" fmla="*/ 2147483647 h 66"/>
                  <a:gd name="T20" fmla="*/ 2147483647 w 32"/>
                  <a:gd name="T21" fmla="*/ 2147483647 h 66"/>
                  <a:gd name="T22" fmla="*/ 2147483647 w 32"/>
                  <a:gd name="T23" fmla="*/ 2147483647 h 66"/>
                  <a:gd name="T24" fmla="*/ 2147483647 w 32"/>
                  <a:gd name="T25" fmla="*/ 2147483647 h 66"/>
                  <a:gd name="T26" fmla="*/ 2147483647 w 32"/>
                  <a:gd name="T27" fmla="*/ 2147483647 h 66"/>
                  <a:gd name="T28" fmla="*/ 2147483647 w 32"/>
                  <a:gd name="T29" fmla="*/ 2147483647 h 66"/>
                  <a:gd name="T30" fmla="*/ 2147483647 w 32"/>
                  <a:gd name="T31" fmla="*/ 2147483647 h 66"/>
                  <a:gd name="T32" fmla="*/ 2147483647 w 32"/>
                  <a:gd name="T33" fmla="*/ 0 h 6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2"/>
                  <a:gd name="T52" fmla="*/ 0 h 66"/>
                  <a:gd name="T53" fmla="*/ 32 w 32"/>
                  <a:gd name="T54" fmla="*/ 66 h 6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2" h="66">
                    <a:moveTo>
                      <a:pt x="19" y="0"/>
                    </a:moveTo>
                    <a:lnTo>
                      <a:pt x="12" y="2"/>
                    </a:lnTo>
                    <a:lnTo>
                      <a:pt x="6" y="8"/>
                    </a:lnTo>
                    <a:lnTo>
                      <a:pt x="2" y="19"/>
                    </a:lnTo>
                    <a:lnTo>
                      <a:pt x="0" y="32"/>
                    </a:lnTo>
                    <a:lnTo>
                      <a:pt x="0" y="45"/>
                    </a:lnTo>
                    <a:lnTo>
                      <a:pt x="2" y="56"/>
                    </a:lnTo>
                    <a:lnTo>
                      <a:pt x="7" y="63"/>
                    </a:lnTo>
                    <a:lnTo>
                      <a:pt x="13" y="66"/>
                    </a:lnTo>
                    <a:lnTo>
                      <a:pt x="20" y="64"/>
                    </a:lnTo>
                    <a:lnTo>
                      <a:pt x="26" y="58"/>
                    </a:lnTo>
                    <a:lnTo>
                      <a:pt x="30" y="48"/>
                    </a:lnTo>
                    <a:lnTo>
                      <a:pt x="32" y="35"/>
                    </a:lnTo>
                    <a:lnTo>
                      <a:pt x="32" y="22"/>
                    </a:lnTo>
                    <a:lnTo>
                      <a:pt x="29" y="12"/>
                    </a:lnTo>
                    <a:lnTo>
                      <a:pt x="25" y="3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000F2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6" name="Freeform 73"/>
              <p:cNvSpPr>
                <a:spLocks/>
              </p:cNvSpPr>
              <p:nvPr/>
            </p:nvSpPr>
            <p:spPr bwMode="auto">
              <a:xfrm>
                <a:off x="1612900" y="1868488"/>
                <a:ext cx="12700" cy="11113"/>
              </a:xfrm>
              <a:custGeom>
                <a:avLst/>
                <a:gdLst>
                  <a:gd name="T0" fmla="*/ 2147483647 w 42"/>
                  <a:gd name="T1" fmla="*/ 2147483647 h 36"/>
                  <a:gd name="T2" fmla="*/ 2147483647 w 42"/>
                  <a:gd name="T3" fmla="*/ 2147483647 h 36"/>
                  <a:gd name="T4" fmla="*/ 2147483647 w 42"/>
                  <a:gd name="T5" fmla="*/ 2147483647 h 36"/>
                  <a:gd name="T6" fmla="*/ 2147483647 w 42"/>
                  <a:gd name="T7" fmla="*/ 2147483647 h 36"/>
                  <a:gd name="T8" fmla="*/ 2147483647 w 42"/>
                  <a:gd name="T9" fmla="*/ 2147483647 h 36"/>
                  <a:gd name="T10" fmla="*/ 2147483647 w 42"/>
                  <a:gd name="T11" fmla="*/ 2147483647 h 36"/>
                  <a:gd name="T12" fmla="*/ 2147483647 w 42"/>
                  <a:gd name="T13" fmla="*/ 2147483647 h 36"/>
                  <a:gd name="T14" fmla="*/ 2147483647 w 42"/>
                  <a:gd name="T15" fmla="*/ 2147483647 h 36"/>
                  <a:gd name="T16" fmla="*/ 2147483647 w 42"/>
                  <a:gd name="T17" fmla="*/ 2147483647 h 36"/>
                  <a:gd name="T18" fmla="*/ 2147483647 w 42"/>
                  <a:gd name="T19" fmla="*/ 0 h 36"/>
                  <a:gd name="T20" fmla="*/ 2147483647 w 42"/>
                  <a:gd name="T21" fmla="*/ 0 h 36"/>
                  <a:gd name="T22" fmla="*/ 2147483647 w 42"/>
                  <a:gd name="T23" fmla="*/ 2147483647 h 36"/>
                  <a:gd name="T24" fmla="*/ 2147483647 w 42"/>
                  <a:gd name="T25" fmla="*/ 2147483647 h 36"/>
                  <a:gd name="T26" fmla="*/ 2147483647 w 42"/>
                  <a:gd name="T27" fmla="*/ 2147483647 h 36"/>
                  <a:gd name="T28" fmla="*/ 2147483647 w 42"/>
                  <a:gd name="T29" fmla="*/ 2147483647 h 36"/>
                  <a:gd name="T30" fmla="*/ 0 w 42"/>
                  <a:gd name="T31" fmla="*/ 2147483647 h 36"/>
                  <a:gd name="T32" fmla="*/ 2147483647 w 42"/>
                  <a:gd name="T33" fmla="*/ 2147483647 h 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42"/>
                  <a:gd name="T52" fmla="*/ 0 h 36"/>
                  <a:gd name="T53" fmla="*/ 42 w 42"/>
                  <a:gd name="T54" fmla="*/ 36 h 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42" h="36">
                    <a:moveTo>
                      <a:pt x="2" y="34"/>
                    </a:moveTo>
                    <a:lnTo>
                      <a:pt x="6" y="36"/>
                    </a:lnTo>
                    <a:lnTo>
                      <a:pt x="13" y="36"/>
                    </a:lnTo>
                    <a:lnTo>
                      <a:pt x="20" y="33"/>
                    </a:lnTo>
                    <a:lnTo>
                      <a:pt x="28" y="28"/>
                    </a:lnTo>
                    <a:lnTo>
                      <a:pt x="36" y="22"/>
                    </a:lnTo>
                    <a:lnTo>
                      <a:pt x="41" y="15"/>
                    </a:lnTo>
                    <a:lnTo>
                      <a:pt x="42" y="8"/>
                    </a:lnTo>
                    <a:lnTo>
                      <a:pt x="41" y="2"/>
                    </a:lnTo>
                    <a:lnTo>
                      <a:pt x="37" y="0"/>
                    </a:lnTo>
                    <a:lnTo>
                      <a:pt x="29" y="0"/>
                    </a:lnTo>
                    <a:lnTo>
                      <a:pt x="21" y="3"/>
                    </a:lnTo>
                    <a:lnTo>
                      <a:pt x="13" y="10"/>
                    </a:lnTo>
                    <a:lnTo>
                      <a:pt x="6" y="16"/>
                    </a:lnTo>
                    <a:lnTo>
                      <a:pt x="2" y="23"/>
                    </a:lnTo>
                    <a:lnTo>
                      <a:pt x="0" y="29"/>
                    </a:lnTo>
                    <a:lnTo>
                      <a:pt x="2" y="34"/>
                    </a:lnTo>
                    <a:close/>
                  </a:path>
                </a:pathLst>
              </a:custGeom>
              <a:solidFill>
                <a:srgbClr val="000F2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7" name="Freeform 74"/>
              <p:cNvSpPr>
                <a:spLocks/>
              </p:cNvSpPr>
              <p:nvPr/>
            </p:nvSpPr>
            <p:spPr bwMode="auto">
              <a:xfrm>
                <a:off x="1628775" y="1860551"/>
                <a:ext cx="6350" cy="9525"/>
              </a:xfrm>
              <a:custGeom>
                <a:avLst/>
                <a:gdLst>
                  <a:gd name="T0" fmla="*/ 2147483647 w 22"/>
                  <a:gd name="T1" fmla="*/ 2147483647 h 30"/>
                  <a:gd name="T2" fmla="*/ 2147483647 w 22"/>
                  <a:gd name="T3" fmla="*/ 2147483647 h 30"/>
                  <a:gd name="T4" fmla="*/ 2147483647 w 22"/>
                  <a:gd name="T5" fmla="*/ 2147483647 h 30"/>
                  <a:gd name="T6" fmla="*/ 2147483647 w 22"/>
                  <a:gd name="T7" fmla="*/ 2147483647 h 30"/>
                  <a:gd name="T8" fmla="*/ 2147483647 w 22"/>
                  <a:gd name="T9" fmla="*/ 2147483647 h 30"/>
                  <a:gd name="T10" fmla="*/ 2147483647 w 22"/>
                  <a:gd name="T11" fmla="*/ 2147483647 h 30"/>
                  <a:gd name="T12" fmla="*/ 2147483647 w 22"/>
                  <a:gd name="T13" fmla="*/ 2147483647 h 30"/>
                  <a:gd name="T14" fmla="*/ 2147483647 w 22"/>
                  <a:gd name="T15" fmla="*/ 2147483647 h 30"/>
                  <a:gd name="T16" fmla="*/ 2147483647 w 22"/>
                  <a:gd name="T17" fmla="*/ 2147483647 h 30"/>
                  <a:gd name="T18" fmla="*/ 2147483647 w 22"/>
                  <a:gd name="T19" fmla="*/ 0 h 30"/>
                  <a:gd name="T20" fmla="*/ 2147483647 w 22"/>
                  <a:gd name="T21" fmla="*/ 2147483647 h 30"/>
                  <a:gd name="T22" fmla="*/ 2147483647 w 22"/>
                  <a:gd name="T23" fmla="*/ 2147483647 h 30"/>
                  <a:gd name="T24" fmla="*/ 2147483647 w 22"/>
                  <a:gd name="T25" fmla="*/ 2147483647 h 30"/>
                  <a:gd name="T26" fmla="*/ 0 w 22"/>
                  <a:gd name="T27" fmla="*/ 2147483647 h 30"/>
                  <a:gd name="T28" fmla="*/ 2147483647 w 22"/>
                  <a:gd name="T29" fmla="*/ 2147483647 h 30"/>
                  <a:gd name="T30" fmla="*/ 2147483647 w 22"/>
                  <a:gd name="T31" fmla="*/ 2147483647 h 30"/>
                  <a:gd name="T32" fmla="*/ 2147483647 w 22"/>
                  <a:gd name="T33" fmla="*/ 2147483647 h 3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2"/>
                  <a:gd name="T52" fmla="*/ 0 h 30"/>
                  <a:gd name="T53" fmla="*/ 22 w 22"/>
                  <a:gd name="T54" fmla="*/ 30 h 3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2" h="30">
                    <a:moveTo>
                      <a:pt x="7" y="28"/>
                    </a:moveTo>
                    <a:lnTo>
                      <a:pt x="11" y="30"/>
                    </a:lnTo>
                    <a:lnTo>
                      <a:pt x="15" y="29"/>
                    </a:lnTo>
                    <a:lnTo>
                      <a:pt x="19" y="26"/>
                    </a:lnTo>
                    <a:lnTo>
                      <a:pt x="21" y="21"/>
                    </a:lnTo>
                    <a:lnTo>
                      <a:pt x="22" y="15"/>
                    </a:lnTo>
                    <a:lnTo>
                      <a:pt x="21" y="10"/>
                    </a:lnTo>
                    <a:lnTo>
                      <a:pt x="19" y="5"/>
                    </a:lnTo>
                    <a:lnTo>
                      <a:pt x="15" y="2"/>
                    </a:lnTo>
                    <a:lnTo>
                      <a:pt x="11" y="0"/>
                    </a:lnTo>
                    <a:lnTo>
                      <a:pt x="7" y="1"/>
                    </a:lnTo>
                    <a:lnTo>
                      <a:pt x="4" y="4"/>
                    </a:lnTo>
                    <a:lnTo>
                      <a:pt x="1" y="9"/>
                    </a:lnTo>
                    <a:lnTo>
                      <a:pt x="0" y="14"/>
                    </a:lnTo>
                    <a:lnTo>
                      <a:pt x="1" y="20"/>
                    </a:lnTo>
                    <a:lnTo>
                      <a:pt x="3" y="25"/>
                    </a:lnTo>
                    <a:lnTo>
                      <a:pt x="7" y="28"/>
                    </a:lnTo>
                    <a:close/>
                  </a:path>
                </a:pathLst>
              </a:custGeom>
              <a:solidFill>
                <a:srgbClr val="000F2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8" name="Freeform 75"/>
              <p:cNvSpPr>
                <a:spLocks/>
              </p:cNvSpPr>
              <p:nvPr/>
            </p:nvSpPr>
            <p:spPr bwMode="auto">
              <a:xfrm>
                <a:off x="1635125" y="1855788"/>
                <a:ext cx="6350" cy="9525"/>
              </a:xfrm>
              <a:custGeom>
                <a:avLst/>
                <a:gdLst>
                  <a:gd name="T0" fmla="*/ 2147483647 w 22"/>
                  <a:gd name="T1" fmla="*/ 2147483647 h 30"/>
                  <a:gd name="T2" fmla="*/ 2147483647 w 22"/>
                  <a:gd name="T3" fmla="*/ 2147483647 h 30"/>
                  <a:gd name="T4" fmla="*/ 2147483647 w 22"/>
                  <a:gd name="T5" fmla="*/ 2147483647 h 30"/>
                  <a:gd name="T6" fmla="*/ 2147483647 w 22"/>
                  <a:gd name="T7" fmla="*/ 2147483647 h 30"/>
                  <a:gd name="T8" fmla="*/ 2147483647 w 22"/>
                  <a:gd name="T9" fmla="*/ 2147483647 h 30"/>
                  <a:gd name="T10" fmla="*/ 2147483647 w 22"/>
                  <a:gd name="T11" fmla="*/ 2147483647 h 30"/>
                  <a:gd name="T12" fmla="*/ 2147483647 w 22"/>
                  <a:gd name="T13" fmla="*/ 2147483647 h 30"/>
                  <a:gd name="T14" fmla="*/ 2147483647 w 22"/>
                  <a:gd name="T15" fmla="*/ 2147483647 h 30"/>
                  <a:gd name="T16" fmla="*/ 2147483647 w 22"/>
                  <a:gd name="T17" fmla="*/ 2147483647 h 30"/>
                  <a:gd name="T18" fmla="*/ 2147483647 w 22"/>
                  <a:gd name="T19" fmla="*/ 0 h 30"/>
                  <a:gd name="T20" fmla="*/ 2147483647 w 22"/>
                  <a:gd name="T21" fmla="*/ 2147483647 h 30"/>
                  <a:gd name="T22" fmla="*/ 2147483647 w 22"/>
                  <a:gd name="T23" fmla="*/ 2147483647 h 30"/>
                  <a:gd name="T24" fmla="*/ 2147483647 w 22"/>
                  <a:gd name="T25" fmla="*/ 2147483647 h 30"/>
                  <a:gd name="T26" fmla="*/ 0 w 22"/>
                  <a:gd name="T27" fmla="*/ 2147483647 h 30"/>
                  <a:gd name="T28" fmla="*/ 2147483647 w 22"/>
                  <a:gd name="T29" fmla="*/ 2147483647 h 30"/>
                  <a:gd name="T30" fmla="*/ 2147483647 w 22"/>
                  <a:gd name="T31" fmla="*/ 2147483647 h 30"/>
                  <a:gd name="T32" fmla="*/ 2147483647 w 22"/>
                  <a:gd name="T33" fmla="*/ 2147483647 h 3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2"/>
                  <a:gd name="T52" fmla="*/ 0 h 30"/>
                  <a:gd name="T53" fmla="*/ 22 w 22"/>
                  <a:gd name="T54" fmla="*/ 30 h 3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2" h="30">
                    <a:moveTo>
                      <a:pt x="7" y="29"/>
                    </a:moveTo>
                    <a:lnTo>
                      <a:pt x="11" y="30"/>
                    </a:lnTo>
                    <a:lnTo>
                      <a:pt x="15" y="29"/>
                    </a:lnTo>
                    <a:lnTo>
                      <a:pt x="19" y="26"/>
                    </a:lnTo>
                    <a:lnTo>
                      <a:pt x="21" y="21"/>
                    </a:lnTo>
                    <a:lnTo>
                      <a:pt x="22" y="15"/>
                    </a:lnTo>
                    <a:lnTo>
                      <a:pt x="21" y="10"/>
                    </a:lnTo>
                    <a:lnTo>
                      <a:pt x="19" y="5"/>
                    </a:lnTo>
                    <a:lnTo>
                      <a:pt x="15" y="2"/>
                    </a:lnTo>
                    <a:lnTo>
                      <a:pt x="11" y="0"/>
                    </a:lnTo>
                    <a:lnTo>
                      <a:pt x="7" y="1"/>
                    </a:lnTo>
                    <a:lnTo>
                      <a:pt x="3" y="4"/>
                    </a:lnTo>
                    <a:lnTo>
                      <a:pt x="1" y="9"/>
                    </a:lnTo>
                    <a:lnTo>
                      <a:pt x="0" y="15"/>
                    </a:lnTo>
                    <a:lnTo>
                      <a:pt x="1" y="20"/>
                    </a:lnTo>
                    <a:lnTo>
                      <a:pt x="3" y="25"/>
                    </a:lnTo>
                    <a:lnTo>
                      <a:pt x="7" y="29"/>
                    </a:lnTo>
                    <a:close/>
                  </a:path>
                </a:pathLst>
              </a:custGeom>
              <a:solidFill>
                <a:srgbClr val="000F2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9" name="Freeform 76"/>
              <p:cNvSpPr>
                <a:spLocks/>
              </p:cNvSpPr>
              <p:nvPr/>
            </p:nvSpPr>
            <p:spPr bwMode="auto">
              <a:xfrm>
                <a:off x="1568450" y="1892301"/>
                <a:ext cx="7937" cy="15875"/>
              </a:xfrm>
              <a:custGeom>
                <a:avLst/>
                <a:gdLst>
                  <a:gd name="T0" fmla="*/ 2147483647 w 21"/>
                  <a:gd name="T1" fmla="*/ 0 h 52"/>
                  <a:gd name="T2" fmla="*/ 2147483647 w 21"/>
                  <a:gd name="T3" fmla="*/ 2147483647 h 52"/>
                  <a:gd name="T4" fmla="*/ 2147483647 w 21"/>
                  <a:gd name="T5" fmla="*/ 2147483647 h 52"/>
                  <a:gd name="T6" fmla="*/ 2147483647 w 21"/>
                  <a:gd name="T7" fmla="*/ 2147483647 h 52"/>
                  <a:gd name="T8" fmla="*/ 0 w 21"/>
                  <a:gd name="T9" fmla="*/ 2147483647 h 52"/>
                  <a:gd name="T10" fmla="*/ 0 w 21"/>
                  <a:gd name="T11" fmla="*/ 2147483647 h 52"/>
                  <a:gd name="T12" fmla="*/ 2147483647 w 21"/>
                  <a:gd name="T13" fmla="*/ 2147483647 h 52"/>
                  <a:gd name="T14" fmla="*/ 2147483647 w 21"/>
                  <a:gd name="T15" fmla="*/ 2147483647 h 52"/>
                  <a:gd name="T16" fmla="*/ 2147483647 w 21"/>
                  <a:gd name="T17" fmla="*/ 2147483647 h 52"/>
                  <a:gd name="T18" fmla="*/ 2147483647 w 21"/>
                  <a:gd name="T19" fmla="*/ 2147483647 h 52"/>
                  <a:gd name="T20" fmla="*/ 2147483647 w 21"/>
                  <a:gd name="T21" fmla="*/ 2147483647 h 52"/>
                  <a:gd name="T22" fmla="*/ 2147483647 w 21"/>
                  <a:gd name="T23" fmla="*/ 2147483647 h 52"/>
                  <a:gd name="T24" fmla="*/ 2147483647 w 21"/>
                  <a:gd name="T25" fmla="*/ 2147483647 h 52"/>
                  <a:gd name="T26" fmla="*/ 2147483647 w 21"/>
                  <a:gd name="T27" fmla="*/ 2147483647 h 52"/>
                  <a:gd name="T28" fmla="*/ 2147483647 w 21"/>
                  <a:gd name="T29" fmla="*/ 2147483647 h 52"/>
                  <a:gd name="T30" fmla="*/ 2147483647 w 21"/>
                  <a:gd name="T31" fmla="*/ 2147483647 h 52"/>
                  <a:gd name="T32" fmla="*/ 2147483647 w 21"/>
                  <a:gd name="T33" fmla="*/ 0 h 5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"/>
                  <a:gd name="T52" fmla="*/ 0 h 52"/>
                  <a:gd name="T53" fmla="*/ 21 w 21"/>
                  <a:gd name="T54" fmla="*/ 52 h 52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" h="52">
                    <a:moveTo>
                      <a:pt x="13" y="0"/>
                    </a:moveTo>
                    <a:lnTo>
                      <a:pt x="8" y="2"/>
                    </a:lnTo>
                    <a:lnTo>
                      <a:pt x="4" y="8"/>
                    </a:lnTo>
                    <a:lnTo>
                      <a:pt x="1" y="16"/>
                    </a:lnTo>
                    <a:lnTo>
                      <a:pt x="0" y="26"/>
                    </a:lnTo>
                    <a:lnTo>
                      <a:pt x="0" y="36"/>
                    </a:lnTo>
                    <a:lnTo>
                      <a:pt x="2" y="44"/>
                    </a:lnTo>
                    <a:lnTo>
                      <a:pt x="5" y="49"/>
                    </a:lnTo>
                    <a:lnTo>
                      <a:pt x="8" y="52"/>
                    </a:lnTo>
                    <a:lnTo>
                      <a:pt x="13" y="50"/>
                    </a:lnTo>
                    <a:lnTo>
                      <a:pt x="17" y="45"/>
                    </a:lnTo>
                    <a:lnTo>
                      <a:pt x="20" y="37"/>
                    </a:lnTo>
                    <a:lnTo>
                      <a:pt x="21" y="27"/>
                    </a:lnTo>
                    <a:lnTo>
                      <a:pt x="21" y="17"/>
                    </a:lnTo>
                    <a:lnTo>
                      <a:pt x="20" y="9"/>
                    </a:lnTo>
                    <a:lnTo>
                      <a:pt x="17" y="3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0" name="Freeform 77"/>
              <p:cNvSpPr>
                <a:spLocks/>
              </p:cNvSpPr>
              <p:nvPr/>
            </p:nvSpPr>
            <p:spPr bwMode="auto">
              <a:xfrm>
                <a:off x="1614488" y="1870076"/>
                <a:ext cx="9525" cy="9525"/>
              </a:xfrm>
              <a:custGeom>
                <a:avLst/>
                <a:gdLst>
                  <a:gd name="T0" fmla="*/ 2147483647 w 32"/>
                  <a:gd name="T1" fmla="*/ 2147483647 h 27"/>
                  <a:gd name="T2" fmla="*/ 2147483647 w 32"/>
                  <a:gd name="T3" fmla="*/ 2147483647 h 27"/>
                  <a:gd name="T4" fmla="*/ 2147483647 w 32"/>
                  <a:gd name="T5" fmla="*/ 2147483647 h 27"/>
                  <a:gd name="T6" fmla="*/ 2147483647 w 32"/>
                  <a:gd name="T7" fmla="*/ 2147483647 h 27"/>
                  <a:gd name="T8" fmla="*/ 2147483647 w 32"/>
                  <a:gd name="T9" fmla="*/ 2147483647 h 27"/>
                  <a:gd name="T10" fmla="*/ 2147483647 w 32"/>
                  <a:gd name="T11" fmla="*/ 2147483647 h 27"/>
                  <a:gd name="T12" fmla="*/ 2147483647 w 32"/>
                  <a:gd name="T13" fmla="*/ 2147483647 h 27"/>
                  <a:gd name="T14" fmla="*/ 2147483647 w 32"/>
                  <a:gd name="T15" fmla="*/ 2147483647 h 27"/>
                  <a:gd name="T16" fmla="*/ 2147483647 w 32"/>
                  <a:gd name="T17" fmla="*/ 2147483647 h 27"/>
                  <a:gd name="T18" fmla="*/ 2147483647 w 32"/>
                  <a:gd name="T19" fmla="*/ 0 h 27"/>
                  <a:gd name="T20" fmla="*/ 2147483647 w 32"/>
                  <a:gd name="T21" fmla="*/ 0 h 27"/>
                  <a:gd name="T22" fmla="*/ 2147483647 w 32"/>
                  <a:gd name="T23" fmla="*/ 2147483647 h 27"/>
                  <a:gd name="T24" fmla="*/ 2147483647 w 32"/>
                  <a:gd name="T25" fmla="*/ 2147483647 h 27"/>
                  <a:gd name="T26" fmla="*/ 2147483647 w 32"/>
                  <a:gd name="T27" fmla="*/ 2147483647 h 27"/>
                  <a:gd name="T28" fmla="*/ 2147483647 w 32"/>
                  <a:gd name="T29" fmla="*/ 2147483647 h 27"/>
                  <a:gd name="T30" fmla="*/ 0 w 32"/>
                  <a:gd name="T31" fmla="*/ 2147483647 h 27"/>
                  <a:gd name="T32" fmla="*/ 2147483647 w 32"/>
                  <a:gd name="T33" fmla="*/ 2147483647 h 2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2"/>
                  <a:gd name="T52" fmla="*/ 0 h 27"/>
                  <a:gd name="T53" fmla="*/ 32 w 32"/>
                  <a:gd name="T54" fmla="*/ 27 h 2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2" h="27">
                    <a:moveTo>
                      <a:pt x="1" y="26"/>
                    </a:moveTo>
                    <a:lnTo>
                      <a:pt x="4" y="27"/>
                    </a:lnTo>
                    <a:lnTo>
                      <a:pt x="9" y="26"/>
                    </a:lnTo>
                    <a:lnTo>
                      <a:pt x="15" y="24"/>
                    </a:lnTo>
                    <a:lnTo>
                      <a:pt x="21" y="20"/>
                    </a:lnTo>
                    <a:lnTo>
                      <a:pt x="27" y="15"/>
                    </a:lnTo>
                    <a:lnTo>
                      <a:pt x="31" y="9"/>
                    </a:lnTo>
                    <a:lnTo>
                      <a:pt x="32" y="5"/>
                    </a:lnTo>
                    <a:lnTo>
                      <a:pt x="32" y="1"/>
                    </a:lnTo>
                    <a:lnTo>
                      <a:pt x="29" y="0"/>
                    </a:lnTo>
                    <a:lnTo>
                      <a:pt x="23" y="0"/>
                    </a:lnTo>
                    <a:lnTo>
                      <a:pt x="17" y="4"/>
                    </a:lnTo>
                    <a:lnTo>
                      <a:pt x="11" y="8"/>
                    </a:lnTo>
                    <a:lnTo>
                      <a:pt x="6" y="13"/>
                    </a:lnTo>
                    <a:lnTo>
                      <a:pt x="2" y="18"/>
                    </a:lnTo>
                    <a:lnTo>
                      <a:pt x="0" y="22"/>
                    </a:lnTo>
                    <a:lnTo>
                      <a:pt x="1" y="26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1" name="Freeform 78"/>
              <p:cNvSpPr>
                <a:spLocks/>
              </p:cNvSpPr>
              <p:nvPr/>
            </p:nvSpPr>
            <p:spPr bwMode="auto">
              <a:xfrm>
                <a:off x="1630363" y="1862138"/>
                <a:ext cx="3175" cy="6350"/>
              </a:xfrm>
              <a:custGeom>
                <a:avLst/>
                <a:gdLst>
                  <a:gd name="T0" fmla="*/ 2147483647 w 14"/>
                  <a:gd name="T1" fmla="*/ 2147483647 h 22"/>
                  <a:gd name="T2" fmla="*/ 2147483647 w 14"/>
                  <a:gd name="T3" fmla="*/ 2147483647 h 22"/>
                  <a:gd name="T4" fmla="*/ 2147483647 w 14"/>
                  <a:gd name="T5" fmla="*/ 2147483647 h 22"/>
                  <a:gd name="T6" fmla="*/ 2147483647 w 14"/>
                  <a:gd name="T7" fmla="*/ 2147483647 h 22"/>
                  <a:gd name="T8" fmla="*/ 2147483647 w 14"/>
                  <a:gd name="T9" fmla="*/ 2147483647 h 22"/>
                  <a:gd name="T10" fmla="*/ 2147483647 w 14"/>
                  <a:gd name="T11" fmla="*/ 2147483647 h 22"/>
                  <a:gd name="T12" fmla="*/ 2147483647 w 14"/>
                  <a:gd name="T13" fmla="*/ 2147483647 h 22"/>
                  <a:gd name="T14" fmla="*/ 2147483647 w 14"/>
                  <a:gd name="T15" fmla="*/ 2147483647 h 22"/>
                  <a:gd name="T16" fmla="*/ 2147483647 w 14"/>
                  <a:gd name="T17" fmla="*/ 2147483647 h 22"/>
                  <a:gd name="T18" fmla="*/ 2147483647 w 14"/>
                  <a:gd name="T19" fmla="*/ 0 h 22"/>
                  <a:gd name="T20" fmla="*/ 2147483647 w 14"/>
                  <a:gd name="T21" fmla="*/ 2147483647 h 22"/>
                  <a:gd name="T22" fmla="*/ 2147483647 w 14"/>
                  <a:gd name="T23" fmla="*/ 2147483647 h 22"/>
                  <a:gd name="T24" fmla="*/ 2147483647 w 14"/>
                  <a:gd name="T25" fmla="*/ 2147483647 h 22"/>
                  <a:gd name="T26" fmla="*/ 0 w 14"/>
                  <a:gd name="T27" fmla="*/ 2147483647 h 22"/>
                  <a:gd name="T28" fmla="*/ 0 w 14"/>
                  <a:gd name="T29" fmla="*/ 2147483647 h 22"/>
                  <a:gd name="T30" fmla="*/ 2147483647 w 14"/>
                  <a:gd name="T31" fmla="*/ 2147483647 h 22"/>
                  <a:gd name="T32" fmla="*/ 2147483647 w 14"/>
                  <a:gd name="T33" fmla="*/ 2147483647 h 2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4"/>
                  <a:gd name="T52" fmla="*/ 0 h 22"/>
                  <a:gd name="T53" fmla="*/ 14 w 14"/>
                  <a:gd name="T54" fmla="*/ 22 h 22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4" h="22">
                    <a:moveTo>
                      <a:pt x="4" y="21"/>
                    </a:moveTo>
                    <a:lnTo>
                      <a:pt x="7" y="22"/>
                    </a:lnTo>
                    <a:lnTo>
                      <a:pt x="9" y="21"/>
                    </a:lnTo>
                    <a:lnTo>
                      <a:pt x="12" y="19"/>
                    </a:lnTo>
                    <a:lnTo>
                      <a:pt x="14" y="15"/>
                    </a:lnTo>
                    <a:lnTo>
                      <a:pt x="14" y="11"/>
                    </a:lnTo>
                    <a:lnTo>
                      <a:pt x="14" y="6"/>
                    </a:lnTo>
                    <a:lnTo>
                      <a:pt x="12" y="3"/>
                    </a:lnTo>
                    <a:lnTo>
                      <a:pt x="10" y="1"/>
                    </a:lnTo>
                    <a:lnTo>
                      <a:pt x="8" y="0"/>
                    </a:lnTo>
                    <a:lnTo>
                      <a:pt x="5" y="1"/>
                    </a:lnTo>
                    <a:lnTo>
                      <a:pt x="3" y="3"/>
                    </a:lnTo>
                    <a:lnTo>
                      <a:pt x="1" y="7"/>
                    </a:lnTo>
                    <a:lnTo>
                      <a:pt x="0" y="11"/>
                    </a:lnTo>
                    <a:lnTo>
                      <a:pt x="0" y="15"/>
                    </a:lnTo>
                    <a:lnTo>
                      <a:pt x="2" y="19"/>
                    </a:lnTo>
                    <a:lnTo>
                      <a:pt x="4" y="21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2" name="Freeform 79"/>
              <p:cNvSpPr>
                <a:spLocks/>
              </p:cNvSpPr>
              <p:nvPr/>
            </p:nvSpPr>
            <p:spPr bwMode="auto">
              <a:xfrm>
                <a:off x="1636713" y="1857376"/>
                <a:ext cx="4762" cy="6350"/>
              </a:xfrm>
              <a:custGeom>
                <a:avLst/>
                <a:gdLst>
                  <a:gd name="T0" fmla="*/ 2147483647 w 14"/>
                  <a:gd name="T1" fmla="*/ 2147483647 h 23"/>
                  <a:gd name="T2" fmla="*/ 2147483647 w 14"/>
                  <a:gd name="T3" fmla="*/ 2147483647 h 23"/>
                  <a:gd name="T4" fmla="*/ 2147483647 w 14"/>
                  <a:gd name="T5" fmla="*/ 2147483647 h 23"/>
                  <a:gd name="T6" fmla="*/ 2147483647 w 14"/>
                  <a:gd name="T7" fmla="*/ 2147483647 h 23"/>
                  <a:gd name="T8" fmla="*/ 2147483647 w 14"/>
                  <a:gd name="T9" fmla="*/ 2147483647 h 23"/>
                  <a:gd name="T10" fmla="*/ 2147483647 w 14"/>
                  <a:gd name="T11" fmla="*/ 2147483647 h 23"/>
                  <a:gd name="T12" fmla="*/ 2147483647 w 14"/>
                  <a:gd name="T13" fmla="*/ 2147483647 h 23"/>
                  <a:gd name="T14" fmla="*/ 2147483647 w 14"/>
                  <a:gd name="T15" fmla="*/ 2147483647 h 23"/>
                  <a:gd name="T16" fmla="*/ 2147483647 w 14"/>
                  <a:gd name="T17" fmla="*/ 2147483647 h 23"/>
                  <a:gd name="T18" fmla="*/ 2147483647 w 14"/>
                  <a:gd name="T19" fmla="*/ 0 h 23"/>
                  <a:gd name="T20" fmla="*/ 2147483647 w 14"/>
                  <a:gd name="T21" fmla="*/ 2147483647 h 23"/>
                  <a:gd name="T22" fmla="*/ 2147483647 w 14"/>
                  <a:gd name="T23" fmla="*/ 2147483647 h 23"/>
                  <a:gd name="T24" fmla="*/ 0 w 14"/>
                  <a:gd name="T25" fmla="*/ 2147483647 h 23"/>
                  <a:gd name="T26" fmla="*/ 0 w 14"/>
                  <a:gd name="T27" fmla="*/ 2147483647 h 23"/>
                  <a:gd name="T28" fmla="*/ 0 w 14"/>
                  <a:gd name="T29" fmla="*/ 2147483647 h 23"/>
                  <a:gd name="T30" fmla="*/ 2147483647 w 14"/>
                  <a:gd name="T31" fmla="*/ 2147483647 h 23"/>
                  <a:gd name="T32" fmla="*/ 2147483647 w 14"/>
                  <a:gd name="T33" fmla="*/ 2147483647 h 2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4"/>
                  <a:gd name="T52" fmla="*/ 0 h 23"/>
                  <a:gd name="T53" fmla="*/ 14 w 14"/>
                  <a:gd name="T54" fmla="*/ 23 h 2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4" h="23">
                    <a:moveTo>
                      <a:pt x="4" y="22"/>
                    </a:moveTo>
                    <a:lnTo>
                      <a:pt x="7" y="23"/>
                    </a:lnTo>
                    <a:lnTo>
                      <a:pt x="9" y="21"/>
                    </a:lnTo>
                    <a:lnTo>
                      <a:pt x="12" y="19"/>
                    </a:lnTo>
                    <a:lnTo>
                      <a:pt x="13" y="15"/>
                    </a:lnTo>
                    <a:lnTo>
                      <a:pt x="14" y="11"/>
                    </a:lnTo>
                    <a:lnTo>
                      <a:pt x="14" y="6"/>
                    </a:lnTo>
                    <a:lnTo>
                      <a:pt x="12" y="3"/>
                    </a:lnTo>
                    <a:lnTo>
                      <a:pt x="10" y="1"/>
                    </a:lnTo>
                    <a:lnTo>
                      <a:pt x="7" y="0"/>
                    </a:lnTo>
                    <a:lnTo>
                      <a:pt x="5" y="1"/>
                    </a:lnTo>
                    <a:lnTo>
                      <a:pt x="2" y="4"/>
                    </a:lnTo>
                    <a:lnTo>
                      <a:pt x="0" y="7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2" y="20"/>
                    </a:lnTo>
                    <a:lnTo>
                      <a:pt x="4" y="22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3" name="Freeform 80"/>
              <p:cNvSpPr>
                <a:spLocks/>
              </p:cNvSpPr>
              <p:nvPr/>
            </p:nvSpPr>
            <p:spPr bwMode="auto">
              <a:xfrm>
                <a:off x="1571625" y="1893888"/>
                <a:ext cx="4762" cy="14288"/>
              </a:xfrm>
              <a:custGeom>
                <a:avLst/>
                <a:gdLst>
                  <a:gd name="T0" fmla="*/ 2147483647 w 14"/>
                  <a:gd name="T1" fmla="*/ 0 h 41"/>
                  <a:gd name="T2" fmla="*/ 2147483647 w 14"/>
                  <a:gd name="T3" fmla="*/ 2147483647 h 41"/>
                  <a:gd name="T4" fmla="*/ 2147483647 w 14"/>
                  <a:gd name="T5" fmla="*/ 2147483647 h 41"/>
                  <a:gd name="T6" fmla="*/ 2147483647 w 14"/>
                  <a:gd name="T7" fmla="*/ 2147483647 h 41"/>
                  <a:gd name="T8" fmla="*/ 0 w 14"/>
                  <a:gd name="T9" fmla="*/ 2147483647 h 41"/>
                  <a:gd name="T10" fmla="*/ 0 w 14"/>
                  <a:gd name="T11" fmla="*/ 2147483647 h 41"/>
                  <a:gd name="T12" fmla="*/ 2147483647 w 14"/>
                  <a:gd name="T13" fmla="*/ 2147483647 h 41"/>
                  <a:gd name="T14" fmla="*/ 2147483647 w 14"/>
                  <a:gd name="T15" fmla="*/ 2147483647 h 41"/>
                  <a:gd name="T16" fmla="*/ 2147483647 w 14"/>
                  <a:gd name="T17" fmla="*/ 2147483647 h 41"/>
                  <a:gd name="T18" fmla="*/ 2147483647 w 14"/>
                  <a:gd name="T19" fmla="*/ 2147483647 h 41"/>
                  <a:gd name="T20" fmla="*/ 2147483647 w 14"/>
                  <a:gd name="T21" fmla="*/ 2147483647 h 41"/>
                  <a:gd name="T22" fmla="*/ 2147483647 w 14"/>
                  <a:gd name="T23" fmla="*/ 2147483647 h 41"/>
                  <a:gd name="T24" fmla="*/ 2147483647 w 14"/>
                  <a:gd name="T25" fmla="*/ 2147483647 h 41"/>
                  <a:gd name="T26" fmla="*/ 2147483647 w 14"/>
                  <a:gd name="T27" fmla="*/ 2147483647 h 41"/>
                  <a:gd name="T28" fmla="*/ 2147483647 w 14"/>
                  <a:gd name="T29" fmla="*/ 2147483647 h 41"/>
                  <a:gd name="T30" fmla="*/ 2147483647 w 14"/>
                  <a:gd name="T31" fmla="*/ 2147483647 h 41"/>
                  <a:gd name="T32" fmla="*/ 2147483647 w 14"/>
                  <a:gd name="T33" fmla="*/ 0 h 4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4"/>
                  <a:gd name="T52" fmla="*/ 0 h 41"/>
                  <a:gd name="T53" fmla="*/ 14 w 14"/>
                  <a:gd name="T54" fmla="*/ 41 h 4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4" h="41">
                    <a:moveTo>
                      <a:pt x="9" y="0"/>
                    </a:moveTo>
                    <a:lnTo>
                      <a:pt x="7" y="2"/>
                    </a:lnTo>
                    <a:lnTo>
                      <a:pt x="3" y="6"/>
                    </a:lnTo>
                    <a:lnTo>
                      <a:pt x="1" y="12"/>
                    </a:lnTo>
                    <a:lnTo>
                      <a:pt x="0" y="20"/>
                    </a:lnTo>
                    <a:lnTo>
                      <a:pt x="0" y="28"/>
                    </a:lnTo>
                    <a:lnTo>
                      <a:pt x="1" y="35"/>
                    </a:lnTo>
                    <a:lnTo>
                      <a:pt x="3" y="39"/>
                    </a:lnTo>
                    <a:lnTo>
                      <a:pt x="6" y="41"/>
                    </a:lnTo>
                    <a:lnTo>
                      <a:pt x="9" y="40"/>
                    </a:lnTo>
                    <a:lnTo>
                      <a:pt x="12" y="36"/>
                    </a:lnTo>
                    <a:lnTo>
                      <a:pt x="13" y="29"/>
                    </a:lnTo>
                    <a:lnTo>
                      <a:pt x="14" y="21"/>
                    </a:lnTo>
                    <a:lnTo>
                      <a:pt x="14" y="13"/>
                    </a:lnTo>
                    <a:lnTo>
                      <a:pt x="13" y="6"/>
                    </a:lnTo>
                    <a:lnTo>
                      <a:pt x="12" y="2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AA8E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4" name="Freeform 81"/>
              <p:cNvSpPr>
                <a:spLocks/>
              </p:cNvSpPr>
              <p:nvPr/>
            </p:nvSpPr>
            <p:spPr bwMode="auto">
              <a:xfrm>
                <a:off x="1614488" y="1870076"/>
                <a:ext cx="7937" cy="7938"/>
              </a:xfrm>
              <a:custGeom>
                <a:avLst/>
                <a:gdLst>
                  <a:gd name="T0" fmla="*/ 0 w 26"/>
                  <a:gd name="T1" fmla="*/ 2147483647 h 22"/>
                  <a:gd name="T2" fmla="*/ 2147483647 w 26"/>
                  <a:gd name="T3" fmla="*/ 2147483647 h 22"/>
                  <a:gd name="T4" fmla="*/ 2147483647 w 26"/>
                  <a:gd name="T5" fmla="*/ 2147483647 h 22"/>
                  <a:gd name="T6" fmla="*/ 2147483647 w 26"/>
                  <a:gd name="T7" fmla="*/ 2147483647 h 22"/>
                  <a:gd name="T8" fmla="*/ 2147483647 w 26"/>
                  <a:gd name="T9" fmla="*/ 2147483647 h 22"/>
                  <a:gd name="T10" fmla="*/ 2147483647 w 26"/>
                  <a:gd name="T11" fmla="*/ 2147483647 h 22"/>
                  <a:gd name="T12" fmla="*/ 2147483647 w 26"/>
                  <a:gd name="T13" fmla="*/ 2147483647 h 22"/>
                  <a:gd name="T14" fmla="*/ 2147483647 w 26"/>
                  <a:gd name="T15" fmla="*/ 2147483647 h 22"/>
                  <a:gd name="T16" fmla="*/ 2147483647 w 26"/>
                  <a:gd name="T17" fmla="*/ 2147483647 h 22"/>
                  <a:gd name="T18" fmla="*/ 2147483647 w 26"/>
                  <a:gd name="T19" fmla="*/ 0 h 22"/>
                  <a:gd name="T20" fmla="*/ 2147483647 w 26"/>
                  <a:gd name="T21" fmla="*/ 0 h 22"/>
                  <a:gd name="T22" fmla="*/ 2147483647 w 26"/>
                  <a:gd name="T23" fmla="*/ 2147483647 h 22"/>
                  <a:gd name="T24" fmla="*/ 2147483647 w 26"/>
                  <a:gd name="T25" fmla="*/ 2147483647 h 22"/>
                  <a:gd name="T26" fmla="*/ 2147483647 w 26"/>
                  <a:gd name="T27" fmla="*/ 2147483647 h 22"/>
                  <a:gd name="T28" fmla="*/ 2147483647 w 26"/>
                  <a:gd name="T29" fmla="*/ 2147483647 h 22"/>
                  <a:gd name="T30" fmla="*/ 0 w 26"/>
                  <a:gd name="T31" fmla="*/ 2147483647 h 22"/>
                  <a:gd name="T32" fmla="*/ 0 w 26"/>
                  <a:gd name="T33" fmla="*/ 2147483647 h 2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6"/>
                  <a:gd name="T52" fmla="*/ 0 h 22"/>
                  <a:gd name="T53" fmla="*/ 26 w 26"/>
                  <a:gd name="T54" fmla="*/ 22 h 22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6" h="22">
                    <a:moveTo>
                      <a:pt x="0" y="21"/>
                    </a:moveTo>
                    <a:lnTo>
                      <a:pt x="2" y="22"/>
                    </a:lnTo>
                    <a:lnTo>
                      <a:pt x="6" y="21"/>
                    </a:lnTo>
                    <a:lnTo>
                      <a:pt x="11" y="18"/>
                    </a:lnTo>
                    <a:lnTo>
                      <a:pt x="16" y="15"/>
                    </a:lnTo>
                    <a:lnTo>
                      <a:pt x="20" y="11"/>
                    </a:lnTo>
                    <a:lnTo>
                      <a:pt x="23" y="7"/>
                    </a:lnTo>
                    <a:lnTo>
                      <a:pt x="26" y="4"/>
                    </a:lnTo>
                    <a:lnTo>
                      <a:pt x="26" y="1"/>
                    </a:lnTo>
                    <a:lnTo>
                      <a:pt x="23" y="0"/>
                    </a:lnTo>
                    <a:lnTo>
                      <a:pt x="19" y="0"/>
                    </a:lnTo>
                    <a:lnTo>
                      <a:pt x="15" y="4"/>
                    </a:lnTo>
                    <a:lnTo>
                      <a:pt x="10" y="7"/>
                    </a:lnTo>
                    <a:lnTo>
                      <a:pt x="5" y="11"/>
                    </a:lnTo>
                    <a:lnTo>
                      <a:pt x="2" y="15"/>
                    </a:lnTo>
                    <a:lnTo>
                      <a:pt x="0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AA8E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5" name="Freeform 82"/>
              <p:cNvSpPr>
                <a:spLocks/>
              </p:cNvSpPr>
              <p:nvPr/>
            </p:nvSpPr>
            <p:spPr bwMode="auto">
              <a:xfrm>
                <a:off x="1630363" y="1862138"/>
                <a:ext cx="3175" cy="4763"/>
              </a:xfrm>
              <a:custGeom>
                <a:avLst/>
                <a:gdLst>
                  <a:gd name="T0" fmla="*/ 2147483647 w 10"/>
                  <a:gd name="T1" fmla="*/ 2147483647 h 18"/>
                  <a:gd name="T2" fmla="*/ 2147483647 w 10"/>
                  <a:gd name="T3" fmla="*/ 2147483647 h 18"/>
                  <a:gd name="T4" fmla="*/ 2147483647 w 10"/>
                  <a:gd name="T5" fmla="*/ 2147483647 h 18"/>
                  <a:gd name="T6" fmla="*/ 2147483647 w 10"/>
                  <a:gd name="T7" fmla="*/ 2147483647 h 18"/>
                  <a:gd name="T8" fmla="*/ 2147483647 w 10"/>
                  <a:gd name="T9" fmla="*/ 2147483647 h 18"/>
                  <a:gd name="T10" fmla="*/ 2147483647 w 10"/>
                  <a:gd name="T11" fmla="*/ 2147483647 h 18"/>
                  <a:gd name="T12" fmla="*/ 2147483647 w 10"/>
                  <a:gd name="T13" fmla="*/ 2147483647 h 18"/>
                  <a:gd name="T14" fmla="*/ 2147483647 w 10"/>
                  <a:gd name="T15" fmla="*/ 2147483647 h 18"/>
                  <a:gd name="T16" fmla="*/ 2147483647 w 10"/>
                  <a:gd name="T17" fmla="*/ 2147483647 h 18"/>
                  <a:gd name="T18" fmla="*/ 2147483647 w 10"/>
                  <a:gd name="T19" fmla="*/ 0 h 18"/>
                  <a:gd name="T20" fmla="*/ 2147483647 w 10"/>
                  <a:gd name="T21" fmla="*/ 2147483647 h 18"/>
                  <a:gd name="T22" fmla="*/ 2147483647 w 10"/>
                  <a:gd name="T23" fmla="*/ 2147483647 h 18"/>
                  <a:gd name="T24" fmla="*/ 2147483647 w 10"/>
                  <a:gd name="T25" fmla="*/ 2147483647 h 18"/>
                  <a:gd name="T26" fmla="*/ 0 w 10"/>
                  <a:gd name="T27" fmla="*/ 2147483647 h 18"/>
                  <a:gd name="T28" fmla="*/ 0 w 10"/>
                  <a:gd name="T29" fmla="*/ 2147483647 h 18"/>
                  <a:gd name="T30" fmla="*/ 2147483647 w 10"/>
                  <a:gd name="T31" fmla="*/ 2147483647 h 18"/>
                  <a:gd name="T32" fmla="*/ 2147483647 w 10"/>
                  <a:gd name="T33" fmla="*/ 2147483647 h 1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0"/>
                  <a:gd name="T52" fmla="*/ 0 h 18"/>
                  <a:gd name="T53" fmla="*/ 10 w 10"/>
                  <a:gd name="T54" fmla="*/ 18 h 1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0" h="18">
                    <a:moveTo>
                      <a:pt x="2" y="18"/>
                    </a:moveTo>
                    <a:lnTo>
                      <a:pt x="4" y="18"/>
                    </a:lnTo>
                    <a:lnTo>
                      <a:pt x="6" y="17"/>
                    </a:lnTo>
                    <a:lnTo>
                      <a:pt x="8" y="15"/>
                    </a:lnTo>
                    <a:lnTo>
                      <a:pt x="9" y="12"/>
                    </a:lnTo>
                    <a:lnTo>
                      <a:pt x="10" y="8"/>
                    </a:lnTo>
                    <a:lnTo>
                      <a:pt x="10" y="5"/>
                    </a:lnTo>
                    <a:lnTo>
                      <a:pt x="9" y="2"/>
                    </a:lnTo>
                    <a:lnTo>
                      <a:pt x="8" y="1"/>
                    </a:lnTo>
                    <a:lnTo>
                      <a:pt x="6" y="0"/>
                    </a:lnTo>
                    <a:lnTo>
                      <a:pt x="4" y="1"/>
                    </a:lnTo>
                    <a:lnTo>
                      <a:pt x="2" y="4"/>
                    </a:lnTo>
                    <a:lnTo>
                      <a:pt x="1" y="7"/>
                    </a:lnTo>
                    <a:lnTo>
                      <a:pt x="0" y="10"/>
                    </a:lnTo>
                    <a:lnTo>
                      <a:pt x="0" y="13"/>
                    </a:lnTo>
                    <a:lnTo>
                      <a:pt x="1" y="16"/>
                    </a:lnTo>
                    <a:lnTo>
                      <a:pt x="2" y="18"/>
                    </a:lnTo>
                    <a:close/>
                  </a:path>
                </a:pathLst>
              </a:custGeom>
              <a:solidFill>
                <a:srgbClr val="AA8E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6" name="Freeform 83"/>
              <p:cNvSpPr>
                <a:spLocks/>
              </p:cNvSpPr>
              <p:nvPr/>
            </p:nvSpPr>
            <p:spPr bwMode="auto">
              <a:xfrm>
                <a:off x="1636713" y="1857376"/>
                <a:ext cx="3175" cy="4763"/>
              </a:xfrm>
              <a:custGeom>
                <a:avLst/>
                <a:gdLst>
                  <a:gd name="T0" fmla="*/ 2147483647 w 10"/>
                  <a:gd name="T1" fmla="*/ 2147483647 h 17"/>
                  <a:gd name="T2" fmla="*/ 2147483647 w 10"/>
                  <a:gd name="T3" fmla="*/ 2147483647 h 17"/>
                  <a:gd name="T4" fmla="*/ 2147483647 w 10"/>
                  <a:gd name="T5" fmla="*/ 2147483647 h 17"/>
                  <a:gd name="T6" fmla="*/ 2147483647 w 10"/>
                  <a:gd name="T7" fmla="*/ 2147483647 h 17"/>
                  <a:gd name="T8" fmla="*/ 2147483647 w 10"/>
                  <a:gd name="T9" fmla="*/ 2147483647 h 17"/>
                  <a:gd name="T10" fmla="*/ 2147483647 w 10"/>
                  <a:gd name="T11" fmla="*/ 2147483647 h 17"/>
                  <a:gd name="T12" fmla="*/ 2147483647 w 10"/>
                  <a:gd name="T13" fmla="*/ 2147483647 h 17"/>
                  <a:gd name="T14" fmla="*/ 2147483647 w 10"/>
                  <a:gd name="T15" fmla="*/ 2147483647 h 17"/>
                  <a:gd name="T16" fmla="*/ 2147483647 w 10"/>
                  <a:gd name="T17" fmla="*/ 0 h 17"/>
                  <a:gd name="T18" fmla="*/ 2147483647 w 10"/>
                  <a:gd name="T19" fmla="*/ 0 h 17"/>
                  <a:gd name="T20" fmla="*/ 2147483647 w 10"/>
                  <a:gd name="T21" fmla="*/ 2147483647 h 17"/>
                  <a:gd name="T22" fmla="*/ 2147483647 w 10"/>
                  <a:gd name="T23" fmla="*/ 2147483647 h 17"/>
                  <a:gd name="T24" fmla="*/ 0 w 10"/>
                  <a:gd name="T25" fmla="*/ 2147483647 h 17"/>
                  <a:gd name="T26" fmla="*/ 0 w 10"/>
                  <a:gd name="T27" fmla="*/ 2147483647 h 17"/>
                  <a:gd name="T28" fmla="*/ 0 w 10"/>
                  <a:gd name="T29" fmla="*/ 2147483647 h 17"/>
                  <a:gd name="T30" fmla="*/ 2147483647 w 10"/>
                  <a:gd name="T31" fmla="*/ 2147483647 h 17"/>
                  <a:gd name="T32" fmla="*/ 2147483647 w 10"/>
                  <a:gd name="T33" fmla="*/ 2147483647 h 1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0"/>
                  <a:gd name="T52" fmla="*/ 0 h 17"/>
                  <a:gd name="T53" fmla="*/ 10 w 10"/>
                  <a:gd name="T54" fmla="*/ 17 h 1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0" h="17">
                    <a:moveTo>
                      <a:pt x="2" y="17"/>
                    </a:moveTo>
                    <a:lnTo>
                      <a:pt x="4" y="17"/>
                    </a:lnTo>
                    <a:lnTo>
                      <a:pt x="6" y="16"/>
                    </a:lnTo>
                    <a:lnTo>
                      <a:pt x="7" y="14"/>
                    </a:lnTo>
                    <a:lnTo>
                      <a:pt x="9" y="11"/>
                    </a:lnTo>
                    <a:lnTo>
                      <a:pt x="10" y="7"/>
                    </a:lnTo>
                    <a:lnTo>
                      <a:pt x="10" y="4"/>
                    </a:lnTo>
                    <a:lnTo>
                      <a:pt x="9" y="1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4" y="1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10"/>
                    </a:lnTo>
                    <a:lnTo>
                      <a:pt x="0" y="13"/>
                    </a:lnTo>
                    <a:lnTo>
                      <a:pt x="1" y="16"/>
                    </a:lnTo>
                    <a:lnTo>
                      <a:pt x="2" y="17"/>
                    </a:lnTo>
                    <a:close/>
                  </a:path>
                </a:pathLst>
              </a:custGeom>
              <a:solidFill>
                <a:srgbClr val="AA8E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7" name="Freeform 84"/>
              <p:cNvSpPr>
                <a:spLocks/>
              </p:cNvSpPr>
              <p:nvPr/>
            </p:nvSpPr>
            <p:spPr bwMode="auto">
              <a:xfrm>
                <a:off x="1573213" y="1893888"/>
                <a:ext cx="3175" cy="14288"/>
              </a:xfrm>
              <a:custGeom>
                <a:avLst/>
                <a:gdLst>
                  <a:gd name="T0" fmla="*/ 2147483647 w 8"/>
                  <a:gd name="T1" fmla="*/ 0 h 41"/>
                  <a:gd name="T2" fmla="*/ 2147483647 w 8"/>
                  <a:gd name="T3" fmla="*/ 2147483647 h 41"/>
                  <a:gd name="T4" fmla="*/ 2147483647 w 8"/>
                  <a:gd name="T5" fmla="*/ 2147483647 h 41"/>
                  <a:gd name="T6" fmla="*/ 2147483647 w 8"/>
                  <a:gd name="T7" fmla="*/ 2147483647 h 41"/>
                  <a:gd name="T8" fmla="*/ 0 w 8"/>
                  <a:gd name="T9" fmla="*/ 2147483647 h 41"/>
                  <a:gd name="T10" fmla="*/ 0 w 8"/>
                  <a:gd name="T11" fmla="*/ 2147483647 h 41"/>
                  <a:gd name="T12" fmla="*/ 0 w 8"/>
                  <a:gd name="T13" fmla="*/ 2147483647 h 41"/>
                  <a:gd name="T14" fmla="*/ 2147483647 w 8"/>
                  <a:gd name="T15" fmla="*/ 2147483647 h 41"/>
                  <a:gd name="T16" fmla="*/ 2147483647 w 8"/>
                  <a:gd name="T17" fmla="*/ 2147483647 h 41"/>
                  <a:gd name="T18" fmla="*/ 2147483647 w 8"/>
                  <a:gd name="T19" fmla="*/ 2147483647 h 41"/>
                  <a:gd name="T20" fmla="*/ 2147483647 w 8"/>
                  <a:gd name="T21" fmla="*/ 2147483647 h 41"/>
                  <a:gd name="T22" fmla="*/ 2147483647 w 8"/>
                  <a:gd name="T23" fmla="*/ 2147483647 h 41"/>
                  <a:gd name="T24" fmla="*/ 2147483647 w 8"/>
                  <a:gd name="T25" fmla="*/ 2147483647 h 41"/>
                  <a:gd name="T26" fmla="*/ 2147483647 w 8"/>
                  <a:gd name="T27" fmla="*/ 2147483647 h 41"/>
                  <a:gd name="T28" fmla="*/ 2147483647 w 8"/>
                  <a:gd name="T29" fmla="*/ 2147483647 h 41"/>
                  <a:gd name="T30" fmla="*/ 2147483647 w 8"/>
                  <a:gd name="T31" fmla="*/ 2147483647 h 41"/>
                  <a:gd name="T32" fmla="*/ 2147483647 w 8"/>
                  <a:gd name="T33" fmla="*/ 0 h 4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"/>
                  <a:gd name="T52" fmla="*/ 0 h 41"/>
                  <a:gd name="T53" fmla="*/ 8 w 8"/>
                  <a:gd name="T54" fmla="*/ 41 h 4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" h="41">
                    <a:moveTo>
                      <a:pt x="6" y="0"/>
                    </a:moveTo>
                    <a:lnTo>
                      <a:pt x="4" y="2"/>
                    </a:lnTo>
                    <a:lnTo>
                      <a:pt x="2" y="6"/>
                    </a:lnTo>
                    <a:lnTo>
                      <a:pt x="1" y="13"/>
                    </a:lnTo>
                    <a:lnTo>
                      <a:pt x="0" y="21"/>
                    </a:lnTo>
                    <a:lnTo>
                      <a:pt x="0" y="29"/>
                    </a:lnTo>
                    <a:lnTo>
                      <a:pt x="0" y="35"/>
                    </a:lnTo>
                    <a:lnTo>
                      <a:pt x="1" y="39"/>
                    </a:lnTo>
                    <a:lnTo>
                      <a:pt x="3" y="41"/>
                    </a:lnTo>
                    <a:lnTo>
                      <a:pt x="5" y="40"/>
                    </a:lnTo>
                    <a:lnTo>
                      <a:pt x="6" y="36"/>
                    </a:lnTo>
                    <a:lnTo>
                      <a:pt x="8" y="29"/>
                    </a:lnTo>
                    <a:lnTo>
                      <a:pt x="8" y="21"/>
                    </a:lnTo>
                    <a:lnTo>
                      <a:pt x="8" y="13"/>
                    </a:lnTo>
                    <a:lnTo>
                      <a:pt x="8" y="7"/>
                    </a:lnTo>
                    <a:lnTo>
                      <a:pt x="7" y="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C6B59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8" name="Freeform 85"/>
              <p:cNvSpPr>
                <a:spLocks/>
              </p:cNvSpPr>
              <p:nvPr/>
            </p:nvSpPr>
            <p:spPr bwMode="auto">
              <a:xfrm>
                <a:off x="1614488" y="1870076"/>
                <a:ext cx="7937" cy="6350"/>
              </a:xfrm>
              <a:custGeom>
                <a:avLst/>
                <a:gdLst>
                  <a:gd name="T0" fmla="*/ 0 w 26"/>
                  <a:gd name="T1" fmla="*/ 2147483647 h 21"/>
                  <a:gd name="T2" fmla="*/ 2147483647 w 26"/>
                  <a:gd name="T3" fmla="*/ 2147483647 h 21"/>
                  <a:gd name="T4" fmla="*/ 2147483647 w 26"/>
                  <a:gd name="T5" fmla="*/ 2147483647 h 21"/>
                  <a:gd name="T6" fmla="*/ 2147483647 w 26"/>
                  <a:gd name="T7" fmla="*/ 2147483647 h 21"/>
                  <a:gd name="T8" fmla="*/ 2147483647 w 26"/>
                  <a:gd name="T9" fmla="*/ 2147483647 h 21"/>
                  <a:gd name="T10" fmla="*/ 2147483647 w 26"/>
                  <a:gd name="T11" fmla="*/ 2147483647 h 21"/>
                  <a:gd name="T12" fmla="*/ 2147483647 w 26"/>
                  <a:gd name="T13" fmla="*/ 2147483647 h 21"/>
                  <a:gd name="T14" fmla="*/ 2147483647 w 26"/>
                  <a:gd name="T15" fmla="*/ 2147483647 h 21"/>
                  <a:gd name="T16" fmla="*/ 2147483647 w 26"/>
                  <a:gd name="T17" fmla="*/ 0 h 21"/>
                  <a:gd name="T18" fmla="*/ 2147483647 w 26"/>
                  <a:gd name="T19" fmla="*/ 0 h 21"/>
                  <a:gd name="T20" fmla="*/ 2147483647 w 26"/>
                  <a:gd name="T21" fmla="*/ 2147483647 h 21"/>
                  <a:gd name="T22" fmla="*/ 2147483647 w 26"/>
                  <a:gd name="T23" fmla="*/ 2147483647 h 21"/>
                  <a:gd name="T24" fmla="*/ 2147483647 w 26"/>
                  <a:gd name="T25" fmla="*/ 2147483647 h 21"/>
                  <a:gd name="T26" fmla="*/ 2147483647 w 26"/>
                  <a:gd name="T27" fmla="*/ 2147483647 h 21"/>
                  <a:gd name="T28" fmla="*/ 2147483647 w 26"/>
                  <a:gd name="T29" fmla="*/ 2147483647 h 21"/>
                  <a:gd name="T30" fmla="*/ 0 w 26"/>
                  <a:gd name="T31" fmla="*/ 2147483647 h 21"/>
                  <a:gd name="T32" fmla="*/ 0 w 26"/>
                  <a:gd name="T33" fmla="*/ 2147483647 h 2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6"/>
                  <a:gd name="T52" fmla="*/ 0 h 21"/>
                  <a:gd name="T53" fmla="*/ 26 w 26"/>
                  <a:gd name="T54" fmla="*/ 21 h 2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6" h="21">
                    <a:moveTo>
                      <a:pt x="0" y="21"/>
                    </a:moveTo>
                    <a:lnTo>
                      <a:pt x="2" y="21"/>
                    </a:lnTo>
                    <a:lnTo>
                      <a:pt x="6" y="20"/>
                    </a:lnTo>
                    <a:lnTo>
                      <a:pt x="10" y="17"/>
                    </a:lnTo>
                    <a:lnTo>
                      <a:pt x="15" y="13"/>
                    </a:lnTo>
                    <a:lnTo>
                      <a:pt x="19" y="9"/>
                    </a:lnTo>
                    <a:lnTo>
                      <a:pt x="23" y="6"/>
                    </a:lnTo>
                    <a:lnTo>
                      <a:pt x="26" y="2"/>
                    </a:lnTo>
                    <a:lnTo>
                      <a:pt x="26" y="0"/>
                    </a:lnTo>
                    <a:lnTo>
                      <a:pt x="23" y="0"/>
                    </a:lnTo>
                    <a:lnTo>
                      <a:pt x="20" y="1"/>
                    </a:lnTo>
                    <a:lnTo>
                      <a:pt x="15" y="5"/>
                    </a:lnTo>
                    <a:lnTo>
                      <a:pt x="11" y="8"/>
                    </a:lnTo>
                    <a:lnTo>
                      <a:pt x="6" y="12"/>
                    </a:lnTo>
                    <a:lnTo>
                      <a:pt x="3" y="16"/>
                    </a:lnTo>
                    <a:lnTo>
                      <a:pt x="0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C6B59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9" name="Freeform 86"/>
              <p:cNvSpPr>
                <a:spLocks/>
              </p:cNvSpPr>
              <p:nvPr/>
            </p:nvSpPr>
            <p:spPr bwMode="auto">
              <a:xfrm>
                <a:off x="1630363" y="1862138"/>
                <a:ext cx="1587" cy="4763"/>
              </a:xfrm>
              <a:custGeom>
                <a:avLst/>
                <a:gdLst>
                  <a:gd name="T0" fmla="*/ 2147483647 w 8"/>
                  <a:gd name="T1" fmla="*/ 2147483647 h 17"/>
                  <a:gd name="T2" fmla="*/ 2147483647 w 8"/>
                  <a:gd name="T3" fmla="*/ 2147483647 h 17"/>
                  <a:gd name="T4" fmla="*/ 2147483647 w 8"/>
                  <a:gd name="T5" fmla="*/ 2147483647 h 17"/>
                  <a:gd name="T6" fmla="*/ 2147483647 w 8"/>
                  <a:gd name="T7" fmla="*/ 2147483647 h 17"/>
                  <a:gd name="T8" fmla="*/ 2147483647 w 8"/>
                  <a:gd name="T9" fmla="*/ 2147483647 h 17"/>
                  <a:gd name="T10" fmla="*/ 2147483647 w 8"/>
                  <a:gd name="T11" fmla="*/ 2147483647 h 17"/>
                  <a:gd name="T12" fmla="*/ 2147483647 w 8"/>
                  <a:gd name="T13" fmla="*/ 2147483647 h 17"/>
                  <a:gd name="T14" fmla="*/ 2147483647 w 8"/>
                  <a:gd name="T15" fmla="*/ 2147483647 h 17"/>
                  <a:gd name="T16" fmla="*/ 2147483647 w 8"/>
                  <a:gd name="T17" fmla="*/ 0 h 17"/>
                  <a:gd name="T18" fmla="*/ 2147483647 w 8"/>
                  <a:gd name="T19" fmla="*/ 0 h 17"/>
                  <a:gd name="T20" fmla="*/ 2147483647 w 8"/>
                  <a:gd name="T21" fmla="*/ 2147483647 h 17"/>
                  <a:gd name="T22" fmla="*/ 2147483647 w 8"/>
                  <a:gd name="T23" fmla="*/ 2147483647 h 17"/>
                  <a:gd name="T24" fmla="*/ 2147483647 w 8"/>
                  <a:gd name="T25" fmla="*/ 2147483647 h 17"/>
                  <a:gd name="T26" fmla="*/ 0 w 8"/>
                  <a:gd name="T27" fmla="*/ 2147483647 h 17"/>
                  <a:gd name="T28" fmla="*/ 0 w 8"/>
                  <a:gd name="T29" fmla="*/ 2147483647 h 17"/>
                  <a:gd name="T30" fmla="*/ 0 w 8"/>
                  <a:gd name="T31" fmla="*/ 2147483647 h 17"/>
                  <a:gd name="T32" fmla="*/ 2147483647 w 8"/>
                  <a:gd name="T33" fmla="*/ 2147483647 h 1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"/>
                  <a:gd name="T52" fmla="*/ 0 h 17"/>
                  <a:gd name="T53" fmla="*/ 8 w 8"/>
                  <a:gd name="T54" fmla="*/ 17 h 1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" h="17">
                    <a:moveTo>
                      <a:pt x="1" y="17"/>
                    </a:moveTo>
                    <a:lnTo>
                      <a:pt x="2" y="17"/>
                    </a:lnTo>
                    <a:lnTo>
                      <a:pt x="4" y="16"/>
                    </a:lnTo>
                    <a:lnTo>
                      <a:pt x="5" y="13"/>
                    </a:lnTo>
                    <a:lnTo>
                      <a:pt x="6" y="10"/>
                    </a:lnTo>
                    <a:lnTo>
                      <a:pt x="7" y="6"/>
                    </a:lnTo>
                    <a:lnTo>
                      <a:pt x="8" y="3"/>
                    </a:lnTo>
                    <a:lnTo>
                      <a:pt x="7" y="1"/>
                    </a:lnTo>
                    <a:lnTo>
                      <a:pt x="6" y="0"/>
                    </a:lnTo>
                    <a:lnTo>
                      <a:pt x="5" y="0"/>
                    </a:lnTo>
                    <a:lnTo>
                      <a:pt x="4" y="1"/>
                    </a:lnTo>
                    <a:lnTo>
                      <a:pt x="2" y="4"/>
                    </a:lnTo>
                    <a:lnTo>
                      <a:pt x="1" y="7"/>
                    </a:lnTo>
                    <a:lnTo>
                      <a:pt x="0" y="10"/>
                    </a:lnTo>
                    <a:lnTo>
                      <a:pt x="0" y="13"/>
                    </a:lnTo>
                    <a:lnTo>
                      <a:pt x="0" y="16"/>
                    </a:lnTo>
                    <a:lnTo>
                      <a:pt x="1" y="17"/>
                    </a:lnTo>
                    <a:close/>
                  </a:path>
                </a:pathLst>
              </a:custGeom>
              <a:solidFill>
                <a:srgbClr val="C6B59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0" name="Freeform 87"/>
              <p:cNvSpPr>
                <a:spLocks/>
              </p:cNvSpPr>
              <p:nvPr/>
            </p:nvSpPr>
            <p:spPr bwMode="auto">
              <a:xfrm>
                <a:off x="1636713" y="1857376"/>
                <a:ext cx="1587" cy="4763"/>
              </a:xfrm>
              <a:custGeom>
                <a:avLst/>
                <a:gdLst>
                  <a:gd name="T0" fmla="*/ 2147483647 w 8"/>
                  <a:gd name="T1" fmla="*/ 2147483647 h 17"/>
                  <a:gd name="T2" fmla="*/ 2147483647 w 8"/>
                  <a:gd name="T3" fmla="*/ 2147483647 h 17"/>
                  <a:gd name="T4" fmla="*/ 2147483647 w 8"/>
                  <a:gd name="T5" fmla="*/ 2147483647 h 17"/>
                  <a:gd name="T6" fmla="*/ 2147483647 w 8"/>
                  <a:gd name="T7" fmla="*/ 2147483647 h 17"/>
                  <a:gd name="T8" fmla="*/ 2147483647 w 8"/>
                  <a:gd name="T9" fmla="*/ 2147483647 h 17"/>
                  <a:gd name="T10" fmla="*/ 2147483647 w 8"/>
                  <a:gd name="T11" fmla="*/ 2147483647 h 17"/>
                  <a:gd name="T12" fmla="*/ 2147483647 w 8"/>
                  <a:gd name="T13" fmla="*/ 2147483647 h 17"/>
                  <a:gd name="T14" fmla="*/ 2147483647 w 8"/>
                  <a:gd name="T15" fmla="*/ 2147483647 h 17"/>
                  <a:gd name="T16" fmla="*/ 2147483647 w 8"/>
                  <a:gd name="T17" fmla="*/ 0 h 17"/>
                  <a:gd name="T18" fmla="*/ 2147483647 w 8"/>
                  <a:gd name="T19" fmla="*/ 0 h 17"/>
                  <a:gd name="T20" fmla="*/ 2147483647 w 8"/>
                  <a:gd name="T21" fmla="*/ 2147483647 h 17"/>
                  <a:gd name="T22" fmla="*/ 2147483647 w 8"/>
                  <a:gd name="T23" fmla="*/ 2147483647 h 17"/>
                  <a:gd name="T24" fmla="*/ 2147483647 w 8"/>
                  <a:gd name="T25" fmla="*/ 2147483647 h 17"/>
                  <a:gd name="T26" fmla="*/ 0 w 8"/>
                  <a:gd name="T27" fmla="*/ 2147483647 h 17"/>
                  <a:gd name="T28" fmla="*/ 0 w 8"/>
                  <a:gd name="T29" fmla="*/ 2147483647 h 17"/>
                  <a:gd name="T30" fmla="*/ 2147483647 w 8"/>
                  <a:gd name="T31" fmla="*/ 2147483647 h 17"/>
                  <a:gd name="T32" fmla="*/ 2147483647 w 8"/>
                  <a:gd name="T33" fmla="*/ 2147483647 h 1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"/>
                  <a:gd name="T52" fmla="*/ 0 h 17"/>
                  <a:gd name="T53" fmla="*/ 8 w 8"/>
                  <a:gd name="T54" fmla="*/ 17 h 17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" h="17">
                    <a:moveTo>
                      <a:pt x="2" y="17"/>
                    </a:moveTo>
                    <a:lnTo>
                      <a:pt x="3" y="17"/>
                    </a:lnTo>
                    <a:lnTo>
                      <a:pt x="4" y="16"/>
                    </a:lnTo>
                    <a:lnTo>
                      <a:pt x="6" y="13"/>
                    </a:lnTo>
                    <a:lnTo>
                      <a:pt x="7" y="10"/>
                    </a:lnTo>
                    <a:lnTo>
                      <a:pt x="8" y="7"/>
                    </a:lnTo>
                    <a:lnTo>
                      <a:pt x="8" y="4"/>
                    </a:lnTo>
                    <a:lnTo>
                      <a:pt x="8" y="1"/>
                    </a:lnTo>
                    <a:lnTo>
                      <a:pt x="7" y="0"/>
                    </a:lnTo>
                    <a:lnTo>
                      <a:pt x="6" y="0"/>
                    </a:lnTo>
                    <a:lnTo>
                      <a:pt x="4" y="1"/>
                    </a:lnTo>
                    <a:lnTo>
                      <a:pt x="3" y="4"/>
                    </a:lnTo>
                    <a:lnTo>
                      <a:pt x="1" y="7"/>
                    </a:lnTo>
                    <a:lnTo>
                      <a:pt x="0" y="11"/>
                    </a:lnTo>
                    <a:lnTo>
                      <a:pt x="0" y="13"/>
                    </a:lnTo>
                    <a:lnTo>
                      <a:pt x="1" y="16"/>
                    </a:lnTo>
                    <a:lnTo>
                      <a:pt x="2" y="17"/>
                    </a:lnTo>
                    <a:close/>
                  </a:path>
                </a:pathLst>
              </a:custGeom>
              <a:solidFill>
                <a:srgbClr val="C6B59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1" name="Freeform 88"/>
              <p:cNvSpPr>
                <a:spLocks/>
              </p:cNvSpPr>
              <p:nvPr/>
            </p:nvSpPr>
            <p:spPr bwMode="auto">
              <a:xfrm>
                <a:off x="1477963" y="1590676"/>
                <a:ext cx="168275" cy="34925"/>
              </a:xfrm>
              <a:custGeom>
                <a:avLst/>
                <a:gdLst>
                  <a:gd name="T0" fmla="*/ 2147483647 w 529"/>
                  <a:gd name="T1" fmla="*/ 2147483647 h 110"/>
                  <a:gd name="T2" fmla="*/ 2147483647 w 529"/>
                  <a:gd name="T3" fmla="*/ 0 h 110"/>
                  <a:gd name="T4" fmla="*/ 0 w 529"/>
                  <a:gd name="T5" fmla="*/ 2147483647 h 110"/>
                  <a:gd name="T6" fmla="*/ 2147483647 w 529"/>
                  <a:gd name="T7" fmla="*/ 2147483647 h 110"/>
                  <a:gd name="T8" fmla="*/ 2147483647 w 529"/>
                  <a:gd name="T9" fmla="*/ 2147483647 h 1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29"/>
                  <a:gd name="T16" fmla="*/ 0 h 110"/>
                  <a:gd name="T17" fmla="*/ 529 w 529"/>
                  <a:gd name="T18" fmla="*/ 110 h 1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29" h="110">
                    <a:moveTo>
                      <a:pt x="529" y="9"/>
                    </a:moveTo>
                    <a:lnTo>
                      <a:pt x="414" y="0"/>
                    </a:lnTo>
                    <a:lnTo>
                      <a:pt x="0" y="83"/>
                    </a:lnTo>
                    <a:lnTo>
                      <a:pt x="110" y="110"/>
                    </a:lnTo>
                    <a:lnTo>
                      <a:pt x="529" y="9"/>
                    </a:lnTo>
                    <a:close/>
                  </a:path>
                </a:pathLst>
              </a:custGeom>
              <a:solidFill>
                <a:srgbClr val="AA8E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2" name="Freeform 89"/>
              <p:cNvSpPr>
                <a:spLocks/>
              </p:cNvSpPr>
              <p:nvPr/>
            </p:nvSpPr>
            <p:spPr bwMode="auto">
              <a:xfrm>
                <a:off x="1476375" y="1817688"/>
                <a:ext cx="41275" cy="134938"/>
              </a:xfrm>
              <a:custGeom>
                <a:avLst/>
                <a:gdLst>
                  <a:gd name="T0" fmla="*/ 2147483647 w 128"/>
                  <a:gd name="T1" fmla="*/ 2147483647 h 423"/>
                  <a:gd name="T2" fmla="*/ 2147483647 w 128"/>
                  <a:gd name="T3" fmla="*/ 2147483647 h 423"/>
                  <a:gd name="T4" fmla="*/ 2147483647 w 128"/>
                  <a:gd name="T5" fmla="*/ 2147483647 h 423"/>
                  <a:gd name="T6" fmla="*/ 2147483647 w 128"/>
                  <a:gd name="T7" fmla="*/ 2147483647 h 423"/>
                  <a:gd name="T8" fmla="*/ 2147483647 w 128"/>
                  <a:gd name="T9" fmla="*/ 2147483647 h 423"/>
                  <a:gd name="T10" fmla="*/ 2147483647 w 128"/>
                  <a:gd name="T11" fmla="*/ 0 h 423"/>
                  <a:gd name="T12" fmla="*/ 2147483647 w 128"/>
                  <a:gd name="T13" fmla="*/ 2147483647 h 423"/>
                  <a:gd name="T14" fmla="*/ 0 w 128"/>
                  <a:gd name="T15" fmla="*/ 2147483647 h 423"/>
                  <a:gd name="T16" fmla="*/ 2147483647 w 128"/>
                  <a:gd name="T17" fmla="*/ 2147483647 h 423"/>
                  <a:gd name="T18" fmla="*/ 2147483647 w 128"/>
                  <a:gd name="T19" fmla="*/ 2147483647 h 423"/>
                  <a:gd name="T20" fmla="*/ 2147483647 w 128"/>
                  <a:gd name="T21" fmla="*/ 2147483647 h 42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8"/>
                  <a:gd name="T34" fmla="*/ 0 h 423"/>
                  <a:gd name="T35" fmla="*/ 128 w 128"/>
                  <a:gd name="T36" fmla="*/ 423 h 42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8" h="423">
                    <a:moveTo>
                      <a:pt x="14" y="423"/>
                    </a:moveTo>
                    <a:lnTo>
                      <a:pt x="115" y="375"/>
                    </a:lnTo>
                    <a:lnTo>
                      <a:pt x="125" y="288"/>
                    </a:lnTo>
                    <a:lnTo>
                      <a:pt x="128" y="195"/>
                    </a:lnTo>
                    <a:lnTo>
                      <a:pt x="123" y="98"/>
                    </a:lnTo>
                    <a:lnTo>
                      <a:pt x="111" y="0"/>
                    </a:lnTo>
                    <a:lnTo>
                      <a:pt x="6" y="20"/>
                    </a:lnTo>
                    <a:lnTo>
                      <a:pt x="0" y="117"/>
                    </a:lnTo>
                    <a:lnTo>
                      <a:pt x="3" y="221"/>
                    </a:lnTo>
                    <a:lnTo>
                      <a:pt x="10" y="327"/>
                    </a:lnTo>
                    <a:lnTo>
                      <a:pt x="14" y="423"/>
                    </a:lnTo>
                    <a:close/>
                  </a:path>
                </a:pathLst>
              </a:custGeom>
              <a:solidFill>
                <a:srgbClr val="AA8E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3" name="Freeform 90"/>
              <p:cNvSpPr>
                <a:spLocks/>
              </p:cNvSpPr>
              <p:nvPr/>
            </p:nvSpPr>
            <p:spPr bwMode="auto">
              <a:xfrm>
                <a:off x="1466850" y="1685926"/>
                <a:ext cx="44450" cy="219075"/>
              </a:xfrm>
              <a:custGeom>
                <a:avLst/>
                <a:gdLst>
                  <a:gd name="T0" fmla="*/ 2147483647 w 141"/>
                  <a:gd name="T1" fmla="*/ 0 h 692"/>
                  <a:gd name="T2" fmla="*/ 0 w 141"/>
                  <a:gd name="T3" fmla="*/ 2147483647 h 692"/>
                  <a:gd name="T4" fmla="*/ 2147483647 w 141"/>
                  <a:gd name="T5" fmla="*/ 2147483647 h 692"/>
                  <a:gd name="T6" fmla="*/ 2147483647 w 141"/>
                  <a:gd name="T7" fmla="*/ 2147483647 h 692"/>
                  <a:gd name="T8" fmla="*/ 2147483647 w 141"/>
                  <a:gd name="T9" fmla="*/ 2147483647 h 692"/>
                  <a:gd name="T10" fmla="*/ 2147483647 w 141"/>
                  <a:gd name="T11" fmla="*/ 2147483647 h 692"/>
                  <a:gd name="T12" fmla="*/ 2147483647 w 141"/>
                  <a:gd name="T13" fmla="*/ 2147483647 h 692"/>
                  <a:gd name="T14" fmla="*/ 2147483647 w 141"/>
                  <a:gd name="T15" fmla="*/ 2147483647 h 692"/>
                  <a:gd name="T16" fmla="*/ 2147483647 w 141"/>
                  <a:gd name="T17" fmla="*/ 2147483647 h 692"/>
                  <a:gd name="T18" fmla="*/ 2147483647 w 141"/>
                  <a:gd name="T19" fmla="*/ 2147483647 h 692"/>
                  <a:gd name="T20" fmla="*/ 2147483647 w 141"/>
                  <a:gd name="T21" fmla="*/ 2147483647 h 692"/>
                  <a:gd name="T22" fmla="*/ 2147483647 w 141"/>
                  <a:gd name="T23" fmla="*/ 2147483647 h 692"/>
                  <a:gd name="T24" fmla="*/ 2147483647 w 141"/>
                  <a:gd name="T25" fmla="*/ 2147483647 h 692"/>
                  <a:gd name="T26" fmla="*/ 2147483647 w 141"/>
                  <a:gd name="T27" fmla="*/ 2147483647 h 692"/>
                  <a:gd name="T28" fmla="*/ 2147483647 w 141"/>
                  <a:gd name="T29" fmla="*/ 2147483647 h 692"/>
                  <a:gd name="T30" fmla="*/ 2147483647 w 141"/>
                  <a:gd name="T31" fmla="*/ 2147483647 h 692"/>
                  <a:gd name="T32" fmla="*/ 2147483647 w 141"/>
                  <a:gd name="T33" fmla="*/ 2147483647 h 692"/>
                  <a:gd name="T34" fmla="*/ 2147483647 w 141"/>
                  <a:gd name="T35" fmla="*/ 2147483647 h 692"/>
                  <a:gd name="T36" fmla="*/ 2147483647 w 141"/>
                  <a:gd name="T37" fmla="*/ 2147483647 h 692"/>
                  <a:gd name="T38" fmla="*/ 2147483647 w 141"/>
                  <a:gd name="T39" fmla="*/ 2147483647 h 692"/>
                  <a:gd name="T40" fmla="*/ 2147483647 w 141"/>
                  <a:gd name="T41" fmla="*/ 2147483647 h 692"/>
                  <a:gd name="T42" fmla="*/ 2147483647 w 141"/>
                  <a:gd name="T43" fmla="*/ 0 h 692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141"/>
                  <a:gd name="T67" fmla="*/ 0 h 692"/>
                  <a:gd name="T68" fmla="*/ 141 w 141"/>
                  <a:gd name="T69" fmla="*/ 692 h 692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141" h="692">
                    <a:moveTo>
                      <a:pt x="76" y="0"/>
                    </a:moveTo>
                    <a:lnTo>
                      <a:pt x="0" y="38"/>
                    </a:lnTo>
                    <a:lnTo>
                      <a:pt x="10" y="112"/>
                    </a:lnTo>
                    <a:lnTo>
                      <a:pt x="20" y="187"/>
                    </a:lnTo>
                    <a:lnTo>
                      <a:pt x="29" y="261"/>
                    </a:lnTo>
                    <a:lnTo>
                      <a:pt x="37" y="336"/>
                    </a:lnTo>
                    <a:lnTo>
                      <a:pt x="45" y="410"/>
                    </a:lnTo>
                    <a:lnTo>
                      <a:pt x="52" y="485"/>
                    </a:lnTo>
                    <a:lnTo>
                      <a:pt x="60" y="559"/>
                    </a:lnTo>
                    <a:lnTo>
                      <a:pt x="68" y="634"/>
                    </a:lnTo>
                    <a:lnTo>
                      <a:pt x="94" y="692"/>
                    </a:lnTo>
                    <a:lnTo>
                      <a:pt x="131" y="688"/>
                    </a:lnTo>
                    <a:lnTo>
                      <a:pt x="135" y="639"/>
                    </a:lnTo>
                    <a:lnTo>
                      <a:pt x="139" y="554"/>
                    </a:lnTo>
                    <a:lnTo>
                      <a:pt x="141" y="473"/>
                    </a:lnTo>
                    <a:lnTo>
                      <a:pt x="139" y="394"/>
                    </a:lnTo>
                    <a:lnTo>
                      <a:pt x="136" y="317"/>
                    </a:lnTo>
                    <a:lnTo>
                      <a:pt x="131" y="242"/>
                    </a:lnTo>
                    <a:lnTo>
                      <a:pt x="125" y="167"/>
                    </a:lnTo>
                    <a:lnTo>
                      <a:pt x="118" y="92"/>
                    </a:lnTo>
                    <a:lnTo>
                      <a:pt x="111" y="16"/>
                    </a:lnTo>
                    <a:lnTo>
                      <a:pt x="76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4" name="Freeform 91"/>
              <p:cNvSpPr>
                <a:spLocks/>
              </p:cNvSpPr>
              <p:nvPr/>
            </p:nvSpPr>
            <p:spPr bwMode="auto">
              <a:xfrm>
                <a:off x="1684338" y="1581151"/>
                <a:ext cx="68262" cy="30163"/>
              </a:xfrm>
              <a:custGeom>
                <a:avLst/>
                <a:gdLst>
                  <a:gd name="T0" fmla="*/ 2147483647 w 216"/>
                  <a:gd name="T1" fmla="*/ 2147483647 h 96"/>
                  <a:gd name="T2" fmla="*/ 2147483647 w 216"/>
                  <a:gd name="T3" fmla="*/ 2147483647 h 96"/>
                  <a:gd name="T4" fmla="*/ 2147483647 w 216"/>
                  <a:gd name="T5" fmla="*/ 2147483647 h 96"/>
                  <a:gd name="T6" fmla="*/ 2147483647 w 216"/>
                  <a:gd name="T7" fmla="*/ 2147483647 h 96"/>
                  <a:gd name="T8" fmla="*/ 2147483647 w 216"/>
                  <a:gd name="T9" fmla="*/ 2147483647 h 96"/>
                  <a:gd name="T10" fmla="*/ 2147483647 w 216"/>
                  <a:gd name="T11" fmla="*/ 2147483647 h 96"/>
                  <a:gd name="T12" fmla="*/ 2147483647 w 216"/>
                  <a:gd name="T13" fmla="*/ 2147483647 h 96"/>
                  <a:gd name="T14" fmla="*/ 0 w 216"/>
                  <a:gd name="T15" fmla="*/ 2147483647 h 96"/>
                  <a:gd name="T16" fmla="*/ 2147483647 w 216"/>
                  <a:gd name="T17" fmla="*/ 2147483647 h 96"/>
                  <a:gd name="T18" fmla="*/ 2147483647 w 216"/>
                  <a:gd name="T19" fmla="*/ 0 h 96"/>
                  <a:gd name="T20" fmla="*/ 2147483647 w 216"/>
                  <a:gd name="T21" fmla="*/ 2147483647 h 96"/>
                  <a:gd name="T22" fmla="*/ 2147483647 w 216"/>
                  <a:gd name="T23" fmla="*/ 2147483647 h 9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16"/>
                  <a:gd name="T37" fmla="*/ 0 h 96"/>
                  <a:gd name="T38" fmla="*/ 216 w 216"/>
                  <a:gd name="T39" fmla="*/ 96 h 9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16" h="96">
                    <a:moveTo>
                      <a:pt x="205" y="2"/>
                    </a:moveTo>
                    <a:lnTo>
                      <a:pt x="216" y="72"/>
                    </a:lnTo>
                    <a:lnTo>
                      <a:pt x="195" y="70"/>
                    </a:lnTo>
                    <a:lnTo>
                      <a:pt x="189" y="18"/>
                    </a:lnTo>
                    <a:lnTo>
                      <a:pt x="16" y="33"/>
                    </a:lnTo>
                    <a:lnTo>
                      <a:pt x="23" y="81"/>
                    </a:lnTo>
                    <a:lnTo>
                      <a:pt x="12" y="96"/>
                    </a:lnTo>
                    <a:lnTo>
                      <a:pt x="0" y="21"/>
                    </a:lnTo>
                    <a:lnTo>
                      <a:pt x="70" y="7"/>
                    </a:lnTo>
                    <a:lnTo>
                      <a:pt x="126" y="0"/>
                    </a:lnTo>
                    <a:lnTo>
                      <a:pt x="191" y="1"/>
                    </a:lnTo>
                    <a:lnTo>
                      <a:pt x="205" y="2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5" name="Freeform 92"/>
              <p:cNvSpPr>
                <a:spLocks/>
              </p:cNvSpPr>
              <p:nvPr/>
            </p:nvSpPr>
            <p:spPr bwMode="auto">
              <a:xfrm>
                <a:off x="1689100" y="1585913"/>
                <a:ext cx="58737" cy="20638"/>
              </a:xfrm>
              <a:custGeom>
                <a:avLst/>
                <a:gdLst>
                  <a:gd name="T0" fmla="*/ 2147483647 w 184"/>
                  <a:gd name="T1" fmla="*/ 0 h 63"/>
                  <a:gd name="T2" fmla="*/ 2147483647 w 184"/>
                  <a:gd name="T3" fmla="*/ 2147483647 h 63"/>
                  <a:gd name="T4" fmla="*/ 2147483647 w 184"/>
                  <a:gd name="T5" fmla="*/ 2147483647 h 63"/>
                  <a:gd name="T6" fmla="*/ 0 w 184"/>
                  <a:gd name="T7" fmla="*/ 2147483647 h 63"/>
                  <a:gd name="T8" fmla="*/ 2147483647 w 18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63"/>
                  <a:gd name="T17" fmla="*/ 184 w 18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63">
                    <a:moveTo>
                      <a:pt x="178" y="0"/>
                    </a:moveTo>
                    <a:lnTo>
                      <a:pt x="184" y="46"/>
                    </a:lnTo>
                    <a:lnTo>
                      <a:pt x="7" y="63"/>
                    </a:lnTo>
                    <a:lnTo>
                      <a:pt x="0" y="16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rgbClr val="333D5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6" name="Freeform 93"/>
              <p:cNvSpPr>
                <a:spLocks/>
              </p:cNvSpPr>
              <p:nvPr/>
            </p:nvSpPr>
            <p:spPr bwMode="auto">
              <a:xfrm>
                <a:off x="1687513" y="1600201"/>
                <a:ext cx="65087" cy="12700"/>
              </a:xfrm>
              <a:custGeom>
                <a:avLst/>
                <a:gdLst>
                  <a:gd name="T0" fmla="*/ 2147483647 w 205"/>
                  <a:gd name="T1" fmla="*/ 0 h 42"/>
                  <a:gd name="T2" fmla="*/ 2147483647 w 205"/>
                  <a:gd name="T3" fmla="*/ 2147483647 h 42"/>
                  <a:gd name="T4" fmla="*/ 2147483647 w 205"/>
                  <a:gd name="T5" fmla="*/ 2147483647 h 42"/>
                  <a:gd name="T6" fmla="*/ 0 w 205"/>
                  <a:gd name="T7" fmla="*/ 2147483647 h 42"/>
                  <a:gd name="T8" fmla="*/ 2147483647 w 205"/>
                  <a:gd name="T9" fmla="*/ 2147483647 h 42"/>
                  <a:gd name="T10" fmla="*/ 2147483647 w 205"/>
                  <a:gd name="T11" fmla="*/ 2147483647 h 42"/>
                  <a:gd name="T12" fmla="*/ 2147483647 w 205"/>
                  <a:gd name="T13" fmla="*/ 2147483647 h 42"/>
                  <a:gd name="T14" fmla="*/ 2147483647 w 205"/>
                  <a:gd name="T15" fmla="*/ 2147483647 h 42"/>
                  <a:gd name="T16" fmla="*/ 2147483647 w 205"/>
                  <a:gd name="T17" fmla="*/ 2147483647 h 42"/>
                  <a:gd name="T18" fmla="*/ 2147483647 w 205"/>
                  <a:gd name="T19" fmla="*/ 2147483647 h 42"/>
                  <a:gd name="T20" fmla="*/ 2147483647 w 205"/>
                  <a:gd name="T21" fmla="*/ 2147483647 h 42"/>
                  <a:gd name="T22" fmla="*/ 2147483647 w 205"/>
                  <a:gd name="T23" fmla="*/ 2147483647 h 42"/>
                  <a:gd name="T24" fmla="*/ 2147483647 w 205"/>
                  <a:gd name="T25" fmla="*/ 2147483647 h 42"/>
                  <a:gd name="T26" fmla="*/ 2147483647 w 205"/>
                  <a:gd name="T27" fmla="*/ 2147483647 h 42"/>
                  <a:gd name="T28" fmla="*/ 2147483647 w 205"/>
                  <a:gd name="T29" fmla="*/ 0 h 4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05"/>
                  <a:gd name="T46" fmla="*/ 0 h 42"/>
                  <a:gd name="T47" fmla="*/ 205 w 205"/>
                  <a:gd name="T48" fmla="*/ 42 h 4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05" h="42">
                    <a:moveTo>
                      <a:pt x="195" y="0"/>
                    </a:moveTo>
                    <a:lnTo>
                      <a:pt x="87" y="11"/>
                    </a:lnTo>
                    <a:lnTo>
                      <a:pt x="7" y="20"/>
                    </a:lnTo>
                    <a:lnTo>
                      <a:pt x="0" y="32"/>
                    </a:lnTo>
                    <a:lnTo>
                      <a:pt x="34" y="41"/>
                    </a:lnTo>
                    <a:lnTo>
                      <a:pt x="55" y="41"/>
                    </a:lnTo>
                    <a:lnTo>
                      <a:pt x="75" y="41"/>
                    </a:lnTo>
                    <a:lnTo>
                      <a:pt x="94" y="42"/>
                    </a:lnTo>
                    <a:lnTo>
                      <a:pt x="114" y="41"/>
                    </a:lnTo>
                    <a:lnTo>
                      <a:pt x="132" y="40"/>
                    </a:lnTo>
                    <a:lnTo>
                      <a:pt x="151" y="37"/>
                    </a:lnTo>
                    <a:lnTo>
                      <a:pt x="170" y="33"/>
                    </a:lnTo>
                    <a:lnTo>
                      <a:pt x="191" y="27"/>
                    </a:lnTo>
                    <a:lnTo>
                      <a:pt x="205" y="9"/>
                    </a:lnTo>
                    <a:lnTo>
                      <a:pt x="195" y="0"/>
                    </a:lnTo>
                    <a:close/>
                  </a:path>
                </a:pathLst>
              </a:custGeom>
              <a:solidFill>
                <a:srgbClr val="F4BC9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7" name="Freeform 94"/>
              <p:cNvSpPr>
                <a:spLocks/>
              </p:cNvSpPr>
              <p:nvPr/>
            </p:nvSpPr>
            <p:spPr bwMode="auto">
              <a:xfrm>
                <a:off x="1673225" y="1614488"/>
                <a:ext cx="88900" cy="19050"/>
              </a:xfrm>
              <a:custGeom>
                <a:avLst/>
                <a:gdLst>
                  <a:gd name="T0" fmla="*/ 2147483647 w 277"/>
                  <a:gd name="T1" fmla="*/ 0 h 60"/>
                  <a:gd name="T2" fmla="*/ 2147483647 w 277"/>
                  <a:gd name="T3" fmla="*/ 2147483647 h 60"/>
                  <a:gd name="T4" fmla="*/ 2147483647 w 277"/>
                  <a:gd name="T5" fmla="*/ 2147483647 h 60"/>
                  <a:gd name="T6" fmla="*/ 2147483647 w 277"/>
                  <a:gd name="T7" fmla="*/ 2147483647 h 60"/>
                  <a:gd name="T8" fmla="*/ 2147483647 w 277"/>
                  <a:gd name="T9" fmla="*/ 2147483647 h 60"/>
                  <a:gd name="T10" fmla="*/ 2147483647 w 277"/>
                  <a:gd name="T11" fmla="*/ 2147483647 h 60"/>
                  <a:gd name="T12" fmla="*/ 2147483647 w 277"/>
                  <a:gd name="T13" fmla="*/ 2147483647 h 60"/>
                  <a:gd name="T14" fmla="*/ 2147483647 w 277"/>
                  <a:gd name="T15" fmla="*/ 2147483647 h 60"/>
                  <a:gd name="T16" fmla="*/ 2147483647 w 277"/>
                  <a:gd name="T17" fmla="*/ 2147483647 h 60"/>
                  <a:gd name="T18" fmla="*/ 2147483647 w 277"/>
                  <a:gd name="T19" fmla="*/ 2147483647 h 60"/>
                  <a:gd name="T20" fmla="*/ 2147483647 w 277"/>
                  <a:gd name="T21" fmla="*/ 2147483647 h 60"/>
                  <a:gd name="T22" fmla="*/ 2147483647 w 277"/>
                  <a:gd name="T23" fmla="*/ 2147483647 h 60"/>
                  <a:gd name="T24" fmla="*/ 2147483647 w 277"/>
                  <a:gd name="T25" fmla="*/ 2147483647 h 60"/>
                  <a:gd name="T26" fmla="*/ 2147483647 w 277"/>
                  <a:gd name="T27" fmla="*/ 2147483647 h 60"/>
                  <a:gd name="T28" fmla="*/ 2147483647 w 277"/>
                  <a:gd name="T29" fmla="*/ 2147483647 h 60"/>
                  <a:gd name="T30" fmla="*/ 2147483647 w 277"/>
                  <a:gd name="T31" fmla="*/ 2147483647 h 60"/>
                  <a:gd name="T32" fmla="*/ 0 w 277"/>
                  <a:gd name="T33" fmla="*/ 2147483647 h 60"/>
                  <a:gd name="T34" fmla="*/ 2147483647 w 277"/>
                  <a:gd name="T35" fmla="*/ 2147483647 h 60"/>
                  <a:gd name="T36" fmla="*/ 2147483647 w 277"/>
                  <a:gd name="T37" fmla="*/ 2147483647 h 60"/>
                  <a:gd name="T38" fmla="*/ 2147483647 w 277"/>
                  <a:gd name="T39" fmla="*/ 2147483647 h 60"/>
                  <a:gd name="T40" fmla="*/ 2147483647 w 277"/>
                  <a:gd name="T41" fmla="*/ 2147483647 h 60"/>
                  <a:gd name="T42" fmla="*/ 2147483647 w 277"/>
                  <a:gd name="T43" fmla="*/ 2147483647 h 60"/>
                  <a:gd name="T44" fmla="*/ 2147483647 w 277"/>
                  <a:gd name="T45" fmla="*/ 2147483647 h 60"/>
                  <a:gd name="T46" fmla="*/ 2147483647 w 277"/>
                  <a:gd name="T47" fmla="*/ 2147483647 h 60"/>
                  <a:gd name="T48" fmla="*/ 2147483647 w 277"/>
                  <a:gd name="T49" fmla="*/ 2147483647 h 60"/>
                  <a:gd name="T50" fmla="*/ 2147483647 w 277"/>
                  <a:gd name="T51" fmla="*/ 2147483647 h 60"/>
                  <a:gd name="T52" fmla="*/ 2147483647 w 277"/>
                  <a:gd name="T53" fmla="*/ 2147483647 h 60"/>
                  <a:gd name="T54" fmla="*/ 2147483647 w 277"/>
                  <a:gd name="T55" fmla="*/ 2147483647 h 60"/>
                  <a:gd name="T56" fmla="*/ 2147483647 w 277"/>
                  <a:gd name="T57" fmla="*/ 2147483647 h 60"/>
                  <a:gd name="T58" fmla="*/ 2147483647 w 277"/>
                  <a:gd name="T59" fmla="*/ 2147483647 h 60"/>
                  <a:gd name="T60" fmla="*/ 2147483647 w 277"/>
                  <a:gd name="T61" fmla="*/ 2147483647 h 60"/>
                  <a:gd name="T62" fmla="*/ 2147483647 w 277"/>
                  <a:gd name="T63" fmla="*/ 2147483647 h 60"/>
                  <a:gd name="T64" fmla="*/ 2147483647 w 277"/>
                  <a:gd name="T65" fmla="*/ 2147483647 h 60"/>
                  <a:gd name="T66" fmla="*/ 2147483647 w 277"/>
                  <a:gd name="T67" fmla="*/ 2147483647 h 60"/>
                  <a:gd name="T68" fmla="*/ 2147483647 w 277"/>
                  <a:gd name="T69" fmla="*/ 2147483647 h 60"/>
                  <a:gd name="T70" fmla="*/ 2147483647 w 277"/>
                  <a:gd name="T71" fmla="*/ 0 h 60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77"/>
                  <a:gd name="T109" fmla="*/ 0 h 60"/>
                  <a:gd name="T110" fmla="*/ 277 w 277"/>
                  <a:gd name="T111" fmla="*/ 60 h 60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77" h="60">
                    <a:moveTo>
                      <a:pt x="277" y="0"/>
                    </a:moveTo>
                    <a:lnTo>
                      <a:pt x="268" y="14"/>
                    </a:lnTo>
                    <a:lnTo>
                      <a:pt x="257" y="25"/>
                    </a:lnTo>
                    <a:lnTo>
                      <a:pt x="243" y="35"/>
                    </a:lnTo>
                    <a:lnTo>
                      <a:pt x="227" y="42"/>
                    </a:lnTo>
                    <a:lnTo>
                      <a:pt x="210" y="47"/>
                    </a:lnTo>
                    <a:lnTo>
                      <a:pt x="191" y="51"/>
                    </a:lnTo>
                    <a:lnTo>
                      <a:pt x="172" y="53"/>
                    </a:lnTo>
                    <a:lnTo>
                      <a:pt x="152" y="53"/>
                    </a:lnTo>
                    <a:lnTo>
                      <a:pt x="131" y="53"/>
                    </a:lnTo>
                    <a:lnTo>
                      <a:pt x="110" y="52"/>
                    </a:lnTo>
                    <a:lnTo>
                      <a:pt x="90" y="50"/>
                    </a:lnTo>
                    <a:lnTo>
                      <a:pt x="69" y="48"/>
                    </a:lnTo>
                    <a:lnTo>
                      <a:pt x="50" y="46"/>
                    </a:lnTo>
                    <a:lnTo>
                      <a:pt x="32" y="43"/>
                    </a:lnTo>
                    <a:lnTo>
                      <a:pt x="15" y="41"/>
                    </a:lnTo>
                    <a:lnTo>
                      <a:pt x="0" y="39"/>
                    </a:lnTo>
                    <a:lnTo>
                      <a:pt x="2" y="50"/>
                    </a:lnTo>
                    <a:lnTo>
                      <a:pt x="25" y="51"/>
                    </a:lnTo>
                    <a:lnTo>
                      <a:pt x="37" y="53"/>
                    </a:lnTo>
                    <a:lnTo>
                      <a:pt x="50" y="55"/>
                    </a:lnTo>
                    <a:lnTo>
                      <a:pt x="65" y="56"/>
                    </a:lnTo>
                    <a:lnTo>
                      <a:pt x="82" y="58"/>
                    </a:lnTo>
                    <a:lnTo>
                      <a:pt x="100" y="59"/>
                    </a:lnTo>
                    <a:lnTo>
                      <a:pt x="118" y="60"/>
                    </a:lnTo>
                    <a:lnTo>
                      <a:pt x="137" y="60"/>
                    </a:lnTo>
                    <a:lnTo>
                      <a:pt x="156" y="59"/>
                    </a:lnTo>
                    <a:lnTo>
                      <a:pt x="175" y="58"/>
                    </a:lnTo>
                    <a:lnTo>
                      <a:pt x="193" y="55"/>
                    </a:lnTo>
                    <a:lnTo>
                      <a:pt x="210" y="51"/>
                    </a:lnTo>
                    <a:lnTo>
                      <a:pt x="227" y="46"/>
                    </a:lnTo>
                    <a:lnTo>
                      <a:pt x="243" y="40"/>
                    </a:lnTo>
                    <a:lnTo>
                      <a:pt x="256" y="32"/>
                    </a:lnTo>
                    <a:lnTo>
                      <a:pt x="268" y="21"/>
                    </a:lnTo>
                    <a:lnTo>
                      <a:pt x="277" y="10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8" name="Freeform 95"/>
              <p:cNvSpPr>
                <a:spLocks/>
              </p:cNvSpPr>
              <p:nvPr/>
            </p:nvSpPr>
            <p:spPr bwMode="auto">
              <a:xfrm>
                <a:off x="1682750" y="1679576"/>
                <a:ext cx="87312" cy="19050"/>
              </a:xfrm>
              <a:custGeom>
                <a:avLst/>
                <a:gdLst>
                  <a:gd name="T0" fmla="*/ 2147483647 w 276"/>
                  <a:gd name="T1" fmla="*/ 0 h 60"/>
                  <a:gd name="T2" fmla="*/ 2147483647 w 276"/>
                  <a:gd name="T3" fmla="*/ 2147483647 h 60"/>
                  <a:gd name="T4" fmla="*/ 2147483647 w 276"/>
                  <a:gd name="T5" fmla="*/ 2147483647 h 60"/>
                  <a:gd name="T6" fmla="*/ 2147483647 w 276"/>
                  <a:gd name="T7" fmla="*/ 2147483647 h 60"/>
                  <a:gd name="T8" fmla="*/ 2147483647 w 276"/>
                  <a:gd name="T9" fmla="*/ 2147483647 h 60"/>
                  <a:gd name="T10" fmla="*/ 2147483647 w 276"/>
                  <a:gd name="T11" fmla="*/ 2147483647 h 60"/>
                  <a:gd name="T12" fmla="*/ 2147483647 w 276"/>
                  <a:gd name="T13" fmla="*/ 2147483647 h 60"/>
                  <a:gd name="T14" fmla="*/ 2147483647 w 276"/>
                  <a:gd name="T15" fmla="*/ 2147483647 h 60"/>
                  <a:gd name="T16" fmla="*/ 2147483647 w 276"/>
                  <a:gd name="T17" fmla="*/ 2147483647 h 60"/>
                  <a:gd name="T18" fmla="*/ 2147483647 w 276"/>
                  <a:gd name="T19" fmla="*/ 2147483647 h 60"/>
                  <a:gd name="T20" fmla="*/ 2147483647 w 276"/>
                  <a:gd name="T21" fmla="*/ 2147483647 h 60"/>
                  <a:gd name="T22" fmla="*/ 2147483647 w 276"/>
                  <a:gd name="T23" fmla="*/ 2147483647 h 60"/>
                  <a:gd name="T24" fmla="*/ 2147483647 w 276"/>
                  <a:gd name="T25" fmla="*/ 2147483647 h 60"/>
                  <a:gd name="T26" fmla="*/ 2147483647 w 276"/>
                  <a:gd name="T27" fmla="*/ 2147483647 h 60"/>
                  <a:gd name="T28" fmla="*/ 2147483647 w 276"/>
                  <a:gd name="T29" fmla="*/ 2147483647 h 60"/>
                  <a:gd name="T30" fmla="*/ 2147483647 w 276"/>
                  <a:gd name="T31" fmla="*/ 2147483647 h 60"/>
                  <a:gd name="T32" fmla="*/ 0 w 276"/>
                  <a:gd name="T33" fmla="*/ 2147483647 h 60"/>
                  <a:gd name="T34" fmla="*/ 2147483647 w 276"/>
                  <a:gd name="T35" fmla="*/ 2147483647 h 60"/>
                  <a:gd name="T36" fmla="*/ 2147483647 w 276"/>
                  <a:gd name="T37" fmla="*/ 2147483647 h 60"/>
                  <a:gd name="T38" fmla="*/ 2147483647 w 276"/>
                  <a:gd name="T39" fmla="*/ 2147483647 h 60"/>
                  <a:gd name="T40" fmla="*/ 2147483647 w 276"/>
                  <a:gd name="T41" fmla="*/ 2147483647 h 60"/>
                  <a:gd name="T42" fmla="*/ 2147483647 w 276"/>
                  <a:gd name="T43" fmla="*/ 2147483647 h 60"/>
                  <a:gd name="T44" fmla="*/ 2147483647 w 276"/>
                  <a:gd name="T45" fmla="*/ 2147483647 h 60"/>
                  <a:gd name="T46" fmla="*/ 2147483647 w 276"/>
                  <a:gd name="T47" fmla="*/ 2147483647 h 60"/>
                  <a:gd name="T48" fmla="*/ 2147483647 w 276"/>
                  <a:gd name="T49" fmla="*/ 2147483647 h 60"/>
                  <a:gd name="T50" fmla="*/ 2147483647 w 276"/>
                  <a:gd name="T51" fmla="*/ 2147483647 h 60"/>
                  <a:gd name="T52" fmla="*/ 2147483647 w 276"/>
                  <a:gd name="T53" fmla="*/ 2147483647 h 60"/>
                  <a:gd name="T54" fmla="*/ 2147483647 w 276"/>
                  <a:gd name="T55" fmla="*/ 2147483647 h 60"/>
                  <a:gd name="T56" fmla="*/ 2147483647 w 276"/>
                  <a:gd name="T57" fmla="*/ 2147483647 h 60"/>
                  <a:gd name="T58" fmla="*/ 2147483647 w 276"/>
                  <a:gd name="T59" fmla="*/ 2147483647 h 60"/>
                  <a:gd name="T60" fmla="*/ 2147483647 w 276"/>
                  <a:gd name="T61" fmla="*/ 2147483647 h 60"/>
                  <a:gd name="T62" fmla="*/ 2147483647 w 276"/>
                  <a:gd name="T63" fmla="*/ 2147483647 h 60"/>
                  <a:gd name="T64" fmla="*/ 2147483647 w 276"/>
                  <a:gd name="T65" fmla="*/ 2147483647 h 60"/>
                  <a:gd name="T66" fmla="*/ 2147483647 w 276"/>
                  <a:gd name="T67" fmla="*/ 2147483647 h 60"/>
                  <a:gd name="T68" fmla="*/ 2147483647 w 276"/>
                  <a:gd name="T69" fmla="*/ 2147483647 h 60"/>
                  <a:gd name="T70" fmla="*/ 2147483647 w 276"/>
                  <a:gd name="T71" fmla="*/ 0 h 60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76"/>
                  <a:gd name="T109" fmla="*/ 0 h 60"/>
                  <a:gd name="T110" fmla="*/ 276 w 276"/>
                  <a:gd name="T111" fmla="*/ 60 h 60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76" h="60">
                    <a:moveTo>
                      <a:pt x="276" y="0"/>
                    </a:moveTo>
                    <a:lnTo>
                      <a:pt x="267" y="14"/>
                    </a:lnTo>
                    <a:lnTo>
                      <a:pt x="256" y="25"/>
                    </a:lnTo>
                    <a:lnTo>
                      <a:pt x="242" y="34"/>
                    </a:lnTo>
                    <a:lnTo>
                      <a:pt x="227" y="42"/>
                    </a:lnTo>
                    <a:lnTo>
                      <a:pt x="210" y="47"/>
                    </a:lnTo>
                    <a:lnTo>
                      <a:pt x="191" y="51"/>
                    </a:lnTo>
                    <a:lnTo>
                      <a:pt x="172" y="53"/>
                    </a:lnTo>
                    <a:lnTo>
                      <a:pt x="152" y="53"/>
                    </a:lnTo>
                    <a:lnTo>
                      <a:pt x="131" y="53"/>
                    </a:lnTo>
                    <a:lnTo>
                      <a:pt x="110" y="52"/>
                    </a:lnTo>
                    <a:lnTo>
                      <a:pt x="89" y="50"/>
                    </a:lnTo>
                    <a:lnTo>
                      <a:pt x="70" y="48"/>
                    </a:lnTo>
                    <a:lnTo>
                      <a:pt x="51" y="46"/>
                    </a:lnTo>
                    <a:lnTo>
                      <a:pt x="32" y="43"/>
                    </a:lnTo>
                    <a:lnTo>
                      <a:pt x="15" y="41"/>
                    </a:lnTo>
                    <a:lnTo>
                      <a:pt x="0" y="39"/>
                    </a:lnTo>
                    <a:lnTo>
                      <a:pt x="1" y="51"/>
                    </a:lnTo>
                    <a:lnTo>
                      <a:pt x="25" y="52"/>
                    </a:lnTo>
                    <a:lnTo>
                      <a:pt x="38" y="53"/>
                    </a:lnTo>
                    <a:lnTo>
                      <a:pt x="53" y="55"/>
                    </a:lnTo>
                    <a:lnTo>
                      <a:pt x="69" y="57"/>
                    </a:lnTo>
                    <a:lnTo>
                      <a:pt x="86" y="58"/>
                    </a:lnTo>
                    <a:lnTo>
                      <a:pt x="104" y="59"/>
                    </a:lnTo>
                    <a:lnTo>
                      <a:pt x="123" y="60"/>
                    </a:lnTo>
                    <a:lnTo>
                      <a:pt x="142" y="60"/>
                    </a:lnTo>
                    <a:lnTo>
                      <a:pt x="161" y="60"/>
                    </a:lnTo>
                    <a:lnTo>
                      <a:pt x="180" y="58"/>
                    </a:lnTo>
                    <a:lnTo>
                      <a:pt x="197" y="56"/>
                    </a:lnTo>
                    <a:lnTo>
                      <a:pt x="215" y="53"/>
                    </a:lnTo>
                    <a:lnTo>
                      <a:pt x="231" y="48"/>
                    </a:lnTo>
                    <a:lnTo>
                      <a:pt x="245" y="42"/>
                    </a:lnTo>
                    <a:lnTo>
                      <a:pt x="258" y="34"/>
                    </a:lnTo>
                    <a:lnTo>
                      <a:pt x="268" y="25"/>
                    </a:lnTo>
                    <a:lnTo>
                      <a:pt x="276" y="14"/>
                    </a:lnTo>
                    <a:lnTo>
                      <a:pt x="276" y="0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9" name="Freeform 96"/>
              <p:cNvSpPr>
                <a:spLocks/>
              </p:cNvSpPr>
              <p:nvPr/>
            </p:nvSpPr>
            <p:spPr bwMode="auto">
              <a:xfrm>
                <a:off x="1714500" y="1703388"/>
                <a:ext cx="41275" cy="12700"/>
              </a:xfrm>
              <a:custGeom>
                <a:avLst/>
                <a:gdLst>
                  <a:gd name="T0" fmla="*/ 2147483647 w 131"/>
                  <a:gd name="T1" fmla="*/ 2147483647 h 39"/>
                  <a:gd name="T2" fmla="*/ 2147483647 w 131"/>
                  <a:gd name="T3" fmla="*/ 0 h 39"/>
                  <a:gd name="T4" fmla="*/ 0 w 131"/>
                  <a:gd name="T5" fmla="*/ 2147483647 h 39"/>
                  <a:gd name="T6" fmla="*/ 2147483647 w 131"/>
                  <a:gd name="T7" fmla="*/ 2147483647 h 39"/>
                  <a:gd name="T8" fmla="*/ 2147483647 w 131"/>
                  <a:gd name="T9" fmla="*/ 2147483647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1"/>
                  <a:gd name="T16" fmla="*/ 0 h 39"/>
                  <a:gd name="T17" fmla="*/ 131 w 131"/>
                  <a:gd name="T18" fmla="*/ 39 h 3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1" h="39">
                    <a:moveTo>
                      <a:pt x="130" y="16"/>
                    </a:moveTo>
                    <a:lnTo>
                      <a:pt x="131" y="0"/>
                    </a:lnTo>
                    <a:lnTo>
                      <a:pt x="0" y="22"/>
                    </a:lnTo>
                    <a:lnTo>
                      <a:pt x="1" y="39"/>
                    </a:lnTo>
                    <a:lnTo>
                      <a:pt x="130" y="16"/>
                    </a:lnTo>
                    <a:close/>
                  </a:path>
                </a:pathLst>
              </a:custGeom>
              <a:solidFill>
                <a:srgbClr val="333D5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0" name="Freeform 97"/>
              <p:cNvSpPr>
                <a:spLocks/>
              </p:cNvSpPr>
              <p:nvPr/>
            </p:nvSpPr>
            <p:spPr bwMode="auto">
              <a:xfrm>
                <a:off x="1711325" y="1700213"/>
                <a:ext cx="50800" cy="17463"/>
              </a:xfrm>
              <a:custGeom>
                <a:avLst/>
                <a:gdLst>
                  <a:gd name="T0" fmla="*/ 2147483647 w 156"/>
                  <a:gd name="T1" fmla="*/ 2147483647 h 53"/>
                  <a:gd name="T2" fmla="*/ 2147483647 w 156"/>
                  <a:gd name="T3" fmla="*/ 2147483647 h 53"/>
                  <a:gd name="T4" fmla="*/ 2147483647 w 156"/>
                  <a:gd name="T5" fmla="*/ 2147483647 h 53"/>
                  <a:gd name="T6" fmla="*/ 2147483647 w 156"/>
                  <a:gd name="T7" fmla="*/ 2147483647 h 53"/>
                  <a:gd name="T8" fmla="*/ 2147483647 w 156"/>
                  <a:gd name="T9" fmla="*/ 2147483647 h 53"/>
                  <a:gd name="T10" fmla="*/ 2147483647 w 156"/>
                  <a:gd name="T11" fmla="*/ 2147483647 h 53"/>
                  <a:gd name="T12" fmla="*/ 0 w 156"/>
                  <a:gd name="T13" fmla="*/ 2147483647 h 53"/>
                  <a:gd name="T14" fmla="*/ 0 w 156"/>
                  <a:gd name="T15" fmla="*/ 2147483647 h 53"/>
                  <a:gd name="T16" fmla="*/ 2147483647 w 156"/>
                  <a:gd name="T17" fmla="*/ 2147483647 h 53"/>
                  <a:gd name="T18" fmla="*/ 2147483647 w 156"/>
                  <a:gd name="T19" fmla="*/ 2147483647 h 53"/>
                  <a:gd name="T20" fmla="*/ 2147483647 w 156"/>
                  <a:gd name="T21" fmla="*/ 2147483647 h 53"/>
                  <a:gd name="T22" fmla="*/ 2147483647 w 156"/>
                  <a:gd name="T23" fmla="*/ 2147483647 h 53"/>
                  <a:gd name="T24" fmla="*/ 2147483647 w 156"/>
                  <a:gd name="T25" fmla="*/ 2147483647 h 53"/>
                  <a:gd name="T26" fmla="*/ 2147483647 w 156"/>
                  <a:gd name="T27" fmla="*/ 2147483647 h 53"/>
                  <a:gd name="T28" fmla="*/ 2147483647 w 156"/>
                  <a:gd name="T29" fmla="*/ 0 h 53"/>
                  <a:gd name="T30" fmla="*/ 2147483647 w 156"/>
                  <a:gd name="T31" fmla="*/ 0 h 53"/>
                  <a:gd name="T32" fmla="*/ 2147483647 w 156"/>
                  <a:gd name="T33" fmla="*/ 2147483647 h 5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56"/>
                  <a:gd name="T52" fmla="*/ 0 h 53"/>
                  <a:gd name="T53" fmla="*/ 156 w 156"/>
                  <a:gd name="T54" fmla="*/ 53 h 5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56" h="53">
                    <a:moveTo>
                      <a:pt x="156" y="3"/>
                    </a:moveTo>
                    <a:lnTo>
                      <a:pt x="154" y="29"/>
                    </a:lnTo>
                    <a:lnTo>
                      <a:pt x="135" y="23"/>
                    </a:lnTo>
                    <a:lnTo>
                      <a:pt x="136" y="10"/>
                    </a:lnTo>
                    <a:lnTo>
                      <a:pt x="11" y="30"/>
                    </a:lnTo>
                    <a:lnTo>
                      <a:pt x="10" y="51"/>
                    </a:lnTo>
                    <a:lnTo>
                      <a:pt x="0" y="53"/>
                    </a:lnTo>
                    <a:lnTo>
                      <a:pt x="0" y="24"/>
                    </a:lnTo>
                    <a:lnTo>
                      <a:pt x="18" y="19"/>
                    </a:lnTo>
                    <a:lnTo>
                      <a:pt x="37" y="15"/>
                    </a:lnTo>
                    <a:lnTo>
                      <a:pt x="54" y="11"/>
                    </a:lnTo>
                    <a:lnTo>
                      <a:pt x="71" y="7"/>
                    </a:lnTo>
                    <a:lnTo>
                      <a:pt x="89" y="4"/>
                    </a:lnTo>
                    <a:lnTo>
                      <a:pt x="107" y="2"/>
                    </a:lnTo>
                    <a:lnTo>
                      <a:pt x="126" y="0"/>
                    </a:lnTo>
                    <a:lnTo>
                      <a:pt x="145" y="0"/>
                    </a:lnTo>
                    <a:lnTo>
                      <a:pt x="156" y="3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1" name="Freeform 98"/>
              <p:cNvSpPr>
                <a:spLocks/>
              </p:cNvSpPr>
              <p:nvPr/>
            </p:nvSpPr>
            <p:spPr bwMode="auto">
              <a:xfrm>
                <a:off x="1684338" y="1714501"/>
                <a:ext cx="85725" cy="142875"/>
              </a:xfrm>
              <a:custGeom>
                <a:avLst/>
                <a:gdLst>
                  <a:gd name="T0" fmla="*/ 2147483647 w 270"/>
                  <a:gd name="T1" fmla="*/ 2147483647 h 451"/>
                  <a:gd name="T2" fmla="*/ 2147483647 w 270"/>
                  <a:gd name="T3" fmla="*/ 2147483647 h 451"/>
                  <a:gd name="T4" fmla="*/ 2147483647 w 270"/>
                  <a:gd name="T5" fmla="*/ 2147483647 h 451"/>
                  <a:gd name="T6" fmla="*/ 2147483647 w 270"/>
                  <a:gd name="T7" fmla="*/ 2147483647 h 451"/>
                  <a:gd name="T8" fmla="*/ 2147483647 w 270"/>
                  <a:gd name="T9" fmla="*/ 2147483647 h 451"/>
                  <a:gd name="T10" fmla="*/ 2147483647 w 270"/>
                  <a:gd name="T11" fmla="*/ 2147483647 h 451"/>
                  <a:gd name="T12" fmla="*/ 2147483647 w 270"/>
                  <a:gd name="T13" fmla="*/ 2147483647 h 451"/>
                  <a:gd name="T14" fmla="*/ 2147483647 w 270"/>
                  <a:gd name="T15" fmla="*/ 2147483647 h 451"/>
                  <a:gd name="T16" fmla="*/ 2147483647 w 270"/>
                  <a:gd name="T17" fmla="*/ 2147483647 h 451"/>
                  <a:gd name="T18" fmla="*/ 2147483647 w 270"/>
                  <a:gd name="T19" fmla="*/ 2147483647 h 451"/>
                  <a:gd name="T20" fmla="*/ 2147483647 w 270"/>
                  <a:gd name="T21" fmla="*/ 2147483647 h 451"/>
                  <a:gd name="T22" fmla="*/ 2147483647 w 270"/>
                  <a:gd name="T23" fmla="*/ 2147483647 h 451"/>
                  <a:gd name="T24" fmla="*/ 0 w 270"/>
                  <a:gd name="T25" fmla="*/ 0 h 451"/>
                  <a:gd name="T26" fmla="*/ 2147483647 w 270"/>
                  <a:gd name="T27" fmla="*/ 2147483647 h 451"/>
                  <a:gd name="T28" fmla="*/ 2147483647 w 270"/>
                  <a:gd name="T29" fmla="*/ 2147483647 h 451"/>
                  <a:gd name="T30" fmla="*/ 2147483647 w 270"/>
                  <a:gd name="T31" fmla="*/ 2147483647 h 451"/>
                  <a:gd name="T32" fmla="*/ 2147483647 w 270"/>
                  <a:gd name="T33" fmla="*/ 2147483647 h 451"/>
                  <a:gd name="T34" fmla="*/ 2147483647 w 270"/>
                  <a:gd name="T35" fmla="*/ 2147483647 h 451"/>
                  <a:gd name="T36" fmla="*/ 2147483647 w 270"/>
                  <a:gd name="T37" fmla="*/ 2147483647 h 451"/>
                  <a:gd name="T38" fmla="*/ 2147483647 w 270"/>
                  <a:gd name="T39" fmla="*/ 2147483647 h 451"/>
                  <a:gd name="T40" fmla="*/ 2147483647 w 270"/>
                  <a:gd name="T41" fmla="*/ 2147483647 h 451"/>
                  <a:gd name="T42" fmla="*/ 2147483647 w 270"/>
                  <a:gd name="T43" fmla="*/ 2147483647 h 451"/>
                  <a:gd name="T44" fmla="*/ 2147483647 w 270"/>
                  <a:gd name="T45" fmla="*/ 2147483647 h 451"/>
                  <a:gd name="T46" fmla="*/ 2147483647 w 270"/>
                  <a:gd name="T47" fmla="*/ 2147483647 h 451"/>
                  <a:gd name="T48" fmla="*/ 2147483647 w 270"/>
                  <a:gd name="T49" fmla="*/ 2147483647 h 451"/>
                  <a:gd name="T50" fmla="*/ 2147483647 w 270"/>
                  <a:gd name="T51" fmla="*/ 2147483647 h 451"/>
                  <a:gd name="T52" fmla="*/ 2147483647 w 270"/>
                  <a:gd name="T53" fmla="*/ 2147483647 h 451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270"/>
                  <a:gd name="T82" fmla="*/ 0 h 451"/>
                  <a:gd name="T83" fmla="*/ 270 w 270"/>
                  <a:gd name="T84" fmla="*/ 451 h 451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270" h="451">
                    <a:moveTo>
                      <a:pt x="270" y="130"/>
                    </a:moveTo>
                    <a:lnTo>
                      <a:pt x="249" y="255"/>
                    </a:lnTo>
                    <a:lnTo>
                      <a:pt x="225" y="335"/>
                    </a:lnTo>
                    <a:lnTo>
                      <a:pt x="206" y="343"/>
                    </a:lnTo>
                    <a:lnTo>
                      <a:pt x="188" y="351"/>
                    </a:lnTo>
                    <a:lnTo>
                      <a:pt x="173" y="357"/>
                    </a:lnTo>
                    <a:lnTo>
                      <a:pt x="159" y="362"/>
                    </a:lnTo>
                    <a:lnTo>
                      <a:pt x="144" y="365"/>
                    </a:lnTo>
                    <a:lnTo>
                      <a:pt x="128" y="367"/>
                    </a:lnTo>
                    <a:lnTo>
                      <a:pt x="109" y="367"/>
                    </a:lnTo>
                    <a:lnTo>
                      <a:pt x="87" y="366"/>
                    </a:lnTo>
                    <a:lnTo>
                      <a:pt x="64" y="364"/>
                    </a:lnTo>
                    <a:lnTo>
                      <a:pt x="0" y="0"/>
                    </a:lnTo>
                    <a:lnTo>
                      <a:pt x="56" y="419"/>
                    </a:lnTo>
                    <a:lnTo>
                      <a:pt x="64" y="448"/>
                    </a:lnTo>
                    <a:lnTo>
                      <a:pt x="85" y="449"/>
                    </a:lnTo>
                    <a:lnTo>
                      <a:pt x="104" y="450"/>
                    </a:lnTo>
                    <a:lnTo>
                      <a:pt x="123" y="451"/>
                    </a:lnTo>
                    <a:lnTo>
                      <a:pt x="140" y="450"/>
                    </a:lnTo>
                    <a:lnTo>
                      <a:pt x="157" y="448"/>
                    </a:lnTo>
                    <a:lnTo>
                      <a:pt x="173" y="443"/>
                    </a:lnTo>
                    <a:lnTo>
                      <a:pt x="189" y="435"/>
                    </a:lnTo>
                    <a:lnTo>
                      <a:pt x="207" y="423"/>
                    </a:lnTo>
                    <a:lnTo>
                      <a:pt x="226" y="406"/>
                    </a:lnTo>
                    <a:lnTo>
                      <a:pt x="249" y="298"/>
                    </a:lnTo>
                    <a:lnTo>
                      <a:pt x="262" y="209"/>
                    </a:lnTo>
                    <a:lnTo>
                      <a:pt x="270" y="130"/>
                    </a:lnTo>
                    <a:close/>
                  </a:path>
                </a:pathLst>
              </a:custGeom>
              <a:solidFill>
                <a:srgbClr val="00233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2" name="Freeform 99"/>
              <p:cNvSpPr>
                <a:spLocks/>
              </p:cNvSpPr>
              <p:nvPr/>
            </p:nvSpPr>
            <p:spPr bwMode="auto">
              <a:xfrm>
                <a:off x="1754188" y="1752601"/>
                <a:ext cx="17462" cy="120650"/>
              </a:xfrm>
              <a:custGeom>
                <a:avLst/>
                <a:gdLst>
                  <a:gd name="T0" fmla="*/ 2147483647 w 58"/>
                  <a:gd name="T1" fmla="*/ 2147483647 h 377"/>
                  <a:gd name="T2" fmla="*/ 2147483647 w 58"/>
                  <a:gd name="T3" fmla="*/ 2147483647 h 377"/>
                  <a:gd name="T4" fmla="*/ 2147483647 w 58"/>
                  <a:gd name="T5" fmla="*/ 2147483647 h 377"/>
                  <a:gd name="T6" fmla="*/ 2147483647 w 58"/>
                  <a:gd name="T7" fmla="*/ 2147483647 h 377"/>
                  <a:gd name="T8" fmla="*/ 2147483647 w 58"/>
                  <a:gd name="T9" fmla="*/ 2147483647 h 377"/>
                  <a:gd name="T10" fmla="*/ 2147483647 w 58"/>
                  <a:gd name="T11" fmla="*/ 2147483647 h 377"/>
                  <a:gd name="T12" fmla="*/ 0 w 58"/>
                  <a:gd name="T13" fmla="*/ 2147483647 h 377"/>
                  <a:gd name="T14" fmla="*/ 2147483647 w 58"/>
                  <a:gd name="T15" fmla="*/ 2147483647 h 377"/>
                  <a:gd name="T16" fmla="*/ 2147483647 w 58"/>
                  <a:gd name="T17" fmla="*/ 2147483647 h 377"/>
                  <a:gd name="T18" fmla="*/ 2147483647 w 58"/>
                  <a:gd name="T19" fmla="*/ 0 h 377"/>
                  <a:gd name="T20" fmla="*/ 2147483647 w 58"/>
                  <a:gd name="T21" fmla="*/ 2147483647 h 377"/>
                  <a:gd name="T22" fmla="*/ 2147483647 w 58"/>
                  <a:gd name="T23" fmla="*/ 2147483647 h 377"/>
                  <a:gd name="T24" fmla="*/ 2147483647 w 58"/>
                  <a:gd name="T25" fmla="*/ 2147483647 h 377"/>
                  <a:gd name="T26" fmla="*/ 2147483647 w 58"/>
                  <a:gd name="T27" fmla="*/ 2147483647 h 377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58"/>
                  <a:gd name="T43" fmla="*/ 0 h 377"/>
                  <a:gd name="T44" fmla="*/ 58 w 58"/>
                  <a:gd name="T45" fmla="*/ 377 h 377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58" h="377">
                    <a:moveTo>
                      <a:pt x="58" y="26"/>
                    </a:moveTo>
                    <a:lnTo>
                      <a:pt x="47" y="160"/>
                    </a:lnTo>
                    <a:lnTo>
                      <a:pt x="29" y="283"/>
                    </a:lnTo>
                    <a:lnTo>
                      <a:pt x="15" y="336"/>
                    </a:lnTo>
                    <a:lnTo>
                      <a:pt x="7" y="377"/>
                    </a:lnTo>
                    <a:lnTo>
                      <a:pt x="8" y="325"/>
                    </a:lnTo>
                    <a:lnTo>
                      <a:pt x="0" y="294"/>
                    </a:lnTo>
                    <a:lnTo>
                      <a:pt x="19" y="208"/>
                    </a:lnTo>
                    <a:lnTo>
                      <a:pt x="38" y="106"/>
                    </a:lnTo>
                    <a:lnTo>
                      <a:pt x="47" y="0"/>
                    </a:lnTo>
                    <a:lnTo>
                      <a:pt x="49" y="3"/>
                    </a:lnTo>
                    <a:lnTo>
                      <a:pt x="52" y="11"/>
                    </a:lnTo>
                    <a:lnTo>
                      <a:pt x="56" y="21"/>
                    </a:lnTo>
                    <a:lnTo>
                      <a:pt x="58" y="26"/>
                    </a:lnTo>
                    <a:close/>
                  </a:path>
                </a:pathLst>
              </a:custGeom>
              <a:solidFill>
                <a:srgbClr val="63563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3" name="Freeform 100"/>
              <p:cNvSpPr>
                <a:spLocks/>
              </p:cNvSpPr>
              <p:nvPr/>
            </p:nvSpPr>
            <p:spPr bwMode="auto">
              <a:xfrm>
                <a:off x="1703388" y="1847851"/>
                <a:ext cx="53975" cy="36513"/>
              </a:xfrm>
              <a:custGeom>
                <a:avLst/>
                <a:gdLst>
                  <a:gd name="T0" fmla="*/ 2147483647 w 171"/>
                  <a:gd name="T1" fmla="*/ 0 h 116"/>
                  <a:gd name="T2" fmla="*/ 2147483647 w 171"/>
                  <a:gd name="T3" fmla="*/ 2147483647 h 116"/>
                  <a:gd name="T4" fmla="*/ 2147483647 w 171"/>
                  <a:gd name="T5" fmla="*/ 2147483647 h 116"/>
                  <a:gd name="T6" fmla="*/ 2147483647 w 171"/>
                  <a:gd name="T7" fmla="*/ 2147483647 h 116"/>
                  <a:gd name="T8" fmla="*/ 2147483647 w 171"/>
                  <a:gd name="T9" fmla="*/ 2147483647 h 116"/>
                  <a:gd name="T10" fmla="*/ 2147483647 w 171"/>
                  <a:gd name="T11" fmla="*/ 2147483647 h 116"/>
                  <a:gd name="T12" fmla="*/ 2147483647 w 171"/>
                  <a:gd name="T13" fmla="*/ 2147483647 h 116"/>
                  <a:gd name="T14" fmla="*/ 2147483647 w 171"/>
                  <a:gd name="T15" fmla="*/ 2147483647 h 116"/>
                  <a:gd name="T16" fmla="*/ 0 w 171"/>
                  <a:gd name="T17" fmla="*/ 2147483647 h 116"/>
                  <a:gd name="T18" fmla="*/ 2147483647 w 171"/>
                  <a:gd name="T19" fmla="*/ 2147483647 h 116"/>
                  <a:gd name="T20" fmla="*/ 2147483647 w 171"/>
                  <a:gd name="T21" fmla="*/ 2147483647 h 116"/>
                  <a:gd name="T22" fmla="*/ 2147483647 w 171"/>
                  <a:gd name="T23" fmla="*/ 2147483647 h 116"/>
                  <a:gd name="T24" fmla="*/ 2147483647 w 171"/>
                  <a:gd name="T25" fmla="*/ 2147483647 h 116"/>
                  <a:gd name="T26" fmla="*/ 2147483647 w 171"/>
                  <a:gd name="T27" fmla="*/ 2147483647 h 116"/>
                  <a:gd name="T28" fmla="*/ 2147483647 w 171"/>
                  <a:gd name="T29" fmla="*/ 2147483647 h 116"/>
                  <a:gd name="T30" fmla="*/ 2147483647 w 171"/>
                  <a:gd name="T31" fmla="*/ 0 h 11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71"/>
                  <a:gd name="T49" fmla="*/ 0 h 116"/>
                  <a:gd name="T50" fmla="*/ 171 w 171"/>
                  <a:gd name="T51" fmla="*/ 116 h 11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71" h="116">
                    <a:moveTo>
                      <a:pt x="155" y="0"/>
                    </a:moveTo>
                    <a:lnTo>
                      <a:pt x="136" y="10"/>
                    </a:lnTo>
                    <a:lnTo>
                      <a:pt x="118" y="15"/>
                    </a:lnTo>
                    <a:lnTo>
                      <a:pt x="99" y="19"/>
                    </a:lnTo>
                    <a:lnTo>
                      <a:pt x="81" y="21"/>
                    </a:lnTo>
                    <a:lnTo>
                      <a:pt x="62" y="22"/>
                    </a:lnTo>
                    <a:lnTo>
                      <a:pt x="41" y="21"/>
                    </a:lnTo>
                    <a:lnTo>
                      <a:pt x="21" y="21"/>
                    </a:lnTo>
                    <a:lnTo>
                      <a:pt x="0" y="20"/>
                    </a:lnTo>
                    <a:lnTo>
                      <a:pt x="11" y="71"/>
                    </a:lnTo>
                    <a:lnTo>
                      <a:pt x="25" y="116"/>
                    </a:lnTo>
                    <a:lnTo>
                      <a:pt x="89" y="115"/>
                    </a:lnTo>
                    <a:lnTo>
                      <a:pt x="151" y="95"/>
                    </a:lnTo>
                    <a:lnTo>
                      <a:pt x="167" y="78"/>
                    </a:lnTo>
                    <a:lnTo>
                      <a:pt x="171" y="30"/>
                    </a:lnTo>
                    <a:lnTo>
                      <a:pt x="155" y="0"/>
                    </a:lnTo>
                    <a:close/>
                  </a:path>
                </a:pathLst>
              </a:custGeom>
              <a:solidFill>
                <a:srgbClr val="AA8E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4" name="Freeform 101"/>
              <p:cNvSpPr>
                <a:spLocks/>
              </p:cNvSpPr>
              <p:nvPr/>
            </p:nvSpPr>
            <p:spPr bwMode="auto">
              <a:xfrm>
                <a:off x="1725613" y="1736726"/>
                <a:ext cx="26987" cy="17463"/>
              </a:xfrm>
              <a:custGeom>
                <a:avLst/>
                <a:gdLst>
                  <a:gd name="T0" fmla="*/ 2147483647 w 89"/>
                  <a:gd name="T1" fmla="*/ 2147483647 h 53"/>
                  <a:gd name="T2" fmla="*/ 2147483647 w 89"/>
                  <a:gd name="T3" fmla="*/ 2147483647 h 53"/>
                  <a:gd name="T4" fmla="*/ 2147483647 w 89"/>
                  <a:gd name="T5" fmla="*/ 2147483647 h 53"/>
                  <a:gd name="T6" fmla="*/ 2147483647 w 89"/>
                  <a:gd name="T7" fmla="*/ 2147483647 h 53"/>
                  <a:gd name="T8" fmla="*/ 2147483647 w 89"/>
                  <a:gd name="T9" fmla="*/ 2147483647 h 53"/>
                  <a:gd name="T10" fmla="*/ 2147483647 w 89"/>
                  <a:gd name="T11" fmla="*/ 2147483647 h 53"/>
                  <a:gd name="T12" fmla="*/ 0 w 89"/>
                  <a:gd name="T13" fmla="*/ 2147483647 h 53"/>
                  <a:gd name="T14" fmla="*/ 0 w 89"/>
                  <a:gd name="T15" fmla="*/ 2147483647 h 53"/>
                  <a:gd name="T16" fmla="*/ 2147483647 w 89"/>
                  <a:gd name="T17" fmla="*/ 2147483647 h 53"/>
                  <a:gd name="T18" fmla="*/ 2147483647 w 89"/>
                  <a:gd name="T19" fmla="*/ 2147483647 h 53"/>
                  <a:gd name="T20" fmla="*/ 2147483647 w 89"/>
                  <a:gd name="T21" fmla="*/ 2147483647 h 53"/>
                  <a:gd name="T22" fmla="*/ 2147483647 w 89"/>
                  <a:gd name="T23" fmla="*/ 2147483647 h 53"/>
                  <a:gd name="T24" fmla="*/ 2147483647 w 89"/>
                  <a:gd name="T25" fmla="*/ 2147483647 h 53"/>
                  <a:gd name="T26" fmla="*/ 2147483647 w 89"/>
                  <a:gd name="T27" fmla="*/ 2147483647 h 53"/>
                  <a:gd name="T28" fmla="*/ 2147483647 w 89"/>
                  <a:gd name="T29" fmla="*/ 2147483647 h 53"/>
                  <a:gd name="T30" fmla="*/ 2147483647 w 89"/>
                  <a:gd name="T31" fmla="*/ 2147483647 h 53"/>
                  <a:gd name="T32" fmla="*/ 2147483647 w 89"/>
                  <a:gd name="T33" fmla="*/ 2147483647 h 53"/>
                  <a:gd name="T34" fmla="*/ 2147483647 w 89"/>
                  <a:gd name="T35" fmla="*/ 2147483647 h 53"/>
                  <a:gd name="T36" fmla="*/ 2147483647 w 89"/>
                  <a:gd name="T37" fmla="*/ 2147483647 h 53"/>
                  <a:gd name="T38" fmla="*/ 2147483647 w 89"/>
                  <a:gd name="T39" fmla="*/ 2147483647 h 53"/>
                  <a:gd name="T40" fmla="*/ 2147483647 w 89"/>
                  <a:gd name="T41" fmla="*/ 2147483647 h 53"/>
                  <a:gd name="T42" fmla="*/ 2147483647 w 89"/>
                  <a:gd name="T43" fmla="*/ 2147483647 h 53"/>
                  <a:gd name="T44" fmla="*/ 2147483647 w 89"/>
                  <a:gd name="T45" fmla="*/ 2147483647 h 53"/>
                  <a:gd name="T46" fmla="*/ 2147483647 w 89"/>
                  <a:gd name="T47" fmla="*/ 2147483647 h 53"/>
                  <a:gd name="T48" fmla="*/ 2147483647 w 89"/>
                  <a:gd name="T49" fmla="*/ 2147483647 h 53"/>
                  <a:gd name="T50" fmla="*/ 2147483647 w 89"/>
                  <a:gd name="T51" fmla="*/ 2147483647 h 53"/>
                  <a:gd name="T52" fmla="*/ 2147483647 w 89"/>
                  <a:gd name="T53" fmla="*/ 2147483647 h 53"/>
                  <a:gd name="T54" fmla="*/ 2147483647 w 89"/>
                  <a:gd name="T55" fmla="*/ 2147483647 h 53"/>
                  <a:gd name="T56" fmla="*/ 2147483647 w 89"/>
                  <a:gd name="T57" fmla="*/ 2147483647 h 53"/>
                  <a:gd name="T58" fmla="*/ 2147483647 w 89"/>
                  <a:gd name="T59" fmla="*/ 0 h 53"/>
                  <a:gd name="T60" fmla="*/ 2147483647 w 89"/>
                  <a:gd name="T61" fmla="*/ 0 h 53"/>
                  <a:gd name="T62" fmla="*/ 2147483647 w 89"/>
                  <a:gd name="T63" fmla="*/ 0 h 53"/>
                  <a:gd name="T64" fmla="*/ 2147483647 w 89"/>
                  <a:gd name="T65" fmla="*/ 2147483647 h 5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89"/>
                  <a:gd name="T100" fmla="*/ 0 h 53"/>
                  <a:gd name="T101" fmla="*/ 89 w 89"/>
                  <a:gd name="T102" fmla="*/ 53 h 53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89" h="53">
                    <a:moveTo>
                      <a:pt x="30" y="2"/>
                    </a:moveTo>
                    <a:lnTo>
                      <a:pt x="22" y="5"/>
                    </a:lnTo>
                    <a:lnTo>
                      <a:pt x="15" y="9"/>
                    </a:lnTo>
                    <a:lnTo>
                      <a:pt x="9" y="13"/>
                    </a:lnTo>
                    <a:lnTo>
                      <a:pt x="4" y="18"/>
                    </a:lnTo>
                    <a:lnTo>
                      <a:pt x="1" y="23"/>
                    </a:lnTo>
                    <a:lnTo>
                      <a:pt x="0" y="28"/>
                    </a:lnTo>
                    <a:lnTo>
                      <a:pt x="0" y="33"/>
                    </a:lnTo>
                    <a:lnTo>
                      <a:pt x="2" y="38"/>
                    </a:lnTo>
                    <a:lnTo>
                      <a:pt x="6" y="43"/>
                    </a:lnTo>
                    <a:lnTo>
                      <a:pt x="11" y="46"/>
                    </a:lnTo>
                    <a:lnTo>
                      <a:pt x="17" y="49"/>
                    </a:lnTo>
                    <a:lnTo>
                      <a:pt x="24" y="51"/>
                    </a:lnTo>
                    <a:lnTo>
                      <a:pt x="32" y="53"/>
                    </a:lnTo>
                    <a:lnTo>
                      <a:pt x="41" y="53"/>
                    </a:lnTo>
                    <a:lnTo>
                      <a:pt x="49" y="52"/>
                    </a:lnTo>
                    <a:lnTo>
                      <a:pt x="58" y="50"/>
                    </a:lnTo>
                    <a:lnTo>
                      <a:pt x="66" y="47"/>
                    </a:lnTo>
                    <a:lnTo>
                      <a:pt x="75" y="44"/>
                    </a:lnTo>
                    <a:lnTo>
                      <a:pt x="81" y="39"/>
                    </a:lnTo>
                    <a:lnTo>
                      <a:pt x="85" y="35"/>
                    </a:lnTo>
                    <a:lnTo>
                      <a:pt x="88" y="30"/>
                    </a:lnTo>
                    <a:lnTo>
                      <a:pt x="89" y="24"/>
                    </a:lnTo>
                    <a:lnTo>
                      <a:pt x="89" y="19"/>
                    </a:lnTo>
                    <a:lnTo>
                      <a:pt x="87" y="14"/>
                    </a:lnTo>
                    <a:lnTo>
                      <a:pt x="83" y="10"/>
                    </a:lnTo>
                    <a:lnTo>
                      <a:pt x="78" y="6"/>
                    </a:lnTo>
                    <a:lnTo>
                      <a:pt x="72" y="3"/>
                    </a:lnTo>
                    <a:lnTo>
                      <a:pt x="64" y="1"/>
                    </a:lnTo>
                    <a:lnTo>
                      <a:pt x="56" y="0"/>
                    </a:lnTo>
                    <a:lnTo>
                      <a:pt x="47" y="0"/>
                    </a:lnTo>
                    <a:lnTo>
                      <a:pt x="39" y="0"/>
                    </a:lnTo>
                    <a:lnTo>
                      <a:pt x="30" y="2"/>
                    </a:lnTo>
                    <a:close/>
                  </a:path>
                </a:pathLst>
              </a:custGeom>
              <a:solidFill>
                <a:srgbClr val="00233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5" name="Freeform 102"/>
              <p:cNvSpPr>
                <a:spLocks/>
              </p:cNvSpPr>
              <p:nvPr/>
            </p:nvSpPr>
            <p:spPr bwMode="auto">
              <a:xfrm>
                <a:off x="1725613" y="1741488"/>
                <a:ext cx="17462" cy="11113"/>
              </a:xfrm>
              <a:custGeom>
                <a:avLst/>
                <a:gdLst>
                  <a:gd name="T0" fmla="*/ 2147483647 w 55"/>
                  <a:gd name="T1" fmla="*/ 2147483647 h 34"/>
                  <a:gd name="T2" fmla="*/ 2147483647 w 55"/>
                  <a:gd name="T3" fmla="*/ 2147483647 h 34"/>
                  <a:gd name="T4" fmla="*/ 2147483647 w 55"/>
                  <a:gd name="T5" fmla="*/ 2147483647 h 34"/>
                  <a:gd name="T6" fmla="*/ 0 w 55"/>
                  <a:gd name="T7" fmla="*/ 2147483647 h 34"/>
                  <a:gd name="T8" fmla="*/ 2147483647 w 55"/>
                  <a:gd name="T9" fmla="*/ 2147483647 h 34"/>
                  <a:gd name="T10" fmla="*/ 2147483647 w 55"/>
                  <a:gd name="T11" fmla="*/ 2147483647 h 34"/>
                  <a:gd name="T12" fmla="*/ 2147483647 w 55"/>
                  <a:gd name="T13" fmla="*/ 2147483647 h 34"/>
                  <a:gd name="T14" fmla="*/ 2147483647 w 55"/>
                  <a:gd name="T15" fmla="*/ 2147483647 h 34"/>
                  <a:gd name="T16" fmla="*/ 2147483647 w 55"/>
                  <a:gd name="T17" fmla="*/ 2147483647 h 34"/>
                  <a:gd name="T18" fmla="*/ 2147483647 w 55"/>
                  <a:gd name="T19" fmla="*/ 2147483647 h 34"/>
                  <a:gd name="T20" fmla="*/ 2147483647 w 55"/>
                  <a:gd name="T21" fmla="*/ 2147483647 h 34"/>
                  <a:gd name="T22" fmla="*/ 2147483647 w 55"/>
                  <a:gd name="T23" fmla="*/ 2147483647 h 34"/>
                  <a:gd name="T24" fmla="*/ 2147483647 w 55"/>
                  <a:gd name="T25" fmla="*/ 2147483647 h 34"/>
                  <a:gd name="T26" fmla="*/ 2147483647 w 55"/>
                  <a:gd name="T27" fmla="*/ 2147483647 h 34"/>
                  <a:gd name="T28" fmla="*/ 2147483647 w 55"/>
                  <a:gd name="T29" fmla="*/ 2147483647 h 34"/>
                  <a:gd name="T30" fmla="*/ 2147483647 w 55"/>
                  <a:gd name="T31" fmla="*/ 2147483647 h 34"/>
                  <a:gd name="T32" fmla="*/ 2147483647 w 55"/>
                  <a:gd name="T33" fmla="*/ 2147483647 h 34"/>
                  <a:gd name="T34" fmla="*/ 2147483647 w 55"/>
                  <a:gd name="T35" fmla="*/ 2147483647 h 34"/>
                  <a:gd name="T36" fmla="*/ 2147483647 w 55"/>
                  <a:gd name="T37" fmla="*/ 2147483647 h 34"/>
                  <a:gd name="T38" fmla="*/ 2147483647 w 55"/>
                  <a:gd name="T39" fmla="*/ 2147483647 h 34"/>
                  <a:gd name="T40" fmla="*/ 2147483647 w 55"/>
                  <a:gd name="T41" fmla="*/ 2147483647 h 34"/>
                  <a:gd name="T42" fmla="*/ 2147483647 w 55"/>
                  <a:gd name="T43" fmla="*/ 0 h 34"/>
                  <a:gd name="T44" fmla="*/ 2147483647 w 55"/>
                  <a:gd name="T45" fmla="*/ 0 h 34"/>
                  <a:gd name="T46" fmla="*/ 2147483647 w 55"/>
                  <a:gd name="T47" fmla="*/ 2147483647 h 34"/>
                  <a:gd name="T48" fmla="*/ 2147483647 w 55"/>
                  <a:gd name="T49" fmla="*/ 2147483647 h 3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55"/>
                  <a:gd name="T76" fmla="*/ 0 h 34"/>
                  <a:gd name="T77" fmla="*/ 55 w 55"/>
                  <a:gd name="T78" fmla="*/ 34 h 34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55" h="34">
                    <a:moveTo>
                      <a:pt x="19" y="2"/>
                    </a:moveTo>
                    <a:lnTo>
                      <a:pt x="9" y="6"/>
                    </a:lnTo>
                    <a:lnTo>
                      <a:pt x="3" y="12"/>
                    </a:lnTo>
                    <a:lnTo>
                      <a:pt x="0" y="18"/>
                    </a:lnTo>
                    <a:lnTo>
                      <a:pt x="1" y="25"/>
                    </a:lnTo>
                    <a:lnTo>
                      <a:pt x="3" y="28"/>
                    </a:lnTo>
                    <a:lnTo>
                      <a:pt x="7" y="30"/>
                    </a:lnTo>
                    <a:lnTo>
                      <a:pt x="11" y="32"/>
                    </a:lnTo>
                    <a:lnTo>
                      <a:pt x="15" y="33"/>
                    </a:lnTo>
                    <a:lnTo>
                      <a:pt x="20" y="34"/>
                    </a:lnTo>
                    <a:lnTo>
                      <a:pt x="26" y="34"/>
                    </a:lnTo>
                    <a:lnTo>
                      <a:pt x="31" y="33"/>
                    </a:lnTo>
                    <a:lnTo>
                      <a:pt x="37" y="32"/>
                    </a:lnTo>
                    <a:lnTo>
                      <a:pt x="46" y="28"/>
                    </a:lnTo>
                    <a:lnTo>
                      <a:pt x="53" y="22"/>
                    </a:lnTo>
                    <a:lnTo>
                      <a:pt x="55" y="16"/>
                    </a:lnTo>
                    <a:lnTo>
                      <a:pt x="54" y="10"/>
                    </a:lnTo>
                    <a:lnTo>
                      <a:pt x="52" y="7"/>
                    </a:lnTo>
                    <a:lnTo>
                      <a:pt x="48" y="4"/>
                    </a:lnTo>
                    <a:lnTo>
                      <a:pt x="44" y="2"/>
                    </a:lnTo>
                    <a:lnTo>
                      <a:pt x="40" y="1"/>
                    </a:lnTo>
                    <a:lnTo>
                      <a:pt x="35" y="0"/>
                    </a:lnTo>
                    <a:lnTo>
                      <a:pt x="30" y="0"/>
                    </a:lnTo>
                    <a:lnTo>
                      <a:pt x="24" y="1"/>
                    </a:lnTo>
                    <a:lnTo>
                      <a:pt x="19" y="2"/>
                    </a:lnTo>
                    <a:close/>
                  </a:path>
                </a:pathLst>
              </a:custGeom>
              <a:solidFill>
                <a:srgbClr val="9670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6" name="Freeform 103"/>
              <p:cNvSpPr>
                <a:spLocks/>
              </p:cNvSpPr>
              <p:nvPr/>
            </p:nvSpPr>
            <p:spPr bwMode="auto">
              <a:xfrm>
                <a:off x="1435100" y="1677988"/>
                <a:ext cx="57150" cy="14288"/>
              </a:xfrm>
              <a:custGeom>
                <a:avLst/>
                <a:gdLst>
                  <a:gd name="T0" fmla="*/ 2147483647 w 179"/>
                  <a:gd name="T1" fmla="*/ 2147483647 h 46"/>
                  <a:gd name="T2" fmla="*/ 2147483647 w 179"/>
                  <a:gd name="T3" fmla="*/ 2147483647 h 46"/>
                  <a:gd name="T4" fmla="*/ 0 w 179"/>
                  <a:gd name="T5" fmla="*/ 2147483647 h 46"/>
                  <a:gd name="T6" fmla="*/ 2147483647 w 179"/>
                  <a:gd name="T7" fmla="*/ 0 h 46"/>
                  <a:gd name="T8" fmla="*/ 2147483647 w 179"/>
                  <a:gd name="T9" fmla="*/ 2147483647 h 46"/>
                  <a:gd name="T10" fmla="*/ 2147483647 w 179"/>
                  <a:gd name="T11" fmla="*/ 2147483647 h 4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79"/>
                  <a:gd name="T19" fmla="*/ 0 h 46"/>
                  <a:gd name="T20" fmla="*/ 179 w 179"/>
                  <a:gd name="T21" fmla="*/ 46 h 4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79" h="46">
                    <a:moveTo>
                      <a:pt x="88" y="46"/>
                    </a:moveTo>
                    <a:lnTo>
                      <a:pt x="43" y="42"/>
                    </a:lnTo>
                    <a:lnTo>
                      <a:pt x="0" y="39"/>
                    </a:lnTo>
                    <a:lnTo>
                      <a:pt x="88" y="0"/>
                    </a:lnTo>
                    <a:lnTo>
                      <a:pt x="179" y="6"/>
                    </a:lnTo>
                    <a:lnTo>
                      <a:pt x="88" y="46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7" name="Freeform 104"/>
              <p:cNvSpPr>
                <a:spLocks/>
              </p:cNvSpPr>
              <p:nvPr/>
            </p:nvSpPr>
            <p:spPr bwMode="auto">
              <a:xfrm>
                <a:off x="1389063" y="1597026"/>
                <a:ext cx="177800" cy="47625"/>
              </a:xfrm>
              <a:custGeom>
                <a:avLst/>
                <a:gdLst>
                  <a:gd name="T0" fmla="*/ 2147483647 w 559"/>
                  <a:gd name="T1" fmla="*/ 0 h 151"/>
                  <a:gd name="T2" fmla="*/ 2147483647 w 559"/>
                  <a:gd name="T3" fmla="*/ 2147483647 h 151"/>
                  <a:gd name="T4" fmla="*/ 0 w 559"/>
                  <a:gd name="T5" fmla="*/ 2147483647 h 151"/>
                  <a:gd name="T6" fmla="*/ 2147483647 w 559"/>
                  <a:gd name="T7" fmla="*/ 2147483647 h 151"/>
                  <a:gd name="T8" fmla="*/ 2147483647 w 559"/>
                  <a:gd name="T9" fmla="*/ 0 h 1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59"/>
                  <a:gd name="T16" fmla="*/ 0 h 151"/>
                  <a:gd name="T17" fmla="*/ 559 w 559"/>
                  <a:gd name="T18" fmla="*/ 151 h 15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59" h="151">
                    <a:moveTo>
                      <a:pt x="559" y="0"/>
                    </a:moveTo>
                    <a:lnTo>
                      <a:pt x="107" y="97"/>
                    </a:lnTo>
                    <a:lnTo>
                      <a:pt x="0" y="151"/>
                    </a:lnTo>
                    <a:lnTo>
                      <a:pt x="310" y="74"/>
                    </a:lnTo>
                    <a:lnTo>
                      <a:pt x="559" y="0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8" name="Freeform 105"/>
              <p:cNvSpPr>
                <a:spLocks/>
              </p:cNvSpPr>
              <p:nvPr/>
            </p:nvSpPr>
            <p:spPr bwMode="auto">
              <a:xfrm>
                <a:off x="1277938" y="1651001"/>
                <a:ext cx="122237" cy="28575"/>
              </a:xfrm>
              <a:custGeom>
                <a:avLst/>
                <a:gdLst>
                  <a:gd name="T0" fmla="*/ 2147483647 w 385"/>
                  <a:gd name="T1" fmla="*/ 0 h 91"/>
                  <a:gd name="T2" fmla="*/ 2147483647 w 385"/>
                  <a:gd name="T3" fmla="*/ 2147483647 h 91"/>
                  <a:gd name="T4" fmla="*/ 0 w 385"/>
                  <a:gd name="T5" fmla="*/ 2147483647 h 91"/>
                  <a:gd name="T6" fmla="*/ 2147483647 w 385"/>
                  <a:gd name="T7" fmla="*/ 2147483647 h 91"/>
                  <a:gd name="T8" fmla="*/ 2147483647 w 385"/>
                  <a:gd name="T9" fmla="*/ 2147483647 h 91"/>
                  <a:gd name="T10" fmla="*/ 2147483647 w 385"/>
                  <a:gd name="T11" fmla="*/ 0 h 9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85"/>
                  <a:gd name="T19" fmla="*/ 0 h 91"/>
                  <a:gd name="T20" fmla="*/ 385 w 385"/>
                  <a:gd name="T21" fmla="*/ 91 h 9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85" h="91">
                    <a:moveTo>
                      <a:pt x="343" y="0"/>
                    </a:moveTo>
                    <a:lnTo>
                      <a:pt x="216" y="22"/>
                    </a:lnTo>
                    <a:lnTo>
                      <a:pt x="0" y="91"/>
                    </a:lnTo>
                    <a:lnTo>
                      <a:pt x="385" y="81"/>
                    </a:lnTo>
                    <a:lnTo>
                      <a:pt x="312" y="63"/>
                    </a:lnTo>
                    <a:lnTo>
                      <a:pt x="343" y="0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9" name="Freeform 106"/>
              <p:cNvSpPr>
                <a:spLocks/>
              </p:cNvSpPr>
              <p:nvPr/>
            </p:nvSpPr>
            <p:spPr bwMode="auto">
              <a:xfrm>
                <a:off x="1468438" y="1695451"/>
                <a:ext cx="33337" cy="207963"/>
              </a:xfrm>
              <a:custGeom>
                <a:avLst/>
                <a:gdLst>
                  <a:gd name="T0" fmla="*/ 2147483647 w 108"/>
                  <a:gd name="T1" fmla="*/ 0 h 653"/>
                  <a:gd name="T2" fmla="*/ 2147483647 w 108"/>
                  <a:gd name="T3" fmla="*/ 2147483647 h 653"/>
                  <a:gd name="T4" fmla="*/ 2147483647 w 108"/>
                  <a:gd name="T5" fmla="*/ 2147483647 h 653"/>
                  <a:gd name="T6" fmla="*/ 2147483647 w 108"/>
                  <a:gd name="T7" fmla="*/ 2147483647 h 653"/>
                  <a:gd name="T8" fmla="*/ 2147483647 w 108"/>
                  <a:gd name="T9" fmla="*/ 2147483647 h 653"/>
                  <a:gd name="T10" fmla="*/ 2147483647 w 108"/>
                  <a:gd name="T11" fmla="*/ 2147483647 h 653"/>
                  <a:gd name="T12" fmla="*/ 2147483647 w 108"/>
                  <a:gd name="T13" fmla="*/ 2147483647 h 653"/>
                  <a:gd name="T14" fmla="*/ 2147483647 w 108"/>
                  <a:gd name="T15" fmla="*/ 2147483647 h 653"/>
                  <a:gd name="T16" fmla="*/ 2147483647 w 108"/>
                  <a:gd name="T17" fmla="*/ 2147483647 h 653"/>
                  <a:gd name="T18" fmla="*/ 2147483647 w 108"/>
                  <a:gd name="T19" fmla="*/ 2147483647 h 653"/>
                  <a:gd name="T20" fmla="*/ 2147483647 w 108"/>
                  <a:gd name="T21" fmla="*/ 2147483647 h 653"/>
                  <a:gd name="T22" fmla="*/ 2147483647 w 108"/>
                  <a:gd name="T23" fmla="*/ 2147483647 h 653"/>
                  <a:gd name="T24" fmla="*/ 2147483647 w 108"/>
                  <a:gd name="T25" fmla="*/ 2147483647 h 653"/>
                  <a:gd name="T26" fmla="*/ 2147483647 w 108"/>
                  <a:gd name="T27" fmla="*/ 2147483647 h 653"/>
                  <a:gd name="T28" fmla="*/ 2147483647 w 108"/>
                  <a:gd name="T29" fmla="*/ 2147483647 h 653"/>
                  <a:gd name="T30" fmla="*/ 2147483647 w 108"/>
                  <a:gd name="T31" fmla="*/ 2147483647 h 653"/>
                  <a:gd name="T32" fmla="*/ 2147483647 w 108"/>
                  <a:gd name="T33" fmla="*/ 2147483647 h 653"/>
                  <a:gd name="T34" fmla="*/ 0 w 108"/>
                  <a:gd name="T35" fmla="*/ 2147483647 h 653"/>
                  <a:gd name="T36" fmla="*/ 2147483647 w 108"/>
                  <a:gd name="T37" fmla="*/ 0 h 65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08"/>
                  <a:gd name="T58" fmla="*/ 0 h 653"/>
                  <a:gd name="T59" fmla="*/ 108 w 108"/>
                  <a:gd name="T60" fmla="*/ 653 h 65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08" h="653">
                    <a:moveTo>
                      <a:pt x="21" y="0"/>
                    </a:moveTo>
                    <a:lnTo>
                      <a:pt x="25" y="84"/>
                    </a:lnTo>
                    <a:lnTo>
                      <a:pt x="29" y="167"/>
                    </a:lnTo>
                    <a:lnTo>
                      <a:pt x="34" y="249"/>
                    </a:lnTo>
                    <a:lnTo>
                      <a:pt x="40" y="331"/>
                    </a:lnTo>
                    <a:lnTo>
                      <a:pt x="49" y="413"/>
                    </a:lnTo>
                    <a:lnTo>
                      <a:pt x="62" y="494"/>
                    </a:lnTo>
                    <a:lnTo>
                      <a:pt x="81" y="574"/>
                    </a:lnTo>
                    <a:lnTo>
                      <a:pt x="108" y="653"/>
                    </a:lnTo>
                    <a:lnTo>
                      <a:pt x="87" y="623"/>
                    </a:lnTo>
                    <a:lnTo>
                      <a:pt x="71" y="585"/>
                    </a:lnTo>
                    <a:lnTo>
                      <a:pt x="59" y="541"/>
                    </a:lnTo>
                    <a:lnTo>
                      <a:pt x="49" y="496"/>
                    </a:lnTo>
                    <a:lnTo>
                      <a:pt x="42" y="448"/>
                    </a:lnTo>
                    <a:lnTo>
                      <a:pt x="36" y="401"/>
                    </a:lnTo>
                    <a:lnTo>
                      <a:pt x="32" y="359"/>
                    </a:lnTo>
                    <a:lnTo>
                      <a:pt x="28" y="320"/>
                    </a:lnTo>
                    <a:lnTo>
                      <a:pt x="0" y="29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000F2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0" name="Freeform 107"/>
              <p:cNvSpPr>
                <a:spLocks/>
              </p:cNvSpPr>
              <p:nvPr/>
            </p:nvSpPr>
            <p:spPr bwMode="auto">
              <a:xfrm>
                <a:off x="1419225" y="1714501"/>
                <a:ext cx="25400" cy="157163"/>
              </a:xfrm>
              <a:custGeom>
                <a:avLst/>
                <a:gdLst>
                  <a:gd name="T0" fmla="*/ 2147483647 w 79"/>
                  <a:gd name="T1" fmla="*/ 0 h 494"/>
                  <a:gd name="T2" fmla="*/ 2147483647 w 79"/>
                  <a:gd name="T3" fmla="*/ 2147483647 h 494"/>
                  <a:gd name="T4" fmla="*/ 2147483647 w 79"/>
                  <a:gd name="T5" fmla="*/ 2147483647 h 494"/>
                  <a:gd name="T6" fmla="*/ 2147483647 w 79"/>
                  <a:gd name="T7" fmla="*/ 2147483647 h 494"/>
                  <a:gd name="T8" fmla="*/ 0 w 79"/>
                  <a:gd name="T9" fmla="*/ 2147483647 h 494"/>
                  <a:gd name="T10" fmla="*/ 2147483647 w 79"/>
                  <a:gd name="T11" fmla="*/ 2147483647 h 494"/>
                  <a:gd name="T12" fmla="*/ 2147483647 w 79"/>
                  <a:gd name="T13" fmla="*/ 2147483647 h 494"/>
                  <a:gd name="T14" fmla="*/ 2147483647 w 79"/>
                  <a:gd name="T15" fmla="*/ 2147483647 h 494"/>
                  <a:gd name="T16" fmla="*/ 2147483647 w 79"/>
                  <a:gd name="T17" fmla="*/ 2147483647 h 494"/>
                  <a:gd name="T18" fmla="*/ 2147483647 w 79"/>
                  <a:gd name="T19" fmla="*/ 2147483647 h 494"/>
                  <a:gd name="T20" fmla="*/ 2147483647 w 79"/>
                  <a:gd name="T21" fmla="*/ 2147483647 h 494"/>
                  <a:gd name="T22" fmla="*/ 2147483647 w 79"/>
                  <a:gd name="T23" fmla="*/ 2147483647 h 494"/>
                  <a:gd name="T24" fmla="*/ 2147483647 w 79"/>
                  <a:gd name="T25" fmla="*/ 2147483647 h 494"/>
                  <a:gd name="T26" fmla="*/ 2147483647 w 79"/>
                  <a:gd name="T27" fmla="*/ 2147483647 h 494"/>
                  <a:gd name="T28" fmla="*/ 2147483647 w 79"/>
                  <a:gd name="T29" fmla="*/ 2147483647 h 494"/>
                  <a:gd name="T30" fmla="*/ 2147483647 w 79"/>
                  <a:gd name="T31" fmla="*/ 2147483647 h 494"/>
                  <a:gd name="T32" fmla="*/ 2147483647 w 79"/>
                  <a:gd name="T33" fmla="*/ 2147483647 h 494"/>
                  <a:gd name="T34" fmla="*/ 2147483647 w 79"/>
                  <a:gd name="T35" fmla="*/ 0 h 49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79"/>
                  <a:gd name="T55" fmla="*/ 0 h 494"/>
                  <a:gd name="T56" fmla="*/ 79 w 79"/>
                  <a:gd name="T57" fmla="*/ 494 h 494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79" h="494">
                    <a:moveTo>
                      <a:pt x="53" y="0"/>
                    </a:moveTo>
                    <a:lnTo>
                      <a:pt x="32" y="63"/>
                    </a:lnTo>
                    <a:lnTo>
                      <a:pt x="15" y="126"/>
                    </a:lnTo>
                    <a:lnTo>
                      <a:pt x="4" y="186"/>
                    </a:lnTo>
                    <a:lnTo>
                      <a:pt x="0" y="245"/>
                    </a:lnTo>
                    <a:lnTo>
                      <a:pt x="1" y="302"/>
                    </a:lnTo>
                    <a:lnTo>
                      <a:pt x="10" y="356"/>
                    </a:lnTo>
                    <a:lnTo>
                      <a:pt x="27" y="406"/>
                    </a:lnTo>
                    <a:lnTo>
                      <a:pt x="51" y="455"/>
                    </a:lnTo>
                    <a:lnTo>
                      <a:pt x="79" y="494"/>
                    </a:lnTo>
                    <a:lnTo>
                      <a:pt x="68" y="435"/>
                    </a:lnTo>
                    <a:lnTo>
                      <a:pt x="61" y="378"/>
                    </a:lnTo>
                    <a:lnTo>
                      <a:pt x="56" y="323"/>
                    </a:lnTo>
                    <a:lnTo>
                      <a:pt x="54" y="268"/>
                    </a:lnTo>
                    <a:lnTo>
                      <a:pt x="53" y="211"/>
                    </a:lnTo>
                    <a:lnTo>
                      <a:pt x="53" y="148"/>
                    </a:lnTo>
                    <a:lnTo>
                      <a:pt x="54" y="78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776B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1" name="Freeform 108"/>
              <p:cNvSpPr>
                <a:spLocks/>
              </p:cNvSpPr>
              <p:nvPr/>
            </p:nvSpPr>
            <p:spPr bwMode="auto">
              <a:xfrm>
                <a:off x="1435100" y="1689101"/>
                <a:ext cx="49212" cy="261938"/>
              </a:xfrm>
              <a:custGeom>
                <a:avLst/>
                <a:gdLst>
                  <a:gd name="T0" fmla="*/ 2147483647 w 151"/>
                  <a:gd name="T1" fmla="*/ 2147483647 h 823"/>
                  <a:gd name="T2" fmla="*/ 2147483647 w 151"/>
                  <a:gd name="T3" fmla="*/ 2147483647 h 823"/>
                  <a:gd name="T4" fmla="*/ 2147483647 w 151"/>
                  <a:gd name="T5" fmla="*/ 2147483647 h 823"/>
                  <a:gd name="T6" fmla="*/ 2147483647 w 151"/>
                  <a:gd name="T7" fmla="*/ 2147483647 h 823"/>
                  <a:gd name="T8" fmla="*/ 0 w 151"/>
                  <a:gd name="T9" fmla="*/ 0 h 823"/>
                  <a:gd name="T10" fmla="*/ 2147483647 w 151"/>
                  <a:gd name="T11" fmla="*/ 2147483647 h 8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1"/>
                  <a:gd name="T19" fmla="*/ 0 h 823"/>
                  <a:gd name="T20" fmla="*/ 151 w 151"/>
                  <a:gd name="T21" fmla="*/ 823 h 8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1" h="823">
                    <a:moveTo>
                      <a:pt x="97" y="3"/>
                    </a:moveTo>
                    <a:lnTo>
                      <a:pt x="128" y="459"/>
                    </a:lnTo>
                    <a:lnTo>
                      <a:pt x="151" y="823"/>
                    </a:lnTo>
                    <a:lnTo>
                      <a:pt x="55" y="805"/>
                    </a:lnTo>
                    <a:lnTo>
                      <a:pt x="0" y="0"/>
                    </a:lnTo>
                    <a:lnTo>
                      <a:pt x="97" y="3"/>
                    </a:lnTo>
                    <a:close/>
                  </a:path>
                </a:pathLst>
              </a:custGeom>
              <a:solidFill>
                <a:srgbClr val="776B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2" name="Freeform 109"/>
              <p:cNvSpPr>
                <a:spLocks/>
              </p:cNvSpPr>
              <p:nvPr/>
            </p:nvSpPr>
            <p:spPr bwMode="auto">
              <a:xfrm>
                <a:off x="1479550" y="1828801"/>
                <a:ext cx="34925" cy="80963"/>
              </a:xfrm>
              <a:custGeom>
                <a:avLst/>
                <a:gdLst>
                  <a:gd name="T0" fmla="*/ 2147483647 w 106"/>
                  <a:gd name="T1" fmla="*/ 0 h 254"/>
                  <a:gd name="T2" fmla="*/ 2147483647 w 106"/>
                  <a:gd name="T3" fmla="*/ 2147483647 h 254"/>
                  <a:gd name="T4" fmla="*/ 2147483647 w 106"/>
                  <a:gd name="T5" fmla="*/ 2147483647 h 254"/>
                  <a:gd name="T6" fmla="*/ 2147483647 w 106"/>
                  <a:gd name="T7" fmla="*/ 2147483647 h 254"/>
                  <a:gd name="T8" fmla="*/ 2147483647 w 106"/>
                  <a:gd name="T9" fmla="*/ 2147483647 h 254"/>
                  <a:gd name="T10" fmla="*/ 2147483647 w 106"/>
                  <a:gd name="T11" fmla="*/ 2147483647 h 254"/>
                  <a:gd name="T12" fmla="*/ 2147483647 w 106"/>
                  <a:gd name="T13" fmla="*/ 2147483647 h 254"/>
                  <a:gd name="T14" fmla="*/ 0 w 106"/>
                  <a:gd name="T15" fmla="*/ 2147483647 h 254"/>
                  <a:gd name="T16" fmla="*/ 2147483647 w 106"/>
                  <a:gd name="T17" fmla="*/ 2147483647 h 254"/>
                  <a:gd name="T18" fmla="*/ 2147483647 w 106"/>
                  <a:gd name="T19" fmla="*/ 2147483647 h 254"/>
                  <a:gd name="T20" fmla="*/ 2147483647 w 106"/>
                  <a:gd name="T21" fmla="*/ 2147483647 h 254"/>
                  <a:gd name="T22" fmla="*/ 2147483647 w 106"/>
                  <a:gd name="T23" fmla="*/ 2147483647 h 254"/>
                  <a:gd name="T24" fmla="*/ 2147483647 w 106"/>
                  <a:gd name="T25" fmla="*/ 2147483647 h 254"/>
                  <a:gd name="T26" fmla="*/ 2147483647 w 106"/>
                  <a:gd name="T27" fmla="*/ 2147483647 h 254"/>
                  <a:gd name="T28" fmla="*/ 2147483647 w 106"/>
                  <a:gd name="T29" fmla="*/ 0 h 25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06"/>
                  <a:gd name="T46" fmla="*/ 0 h 254"/>
                  <a:gd name="T47" fmla="*/ 106 w 106"/>
                  <a:gd name="T48" fmla="*/ 254 h 25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06" h="254">
                    <a:moveTo>
                      <a:pt x="106" y="0"/>
                    </a:moveTo>
                    <a:lnTo>
                      <a:pt x="103" y="166"/>
                    </a:lnTo>
                    <a:lnTo>
                      <a:pt x="99" y="218"/>
                    </a:lnTo>
                    <a:lnTo>
                      <a:pt x="84" y="254"/>
                    </a:lnTo>
                    <a:lnTo>
                      <a:pt x="62" y="253"/>
                    </a:lnTo>
                    <a:lnTo>
                      <a:pt x="27" y="208"/>
                    </a:lnTo>
                    <a:lnTo>
                      <a:pt x="18" y="154"/>
                    </a:lnTo>
                    <a:lnTo>
                      <a:pt x="0" y="1"/>
                    </a:lnTo>
                    <a:lnTo>
                      <a:pt x="24" y="159"/>
                    </a:lnTo>
                    <a:lnTo>
                      <a:pt x="44" y="218"/>
                    </a:lnTo>
                    <a:lnTo>
                      <a:pt x="61" y="231"/>
                    </a:lnTo>
                    <a:lnTo>
                      <a:pt x="84" y="219"/>
                    </a:lnTo>
                    <a:lnTo>
                      <a:pt x="89" y="143"/>
                    </a:lnTo>
                    <a:lnTo>
                      <a:pt x="99" y="34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rgbClr val="DBC4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3" name="Freeform 110"/>
              <p:cNvSpPr>
                <a:spLocks/>
              </p:cNvSpPr>
              <p:nvPr/>
            </p:nvSpPr>
            <p:spPr bwMode="auto">
              <a:xfrm>
                <a:off x="1712913" y="1708151"/>
                <a:ext cx="47625" cy="9525"/>
              </a:xfrm>
              <a:custGeom>
                <a:avLst/>
                <a:gdLst>
                  <a:gd name="T0" fmla="*/ 2147483647 w 149"/>
                  <a:gd name="T1" fmla="*/ 0 h 34"/>
                  <a:gd name="T2" fmla="*/ 2147483647 w 149"/>
                  <a:gd name="T3" fmla="*/ 2147483647 h 34"/>
                  <a:gd name="T4" fmla="*/ 2147483647 w 149"/>
                  <a:gd name="T5" fmla="*/ 2147483647 h 34"/>
                  <a:gd name="T6" fmla="*/ 2147483647 w 149"/>
                  <a:gd name="T7" fmla="*/ 2147483647 h 34"/>
                  <a:gd name="T8" fmla="*/ 2147483647 w 149"/>
                  <a:gd name="T9" fmla="*/ 2147483647 h 34"/>
                  <a:gd name="T10" fmla="*/ 2147483647 w 149"/>
                  <a:gd name="T11" fmla="*/ 2147483647 h 34"/>
                  <a:gd name="T12" fmla="*/ 2147483647 w 149"/>
                  <a:gd name="T13" fmla="*/ 2147483647 h 34"/>
                  <a:gd name="T14" fmla="*/ 2147483647 w 149"/>
                  <a:gd name="T15" fmla="*/ 2147483647 h 34"/>
                  <a:gd name="T16" fmla="*/ 2147483647 w 149"/>
                  <a:gd name="T17" fmla="*/ 2147483647 h 34"/>
                  <a:gd name="T18" fmla="*/ 0 w 149"/>
                  <a:gd name="T19" fmla="*/ 2147483647 h 34"/>
                  <a:gd name="T20" fmla="*/ 2147483647 w 149"/>
                  <a:gd name="T21" fmla="*/ 2147483647 h 34"/>
                  <a:gd name="T22" fmla="*/ 2147483647 w 149"/>
                  <a:gd name="T23" fmla="*/ 0 h 3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49"/>
                  <a:gd name="T37" fmla="*/ 0 h 34"/>
                  <a:gd name="T38" fmla="*/ 149 w 149"/>
                  <a:gd name="T39" fmla="*/ 34 h 3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49" h="34">
                    <a:moveTo>
                      <a:pt x="135" y="0"/>
                    </a:moveTo>
                    <a:lnTo>
                      <a:pt x="149" y="6"/>
                    </a:lnTo>
                    <a:lnTo>
                      <a:pt x="130" y="14"/>
                    </a:lnTo>
                    <a:lnTo>
                      <a:pt x="112" y="22"/>
                    </a:lnTo>
                    <a:lnTo>
                      <a:pt x="94" y="27"/>
                    </a:lnTo>
                    <a:lnTo>
                      <a:pt x="76" y="31"/>
                    </a:lnTo>
                    <a:lnTo>
                      <a:pt x="59" y="33"/>
                    </a:lnTo>
                    <a:lnTo>
                      <a:pt x="41" y="34"/>
                    </a:lnTo>
                    <a:lnTo>
                      <a:pt x="21" y="34"/>
                    </a:lnTo>
                    <a:lnTo>
                      <a:pt x="0" y="33"/>
                    </a:lnTo>
                    <a:lnTo>
                      <a:pt x="2" y="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4EAE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4" name="Freeform 111"/>
              <p:cNvSpPr>
                <a:spLocks/>
              </p:cNvSpPr>
              <p:nvPr/>
            </p:nvSpPr>
            <p:spPr bwMode="auto">
              <a:xfrm>
                <a:off x="1331913" y="1681163"/>
                <a:ext cx="76200" cy="233363"/>
              </a:xfrm>
              <a:custGeom>
                <a:avLst/>
                <a:gdLst>
                  <a:gd name="T0" fmla="*/ 2147483647 w 241"/>
                  <a:gd name="T1" fmla="*/ 0 h 734"/>
                  <a:gd name="T2" fmla="*/ 2147483647 w 241"/>
                  <a:gd name="T3" fmla="*/ 2147483647 h 734"/>
                  <a:gd name="T4" fmla="*/ 2147483647 w 241"/>
                  <a:gd name="T5" fmla="*/ 2147483647 h 734"/>
                  <a:gd name="T6" fmla="*/ 2147483647 w 241"/>
                  <a:gd name="T7" fmla="*/ 2147483647 h 734"/>
                  <a:gd name="T8" fmla="*/ 0 w 241"/>
                  <a:gd name="T9" fmla="*/ 2147483647 h 734"/>
                  <a:gd name="T10" fmla="*/ 2147483647 w 241"/>
                  <a:gd name="T11" fmla="*/ 0 h 73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41"/>
                  <a:gd name="T19" fmla="*/ 0 h 734"/>
                  <a:gd name="T20" fmla="*/ 241 w 241"/>
                  <a:gd name="T21" fmla="*/ 734 h 73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41" h="734">
                    <a:moveTo>
                      <a:pt x="220" y="0"/>
                    </a:moveTo>
                    <a:lnTo>
                      <a:pt x="241" y="734"/>
                    </a:lnTo>
                    <a:lnTo>
                      <a:pt x="75" y="674"/>
                    </a:lnTo>
                    <a:lnTo>
                      <a:pt x="21" y="479"/>
                    </a:lnTo>
                    <a:lnTo>
                      <a:pt x="0" y="9"/>
                    </a:lnTo>
                    <a:lnTo>
                      <a:pt x="220" y="0"/>
                    </a:lnTo>
                    <a:close/>
                  </a:path>
                </a:pathLst>
              </a:custGeom>
              <a:solidFill>
                <a:srgbClr val="51442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5" name="Freeform 112"/>
              <p:cNvSpPr>
                <a:spLocks/>
              </p:cNvSpPr>
              <p:nvPr/>
            </p:nvSpPr>
            <p:spPr bwMode="auto">
              <a:xfrm>
                <a:off x="1427163" y="1651001"/>
                <a:ext cx="57150" cy="19050"/>
              </a:xfrm>
              <a:custGeom>
                <a:avLst/>
                <a:gdLst>
                  <a:gd name="T0" fmla="*/ 2147483647 w 181"/>
                  <a:gd name="T1" fmla="*/ 0 h 56"/>
                  <a:gd name="T2" fmla="*/ 0 w 181"/>
                  <a:gd name="T3" fmla="*/ 2147483647 h 56"/>
                  <a:gd name="T4" fmla="*/ 2147483647 w 181"/>
                  <a:gd name="T5" fmla="*/ 2147483647 h 56"/>
                  <a:gd name="T6" fmla="*/ 2147483647 w 181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1"/>
                  <a:gd name="T13" fmla="*/ 0 h 56"/>
                  <a:gd name="T14" fmla="*/ 181 w 181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1" h="56">
                    <a:moveTo>
                      <a:pt x="172" y="0"/>
                    </a:moveTo>
                    <a:lnTo>
                      <a:pt x="0" y="24"/>
                    </a:lnTo>
                    <a:lnTo>
                      <a:pt x="181" y="56"/>
                    </a:lnTo>
                    <a:lnTo>
                      <a:pt x="172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6" name="Freeform 113"/>
              <p:cNvSpPr>
                <a:spLocks/>
              </p:cNvSpPr>
              <p:nvPr/>
            </p:nvSpPr>
            <p:spPr bwMode="auto">
              <a:xfrm>
                <a:off x="1296988" y="1692276"/>
                <a:ext cx="76200" cy="3175"/>
              </a:xfrm>
              <a:custGeom>
                <a:avLst/>
                <a:gdLst>
                  <a:gd name="T0" fmla="*/ 2147483647 w 240"/>
                  <a:gd name="T1" fmla="*/ 0 h 10"/>
                  <a:gd name="T2" fmla="*/ 0 w 240"/>
                  <a:gd name="T3" fmla="*/ 0 h 10"/>
                  <a:gd name="T4" fmla="*/ 0 w 240"/>
                  <a:gd name="T5" fmla="*/ 2147483647 h 10"/>
                  <a:gd name="T6" fmla="*/ 2147483647 w 240"/>
                  <a:gd name="T7" fmla="*/ 2147483647 h 10"/>
                  <a:gd name="T8" fmla="*/ 2147483647 w 240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0"/>
                  <a:gd name="T16" fmla="*/ 0 h 10"/>
                  <a:gd name="T17" fmla="*/ 240 w 240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0" h="10">
                    <a:moveTo>
                      <a:pt x="238" y="0"/>
                    </a:moveTo>
                    <a:lnTo>
                      <a:pt x="0" y="0"/>
                    </a:lnTo>
                    <a:lnTo>
                      <a:pt x="0" y="10"/>
                    </a:lnTo>
                    <a:lnTo>
                      <a:pt x="240" y="9"/>
                    </a:lnTo>
                    <a:lnTo>
                      <a:pt x="238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7" name="Freeform 114"/>
              <p:cNvSpPr>
                <a:spLocks/>
              </p:cNvSpPr>
              <p:nvPr/>
            </p:nvSpPr>
            <p:spPr bwMode="auto">
              <a:xfrm>
                <a:off x="1296988" y="1719263"/>
                <a:ext cx="76200" cy="3175"/>
              </a:xfrm>
              <a:custGeom>
                <a:avLst/>
                <a:gdLst>
                  <a:gd name="T0" fmla="*/ 2147483647 w 242"/>
                  <a:gd name="T1" fmla="*/ 0 h 10"/>
                  <a:gd name="T2" fmla="*/ 2147483647 w 242"/>
                  <a:gd name="T3" fmla="*/ 2147483647 h 10"/>
                  <a:gd name="T4" fmla="*/ 0 w 242"/>
                  <a:gd name="T5" fmla="*/ 2147483647 h 10"/>
                  <a:gd name="T6" fmla="*/ 2147483647 w 242"/>
                  <a:gd name="T7" fmla="*/ 2147483647 h 10"/>
                  <a:gd name="T8" fmla="*/ 2147483647 w 242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2"/>
                  <a:gd name="T16" fmla="*/ 0 h 10"/>
                  <a:gd name="T17" fmla="*/ 242 w 242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2" h="10">
                    <a:moveTo>
                      <a:pt x="239" y="0"/>
                    </a:moveTo>
                    <a:lnTo>
                      <a:pt x="1" y="1"/>
                    </a:lnTo>
                    <a:lnTo>
                      <a:pt x="0" y="10"/>
                    </a:lnTo>
                    <a:lnTo>
                      <a:pt x="242" y="10"/>
                    </a:lnTo>
                    <a:lnTo>
                      <a:pt x="239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8" name="Freeform 115"/>
              <p:cNvSpPr>
                <a:spLocks/>
              </p:cNvSpPr>
              <p:nvPr/>
            </p:nvSpPr>
            <p:spPr bwMode="auto">
              <a:xfrm>
                <a:off x="1295400" y="1697038"/>
                <a:ext cx="77787" cy="3175"/>
              </a:xfrm>
              <a:custGeom>
                <a:avLst/>
                <a:gdLst>
                  <a:gd name="T0" fmla="*/ 2147483647 w 241"/>
                  <a:gd name="T1" fmla="*/ 0 h 10"/>
                  <a:gd name="T2" fmla="*/ 2147483647 w 241"/>
                  <a:gd name="T3" fmla="*/ 2147483647 h 10"/>
                  <a:gd name="T4" fmla="*/ 0 w 241"/>
                  <a:gd name="T5" fmla="*/ 2147483647 h 10"/>
                  <a:gd name="T6" fmla="*/ 2147483647 w 241"/>
                  <a:gd name="T7" fmla="*/ 2147483647 h 10"/>
                  <a:gd name="T8" fmla="*/ 2147483647 w 24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0"/>
                  <a:gd name="T17" fmla="*/ 241 w 24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0">
                    <a:moveTo>
                      <a:pt x="238" y="0"/>
                    </a:moveTo>
                    <a:lnTo>
                      <a:pt x="2" y="1"/>
                    </a:lnTo>
                    <a:lnTo>
                      <a:pt x="0" y="10"/>
                    </a:lnTo>
                    <a:lnTo>
                      <a:pt x="241" y="10"/>
                    </a:lnTo>
                    <a:lnTo>
                      <a:pt x="238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9" name="Freeform 116"/>
              <p:cNvSpPr>
                <a:spLocks/>
              </p:cNvSpPr>
              <p:nvPr/>
            </p:nvSpPr>
            <p:spPr bwMode="auto">
              <a:xfrm>
                <a:off x="1296988" y="1724026"/>
                <a:ext cx="76200" cy="3175"/>
              </a:xfrm>
              <a:custGeom>
                <a:avLst/>
                <a:gdLst>
                  <a:gd name="T0" fmla="*/ 2147483647 w 241"/>
                  <a:gd name="T1" fmla="*/ 0 h 10"/>
                  <a:gd name="T2" fmla="*/ 2147483647 w 241"/>
                  <a:gd name="T3" fmla="*/ 0 h 10"/>
                  <a:gd name="T4" fmla="*/ 0 w 241"/>
                  <a:gd name="T5" fmla="*/ 2147483647 h 10"/>
                  <a:gd name="T6" fmla="*/ 2147483647 w 241"/>
                  <a:gd name="T7" fmla="*/ 2147483647 h 10"/>
                  <a:gd name="T8" fmla="*/ 2147483647 w 24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0"/>
                  <a:gd name="T17" fmla="*/ 241 w 24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0">
                    <a:moveTo>
                      <a:pt x="238" y="0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241" y="9"/>
                    </a:lnTo>
                    <a:lnTo>
                      <a:pt x="238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0" name="Freeform 117"/>
              <p:cNvSpPr>
                <a:spLocks/>
              </p:cNvSpPr>
              <p:nvPr/>
            </p:nvSpPr>
            <p:spPr bwMode="auto">
              <a:xfrm>
                <a:off x="1296988" y="1703388"/>
                <a:ext cx="76200" cy="3175"/>
              </a:xfrm>
              <a:custGeom>
                <a:avLst/>
                <a:gdLst>
                  <a:gd name="T0" fmla="*/ 2147483647 w 242"/>
                  <a:gd name="T1" fmla="*/ 0 h 10"/>
                  <a:gd name="T2" fmla="*/ 2147483647 w 242"/>
                  <a:gd name="T3" fmla="*/ 2147483647 h 10"/>
                  <a:gd name="T4" fmla="*/ 0 w 242"/>
                  <a:gd name="T5" fmla="*/ 2147483647 h 10"/>
                  <a:gd name="T6" fmla="*/ 2147483647 w 242"/>
                  <a:gd name="T7" fmla="*/ 2147483647 h 10"/>
                  <a:gd name="T8" fmla="*/ 2147483647 w 242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2"/>
                  <a:gd name="T16" fmla="*/ 0 h 10"/>
                  <a:gd name="T17" fmla="*/ 242 w 242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2" h="10">
                    <a:moveTo>
                      <a:pt x="238" y="0"/>
                    </a:moveTo>
                    <a:lnTo>
                      <a:pt x="1" y="1"/>
                    </a:lnTo>
                    <a:lnTo>
                      <a:pt x="0" y="10"/>
                    </a:lnTo>
                    <a:lnTo>
                      <a:pt x="242" y="10"/>
                    </a:lnTo>
                    <a:lnTo>
                      <a:pt x="238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1" name="Freeform 118"/>
              <p:cNvSpPr>
                <a:spLocks/>
              </p:cNvSpPr>
              <p:nvPr/>
            </p:nvSpPr>
            <p:spPr bwMode="auto">
              <a:xfrm>
                <a:off x="1296988" y="1728788"/>
                <a:ext cx="77787" cy="3175"/>
              </a:xfrm>
              <a:custGeom>
                <a:avLst/>
                <a:gdLst>
                  <a:gd name="T0" fmla="*/ 2147483647 w 241"/>
                  <a:gd name="T1" fmla="*/ 0 h 10"/>
                  <a:gd name="T2" fmla="*/ 2147483647 w 241"/>
                  <a:gd name="T3" fmla="*/ 2147483647 h 10"/>
                  <a:gd name="T4" fmla="*/ 0 w 241"/>
                  <a:gd name="T5" fmla="*/ 2147483647 h 10"/>
                  <a:gd name="T6" fmla="*/ 2147483647 w 241"/>
                  <a:gd name="T7" fmla="*/ 2147483647 h 10"/>
                  <a:gd name="T8" fmla="*/ 2147483647 w 24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0"/>
                  <a:gd name="T17" fmla="*/ 241 w 24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0">
                    <a:moveTo>
                      <a:pt x="238" y="0"/>
                    </a:moveTo>
                    <a:lnTo>
                      <a:pt x="1" y="1"/>
                    </a:lnTo>
                    <a:lnTo>
                      <a:pt x="0" y="10"/>
                    </a:lnTo>
                    <a:lnTo>
                      <a:pt x="241" y="10"/>
                    </a:lnTo>
                    <a:lnTo>
                      <a:pt x="238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2" name="Freeform 119"/>
              <p:cNvSpPr>
                <a:spLocks/>
              </p:cNvSpPr>
              <p:nvPr/>
            </p:nvSpPr>
            <p:spPr bwMode="auto">
              <a:xfrm>
                <a:off x="1296988" y="1708151"/>
                <a:ext cx="76200" cy="3175"/>
              </a:xfrm>
              <a:custGeom>
                <a:avLst/>
                <a:gdLst>
                  <a:gd name="T0" fmla="*/ 2147483647 w 241"/>
                  <a:gd name="T1" fmla="*/ 0 h 9"/>
                  <a:gd name="T2" fmla="*/ 0 w 241"/>
                  <a:gd name="T3" fmla="*/ 0 h 9"/>
                  <a:gd name="T4" fmla="*/ 0 w 241"/>
                  <a:gd name="T5" fmla="*/ 2147483647 h 9"/>
                  <a:gd name="T6" fmla="*/ 2147483647 w 241"/>
                  <a:gd name="T7" fmla="*/ 2147483647 h 9"/>
                  <a:gd name="T8" fmla="*/ 2147483647 w 241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9"/>
                  <a:gd name="T17" fmla="*/ 241 w 241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9">
                    <a:moveTo>
                      <a:pt x="238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241" y="9"/>
                    </a:lnTo>
                    <a:lnTo>
                      <a:pt x="238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3" name="Freeform 120"/>
              <p:cNvSpPr>
                <a:spLocks/>
              </p:cNvSpPr>
              <p:nvPr/>
            </p:nvSpPr>
            <p:spPr bwMode="auto">
              <a:xfrm>
                <a:off x="1298575" y="1735138"/>
                <a:ext cx="76200" cy="3175"/>
              </a:xfrm>
              <a:custGeom>
                <a:avLst/>
                <a:gdLst>
                  <a:gd name="T0" fmla="*/ 2147483647 w 240"/>
                  <a:gd name="T1" fmla="*/ 0 h 11"/>
                  <a:gd name="T2" fmla="*/ 0 w 240"/>
                  <a:gd name="T3" fmla="*/ 2147483647 h 11"/>
                  <a:gd name="T4" fmla="*/ 0 w 240"/>
                  <a:gd name="T5" fmla="*/ 2147483647 h 11"/>
                  <a:gd name="T6" fmla="*/ 2147483647 w 240"/>
                  <a:gd name="T7" fmla="*/ 2147483647 h 11"/>
                  <a:gd name="T8" fmla="*/ 2147483647 w 240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0"/>
                  <a:gd name="T16" fmla="*/ 0 h 11"/>
                  <a:gd name="T17" fmla="*/ 240 w 240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0" h="11">
                    <a:moveTo>
                      <a:pt x="239" y="0"/>
                    </a:moveTo>
                    <a:lnTo>
                      <a:pt x="0" y="1"/>
                    </a:lnTo>
                    <a:lnTo>
                      <a:pt x="0" y="11"/>
                    </a:lnTo>
                    <a:lnTo>
                      <a:pt x="240" y="11"/>
                    </a:lnTo>
                    <a:lnTo>
                      <a:pt x="239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4" name="Freeform 121"/>
              <p:cNvSpPr>
                <a:spLocks/>
              </p:cNvSpPr>
              <p:nvPr/>
            </p:nvSpPr>
            <p:spPr bwMode="auto">
              <a:xfrm>
                <a:off x="1296988" y="1714501"/>
                <a:ext cx="76200" cy="3175"/>
              </a:xfrm>
              <a:custGeom>
                <a:avLst/>
                <a:gdLst>
                  <a:gd name="T0" fmla="*/ 2147483647 w 241"/>
                  <a:gd name="T1" fmla="*/ 0 h 10"/>
                  <a:gd name="T2" fmla="*/ 2147483647 w 241"/>
                  <a:gd name="T3" fmla="*/ 2147483647 h 10"/>
                  <a:gd name="T4" fmla="*/ 0 w 241"/>
                  <a:gd name="T5" fmla="*/ 2147483647 h 10"/>
                  <a:gd name="T6" fmla="*/ 2147483647 w 241"/>
                  <a:gd name="T7" fmla="*/ 2147483647 h 10"/>
                  <a:gd name="T8" fmla="*/ 2147483647 w 24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10"/>
                  <a:gd name="T17" fmla="*/ 241 w 24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10">
                    <a:moveTo>
                      <a:pt x="239" y="0"/>
                    </a:moveTo>
                    <a:lnTo>
                      <a:pt x="1" y="1"/>
                    </a:lnTo>
                    <a:lnTo>
                      <a:pt x="0" y="10"/>
                    </a:lnTo>
                    <a:lnTo>
                      <a:pt x="241" y="10"/>
                    </a:lnTo>
                    <a:lnTo>
                      <a:pt x="239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5" name="Freeform 122"/>
              <p:cNvSpPr>
                <a:spLocks/>
              </p:cNvSpPr>
              <p:nvPr/>
            </p:nvSpPr>
            <p:spPr bwMode="auto">
              <a:xfrm>
                <a:off x="1298575" y="1741488"/>
                <a:ext cx="76200" cy="3175"/>
              </a:xfrm>
              <a:custGeom>
                <a:avLst/>
                <a:gdLst>
                  <a:gd name="T0" fmla="*/ 2147483647 w 241"/>
                  <a:gd name="T1" fmla="*/ 0 h 9"/>
                  <a:gd name="T2" fmla="*/ 2147483647 w 241"/>
                  <a:gd name="T3" fmla="*/ 0 h 9"/>
                  <a:gd name="T4" fmla="*/ 0 w 241"/>
                  <a:gd name="T5" fmla="*/ 2147483647 h 9"/>
                  <a:gd name="T6" fmla="*/ 2147483647 w 241"/>
                  <a:gd name="T7" fmla="*/ 2147483647 h 9"/>
                  <a:gd name="T8" fmla="*/ 2147483647 w 241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9"/>
                  <a:gd name="T17" fmla="*/ 241 w 241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9">
                    <a:moveTo>
                      <a:pt x="239" y="0"/>
                    </a:moveTo>
                    <a:lnTo>
                      <a:pt x="1" y="0"/>
                    </a:lnTo>
                    <a:lnTo>
                      <a:pt x="0" y="9"/>
                    </a:lnTo>
                    <a:lnTo>
                      <a:pt x="241" y="9"/>
                    </a:lnTo>
                    <a:lnTo>
                      <a:pt x="239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6" name="Freeform 123"/>
              <p:cNvSpPr>
                <a:spLocks/>
              </p:cNvSpPr>
              <p:nvPr/>
            </p:nvSpPr>
            <p:spPr bwMode="auto">
              <a:xfrm>
                <a:off x="1539875" y="1924051"/>
                <a:ext cx="77787" cy="73025"/>
              </a:xfrm>
              <a:custGeom>
                <a:avLst/>
                <a:gdLst>
                  <a:gd name="T0" fmla="*/ 2147483647 w 245"/>
                  <a:gd name="T1" fmla="*/ 2147483647 h 229"/>
                  <a:gd name="T2" fmla="*/ 2147483647 w 245"/>
                  <a:gd name="T3" fmla="*/ 2147483647 h 229"/>
                  <a:gd name="T4" fmla="*/ 2147483647 w 245"/>
                  <a:gd name="T5" fmla="*/ 2147483647 h 229"/>
                  <a:gd name="T6" fmla="*/ 2147483647 w 245"/>
                  <a:gd name="T7" fmla="*/ 2147483647 h 229"/>
                  <a:gd name="T8" fmla="*/ 2147483647 w 245"/>
                  <a:gd name="T9" fmla="*/ 2147483647 h 229"/>
                  <a:gd name="T10" fmla="*/ 2147483647 w 245"/>
                  <a:gd name="T11" fmla="*/ 2147483647 h 229"/>
                  <a:gd name="T12" fmla="*/ 2147483647 w 245"/>
                  <a:gd name="T13" fmla="*/ 2147483647 h 229"/>
                  <a:gd name="T14" fmla="*/ 2147483647 w 245"/>
                  <a:gd name="T15" fmla="*/ 2147483647 h 229"/>
                  <a:gd name="T16" fmla="*/ 2147483647 w 245"/>
                  <a:gd name="T17" fmla="*/ 2147483647 h 229"/>
                  <a:gd name="T18" fmla="*/ 2147483647 w 245"/>
                  <a:gd name="T19" fmla="*/ 2147483647 h 229"/>
                  <a:gd name="T20" fmla="*/ 2147483647 w 245"/>
                  <a:gd name="T21" fmla="*/ 2147483647 h 229"/>
                  <a:gd name="T22" fmla="*/ 2147483647 w 245"/>
                  <a:gd name="T23" fmla="*/ 2147483647 h 229"/>
                  <a:gd name="T24" fmla="*/ 2147483647 w 245"/>
                  <a:gd name="T25" fmla="*/ 2147483647 h 229"/>
                  <a:gd name="T26" fmla="*/ 2147483647 w 245"/>
                  <a:gd name="T27" fmla="*/ 2147483647 h 229"/>
                  <a:gd name="T28" fmla="*/ 2147483647 w 245"/>
                  <a:gd name="T29" fmla="*/ 2147483647 h 229"/>
                  <a:gd name="T30" fmla="*/ 2147483647 w 245"/>
                  <a:gd name="T31" fmla="*/ 2147483647 h 229"/>
                  <a:gd name="T32" fmla="*/ 2147483647 w 245"/>
                  <a:gd name="T33" fmla="*/ 2147483647 h 229"/>
                  <a:gd name="T34" fmla="*/ 2147483647 w 245"/>
                  <a:gd name="T35" fmla="*/ 2147483647 h 229"/>
                  <a:gd name="T36" fmla="*/ 2147483647 w 245"/>
                  <a:gd name="T37" fmla="*/ 2147483647 h 229"/>
                  <a:gd name="T38" fmla="*/ 2147483647 w 245"/>
                  <a:gd name="T39" fmla="*/ 2147483647 h 229"/>
                  <a:gd name="T40" fmla="*/ 2147483647 w 245"/>
                  <a:gd name="T41" fmla="*/ 2147483647 h 229"/>
                  <a:gd name="T42" fmla="*/ 2147483647 w 245"/>
                  <a:gd name="T43" fmla="*/ 2147483647 h 229"/>
                  <a:gd name="T44" fmla="*/ 2147483647 w 245"/>
                  <a:gd name="T45" fmla="*/ 2147483647 h 229"/>
                  <a:gd name="T46" fmla="*/ 2147483647 w 245"/>
                  <a:gd name="T47" fmla="*/ 2147483647 h 229"/>
                  <a:gd name="T48" fmla="*/ 0 w 245"/>
                  <a:gd name="T49" fmla="*/ 2147483647 h 229"/>
                  <a:gd name="T50" fmla="*/ 2147483647 w 245"/>
                  <a:gd name="T51" fmla="*/ 2147483647 h 229"/>
                  <a:gd name="T52" fmla="*/ 2147483647 w 245"/>
                  <a:gd name="T53" fmla="*/ 2147483647 h 229"/>
                  <a:gd name="T54" fmla="*/ 2147483647 w 245"/>
                  <a:gd name="T55" fmla="*/ 0 h 229"/>
                  <a:gd name="T56" fmla="*/ 2147483647 w 245"/>
                  <a:gd name="T57" fmla="*/ 2147483647 h 229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245"/>
                  <a:gd name="T88" fmla="*/ 0 h 229"/>
                  <a:gd name="T89" fmla="*/ 245 w 245"/>
                  <a:gd name="T90" fmla="*/ 229 h 229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245" h="229">
                    <a:moveTo>
                      <a:pt x="210" y="7"/>
                    </a:moveTo>
                    <a:lnTo>
                      <a:pt x="230" y="27"/>
                    </a:lnTo>
                    <a:lnTo>
                      <a:pt x="242" y="44"/>
                    </a:lnTo>
                    <a:lnTo>
                      <a:pt x="245" y="60"/>
                    </a:lnTo>
                    <a:lnTo>
                      <a:pt x="241" y="74"/>
                    </a:lnTo>
                    <a:lnTo>
                      <a:pt x="232" y="87"/>
                    </a:lnTo>
                    <a:lnTo>
                      <a:pt x="217" y="100"/>
                    </a:lnTo>
                    <a:lnTo>
                      <a:pt x="199" y="114"/>
                    </a:lnTo>
                    <a:lnTo>
                      <a:pt x="177" y="130"/>
                    </a:lnTo>
                    <a:lnTo>
                      <a:pt x="165" y="143"/>
                    </a:lnTo>
                    <a:lnTo>
                      <a:pt x="155" y="155"/>
                    </a:lnTo>
                    <a:lnTo>
                      <a:pt x="145" y="167"/>
                    </a:lnTo>
                    <a:lnTo>
                      <a:pt x="135" y="177"/>
                    </a:lnTo>
                    <a:lnTo>
                      <a:pt x="127" y="187"/>
                    </a:lnTo>
                    <a:lnTo>
                      <a:pt x="118" y="197"/>
                    </a:lnTo>
                    <a:lnTo>
                      <a:pt x="109" y="205"/>
                    </a:lnTo>
                    <a:lnTo>
                      <a:pt x="99" y="212"/>
                    </a:lnTo>
                    <a:lnTo>
                      <a:pt x="90" y="218"/>
                    </a:lnTo>
                    <a:lnTo>
                      <a:pt x="81" y="223"/>
                    </a:lnTo>
                    <a:lnTo>
                      <a:pt x="70" y="226"/>
                    </a:lnTo>
                    <a:lnTo>
                      <a:pt x="59" y="228"/>
                    </a:lnTo>
                    <a:lnTo>
                      <a:pt x="46" y="229"/>
                    </a:lnTo>
                    <a:lnTo>
                      <a:pt x="33" y="228"/>
                    </a:lnTo>
                    <a:lnTo>
                      <a:pt x="17" y="225"/>
                    </a:lnTo>
                    <a:lnTo>
                      <a:pt x="0" y="221"/>
                    </a:lnTo>
                    <a:lnTo>
                      <a:pt x="16" y="161"/>
                    </a:lnTo>
                    <a:lnTo>
                      <a:pt x="45" y="95"/>
                    </a:lnTo>
                    <a:lnTo>
                      <a:pt x="173" y="0"/>
                    </a:lnTo>
                    <a:lnTo>
                      <a:pt x="210" y="7"/>
                    </a:lnTo>
                    <a:close/>
                  </a:path>
                </a:pathLst>
              </a:custGeom>
              <a:solidFill>
                <a:srgbClr val="AA8E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7" name="Freeform 124"/>
              <p:cNvSpPr>
                <a:spLocks/>
              </p:cNvSpPr>
              <p:nvPr/>
            </p:nvSpPr>
            <p:spPr bwMode="auto">
              <a:xfrm>
                <a:off x="1417638" y="1722438"/>
                <a:ext cx="17462" cy="77788"/>
              </a:xfrm>
              <a:custGeom>
                <a:avLst/>
                <a:gdLst>
                  <a:gd name="T0" fmla="*/ 2147483647 w 57"/>
                  <a:gd name="T1" fmla="*/ 0 h 245"/>
                  <a:gd name="T2" fmla="*/ 2147483647 w 57"/>
                  <a:gd name="T3" fmla="*/ 2147483647 h 245"/>
                  <a:gd name="T4" fmla="*/ 2147483647 w 57"/>
                  <a:gd name="T5" fmla="*/ 2147483647 h 245"/>
                  <a:gd name="T6" fmla="*/ 2147483647 w 57"/>
                  <a:gd name="T7" fmla="*/ 2147483647 h 245"/>
                  <a:gd name="T8" fmla="*/ 2147483647 w 57"/>
                  <a:gd name="T9" fmla="*/ 2147483647 h 245"/>
                  <a:gd name="T10" fmla="*/ 2147483647 w 57"/>
                  <a:gd name="T11" fmla="*/ 2147483647 h 245"/>
                  <a:gd name="T12" fmla="*/ 0 w 57"/>
                  <a:gd name="T13" fmla="*/ 2147483647 h 245"/>
                  <a:gd name="T14" fmla="*/ 2147483647 w 57"/>
                  <a:gd name="T15" fmla="*/ 2147483647 h 245"/>
                  <a:gd name="T16" fmla="*/ 2147483647 w 57"/>
                  <a:gd name="T17" fmla="*/ 2147483647 h 245"/>
                  <a:gd name="T18" fmla="*/ 2147483647 w 57"/>
                  <a:gd name="T19" fmla="*/ 2147483647 h 245"/>
                  <a:gd name="T20" fmla="*/ 2147483647 w 57"/>
                  <a:gd name="T21" fmla="*/ 2147483647 h 245"/>
                  <a:gd name="T22" fmla="*/ 2147483647 w 57"/>
                  <a:gd name="T23" fmla="*/ 2147483647 h 245"/>
                  <a:gd name="T24" fmla="*/ 2147483647 w 57"/>
                  <a:gd name="T25" fmla="*/ 2147483647 h 245"/>
                  <a:gd name="T26" fmla="*/ 2147483647 w 57"/>
                  <a:gd name="T27" fmla="*/ 2147483647 h 245"/>
                  <a:gd name="T28" fmla="*/ 2147483647 w 57"/>
                  <a:gd name="T29" fmla="*/ 2147483647 h 245"/>
                  <a:gd name="T30" fmla="*/ 2147483647 w 57"/>
                  <a:gd name="T31" fmla="*/ 2147483647 h 245"/>
                  <a:gd name="T32" fmla="*/ 2147483647 w 57"/>
                  <a:gd name="T33" fmla="*/ 2147483647 h 245"/>
                  <a:gd name="T34" fmla="*/ 2147483647 w 57"/>
                  <a:gd name="T35" fmla="*/ 0 h 24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57"/>
                  <a:gd name="T55" fmla="*/ 0 h 245"/>
                  <a:gd name="T56" fmla="*/ 57 w 57"/>
                  <a:gd name="T57" fmla="*/ 245 h 24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57" h="245">
                    <a:moveTo>
                      <a:pt x="57" y="0"/>
                    </a:moveTo>
                    <a:lnTo>
                      <a:pt x="38" y="35"/>
                    </a:lnTo>
                    <a:lnTo>
                      <a:pt x="24" y="67"/>
                    </a:lnTo>
                    <a:lnTo>
                      <a:pt x="13" y="96"/>
                    </a:lnTo>
                    <a:lnTo>
                      <a:pt x="6" y="124"/>
                    </a:lnTo>
                    <a:lnTo>
                      <a:pt x="2" y="152"/>
                    </a:lnTo>
                    <a:lnTo>
                      <a:pt x="0" y="180"/>
                    </a:lnTo>
                    <a:lnTo>
                      <a:pt x="1" y="211"/>
                    </a:lnTo>
                    <a:lnTo>
                      <a:pt x="3" y="245"/>
                    </a:lnTo>
                    <a:lnTo>
                      <a:pt x="5" y="219"/>
                    </a:lnTo>
                    <a:lnTo>
                      <a:pt x="7" y="194"/>
                    </a:lnTo>
                    <a:lnTo>
                      <a:pt x="9" y="168"/>
                    </a:lnTo>
                    <a:lnTo>
                      <a:pt x="12" y="145"/>
                    </a:lnTo>
                    <a:lnTo>
                      <a:pt x="17" y="122"/>
                    </a:lnTo>
                    <a:lnTo>
                      <a:pt x="26" y="100"/>
                    </a:lnTo>
                    <a:lnTo>
                      <a:pt x="38" y="81"/>
                    </a:lnTo>
                    <a:lnTo>
                      <a:pt x="53" y="63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38" name="AutoShape 126"/>
            <p:cNvSpPr>
              <a:spLocks noChangeAspect="1" noChangeArrowheads="1" noTextEdit="1"/>
            </p:cNvSpPr>
            <p:nvPr/>
          </p:nvSpPr>
          <p:spPr bwMode="auto">
            <a:xfrm>
              <a:off x="1557212" y="3335014"/>
              <a:ext cx="499868" cy="7608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03071" tIns="51536" rIns="103071" bIns="51536"/>
            <a:lstStyle/>
            <a:p>
              <a:pPr defTabSz="913925"/>
              <a:endParaRPr lang="de-DE" dirty="0">
                <a:solidFill>
                  <a:srgbClr val="000000"/>
                </a:solidFill>
              </a:endParaRPr>
            </a:p>
          </p:txBody>
        </p:sp>
        <p:grpSp>
          <p:nvGrpSpPr>
            <p:cNvPr id="33" name="Gruppieren 232"/>
            <p:cNvGrpSpPr>
              <a:grpSpLocks/>
            </p:cNvGrpSpPr>
            <p:nvPr/>
          </p:nvGrpSpPr>
          <p:grpSpPr bwMode="auto">
            <a:xfrm>
              <a:off x="1535159" y="3552402"/>
              <a:ext cx="356524" cy="381292"/>
              <a:chOff x="1404938" y="3213100"/>
              <a:chExt cx="307976" cy="523875"/>
            </a:xfrm>
          </p:grpSpPr>
          <p:sp>
            <p:nvSpPr>
              <p:cNvPr id="140" name="Freeform 129"/>
              <p:cNvSpPr>
                <a:spLocks/>
              </p:cNvSpPr>
              <p:nvPr/>
            </p:nvSpPr>
            <p:spPr bwMode="auto">
              <a:xfrm>
                <a:off x="1404938" y="3446463"/>
                <a:ext cx="300038" cy="290512"/>
              </a:xfrm>
              <a:custGeom>
                <a:avLst/>
                <a:gdLst>
                  <a:gd name="T0" fmla="*/ 0 w 756"/>
                  <a:gd name="T1" fmla="*/ 0 h 730"/>
                  <a:gd name="T2" fmla="*/ 2147483647 w 756"/>
                  <a:gd name="T3" fmla="*/ 2147483647 h 730"/>
                  <a:gd name="T4" fmla="*/ 2147483647 w 756"/>
                  <a:gd name="T5" fmla="*/ 2147483647 h 730"/>
                  <a:gd name="T6" fmla="*/ 2147483647 w 756"/>
                  <a:gd name="T7" fmla="*/ 2147483647 h 730"/>
                  <a:gd name="T8" fmla="*/ 2147483647 w 756"/>
                  <a:gd name="T9" fmla="*/ 2147483647 h 730"/>
                  <a:gd name="T10" fmla="*/ 2147483647 w 756"/>
                  <a:gd name="T11" fmla="*/ 2147483647 h 730"/>
                  <a:gd name="T12" fmla="*/ 2147483647 w 756"/>
                  <a:gd name="T13" fmla="*/ 2147483647 h 730"/>
                  <a:gd name="T14" fmla="*/ 0 w 756"/>
                  <a:gd name="T15" fmla="*/ 0 h 73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56"/>
                  <a:gd name="T25" fmla="*/ 0 h 730"/>
                  <a:gd name="T26" fmla="*/ 756 w 756"/>
                  <a:gd name="T27" fmla="*/ 730 h 73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56" h="730">
                    <a:moveTo>
                      <a:pt x="0" y="0"/>
                    </a:moveTo>
                    <a:lnTo>
                      <a:pt x="136" y="633"/>
                    </a:lnTo>
                    <a:lnTo>
                      <a:pt x="232" y="730"/>
                    </a:lnTo>
                    <a:lnTo>
                      <a:pt x="720" y="729"/>
                    </a:lnTo>
                    <a:lnTo>
                      <a:pt x="756" y="624"/>
                    </a:lnTo>
                    <a:lnTo>
                      <a:pt x="632" y="80"/>
                    </a:lnTo>
                    <a:lnTo>
                      <a:pt x="586" y="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0919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1" name="Freeform 131"/>
              <p:cNvSpPr>
                <a:spLocks/>
              </p:cNvSpPr>
              <p:nvPr/>
            </p:nvSpPr>
            <p:spPr bwMode="auto">
              <a:xfrm>
                <a:off x="1466851" y="3213100"/>
                <a:ext cx="246063" cy="523875"/>
              </a:xfrm>
              <a:custGeom>
                <a:avLst/>
                <a:gdLst>
                  <a:gd name="T0" fmla="*/ 0 w 621"/>
                  <a:gd name="T1" fmla="*/ 0 h 1320"/>
                  <a:gd name="T2" fmla="*/ 0 w 621"/>
                  <a:gd name="T3" fmla="*/ 2147483647 h 1320"/>
                  <a:gd name="T4" fmla="*/ 2147483647 w 621"/>
                  <a:gd name="T5" fmla="*/ 2147483647 h 1320"/>
                  <a:gd name="T6" fmla="*/ 2147483647 w 621"/>
                  <a:gd name="T7" fmla="*/ 2147483647 h 1320"/>
                  <a:gd name="T8" fmla="*/ 2147483647 w 621"/>
                  <a:gd name="T9" fmla="*/ 2147483647 h 1320"/>
                  <a:gd name="T10" fmla="*/ 2147483647 w 621"/>
                  <a:gd name="T11" fmla="*/ 2147483647 h 1320"/>
                  <a:gd name="T12" fmla="*/ 2147483647 w 621"/>
                  <a:gd name="T13" fmla="*/ 2147483647 h 1320"/>
                  <a:gd name="T14" fmla="*/ 0 w 621"/>
                  <a:gd name="T15" fmla="*/ 0 h 132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21"/>
                  <a:gd name="T25" fmla="*/ 0 h 1320"/>
                  <a:gd name="T26" fmla="*/ 621 w 621"/>
                  <a:gd name="T27" fmla="*/ 1320 h 132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21" h="1320">
                    <a:moveTo>
                      <a:pt x="0" y="0"/>
                    </a:moveTo>
                    <a:lnTo>
                      <a:pt x="0" y="1144"/>
                    </a:lnTo>
                    <a:lnTo>
                      <a:pt x="75" y="1320"/>
                    </a:lnTo>
                    <a:lnTo>
                      <a:pt x="563" y="1318"/>
                    </a:lnTo>
                    <a:lnTo>
                      <a:pt x="621" y="1127"/>
                    </a:lnTo>
                    <a:lnTo>
                      <a:pt x="613" y="145"/>
                    </a:lnTo>
                    <a:lnTo>
                      <a:pt x="580" y="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1442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2" name="Freeform 133"/>
              <p:cNvSpPr>
                <a:spLocks/>
              </p:cNvSpPr>
              <p:nvPr/>
            </p:nvSpPr>
            <p:spPr bwMode="auto">
              <a:xfrm>
                <a:off x="1506538" y="3257550"/>
                <a:ext cx="200025" cy="479425"/>
              </a:xfrm>
              <a:custGeom>
                <a:avLst/>
                <a:gdLst>
                  <a:gd name="T0" fmla="*/ 0 w 506"/>
                  <a:gd name="T1" fmla="*/ 0 h 1208"/>
                  <a:gd name="T2" fmla="*/ 2147483647 w 506"/>
                  <a:gd name="T3" fmla="*/ 0 h 1208"/>
                  <a:gd name="T4" fmla="*/ 2147483647 w 506"/>
                  <a:gd name="T5" fmla="*/ 2147483647 h 1208"/>
                  <a:gd name="T6" fmla="*/ 2147483647 w 506"/>
                  <a:gd name="T7" fmla="*/ 2147483647 h 1208"/>
                  <a:gd name="T8" fmla="*/ 0 w 506"/>
                  <a:gd name="T9" fmla="*/ 2147483647 h 1208"/>
                  <a:gd name="T10" fmla="*/ 0 w 506"/>
                  <a:gd name="T11" fmla="*/ 2147483647 h 1208"/>
                  <a:gd name="T12" fmla="*/ 0 w 506"/>
                  <a:gd name="T13" fmla="*/ 0 h 12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06"/>
                  <a:gd name="T22" fmla="*/ 0 h 1208"/>
                  <a:gd name="T23" fmla="*/ 506 w 506"/>
                  <a:gd name="T24" fmla="*/ 1208 h 120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06" h="1208">
                    <a:moveTo>
                      <a:pt x="0" y="0"/>
                    </a:moveTo>
                    <a:lnTo>
                      <a:pt x="481" y="0"/>
                    </a:lnTo>
                    <a:lnTo>
                      <a:pt x="506" y="1015"/>
                    </a:lnTo>
                    <a:lnTo>
                      <a:pt x="480" y="1205"/>
                    </a:lnTo>
                    <a:lnTo>
                      <a:pt x="0" y="1208"/>
                    </a:lnTo>
                    <a:lnTo>
                      <a:pt x="0" y="10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3" name="Freeform 134"/>
              <p:cNvSpPr>
                <a:spLocks/>
              </p:cNvSpPr>
              <p:nvPr/>
            </p:nvSpPr>
            <p:spPr bwMode="auto">
              <a:xfrm>
                <a:off x="1506538" y="3257550"/>
                <a:ext cx="200025" cy="441325"/>
              </a:xfrm>
              <a:custGeom>
                <a:avLst/>
                <a:gdLst>
                  <a:gd name="T0" fmla="*/ 0 w 502"/>
                  <a:gd name="T1" fmla="*/ 0 h 1114"/>
                  <a:gd name="T2" fmla="*/ 2147483647 w 502"/>
                  <a:gd name="T3" fmla="*/ 0 h 1114"/>
                  <a:gd name="T4" fmla="*/ 2147483647 w 502"/>
                  <a:gd name="T5" fmla="*/ 0 h 1114"/>
                  <a:gd name="T6" fmla="*/ 2147483647 w 502"/>
                  <a:gd name="T7" fmla="*/ 0 h 1114"/>
                  <a:gd name="T8" fmla="*/ 2147483647 w 502"/>
                  <a:gd name="T9" fmla="*/ 0 h 1114"/>
                  <a:gd name="T10" fmla="*/ 2147483647 w 502"/>
                  <a:gd name="T11" fmla="*/ 0 h 1114"/>
                  <a:gd name="T12" fmla="*/ 2147483647 w 502"/>
                  <a:gd name="T13" fmla="*/ 0 h 1114"/>
                  <a:gd name="T14" fmla="*/ 2147483647 w 502"/>
                  <a:gd name="T15" fmla="*/ 0 h 1114"/>
                  <a:gd name="T16" fmla="*/ 2147483647 w 502"/>
                  <a:gd name="T17" fmla="*/ 0 h 1114"/>
                  <a:gd name="T18" fmla="*/ 2147483647 w 502"/>
                  <a:gd name="T19" fmla="*/ 0 h 1114"/>
                  <a:gd name="T20" fmla="*/ 2147483647 w 502"/>
                  <a:gd name="T21" fmla="*/ 0 h 1114"/>
                  <a:gd name="T22" fmla="*/ 2147483647 w 502"/>
                  <a:gd name="T23" fmla="*/ 0 h 1114"/>
                  <a:gd name="T24" fmla="*/ 2147483647 w 502"/>
                  <a:gd name="T25" fmla="*/ 0 h 1114"/>
                  <a:gd name="T26" fmla="*/ 2147483647 w 502"/>
                  <a:gd name="T27" fmla="*/ 0 h 1114"/>
                  <a:gd name="T28" fmla="*/ 2147483647 w 502"/>
                  <a:gd name="T29" fmla="*/ 0 h 1114"/>
                  <a:gd name="T30" fmla="*/ 2147483647 w 502"/>
                  <a:gd name="T31" fmla="*/ 0 h 1114"/>
                  <a:gd name="T32" fmla="*/ 2147483647 w 502"/>
                  <a:gd name="T33" fmla="*/ 0 h 1114"/>
                  <a:gd name="T34" fmla="*/ 2147483647 w 502"/>
                  <a:gd name="T35" fmla="*/ 2147483647 h 1114"/>
                  <a:gd name="T36" fmla="*/ 2147483647 w 502"/>
                  <a:gd name="T37" fmla="*/ 2147483647 h 1114"/>
                  <a:gd name="T38" fmla="*/ 2147483647 w 502"/>
                  <a:gd name="T39" fmla="*/ 2147483647 h 1114"/>
                  <a:gd name="T40" fmla="*/ 2147483647 w 502"/>
                  <a:gd name="T41" fmla="*/ 2147483647 h 1114"/>
                  <a:gd name="T42" fmla="*/ 2147483647 w 502"/>
                  <a:gd name="T43" fmla="*/ 2147483647 h 1114"/>
                  <a:gd name="T44" fmla="*/ 2147483647 w 502"/>
                  <a:gd name="T45" fmla="*/ 2147483647 h 1114"/>
                  <a:gd name="T46" fmla="*/ 2147483647 w 502"/>
                  <a:gd name="T47" fmla="*/ 2147483647 h 1114"/>
                  <a:gd name="T48" fmla="*/ 2147483647 w 502"/>
                  <a:gd name="T49" fmla="*/ 2147483647 h 1114"/>
                  <a:gd name="T50" fmla="*/ 2147483647 w 502"/>
                  <a:gd name="T51" fmla="*/ 2147483647 h 1114"/>
                  <a:gd name="T52" fmla="*/ 2147483647 w 502"/>
                  <a:gd name="T53" fmla="*/ 2147483647 h 1114"/>
                  <a:gd name="T54" fmla="*/ 2147483647 w 502"/>
                  <a:gd name="T55" fmla="*/ 2147483647 h 1114"/>
                  <a:gd name="T56" fmla="*/ 2147483647 w 502"/>
                  <a:gd name="T57" fmla="*/ 2147483647 h 1114"/>
                  <a:gd name="T58" fmla="*/ 2147483647 w 502"/>
                  <a:gd name="T59" fmla="*/ 2147483647 h 1114"/>
                  <a:gd name="T60" fmla="*/ 2147483647 w 502"/>
                  <a:gd name="T61" fmla="*/ 2147483647 h 1114"/>
                  <a:gd name="T62" fmla="*/ 2147483647 w 502"/>
                  <a:gd name="T63" fmla="*/ 2147483647 h 1114"/>
                  <a:gd name="T64" fmla="*/ 2147483647 w 502"/>
                  <a:gd name="T65" fmla="*/ 2147483647 h 1114"/>
                  <a:gd name="T66" fmla="*/ 2147483647 w 502"/>
                  <a:gd name="T67" fmla="*/ 2147483647 h 1114"/>
                  <a:gd name="T68" fmla="*/ 2147483647 w 502"/>
                  <a:gd name="T69" fmla="*/ 2147483647 h 1114"/>
                  <a:gd name="T70" fmla="*/ 2147483647 w 502"/>
                  <a:gd name="T71" fmla="*/ 2147483647 h 1114"/>
                  <a:gd name="T72" fmla="*/ 2147483647 w 502"/>
                  <a:gd name="T73" fmla="*/ 2147483647 h 1114"/>
                  <a:gd name="T74" fmla="*/ 2147483647 w 502"/>
                  <a:gd name="T75" fmla="*/ 2147483647 h 1114"/>
                  <a:gd name="T76" fmla="*/ 2147483647 w 502"/>
                  <a:gd name="T77" fmla="*/ 2147483647 h 1114"/>
                  <a:gd name="T78" fmla="*/ 2147483647 w 502"/>
                  <a:gd name="T79" fmla="*/ 2147483647 h 1114"/>
                  <a:gd name="T80" fmla="*/ 2147483647 w 502"/>
                  <a:gd name="T81" fmla="*/ 2147483647 h 1114"/>
                  <a:gd name="T82" fmla="*/ 2147483647 w 502"/>
                  <a:gd name="T83" fmla="*/ 2147483647 h 1114"/>
                  <a:gd name="T84" fmla="*/ 2147483647 w 502"/>
                  <a:gd name="T85" fmla="*/ 2147483647 h 1114"/>
                  <a:gd name="T86" fmla="*/ 2147483647 w 502"/>
                  <a:gd name="T87" fmla="*/ 2147483647 h 1114"/>
                  <a:gd name="T88" fmla="*/ 0 w 502"/>
                  <a:gd name="T89" fmla="*/ 2147483647 h 1114"/>
                  <a:gd name="T90" fmla="*/ 0 w 502"/>
                  <a:gd name="T91" fmla="*/ 2147483647 h 1114"/>
                  <a:gd name="T92" fmla="*/ 0 w 502"/>
                  <a:gd name="T93" fmla="*/ 2147483647 h 1114"/>
                  <a:gd name="T94" fmla="*/ 0 w 502"/>
                  <a:gd name="T95" fmla="*/ 2147483647 h 1114"/>
                  <a:gd name="T96" fmla="*/ 0 w 502"/>
                  <a:gd name="T97" fmla="*/ 0 h 1114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502"/>
                  <a:gd name="T148" fmla="*/ 0 h 1114"/>
                  <a:gd name="T149" fmla="*/ 502 w 502"/>
                  <a:gd name="T150" fmla="*/ 1114 h 1114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502" h="1114">
                    <a:moveTo>
                      <a:pt x="0" y="0"/>
                    </a:moveTo>
                    <a:lnTo>
                      <a:pt x="30" y="0"/>
                    </a:lnTo>
                    <a:lnTo>
                      <a:pt x="61" y="0"/>
                    </a:lnTo>
                    <a:lnTo>
                      <a:pt x="91" y="0"/>
                    </a:lnTo>
                    <a:lnTo>
                      <a:pt x="121" y="0"/>
                    </a:lnTo>
                    <a:lnTo>
                      <a:pt x="151" y="0"/>
                    </a:lnTo>
                    <a:lnTo>
                      <a:pt x="181" y="0"/>
                    </a:lnTo>
                    <a:lnTo>
                      <a:pt x="212" y="0"/>
                    </a:lnTo>
                    <a:lnTo>
                      <a:pt x="242" y="0"/>
                    </a:lnTo>
                    <a:lnTo>
                      <a:pt x="272" y="0"/>
                    </a:lnTo>
                    <a:lnTo>
                      <a:pt x="302" y="0"/>
                    </a:lnTo>
                    <a:lnTo>
                      <a:pt x="331" y="0"/>
                    </a:lnTo>
                    <a:lnTo>
                      <a:pt x="361" y="0"/>
                    </a:lnTo>
                    <a:lnTo>
                      <a:pt x="391" y="0"/>
                    </a:lnTo>
                    <a:lnTo>
                      <a:pt x="420" y="0"/>
                    </a:lnTo>
                    <a:lnTo>
                      <a:pt x="450" y="0"/>
                    </a:lnTo>
                    <a:lnTo>
                      <a:pt x="480" y="0"/>
                    </a:lnTo>
                    <a:lnTo>
                      <a:pt x="485" y="234"/>
                    </a:lnTo>
                    <a:lnTo>
                      <a:pt x="492" y="468"/>
                    </a:lnTo>
                    <a:lnTo>
                      <a:pt x="497" y="703"/>
                    </a:lnTo>
                    <a:lnTo>
                      <a:pt x="502" y="936"/>
                    </a:lnTo>
                    <a:lnTo>
                      <a:pt x="497" y="980"/>
                    </a:lnTo>
                    <a:lnTo>
                      <a:pt x="490" y="1024"/>
                    </a:lnTo>
                    <a:lnTo>
                      <a:pt x="485" y="1068"/>
                    </a:lnTo>
                    <a:lnTo>
                      <a:pt x="479" y="1111"/>
                    </a:lnTo>
                    <a:lnTo>
                      <a:pt x="449" y="1111"/>
                    </a:lnTo>
                    <a:lnTo>
                      <a:pt x="420" y="1111"/>
                    </a:lnTo>
                    <a:lnTo>
                      <a:pt x="390" y="1112"/>
                    </a:lnTo>
                    <a:lnTo>
                      <a:pt x="360" y="1112"/>
                    </a:lnTo>
                    <a:lnTo>
                      <a:pt x="331" y="1112"/>
                    </a:lnTo>
                    <a:lnTo>
                      <a:pt x="302" y="1112"/>
                    </a:lnTo>
                    <a:lnTo>
                      <a:pt x="272" y="1112"/>
                    </a:lnTo>
                    <a:lnTo>
                      <a:pt x="242" y="1112"/>
                    </a:lnTo>
                    <a:lnTo>
                      <a:pt x="212" y="1113"/>
                    </a:lnTo>
                    <a:lnTo>
                      <a:pt x="183" y="1113"/>
                    </a:lnTo>
                    <a:lnTo>
                      <a:pt x="153" y="1113"/>
                    </a:lnTo>
                    <a:lnTo>
                      <a:pt x="123" y="1113"/>
                    </a:lnTo>
                    <a:lnTo>
                      <a:pt x="93" y="1113"/>
                    </a:lnTo>
                    <a:lnTo>
                      <a:pt x="63" y="1114"/>
                    </a:lnTo>
                    <a:lnTo>
                      <a:pt x="34" y="1114"/>
                    </a:lnTo>
                    <a:lnTo>
                      <a:pt x="4" y="1114"/>
                    </a:lnTo>
                    <a:lnTo>
                      <a:pt x="4" y="1074"/>
                    </a:lnTo>
                    <a:lnTo>
                      <a:pt x="3" y="1033"/>
                    </a:lnTo>
                    <a:lnTo>
                      <a:pt x="2" y="993"/>
                    </a:lnTo>
                    <a:lnTo>
                      <a:pt x="0" y="952"/>
                    </a:lnTo>
                    <a:lnTo>
                      <a:pt x="0" y="714"/>
                    </a:lnTo>
                    <a:lnTo>
                      <a:pt x="0" y="476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72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4" name="Freeform 135"/>
              <p:cNvSpPr>
                <a:spLocks/>
              </p:cNvSpPr>
              <p:nvPr/>
            </p:nvSpPr>
            <p:spPr bwMode="auto">
              <a:xfrm>
                <a:off x="1506538" y="3257550"/>
                <a:ext cx="198438" cy="404812"/>
              </a:xfrm>
              <a:custGeom>
                <a:avLst/>
                <a:gdLst>
                  <a:gd name="T0" fmla="*/ 0 w 498"/>
                  <a:gd name="T1" fmla="*/ 0 h 1021"/>
                  <a:gd name="T2" fmla="*/ 2147483647 w 498"/>
                  <a:gd name="T3" fmla="*/ 0 h 1021"/>
                  <a:gd name="T4" fmla="*/ 2147483647 w 498"/>
                  <a:gd name="T5" fmla="*/ 0 h 1021"/>
                  <a:gd name="T6" fmla="*/ 2147483647 w 498"/>
                  <a:gd name="T7" fmla="*/ 0 h 1021"/>
                  <a:gd name="T8" fmla="*/ 2147483647 w 498"/>
                  <a:gd name="T9" fmla="*/ 0 h 1021"/>
                  <a:gd name="T10" fmla="*/ 2147483647 w 498"/>
                  <a:gd name="T11" fmla="*/ 0 h 1021"/>
                  <a:gd name="T12" fmla="*/ 2147483647 w 498"/>
                  <a:gd name="T13" fmla="*/ 0 h 1021"/>
                  <a:gd name="T14" fmla="*/ 2147483647 w 498"/>
                  <a:gd name="T15" fmla="*/ 0 h 1021"/>
                  <a:gd name="T16" fmla="*/ 2147483647 w 498"/>
                  <a:gd name="T17" fmla="*/ 0 h 1021"/>
                  <a:gd name="T18" fmla="*/ 2147483647 w 498"/>
                  <a:gd name="T19" fmla="*/ 0 h 1021"/>
                  <a:gd name="T20" fmla="*/ 2147483647 w 498"/>
                  <a:gd name="T21" fmla="*/ 0 h 1021"/>
                  <a:gd name="T22" fmla="*/ 2147483647 w 498"/>
                  <a:gd name="T23" fmla="*/ 0 h 1021"/>
                  <a:gd name="T24" fmla="*/ 2147483647 w 498"/>
                  <a:gd name="T25" fmla="*/ 0 h 1021"/>
                  <a:gd name="T26" fmla="*/ 2147483647 w 498"/>
                  <a:gd name="T27" fmla="*/ 0 h 1021"/>
                  <a:gd name="T28" fmla="*/ 2147483647 w 498"/>
                  <a:gd name="T29" fmla="*/ 0 h 1021"/>
                  <a:gd name="T30" fmla="*/ 2147483647 w 498"/>
                  <a:gd name="T31" fmla="*/ 0 h 1021"/>
                  <a:gd name="T32" fmla="*/ 2147483647 w 498"/>
                  <a:gd name="T33" fmla="*/ 0 h 1021"/>
                  <a:gd name="T34" fmla="*/ 2147483647 w 498"/>
                  <a:gd name="T35" fmla="*/ 2147483647 h 1021"/>
                  <a:gd name="T36" fmla="*/ 2147483647 w 498"/>
                  <a:gd name="T37" fmla="*/ 2147483647 h 1021"/>
                  <a:gd name="T38" fmla="*/ 2147483647 w 498"/>
                  <a:gd name="T39" fmla="*/ 2147483647 h 1021"/>
                  <a:gd name="T40" fmla="*/ 2147483647 w 498"/>
                  <a:gd name="T41" fmla="*/ 2147483647 h 1021"/>
                  <a:gd name="T42" fmla="*/ 2147483647 w 498"/>
                  <a:gd name="T43" fmla="*/ 2147483647 h 1021"/>
                  <a:gd name="T44" fmla="*/ 2147483647 w 498"/>
                  <a:gd name="T45" fmla="*/ 2147483647 h 1021"/>
                  <a:gd name="T46" fmla="*/ 2147483647 w 498"/>
                  <a:gd name="T47" fmla="*/ 2147483647 h 1021"/>
                  <a:gd name="T48" fmla="*/ 2147483647 w 498"/>
                  <a:gd name="T49" fmla="*/ 2147483647 h 1021"/>
                  <a:gd name="T50" fmla="*/ 2147483647 w 498"/>
                  <a:gd name="T51" fmla="*/ 2147483647 h 1021"/>
                  <a:gd name="T52" fmla="*/ 2147483647 w 498"/>
                  <a:gd name="T53" fmla="*/ 2147483647 h 1021"/>
                  <a:gd name="T54" fmla="*/ 2147483647 w 498"/>
                  <a:gd name="T55" fmla="*/ 2147483647 h 1021"/>
                  <a:gd name="T56" fmla="*/ 2147483647 w 498"/>
                  <a:gd name="T57" fmla="*/ 2147483647 h 1021"/>
                  <a:gd name="T58" fmla="*/ 2147483647 w 498"/>
                  <a:gd name="T59" fmla="*/ 2147483647 h 1021"/>
                  <a:gd name="T60" fmla="*/ 2147483647 w 498"/>
                  <a:gd name="T61" fmla="*/ 2147483647 h 1021"/>
                  <a:gd name="T62" fmla="*/ 2147483647 w 498"/>
                  <a:gd name="T63" fmla="*/ 2147483647 h 1021"/>
                  <a:gd name="T64" fmla="*/ 2147483647 w 498"/>
                  <a:gd name="T65" fmla="*/ 2147483647 h 1021"/>
                  <a:gd name="T66" fmla="*/ 2147483647 w 498"/>
                  <a:gd name="T67" fmla="*/ 2147483647 h 1021"/>
                  <a:gd name="T68" fmla="*/ 2147483647 w 498"/>
                  <a:gd name="T69" fmla="*/ 2147483647 h 1021"/>
                  <a:gd name="T70" fmla="*/ 2147483647 w 498"/>
                  <a:gd name="T71" fmla="*/ 2147483647 h 1021"/>
                  <a:gd name="T72" fmla="*/ 2147483647 w 498"/>
                  <a:gd name="T73" fmla="*/ 2147483647 h 1021"/>
                  <a:gd name="T74" fmla="*/ 2147483647 w 498"/>
                  <a:gd name="T75" fmla="*/ 2147483647 h 1021"/>
                  <a:gd name="T76" fmla="*/ 2147483647 w 498"/>
                  <a:gd name="T77" fmla="*/ 2147483647 h 1021"/>
                  <a:gd name="T78" fmla="*/ 2147483647 w 498"/>
                  <a:gd name="T79" fmla="*/ 2147483647 h 1021"/>
                  <a:gd name="T80" fmla="*/ 2147483647 w 498"/>
                  <a:gd name="T81" fmla="*/ 2147483647 h 1021"/>
                  <a:gd name="T82" fmla="*/ 2147483647 w 498"/>
                  <a:gd name="T83" fmla="*/ 2147483647 h 1021"/>
                  <a:gd name="T84" fmla="*/ 2147483647 w 498"/>
                  <a:gd name="T85" fmla="*/ 2147483647 h 1021"/>
                  <a:gd name="T86" fmla="*/ 2147483647 w 498"/>
                  <a:gd name="T87" fmla="*/ 2147483647 h 1021"/>
                  <a:gd name="T88" fmla="*/ 0 w 498"/>
                  <a:gd name="T89" fmla="*/ 2147483647 h 1021"/>
                  <a:gd name="T90" fmla="*/ 0 w 498"/>
                  <a:gd name="T91" fmla="*/ 2147483647 h 1021"/>
                  <a:gd name="T92" fmla="*/ 0 w 498"/>
                  <a:gd name="T93" fmla="*/ 2147483647 h 1021"/>
                  <a:gd name="T94" fmla="*/ 0 w 498"/>
                  <a:gd name="T95" fmla="*/ 2147483647 h 1021"/>
                  <a:gd name="T96" fmla="*/ 0 w 498"/>
                  <a:gd name="T97" fmla="*/ 0 h 1021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98"/>
                  <a:gd name="T148" fmla="*/ 0 h 1021"/>
                  <a:gd name="T149" fmla="*/ 498 w 498"/>
                  <a:gd name="T150" fmla="*/ 1021 h 1021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98" h="1021">
                    <a:moveTo>
                      <a:pt x="0" y="0"/>
                    </a:moveTo>
                    <a:lnTo>
                      <a:pt x="29" y="0"/>
                    </a:lnTo>
                    <a:lnTo>
                      <a:pt x="59" y="0"/>
                    </a:lnTo>
                    <a:lnTo>
                      <a:pt x="89" y="0"/>
                    </a:lnTo>
                    <a:lnTo>
                      <a:pt x="119" y="0"/>
                    </a:lnTo>
                    <a:lnTo>
                      <a:pt x="150" y="0"/>
                    </a:lnTo>
                    <a:lnTo>
                      <a:pt x="180" y="0"/>
                    </a:lnTo>
                    <a:lnTo>
                      <a:pt x="210" y="0"/>
                    </a:lnTo>
                    <a:lnTo>
                      <a:pt x="240" y="0"/>
                    </a:lnTo>
                    <a:lnTo>
                      <a:pt x="270" y="0"/>
                    </a:lnTo>
                    <a:lnTo>
                      <a:pt x="300" y="0"/>
                    </a:lnTo>
                    <a:lnTo>
                      <a:pt x="329" y="0"/>
                    </a:lnTo>
                    <a:lnTo>
                      <a:pt x="359" y="0"/>
                    </a:lnTo>
                    <a:lnTo>
                      <a:pt x="389" y="0"/>
                    </a:lnTo>
                    <a:lnTo>
                      <a:pt x="418" y="0"/>
                    </a:lnTo>
                    <a:lnTo>
                      <a:pt x="448" y="0"/>
                    </a:lnTo>
                    <a:lnTo>
                      <a:pt x="478" y="0"/>
                    </a:lnTo>
                    <a:lnTo>
                      <a:pt x="483" y="215"/>
                    </a:lnTo>
                    <a:lnTo>
                      <a:pt x="488" y="429"/>
                    </a:lnTo>
                    <a:lnTo>
                      <a:pt x="493" y="644"/>
                    </a:lnTo>
                    <a:lnTo>
                      <a:pt x="498" y="857"/>
                    </a:lnTo>
                    <a:lnTo>
                      <a:pt x="493" y="897"/>
                    </a:lnTo>
                    <a:lnTo>
                      <a:pt x="487" y="937"/>
                    </a:lnTo>
                    <a:lnTo>
                      <a:pt x="482" y="977"/>
                    </a:lnTo>
                    <a:lnTo>
                      <a:pt x="477" y="1017"/>
                    </a:lnTo>
                    <a:lnTo>
                      <a:pt x="448" y="1017"/>
                    </a:lnTo>
                    <a:lnTo>
                      <a:pt x="418" y="1017"/>
                    </a:lnTo>
                    <a:lnTo>
                      <a:pt x="389" y="1018"/>
                    </a:lnTo>
                    <a:lnTo>
                      <a:pt x="359" y="1018"/>
                    </a:lnTo>
                    <a:lnTo>
                      <a:pt x="330" y="1018"/>
                    </a:lnTo>
                    <a:lnTo>
                      <a:pt x="301" y="1018"/>
                    </a:lnTo>
                    <a:lnTo>
                      <a:pt x="271" y="1018"/>
                    </a:lnTo>
                    <a:lnTo>
                      <a:pt x="242" y="1018"/>
                    </a:lnTo>
                    <a:lnTo>
                      <a:pt x="212" y="1019"/>
                    </a:lnTo>
                    <a:lnTo>
                      <a:pt x="182" y="1019"/>
                    </a:lnTo>
                    <a:lnTo>
                      <a:pt x="152" y="1019"/>
                    </a:lnTo>
                    <a:lnTo>
                      <a:pt x="123" y="1019"/>
                    </a:lnTo>
                    <a:lnTo>
                      <a:pt x="93" y="1019"/>
                    </a:lnTo>
                    <a:lnTo>
                      <a:pt x="64" y="1021"/>
                    </a:lnTo>
                    <a:lnTo>
                      <a:pt x="34" y="1021"/>
                    </a:lnTo>
                    <a:lnTo>
                      <a:pt x="4" y="1021"/>
                    </a:lnTo>
                    <a:lnTo>
                      <a:pt x="3" y="983"/>
                    </a:lnTo>
                    <a:lnTo>
                      <a:pt x="2" y="946"/>
                    </a:lnTo>
                    <a:lnTo>
                      <a:pt x="1" y="910"/>
                    </a:lnTo>
                    <a:lnTo>
                      <a:pt x="0" y="872"/>
                    </a:lnTo>
                    <a:lnTo>
                      <a:pt x="0" y="653"/>
                    </a:lnTo>
                    <a:lnTo>
                      <a:pt x="0" y="436"/>
                    </a:lnTo>
                    <a:lnTo>
                      <a:pt x="0" y="2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75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5" name="Freeform 136"/>
              <p:cNvSpPr>
                <a:spLocks/>
              </p:cNvSpPr>
              <p:nvPr/>
            </p:nvSpPr>
            <p:spPr bwMode="auto">
              <a:xfrm>
                <a:off x="1508126" y="3257550"/>
                <a:ext cx="195263" cy="366712"/>
              </a:xfrm>
              <a:custGeom>
                <a:avLst/>
                <a:gdLst>
                  <a:gd name="T0" fmla="*/ 0 w 494"/>
                  <a:gd name="T1" fmla="*/ 0 h 927"/>
                  <a:gd name="T2" fmla="*/ 2147483647 w 494"/>
                  <a:gd name="T3" fmla="*/ 0 h 927"/>
                  <a:gd name="T4" fmla="*/ 2147483647 w 494"/>
                  <a:gd name="T5" fmla="*/ 0 h 927"/>
                  <a:gd name="T6" fmla="*/ 2147483647 w 494"/>
                  <a:gd name="T7" fmla="*/ 0 h 927"/>
                  <a:gd name="T8" fmla="*/ 2147483647 w 494"/>
                  <a:gd name="T9" fmla="*/ 0 h 927"/>
                  <a:gd name="T10" fmla="*/ 2147483647 w 494"/>
                  <a:gd name="T11" fmla="*/ 0 h 927"/>
                  <a:gd name="T12" fmla="*/ 2147483647 w 494"/>
                  <a:gd name="T13" fmla="*/ 0 h 927"/>
                  <a:gd name="T14" fmla="*/ 2147483647 w 494"/>
                  <a:gd name="T15" fmla="*/ 0 h 927"/>
                  <a:gd name="T16" fmla="*/ 2147483647 w 494"/>
                  <a:gd name="T17" fmla="*/ 0 h 927"/>
                  <a:gd name="T18" fmla="*/ 2147483647 w 494"/>
                  <a:gd name="T19" fmla="*/ 0 h 927"/>
                  <a:gd name="T20" fmla="*/ 2147483647 w 494"/>
                  <a:gd name="T21" fmla="*/ 0 h 927"/>
                  <a:gd name="T22" fmla="*/ 2147483647 w 494"/>
                  <a:gd name="T23" fmla="*/ 0 h 927"/>
                  <a:gd name="T24" fmla="*/ 2147483647 w 494"/>
                  <a:gd name="T25" fmla="*/ 0 h 927"/>
                  <a:gd name="T26" fmla="*/ 2147483647 w 494"/>
                  <a:gd name="T27" fmla="*/ 0 h 927"/>
                  <a:gd name="T28" fmla="*/ 2147483647 w 494"/>
                  <a:gd name="T29" fmla="*/ 0 h 927"/>
                  <a:gd name="T30" fmla="*/ 2147483647 w 494"/>
                  <a:gd name="T31" fmla="*/ 0 h 927"/>
                  <a:gd name="T32" fmla="*/ 2147483647 w 494"/>
                  <a:gd name="T33" fmla="*/ 0 h 927"/>
                  <a:gd name="T34" fmla="*/ 2147483647 w 494"/>
                  <a:gd name="T35" fmla="*/ 2147483647 h 927"/>
                  <a:gd name="T36" fmla="*/ 2147483647 w 494"/>
                  <a:gd name="T37" fmla="*/ 2147483647 h 927"/>
                  <a:gd name="T38" fmla="*/ 2147483647 w 494"/>
                  <a:gd name="T39" fmla="*/ 2147483647 h 927"/>
                  <a:gd name="T40" fmla="*/ 2147483647 w 494"/>
                  <a:gd name="T41" fmla="*/ 2147483647 h 927"/>
                  <a:gd name="T42" fmla="*/ 2147483647 w 494"/>
                  <a:gd name="T43" fmla="*/ 2147483647 h 927"/>
                  <a:gd name="T44" fmla="*/ 2147483647 w 494"/>
                  <a:gd name="T45" fmla="*/ 2147483647 h 927"/>
                  <a:gd name="T46" fmla="*/ 2147483647 w 494"/>
                  <a:gd name="T47" fmla="*/ 2147483647 h 927"/>
                  <a:gd name="T48" fmla="*/ 2147483647 w 494"/>
                  <a:gd name="T49" fmla="*/ 2147483647 h 927"/>
                  <a:gd name="T50" fmla="*/ 2147483647 w 494"/>
                  <a:gd name="T51" fmla="*/ 2147483647 h 927"/>
                  <a:gd name="T52" fmla="*/ 2147483647 w 494"/>
                  <a:gd name="T53" fmla="*/ 2147483647 h 927"/>
                  <a:gd name="T54" fmla="*/ 2147483647 w 494"/>
                  <a:gd name="T55" fmla="*/ 2147483647 h 927"/>
                  <a:gd name="T56" fmla="*/ 2147483647 w 494"/>
                  <a:gd name="T57" fmla="*/ 2147483647 h 927"/>
                  <a:gd name="T58" fmla="*/ 2147483647 w 494"/>
                  <a:gd name="T59" fmla="*/ 2147483647 h 927"/>
                  <a:gd name="T60" fmla="*/ 2147483647 w 494"/>
                  <a:gd name="T61" fmla="*/ 2147483647 h 927"/>
                  <a:gd name="T62" fmla="*/ 2147483647 w 494"/>
                  <a:gd name="T63" fmla="*/ 2147483647 h 927"/>
                  <a:gd name="T64" fmla="*/ 2147483647 w 494"/>
                  <a:gd name="T65" fmla="*/ 2147483647 h 927"/>
                  <a:gd name="T66" fmla="*/ 2147483647 w 494"/>
                  <a:gd name="T67" fmla="*/ 2147483647 h 927"/>
                  <a:gd name="T68" fmla="*/ 2147483647 w 494"/>
                  <a:gd name="T69" fmla="*/ 2147483647 h 927"/>
                  <a:gd name="T70" fmla="*/ 2147483647 w 494"/>
                  <a:gd name="T71" fmla="*/ 2147483647 h 927"/>
                  <a:gd name="T72" fmla="*/ 2147483647 w 494"/>
                  <a:gd name="T73" fmla="*/ 2147483647 h 927"/>
                  <a:gd name="T74" fmla="*/ 2147483647 w 494"/>
                  <a:gd name="T75" fmla="*/ 2147483647 h 927"/>
                  <a:gd name="T76" fmla="*/ 2147483647 w 494"/>
                  <a:gd name="T77" fmla="*/ 2147483647 h 927"/>
                  <a:gd name="T78" fmla="*/ 2147483647 w 494"/>
                  <a:gd name="T79" fmla="*/ 2147483647 h 927"/>
                  <a:gd name="T80" fmla="*/ 2147483647 w 494"/>
                  <a:gd name="T81" fmla="*/ 2147483647 h 927"/>
                  <a:gd name="T82" fmla="*/ 2147483647 w 494"/>
                  <a:gd name="T83" fmla="*/ 2147483647 h 927"/>
                  <a:gd name="T84" fmla="*/ 2147483647 w 494"/>
                  <a:gd name="T85" fmla="*/ 2147483647 h 927"/>
                  <a:gd name="T86" fmla="*/ 2147483647 w 494"/>
                  <a:gd name="T87" fmla="*/ 2147483647 h 927"/>
                  <a:gd name="T88" fmla="*/ 0 w 494"/>
                  <a:gd name="T89" fmla="*/ 2147483647 h 927"/>
                  <a:gd name="T90" fmla="*/ 0 w 494"/>
                  <a:gd name="T91" fmla="*/ 2147483647 h 927"/>
                  <a:gd name="T92" fmla="*/ 0 w 494"/>
                  <a:gd name="T93" fmla="*/ 2147483647 h 927"/>
                  <a:gd name="T94" fmla="*/ 0 w 494"/>
                  <a:gd name="T95" fmla="*/ 2147483647 h 927"/>
                  <a:gd name="T96" fmla="*/ 0 w 494"/>
                  <a:gd name="T97" fmla="*/ 0 h 927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94"/>
                  <a:gd name="T148" fmla="*/ 0 h 927"/>
                  <a:gd name="T149" fmla="*/ 494 w 494"/>
                  <a:gd name="T150" fmla="*/ 927 h 927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94" h="927">
                    <a:moveTo>
                      <a:pt x="0" y="0"/>
                    </a:moveTo>
                    <a:lnTo>
                      <a:pt x="30" y="0"/>
                    </a:lnTo>
                    <a:lnTo>
                      <a:pt x="59" y="0"/>
                    </a:lnTo>
                    <a:lnTo>
                      <a:pt x="88" y="0"/>
                    </a:lnTo>
                    <a:lnTo>
                      <a:pt x="118" y="0"/>
                    </a:lnTo>
                    <a:lnTo>
                      <a:pt x="148" y="0"/>
                    </a:lnTo>
                    <a:lnTo>
                      <a:pt x="178" y="0"/>
                    </a:lnTo>
                    <a:lnTo>
                      <a:pt x="208" y="0"/>
                    </a:lnTo>
                    <a:lnTo>
                      <a:pt x="238" y="0"/>
                    </a:lnTo>
                    <a:lnTo>
                      <a:pt x="268" y="0"/>
                    </a:lnTo>
                    <a:lnTo>
                      <a:pt x="298" y="0"/>
                    </a:lnTo>
                    <a:lnTo>
                      <a:pt x="327" y="0"/>
                    </a:lnTo>
                    <a:lnTo>
                      <a:pt x="357" y="0"/>
                    </a:lnTo>
                    <a:lnTo>
                      <a:pt x="387" y="0"/>
                    </a:lnTo>
                    <a:lnTo>
                      <a:pt x="416" y="0"/>
                    </a:lnTo>
                    <a:lnTo>
                      <a:pt x="446" y="0"/>
                    </a:lnTo>
                    <a:lnTo>
                      <a:pt x="476" y="0"/>
                    </a:lnTo>
                    <a:lnTo>
                      <a:pt x="480" y="195"/>
                    </a:lnTo>
                    <a:lnTo>
                      <a:pt x="485" y="390"/>
                    </a:lnTo>
                    <a:lnTo>
                      <a:pt x="490" y="584"/>
                    </a:lnTo>
                    <a:lnTo>
                      <a:pt x="494" y="779"/>
                    </a:lnTo>
                    <a:lnTo>
                      <a:pt x="490" y="816"/>
                    </a:lnTo>
                    <a:lnTo>
                      <a:pt x="484" y="852"/>
                    </a:lnTo>
                    <a:lnTo>
                      <a:pt x="480" y="888"/>
                    </a:lnTo>
                    <a:lnTo>
                      <a:pt x="476" y="925"/>
                    </a:lnTo>
                    <a:lnTo>
                      <a:pt x="447" y="925"/>
                    </a:lnTo>
                    <a:lnTo>
                      <a:pt x="417" y="925"/>
                    </a:lnTo>
                    <a:lnTo>
                      <a:pt x="388" y="925"/>
                    </a:lnTo>
                    <a:lnTo>
                      <a:pt x="358" y="926"/>
                    </a:lnTo>
                    <a:lnTo>
                      <a:pt x="330" y="926"/>
                    </a:lnTo>
                    <a:lnTo>
                      <a:pt x="300" y="926"/>
                    </a:lnTo>
                    <a:lnTo>
                      <a:pt x="270" y="926"/>
                    </a:lnTo>
                    <a:lnTo>
                      <a:pt x="241" y="926"/>
                    </a:lnTo>
                    <a:lnTo>
                      <a:pt x="211" y="926"/>
                    </a:lnTo>
                    <a:lnTo>
                      <a:pt x="182" y="926"/>
                    </a:lnTo>
                    <a:lnTo>
                      <a:pt x="152" y="926"/>
                    </a:lnTo>
                    <a:lnTo>
                      <a:pt x="122" y="926"/>
                    </a:lnTo>
                    <a:lnTo>
                      <a:pt x="94" y="927"/>
                    </a:lnTo>
                    <a:lnTo>
                      <a:pt x="64" y="927"/>
                    </a:lnTo>
                    <a:lnTo>
                      <a:pt x="35" y="927"/>
                    </a:lnTo>
                    <a:lnTo>
                      <a:pt x="5" y="927"/>
                    </a:lnTo>
                    <a:lnTo>
                      <a:pt x="4" y="892"/>
                    </a:lnTo>
                    <a:lnTo>
                      <a:pt x="2" y="859"/>
                    </a:lnTo>
                    <a:lnTo>
                      <a:pt x="1" y="825"/>
                    </a:lnTo>
                    <a:lnTo>
                      <a:pt x="0" y="792"/>
                    </a:lnTo>
                    <a:lnTo>
                      <a:pt x="0" y="594"/>
                    </a:lnTo>
                    <a:lnTo>
                      <a:pt x="0" y="396"/>
                    </a:lnTo>
                    <a:lnTo>
                      <a:pt x="0" y="1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B7C6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6" name="Freeform 137"/>
              <p:cNvSpPr>
                <a:spLocks/>
              </p:cNvSpPr>
              <p:nvPr/>
            </p:nvSpPr>
            <p:spPr bwMode="auto">
              <a:xfrm>
                <a:off x="1508126" y="3257550"/>
                <a:ext cx="195263" cy="330200"/>
              </a:xfrm>
              <a:custGeom>
                <a:avLst/>
                <a:gdLst>
                  <a:gd name="T0" fmla="*/ 0 w 492"/>
                  <a:gd name="T1" fmla="*/ 0 h 833"/>
                  <a:gd name="T2" fmla="*/ 2147483647 w 492"/>
                  <a:gd name="T3" fmla="*/ 0 h 833"/>
                  <a:gd name="T4" fmla="*/ 2147483647 w 492"/>
                  <a:gd name="T5" fmla="*/ 0 h 833"/>
                  <a:gd name="T6" fmla="*/ 2147483647 w 492"/>
                  <a:gd name="T7" fmla="*/ 0 h 833"/>
                  <a:gd name="T8" fmla="*/ 2147483647 w 492"/>
                  <a:gd name="T9" fmla="*/ 0 h 833"/>
                  <a:gd name="T10" fmla="*/ 2147483647 w 492"/>
                  <a:gd name="T11" fmla="*/ 0 h 833"/>
                  <a:gd name="T12" fmla="*/ 2147483647 w 492"/>
                  <a:gd name="T13" fmla="*/ 0 h 833"/>
                  <a:gd name="T14" fmla="*/ 2147483647 w 492"/>
                  <a:gd name="T15" fmla="*/ 0 h 833"/>
                  <a:gd name="T16" fmla="*/ 2147483647 w 492"/>
                  <a:gd name="T17" fmla="*/ 0 h 833"/>
                  <a:gd name="T18" fmla="*/ 2147483647 w 492"/>
                  <a:gd name="T19" fmla="*/ 0 h 833"/>
                  <a:gd name="T20" fmla="*/ 2147483647 w 492"/>
                  <a:gd name="T21" fmla="*/ 0 h 833"/>
                  <a:gd name="T22" fmla="*/ 2147483647 w 492"/>
                  <a:gd name="T23" fmla="*/ 0 h 833"/>
                  <a:gd name="T24" fmla="*/ 2147483647 w 492"/>
                  <a:gd name="T25" fmla="*/ 0 h 833"/>
                  <a:gd name="T26" fmla="*/ 2147483647 w 492"/>
                  <a:gd name="T27" fmla="*/ 0 h 833"/>
                  <a:gd name="T28" fmla="*/ 2147483647 w 492"/>
                  <a:gd name="T29" fmla="*/ 0 h 833"/>
                  <a:gd name="T30" fmla="*/ 2147483647 w 492"/>
                  <a:gd name="T31" fmla="*/ 0 h 833"/>
                  <a:gd name="T32" fmla="*/ 2147483647 w 492"/>
                  <a:gd name="T33" fmla="*/ 0 h 833"/>
                  <a:gd name="T34" fmla="*/ 2147483647 w 492"/>
                  <a:gd name="T35" fmla="*/ 2147483647 h 833"/>
                  <a:gd name="T36" fmla="*/ 2147483647 w 492"/>
                  <a:gd name="T37" fmla="*/ 2147483647 h 833"/>
                  <a:gd name="T38" fmla="*/ 2147483647 w 492"/>
                  <a:gd name="T39" fmla="*/ 2147483647 h 833"/>
                  <a:gd name="T40" fmla="*/ 2147483647 w 492"/>
                  <a:gd name="T41" fmla="*/ 2147483647 h 833"/>
                  <a:gd name="T42" fmla="*/ 2147483647 w 492"/>
                  <a:gd name="T43" fmla="*/ 2147483647 h 833"/>
                  <a:gd name="T44" fmla="*/ 2147483647 w 492"/>
                  <a:gd name="T45" fmla="*/ 2147483647 h 833"/>
                  <a:gd name="T46" fmla="*/ 2147483647 w 492"/>
                  <a:gd name="T47" fmla="*/ 2147483647 h 833"/>
                  <a:gd name="T48" fmla="*/ 2147483647 w 492"/>
                  <a:gd name="T49" fmla="*/ 2147483647 h 833"/>
                  <a:gd name="T50" fmla="*/ 2147483647 w 492"/>
                  <a:gd name="T51" fmla="*/ 2147483647 h 833"/>
                  <a:gd name="T52" fmla="*/ 2147483647 w 492"/>
                  <a:gd name="T53" fmla="*/ 2147483647 h 833"/>
                  <a:gd name="T54" fmla="*/ 2147483647 w 492"/>
                  <a:gd name="T55" fmla="*/ 2147483647 h 833"/>
                  <a:gd name="T56" fmla="*/ 2147483647 w 492"/>
                  <a:gd name="T57" fmla="*/ 2147483647 h 833"/>
                  <a:gd name="T58" fmla="*/ 2147483647 w 492"/>
                  <a:gd name="T59" fmla="*/ 2147483647 h 833"/>
                  <a:gd name="T60" fmla="*/ 2147483647 w 492"/>
                  <a:gd name="T61" fmla="*/ 2147483647 h 833"/>
                  <a:gd name="T62" fmla="*/ 2147483647 w 492"/>
                  <a:gd name="T63" fmla="*/ 2147483647 h 833"/>
                  <a:gd name="T64" fmla="*/ 2147483647 w 492"/>
                  <a:gd name="T65" fmla="*/ 2147483647 h 833"/>
                  <a:gd name="T66" fmla="*/ 2147483647 w 492"/>
                  <a:gd name="T67" fmla="*/ 2147483647 h 833"/>
                  <a:gd name="T68" fmla="*/ 2147483647 w 492"/>
                  <a:gd name="T69" fmla="*/ 2147483647 h 833"/>
                  <a:gd name="T70" fmla="*/ 2147483647 w 492"/>
                  <a:gd name="T71" fmla="*/ 2147483647 h 833"/>
                  <a:gd name="T72" fmla="*/ 2147483647 w 492"/>
                  <a:gd name="T73" fmla="*/ 2147483647 h 833"/>
                  <a:gd name="T74" fmla="*/ 2147483647 w 492"/>
                  <a:gd name="T75" fmla="*/ 2147483647 h 833"/>
                  <a:gd name="T76" fmla="*/ 2147483647 w 492"/>
                  <a:gd name="T77" fmla="*/ 2147483647 h 833"/>
                  <a:gd name="T78" fmla="*/ 2147483647 w 492"/>
                  <a:gd name="T79" fmla="*/ 2147483647 h 833"/>
                  <a:gd name="T80" fmla="*/ 2147483647 w 492"/>
                  <a:gd name="T81" fmla="*/ 2147483647 h 833"/>
                  <a:gd name="T82" fmla="*/ 2147483647 w 492"/>
                  <a:gd name="T83" fmla="*/ 2147483647 h 833"/>
                  <a:gd name="T84" fmla="*/ 2147483647 w 492"/>
                  <a:gd name="T85" fmla="*/ 2147483647 h 833"/>
                  <a:gd name="T86" fmla="*/ 2147483647 w 492"/>
                  <a:gd name="T87" fmla="*/ 2147483647 h 833"/>
                  <a:gd name="T88" fmla="*/ 0 w 492"/>
                  <a:gd name="T89" fmla="*/ 2147483647 h 833"/>
                  <a:gd name="T90" fmla="*/ 0 w 492"/>
                  <a:gd name="T91" fmla="*/ 2147483647 h 833"/>
                  <a:gd name="T92" fmla="*/ 0 w 492"/>
                  <a:gd name="T93" fmla="*/ 2147483647 h 833"/>
                  <a:gd name="T94" fmla="*/ 0 w 492"/>
                  <a:gd name="T95" fmla="*/ 2147483647 h 833"/>
                  <a:gd name="T96" fmla="*/ 0 w 492"/>
                  <a:gd name="T97" fmla="*/ 0 h 833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92"/>
                  <a:gd name="T148" fmla="*/ 0 h 833"/>
                  <a:gd name="T149" fmla="*/ 492 w 492"/>
                  <a:gd name="T150" fmla="*/ 833 h 833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92" h="833">
                    <a:moveTo>
                      <a:pt x="0" y="0"/>
                    </a:moveTo>
                    <a:lnTo>
                      <a:pt x="30" y="0"/>
                    </a:lnTo>
                    <a:lnTo>
                      <a:pt x="59" y="0"/>
                    </a:lnTo>
                    <a:lnTo>
                      <a:pt x="89" y="0"/>
                    </a:lnTo>
                    <a:lnTo>
                      <a:pt x="119" y="0"/>
                    </a:lnTo>
                    <a:lnTo>
                      <a:pt x="149" y="0"/>
                    </a:lnTo>
                    <a:lnTo>
                      <a:pt x="179" y="0"/>
                    </a:lnTo>
                    <a:lnTo>
                      <a:pt x="209" y="0"/>
                    </a:lnTo>
                    <a:lnTo>
                      <a:pt x="239" y="0"/>
                    </a:lnTo>
                    <a:lnTo>
                      <a:pt x="269" y="0"/>
                    </a:lnTo>
                    <a:lnTo>
                      <a:pt x="299" y="0"/>
                    </a:lnTo>
                    <a:lnTo>
                      <a:pt x="327" y="0"/>
                    </a:lnTo>
                    <a:lnTo>
                      <a:pt x="357" y="0"/>
                    </a:lnTo>
                    <a:lnTo>
                      <a:pt x="387" y="0"/>
                    </a:lnTo>
                    <a:lnTo>
                      <a:pt x="417" y="0"/>
                    </a:lnTo>
                    <a:lnTo>
                      <a:pt x="446" y="0"/>
                    </a:lnTo>
                    <a:lnTo>
                      <a:pt x="476" y="0"/>
                    </a:lnTo>
                    <a:lnTo>
                      <a:pt x="480" y="175"/>
                    </a:lnTo>
                    <a:lnTo>
                      <a:pt x="484" y="350"/>
                    </a:lnTo>
                    <a:lnTo>
                      <a:pt x="488" y="525"/>
                    </a:lnTo>
                    <a:lnTo>
                      <a:pt x="492" y="700"/>
                    </a:lnTo>
                    <a:lnTo>
                      <a:pt x="488" y="732"/>
                    </a:lnTo>
                    <a:lnTo>
                      <a:pt x="484" y="766"/>
                    </a:lnTo>
                    <a:lnTo>
                      <a:pt x="480" y="798"/>
                    </a:lnTo>
                    <a:lnTo>
                      <a:pt x="476" y="831"/>
                    </a:lnTo>
                    <a:lnTo>
                      <a:pt x="447" y="831"/>
                    </a:lnTo>
                    <a:lnTo>
                      <a:pt x="418" y="831"/>
                    </a:lnTo>
                    <a:lnTo>
                      <a:pt x="388" y="832"/>
                    </a:lnTo>
                    <a:lnTo>
                      <a:pt x="359" y="832"/>
                    </a:lnTo>
                    <a:lnTo>
                      <a:pt x="331" y="832"/>
                    </a:lnTo>
                    <a:lnTo>
                      <a:pt x="301" y="832"/>
                    </a:lnTo>
                    <a:lnTo>
                      <a:pt x="272" y="832"/>
                    </a:lnTo>
                    <a:lnTo>
                      <a:pt x="242" y="832"/>
                    </a:lnTo>
                    <a:lnTo>
                      <a:pt x="213" y="833"/>
                    </a:lnTo>
                    <a:lnTo>
                      <a:pt x="184" y="833"/>
                    </a:lnTo>
                    <a:lnTo>
                      <a:pt x="154" y="833"/>
                    </a:lnTo>
                    <a:lnTo>
                      <a:pt x="126" y="833"/>
                    </a:lnTo>
                    <a:lnTo>
                      <a:pt x="96" y="833"/>
                    </a:lnTo>
                    <a:lnTo>
                      <a:pt x="67" y="833"/>
                    </a:lnTo>
                    <a:lnTo>
                      <a:pt x="37" y="833"/>
                    </a:lnTo>
                    <a:lnTo>
                      <a:pt x="8" y="833"/>
                    </a:lnTo>
                    <a:lnTo>
                      <a:pt x="6" y="802"/>
                    </a:lnTo>
                    <a:lnTo>
                      <a:pt x="4" y="772"/>
                    </a:lnTo>
                    <a:lnTo>
                      <a:pt x="2" y="741"/>
                    </a:lnTo>
                    <a:lnTo>
                      <a:pt x="0" y="711"/>
                    </a:lnTo>
                    <a:lnTo>
                      <a:pt x="0" y="533"/>
                    </a:lnTo>
                    <a:lnTo>
                      <a:pt x="0" y="356"/>
                    </a:lnTo>
                    <a:lnTo>
                      <a:pt x="0" y="1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3846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7" name="Freeform 138"/>
              <p:cNvSpPr>
                <a:spLocks/>
              </p:cNvSpPr>
              <p:nvPr/>
            </p:nvSpPr>
            <p:spPr bwMode="auto">
              <a:xfrm>
                <a:off x="1508126" y="3257550"/>
                <a:ext cx="193675" cy="292100"/>
              </a:xfrm>
              <a:custGeom>
                <a:avLst/>
                <a:gdLst>
                  <a:gd name="T0" fmla="*/ 0 w 489"/>
                  <a:gd name="T1" fmla="*/ 0 h 739"/>
                  <a:gd name="T2" fmla="*/ 2147483647 w 489"/>
                  <a:gd name="T3" fmla="*/ 0 h 739"/>
                  <a:gd name="T4" fmla="*/ 2147483647 w 489"/>
                  <a:gd name="T5" fmla="*/ 0 h 739"/>
                  <a:gd name="T6" fmla="*/ 2147483647 w 489"/>
                  <a:gd name="T7" fmla="*/ 0 h 739"/>
                  <a:gd name="T8" fmla="*/ 2147483647 w 489"/>
                  <a:gd name="T9" fmla="*/ 0 h 739"/>
                  <a:gd name="T10" fmla="*/ 2147483647 w 489"/>
                  <a:gd name="T11" fmla="*/ 0 h 739"/>
                  <a:gd name="T12" fmla="*/ 2147483647 w 489"/>
                  <a:gd name="T13" fmla="*/ 0 h 739"/>
                  <a:gd name="T14" fmla="*/ 2147483647 w 489"/>
                  <a:gd name="T15" fmla="*/ 0 h 739"/>
                  <a:gd name="T16" fmla="*/ 2147483647 w 489"/>
                  <a:gd name="T17" fmla="*/ 0 h 739"/>
                  <a:gd name="T18" fmla="*/ 2147483647 w 489"/>
                  <a:gd name="T19" fmla="*/ 0 h 739"/>
                  <a:gd name="T20" fmla="*/ 2147483647 w 489"/>
                  <a:gd name="T21" fmla="*/ 0 h 739"/>
                  <a:gd name="T22" fmla="*/ 2147483647 w 489"/>
                  <a:gd name="T23" fmla="*/ 0 h 739"/>
                  <a:gd name="T24" fmla="*/ 2147483647 w 489"/>
                  <a:gd name="T25" fmla="*/ 0 h 739"/>
                  <a:gd name="T26" fmla="*/ 2147483647 w 489"/>
                  <a:gd name="T27" fmla="*/ 0 h 739"/>
                  <a:gd name="T28" fmla="*/ 2147483647 w 489"/>
                  <a:gd name="T29" fmla="*/ 0 h 739"/>
                  <a:gd name="T30" fmla="*/ 2147483647 w 489"/>
                  <a:gd name="T31" fmla="*/ 0 h 739"/>
                  <a:gd name="T32" fmla="*/ 2147483647 w 489"/>
                  <a:gd name="T33" fmla="*/ 0 h 739"/>
                  <a:gd name="T34" fmla="*/ 2147483647 w 489"/>
                  <a:gd name="T35" fmla="*/ 2147483647 h 739"/>
                  <a:gd name="T36" fmla="*/ 2147483647 w 489"/>
                  <a:gd name="T37" fmla="*/ 2147483647 h 739"/>
                  <a:gd name="T38" fmla="*/ 2147483647 w 489"/>
                  <a:gd name="T39" fmla="*/ 2147483647 h 739"/>
                  <a:gd name="T40" fmla="*/ 2147483647 w 489"/>
                  <a:gd name="T41" fmla="*/ 2147483647 h 739"/>
                  <a:gd name="T42" fmla="*/ 2147483647 w 489"/>
                  <a:gd name="T43" fmla="*/ 2147483647 h 739"/>
                  <a:gd name="T44" fmla="*/ 2147483647 w 489"/>
                  <a:gd name="T45" fmla="*/ 2147483647 h 739"/>
                  <a:gd name="T46" fmla="*/ 2147483647 w 489"/>
                  <a:gd name="T47" fmla="*/ 2147483647 h 739"/>
                  <a:gd name="T48" fmla="*/ 2147483647 w 489"/>
                  <a:gd name="T49" fmla="*/ 2147483647 h 739"/>
                  <a:gd name="T50" fmla="*/ 2147483647 w 489"/>
                  <a:gd name="T51" fmla="*/ 2147483647 h 739"/>
                  <a:gd name="T52" fmla="*/ 2147483647 w 489"/>
                  <a:gd name="T53" fmla="*/ 2147483647 h 739"/>
                  <a:gd name="T54" fmla="*/ 2147483647 w 489"/>
                  <a:gd name="T55" fmla="*/ 2147483647 h 739"/>
                  <a:gd name="T56" fmla="*/ 2147483647 w 489"/>
                  <a:gd name="T57" fmla="*/ 2147483647 h 739"/>
                  <a:gd name="T58" fmla="*/ 2147483647 w 489"/>
                  <a:gd name="T59" fmla="*/ 2147483647 h 739"/>
                  <a:gd name="T60" fmla="*/ 2147483647 w 489"/>
                  <a:gd name="T61" fmla="*/ 2147483647 h 739"/>
                  <a:gd name="T62" fmla="*/ 2147483647 w 489"/>
                  <a:gd name="T63" fmla="*/ 2147483647 h 739"/>
                  <a:gd name="T64" fmla="*/ 2147483647 w 489"/>
                  <a:gd name="T65" fmla="*/ 2147483647 h 739"/>
                  <a:gd name="T66" fmla="*/ 2147483647 w 489"/>
                  <a:gd name="T67" fmla="*/ 2147483647 h 739"/>
                  <a:gd name="T68" fmla="*/ 2147483647 w 489"/>
                  <a:gd name="T69" fmla="*/ 2147483647 h 739"/>
                  <a:gd name="T70" fmla="*/ 2147483647 w 489"/>
                  <a:gd name="T71" fmla="*/ 2147483647 h 739"/>
                  <a:gd name="T72" fmla="*/ 2147483647 w 489"/>
                  <a:gd name="T73" fmla="*/ 2147483647 h 739"/>
                  <a:gd name="T74" fmla="*/ 2147483647 w 489"/>
                  <a:gd name="T75" fmla="*/ 2147483647 h 739"/>
                  <a:gd name="T76" fmla="*/ 2147483647 w 489"/>
                  <a:gd name="T77" fmla="*/ 2147483647 h 739"/>
                  <a:gd name="T78" fmla="*/ 2147483647 w 489"/>
                  <a:gd name="T79" fmla="*/ 2147483647 h 739"/>
                  <a:gd name="T80" fmla="*/ 2147483647 w 489"/>
                  <a:gd name="T81" fmla="*/ 2147483647 h 739"/>
                  <a:gd name="T82" fmla="*/ 2147483647 w 489"/>
                  <a:gd name="T83" fmla="*/ 2147483647 h 739"/>
                  <a:gd name="T84" fmla="*/ 2147483647 w 489"/>
                  <a:gd name="T85" fmla="*/ 2147483647 h 739"/>
                  <a:gd name="T86" fmla="*/ 2147483647 w 489"/>
                  <a:gd name="T87" fmla="*/ 2147483647 h 739"/>
                  <a:gd name="T88" fmla="*/ 0 w 489"/>
                  <a:gd name="T89" fmla="*/ 2147483647 h 739"/>
                  <a:gd name="T90" fmla="*/ 0 w 489"/>
                  <a:gd name="T91" fmla="*/ 2147483647 h 739"/>
                  <a:gd name="T92" fmla="*/ 0 w 489"/>
                  <a:gd name="T93" fmla="*/ 2147483647 h 739"/>
                  <a:gd name="T94" fmla="*/ 0 w 489"/>
                  <a:gd name="T95" fmla="*/ 2147483647 h 739"/>
                  <a:gd name="T96" fmla="*/ 0 w 489"/>
                  <a:gd name="T97" fmla="*/ 0 h 73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89"/>
                  <a:gd name="T148" fmla="*/ 0 h 739"/>
                  <a:gd name="T149" fmla="*/ 489 w 489"/>
                  <a:gd name="T150" fmla="*/ 739 h 73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89" h="739">
                    <a:moveTo>
                      <a:pt x="0" y="0"/>
                    </a:moveTo>
                    <a:lnTo>
                      <a:pt x="30" y="0"/>
                    </a:lnTo>
                    <a:lnTo>
                      <a:pt x="60" y="0"/>
                    </a:lnTo>
                    <a:lnTo>
                      <a:pt x="88" y="0"/>
                    </a:lnTo>
                    <a:lnTo>
                      <a:pt x="118" y="0"/>
                    </a:lnTo>
                    <a:lnTo>
                      <a:pt x="148" y="0"/>
                    </a:lnTo>
                    <a:lnTo>
                      <a:pt x="178" y="0"/>
                    </a:lnTo>
                    <a:lnTo>
                      <a:pt x="208" y="0"/>
                    </a:lnTo>
                    <a:lnTo>
                      <a:pt x="238" y="0"/>
                    </a:lnTo>
                    <a:lnTo>
                      <a:pt x="268" y="0"/>
                    </a:lnTo>
                    <a:lnTo>
                      <a:pt x="298" y="0"/>
                    </a:lnTo>
                    <a:lnTo>
                      <a:pt x="326" y="0"/>
                    </a:lnTo>
                    <a:lnTo>
                      <a:pt x="356" y="0"/>
                    </a:lnTo>
                    <a:lnTo>
                      <a:pt x="386" y="0"/>
                    </a:lnTo>
                    <a:lnTo>
                      <a:pt x="416" y="0"/>
                    </a:lnTo>
                    <a:lnTo>
                      <a:pt x="445" y="0"/>
                    </a:lnTo>
                    <a:lnTo>
                      <a:pt x="475" y="0"/>
                    </a:lnTo>
                    <a:lnTo>
                      <a:pt x="478" y="155"/>
                    </a:lnTo>
                    <a:lnTo>
                      <a:pt x="482" y="311"/>
                    </a:lnTo>
                    <a:lnTo>
                      <a:pt x="485" y="466"/>
                    </a:lnTo>
                    <a:lnTo>
                      <a:pt x="489" y="621"/>
                    </a:lnTo>
                    <a:lnTo>
                      <a:pt x="485" y="650"/>
                    </a:lnTo>
                    <a:lnTo>
                      <a:pt x="482" y="679"/>
                    </a:lnTo>
                    <a:lnTo>
                      <a:pt x="478" y="708"/>
                    </a:lnTo>
                    <a:lnTo>
                      <a:pt x="475" y="738"/>
                    </a:lnTo>
                    <a:lnTo>
                      <a:pt x="446" y="738"/>
                    </a:lnTo>
                    <a:lnTo>
                      <a:pt x="417" y="738"/>
                    </a:lnTo>
                    <a:lnTo>
                      <a:pt x="388" y="738"/>
                    </a:lnTo>
                    <a:lnTo>
                      <a:pt x="360" y="738"/>
                    </a:lnTo>
                    <a:lnTo>
                      <a:pt x="331" y="738"/>
                    </a:lnTo>
                    <a:lnTo>
                      <a:pt x="301" y="738"/>
                    </a:lnTo>
                    <a:lnTo>
                      <a:pt x="272" y="738"/>
                    </a:lnTo>
                    <a:lnTo>
                      <a:pt x="243" y="738"/>
                    </a:lnTo>
                    <a:lnTo>
                      <a:pt x="214" y="739"/>
                    </a:lnTo>
                    <a:lnTo>
                      <a:pt x="184" y="739"/>
                    </a:lnTo>
                    <a:lnTo>
                      <a:pt x="156" y="739"/>
                    </a:lnTo>
                    <a:lnTo>
                      <a:pt x="127" y="739"/>
                    </a:lnTo>
                    <a:lnTo>
                      <a:pt x="98" y="739"/>
                    </a:lnTo>
                    <a:lnTo>
                      <a:pt x="68" y="739"/>
                    </a:lnTo>
                    <a:lnTo>
                      <a:pt x="39" y="739"/>
                    </a:lnTo>
                    <a:lnTo>
                      <a:pt x="10" y="739"/>
                    </a:lnTo>
                    <a:lnTo>
                      <a:pt x="7" y="712"/>
                    </a:lnTo>
                    <a:lnTo>
                      <a:pt x="5" y="685"/>
                    </a:lnTo>
                    <a:lnTo>
                      <a:pt x="2" y="658"/>
                    </a:lnTo>
                    <a:lnTo>
                      <a:pt x="0" y="631"/>
                    </a:lnTo>
                    <a:lnTo>
                      <a:pt x="0" y="473"/>
                    </a:lnTo>
                    <a:lnTo>
                      <a:pt x="0" y="315"/>
                    </a:lnTo>
                    <a:lnTo>
                      <a:pt x="0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A8C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8" name="Freeform 139"/>
              <p:cNvSpPr>
                <a:spLocks/>
              </p:cNvSpPr>
              <p:nvPr/>
            </p:nvSpPr>
            <p:spPr bwMode="auto">
              <a:xfrm>
                <a:off x="1508126" y="3257550"/>
                <a:ext cx="193675" cy="255587"/>
              </a:xfrm>
              <a:custGeom>
                <a:avLst/>
                <a:gdLst>
                  <a:gd name="T0" fmla="*/ 0 w 487"/>
                  <a:gd name="T1" fmla="*/ 0 h 645"/>
                  <a:gd name="T2" fmla="*/ 2147483647 w 487"/>
                  <a:gd name="T3" fmla="*/ 0 h 645"/>
                  <a:gd name="T4" fmla="*/ 2147483647 w 487"/>
                  <a:gd name="T5" fmla="*/ 0 h 645"/>
                  <a:gd name="T6" fmla="*/ 2147483647 w 487"/>
                  <a:gd name="T7" fmla="*/ 0 h 645"/>
                  <a:gd name="T8" fmla="*/ 2147483647 w 487"/>
                  <a:gd name="T9" fmla="*/ 0 h 645"/>
                  <a:gd name="T10" fmla="*/ 2147483647 w 487"/>
                  <a:gd name="T11" fmla="*/ 0 h 645"/>
                  <a:gd name="T12" fmla="*/ 2147483647 w 487"/>
                  <a:gd name="T13" fmla="*/ 0 h 645"/>
                  <a:gd name="T14" fmla="*/ 2147483647 w 487"/>
                  <a:gd name="T15" fmla="*/ 0 h 645"/>
                  <a:gd name="T16" fmla="*/ 2147483647 w 487"/>
                  <a:gd name="T17" fmla="*/ 0 h 645"/>
                  <a:gd name="T18" fmla="*/ 2147483647 w 487"/>
                  <a:gd name="T19" fmla="*/ 0 h 645"/>
                  <a:gd name="T20" fmla="*/ 2147483647 w 487"/>
                  <a:gd name="T21" fmla="*/ 0 h 645"/>
                  <a:gd name="T22" fmla="*/ 2147483647 w 487"/>
                  <a:gd name="T23" fmla="*/ 0 h 645"/>
                  <a:gd name="T24" fmla="*/ 2147483647 w 487"/>
                  <a:gd name="T25" fmla="*/ 0 h 645"/>
                  <a:gd name="T26" fmla="*/ 2147483647 w 487"/>
                  <a:gd name="T27" fmla="*/ 0 h 645"/>
                  <a:gd name="T28" fmla="*/ 2147483647 w 487"/>
                  <a:gd name="T29" fmla="*/ 0 h 645"/>
                  <a:gd name="T30" fmla="*/ 2147483647 w 487"/>
                  <a:gd name="T31" fmla="*/ 0 h 645"/>
                  <a:gd name="T32" fmla="*/ 2147483647 w 487"/>
                  <a:gd name="T33" fmla="*/ 0 h 645"/>
                  <a:gd name="T34" fmla="*/ 2147483647 w 487"/>
                  <a:gd name="T35" fmla="*/ 2147483647 h 645"/>
                  <a:gd name="T36" fmla="*/ 2147483647 w 487"/>
                  <a:gd name="T37" fmla="*/ 2147483647 h 645"/>
                  <a:gd name="T38" fmla="*/ 2147483647 w 487"/>
                  <a:gd name="T39" fmla="*/ 2147483647 h 645"/>
                  <a:gd name="T40" fmla="*/ 2147483647 w 487"/>
                  <a:gd name="T41" fmla="*/ 2147483647 h 645"/>
                  <a:gd name="T42" fmla="*/ 2147483647 w 487"/>
                  <a:gd name="T43" fmla="*/ 2147483647 h 645"/>
                  <a:gd name="T44" fmla="*/ 2147483647 w 487"/>
                  <a:gd name="T45" fmla="*/ 2147483647 h 645"/>
                  <a:gd name="T46" fmla="*/ 2147483647 w 487"/>
                  <a:gd name="T47" fmla="*/ 2147483647 h 645"/>
                  <a:gd name="T48" fmla="*/ 2147483647 w 487"/>
                  <a:gd name="T49" fmla="*/ 2147483647 h 645"/>
                  <a:gd name="T50" fmla="*/ 2147483647 w 487"/>
                  <a:gd name="T51" fmla="*/ 2147483647 h 645"/>
                  <a:gd name="T52" fmla="*/ 2147483647 w 487"/>
                  <a:gd name="T53" fmla="*/ 2147483647 h 645"/>
                  <a:gd name="T54" fmla="*/ 2147483647 w 487"/>
                  <a:gd name="T55" fmla="*/ 2147483647 h 645"/>
                  <a:gd name="T56" fmla="*/ 2147483647 w 487"/>
                  <a:gd name="T57" fmla="*/ 2147483647 h 645"/>
                  <a:gd name="T58" fmla="*/ 2147483647 w 487"/>
                  <a:gd name="T59" fmla="*/ 2147483647 h 645"/>
                  <a:gd name="T60" fmla="*/ 2147483647 w 487"/>
                  <a:gd name="T61" fmla="*/ 2147483647 h 645"/>
                  <a:gd name="T62" fmla="*/ 2147483647 w 487"/>
                  <a:gd name="T63" fmla="*/ 2147483647 h 645"/>
                  <a:gd name="T64" fmla="*/ 2147483647 w 487"/>
                  <a:gd name="T65" fmla="*/ 2147483647 h 645"/>
                  <a:gd name="T66" fmla="*/ 2147483647 w 487"/>
                  <a:gd name="T67" fmla="*/ 2147483647 h 645"/>
                  <a:gd name="T68" fmla="*/ 2147483647 w 487"/>
                  <a:gd name="T69" fmla="*/ 2147483647 h 645"/>
                  <a:gd name="T70" fmla="*/ 2147483647 w 487"/>
                  <a:gd name="T71" fmla="*/ 2147483647 h 645"/>
                  <a:gd name="T72" fmla="*/ 2147483647 w 487"/>
                  <a:gd name="T73" fmla="*/ 2147483647 h 645"/>
                  <a:gd name="T74" fmla="*/ 2147483647 w 487"/>
                  <a:gd name="T75" fmla="*/ 2147483647 h 645"/>
                  <a:gd name="T76" fmla="*/ 2147483647 w 487"/>
                  <a:gd name="T77" fmla="*/ 2147483647 h 645"/>
                  <a:gd name="T78" fmla="*/ 2147483647 w 487"/>
                  <a:gd name="T79" fmla="*/ 2147483647 h 645"/>
                  <a:gd name="T80" fmla="*/ 2147483647 w 487"/>
                  <a:gd name="T81" fmla="*/ 2147483647 h 645"/>
                  <a:gd name="T82" fmla="*/ 2147483647 w 487"/>
                  <a:gd name="T83" fmla="*/ 2147483647 h 645"/>
                  <a:gd name="T84" fmla="*/ 2147483647 w 487"/>
                  <a:gd name="T85" fmla="*/ 2147483647 h 645"/>
                  <a:gd name="T86" fmla="*/ 2147483647 w 487"/>
                  <a:gd name="T87" fmla="*/ 2147483647 h 645"/>
                  <a:gd name="T88" fmla="*/ 0 w 487"/>
                  <a:gd name="T89" fmla="*/ 2147483647 h 645"/>
                  <a:gd name="T90" fmla="*/ 0 w 487"/>
                  <a:gd name="T91" fmla="*/ 2147483647 h 645"/>
                  <a:gd name="T92" fmla="*/ 0 w 487"/>
                  <a:gd name="T93" fmla="*/ 2147483647 h 645"/>
                  <a:gd name="T94" fmla="*/ 0 w 487"/>
                  <a:gd name="T95" fmla="*/ 2147483647 h 645"/>
                  <a:gd name="T96" fmla="*/ 0 w 487"/>
                  <a:gd name="T97" fmla="*/ 0 h 645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87"/>
                  <a:gd name="T148" fmla="*/ 0 h 645"/>
                  <a:gd name="T149" fmla="*/ 487 w 487"/>
                  <a:gd name="T150" fmla="*/ 645 h 645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87" h="645">
                    <a:moveTo>
                      <a:pt x="0" y="0"/>
                    </a:moveTo>
                    <a:lnTo>
                      <a:pt x="30" y="0"/>
                    </a:lnTo>
                    <a:lnTo>
                      <a:pt x="60" y="0"/>
                    </a:lnTo>
                    <a:lnTo>
                      <a:pt x="89" y="0"/>
                    </a:lnTo>
                    <a:lnTo>
                      <a:pt x="119" y="0"/>
                    </a:lnTo>
                    <a:lnTo>
                      <a:pt x="149" y="0"/>
                    </a:lnTo>
                    <a:lnTo>
                      <a:pt x="179" y="0"/>
                    </a:lnTo>
                    <a:lnTo>
                      <a:pt x="208" y="0"/>
                    </a:lnTo>
                    <a:lnTo>
                      <a:pt x="238" y="0"/>
                    </a:lnTo>
                    <a:lnTo>
                      <a:pt x="268" y="0"/>
                    </a:lnTo>
                    <a:lnTo>
                      <a:pt x="298" y="0"/>
                    </a:lnTo>
                    <a:lnTo>
                      <a:pt x="327" y="0"/>
                    </a:lnTo>
                    <a:lnTo>
                      <a:pt x="356" y="0"/>
                    </a:lnTo>
                    <a:lnTo>
                      <a:pt x="386" y="0"/>
                    </a:lnTo>
                    <a:lnTo>
                      <a:pt x="416" y="0"/>
                    </a:lnTo>
                    <a:lnTo>
                      <a:pt x="445" y="0"/>
                    </a:lnTo>
                    <a:lnTo>
                      <a:pt x="475" y="0"/>
                    </a:lnTo>
                    <a:lnTo>
                      <a:pt x="478" y="136"/>
                    </a:lnTo>
                    <a:lnTo>
                      <a:pt x="481" y="271"/>
                    </a:lnTo>
                    <a:lnTo>
                      <a:pt x="483" y="407"/>
                    </a:lnTo>
                    <a:lnTo>
                      <a:pt x="487" y="542"/>
                    </a:lnTo>
                    <a:lnTo>
                      <a:pt x="483" y="568"/>
                    </a:lnTo>
                    <a:lnTo>
                      <a:pt x="480" y="593"/>
                    </a:lnTo>
                    <a:lnTo>
                      <a:pt x="477" y="618"/>
                    </a:lnTo>
                    <a:lnTo>
                      <a:pt x="475" y="644"/>
                    </a:lnTo>
                    <a:lnTo>
                      <a:pt x="446" y="644"/>
                    </a:lnTo>
                    <a:lnTo>
                      <a:pt x="417" y="644"/>
                    </a:lnTo>
                    <a:lnTo>
                      <a:pt x="388" y="644"/>
                    </a:lnTo>
                    <a:lnTo>
                      <a:pt x="360" y="644"/>
                    </a:lnTo>
                    <a:lnTo>
                      <a:pt x="331" y="644"/>
                    </a:lnTo>
                    <a:lnTo>
                      <a:pt x="302" y="644"/>
                    </a:lnTo>
                    <a:lnTo>
                      <a:pt x="273" y="644"/>
                    </a:lnTo>
                    <a:lnTo>
                      <a:pt x="244" y="644"/>
                    </a:lnTo>
                    <a:lnTo>
                      <a:pt x="215" y="645"/>
                    </a:lnTo>
                    <a:lnTo>
                      <a:pt x="187" y="645"/>
                    </a:lnTo>
                    <a:lnTo>
                      <a:pt x="158" y="645"/>
                    </a:lnTo>
                    <a:lnTo>
                      <a:pt x="129" y="645"/>
                    </a:lnTo>
                    <a:lnTo>
                      <a:pt x="100" y="645"/>
                    </a:lnTo>
                    <a:lnTo>
                      <a:pt x="70" y="645"/>
                    </a:lnTo>
                    <a:lnTo>
                      <a:pt x="41" y="645"/>
                    </a:lnTo>
                    <a:lnTo>
                      <a:pt x="13" y="645"/>
                    </a:lnTo>
                    <a:lnTo>
                      <a:pt x="9" y="621"/>
                    </a:lnTo>
                    <a:lnTo>
                      <a:pt x="6" y="598"/>
                    </a:lnTo>
                    <a:lnTo>
                      <a:pt x="3" y="574"/>
                    </a:lnTo>
                    <a:lnTo>
                      <a:pt x="0" y="551"/>
                    </a:lnTo>
                    <a:lnTo>
                      <a:pt x="0" y="413"/>
                    </a:lnTo>
                    <a:lnTo>
                      <a:pt x="0" y="276"/>
                    </a:lnTo>
                    <a:lnTo>
                      <a:pt x="0" y="1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D8E7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9" name="Freeform 140"/>
              <p:cNvSpPr>
                <a:spLocks/>
              </p:cNvSpPr>
              <p:nvPr/>
            </p:nvSpPr>
            <p:spPr bwMode="auto">
              <a:xfrm>
                <a:off x="1508126" y="3257550"/>
                <a:ext cx="192088" cy="219075"/>
              </a:xfrm>
              <a:custGeom>
                <a:avLst/>
                <a:gdLst>
                  <a:gd name="T0" fmla="*/ 0 w 484"/>
                  <a:gd name="T1" fmla="*/ 0 h 552"/>
                  <a:gd name="T2" fmla="*/ 2147483647 w 484"/>
                  <a:gd name="T3" fmla="*/ 0 h 552"/>
                  <a:gd name="T4" fmla="*/ 2147483647 w 484"/>
                  <a:gd name="T5" fmla="*/ 0 h 552"/>
                  <a:gd name="T6" fmla="*/ 2147483647 w 484"/>
                  <a:gd name="T7" fmla="*/ 0 h 552"/>
                  <a:gd name="T8" fmla="*/ 2147483647 w 484"/>
                  <a:gd name="T9" fmla="*/ 0 h 552"/>
                  <a:gd name="T10" fmla="*/ 2147483647 w 484"/>
                  <a:gd name="T11" fmla="*/ 0 h 552"/>
                  <a:gd name="T12" fmla="*/ 2147483647 w 484"/>
                  <a:gd name="T13" fmla="*/ 0 h 552"/>
                  <a:gd name="T14" fmla="*/ 2147483647 w 484"/>
                  <a:gd name="T15" fmla="*/ 0 h 552"/>
                  <a:gd name="T16" fmla="*/ 2147483647 w 484"/>
                  <a:gd name="T17" fmla="*/ 0 h 552"/>
                  <a:gd name="T18" fmla="*/ 2147483647 w 484"/>
                  <a:gd name="T19" fmla="*/ 0 h 552"/>
                  <a:gd name="T20" fmla="*/ 2147483647 w 484"/>
                  <a:gd name="T21" fmla="*/ 0 h 552"/>
                  <a:gd name="T22" fmla="*/ 2147483647 w 484"/>
                  <a:gd name="T23" fmla="*/ 0 h 552"/>
                  <a:gd name="T24" fmla="*/ 2147483647 w 484"/>
                  <a:gd name="T25" fmla="*/ 0 h 552"/>
                  <a:gd name="T26" fmla="*/ 2147483647 w 484"/>
                  <a:gd name="T27" fmla="*/ 0 h 552"/>
                  <a:gd name="T28" fmla="*/ 2147483647 w 484"/>
                  <a:gd name="T29" fmla="*/ 0 h 552"/>
                  <a:gd name="T30" fmla="*/ 2147483647 w 484"/>
                  <a:gd name="T31" fmla="*/ 0 h 552"/>
                  <a:gd name="T32" fmla="*/ 2147483647 w 484"/>
                  <a:gd name="T33" fmla="*/ 0 h 552"/>
                  <a:gd name="T34" fmla="*/ 2147483647 w 484"/>
                  <a:gd name="T35" fmla="*/ 2147483647 h 552"/>
                  <a:gd name="T36" fmla="*/ 2147483647 w 484"/>
                  <a:gd name="T37" fmla="*/ 2147483647 h 552"/>
                  <a:gd name="T38" fmla="*/ 2147483647 w 484"/>
                  <a:gd name="T39" fmla="*/ 2147483647 h 552"/>
                  <a:gd name="T40" fmla="*/ 2147483647 w 484"/>
                  <a:gd name="T41" fmla="*/ 2147483647 h 552"/>
                  <a:gd name="T42" fmla="*/ 2147483647 w 484"/>
                  <a:gd name="T43" fmla="*/ 2147483647 h 552"/>
                  <a:gd name="T44" fmla="*/ 2147483647 w 484"/>
                  <a:gd name="T45" fmla="*/ 2147483647 h 552"/>
                  <a:gd name="T46" fmla="*/ 2147483647 w 484"/>
                  <a:gd name="T47" fmla="*/ 2147483647 h 552"/>
                  <a:gd name="T48" fmla="*/ 2147483647 w 484"/>
                  <a:gd name="T49" fmla="*/ 2147483647 h 552"/>
                  <a:gd name="T50" fmla="*/ 2147483647 w 484"/>
                  <a:gd name="T51" fmla="*/ 2147483647 h 552"/>
                  <a:gd name="T52" fmla="*/ 2147483647 w 484"/>
                  <a:gd name="T53" fmla="*/ 2147483647 h 552"/>
                  <a:gd name="T54" fmla="*/ 2147483647 w 484"/>
                  <a:gd name="T55" fmla="*/ 2147483647 h 552"/>
                  <a:gd name="T56" fmla="*/ 2147483647 w 484"/>
                  <a:gd name="T57" fmla="*/ 2147483647 h 552"/>
                  <a:gd name="T58" fmla="*/ 2147483647 w 484"/>
                  <a:gd name="T59" fmla="*/ 2147483647 h 552"/>
                  <a:gd name="T60" fmla="*/ 2147483647 w 484"/>
                  <a:gd name="T61" fmla="*/ 2147483647 h 552"/>
                  <a:gd name="T62" fmla="*/ 2147483647 w 484"/>
                  <a:gd name="T63" fmla="*/ 2147483647 h 552"/>
                  <a:gd name="T64" fmla="*/ 2147483647 w 484"/>
                  <a:gd name="T65" fmla="*/ 2147483647 h 552"/>
                  <a:gd name="T66" fmla="*/ 2147483647 w 484"/>
                  <a:gd name="T67" fmla="*/ 2147483647 h 552"/>
                  <a:gd name="T68" fmla="*/ 2147483647 w 484"/>
                  <a:gd name="T69" fmla="*/ 2147483647 h 552"/>
                  <a:gd name="T70" fmla="*/ 2147483647 w 484"/>
                  <a:gd name="T71" fmla="*/ 2147483647 h 552"/>
                  <a:gd name="T72" fmla="*/ 2147483647 w 484"/>
                  <a:gd name="T73" fmla="*/ 2147483647 h 552"/>
                  <a:gd name="T74" fmla="*/ 2147483647 w 484"/>
                  <a:gd name="T75" fmla="*/ 2147483647 h 552"/>
                  <a:gd name="T76" fmla="*/ 2147483647 w 484"/>
                  <a:gd name="T77" fmla="*/ 2147483647 h 552"/>
                  <a:gd name="T78" fmla="*/ 2147483647 w 484"/>
                  <a:gd name="T79" fmla="*/ 2147483647 h 552"/>
                  <a:gd name="T80" fmla="*/ 2147483647 w 484"/>
                  <a:gd name="T81" fmla="*/ 2147483647 h 552"/>
                  <a:gd name="T82" fmla="*/ 2147483647 w 484"/>
                  <a:gd name="T83" fmla="*/ 2147483647 h 552"/>
                  <a:gd name="T84" fmla="*/ 2147483647 w 484"/>
                  <a:gd name="T85" fmla="*/ 2147483647 h 552"/>
                  <a:gd name="T86" fmla="*/ 2147483647 w 484"/>
                  <a:gd name="T87" fmla="*/ 2147483647 h 552"/>
                  <a:gd name="T88" fmla="*/ 0 w 484"/>
                  <a:gd name="T89" fmla="*/ 2147483647 h 552"/>
                  <a:gd name="T90" fmla="*/ 0 w 484"/>
                  <a:gd name="T91" fmla="*/ 2147483647 h 552"/>
                  <a:gd name="T92" fmla="*/ 0 w 484"/>
                  <a:gd name="T93" fmla="*/ 2147483647 h 552"/>
                  <a:gd name="T94" fmla="*/ 0 w 484"/>
                  <a:gd name="T95" fmla="*/ 2147483647 h 552"/>
                  <a:gd name="T96" fmla="*/ 0 w 484"/>
                  <a:gd name="T97" fmla="*/ 0 h 55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84"/>
                  <a:gd name="T148" fmla="*/ 0 h 552"/>
                  <a:gd name="T149" fmla="*/ 484 w 484"/>
                  <a:gd name="T150" fmla="*/ 552 h 552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84" h="552">
                    <a:moveTo>
                      <a:pt x="0" y="0"/>
                    </a:moveTo>
                    <a:lnTo>
                      <a:pt x="30" y="0"/>
                    </a:lnTo>
                    <a:lnTo>
                      <a:pt x="60" y="0"/>
                    </a:lnTo>
                    <a:lnTo>
                      <a:pt x="89" y="0"/>
                    </a:lnTo>
                    <a:lnTo>
                      <a:pt x="119" y="0"/>
                    </a:lnTo>
                    <a:lnTo>
                      <a:pt x="149" y="0"/>
                    </a:lnTo>
                    <a:lnTo>
                      <a:pt x="179" y="0"/>
                    </a:lnTo>
                    <a:lnTo>
                      <a:pt x="208" y="0"/>
                    </a:lnTo>
                    <a:lnTo>
                      <a:pt x="238" y="0"/>
                    </a:lnTo>
                    <a:lnTo>
                      <a:pt x="268" y="0"/>
                    </a:lnTo>
                    <a:lnTo>
                      <a:pt x="298" y="0"/>
                    </a:lnTo>
                    <a:lnTo>
                      <a:pt x="327" y="0"/>
                    </a:lnTo>
                    <a:lnTo>
                      <a:pt x="356" y="0"/>
                    </a:lnTo>
                    <a:lnTo>
                      <a:pt x="386" y="0"/>
                    </a:lnTo>
                    <a:lnTo>
                      <a:pt x="416" y="0"/>
                    </a:lnTo>
                    <a:lnTo>
                      <a:pt x="445" y="0"/>
                    </a:lnTo>
                    <a:lnTo>
                      <a:pt x="475" y="0"/>
                    </a:lnTo>
                    <a:lnTo>
                      <a:pt x="477" y="117"/>
                    </a:lnTo>
                    <a:lnTo>
                      <a:pt x="480" y="232"/>
                    </a:lnTo>
                    <a:lnTo>
                      <a:pt x="482" y="347"/>
                    </a:lnTo>
                    <a:lnTo>
                      <a:pt x="484" y="464"/>
                    </a:lnTo>
                    <a:lnTo>
                      <a:pt x="482" y="485"/>
                    </a:lnTo>
                    <a:lnTo>
                      <a:pt x="480" y="506"/>
                    </a:lnTo>
                    <a:lnTo>
                      <a:pt x="477" y="529"/>
                    </a:lnTo>
                    <a:lnTo>
                      <a:pt x="475" y="550"/>
                    </a:lnTo>
                    <a:lnTo>
                      <a:pt x="446" y="550"/>
                    </a:lnTo>
                    <a:lnTo>
                      <a:pt x="418" y="550"/>
                    </a:lnTo>
                    <a:lnTo>
                      <a:pt x="389" y="550"/>
                    </a:lnTo>
                    <a:lnTo>
                      <a:pt x="361" y="551"/>
                    </a:lnTo>
                    <a:lnTo>
                      <a:pt x="332" y="551"/>
                    </a:lnTo>
                    <a:lnTo>
                      <a:pt x="304" y="551"/>
                    </a:lnTo>
                    <a:lnTo>
                      <a:pt x="275" y="551"/>
                    </a:lnTo>
                    <a:lnTo>
                      <a:pt x="246" y="551"/>
                    </a:lnTo>
                    <a:lnTo>
                      <a:pt x="218" y="551"/>
                    </a:lnTo>
                    <a:lnTo>
                      <a:pt x="189" y="551"/>
                    </a:lnTo>
                    <a:lnTo>
                      <a:pt x="160" y="551"/>
                    </a:lnTo>
                    <a:lnTo>
                      <a:pt x="131" y="551"/>
                    </a:lnTo>
                    <a:lnTo>
                      <a:pt x="102" y="552"/>
                    </a:lnTo>
                    <a:lnTo>
                      <a:pt x="73" y="552"/>
                    </a:lnTo>
                    <a:lnTo>
                      <a:pt x="45" y="552"/>
                    </a:lnTo>
                    <a:lnTo>
                      <a:pt x="16" y="552"/>
                    </a:lnTo>
                    <a:lnTo>
                      <a:pt x="11" y="532"/>
                    </a:lnTo>
                    <a:lnTo>
                      <a:pt x="8" y="512"/>
                    </a:lnTo>
                    <a:lnTo>
                      <a:pt x="4" y="491"/>
                    </a:lnTo>
                    <a:lnTo>
                      <a:pt x="0" y="471"/>
                    </a:lnTo>
                    <a:lnTo>
                      <a:pt x="0" y="354"/>
                    </a:lnTo>
                    <a:lnTo>
                      <a:pt x="0" y="235"/>
                    </a:lnTo>
                    <a:lnTo>
                      <a:pt x="0" y="1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5967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0" name="Freeform 141"/>
              <p:cNvSpPr>
                <a:spLocks/>
              </p:cNvSpPr>
              <p:nvPr/>
            </p:nvSpPr>
            <p:spPr bwMode="auto">
              <a:xfrm>
                <a:off x="1508126" y="3257550"/>
                <a:ext cx="192088" cy="180975"/>
              </a:xfrm>
              <a:custGeom>
                <a:avLst/>
                <a:gdLst>
                  <a:gd name="T0" fmla="*/ 0 w 481"/>
                  <a:gd name="T1" fmla="*/ 0 h 458"/>
                  <a:gd name="T2" fmla="*/ 2147483647 w 481"/>
                  <a:gd name="T3" fmla="*/ 0 h 458"/>
                  <a:gd name="T4" fmla="*/ 2147483647 w 481"/>
                  <a:gd name="T5" fmla="*/ 0 h 458"/>
                  <a:gd name="T6" fmla="*/ 2147483647 w 481"/>
                  <a:gd name="T7" fmla="*/ 0 h 458"/>
                  <a:gd name="T8" fmla="*/ 2147483647 w 481"/>
                  <a:gd name="T9" fmla="*/ 0 h 458"/>
                  <a:gd name="T10" fmla="*/ 2147483647 w 481"/>
                  <a:gd name="T11" fmla="*/ 0 h 458"/>
                  <a:gd name="T12" fmla="*/ 2147483647 w 481"/>
                  <a:gd name="T13" fmla="*/ 0 h 458"/>
                  <a:gd name="T14" fmla="*/ 2147483647 w 481"/>
                  <a:gd name="T15" fmla="*/ 0 h 458"/>
                  <a:gd name="T16" fmla="*/ 2147483647 w 481"/>
                  <a:gd name="T17" fmla="*/ 0 h 458"/>
                  <a:gd name="T18" fmla="*/ 2147483647 w 481"/>
                  <a:gd name="T19" fmla="*/ 0 h 458"/>
                  <a:gd name="T20" fmla="*/ 2147483647 w 481"/>
                  <a:gd name="T21" fmla="*/ 0 h 458"/>
                  <a:gd name="T22" fmla="*/ 2147483647 w 481"/>
                  <a:gd name="T23" fmla="*/ 0 h 458"/>
                  <a:gd name="T24" fmla="*/ 2147483647 w 481"/>
                  <a:gd name="T25" fmla="*/ 0 h 458"/>
                  <a:gd name="T26" fmla="*/ 2147483647 w 481"/>
                  <a:gd name="T27" fmla="*/ 0 h 458"/>
                  <a:gd name="T28" fmla="*/ 2147483647 w 481"/>
                  <a:gd name="T29" fmla="*/ 0 h 458"/>
                  <a:gd name="T30" fmla="*/ 2147483647 w 481"/>
                  <a:gd name="T31" fmla="*/ 0 h 458"/>
                  <a:gd name="T32" fmla="*/ 2147483647 w 481"/>
                  <a:gd name="T33" fmla="*/ 0 h 458"/>
                  <a:gd name="T34" fmla="*/ 2147483647 w 481"/>
                  <a:gd name="T35" fmla="*/ 2147483647 h 458"/>
                  <a:gd name="T36" fmla="*/ 2147483647 w 481"/>
                  <a:gd name="T37" fmla="*/ 2147483647 h 458"/>
                  <a:gd name="T38" fmla="*/ 2147483647 w 481"/>
                  <a:gd name="T39" fmla="*/ 2147483647 h 458"/>
                  <a:gd name="T40" fmla="*/ 2147483647 w 481"/>
                  <a:gd name="T41" fmla="*/ 2147483647 h 458"/>
                  <a:gd name="T42" fmla="*/ 2147483647 w 481"/>
                  <a:gd name="T43" fmla="*/ 2147483647 h 458"/>
                  <a:gd name="T44" fmla="*/ 2147483647 w 481"/>
                  <a:gd name="T45" fmla="*/ 2147483647 h 458"/>
                  <a:gd name="T46" fmla="*/ 2147483647 w 481"/>
                  <a:gd name="T47" fmla="*/ 2147483647 h 458"/>
                  <a:gd name="T48" fmla="*/ 2147483647 w 481"/>
                  <a:gd name="T49" fmla="*/ 2147483647 h 458"/>
                  <a:gd name="T50" fmla="*/ 2147483647 w 481"/>
                  <a:gd name="T51" fmla="*/ 2147483647 h 458"/>
                  <a:gd name="T52" fmla="*/ 2147483647 w 481"/>
                  <a:gd name="T53" fmla="*/ 2147483647 h 458"/>
                  <a:gd name="T54" fmla="*/ 2147483647 w 481"/>
                  <a:gd name="T55" fmla="*/ 2147483647 h 458"/>
                  <a:gd name="T56" fmla="*/ 2147483647 w 481"/>
                  <a:gd name="T57" fmla="*/ 2147483647 h 458"/>
                  <a:gd name="T58" fmla="*/ 2147483647 w 481"/>
                  <a:gd name="T59" fmla="*/ 2147483647 h 458"/>
                  <a:gd name="T60" fmla="*/ 2147483647 w 481"/>
                  <a:gd name="T61" fmla="*/ 2147483647 h 458"/>
                  <a:gd name="T62" fmla="*/ 2147483647 w 481"/>
                  <a:gd name="T63" fmla="*/ 2147483647 h 458"/>
                  <a:gd name="T64" fmla="*/ 2147483647 w 481"/>
                  <a:gd name="T65" fmla="*/ 2147483647 h 458"/>
                  <a:gd name="T66" fmla="*/ 2147483647 w 481"/>
                  <a:gd name="T67" fmla="*/ 2147483647 h 458"/>
                  <a:gd name="T68" fmla="*/ 2147483647 w 481"/>
                  <a:gd name="T69" fmla="*/ 2147483647 h 458"/>
                  <a:gd name="T70" fmla="*/ 2147483647 w 481"/>
                  <a:gd name="T71" fmla="*/ 2147483647 h 458"/>
                  <a:gd name="T72" fmla="*/ 2147483647 w 481"/>
                  <a:gd name="T73" fmla="*/ 2147483647 h 458"/>
                  <a:gd name="T74" fmla="*/ 2147483647 w 481"/>
                  <a:gd name="T75" fmla="*/ 2147483647 h 458"/>
                  <a:gd name="T76" fmla="*/ 2147483647 w 481"/>
                  <a:gd name="T77" fmla="*/ 2147483647 h 458"/>
                  <a:gd name="T78" fmla="*/ 2147483647 w 481"/>
                  <a:gd name="T79" fmla="*/ 2147483647 h 458"/>
                  <a:gd name="T80" fmla="*/ 2147483647 w 481"/>
                  <a:gd name="T81" fmla="*/ 2147483647 h 458"/>
                  <a:gd name="T82" fmla="*/ 2147483647 w 481"/>
                  <a:gd name="T83" fmla="*/ 2147483647 h 458"/>
                  <a:gd name="T84" fmla="*/ 2147483647 w 481"/>
                  <a:gd name="T85" fmla="*/ 2147483647 h 458"/>
                  <a:gd name="T86" fmla="*/ 2147483647 w 481"/>
                  <a:gd name="T87" fmla="*/ 2147483647 h 458"/>
                  <a:gd name="T88" fmla="*/ 0 w 481"/>
                  <a:gd name="T89" fmla="*/ 2147483647 h 458"/>
                  <a:gd name="T90" fmla="*/ 0 w 481"/>
                  <a:gd name="T91" fmla="*/ 2147483647 h 458"/>
                  <a:gd name="T92" fmla="*/ 0 w 481"/>
                  <a:gd name="T93" fmla="*/ 2147483647 h 458"/>
                  <a:gd name="T94" fmla="*/ 0 w 481"/>
                  <a:gd name="T95" fmla="*/ 2147483647 h 458"/>
                  <a:gd name="T96" fmla="*/ 0 w 481"/>
                  <a:gd name="T97" fmla="*/ 0 h 45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81"/>
                  <a:gd name="T148" fmla="*/ 0 h 458"/>
                  <a:gd name="T149" fmla="*/ 481 w 481"/>
                  <a:gd name="T150" fmla="*/ 458 h 458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81" h="458">
                    <a:moveTo>
                      <a:pt x="0" y="0"/>
                    </a:moveTo>
                    <a:lnTo>
                      <a:pt x="30" y="0"/>
                    </a:lnTo>
                    <a:lnTo>
                      <a:pt x="60" y="0"/>
                    </a:lnTo>
                    <a:lnTo>
                      <a:pt x="89" y="0"/>
                    </a:lnTo>
                    <a:lnTo>
                      <a:pt x="119" y="0"/>
                    </a:lnTo>
                    <a:lnTo>
                      <a:pt x="149" y="0"/>
                    </a:lnTo>
                    <a:lnTo>
                      <a:pt x="178" y="0"/>
                    </a:lnTo>
                    <a:lnTo>
                      <a:pt x="208" y="0"/>
                    </a:lnTo>
                    <a:lnTo>
                      <a:pt x="238" y="0"/>
                    </a:lnTo>
                    <a:lnTo>
                      <a:pt x="268" y="0"/>
                    </a:lnTo>
                    <a:lnTo>
                      <a:pt x="298" y="0"/>
                    </a:lnTo>
                    <a:lnTo>
                      <a:pt x="326" y="0"/>
                    </a:lnTo>
                    <a:lnTo>
                      <a:pt x="356" y="0"/>
                    </a:lnTo>
                    <a:lnTo>
                      <a:pt x="386" y="0"/>
                    </a:lnTo>
                    <a:lnTo>
                      <a:pt x="415" y="0"/>
                    </a:lnTo>
                    <a:lnTo>
                      <a:pt x="445" y="0"/>
                    </a:lnTo>
                    <a:lnTo>
                      <a:pt x="474" y="0"/>
                    </a:lnTo>
                    <a:lnTo>
                      <a:pt x="476" y="96"/>
                    </a:lnTo>
                    <a:lnTo>
                      <a:pt x="477" y="192"/>
                    </a:lnTo>
                    <a:lnTo>
                      <a:pt x="479" y="288"/>
                    </a:lnTo>
                    <a:lnTo>
                      <a:pt x="481" y="385"/>
                    </a:lnTo>
                    <a:lnTo>
                      <a:pt x="479" y="403"/>
                    </a:lnTo>
                    <a:lnTo>
                      <a:pt x="477" y="421"/>
                    </a:lnTo>
                    <a:lnTo>
                      <a:pt x="476" y="439"/>
                    </a:lnTo>
                    <a:lnTo>
                      <a:pt x="474" y="457"/>
                    </a:lnTo>
                    <a:lnTo>
                      <a:pt x="446" y="457"/>
                    </a:lnTo>
                    <a:lnTo>
                      <a:pt x="417" y="457"/>
                    </a:lnTo>
                    <a:lnTo>
                      <a:pt x="388" y="457"/>
                    </a:lnTo>
                    <a:lnTo>
                      <a:pt x="361" y="457"/>
                    </a:lnTo>
                    <a:lnTo>
                      <a:pt x="332" y="457"/>
                    </a:lnTo>
                    <a:lnTo>
                      <a:pt x="304" y="457"/>
                    </a:lnTo>
                    <a:lnTo>
                      <a:pt x="275" y="457"/>
                    </a:lnTo>
                    <a:lnTo>
                      <a:pt x="246" y="457"/>
                    </a:lnTo>
                    <a:lnTo>
                      <a:pt x="219" y="457"/>
                    </a:lnTo>
                    <a:lnTo>
                      <a:pt x="190" y="457"/>
                    </a:lnTo>
                    <a:lnTo>
                      <a:pt x="161" y="457"/>
                    </a:lnTo>
                    <a:lnTo>
                      <a:pt x="132" y="457"/>
                    </a:lnTo>
                    <a:lnTo>
                      <a:pt x="103" y="458"/>
                    </a:lnTo>
                    <a:lnTo>
                      <a:pt x="76" y="458"/>
                    </a:lnTo>
                    <a:lnTo>
                      <a:pt x="47" y="458"/>
                    </a:lnTo>
                    <a:lnTo>
                      <a:pt x="18" y="458"/>
                    </a:lnTo>
                    <a:lnTo>
                      <a:pt x="14" y="441"/>
                    </a:lnTo>
                    <a:lnTo>
                      <a:pt x="9" y="424"/>
                    </a:lnTo>
                    <a:lnTo>
                      <a:pt x="4" y="408"/>
                    </a:lnTo>
                    <a:lnTo>
                      <a:pt x="0" y="391"/>
                    </a:lnTo>
                    <a:lnTo>
                      <a:pt x="0" y="293"/>
                    </a:lnTo>
                    <a:lnTo>
                      <a:pt x="0" y="196"/>
                    </a:lnTo>
                    <a:lnTo>
                      <a:pt x="0" y="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C9E8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1" name="Freeform 142"/>
              <p:cNvSpPr>
                <a:spLocks/>
              </p:cNvSpPr>
              <p:nvPr/>
            </p:nvSpPr>
            <p:spPr bwMode="auto">
              <a:xfrm>
                <a:off x="1509713" y="3257550"/>
                <a:ext cx="188913" cy="144462"/>
              </a:xfrm>
              <a:custGeom>
                <a:avLst/>
                <a:gdLst>
                  <a:gd name="T0" fmla="*/ 0 w 477"/>
                  <a:gd name="T1" fmla="*/ 0 h 364"/>
                  <a:gd name="T2" fmla="*/ 2147483647 w 477"/>
                  <a:gd name="T3" fmla="*/ 0 h 364"/>
                  <a:gd name="T4" fmla="*/ 2147483647 w 477"/>
                  <a:gd name="T5" fmla="*/ 0 h 364"/>
                  <a:gd name="T6" fmla="*/ 2147483647 w 477"/>
                  <a:gd name="T7" fmla="*/ 0 h 364"/>
                  <a:gd name="T8" fmla="*/ 2147483647 w 477"/>
                  <a:gd name="T9" fmla="*/ 0 h 364"/>
                  <a:gd name="T10" fmla="*/ 2147483647 w 477"/>
                  <a:gd name="T11" fmla="*/ 0 h 364"/>
                  <a:gd name="T12" fmla="*/ 2147483647 w 477"/>
                  <a:gd name="T13" fmla="*/ 0 h 364"/>
                  <a:gd name="T14" fmla="*/ 2147483647 w 477"/>
                  <a:gd name="T15" fmla="*/ 0 h 364"/>
                  <a:gd name="T16" fmla="*/ 2147483647 w 477"/>
                  <a:gd name="T17" fmla="*/ 0 h 364"/>
                  <a:gd name="T18" fmla="*/ 2147483647 w 477"/>
                  <a:gd name="T19" fmla="*/ 0 h 364"/>
                  <a:gd name="T20" fmla="*/ 2147483647 w 477"/>
                  <a:gd name="T21" fmla="*/ 0 h 364"/>
                  <a:gd name="T22" fmla="*/ 2147483647 w 477"/>
                  <a:gd name="T23" fmla="*/ 0 h 364"/>
                  <a:gd name="T24" fmla="*/ 2147483647 w 477"/>
                  <a:gd name="T25" fmla="*/ 0 h 364"/>
                  <a:gd name="T26" fmla="*/ 2147483647 w 477"/>
                  <a:gd name="T27" fmla="*/ 0 h 364"/>
                  <a:gd name="T28" fmla="*/ 2147483647 w 477"/>
                  <a:gd name="T29" fmla="*/ 0 h 364"/>
                  <a:gd name="T30" fmla="*/ 2147483647 w 477"/>
                  <a:gd name="T31" fmla="*/ 0 h 364"/>
                  <a:gd name="T32" fmla="*/ 2147483647 w 477"/>
                  <a:gd name="T33" fmla="*/ 0 h 364"/>
                  <a:gd name="T34" fmla="*/ 2147483647 w 477"/>
                  <a:gd name="T35" fmla="*/ 2147483647 h 364"/>
                  <a:gd name="T36" fmla="*/ 2147483647 w 477"/>
                  <a:gd name="T37" fmla="*/ 2147483647 h 364"/>
                  <a:gd name="T38" fmla="*/ 2147483647 w 477"/>
                  <a:gd name="T39" fmla="*/ 2147483647 h 364"/>
                  <a:gd name="T40" fmla="*/ 2147483647 w 477"/>
                  <a:gd name="T41" fmla="*/ 2147483647 h 364"/>
                  <a:gd name="T42" fmla="*/ 2147483647 w 477"/>
                  <a:gd name="T43" fmla="*/ 2147483647 h 364"/>
                  <a:gd name="T44" fmla="*/ 2147483647 w 477"/>
                  <a:gd name="T45" fmla="*/ 2147483647 h 364"/>
                  <a:gd name="T46" fmla="*/ 2147483647 w 477"/>
                  <a:gd name="T47" fmla="*/ 2147483647 h 364"/>
                  <a:gd name="T48" fmla="*/ 2147483647 w 477"/>
                  <a:gd name="T49" fmla="*/ 2147483647 h 364"/>
                  <a:gd name="T50" fmla="*/ 2147483647 w 477"/>
                  <a:gd name="T51" fmla="*/ 2147483647 h 364"/>
                  <a:gd name="T52" fmla="*/ 2147483647 w 477"/>
                  <a:gd name="T53" fmla="*/ 2147483647 h 364"/>
                  <a:gd name="T54" fmla="*/ 2147483647 w 477"/>
                  <a:gd name="T55" fmla="*/ 2147483647 h 364"/>
                  <a:gd name="T56" fmla="*/ 2147483647 w 477"/>
                  <a:gd name="T57" fmla="*/ 2147483647 h 364"/>
                  <a:gd name="T58" fmla="*/ 2147483647 w 477"/>
                  <a:gd name="T59" fmla="*/ 2147483647 h 364"/>
                  <a:gd name="T60" fmla="*/ 2147483647 w 477"/>
                  <a:gd name="T61" fmla="*/ 2147483647 h 364"/>
                  <a:gd name="T62" fmla="*/ 2147483647 w 477"/>
                  <a:gd name="T63" fmla="*/ 2147483647 h 364"/>
                  <a:gd name="T64" fmla="*/ 2147483647 w 477"/>
                  <a:gd name="T65" fmla="*/ 2147483647 h 364"/>
                  <a:gd name="T66" fmla="*/ 2147483647 w 477"/>
                  <a:gd name="T67" fmla="*/ 2147483647 h 364"/>
                  <a:gd name="T68" fmla="*/ 2147483647 w 477"/>
                  <a:gd name="T69" fmla="*/ 2147483647 h 364"/>
                  <a:gd name="T70" fmla="*/ 2147483647 w 477"/>
                  <a:gd name="T71" fmla="*/ 2147483647 h 364"/>
                  <a:gd name="T72" fmla="*/ 2147483647 w 477"/>
                  <a:gd name="T73" fmla="*/ 2147483647 h 364"/>
                  <a:gd name="T74" fmla="*/ 2147483647 w 477"/>
                  <a:gd name="T75" fmla="*/ 2147483647 h 364"/>
                  <a:gd name="T76" fmla="*/ 2147483647 w 477"/>
                  <a:gd name="T77" fmla="*/ 2147483647 h 364"/>
                  <a:gd name="T78" fmla="*/ 2147483647 w 477"/>
                  <a:gd name="T79" fmla="*/ 2147483647 h 364"/>
                  <a:gd name="T80" fmla="*/ 2147483647 w 477"/>
                  <a:gd name="T81" fmla="*/ 2147483647 h 364"/>
                  <a:gd name="T82" fmla="*/ 2147483647 w 477"/>
                  <a:gd name="T83" fmla="*/ 2147483647 h 364"/>
                  <a:gd name="T84" fmla="*/ 2147483647 w 477"/>
                  <a:gd name="T85" fmla="*/ 2147483647 h 364"/>
                  <a:gd name="T86" fmla="*/ 2147483647 w 477"/>
                  <a:gd name="T87" fmla="*/ 2147483647 h 364"/>
                  <a:gd name="T88" fmla="*/ 0 w 477"/>
                  <a:gd name="T89" fmla="*/ 2147483647 h 364"/>
                  <a:gd name="T90" fmla="*/ 0 w 477"/>
                  <a:gd name="T91" fmla="*/ 2147483647 h 364"/>
                  <a:gd name="T92" fmla="*/ 0 w 477"/>
                  <a:gd name="T93" fmla="*/ 2147483647 h 364"/>
                  <a:gd name="T94" fmla="*/ 0 w 477"/>
                  <a:gd name="T95" fmla="*/ 2147483647 h 364"/>
                  <a:gd name="T96" fmla="*/ 0 w 477"/>
                  <a:gd name="T97" fmla="*/ 0 h 364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77"/>
                  <a:gd name="T148" fmla="*/ 0 h 364"/>
                  <a:gd name="T149" fmla="*/ 477 w 477"/>
                  <a:gd name="T150" fmla="*/ 364 h 364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77" h="364">
                    <a:moveTo>
                      <a:pt x="0" y="0"/>
                    </a:moveTo>
                    <a:lnTo>
                      <a:pt x="30" y="0"/>
                    </a:lnTo>
                    <a:lnTo>
                      <a:pt x="60" y="0"/>
                    </a:lnTo>
                    <a:lnTo>
                      <a:pt x="88" y="0"/>
                    </a:lnTo>
                    <a:lnTo>
                      <a:pt x="118" y="0"/>
                    </a:lnTo>
                    <a:lnTo>
                      <a:pt x="148" y="0"/>
                    </a:lnTo>
                    <a:lnTo>
                      <a:pt x="178" y="0"/>
                    </a:lnTo>
                    <a:lnTo>
                      <a:pt x="207" y="0"/>
                    </a:lnTo>
                    <a:lnTo>
                      <a:pt x="237" y="0"/>
                    </a:lnTo>
                    <a:lnTo>
                      <a:pt x="267" y="0"/>
                    </a:lnTo>
                    <a:lnTo>
                      <a:pt x="297" y="0"/>
                    </a:lnTo>
                    <a:lnTo>
                      <a:pt x="325" y="0"/>
                    </a:lnTo>
                    <a:lnTo>
                      <a:pt x="355" y="0"/>
                    </a:lnTo>
                    <a:lnTo>
                      <a:pt x="385" y="0"/>
                    </a:lnTo>
                    <a:lnTo>
                      <a:pt x="414" y="0"/>
                    </a:lnTo>
                    <a:lnTo>
                      <a:pt x="444" y="0"/>
                    </a:lnTo>
                    <a:lnTo>
                      <a:pt x="473" y="0"/>
                    </a:lnTo>
                    <a:lnTo>
                      <a:pt x="474" y="76"/>
                    </a:lnTo>
                    <a:lnTo>
                      <a:pt x="475" y="153"/>
                    </a:lnTo>
                    <a:lnTo>
                      <a:pt x="476" y="230"/>
                    </a:lnTo>
                    <a:lnTo>
                      <a:pt x="477" y="306"/>
                    </a:lnTo>
                    <a:lnTo>
                      <a:pt x="476" y="319"/>
                    </a:lnTo>
                    <a:lnTo>
                      <a:pt x="475" y="334"/>
                    </a:lnTo>
                    <a:lnTo>
                      <a:pt x="474" y="348"/>
                    </a:lnTo>
                    <a:lnTo>
                      <a:pt x="473" y="363"/>
                    </a:lnTo>
                    <a:lnTo>
                      <a:pt x="445" y="363"/>
                    </a:lnTo>
                    <a:lnTo>
                      <a:pt x="416" y="363"/>
                    </a:lnTo>
                    <a:lnTo>
                      <a:pt x="388" y="363"/>
                    </a:lnTo>
                    <a:lnTo>
                      <a:pt x="361" y="363"/>
                    </a:lnTo>
                    <a:lnTo>
                      <a:pt x="332" y="363"/>
                    </a:lnTo>
                    <a:lnTo>
                      <a:pt x="304" y="363"/>
                    </a:lnTo>
                    <a:lnTo>
                      <a:pt x="275" y="363"/>
                    </a:lnTo>
                    <a:lnTo>
                      <a:pt x="248" y="363"/>
                    </a:lnTo>
                    <a:lnTo>
                      <a:pt x="219" y="364"/>
                    </a:lnTo>
                    <a:lnTo>
                      <a:pt x="191" y="364"/>
                    </a:lnTo>
                    <a:lnTo>
                      <a:pt x="162" y="364"/>
                    </a:lnTo>
                    <a:lnTo>
                      <a:pt x="133" y="364"/>
                    </a:lnTo>
                    <a:lnTo>
                      <a:pt x="106" y="364"/>
                    </a:lnTo>
                    <a:lnTo>
                      <a:pt x="77" y="364"/>
                    </a:lnTo>
                    <a:lnTo>
                      <a:pt x="49" y="364"/>
                    </a:lnTo>
                    <a:lnTo>
                      <a:pt x="20" y="364"/>
                    </a:lnTo>
                    <a:lnTo>
                      <a:pt x="15" y="350"/>
                    </a:lnTo>
                    <a:lnTo>
                      <a:pt x="11" y="338"/>
                    </a:lnTo>
                    <a:lnTo>
                      <a:pt x="5" y="325"/>
                    </a:lnTo>
                    <a:lnTo>
                      <a:pt x="0" y="311"/>
                    </a:lnTo>
                    <a:lnTo>
                      <a:pt x="0" y="233"/>
                    </a:lnTo>
                    <a:lnTo>
                      <a:pt x="0" y="155"/>
                    </a:lnTo>
                    <a:lnTo>
                      <a:pt x="0" y="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4A5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2" name="Freeform 143"/>
              <p:cNvSpPr>
                <a:spLocks/>
              </p:cNvSpPr>
              <p:nvPr/>
            </p:nvSpPr>
            <p:spPr bwMode="auto">
              <a:xfrm>
                <a:off x="1509713" y="3257550"/>
                <a:ext cx="187325" cy="106362"/>
              </a:xfrm>
              <a:custGeom>
                <a:avLst/>
                <a:gdLst>
                  <a:gd name="T0" fmla="*/ 0 w 474"/>
                  <a:gd name="T1" fmla="*/ 0 h 270"/>
                  <a:gd name="T2" fmla="*/ 2147483647 w 474"/>
                  <a:gd name="T3" fmla="*/ 0 h 270"/>
                  <a:gd name="T4" fmla="*/ 2147483647 w 474"/>
                  <a:gd name="T5" fmla="*/ 0 h 270"/>
                  <a:gd name="T6" fmla="*/ 2147483647 w 474"/>
                  <a:gd name="T7" fmla="*/ 0 h 270"/>
                  <a:gd name="T8" fmla="*/ 2147483647 w 474"/>
                  <a:gd name="T9" fmla="*/ 0 h 270"/>
                  <a:gd name="T10" fmla="*/ 2147483647 w 474"/>
                  <a:gd name="T11" fmla="*/ 0 h 270"/>
                  <a:gd name="T12" fmla="*/ 2147483647 w 474"/>
                  <a:gd name="T13" fmla="*/ 0 h 270"/>
                  <a:gd name="T14" fmla="*/ 2147483647 w 474"/>
                  <a:gd name="T15" fmla="*/ 0 h 270"/>
                  <a:gd name="T16" fmla="*/ 2147483647 w 474"/>
                  <a:gd name="T17" fmla="*/ 0 h 270"/>
                  <a:gd name="T18" fmla="*/ 2147483647 w 474"/>
                  <a:gd name="T19" fmla="*/ 0 h 270"/>
                  <a:gd name="T20" fmla="*/ 2147483647 w 474"/>
                  <a:gd name="T21" fmla="*/ 0 h 270"/>
                  <a:gd name="T22" fmla="*/ 2147483647 w 474"/>
                  <a:gd name="T23" fmla="*/ 0 h 270"/>
                  <a:gd name="T24" fmla="*/ 2147483647 w 474"/>
                  <a:gd name="T25" fmla="*/ 0 h 270"/>
                  <a:gd name="T26" fmla="*/ 2147483647 w 474"/>
                  <a:gd name="T27" fmla="*/ 0 h 270"/>
                  <a:gd name="T28" fmla="*/ 2147483647 w 474"/>
                  <a:gd name="T29" fmla="*/ 0 h 270"/>
                  <a:gd name="T30" fmla="*/ 2147483647 w 474"/>
                  <a:gd name="T31" fmla="*/ 0 h 270"/>
                  <a:gd name="T32" fmla="*/ 2147483647 w 474"/>
                  <a:gd name="T33" fmla="*/ 0 h 270"/>
                  <a:gd name="T34" fmla="*/ 2147483647 w 474"/>
                  <a:gd name="T35" fmla="*/ 2147483647 h 270"/>
                  <a:gd name="T36" fmla="*/ 2147483647 w 474"/>
                  <a:gd name="T37" fmla="*/ 2147483647 h 270"/>
                  <a:gd name="T38" fmla="*/ 2147483647 w 474"/>
                  <a:gd name="T39" fmla="*/ 2147483647 h 270"/>
                  <a:gd name="T40" fmla="*/ 2147483647 w 474"/>
                  <a:gd name="T41" fmla="*/ 2147483647 h 270"/>
                  <a:gd name="T42" fmla="*/ 2147483647 w 474"/>
                  <a:gd name="T43" fmla="*/ 2147483647 h 270"/>
                  <a:gd name="T44" fmla="*/ 2147483647 w 474"/>
                  <a:gd name="T45" fmla="*/ 2147483647 h 270"/>
                  <a:gd name="T46" fmla="*/ 2147483647 w 474"/>
                  <a:gd name="T47" fmla="*/ 2147483647 h 270"/>
                  <a:gd name="T48" fmla="*/ 2147483647 w 474"/>
                  <a:gd name="T49" fmla="*/ 2147483647 h 270"/>
                  <a:gd name="T50" fmla="*/ 2147483647 w 474"/>
                  <a:gd name="T51" fmla="*/ 2147483647 h 270"/>
                  <a:gd name="T52" fmla="*/ 2147483647 w 474"/>
                  <a:gd name="T53" fmla="*/ 2147483647 h 270"/>
                  <a:gd name="T54" fmla="*/ 2147483647 w 474"/>
                  <a:gd name="T55" fmla="*/ 2147483647 h 270"/>
                  <a:gd name="T56" fmla="*/ 2147483647 w 474"/>
                  <a:gd name="T57" fmla="*/ 2147483647 h 270"/>
                  <a:gd name="T58" fmla="*/ 2147483647 w 474"/>
                  <a:gd name="T59" fmla="*/ 2147483647 h 270"/>
                  <a:gd name="T60" fmla="*/ 2147483647 w 474"/>
                  <a:gd name="T61" fmla="*/ 2147483647 h 270"/>
                  <a:gd name="T62" fmla="*/ 2147483647 w 474"/>
                  <a:gd name="T63" fmla="*/ 2147483647 h 270"/>
                  <a:gd name="T64" fmla="*/ 2147483647 w 474"/>
                  <a:gd name="T65" fmla="*/ 2147483647 h 270"/>
                  <a:gd name="T66" fmla="*/ 2147483647 w 474"/>
                  <a:gd name="T67" fmla="*/ 2147483647 h 270"/>
                  <a:gd name="T68" fmla="*/ 2147483647 w 474"/>
                  <a:gd name="T69" fmla="*/ 2147483647 h 270"/>
                  <a:gd name="T70" fmla="*/ 2147483647 w 474"/>
                  <a:gd name="T71" fmla="*/ 2147483647 h 270"/>
                  <a:gd name="T72" fmla="*/ 2147483647 w 474"/>
                  <a:gd name="T73" fmla="*/ 2147483647 h 270"/>
                  <a:gd name="T74" fmla="*/ 2147483647 w 474"/>
                  <a:gd name="T75" fmla="*/ 2147483647 h 270"/>
                  <a:gd name="T76" fmla="*/ 2147483647 w 474"/>
                  <a:gd name="T77" fmla="*/ 2147483647 h 270"/>
                  <a:gd name="T78" fmla="*/ 2147483647 w 474"/>
                  <a:gd name="T79" fmla="*/ 2147483647 h 270"/>
                  <a:gd name="T80" fmla="*/ 2147483647 w 474"/>
                  <a:gd name="T81" fmla="*/ 2147483647 h 270"/>
                  <a:gd name="T82" fmla="*/ 2147483647 w 474"/>
                  <a:gd name="T83" fmla="*/ 2147483647 h 270"/>
                  <a:gd name="T84" fmla="*/ 2147483647 w 474"/>
                  <a:gd name="T85" fmla="*/ 2147483647 h 270"/>
                  <a:gd name="T86" fmla="*/ 2147483647 w 474"/>
                  <a:gd name="T87" fmla="*/ 2147483647 h 270"/>
                  <a:gd name="T88" fmla="*/ 0 w 474"/>
                  <a:gd name="T89" fmla="*/ 2147483647 h 270"/>
                  <a:gd name="T90" fmla="*/ 0 w 474"/>
                  <a:gd name="T91" fmla="*/ 2147483647 h 270"/>
                  <a:gd name="T92" fmla="*/ 0 w 474"/>
                  <a:gd name="T93" fmla="*/ 2147483647 h 270"/>
                  <a:gd name="T94" fmla="*/ 0 w 474"/>
                  <a:gd name="T95" fmla="*/ 2147483647 h 270"/>
                  <a:gd name="T96" fmla="*/ 0 w 474"/>
                  <a:gd name="T97" fmla="*/ 0 h 270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74"/>
                  <a:gd name="T148" fmla="*/ 0 h 270"/>
                  <a:gd name="T149" fmla="*/ 474 w 474"/>
                  <a:gd name="T150" fmla="*/ 270 h 270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74" h="270">
                    <a:moveTo>
                      <a:pt x="0" y="0"/>
                    </a:moveTo>
                    <a:lnTo>
                      <a:pt x="30" y="0"/>
                    </a:lnTo>
                    <a:lnTo>
                      <a:pt x="59" y="0"/>
                    </a:lnTo>
                    <a:lnTo>
                      <a:pt x="89" y="0"/>
                    </a:lnTo>
                    <a:lnTo>
                      <a:pt x="118" y="0"/>
                    </a:lnTo>
                    <a:lnTo>
                      <a:pt x="148" y="0"/>
                    </a:lnTo>
                    <a:lnTo>
                      <a:pt x="177" y="0"/>
                    </a:lnTo>
                    <a:lnTo>
                      <a:pt x="207" y="0"/>
                    </a:lnTo>
                    <a:lnTo>
                      <a:pt x="237" y="0"/>
                    </a:lnTo>
                    <a:lnTo>
                      <a:pt x="266" y="0"/>
                    </a:lnTo>
                    <a:lnTo>
                      <a:pt x="296" y="0"/>
                    </a:lnTo>
                    <a:lnTo>
                      <a:pt x="326" y="0"/>
                    </a:lnTo>
                    <a:lnTo>
                      <a:pt x="354" y="0"/>
                    </a:lnTo>
                    <a:lnTo>
                      <a:pt x="384" y="0"/>
                    </a:lnTo>
                    <a:lnTo>
                      <a:pt x="413" y="0"/>
                    </a:lnTo>
                    <a:lnTo>
                      <a:pt x="443" y="0"/>
                    </a:lnTo>
                    <a:lnTo>
                      <a:pt x="472" y="0"/>
                    </a:lnTo>
                    <a:lnTo>
                      <a:pt x="473" y="57"/>
                    </a:lnTo>
                    <a:lnTo>
                      <a:pt x="473" y="113"/>
                    </a:lnTo>
                    <a:lnTo>
                      <a:pt x="474" y="170"/>
                    </a:lnTo>
                    <a:lnTo>
                      <a:pt x="474" y="227"/>
                    </a:lnTo>
                    <a:lnTo>
                      <a:pt x="474" y="237"/>
                    </a:lnTo>
                    <a:lnTo>
                      <a:pt x="473" y="248"/>
                    </a:lnTo>
                    <a:lnTo>
                      <a:pt x="473" y="260"/>
                    </a:lnTo>
                    <a:lnTo>
                      <a:pt x="472" y="270"/>
                    </a:lnTo>
                    <a:lnTo>
                      <a:pt x="444" y="270"/>
                    </a:lnTo>
                    <a:lnTo>
                      <a:pt x="416" y="270"/>
                    </a:lnTo>
                    <a:lnTo>
                      <a:pt x="389" y="270"/>
                    </a:lnTo>
                    <a:lnTo>
                      <a:pt x="361" y="270"/>
                    </a:lnTo>
                    <a:lnTo>
                      <a:pt x="332" y="270"/>
                    </a:lnTo>
                    <a:lnTo>
                      <a:pt x="304" y="270"/>
                    </a:lnTo>
                    <a:lnTo>
                      <a:pt x="276" y="270"/>
                    </a:lnTo>
                    <a:lnTo>
                      <a:pt x="249" y="270"/>
                    </a:lnTo>
                    <a:lnTo>
                      <a:pt x="220" y="270"/>
                    </a:lnTo>
                    <a:lnTo>
                      <a:pt x="192" y="270"/>
                    </a:lnTo>
                    <a:lnTo>
                      <a:pt x="164" y="270"/>
                    </a:lnTo>
                    <a:lnTo>
                      <a:pt x="136" y="270"/>
                    </a:lnTo>
                    <a:lnTo>
                      <a:pt x="108" y="270"/>
                    </a:lnTo>
                    <a:lnTo>
                      <a:pt x="79" y="270"/>
                    </a:lnTo>
                    <a:lnTo>
                      <a:pt x="51" y="270"/>
                    </a:lnTo>
                    <a:lnTo>
                      <a:pt x="22" y="270"/>
                    </a:lnTo>
                    <a:lnTo>
                      <a:pt x="17" y="261"/>
                    </a:lnTo>
                    <a:lnTo>
                      <a:pt x="12" y="250"/>
                    </a:lnTo>
                    <a:lnTo>
                      <a:pt x="5" y="240"/>
                    </a:lnTo>
                    <a:lnTo>
                      <a:pt x="0" y="231"/>
                    </a:lnTo>
                    <a:lnTo>
                      <a:pt x="0" y="173"/>
                    </a:lnTo>
                    <a:lnTo>
                      <a:pt x="0" y="116"/>
                    </a:lnTo>
                    <a:lnTo>
                      <a:pt x="0" y="5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9A89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3" name="Freeform 144"/>
              <p:cNvSpPr>
                <a:spLocks/>
              </p:cNvSpPr>
              <p:nvPr/>
            </p:nvSpPr>
            <p:spPr bwMode="auto">
              <a:xfrm>
                <a:off x="1509713" y="3257550"/>
                <a:ext cx="187325" cy="69850"/>
              </a:xfrm>
              <a:custGeom>
                <a:avLst/>
                <a:gdLst>
                  <a:gd name="T0" fmla="*/ 0 w 472"/>
                  <a:gd name="T1" fmla="*/ 0 h 176"/>
                  <a:gd name="T2" fmla="*/ 2147483647 w 472"/>
                  <a:gd name="T3" fmla="*/ 0 h 176"/>
                  <a:gd name="T4" fmla="*/ 2147483647 w 472"/>
                  <a:gd name="T5" fmla="*/ 2147483647 h 176"/>
                  <a:gd name="T6" fmla="*/ 2147483647 w 472"/>
                  <a:gd name="T7" fmla="*/ 2147483647 h 176"/>
                  <a:gd name="T8" fmla="*/ 2147483647 w 472"/>
                  <a:gd name="T9" fmla="*/ 2147483647 h 176"/>
                  <a:gd name="T10" fmla="*/ 0 w 472"/>
                  <a:gd name="T11" fmla="*/ 2147483647 h 176"/>
                  <a:gd name="T12" fmla="*/ 0 w 472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72"/>
                  <a:gd name="T22" fmla="*/ 0 h 176"/>
                  <a:gd name="T23" fmla="*/ 472 w 472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72" h="176">
                    <a:moveTo>
                      <a:pt x="0" y="0"/>
                    </a:moveTo>
                    <a:lnTo>
                      <a:pt x="472" y="0"/>
                    </a:lnTo>
                    <a:lnTo>
                      <a:pt x="472" y="149"/>
                    </a:lnTo>
                    <a:lnTo>
                      <a:pt x="472" y="176"/>
                    </a:lnTo>
                    <a:lnTo>
                      <a:pt x="26" y="176"/>
                    </a:lnTo>
                    <a:lnTo>
                      <a:pt x="0" y="1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1AF9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4" name="Freeform 157"/>
              <p:cNvSpPr>
                <a:spLocks/>
              </p:cNvSpPr>
              <p:nvPr/>
            </p:nvSpPr>
            <p:spPr bwMode="auto">
              <a:xfrm>
                <a:off x="1695451" y="3236913"/>
                <a:ext cx="17463" cy="500062"/>
              </a:xfrm>
              <a:custGeom>
                <a:avLst/>
                <a:gdLst>
                  <a:gd name="T0" fmla="*/ 2147483647 w 45"/>
                  <a:gd name="T1" fmla="*/ 2147483647 h 1259"/>
                  <a:gd name="T2" fmla="*/ 2147483647 w 45"/>
                  <a:gd name="T3" fmla="*/ 0 h 1259"/>
                  <a:gd name="T4" fmla="*/ 2147483647 w 45"/>
                  <a:gd name="T5" fmla="*/ 2147483647 h 1259"/>
                  <a:gd name="T6" fmla="*/ 2147483647 w 45"/>
                  <a:gd name="T7" fmla="*/ 2147483647 h 1259"/>
                  <a:gd name="T8" fmla="*/ 2147483647 w 45"/>
                  <a:gd name="T9" fmla="*/ 2147483647 h 1259"/>
                  <a:gd name="T10" fmla="*/ 2147483647 w 45"/>
                  <a:gd name="T11" fmla="*/ 2147483647 h 1259"/>
                  <a:gd name="T12" fmla="*/ 0 w 45"/>
                  <a:gd name="T13" fmla="*/ 2147483647 h 1259"/>
                  <a:gd name="T14" fmla="*/ 2147483647 w 45"/>
                  <a:gd name="T15" fmla="*/ 2147483647 h 1259"/>
                  <a:gd name="T16" fmla="*/ 2147483647 w 45"/>
                  <a:gd name="T17" fmla="*/ 2147483647 h 1259"/>
                  <a:gd name="T18" fmla="*/ 2147483647 w 45"/>
                  <a:gd name="T19" fmla="*/ 2147483647 h 1259"/>
                  <a:gd name="T20" fmla="*/ 2147483647 w 45"/>
                  <a:gd name="T21" fmla="*/ 2147483647 h 125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5"/>
                  <a:gd name="T34" fmla="*/ 0 h 1259"/>
                  <a:gd name="T35" fmla="*/ 45 w 45"/>
                  <a:gd name="T36" fmla="*/ 1259 h 125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5" h="1259">
                    <a:moveTo>
                      <a:pt x="5" y="50"/>
                    </a:moveTo>
                    <a:lnTo>
                      <a:pt x="44" y="0"/>
                    </a:lnTo>
                    <a:lnTo>
                      <a:pt x="44" y="193"/>
                    </a:lnTo>
                    <a:lnTo>
                      <a:pt x="45" y="906"/>
                    </a:lnTo>
                    <a:lnTo>
                      <a:pt x="45" y="1069"/>
                    </a:lnTo>
                    <a:lnTo>
                      <a:pt x="7" y="1252"/>
                    </a:lnTo>
                    <a:lnTo>
                      <a:pt x="0" y="1259"/>
                    </a:lnTo>
                    <a:lnTo>
                      <a:pt x="4" y="1091"/>
                    </a:lnTo>
                    <a:lnTo>
                      <a:pt x="4" y="922"/>
                    </a:lnTo>
                    <a:lnTo>
                      <a:pt x="4" y="135"/>
                    </a:lnTo>
                    <a:lnTo>
                      <a:pt x="5" y="50"/>
                    </a:lnTo>
                    <a:close/>
                  </a:path>
                </a:pathLst>
              </a:custGeom>
              <a:solidFill>
                <a:srgbClr val="C9997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5" name="Freeform 159"/>
              <p:cNvSpPr>
                <a:spLocks/>
              </p:cNvSpPr>
              <p:nvPr/>
            </p:nvSpPr>
            <p:spPr bwMode="auto">
              <a:xfrm>
                <a:off x="1466851" y="3214688"/>
                <a:ext cx="246063" cy="42862"/>
              </a:xfrm>
              <a:custGeom>
                <a:avLst/>
                <a:gdLst>
                  <a:gd name="T0" fmla="*/ 0 w 621"/>
                  <a:gd name="T1" fmla="*/ 0 h 108"/>
                  <a:gd name="T2" fmla="*/ 2147483647 w 621"/>
                  <a:gd name="T3" fmla="*/ 0 h 108"/>
                  <a:gd name="T4" fmla="*/ 2147483647 w 621"/>
                  <a:gd name="T5" fmla="*/ 2147483647 h 108"/>
                  <a:gd name="T6" fmla="*/ 2147483647 w 621"/>
                  <a:gd name="T7" fmla="*/ 2147483647 h 108"/>
                  <a:gd name="T8" fmla="*/ 2147483647 w 621"/>
                  <a:gd name="T9" fmla="*/ 2147483647 h 108"/>
                  <a:gd name="T10" fmla="*/ 0 w 621"/>
                  <a:gd name="T11" fmla="*/ 0 h 10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1"/>
                  <a:gd name="T19" fmla="*/ 0 h 108"/>
                  <a:gd name="T20" fmla="*/ 621 w 621"/>
                  <a:gd name="T21" fmla="*/ 108 h 10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1" h="108">
                    <a:moveTo>
                      <a:pt x="0" y="0"/>
                    </a:moveTo>
                    <a:lnTo>
                      <a:pt x="555" y="0"/>
                    </a:lnTo>
                    <a:lnTo>
                      <a:pt x="621" y="58"/>
                    </a:lnTo>
                    <a:lnTo>
                      <a:pt x="580" y="108"/>
                    </a:lnTo>
                    <a:lnTo>
                      <a:pt x="105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EA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6" name="Freeform 161"/>
              <p:cNvSpPr>
                <a:spLocks/>
              </p:cNvSpPr>
              <p:nvPr/>
            </p:nvSpPr>
            <p:spPr bwMode="auto">
              <a:xfrm>
                <a:off x="1535113" y="3686175"/>
                <a:ext cx="133350" cy="34925"/>
              </a:xfrm>
              <a:custGeom>
                <a:avLst/>
                <a:gdLst>
                  <a:gd name="T0" fmla="*/ 2147483647 w 336"/>
                  <a:gd name="T1" fmla="*/ 0 h 89"/>
                  <a:gd name="T2" fmla="*/ 2147483647 w 336"/>
                  <a:gd name="T3" fmla="*/ 0 h 89"/>
                  <a:gd name="T4" fmla="*/ 2147483647 w 336"/>
                  <a:gd name="T5" fmla="*/ 2147483647 h 89"/>
                  <a:gd name="T6" fmla="*/ 2147483647 w 336"/>
                  <a:gd name="T7" fmla="*/ 2147483647 h 89"/>
                  <a:gd name="T8" fmla="*/ 2147483647 w 336"/>
                  <a:gd name="T9" fmla="*/ 2147483647 h 89"/>
                  <a:gd name="T10" fmla="*/ 2147483647 w 336"/>
                  <a:gd name="T11" fmla="*/ 2147483647 h 89"/>
                  <a:gd name="T12" fmla="*/ 2147483647 w 336"/>
                  <a:gd name="T13" fmla="*/ 2147483647 h 89"/>
                  <a:gd name="T14" fmla="*/ 2147483647 w 336"/>
                  <a:gd name="T15" fmla="*/ 2147483647 h 89"/>
                  <a:gd name="T16" fmla="*/ 2147483647 w 336"/>
                  <a:gd name="T17" fmla="*/ 2147483647 h 89"/>
                  <a:gd name="T18" fmla="*/ 2147483647 w 336"/>
                  <a:gd name="T19" fmla="*/ 2147483647 h 89"/>
                  <a:gd name="T20" fmla="*/ 2147483647 w 336"/>
                  <a:gd name="T21" fmla="*/ 2147483647 h 89"/>
                  <a:gd name="T22" fmla="*/ 2147483647 w 336"/>
                  <a:gd name="T23" fmla="*/ 2147483647 h 89"/>
                  <a:gd name="T24" fmla="*/ 2147483647 w 336"/>
                  <a:gd name="T25" fmla="*/ 2147483647 h 89"/>
                  <a:gd name="T26" fmla="*/ 2147483647 w 336"/>
                  <a:gd name="T27" fmla="*/ 2147483647 h 89"/>
                  <a:gd name="T28" fmla="*/ 2147483647 w 336"/>
                  <a:gd name="T29" fmla="*/ 2147483647 h 89"/>
                  <a:gd name="T30" fmla="*/ 2147483647 w 336"/>
                  <a:gd name="T31" fmla="*/ 2147483647 h 89"/>
                  <a:gd name="T32" fmla="*/ 2147483647 w 336"/>
                  <a:gd name="T33" fmla="*/ 2147483647 h 89"/>
                  <a:gd name="T34" fmla="*/ 2147483647 w 336"/>
                  <a:gd name="T35" fmla="*/ 2147483647 h 89"/>
                  <a:gd name="T36" fmla="*/ 2147483647 w 336"/>
                  <a:gd name="T37" fmla="*/ 2147483647 h 89"/>
                  <a:gd name="T38" fmla="*/ 2147483647 w 336"/>
                  <a:gd name="T39" fmla="*/ 2147483647 h 89"/>
                  <a:gd name="T40" fmla="*/ 2147483647 w 336"/>
                  <a:gd name="T41" fmla="*/ 2147483647 h 89"/>
                  <a:gd name="T42" fmla="*/ 2147483647 w 336"/>
                  <a:gd name="T43" fmla="*/ 2147483647 h 89"/>
                  <a:gd name="T44" fmla="*/ 2147483647 w 336"/>
                  <a:gd name="T45" fmla="*/ 2147483647 h 89"/>
                  <a:gd name="T46" fmla="*/ 2147483647 w 336"/>
                  <a:gd name="T47" fmla="*/ 2147483647 h 89"/>
                  <a:gd name="T48" fmla="*/ 2147483647 w 336"/>
                  <a:gd name="T49" fmla="*/ 2147483647 h 89"/>
                  <a:gd name="T50" fmla="*/ 2147483647 w 336"/>
                  <a:gd name="T51" fmla="*/ 2147483647 h 89"/>
                  <a:gd name="T52" fmla="*/ 2147483647 w 336"/>
                  <a:gd name="T53" fmla="*/ 2147483647 h 89"/>
                  <a:gd name="T54" fmla="*/ 0 w 336"/>
                  <a:gd name="T55" fmla="*/ 2147483647 h 89"/>
                  <a:gd name="T56" fmla="*/ 0 w 336"/>
                  <a:gd name="T57" fmla="*/ 2147483647 h 89"/>
                  <a:gd name="T58" fmla="*/ 2147483647 w 336"/>
                  <a:gd name="T59" fmla="*/ 2147483647 h 89"/>
                  <a:gd name="T60" fmla="*/ 2147483647 w 336"/>
                  <a:gd name="T61" fmla="*/ 2147483647 h 89"/>
                  <a:gd name="T62" fmla="*/ 2147483647 w 336"/>
                  <a:gd name="T63" fmla="*/ 2147483647 h 89"/>
                  <a:gd name="T64" fmla="*/ 2147483647 w 336"/>
                  <a:gd name="T65" fmla="*/ 2147483647 h 89"/>
                  <a:gd name="T66" fmla="*/ 2147483647 w 336"/>
                  <a:gd name="T67" fmla="*/ 2147483647 h 89"/>
                  <a:gd name="T68" fmla="*/ 2147483647 w 336"/>
                  <a:gd name="T69" fmla="*/ 2147483647 h 89"/>
                  <a:gd name="T70" fmla="*/ 2147483647 w 336"/>
                  <a:gd name="T71" fmla="*/ 2147483647 h 89"/>
                  <a:gd name="T72" fmla="*/ 2147483647 w 336"/>
                  <a:gd name="T73" fmla="*/ 0 h 89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336"/>
                  <a:gd name="T112" fmla="*/ 0 h 89"/>
                  <a:gd name="T113" fmla="*/ 336 w 336"/>
                  <a:gd name="T114" fmla="*/ 89 h 89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336" h="89">
                    <a:moveTo>
                      <a:pt x="44" y="0"/>
                    </a:moveTo>
                    <a:lnTo>
                      <a:pt x="295" y="0"/>
                    </a:lnTo>
                    <a:lnTo>
                      <a:pt x="303" y="1"/>
                    </a:lnTo>
                    <a:lnTo>
                      <a:pt x="311" y="4"/>
                    </a:lnTo>
                    <a:lnTo>
                      <a:pt x="318" y="8"/>
                    </a:lnTo>
                    <a:lnTo>
                      <a:pt x="324" y="13"/>
                    </a:lnTo>
                    <a:lnTo>
                      <a:pt x="329" y="21"/>
                    </a:lnTo>
                    <a:lnTo>
                      <a:pt x="333" y="28"/>
                    </a:lnTo>
                    <a:lnTo>
                      <a:pt x="335" y="37"/>
                    </a:lnTo>
                    <a:lnTo>
                      <a:pt x="336" y="45"/>
                    </a:lnTo>
                    <a:lnTo>
                      <a:pt x="335" y="54"/>
                    </a:lnTo>
                    <a:lnTo>
                      <a:pt x="333" y="62"/>
                    </a:lnTo>
                    <a:lnTo>
                      <a:pt x="329" y="70"/>
                    </a:lnTo>
                    <a:lnTo>
                      <a:pt x="324" y="76"/>
                    </a:lnTo>
                    <a:lnTo>
                      <a:pt x="318" y="81"/>
                    </a:lnTo>
                    <a:lnTo>
                      <a:pt x="311" y="86"/>
                    </a:lnTo>
                    <a:lnTo>
                      <a:pt x="303" y="88"/>
                    </a:lnTo>
                    <a:lnTo>
                      <a:pt x="295" y="89"/>
                    </a:lnTo>
                    <a:lnTo>
                      <a:pt x="44" y="89"/>
                    </a:lnTo>
                    <a:lnTo>
                      <a:pt x="35" y="88"/>
                    </a:lnTo>
                    <a:lnTo>
                      <a:pt x="27" y="86"/>
                    </a:lnTo>
                    <a:lnTo>
                      <a:pt x="19" y="81"/>
                    </a:lnTo>
                    <a:lnTo>
                      <a:pt x="13" y="76"/>
                    </a:lnTo>
                    <a:lnTo>
                      <a:pt x="8" y="70"/>
                    </a:lnTo>
                    <a:lnTo>
                      <a:pt x="3" y="62"/>
                    </a:lnTo>
                    <a:lnTo>
                      <a:pt x="1" y="54"/>
                    </a:lnTo>
                    <a:lnTo>
                      <a:pt x="0" y="45"/>
                    </a:lnTo>
                    <a:lnTo>
                      <a:pt x="1" y="37"/>
                    </a:lnTo>
                    <a:lnTo>
                      <a:pt x="3" y="28"/>
                    </a:lnTo>
                    <a:lnTo>
                      <a:pt x="8" y="21"/>
                    </a:lnTo>
                    <a:lnTo>
                      <a:pt x="13" y="13"/>
                    </a:lnTo>
                    <a:lnTo>
                      <a:pt x="19" y="8"/>
                    </a:lnTo>
                    <a:lnTo>
                      <a:pt x="27" y="4"/>
                    </a:lnTo>
                    <a:lnTo>
                      <a:pt x="35" y="1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7" name="Freeform 163"/>
              <p:cNvSpPr>
                <a:spLocks/>
              </p:cNvSpPr>
              <p:nvPr/>
            </p:nvSpPr>
            <p:spPr bwMode="auto">
              <a:xfrm>
                <a:off x="1544638" y="3684588"/>
                <a:ext cx="127000" cy="33337"/>
              </a:xfrm>
              <a:custGeom>
                <a:avLst/>
                <a:gdLst>
                  <a:gd name="T0" fmla="*/ 2147483647 w 323"/>
                  <a:gd name="T1" fmla="*/ 0 h 84"/>
                  <a:gd name="T2" fmla="*/ 2147483647 w 323"/>
                  <a:gd name="T3" fmla="*/ 0 h 84"/>
                  <a:gd name="T4" fmla="*/ 2147483647 w 323"/>
                  <a:gd name="T5" fmla="*/ 2147483647 h 84"/>
                  <a:gd name="T6" fmla="*/ 2147483647 w 323"/>
                  <a:gd name="T7" fmla="*/ 2147483647 h 84"/>
                  <a:gd name="T8" fmla="*/ 2147483647 w 323"/>
                  <a:gd name="T9" fmla="*/ 2147483647 h 84"/>
                  <a:gd name="T10" fmla="*/ 2147483647 w 323"/>
                  <a:gd name="T11" fmla="*/ 2147483647 h 84"/>
                  <a:gd name="T12" fmla="*/ 2147483647 w 323"/>
                  <a:gd name="T13" fmla="*/ 2147483647 h 84"/>
                  <a:gd name="T14" fmla="*/ 2147483647 w 323"/>
                  <a:gd name="T15" fmla="*/ 2147483647 h 84"/>
                  <a:gd name="T16" fmla="*/ 2147483647 w 323"/>
                  <a:gd name="T17" fmla="*/ 2147483647 h 84"/>
                  <a:gd name="T18" fmla="*/ 2147483647 w 323"/>
                  <a:gd name="T19" fmla="*/ 2147483647 h 84"/>
                  <a:gd name="T20" fmla="*/ 2147483647 w 323"/>
                  <a:gd name="T21" fmla="*/ 2147483647 h 84"/>
                  <a:gd name="T22" fmla="*/ 2147483647 w 323"/>
                  <a:gd name="T23" fmla="*/ 2147483647 h 84"/>
                  <a:gd name="T24" fmla="*/ 2147483647 w 323"/>
                  <a:gd name="T25" fmla="*/ 2147483647 h 84"/>
                  <a:gd name="T26" fmla="*/ 2147483647 w 323"/>
                  <a:gd name="T27" fmla="*/ 2147483647 h 84"/>
                  <a:gd name="T28" fmla="*/ 2147483647 w 323"/>
                  <a:gd name="T29" fmla="*/ 2147483647 h 84"/>
                  <a:gd name="T30" fmla="*/ 2147483647 w 323"/>
                  <a:gd name="T31" fmla="*/ 2147483647 h 84"/>
                  <a:gd name="T32" fmla="*/ 2147483647 w 323"/>
                  <a:gd name="T33" fmla="*/ 2147483647 h 84"/>
                  <a:gd name="T34" fmla="*/ 2147483647 w 323"/>
                  <a:gd name="T35" fmla="*/ 2147483647 h 84"/>
                  <a:gd name="T36" fmla="*/ 2147483647 w 323"/>
                  <a:gd name="T37" fmla="*/ 2147483647 h 84"/>
                  <a:gd name="T38" fmla="*/ 2147483647 w 323"/>
                  <a:gd name="T39" fmla="*/ 2147483647 h 84"/>
                  <a:gd name="T40" fmla="*/ 2147483647 w 323"/>
                  <a:gd name="T41" fmla="*/ 2147483647 h 84"/>
                  <a:gd name="T42" fmla="*/ 2147483647 w 323"/>
                  <a:gd name="T43" fmla="*/ 2147483647 h 84"/>
                  <a:gd name="T44" fmla="*/ 2147483647 w 323"/>
                  <a:gd name="T45" fmla="*/ 2147483647 h 84"/>
                  <a:gd name="T46" fmla="*/ 2147483647 w 323"/>
                  <a:gd name="T47" fmla="*/ 2147483647 h 84"/>
                  <a:gd name="T48" fmla="*/ 2147483647 w 323"/>
                  <a:gd name="T49" fmla="*/ 2147483647 h 84"/>
                  <a:gd name="T50" fmla="*/ 2147483647 w 323"/>
                  <a:gd name="T51" fmla="*/ 2147483647 h 84"/>
                  <a:gd name="T52" fmla="*/ 2147483647 w 323"/>
                  <a:gd name="T53" fmla="*/ 2147483647 h 84"/>
                  <a:gd name="T54" fmla="*/ 0 w 323"/>
                  <a:gd name="T55" fmla="*/ 2147483647 h 84"/>
                  <a:gd name="T56" fmla="*/ 0 w 323"/>
                  <a:gd name="T57" fmla="*/ 2147483647 h 84"/>
                  <a:gd name="T58" fmla="*/ 2147483647 w 323"/>
                  <a:gd name="T59" fmla="*/ 2147483647 h 84"/>
                  <a:gd name="T60" fmla="*/ 2147483647 w 323"/>
                  <a:gd name="T61" fmla="*/ 2147483647 h 84"/>
                  <a:gd name="T62" fmla="*/ 2147483647 w 323"/>
                  <a:gd name="T63" fmla="*/ 2147483647 h 84"/>
                  <a:gd name="T64" fmla="*/ 2147483647 w 323"/>
                  <a:gd name="T65" fmla="*/ 2147483647 h 84"/>
                  <a:gd name="T66" fmla="*/ 2147483647 w 323"/>
                  <a:gd name="T67" fmla="*/ 2147483647 h 84"/>
                  <a:gd name="T68" fmla="*/ 2147483647 w 323"/>
                  <a:gd name="T69" fmla="*/ 2147483647 h 84"/>
                  <a:gd name="T70" fmla="*/ 2147483647 w 323"/>
                  <a:gd name="T71" fmla="*/ 2147483647 h 84"/>
                  <a:gd name="T72" fmla="*/ 2147483647 w 323"/>
                  <a:gd name="T73" fmla="*/ 0 h 84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323"/>
                  <a:gd name="T112" fmla="*/ 0 h 84"/>
                  <a:gd name="T113" fmla="*/ 323 w 323"/>
                  <a:gd name="T114" fmla="*/ 84 h 84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323" h="84">
                    <a:moveTo>
                      <a:pt x="43" y="0"/>
                    </a:moveTo>
                    <a:lnTo>
                      <a:pt x="282" y="0"/>
                    </a:lnTo>
                    <a:lnTo>
                      <a:pt x="290" y="1"/>
                    </a:lnTo>
                    <a:lnTo>
                      <a:pt x="297" y="3"/>
                    </a:lnTo>
                    <a:lnTo>
                      <a:pt x="305" y="8"/>
                    </a:lnTo>
                    <a:lnTo>
                      <a:pt x="311" y="13"/>
                    </a:lnTo>
                    <a:lnTo>
                      <a:pt x="315" y="18"/>
                    </a:lnTo>
                    <a:lnTo>
                      <a:pt x="320" y="26"/>
                    </a:lnTo>
                    <a:lnTo>
                      <a:pt x="322" y="33"/>
                    </a:lnTo>
                    <a:lnTo>
                      <a:pt x="323" y="42"/>
                    </a:lnTo>
                    <a:lnTo>
                      <a:pt x="322" y="50"/>
                    </a:lnTo>
                    <a:lnTo>
                      <a:pt x="320" y="59"/>
                    </a:lnTo>
                    <a:lnTo>
                      <a:pt x="315" y="65"/>
                    </a:lnTo>
                    <a:lnTo>
                      <a:pt x="311" y="72"/>
                    </a:lnTo>
                    <a:lnTo>
                      <a:pt x="305" y="77"/>
                    </a:lnTo>
                    <a:lnTo>
                      <a:pt x="297" y="81"/>
                    </a:lnTo>
                    <a:lnTo>
                      <a:pt x="290" y="83"/>
                    </a:lnTo>
                    <a:lnTo>
                      <a:pt x="282" y="84"/>
                    </a:lnTo>
                    <a:lnTo>
                      <a:pt x="43" y="84"/>
                    </a:lnTo>
                    <a:lnTo>
                      <a:pt x="35" y="83"/>
                    </a:lnTo>
                    <a:lnTo>
                      <a:pt x="26" y="81"/>
                    </a:lnTo>
                    <a:lnTo>
                      <a:pt x="20" y="77"/>
                    </a:lnTo>
                    <a:lnTo>
                      <a:pt x="13" y="72"/>
                    </a:lnTo>
                    <a:lnTo>
                      <a:pt x="8" y="65"/>
                    </a:lnTo>
                    <a:lnTo>
                      <a:pt x="4" y="59"/>
                    </a:lnTo>
                    <a:lnTo>
                      <a:pt x="1" y="50"/>
                    </a:lnTo>
                    <a:lnTo>
                      <a:pt x="0" y="42"/>
                    </a:lnTo>
                    <a:lnTo>
                      <a:pt x="1" y="33"/>
                    </a:lnTo>
                    <a:lnTo>
                      <a:pt x="4" y="26"/>
                    </a:lnTo>
                    <a:lnTo>
                      <a:pt x="8" y="18"/>
                    </a:lnTo>
                    <a:lnTo>
                      <a:pt x="13" y="13"/>
                    </a:lnTo>
                    <a:lnTo>
                      <a:pt x="20" y="8"/>
                    </a:lnTo>
                    <a:lnTo>
                      <a:pt x="26" y="3"/>
                    </a:lnTo>
                    <a:lnTo>
                      <a:pt x="35" y="1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8" name="Freeform 165"/>
              <p:cNvSpPr>
                <a:spLocks/>
              </p:cNvSpPr>
              <p:nvPr/>
            </p:nvSpPr>
            <p:spPr bwMode="auto">
              <a:xfrm>
                <a:off x="1530351" y="3308350"/>
                <a:ext cx="166688" cy="315912"/>
              </a:xfrm>
              <a:custGeom>
                <a:avLst/>
                <a:gdLst>
                  <a:gd name="T0" fmla="*/ 0 w 422"/>
                  <a:gd name="T1" fmla="*/ 2147483647 h 796"/>
                  <a:gd name="T2" fmla="*/ 2147483647 w 422"/>
                  <a:gd name="T3" fmla="*/ 0 h 796"/>
                  <a:gd name="T4" fmla="*/ 2147483647 w 422"/>
                  <a:gd name="T5" fmla="*/ 2147483647 h 796"/>
                  <a:gd name="T6" fmla="*/ 2147483647 w 422"/>
                  <a:gd name="T7" fmla="*/ 2147483647 h 796"/>
                  <a:gd name="T8" fmla="*/ 2147483647 w 422"/>
                  <a:gd name="T9" fmla="*/ 2147483647 h 796"/>
                  <a:gd name="T10" fmla="*/ 2147483647 w 422"/>
                  <a:gd name="T11" fmla="*/ 2147483647 h 796"/>
                  <a:gd name="T12" fmla="*/ 2147483647 w 422"/>
                  <a:gd name="T13" fmla="*/ 2147483647 h 796"/>
                  <a:gd name="T14" fmla="*/ 2147483647 w 422"/>
                  <a:gd name="T15" fmla="*/ 2147483647 h 796"/>
                  <a:gd name="T16" fmla="*/ 2147483647 w 422"/>
                  <a:gd name="T17" fmla="*/ 2147483647 h 796"/>
                  <a:gd name="T18" fmla="*/ 2147483647 w 422"/>
                  <a:gd name="T19" fmla="*/ 2147483647 h 796"/>
                  <a:gd name="T20" fmla="*/ 2147483647 w 422"/>
                  <a:gd name="T21" fmla="*/ 2147483647 h 796"/>
                  <a:gd name="T22" fmla="*/ 2147483647 w 422"/>
                  <a:gd name="T23" fmla="*/ 2147483647 h 796"/>
                  <a:gd name="T24" fmla="*/ 2147483647 w 422"/>
                  <a:gd name="T25" fmla="*/ 2147483647 h 796"/>
                  <a:gd name="T26" fmla="*/ 2147483647 w 422"/>
                  <a:gd name="T27" fmla="*/ 2147483647 h 796"/>
                  <a:gd name="T28" fmla="*/ 2147483647 w 422"/>
                  <a:gd name="T29" fmla="*/ 2147483647 h 796"/>
                  <a:gd name="T30" fmla="*/ 2147483647 w 422"/>
                  <a:gd name="T31" fmla="*/ 2147483647 h 796"/>
                  <a:gd name="T32" fmla="*/ 2147483647 w 422"/>
                  <a:gd name="T33" fmla="*/ 2147483647 h 796"/>
                  <a:gd name="T34" fmla="*/ 2147483647 w 422"/>
                  <a:gd name="T35" fmla="*/ 2147483647 h 796"/>
                  <a:gd name="T36" fmla="*/ 0 w 422"/>
                  <a:gd name="T37" fmla="*/ 2147483647 h 796"/>
                  <a:gd name="T38" fmla="*/ 0 w 422"/>
                  <a:gd name="T39" fmla="*/ 2147483647 h 79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22"/>
                  <a:gd name="T61" fmla="*/ 0 h 796"/>
                  <a:gd name="T62" fmla="*/ 422 w 422"/>
                  <a:gd name="T63" fmla="*/ 796 h 79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22" h="796">
                    <a:moveTo>
                      <a:pt x="0" y="7"/>
                    </a:moveTo>
                    <a:lnTo>
                      <a:pt x="422" y="0"/>
                    </a:lnTo>
                    <a:lnTo>
                      <a:pt x="422" y="745"/>
                    </a:lnTo>
                    <a:lnTo>
                      <a:pt x="406" y="758"/>
                    </a:lnTo>
                    <a:lnTo>
                      <a:pt x="387" y="769"/>
                    </a:lnTo>
                    <a:lnTo>
                      <a:pt x="365" y="779"/>
                    </a:lnTo>
                    <a:lnTo>
                      <a:pt x="341" y="786"/>
                    </a:lnTo>
                    <a:lnTo>
                      <a:pt x="314" y="791"/>
                    </a:lnTo>
                    <a:lnTo>
                      <a:pt x="286" y="795"/>
                    </a:lnTo>
                    <a:lnTo>
                      <a:pt x="256" y="796"/>
                    </a:lnTo>
                    <a:lnTo>
                      <a:pt x="226" y="796"/>
                    </a:lnTo>
                    <a:lnTo>
                      <a:pt x="195" y="792"/>
                    </a:lnTo>
                    <a:lnTo>
                      <a:pt x="165" y="787"/>
                    </a:lnTo>
                    <a:lnTo>
                      <a:pt x="135" y="780"/>
                    </a:lnTo>
                    <a:lnTo>
                      <a:pt x="105" y="770"/>
                    </a:lnTo>
                    <a:lnTo>
                      <a:pt x="76" y="758"/>
                    </a:lnTo>
                    <a:lnTo>
                      <a:pt x="48" y="744"/>
                    </a:lnTo>
                    <a:lnTo>
                      <a:pt x="24" y="727"/>
                    </a:lnTo>
                    <a:lnTo>
                      <a:pt x="0" y="708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D1AF9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9" name="Freeform 167"/>
              <p:cNvSpPr>
                <a:spLocks/>
              </p:cNvSpPr>
              <p:nvPr/>
            </p:nvSpPr>
            <p:spPr bwMode="auto">
              <a:xfrm>
                <a:off x="1530351" y="3297238"/>
                <a:ext cx="166688" cy="319087"/>
              </a:xfrm>
              <a:custGeom>
                <a:avLst/>
                <a:gdLst>
                  <a:gd name="T0" fmla="*/ 0 w 422"/>
                  <a:gd name="T1" fmla="*/ 2147483647 h 802"/>
                  <a:gd name="T2" fmla="*/ 2147483647 w 422"/>
                  <a:gd name="T3" fmla="*/ 0 h 802"/>
                  <a:gd name="T4" fmla="*/ 2147483647 w 422"/>
                  <a:gd name="T5" fmla="*/ 2147483647 h 802"/>
                  <a:gd name="T6" fmla="*/ 2147483647 w 422"/>
                  <a:gd name="T7" fmla="*/ 2147483647 h 802"/>
                  <a:gd name="T8" fmla="*/ 2147483647 w 422"/>
                  <a:gd name="T9" fmla="*/ 2147483647 h 802"/>
                  <a:gd name="T10" fmla="*/ 2147483647 w 422"/>
                  <a:gd name="T11" fmla="*/ 2147483647 h 802"/>
                  <a:gd name="T12" fmla="*/ 2147483647 w 422"/>
                  <a:gd name="T13" fmla="*/ 2147483647 h 802"/>
                  <a:gd name="T14" fmla="*/ 2147483647 w 422"/>
                  <a:gd name="T15" fmla="*/ 2147483647 h 802"/>
                  <a:gd name="T16" fmla="*/ 2147483647 w 422"/>
                  <a:gd name="T17" fmla="*/ 2147483647 h 802"/>
                  <a:gd name="T18" fmla="*/ 2147483647 w 422"/>
                  <a:gd name="T19" fmla="*/ 2147483647 h 802"/>
                  <a:gd name="T20" fmla="*/ 2147483647 w 422"/>
                  <a:gd name="T21" fmla="*/ 2147483647 h 802"/>
                  <a:gd name="T22" fmla="*/ 2147483647 w 422"/>
                  <a:gd name="T23" fmla="*/ 2147483647 h 802"/>
                  <a:gd name="T24" fmla="*/ 2147483647 w 422"/>
                  <a:gd name="T25" fmla="*/ 2147483647 h 802"/>
                  <a:gd name="T26" fmla="*/ 2147483647 w 422"/>
                  <a:gd name="T27" fmla="*/ 2147483647 h 802"/>
                  <a:gd name="T28" fmla="*/ 2147483647 w 422"/>
                  <a:gd name="T29" fmla="*/ 2147483647 h 802"/>
                  <a:gd name="T30" fmla="*/ 2147483647 w 422"/>
                  <a:gd name="T31" fmla="*/ 2147483647 h 802"/>
                  <a:gd name="T32" fmla="*/ 2147483647 w 422"/>
                  <a:gd name="T33" fmla="*/ 2147483647 h 802"/>
                  <a:gd name="T34" fmla="*/ 2147483647 w 422"/>
                  <a:gd name="T35" fmla="*/ 2147483647 h 802"/>
                  <a:gd name="T36" fmla="*/ 0 w 422"/>
                  <a:gd name="T37" fmla="*/ 2147483647 h 802"/>
                  <a:gd name="T38" fmla="*/ 0 w 422"/>
                  <a:gd name="T39" fmla="*/ 2147483647 h 80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22"/>
                  <a:gd name="T61" fmla="*/ 0 h 802"/>
                  <a:gd name="T62" fmla="*/ 422 w 422"/>
                  <a:gd name="T63" fmla="*/ 802 h 802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22" h="802">
                    <a:moveTo>
                      <a:pt x="0" y="8"/>
                    </a:moveTo>
                    <a:lnTo>
                      <a:pt x="422" y="0"/>
                    </a:lnTo>
                    <a:lnTo>
                      <a:pt x="422" y="747"/>
                    </a:lnTo>
                    <a:lnTo>
                      <a:pt x="406" y="759"/>
                    </a:lnTo>
                    <a:lnTo>
                      <a:pt x="387" y="771"/>
                    </a:lnTo>
                    <a:lnTo>
                      <a:pt x="365" y="780"/>
                    </a:lnTo>
                    <a:lnTo>
                      <a:pt x="341" y="788"/>
                    </a:lnTo>
                    <a:lnTo>
                      <a:pt x="314" y="795"/>
                    </a:lnTo>
                    <a:lnTo>
                      <a:pt x="286" y="799"/>
                    </a:lnTo>
                    <a:lnTo>
                      <a:pt x="256" y="801"/>
                    </a:lnTo>
                    <a:lnTo>
                      <a:pt x="226" y="802"/>
                    </a:lnTo>
                    <a:lnTo>
                      <a:pt x="195" y="801"/>
                    </a:lnTo>
                    <a:lnTo>
                      <a:pt x="165" y="798"/>
                    </a:lnTo>
                    <a:lnTo>
                      <a:pt x="135" y="793"/>
                    </a:lnTo>
                    <a:lnTo>
                      <a:pt x="105" y="786"/>
                    </a:lnTo>
                    <a:lnTo>
                      <a:pt x="76" y="778"/>
                    </a:lnTo>
                    <a:lnTo>
                      <a:pt x="48" y="766"/>
                    </a:lnTo>
                    <a:lnTo>
                      <a:pt x="24" y="753"/>
                    </a:lnTo>
                    <a:lnTo>
                      <a:pt x="0" y="738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51442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0" name="Freeform 169"/>
              <p:cNvSpPr>
                <a:spLocks/>
              </p:cNvSpPr>
              <p:nvPr/>
            </p:nvSpPr>
            <p:spPr bwMode="auto">
              <a:xfrm>
                <a:off x="1562101" y="3606800"/>
                <a:ext cx="58738" cy="15875"/>
              </a:xfrm>
              <a:custGeom>
                <a:avLst/>
                <a:gdLst>
                  <a:gd name="T0" fmla="*/ 0 w 150"/>
                  <a:gd name="T1" fmla="*/ 0 h 40"/>
                  <a:gd name="T2" fmla="*/ 2147483647 w 150"/>
                  <a:gd name="T3" fmla="*/ 2147483647 h 40"/>
                  <a:gd name="T4" fmla="*/ 2147483647 w 150"/>
                  <a:gd name="T5" fmla="*/ 2147483647 h 40"/>
                  <a:gd name="T6" fmla="*/ 2147483647 w 150"/>
                  <a:gd name="T7" fmla="*/ 2147483647 h 40"/>
                  <a:gd name="T8" fmla="*/ 2147483647 w 150"/>
                  <a:gd name="T9" fmla="*/ 2147483647 h 40"/>
                  <a:gd name="T10" fmla="*/ 2147483647 w 150"/>
                  <a:gd name="T11" fmla="*/ 2147483647 h 40"/>
                  <a:gd name="T12" fmla="*/ 2147483647 w 150"/>
                  <a:gd name="T13" fmla="*/ 2147483647 h 40"/>
                  <a:gd name="T14" fmla="*/ 2147483647 w 150"/>
                  <a:gd name="T15" fmla="*/ 2147483647 h 40"/>
                  <a:gd name="T16" fmla="*/ 0 w 150"/>
                  <a:gd name="T17" fmla="*/ 0 h 4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50"/>
                  <a:gd name="T28" fmla="*/ 0 h 40"/>
                  <a:gd name="T29" fmla="*/ 150 w 150"/>
                  <a:gd name="T30" fmla="*/ 40 h 4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50" h="40">
                    <a:moveTo>
                      <a:pt x="0" y="0"/>
                    </a:moveTo>
                    <a:lnTo>
                      <a:pt x="49" y="20"/>
                    </a:lnTo>
                    <a:lnTo>
                      <a:pt x="100" y="24"/>
                    </a:lnTo>
                    <a:lnTo>
                      <a:pt x="150" y="32"/>
                    </a:lnTo>
                    <a:lnTo>
                      <a:pt x="143" y="40"/>
                    </a:lnTo>
                    <a:lnTo>
                      <a:pt x="119" y="40"/>
                    </a:lnTo>
                    <a:lnTo>
                      <a:pt x="64" y="29"/>
                    </a:lnTo>
                    <a:lnTo>
                      <a:pt x="14" y="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BC9B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1" name="Freeform 171"/>
              <p:cNvSpPr>
                <a:spLocks/>
              </p:cNvSpPr>
              <p:nvPr/>
            </p:nvSpPr>
            <p:spPr bwMode="auto">
              <a:xfrm>
                <a:off x="1530351" y="3289300"/>
                <a:ext cx="166688" cy="11112"/>
              </a:xfrm>
              <a:custGeom>
                <a:avLst/>
                <a:gdLst>
                  <a:gd name="T0" fmla="*/ 0 w 422"/>
                  <a:gd name="T1" fmla="*/ 2147483647 h 30"/>
                  <a:gd name="T2" fmla="*/ 2147483647 w 422"/>
                  <a:gd name="T3" fmla="*/ 0 h 30"/>
                  <a:gd name="T4" fmla="*/ 2147483647 w 422"/>
                  <a:gd name="T5" fmla="*/ 0 h 30"/>
                  <a:gd name="T6" fmla="*/ 2147483647 w 422"/>
                  <a:gd name="T7" fmla="*/ 2147483647 h 30"/>
                  <a:gd name="T8" fmla="*/ 0 w 422"/>
                  <a:gd name="T9" fmla="*/ 2147483647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2"/>
                  <a:gd name="T16" fmla="*/ 0 h 30"/>
                  <a:gd name="T17" fmla="*/ 422 w 422"/>
                  <a:gd name="T18" fmla="*/ 30 h 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2" h="30">
                    <a:moveTo>
                      <a:pt x="0" y="30"/>
                    </a:moveTo>
                    <a:lnTo>
                      <a:pt x="24" y="0"/>
                    </a:lnTo>
                    <a:lnTo>
                      <a:pt x="422" y="0"/>
                    </a:lnTo>
                    <a:lnTo>
                      <a:pt x="422" y="3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776B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2" name="Freeform 173"/>
              <p:cNvSpPr>
                <a:spLocks/>
              </p:cNvSpPr>
              <p:nvPr/>
            </p:nvSpPr>
            <p:spPr bwMode="auto">
              <a:xfrm>
                <a:off x="1531938" y="3289300"/>
                <a:ext cx="6350" cy="304800"/>
              </a:xfrm>
              <a:custGeom>
                <a:avLst/>
                <a:gdLst>
                  <a:gd name="T0" fmla="*/ 2147483647 w 20"/>
                  <a:gd name="T1" fmla="*/ 0 h 771"/>
                  <a:gd name="T2" fmla="*/ 2147483647 w 20"/>
                  <a:gd name="T3" fmla="*/ 2147483647 h 771"/>
                  <a:gd name="T4" fmla="*/ 2147483647 w 20"/>
                  <a:gd name="T5" fmla="*/ 2147483647 h 771"/>
                  <a:gd name="T6" fmla="*/ 2147483647 w 20"/>
                  <a:gd name="T7" fmla="*/ 2147483647 h 771"/>
                  <a:gd name="T8" fmla="*/ 0 w 20"/>
                  <a:gd name="T9" fmla="*/ 2147483647 h 771"/>
                  <a:gd name="T10" fmla="*/ 2147483647 w 20"/>
                  <a:gd name="T11" fmla="*/ 0 h 77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0"/>
                  <a:gd name="T19" fmla="*/ 0 h 771"/>
                  <a:gd name="T20" fmla="*/ 20 w 20"/>
                  <a:gd name="T21" fmla="*/ 771 h 77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0" h="771">
                    <a:moveTo>
                      <a:pt x="20" y="0"/>
                    </a:moveTo>
                    <a:lnTo>
                      <a:pt x="20" y="65"/>
                    </a:lnTo>
                    <a:lnTo>
                      <a:pt x="20" y="771"/>
                    </a:lnTo>
                    <a:lnTo>
                      <a:pt x="1" y="723"/>
                    </a:lnTo>
                    <a:lnTo>
                      <a:pt x="0" y="28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3" name="Freeform 175"/>
              <p:cNvSpPr>
                <a:spLocks/>
              </p:cNvSpPr>
              <p:nvPr/>
            </p:nvSpPr>
            <p:spPr bwMode="auto">
              <a:xfrm>
                <a:off x="1695451" y="3275013"/>
                <a:ext cx="17463" cy="320675"/>
              </a:xfrm>
              <a:custGeom>
                <a:avLst/>
                <a:gdLst>
                  <a:gd name="T0" fmla="*/ 2147483647 w 42"/>
                  <a:gd name="T1" fmla="*/ 2147483647 h 809"/>
                  <a:gd name="T2" fmla="*/ 2147483647 w 42"/>
                  <a:gd name="T3" fmla="*/ 2147483647 h 809"/>
                  <a:gd name="T4" fmla="*/ 2147483647 w 42"/>
                  <a:gd name="T5" fmla="*/ 0 h 809"/>
                  <a:gd name="T6" fmla="*/ 2147483647 w 42"/>
                  <a:gd name="T7" fmla="*/ 2147483647 h 809"/>
                  <a:gd name="T8" fmla="*/ 2147483647 w 42"/>
                  <a:gd name="T9" fmla="*/ 2147483647 h 809"/>
                  <a:gd name="T10" fmla="*/ 0 w 42"/>
                  <a:gd name="T11" fmla="*/ 2147483647 h 809"/>
                  <a:gd name="T12" fmla="*/ 2147483647 w 42"/>
                  <a:gd name="T13" fmla="*/ 2147483647 h 8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2"/>
                  <a:gd name="T22" fmla="*/ 0 h 809"/>
                  <a:gd name="T23" fmla="*/ 42 w 42"/>
                  <a:gd name="T24" fmla="*/ 809 h 80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2" h="809">
                    <a:moveTo>
                      <a:pt x="2" y="39"/>
                    </a:moveTo>
                    <a:lnTo>
                      <a:pt x="31" y="20"/>
                    </a:lnTo>
                    <a:lnTo>
                      <a:pt x="42" y="0"/>
                    </a:lnTo>
                    <a:lnTo>
                      <a:pt x="42" y="746"/>
                    </a:lnTo>
                    <a:lnTo>
                      <a:pt x="25" y="788"/>
                    </a:lnTo>
                    <a:lnTo>
                      <a:pt x="0" y="809"/>
                    </a:lnTo>
                    <a:lnTo>
                      <a:pt x="2" y="39"/>
                    </a:lnTo>
                    <a:close/>
                  </a:path>
                </a:pathLst>
              </a:custGeom>
              <a:solidFill>
                <a:srgbClr val="776B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4" name="Freeform 177"/>
              <p:cNvSpPr>
                <a:spLocks/>
              </p:cNvSpPr>
              <p:nvPr/>
            </p:nvSpPr>
            <p:spPr bwMode="auto">
              <a:xfrm>
                <a:off x="1541463" y="3638550"/>
                <a:ext cx="26988" cy="28575"/>
              </a:xfrm>
              <a:custGeom>
                <a:avLst/>
                <a:gdLst>
                  <a:gd name="T0" fmla="*/ 2147483647 w 70"/>
                  <a:gd name="T1" fmla="*/ 0 h 71"/>
                  <a:gd name="T2" fmla="*/ 2147483647 w 70"/>
                  <a:gd name="T3" fmla="*/ 2147483647 h 71"/>
                  <a:gd name="T4" fmla="*/ 2147483647 w 70"/>
                  <a:gd name="T5" fmla="*/ 2147483647 h 71"/>
                  <a:gd name="T6" fmla="*/ 2147483647 w 70"/>
                  <a:gd name="T7" fmla="*/ 2147483647 h 71"/>
                  <a:gd name="T8" fmla="*/ 2147483647 w 70"/>
                  <a:gd name="T9" fmla="*/ 2147483647 h 71"/>
                  <a:gd name="T10" fmla="*/ 2147483647 w 70"/>
                  <a:gd name="T11" fmla="*/ 2147483647 h 71"/>
                  <a:gd name="T12" fmla="*/ 2147483647 w 70"/>
                  <a:gd name="T13" fmla="*/ 2147483647 h 71"/>
                  <a:gd name="T14" fmla="*/ 2147483647 w 70"/>
                  <a:gd name="T15" fmla="*/ 2147483647 h 71"/>
                  <a:gd name="T16" fmla="*/ 2147483647 w 70"/>
                  <a:gd name="T17" fmla="*/ 2147483647 h 71"/>
                  <a:gd name="T18" fmla="*/ 2147483647 w 70"/>
                  <a:gd name="T19" fmla="*/ 2147483647 h 71"/>
                  <a:gd name="T20" fmla="*/ 2147483647 w 70"/>
                  <a:gd name="T21" fmla="*/ 2147483647 h 71"/>
                  <a:gd name="T22" fmla="*/ 2147483647 w 70"/>
                  <a:gd name="T23" fmla="*/ 2147483647 h 71"/>
                  <a:gd name="T24" fmla="*/ 2147483647 w 70"/>
                  <a:gd name="T25" fmla="*/ 2147483647 h 71"/>
                  <a:gd name="T26" fmla="*/ 2147483647 w 70"/>
                  <a:gd name="T27" fmla="*/ 2147483647 h 71"/>
                  <a:gd name="T28" fmla="*/ 2147483647 w 70"/>
                  <a:gd name="T29" fmla="*/ 2147483647 h 71"/>
                  <a:gd name="T30" fmla="*/ 2147483647 w 70"/>
                  <a:gd name="T31" fmla="*/ 2147483647 h 71"/>
                  <a:gd name="T32" fmla="*/ 2147483647 w 70"/>
                  <a:gd name="T33" fmla="*/ 2147483647 h 71"/>
                  <a:gd name="T34" fmla="*/ 2147483647 w 70"/>
                  <a:gd name="T35" fmla="*/ 2147483647 h 71"/>
                  <a:gd name="T36" fmla="*/ 2147483647 w 70"/>
                  <a:gd name="T37" fmla="*/ 2147483647 h 71"/>
                  <a:gd name="T38" fmla="*/ 2147483647 w 70"/>
                  <a:gd name="T39" fmla="*/ 2147483647 h 71"/>
                  <a:gd name="T40" fmla="*/ 2147483647 w 70"/>
                  <a:gd name="T41" fmla="*/ 2147483647 h 71"/>
                  <a:gd name="T42" fmla="*/ 2147483647 w 70"/>
                  <a:gd name="T43" fmla="*/ 2147483647 h 71"/>
                  <a:gd name="T44" fmla="*/ 2147483647 w 70"/>
                  <a:gd name="T45" fmla="*/ 2147483647 h 71"/>
                  <a:gd name="T46" fmla="*/ 2147483647 w 70"/>
                  <a:gd name="T47" fmla="*/ 2147483647 h 71"/>
                  <a:gd name="T48" fmla="*/ 0 w 70"/>
                  <a:gd name="T49" fmla="*/ 2147483647 h 71"/>
                  <a:gd name="T50" fmla="*/ 2147483647 w 70"/>
                  <a:gd name="T51" fmla="*/ 2147483647 h 71"/>
                  <a:gd name="T52" fmla="*/ 2147483647 w 70"/>
                  <a:gd name="T53" fmla="*/ 2147483647 h 71"/>
                  <a:gd name="T54" fmla="*/ 2147483647 w 70"/>
                  <a:gd name="T55" fmla="*/ 2147483647 h 71"/>
                  <a:gd name="T56" fmla="*/ 2147483647 w 70"/>
                  <a:gd name="T57" fmla="*/ 2147483647 h 71"/>
                  <a:gd name="T58" fmla="*/ 2147483647 w 70"/>
                  <a:gd name="T59" fmla="*/ 2147483647 h 71"/>
                  <a:gd name="T60" fmla="*/ 2147483647 w 70"/>
                  <a:gd name="T61" fmla="*/ 2147483647 h 71"/>
                  <a:gd name="T62" fmla="*/ 2147483647 w 70"/>
                  <a:gd name="T63" fmla="*/ 2147483647 h 71"/>
                  <a:gd name="T64" fmla="*/ 2147483647 w 70"/>
                  <a:gd name="T65" fmla="*/ 0 h 7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70"/>
                  <a:gd name="T100" fmla="*/ 0 h 71"/>
                  <a:gd name="T101" fmla="*/ 70 w 70"/>
                  <a:gd name="T102" fmla="*/ 71 h 7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70" h="71">
                    <a:moveTo>
                      <a:pt x="35" y="0"/>
                    </a:moveTo>
                    <a:lnTo>
                      <a:pt x="43" y="1"/>
                    </a:lnTo>
                    <a:lnTo>
                      <a:pt x="49" y="3"/>
                    </a:lnTo>
                    <a:lnTo>
                      <a:pt x="55" y="6"/>
                    </a:lnTo>
                    <a:lnTo>
                      <a:pt x="61" y="11"/>
                    </a:lnTo>
                    <a:lnTo>
                      <a:pt x="65" y="16"/>
                    </a:lnTo>
                    <a:lnTo>
                      <a:pt x="68" y="22"/>
                    </a:lnTo>
                    <a:lnTo>
                      <a:pt x="69" y="29"/>
                    </a:lnTo>
                    <a:lnTo>
                      <a:pt x="70" y="36"/>
                    </a:lnTo>
                    <a:lnTo>
                      <a:pt x="69" y="44"/>
                    </a:lnTo>
                    <a:lnTo>
                      <a:pt x="68" y="50"/>
                    </a:lnTo>
                    <a:lnTo>
                      <a:pt x="65" y="55"/>
                    </a:lnTo>
                    <a:lnTo>
                      <a:pt x="61" y="61"/>
                    </a:lnTo>
                    <a:lnTo>
                      <a:pt x="55" y="65"/>
                    </a:lnTo>
                    <a:lnTo>
                      <a:pt x="49" y="68"/>
                    </a:lnTo>
                    <a:lnTo>
                      <a:pt x="43" y="70"/>
                    </a:lnTo>
                    <a:lnTo>
                      <a:pt x="35" y="71"/>
                    </a:lnTo>
                    <a:lnTo>
                      <a:pt x="28" y="70"/>
                    </a:lnTo>
                    <a:lnTo>
                      <a:pt x="21" y="68"/>
                    </a:lnTo>
                    <a:lnTo>
                      <a:pt x="16" y="65"/>
                    </a:lnTo>
                    <a:lnTo>
                      <a:pt x="11" y="61"/>
                    </a:lnTo>
                    <a:lnTo>
                      <a:pt x="6" y="55"/>
                    </a:lnTo>
                    <a:lnTo>
                      <a:pt x="3" y="50"/>
                    </a:lnTo>
                    <a:lnTo>
                      <a:pt x="1" y="44"/>
                    </a:lnTo>
                    <a:lnTo>
                      <a:pt x="0" y="36"/>
                    </a:lnTo>
                    <a:lnTo>
                      <a:pt x="1" y="29"/>
                    </a:lnTo>
                    <a:lnTo>
                      <a:pt x="3" y="22"/>
                    </a:lnTo>
                    <a:lnTo>
                      <a:pt x="6" y="16"/>
                    </a:lnTo>
                    <a:lnTo>
                      <a:pt x="11" y="11"/>
                    </a:lnTo>
                    <a:lnTo>
                      <a:pt x="16" y="6"/>
                    </a:lnTo>
                    <a:lnTo>
                      <a:pt x="21" y="3"/>
                    </a:lnTo>
                    <a:lnTo>
                      <a:pt x="28" y="1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5" name="Freeform 179"/>
              <p:cNvSpPr>
                <a:spLocks/>
              </p:cNvSpPr>
              <p:nvPr/>
            </p:nvSpPr>
            <p:spPr bwMode="auto">
              <a:xfrm>
                <a:off x="1582738" y="3638550"/>
                <a:ext cx="28575" cy="28575"/>
              </a:xfrm>
              <a:custGeom>
                <a:avLst/>
                <a:gdLst>
                  <a:gd name="T0" fmla="*/ 2147483647 w 70"/>
                  <a:gd name="T1" fmla="*/ 0 h 71"/>
                  <a:gd name="T2" fmla="*/ 2147483647 w 70"/>
                  <a:gd name="T3" fmla="*/ 2147483647 h 71"/>
                  <a:gd name="T4" fmla="*/ 2147483647 w 70"/>
                  <a:gd name="T5" fmla="*/ 2147483647 h 71"/>
                  <a:gd name="T6" fmla="*/ 2147483647 w 70"/>
                  <a:gd name="T7" fmla="*/ 2147483647 h 71"/>
                  <a:gd name="T8" fmla="*/ 2147483647 w 70"/>
                  <a:gd name="T9" fmla="*/ 2147483647 h 71"/>
                  <a:gd name="T10" fmla="*/ 2147483647 w 70"/>
                  <a:gd name="T11" fmla="*/ 2147483647 h 71"/>
                  <a:gd name="T12" fmla="*/ 2147483647 w 70"/>
                  <a:gd name="T13" fmla="*/ 2147483647 h 71"/>
                  <a:gd name="T14" fmla="*/ 2147483647 w 70"/>
                  <a:gd name="T15" fmla="*/ 2147483647 h 71"/>
                  <a:gd name="T16" fmla="*/ 2147483647 w 70"/>
                  <a:gd name="T17" fmla="*/ 2147483647 h 71"/>
                  <a:gd name="T18" fmla="*/ 2147483647 w 70"/>
                  <a:gd name="T19" fmla="*/ 2147483647 h 71"/>
                  <a:gd name="T20" fmla="*/ 2147483647 w 70"/>
                  <a:gd name="T21" fmla="*/ 2147483647 h 71"/>
                  <a:gd name="T22" fmla="*/ 2147483647 w 70"/>
                  <a:gd name="T23" fmla="*/ 2147483647 h 71"/>
                  <a:gd name="T24" fmla="*/ 2147483647 w 70"/>
                  <a:gd name="T25" fmla="*/ 2147483647 h 71"/>
                  <a:gd name="T26" fmla="*/ 2147483647 w 70"/>
                  <a:gd name="T27" fmla="*/ 2147483647 h 71"/>
                  <a:gd name="T28" fmla="*/ 2147483647 w 70"/>
                  <a:gd name="T29" fmla="*/ 2147483647 h 71"/>
                  <a:gd name="T30" fmla="*/ 2147483647 w 70"/>
                  <a:gd name="T31" fmla="*/ 2147483647 h 71"/>
                  <a:gd name="T32" fmla="*/ 2147483647 w 70"/>
                  <a:gd name="T33" fmla="*/ 2147483647 h 71"/>
                  <a:gd name="T34" fmla="*/ 2147483647 w 70"/>
                  <a:gd name="T35" fmla="*/ 2147483647 h 71"/>
                  <a:gd name="T36" fmla="*/ 2147483647 w 70"/>
                  <a:gd name="T37" fmla="*/ 2147483647 h 71"/>
                  <a:gd name="T38" fmla="*/ 2147483647 w 70"/>
                  <a:gd name="T39" fmla="*/ 2147483647 h 71"/>
                  <a:gd name="T40" fmla="*/ 2147483647 w 70"/>
                  <a:gd name="T41" fmla="*/ 2147483647 h 71"/>
                  <a:gd name="T42" fmla="*/ 2147483647 w 70"/>
                  <a:gd name="T43" fmla="*/ 2147483647 h 71"/>
                  <a:gd name="T44" fmla="*/ 2147483647 w 70"/>
                  <a:gd name="T45" fmla="*/ 2147483647 h 71"/>
                  <a:gd name="T46" fmla="*/ 2147483647 w 70"/>
                  <a:gd name="T47" fmla="*/ 2147483647 h 71"/>
                  <a:gd name="T48" fmla="*/ 0 w 70"/>
                  <a:gd name="T49" fmla="*/ 2147483647 h 71"/>
                  <a:gd name="T50" fmla="*/ 2147483647 w 70"/>
                  <a:gd name="T51" fmla="*/ 2147483647 h 71"/>
                  <a:gd name="T52" fmla="*/ 2147483647 w 70"/>
                  <a:gd name="T53" fmla="*/ 2147483647 h 71"/>
                  <a:gd name="T54" fmla="*/ 2147483647 w 70"/>
                  <a:gd name="T55" fmla="*/ 2147483647 h 71"/>
                  <a:gd name="T56" fmla="*/ 2147483647 w 70"/>
                  <a:gd name="T57" fmla="*/ 2147483647 h 71"/>
                  <a:gd name="T58" fmla="*/ 2147483647 w 70"/>
                  <a:gd name="T59" fmla="*/ 2147483647 h 71"/>
                  <a:gd name="T60" fmla="*/ 2147483647 w 70"/>
                  <a:gd name="T61" fmla="*/ 2147483647 h 71"/>
                  <a:gd name="T62" fmla="*/ 2147483647 w 70"/>
                  <a:gd name="T63" fmla="*/ 2147483647 h 71"/>
                  <a:gd name="T64" fmla="*/ 2147483647 w 70"/>
                  <a:gd name="T65" fmla="*/ 0 h 7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70"/>
                  <a:gd name="T100" fmla="*/ 0 h 71"/>
                  <a:gd name="T101" fmla="*/ 70 w 70"/>
                  <a:gd name="T102" fmla="*/ 71 h 7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70" h="71">
                    <a:moveTo>
                      <a:pt x="35" y="0"/>
                    </a:moveTo>
                    <a:lnTo>
                      <a:pt x="42" y="1"/>
                    </a:lnTo>
                    <a:lnTo>
                      <a:pt x="50" y="3"/>
                    </a:lnTo>
                    <a:lnTo>
                      <a:pt x="55" y="6"/>
                    </a:lnTo>
                    <a:lnTo>
                      <a:pt x="60" y="11"/>
                    </a:lnTo>
                    <a:lnTo>
                      <a:pt x="65" y="16"/>
                    </a:lnTo>
                    <a:lnTo>
                      <a:pt x="68" y="22"/>
                    </a:lnTo>
                    <a:lnTo>
                      <a:pt x="69" y="29"/>
                    </a:lnTo>
                    <a:lnTo>
                      <a:pt x="70" y="36"/>
                    </a:lnTo>
                    <a:lnTo>
                      <a:pt x="69" y="44"/>
                    </a:lnTo>
                    <a:lnTo>
                      <a:pt x="68" y="50"/>
                    </a:lnTo>
                    <a:lnTo>
                      <a:pt x="65" y="55"/>
                    </a:lnTo>
                    <a:lnTo>
                      <a:pt x="60" y="61"/>
                    </a:lnTo>
                    <a:lnTo>
                      <a:pt x="55" y="65"/>
                    </a:lnTo>
                    <a:lnTo>
                      <a:pt x="50" y="68"/>
                    </a:lnTo>
                    <a:lnTo>
                      <a:pt x="42" y="70"/>
                    </a:lnTo>
                    <a:lnTo>
                      <a:pt x="35" y="71"/>
                    </a:lnTo>
                    <a:lnTo>
                      <a:pt x="27" y="70"/>
                    </a:lnTo>
                    <a:lnTo>
                      <a:pt x="21" y="68"/>
                    </a:lnTo>
                    <a:lnTo>
                      <a:pt x="16" y="65"/>
                    </a:lnTo>
                    <a:lnTo>
                      <a:pt x="10" y="61"/>
                    </a:lnTo>
                    <a:lnTo>
                      <a:pt x="6" y="55"/>
                    </a:lnTo>
                    <a:lnTo>
                      <a:pt x="3" y="50"/>
                    </a:lnTo>
                    <a:lnTo>
                      <a:pt x="1" y="44"/>
                    </a:lnTo>
                    <a:lnTo>
                      <a:pt x="0" y="36"/>
                    </a:lnTo>
                    <a:lnTo>
                      <a:pt x="1" y="29"/>
                    </a:lnTo>
                    <a:lnTo>
                      <a:pt x="3" y="22"/>
                    </a:lnTo>
                    <a:lnTo>
                      <a:pt x="6" y="16"/>
                    </a:lnTo>
                    <a:lnTo>
                      <a:pt x="10" y="11"/>
                    </a:lnTo>
                    <a:lnTo>
                      <a:pt x="16" y="6"/>
                    </a:lnTo>
                    <a:lnTo>
                      <a:pt x="21" y="3"/>
                    </a:lnTo>
                    <a:lnTo>
                      <a:pt x="27" y="1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6" name="Freeform 181"/>
              <p:cNvSpPr>
                <a:spLocks/>
              </p:cNvSpPr>
              <p:nvPr/>
            </p:nvSpPr>
            <p:spPr bwMode="auto">
              <a:xfrm>
                <a:off x="1543051" y="3641725"/>
                <a:ext cx="23813" cy="22225"/>
              </a:xfrm>
              <a:custGeom>
                <a:avLst/>
                <a:gdLst>
                  <a:gd name="T0" fmla="*/ 2147483647 w 59"/>
                  <a:gd name="T1" fmla="*/ 0 h 59"/>
                  <a:gd name="T2" fmla="*/ 2147483647 w 59"/>
                  <a:gd name="T3" fmla="*/ 2147483647 h 59"/>
                  <a:gd name="T4" fmla="*/ 2147483647 w 59"/>
                  <a:gd name="T5" fmla="*/ 2147483647 h 59"/>
                  <a:gd name="T6" fmla="*/ 2147483647 w 59"/>
                  <a:gd name="T7" fmla="*/ 2147483647 h 59"/>
                  <a:gd name="T8" fmla="*/ 2147483647 w 59"/>
                  <a:gd name="T9" fmla="*/ 2147483647 h 59"/>
                  <a:gd name="T10" fmla="*/ 2147483647 w 59"/>
                  <a:gd name="T11" fmla="*/ 2147483647 h 59"/>
                  <a:gd name="T12" fmla="*/ 2147483647 w 59"/>
                  <a:gd name="T13" fmla="*/ 2147483647 h 59"/>
                  <a:gd name="T14" fmla="*/ 2147483647 w 59"/>
                  <a:gd name="T15" fmla="*/ 2147483647 h 59"/>
                  <a:gd name="T16" fmla="*/ 2147483647 w 59"/>
                  <a:gd name="T17" fmla="*/ 2147483647 h 59"/>
                  <a:gd name="T18" fmla="*/ 2147483647 w 59"/>
                  <a:gd name="T19" fmla="*/ 2147483647 h 59"/>
                  <a:gd name="T20" fmla="*/ 2147483647 w 59"/>
                  <a:gd name="T21" fmla="*/ 2147483647 h 59"/>
                  <a:gd name="T22" fmla="*/ 2147483647 w 59"/>
                  <a:gd name="T23" fmla="*/ 2147483647 h 59"/>
                  <a:gd name="T24" fmla="*/ 0 w 59"/>
                  <a:gd name="T25" fmla="*/ 2147483647 h 59"/>
                  <a:gd name="T26" fmla="*/ 2147483647 w 59"/>
                  <a:gd name="T27" fmla="*/ 2147483647 h 59"/>
                  <a:gd name="T28" fmla="*/ 2147483647 w 59"/>
                  <a:gd name="T29" fmla="*/ 2147483647 h 59"/>
                  <a:gd name="T30" fmla="*/ 2147483647 w 59"/>
                  <a:gd name="T31" fmla="*/ 2147483647 h 59"/>
                  <a:gd name="T32" fmla="*/ 2147483647 w 59"/>
                  <a:gd name="T33" fmla="*/ 0 h 5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9"/>
                  <a:gd name="T52" fmla="*/ 0 h 59"/>
                  <a:gd name="T53" fmla="*/ 59 w 59"/>
                  <a:gd name="T54" fmla="*/ 59 h 5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9" h="59">
                    <a:moveTo>
                      <a:pt x="30" y="0"/>
                    </a:moveTo>
                    <a:lnTo>
                      <a:pt x="42" y="2"/>
                    </a:lnTo>
                    <a:lnTo>
                      <a:pt x="50" y="9"/>
                    </a:lnTo>
                    <a:lnTo>
                      <a:pt x="57" y="18"/>
                    </a:lnTo>
                    <a:lnTo>
                      <a:pt x="59" y="30"/>
                    </a:lnTo>
                    <a:lnTo>
                      <a:pt x="57" y="42"/>
                    </a:lnTo>
                    <a:lnTo>
                      <a:pt x="50" y="50"/>
                    </a:lnTo>
                    <a:lnTo>
                      <a:pt x="42" y="57"/>
                    </a:lnTo>
                    <a:lnTo>
                      <a:pt x="30" y="59"/>
                    </a:lnTo>
                    <a:lnTo>
                      <a:pt x="18" y="57"/>
                    </a:lnTo>
                    <a:lnTo>
                      <a:pt x="9" y="50"/>
                    </a:lnTo>
                    <a:lnTo>
                      <a:pt x="2" y="42"/>
                    </a:lnTo>
                    <a:lnTo>
                      <a:pt x="0" y="30"/>
                    </a:lnTo>
                    <a:lnTo>
                      <a:pt x="2" y="18"/>
                    </a:lnTo>
                    <a:lnTo>
                      <a:pt x="9" y="9"/>
                    </a:lnTo>
                    <a:lnTo>
                      <a:pt x="18" y="2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473A2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7" name="Freeform 183"/>
              <p:cNvSpPr>
                <a:spLocks/>
              </p:cNvSpPr>
              <p:nvPr/>
            </p:nvSpPr>
            <p:spPr bwMode="auto">
              <a:xfrm>
                <a:off x="1584326" y="3641725"/>
                <a:ext cx="23813" cy="22225"/>
              </a:xfrm>
              <a:custGeom>
                <a:avLst/>
                <a:gdLst>
                  <a:gd name="T0" fmla="*/ 2147483647 w 59"/>
                  <a:gd name="T1" fmla="*/ 0 h 59"/>
                  <a:gd name="T2" fmla="*/ 2147483647 w 59"/>
                  <a:gd name="T3" fmla="*/ 2147483647 h 59"/>
                  <a:gd name="T4" fmla="*/ 2147483647 w 59"/>
                  <a:gd name="T5" fmla="*/ 2147483647 h 59"/>
                  <a:gd name="T6" fmla="*/ 2147483647 w 59"/>
                  <a:gd name="T7" fmla="*/ 2147483647 h 59"/>
                  <a:gd name="T8" fmla="*/ 2147483647 w 59"/>
                  <a:gd name="T9" fmla="*/ 2147483647 h 59"/>
                  <a:gd name="T10" fmla="*/ 2147483647 w 59"/>
                  <a:gd name="T11" fmla="*/ 2147483647 h 59"/>
                  <a:gd name="T12" fmla="*/ 2147483647 w 59"/>
                  <a:gd name="T13" fmla="*/ 2147483647 h 59"/>
                  <a:gd name="T14" fmla="*/ 2147483647 w 59"/>
                  <a:gd name="T15" fmla="*/ 2147483647 h 59"/>
                  <a:gd name="T16" fmla="*/ 2147483647 w 59"/>
                  <a:gd name="T17" fmla="*/ 2147483647 h 59"/>
                  <a:gd name="T18" fmla="*/ 2147483647 w 59"/>
                  <a:gd name="T19" fmla="*/ 2147483647 h 59"/>
                  <a:gd name="T20" fmla="*/ 2147483647 w 59"/>
                  <a:gd name="T21" fmla="*/ 2147483647 h 59"/>
                  <a:gd name="T22" fmla="*/ 2147483647 w 59"/>
                  <a:gd name="T23" fmla="*/ 2147483647 h 59"/>
                  <a:gd name="T24" fmla="*/ 0 w 59"/>
                  <a:gd name="T25" fmla="*/ 2147483647 h 59"/>
                  <a:gd name="T26" fmla="*/ 2147483647 w 59"/>
                  <a:gd name="T27" fmla="*/ 2147483647 h 59"/>
                  <a:gd name="T28" fmla="*/ 2147483647 w 59"/>
                  <a:gd name="T29" fmla="*/ 2147483647 h 59"/>
                  <a:gd name="T30" fmla="*/ 2147483647 w 59"/>
                  <a:gd name="T31" fmla="*/ 2147483647 h 59"/>
                  <a:gd name="T32" fmla="*/ 2147483647 w 59"/>
                  <a:gd name="T33" fmla="*/ 0 h 5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9"/>
                  <a:gd name="T52" fmla="*/ 0 h 59"/>
                  <a:gd name="T53" fmla="*/ 59 w 59"/>
                  <a:gd name="T54" fmla="*/ 59 h 5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9" h="59">
                    <a:moveTo>
                      <a:pt x="30" y="0"/>
                    </a:moveTo>
                    <a:lnTo>
                      <a:pt x="42" y="2"/>
                    </a:lnTo>
                    <a:lnTo>
                      <a:pt x="50" y="9"/>
                    </a:lnTo>
                    <a:lnTo>
                      <a:pt x="57" y="18"/>
                    </a:lnTo>
                    <a:lnTo>
                      <a:pt x="59" y="30"/>
                    </a:lnTo>
                    <a:lnTo>
                      <a:pt x="57" y="42"/>
                    </a:lnTo>
                    <a:lnTo>
                      <a:pt x="50" y="50"/>
                    </a:lnTo>
                    <a:lnTo>
                      <a:pt x="42" y="57"/>
                    </a:lnTo>
                    <a:lnTo>
                      <a:pt x="30" y="59"/>
                    </a:lnTo>
                    <a:lnTo>
                      <a:pt x="18" y="57"/>
                    </a:lnTo>
                    <a:lnTo>
                      <a:pt x="8" y="50"/>
                    </a:lnTo>
                    <a:lnTo>
                      <a:pt x="2" y="42"/>
                    </a:lnTo>
                    <a:lnTo>
                      <a:pt x="0" y="30"/>
                    </a:lnTo>
                    <a:lnTo>
                      <a:pt x="2" y="18"/>
                    </a:lnTo>
                    <a:lnTo>
                      <a:pt x="8" y="9"/>
                    </a:lnTo>
                    <a:lnTo>
                      <a:pt x="18" y="2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473A2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8" name="Freeform 185"/>
              <p:cNvSpPr>
                <a:spLocks/>
              </p:cNvSpPr>
              <p:nvPr/>
            </p:nvSpPr>
            <p:spPr bwMode="auto">
              <a:xfrm>
                <a:off x="1546226" y="3643313"/>
                <a:ext cx="20638" cy="19050"/>
              </a:xfrm>
              <a:custGeom>
                <a:avLst/>
                <a:gdLst>
                  <a:gd name="T0" fmla="*/ 2147483647 w 50"/>
                  <a:gd name="T1" fmla="*/ 0 h 52"/>
                  <a:gd name="T2" fmla="*/ 2147483647 w 50"/>
                  <a:gd name="T3" fmla="*/ 2147483647 h 52"/>
                  <a:gd name="T4" fmla="*/ 2147483647 w 50"/>
                  <a:gd name="T5" fmla="*/ 2147483647 h 52"/>
                  <a:gd name="T6" fmla="*/ 2147483647 w 50"/>
                  <a:gd name="T7" fmla="*/ 2147483647 h 52"/>
                  <a:gd name="T8" fmla="*/ 2147483647 w 50"/>
                  <a:gd name="T9" fmla="*/ 2147483647 h 52"/>
                  <a:gd name="T10" fmla="*/ 2147483647 w 50"/>
                  <a:gd name="T11" fmla="*/ 2147483647 h 52"/>
                  <a:gd name="T12" fmla="*/ 2147483647 w 50"/>
                  <a:gd name="T13" fmla="*/ 2147483647 h 52"/>
                  <a:gd name="T14" fmla="*/ 2147483647 w 50"/>
                  <a:gd name="T15" fmla="*/ 2147483647 h 52"/>
                  <a:gd name="T16" fmla="*/ 2147483647 w 50"/>
                  <a:gd name="T17" fmla="*/ 2147483647 h 52"/>
                  <a:gd name="T18" fmla="*/ 2147483647 w 50"/>
                  <a:gd name="T19" fmla="*/ 2147483647 h 52"/>
                  <a:gd name="T20" fmla="*/ 2147483647 w 50"/>
                  <a:gd name="T21" fmla="*/ 2147483647 h 52"/>
                  <a:gd name="T22" fmla="*/ 2147483647 w 50"/>
                  <a:gd name="T23" fmla="*/ 2147483647 h 52"/>
                  <a:gd name="T24" fmla="*/ 0 w 50"/>
                  <a:gd name="T25" fmla="*/ 2147483647 h 52"/>
                  <a:gd name="T26" fmla="*/ 2147483647 w 50"/>
                  <a:gd name="T27" fmla="*/ 2147483647 h 52"/>
                  <a:gd name="T28" fmla="*/ 2147483647 w 50"/>
                  <a:gd name="T29" fmla="*/ 2147483647 h 52"/>
                  <a:gd name="T30" fmla="*/ 2147483647 w 50"/>
                  <a:gd name="T31" fmla="*/ 2147483647 h 52"/>
                  <a:gd name="T32" fmla="*/ 2147483647 w 50"/>
                  <a:gd name="T33" fmla="*/ 0 h 5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0"/>
                  <a:gd name="T52" fmla="*/ 0 h 52"/>
                  <a:gd name="T53" fmla="*/ 50 w 50"/>
                  <a:gd name="T54" fmla="*/ 52 h 52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0" h="52">
                    <a:moveTo>
                      <a:pt x="24" y="0"/>
                    </a:moveTo>
                    <a:lnTo>
                      <a:pt x="34" y="3"/>
                    </a:lnTo>
                    <a:lnTo>
                      <a:pt x="43" y="8"/>
                    </a:lnTo>
                    <a:lnTo>
                      <a:pt x="48" y="16"/>
                    </a:lnTo>
                    <a:lnTo>
                      <a:pt x="50" y="26"/>
                    </a:lnTo>
                    <a:lnTo>
                      <a:pt x="48" y="36"/>
                    </a:lnTo>
                    <a:lnTo>
                      <a:pt x="43" y="44"/>
                    </a:lnTo>
                    <a:lnTo>
                      <a:pt x="34" y="50"/>
                    </a:lnTo>
                    <a:lnTo>
                      <a:pt x="24" y="52"/>
                    </a:lnTo>
                    <a:lnTo>
                      <a:pt x="15" y="50"/>
                    </a:lnTo>
                    <a:lnTo>
                      <a:pt x="7" y="44"/>
                    </a:lnTo>
                    <a:lnTo>
                      <a:pt x="2" y="36"/>
                    </a:lnTo>
                    <a:lnTo>
                      <a:pt x="0" y="26"/>
                    </a:lnTo>
                    <a:lnTo>
                      <a:pt x="2" y="16"/>
                    </a:lnTo>
                    <a:lnTo>
                      <a:pt x="7" y="8"/>
                    </a:lnTo>
                    <a:lnTo>
                      <a:pt x="15" y="3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776B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9" name="Freeform 187"/>
              <p:cNvSpPr>
                <a:spLocks/>
              </p:cNvSpPr>
              <p:nvPr/>
            </p:nvSpPr>
            <p:spPr bwMode="auto">
              <a:xfrm>
                <a:off x="1589088" y="3643313"/>
                <a:ext cx="19050" cy="19050"/>
              </a:xfrm>
              <a:custGeom>
                <a:avLst/>
                <a:gdLst>
                  <a:gd name="T0" fmla="*/ 2147483647 w 51"/>
                  <a:gd name="T1" fmla="*/ 0 h 52"/>
                  <a:gd name="T2" fmla="*/ 2147483647 w 51"/>
                  <a:gd name="T3" fmla="*/ 2147483647 h 52"/>
                  <a:gd name="T4" fmla="*/ 2147483647 w 51"/>
                  <a:gd name="T5" fmla="*/ 2147483647 h 52"/>
                  <a:gd name="T6" fmla="*/ 2147483647 w 51"/>
                  <a:gd name="T7" fmla="*/ 2147483647 h 52"/>
                  <a:gd name="T8" fmla="*/ 2147483647 w 51"/>
                  <a:gd name="T9" fmla="*/ 2147483647 h 52"/>
                  <a:gd name="T10" fmla="*/ 2147483647 w 51"/>
                  <a:gd name="T11" fmla="*/ 2147483647 h 52"/>
                  <a:gd name="T12" fmla="*/ 2147483647 w 51"/>
                  <a:gd name="T13" fmla="*/ 2147483647 h 52"/>
                  <a:gd name="T14" fmla="*/ 2147483647 w 51"/>
                  <a:gd name="T15" fmla="*/ 2147483647 h 52"/>
                  <a:gd name="T16" fmla="*/ 2147483647 w 51"/>
                  <a:gd name="T17" fmla="*/ 2147483647 h 52"/>
                  <a:gd name="T18" fmla="*/ 2147483647 w 51"/>
                  <a:gd name="T19" fmla="*/ 2147483647 h 52"/>
                  <a:gd name="T20" fmla="*/ 2147483647 w 51"/>
                  <a:gd name="T21" fmla="*/ 2147483647 h 52"/>
                  <a:gd name="T22" fmla="*/ 2147483647 w 51"/>
                  <a:gd name="T23" fmla="*/ 2147483647 h 52"/>
                  <a:gd name="T24" fmla="*/ 0 w 51"/>
                  <a:gd name="T25" fmla="*/ 2147483647 h 52"/>
                  <a:gd name="T26" fmla="*/ 2147483647 w 51"/>
                  <a:gd name="T27" fmla="*/ 2147483647 h 52"/>
                  <a:gd name="T28" fmla="*/ 2147483647 w 51"/>
                  <a:gd name="T29" fmla="*/ 2147483647 h 52"/>
                  <a:gd name="T30" fmla="*/ 2147483647 w 51"/>
                  <a:gd name="T31" fmla="*/ 2147483647 h 52"/>
                  <a:gd name="T32" fmla="*/ 2147483647 w 51"/>
                  <a:gd name="T33" fmla="*/ 0 h 5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1"/>
                  <a:gd name="T52" fmla="*/ 0 h 52"/>
                  <a:gd name="T53" fmla="*/ 51 w 51"/>
                  <a:gd name="T54" fmla="*/ 52 h 52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1" h="52">
                    <a:moveTo>
                      <a:pt x="25" y="0"/>
                    </a:moveTo>
                    <a:lnTo>
                      <a:pt x="35" y="3"/>
                    </a:lnTo>
                    <a:lnTo>
                      <a:pt x="43" y="8"/>
                    </a:lnTo>
                    <a:lnTo>
                      <a:pt x="49" y="16"/>
                    </a:lnTo>
                    <a:lnTo>
                      <a:pt x="51" y="26"/>
                    </a:lnTo>
                    <a:lnTo>
                      <a:pt x="49" y="36"/>
                    </a:lnTo>
                    <a:lnTo>
                      <a:pt x="43" y="44"/>
                    </a:lnTo>
                    <a:lnTo>
                      <a:pt x="35" y="50"/>
                    </a:lnTo>
                    <a:lnTo>
                      <a:pt x="25" y="52"/>
                    </a:lnTo>
                    <a:lnTo>
                      <a:pt x="15" y="50"/>
                    </a:lnTo>
                    <a:lnTo>
                      <a:pt x="8" y="44"/>
                    </a:lnTo>
                    <a:lnTo>
                      <a:pt x="3" y="36"/>
                    </a:lnTo>
                    <a:lnTo>
                      <a:pt x="0" y="26"/>
                    </a:lnTo>
                    <a:lnTo>
                      <a:pt x="3" y="16"/>
                    </a:lnTo>
                    <a:lnTo>
                      <a:pt x="8" y="8"/>
                    </a:lnTo>
                    <a:lnTo>
                      <a:pt x="15" y="3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776B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0" name="Freeform 189"/>
              <p:cNvSpPr>
                <a:spLocks/>
              </p:cNvSpPr>
              <p:nvPr/>
            </p:nvSpPr>
            <p:spPr bwMode="auto">
              <a:xfrm>
                <a:off x="1552576" y="3646488"/>
                <a:ext cx="14288" cy="14287"/>
              </a:xfrm>
              <a:custGeom>
                <a:avLst/>
                <a:gdLst>
                  <a:gd name="T0" fmla="*/ 2147483647 w 35"/>
                  <a:gd name="T1" fmla="*/ 0 h 35"/>
                  <a:gd name="T2" fmla="*/ 2147483647 w 35"/>
                  <a:gd name="T3" fmla="*/ 2147483647 h 35"/>
                  <a:gd name="T4" fmla="*/ 2147483647 w 35"/>
                  <a:gd name="T5" fmla="*/ 2147483647 h 35"/>
                  <a:gd name="T6" fmla="*/ 2147483647 w 35"/>
                  <a:gd name="T7" fmla="*/ 2147483647 h 35"/>
                  <a:gd name="T8" fmla="*/ 2147483647 w 35"/>
                  <a:gd name="T9" fmla="*/ 2147483647 h 35"/>
                  <a:gd name="T10" fmla="*/ 2147483647 w 35"/>
                  <a:gd name="T11" fmla="*/ 2147483647 h 35"/>
                  <a:gd name="T12" fmla="*/ 2147483647 w 35"/>
                  <a:gd name="T13" fmla="*/ 2147483647 h 35"/>
                  <a:gd name="T14" fmla="*/ 2147483647 w 35"/>
                  <a:gd name="T15" fmla="*/ 2147483647 h 35"/>
                  <a:gd name="T16" fmla="*/ 2147483647 w 35"/>
                  <a:gd name="T17" fmla="*/ 2147483647 h 35"/>
                  <a:gd name="T18" fmla="*/ 2147483647 w 35"/>
                  <a:gd name="T19" fmla="*/ 2147483647 h 35"/>
                  <a:gd name="T20" fmla="*/ 2147483647 w 35"/>
                  <a:gd name="T21" fmla="*/ 2147483647 h 35"/>
                  <a:gd name="T22" fmla="*/ 2147483647 w 35"/>
                  <a:gd name="T23" fmla="*/ 2147483647 h 35"/>
                  <a:gd name="T24" fmla="*/ 0 w 35"/>
                  <a:gd name="T25" fmla="*/ 2147483647 h 35"/>
                  <a:gd name="T26" fmla="*/ 2147483647 w 35"/>
                  <a:gd name="T27" fmla="*/ 2147483647 h 35"/>
                  <a:gd name="T28" fmla="*/ 2147483647 w 35"/>
                  <a:gd name="T29" fmla="*/ 2147483647 h 35"/>
                  <a:gd name="T30" fmla="*/ 2147483647 w 35"/>
                  <a:gd name="T31" fmla="*/ 2147483647 h 35"/>
                  <a:gd name="T32" fmla="*/ 2147483647 w 35"/>
                  <a:gd name="T33" fmla="*/ 0 h 3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5"/>
                  <a:gd name="T52" fmla="*/ 0 h 35"/>
                  <a:gd name="T53" fmla="*/ 35 w 35"/>
                  <a:gd name="T54" fmla="*/ 35 h 35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5" h="35">
                    <a:moveTo>
                      <a:pt x="17" y="0"/>
                    </a:moveTo>
                    <a:lnTo>
                      <a:pt x="24" y="1"/>
                    </a:lnTo>
                    <a:lnTo>
                      <a:pt x="30" y="5"/>
                    </a:lnTo>
                    <a:lnTo>
                      <a:pt x="34" y="11"/>
                    </a:lnTo>
                    <a:lnTo>
                      <a:pt x="35" y="17"/>
                    </a:lnTo>
                    <a:lnTo>
                      <a:pt x="34" y="25"/>
                    </a:lnTo>
                    <a:lnTo>
                      <a:pt x="30" y="30"/>
                    </a:lnTo>
                    <a:lnTo>
                      <a:pt x="24" y="34"/>
                    </a:lnTo>
                    <a:lnTo>
                      <a:pt x="17" y="35"/>
                    </a:lnTo>
                    <a:lnTo>
                      <a:pt x="10" y="34"/>
                    </a:lnTo>
                    <a:lnTo>
                      <a:pt x="5" y="30"/>
                    </a:lnTo>
                    <a:lnTo>
                      <a:pt x="1" y="25"/>
                    </a:lnTo>
                    <a:lnTo>
                      <a:pt x="0" y="17"/>
                    </a:lnTo>
                    <a:lnTo>
                      <a:pt x="1" y="11"/>
                    </a:lnTo>
                    <a:lnTo>
                      <a:pt x="5" y="5"/>
                    </a:lnTo>
                    <a:lnTo>
                      <a:pt x="10" y="1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1" name="Freeform 191"/>
              <p:cNvSpPr>
                <a:spLocks/>
              </p:cNvSpPr>
              <p:nvPr/>
            </p:nvSpPr>
            <p:spPr bwMode="auto">
              <a:xfrm>
                <a:off x="1593851" y="3646488"/>
                <a:ext cx="14288" cy="14287"/>
              </a:xfrm>
              <a:custGeom>
                <a:avLst/>
                <a:gdLst>
                  <a:gd name="T0" fmla="*/ 2147483647 w 36"/>
                  <a:gd name="T1" fmla="*/ 0 h 35"/>
                  <a:gd name="T2" fmla="*/ 2147483647 w 36"/>
                  <a:gd name="T3" fmla="*/ 2147483647 h 35"/>
                  <a:gd name="T4" fmla="*/ 2147483647 w 36"/>
                  <a:gd name="T5" fmla="*/ 2147483647 h 35"/>
                  <a:gd name="T6" fmla="*/ 2147483647 w 36"/>
                  <a:gd name="T7" fmla="*/ 2147483647 h 35"/>
                  <a:gd name="T8" fmla="*/ 2147483647 w 36"/>
                  <a:gd name="T9" fmla="*/ 2147483647 h 35"/>
                  <a:gd name="T10" fmla="*/ 2147483647 w 36"/>
                  <a:gd name="T11" fmla="*/ 2147483647 h 35"/>
                  <a:gd name="T12" fmla="*/ 2147483647 w 36"/>
                  <a:gd name="T13" fmla="*/ 2147483647 h 35"/>
                  <a:gd name="T14" fmla="*/ 2147483647 w 36"/>
                  <a:gd name="T15" fmla="*/ 2147483647 h 35"/>
                  <a:gd name="T16" fmla="*/ 2147483647 w 36"/>
                  <a:gd name="T17" fmla="*/ 2147483647 h 35"/>
                  <a:gd name="T18" fmla="*/ 2147483647 w 36"/>
                  <a:gd name="T19" fmla="*/ 2147483647 h 35"/>
                  <a:gd name="T20" fmla="*/ 2147483647 w 36"/>
                  <a:gd name="T21" fmla="*/ 2147483647 h 35"/>
                  <a:gd name="T22" fmla="*/ 2147483647 w 36"/>
                  <a:gd name="T23" fmla="*/ 2147483647 h 35"/>
                  <a:gd name="T24" fmla="*/ 0 w 36"/>
                  <a:gd name="T25" fmla="*/ 2147483647 h 35"/>
                  <a:gd name="T26" fmla="*/ 2147483647 w 36"/>
                  <a:gd name="T27" fmla="*/ 2147483647 h 35"/>
                  <a:gd name="T28" fmla="*/ 2147483647 w 36"/>
                  <a:gd name="T29" fmla="*/ 2147483647 h 35"/>
                  <a:gd name="T30" fmla="*/ 2147483647 w 36"/>
                  <a:gd name="T31" fmla="*/ 2147483647 h 35"/>
                  <a:gd name="T32" fmla="*/ 2147483647 w 36"/>
                  <a:gd name="T33" fmla="*/ 0 h 3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6"/>
                  <a:gd name="T52" fmla="*/ 0 h 35"/>
                  <a:gd name="T53" fmla="*/ 36 w 36"/>
                  <a:gd name="T54" fmla="*/ 35 h 35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6" h="35">
                    <a:moveTo>
                      <a:pt x="18" y="0"/>
                    </a:moveTo>
                    <a:lnTo>
                      <a:pt x="25" y="1"/>
                    </a:lnTo>
                    <a:lnTo>
                      <a:pt x="30" y="5"/>
                    </a:lnTo>
                    <a:lnTo>
                      <a:pt x="35" y="11"/>
                    </a:lnTo>
                    <a:lnTo>
                      <a:pt x="36" y="17"/>
                    </a:lnTo>
                    <a:lnTo>
                      <a:pt x="35" y="25"/>
                    </a:lnTo>
                    <a:lnTo>
                      <a:pt x="30" y="30"/>
                    </a:lnTo>
                    <a:lnTo>
                      <a:pt x="25" y="34"/>
                    </a:lnTo>
                    <a:lnTo>
                      <a:pt x="18" y="35"/>
                    </a:lnTo>
                    <a:lnTo>
                      <a:pt x="11" y="34"/>
                    </a:lnTo>
                    <a:lnTo>
                      <a:pt x="6" y="30"/>
                    </a:lnTo>
                    <a:lnTo>
                      <a:pt x="2" y="25"/>
                    </a:lnTo>
                    <a:lnTo>
                      <a:pt x="0" y="17"/>
                    </a:lnTo>
                    <a:lnTo>
                      <a:pt x="2" y="11"/>
                    </a:lnTo>
                    <a:lnTo>
                      <a:pt x="6" y="5"/>
                    </a:lnTo>
                    <a:lnTo>
                      <a:pt x="11" y="1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2" name="Freeform 193"/>
              <p:cNvSpPr>
                <a:spLocks/>
              </p:cNvSpPr>
              <p:nvPr/>
            </p:nvSpPr>
            <p:spPr bwMode="auto">
              <a:xfrm>
                <a:off x="1641476" y="3652838"/>
                <a:ext cx="9525" cy="9525"/>
              </a:xfrm>
              <a:custGeom>
                <a:avLst/>
                <a:gdLst>
                  <a:gd name="T0" fmla="*/ 2147483647 w 21"/>
                  <a:gd name="T1" fmla="*/ 0 h 23"/>
                  <a:gd name="T2" fmla="*/ 2147483647 w 21"/>
                  <a:gd name="T3" fmla="*/ 2147483647 h 23"/>
                  <a:gd name="T4" fmla="*/ 2147483647 w 21"/>
                  <a:gd name="T5" fmla="*/ 2147483647 h 23"/>
                  <a:gd name="T6" fmla="*/ 2147483647 w 21"/>
                  <a:gd name="T7" fmla="*/ 2147483647 h 23"/>
                  <a:gd name="T8" fmla="*/ 2147483647 w 21"/>
                  <a:gd name="T9" fmla="*/ 2147483647 h 23"/>
                  <a:gd name="T10" fmla="*/ 2147483647 w 21"/>
                  <a:gd name="T11" fmla="*/ 2147483647 h 23"/>
                  <a:gd name="T12" fmla="*/ 2147483647 w 21"/>
                  <a:gd name="T13" fmla="*/ 2147483647 h 23"/>
                  <a:gd name="T14" fmla="*/ 2147483647 w 21"/>
                  <a:gd name="T15" fmla="*/ 2147483647 h 23"/>
                  <a:gd name="T16" fmla="*/ 2147483647 w 21"/>
                  <a:gd name="T17" fmla="*/ 2147483647 h 23"/>
                  <a:gd name="T18" fmla="*/ 2147483647 w 21"/>
                  <a:gd name="T19" fmla="*/ 2147483647 h 23"/>
                  <a:gd name="T20" fmla="*/ 2147483647 w 21"/>
                  <a:gd name="T21" fmla="*/ 2147483647 h 23"/>
                  <a:gd name="T22" fmla="*/ 2147483647 w 21"/>
                  <a:gd name="T23" fmla="*/ 2147483647 h 23"/>
                  <a:gd name="T24" fmla="*/ 0 w 21"/>
                  <a:gd name="T25" fmla="*/ 2147483647 h 23"/>
                  <a:gd name="T26" fmla="*/ 2147483647 w 21"/>
                  <a:gd name="T27" fmla="*/ 2147483647 h 23"/>
                  <a:gd name="T28" fmla="*/ 2147483647 w 21"/>
                  <a:gd name="T29" fmla="*/ 2147483647 h 23"/>
                  <a:gd name="T30" fmla="*/ 2147483647 w 21"/>
                  <a:gd name="T31" fmla="*/ 2147483647 h 23"/>
                  <a:gd name="T32" fmla="*/ 2147483647 w 21"/>
                  <a:gd name="T33" fmla="*/ 0 h 2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"/>
                  <a:gd name="T52" fmla="*/ 0 h 23"/>
                  <a:gd name="T53" fmla="*/ 21 w 21"/>
                  <a:gd name="T54" fmla="*/ 23 h 2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" h="23">
                    <a:moveTo>
                      <a:pt x="11" y="0"/>
                    </a:moveTo>
                    <a:lnTo>
                      <a:pt x="15" y="1"/>
                    </a:lnTo>
                    <a:lnTo>
                      <a:pt x="18" y="3"/>
                    </a:lnTo>
                    <a:lnTo>
                      <a:pt x="20" y="7"/>
                    </a:lnTo>
                    <a:lnTo>
                      <a:pt x="21" y="12"/>
                    </a:lnTo>
                    <a:lnTo>
                      <a:pt x="20" y="16"/>
                    </a:lnTo>
                    <a:lnTo>
                      <a:pt x="18" y="20"/>
                    </a:lnTo>
                    <a:lnTo>
                      <a:pt x="15" y="22"/>
                    </a:lnTo>
                    <a:lnTo>
                      <a:pt x="11" y="23"/>
                    </a:lnTo>
                    <a:lnTo>
                      <a:pt x="6" y="22"/>
                    </a:lnTo>
                    <a:lnTo>
                      <a:pt x="3" y="20"/>
                    </a:lnTo>
                    <a:lnTo>
                      <a:pt x="1" y="16"/>
                    </a:lnTo>
                    <a:lnTo>
                      <a:pt x="0" y="12"/>
                    </a:lnTo>
                    <a:lnTo>
                      <a:pt x="1" y="7"/>
                    </a:lnTo>
                    <a:lnTo>
                      <a:pt x="3" y="3"/>
                    </a:lnTo>
                    <a:lnTo>
                      <a:pt x="6" y="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42352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3" name="Freeform 195"/>
              <p:cNvSpPr>
                <a:spLocks/>
              </p:cNvSpPr>
              <p:nvPr/>
            </p:nvSpPr>
            <p:spPr bwMode="auto">
              <a:xfrm>
                <a:off x="1658938" y="3652838"/>
                <a:ext cx="9525" cy="9525"/>
              </a:xfrm>
              <a:custGeom>
                <a:avLst/>
                <a:gdLst>
                  <a:gd name="T0" fmla="*/ 2147483647 w 21"/>
                  <a:gd name="T1" fmla="*/ 0 h 23"/>
                  <a:gd name="T2" fmla="*/ 2147483647 w 21"/>
                  <a:gd name="T3" fmla="*/ 2147483647 h 23"/>
                  <a:gd name="T4" fmla="*/ 2147483647 w 21"/>
                  <a:gd name="T5" fmla="*/ 2147483647 h 23"/>
                  <a:gd name="T6" fmla="*/ 2147483647 w 21"/>
                  <a:gd name="T7" fmla="*/ 2147483647 h 23"/>
                  <a:gd name="T8" fmla="*/ 2147483647 w 21"/>
                  <a:gd name="T9" fmla="*/ 2147483647 h 23"/>
                  <a:gd name="T10" fmla="*/ 2147483647 w 21"/>
                  <a:gd name="T11" fmla="*/ 2147483647 h 23"/>
                  <a:gd name="T12" fmla="*/ 2147483647 w 21"/>
                  <a:gd name="T13" fmla="*/ 2147483647 h 23"/>
                  <a:gd name="T14" fmla="*/ 2147483647 w 21"/>
                  <a:gd name="T15" fmla="*/ 2147483647 h 23"/>
                  <a:gd name="T16" fmla="*/ 2147483647 w 21"/>
                  <a:gd name="T17" fmla="*/ 2147483647 h 23"/>
                  <a:gd name="T18" fmla="*/ 2147483647 w 21"/>
                  <a:gd name="T19" fmla="*/ 2147483647 h 23"/>
                  <a:gd name="T20" fmla="*/ 2147483647 w 21"/>
                  <a:gd name="T21" fmla="*/ 2147483647 h 23"/>
                  <a:gd name="T22" fmla="*/ 2147483647 w 21"/>
                  <a:gd name="T23" fmla="*/ 2147483647 h 23"/>
                  <a:gd name="T24" fmla="*/ 0 w 21"/>
                  <a:gd name="T25" fmla="*/ 2147483647 h 23"/>
                  <a:gd name="T26" fmla="*/ 2147483647 w 21"/>
                  <a:gd name="T27" fmla="*/ 2147483647 h 23"/>
                  <a:gd name="T28" fmla="*/ 2147483647 w 21"/>
                  <a:gd name="T29" fmla="*/ 2147483647 h 23"/>
                  <a:gd name="T30" fmla="*/ 2147483647 w 21"/>
                  <a:gd name="T31" fmla="*/ 2147483647 h 23"/>
                  <a:gd name="T32" fmla="*/ 2147483647 w 21"/>
                  <a:gd name="T33" fmla="*/ 0 h 2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"/>
                  <a:gd name="T52" fmla="*/ 0 h 23"/>
                  <a:gd name="T53" fmla="*/ 21 w 21"/>
                  <a:gd name="T54" fmla="*/ 23 h 2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" h="23">
                    <a:moveTo>
                      <a:pt x="11" y="0"/>
                    </a:moveTo>
                    <a:lnTo>
                      <a:pt x="15" y="1"/>
                    </a:lnTo>
                    <a:lnTo>
                      <a:pt x="18" y="3"/>
                    </a:lnTo>
                    <a:lnTo>
                      <a:pt x="20" y="7"/>
                    </a:lnTo>
                    <a:lnTo>
                      <a:pt x="21" y="12"/>
                    </a:lnTo>
                    <a:lnTo>
                      <a:pt x="20" y="16"/>
                    </a:lnTo>
                    <a:lnTo>
                      <a:pt x="18" y="20"/>
                    </a:lnTo>
                    <a:lnTo>
                      <a:pt x="15" y="22"/>
                    </a:lnTo>
                    <a:lnTo>
                      <a:pt x="11" y="23"/>
                    </a:lnTo>
                    <a:lnTo>
                      <a:pt x="6" y="22"/>
                    </a:lnTo>
                    <a:lnTo>
                      <a:pt x="3" y="20"/>
                    </a:lnTo>
                    <a:lnTo>
                      <a:pt x="1" y="16"/>
                    </a:lnTo>
                    <a:lnTo>
                      <a:pt x="0" y="12"/>
                    </a:lnTo>
                    <a:lnTo>
                      <a:pt x="1" y="7"/>
                    </a:lnTo>
                    <a:lnTo>
                      <a:pt x="3" y="3"/>
                    </a:lnTo>
                    <a:lnTo>
                      <a:pt x="6" y="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42352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4" name="Freeform 197"/>
              <p:cNvSpPr>
                <a:spLocks/>
              </p:cNvSpPr>
              <p:nvPr/>
            </p:nvSpPr>
            <p:spPr bwMode="auto">
              <a:xfrm>
                <a:off x="1676401" y="3652838"/>
                <a:ext cx="7938" cy="9525"/>
              </a:xfrm>
              <a:custGeom>
                <a:avLst/>
                <a:gdLst>
                  <a:gd name="T0" fmla="*/ 2147483647 w 21"/>
                  <a:gd name="T1" fmla="*/ 0 h 23"/>
                  <a:gd name="T2" fmla="*/ 2147483647 w 21"/>
                  <a:gd name="T3" fmla="*/ 2147483647 h 23"/>
                  <a:gd name="T4" fmla="*/ 2147483647 w 21"/>
                  <a:gd name="T5" fmla="*/ 2147483647 h 23"/>
                  <a:gd name="T6" fmla="*/ 2147483647 w 21"/>
                  <a:gd name="T7" fmla="*/ 2147483647 h 23"/>
                  <a:gd name="T8" fmla="*/ 2147483647 w 21"/>
                  <a:gd name="T9" fmla="*/ 2147483647 h 23"/>
                  <a:gd name="T10" fmla="*/ 2147483647 w 21"/>
                  <a:gd name="T11" fmla="*/ 2147483647 h 23"/>
                  <a:gd name="T12" fmla="*/ 2147483647 w 21"/>
                  <a:gd name="T13" fmla="*/ 2147483647 h 23"/>
                  <a:gd name="T14" fmla="*/ 2147483647 w 21"/>
                  <a:gd name="T15" fmla="*/ 2147483647 h 23"/>
                  <a:gd name="T16" fmla="*/ 2147483647 w 21"/>
                  <a:gd name="T17" fmla="*/ 2147483647 h 23"/>
                  <a:gd name="T18" fmla="*/ 2147483647 w 21"/>
                  <a:gd name="T19" fmla="*/ 2147483647 h 23"/>
                  <a:gd name="T20" fmla="*/ 2147483647 w 21"/>
                  <a:gd name="T21" fmla="*/ 2147483647 h 23"/>
                  <a:gd name="T22" fmla="*/ 2147483647 w 21"/>
                  <a:gd name="T23" fmla="*/ 2147483647 h 23"/>
                  <a:gd name="T24" fmla="*/ 0 w 21"/>
                  <a:gd name="T25" fmla="*/ 2147483647 h 23"/>
                  <a:gd name="T26" fmla="*/ 2147483647 w 21"/>
                  <a:gd name="T27" fmla="*/ 2147483647 h 23"/>
                  <a:gd name="T28" fmla="*/ 2147483647 w 21"/>
                  <a:gd name="T29" fmla="*/ 2147483647 h 23"/>
                  <a:gd name="T30" fmla="*/ 2147483647 w 21"/>
                  <a:gd name="T31" fmla="*/ 2147483647 h 23"/>
                  <a:gd name="T32" fmla="*/ 2147483647 w 21"/>
                  <a:gd name="T33" fmla="*/ 0 h 2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"/>
                  <a:gd name="T52" fmla="*/ 0 h 23"/>
                  <a:gd name="T53" fmla="*/ 21 w 21"/>
                  <a:gd name="T54" fmla="*/ 23 h 2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" h="23">
                    <a:moveTo>
                      <a:pt x="10" y="0"/>
                    </a:moveTo>
                    <a:lnTo>
                      <a:pt x="16" y="1"/>
                    </a:lnTo>
                    <a:lnTo>
                      <a:pt x="19" y="3"/>
                    </a:lnTo>
                    <a:lnTo>
                      <a:pt x="20" y="7"/>
                    </a:lnTo>
                    <a:lnTo>
                      <a:pt x="21" y="12"/>
                    </a:lnTo>
                    <a:lnTo>
                      <a:pt x="20" y="16"/>
                    </a:lnTo>
                    <a:lnTo>
                      <a:pt x="19" y="20"/>
                    </a:lnTo>
                    <a:lnTo>
                      <a:pt x="16" y="22"/>
                    </a:lnTo>
                    <a:lnTo>
                      <a:pt x="10" y="23"/>
                    </a:lnTo>
                    <a:lnTo>
                      <a:pt x="6" y="22"/>
                    </a:lnTo>
                    <a:lnTo>
                      <a:pt x="3" y="20"/>
                    </a:lnTo>
                    <a:lnTo>
                      <a:pt x="1" y="16"/>
                    </a:lnTo>
                    <a:lnTo>
                      <a:pt x="0" y="12"/>
                    </a:lnTo>
                    <a:lnTo>
                      <a:pt x="1" y="7"/>
                    </a:lnTo>
                    <a:lnTo>
                      <a:pt x="3" y="3"/>
                    </a:lnTo>
                    <a:lnTo>
                      <a:pt x="6" y="1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42352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5" name="Freeform 199"/>
              <p:cNvSpPr>
                <a:spLocks/>
              </p:cNvSpPr>
              <p:nvPr/>
            </p:nvSpPr>
            <p:spPr bwMode="auto">
              <a:xfrm>
                <a:off x="1590676" y="3267075"/>
                <a:ext cx="42863" cy="14287"/>
              </a:xfrm>
              <a:custGeom>
                <a:avLst/>
                <a:gdLst>
                  <a:gd name="T0" fmla="*/ 2147483647 w 111"/>
                  <a:gd name="T1" fmla="*/ 0 h 36"/>
                  <a:gd name="T2" fmla="*/ 2147483647 w 111"/>
                  <a:gd name="T3" fmla="*/ 0 h 36"/>
                  <a:gd name="T4" fmla="*/ 2147483647 w 111"/>
                  <a:gd name="T5" fmla="*/ 2147483647 h 36"/>
                  <a:gd name="T6" fmla="*/ 2147483647 w 111"/>
                  <a:gd name="T7" fmla="*/ 2147483647 h 36"/>
                  <a:gd name="T8" fmla="*/ 2147483647 w 111"/>
                  <a:gd name="T9" fmla="*/ 2147483647 h 36"/>
                  <a:gd name="T10" fmla="*/ 2147483647 w 111"/>
                  <a:gd name="T11" fmla="*/ 2147483647 h 36"/>
                  <a:gd name="T12" fmla="*/ 2147483647 w 111"/>
                  <a:gd name="T13" fmla="*/ 2147483647 h 36"/>
                  <a:gd name="T14" fmla="*/ 2147483647 w 111"/>
                  <a:gd name="T15" fmla="*/ 2147483647 h 36"/>
                  <a:gd name="T16" fmla="*/ 2147483647 w 111"/>
                  <a:gd name="T17" fmla="*/ 2147483647 h 36"/>
                  <a:gd name="T18" fmla="*/ 2147483647 w 111"/>
                  <a:gd name="T19" fmla="*/ 2147483647 h 36"/>
                  <a:gd name="T20" fmla="*/ 2147483647 w 111"/>
                  <a:gd name="T21" fmla="*/ 2147483647 h 36"/>
                  <a:gd name="T22" fmla="*/ 2147483647 w 111"/>
                  <a:gd name="T23" fmla="*/ 2147483647 h 36"/>
                  <a:gd name="T24" fmla="*/ 2147483647 w 111"/>
                  <a:gd name="T25" fmla="*/ 2147483647 h 36"/>
                  <a:gd name="T26" fmla="*/ 2147483647 w 111"/>
                  <a:gd name="T27" fmla="*/ 2147483647 h 36"/>
                  <a:gd name="T28" fmla="*/ 2147483647 w 111"/>
                  <a:gd name="T29" fmla="*/ 2147483647 h 36"/>
                  <a:gd name="T30" fmla="*/ 2147483647 w 111"/>
                  <a:gd name="T31" fmla="*/ 2147483647 h 36"/>
                  <a:gd name="T32" fmla="*/ 2147483647 w 111"/>
                  <a:gd name="T33" fmla="*/ 2147483647 h 36"/>
                  <a:gd name="T34" fmla="*/ 2147483647 w 111"/>
                  <a:gd name="T35" fmla="*/ 2147483647 h 36"/>
                  <a:gd name="T36" fmla="*/ 2147483647 w 111"/>
                  <a:gd name="T37" fmla="*/ 2147483647 h 36"/>
                  <a:gd name="T38" fmla="*/ 2147483647 w 111"/>
                  <a:gd name="T39" fmla="*/ 2147483647 h 36"/>
                  <a:gd name="T40" fmla="*/ 2147483647 w 111"/>
                  <a:gd name="T41" fmla="*/ 2147483647 h 36"/>
                  <a:gd name="T42" fmla="*/ 2147483647 w 111"/>
                  <a:gd name="T43" fmla="*/ 2147483647 h 36"/>
                  <a:gd name="T44" fmla="*/ 2147483647 w 111"/>
                  <a:gd name="T45" fmla="*/ 2147483647 h 36"/>
                  <a:gd name="T46" fmla="*/ 2147483647 w 111"/>
                  <a:gd name="T47" fmla="*/ 2147483647 h 36"/>
                  <a:gd name="T48" fmla="*/ 0 w 111"/>
                  <a:gd name="T49" fmla="*/ 2147483647 h 36"/>
                  <a:gd name="T50" fmla="*/ 2147483647 w 111"/>
                  <a:gd name="T51" fmla="*/ 2147483647 h 36"/>
                  <a:gd name="T52" fmla="*/ 2147483647 w 111"/>
                  <a:gd name="T53" fmla="*/ 2147483647 h 36"/>
                  <a:gd name="T54" fmla="*/ 2147483647 w 111"/>
                  <a:gd name="T55" fmla="*/ 2147483647 h 36"/>
                  <a:gd name="T56" fmla="*/ 2147483647 w 111"/>
                  <a:gd name="T57" fmla="*/ 2147483647 h 36"/>
                  <a:gd name="T58" fmla="*/ 2147483647 w 111"/>
                  <a:gd name="T59" fmla="*/ 2147483647 h 36"/>
                  <a:gd name="T60" fmla="*/ 2147483647 w 111"/>
                  <a:gd name="T61" fmla="*/ 2147483647 h 36"/>
                  <a:gd name="T62" fmla="*/ 2147483647 w 111"/>
                  <a:gd name="T63" fmla="*/ 0 h 36"/>
                  <a:gd name="T64" fmla="*/ 2147483647 w 111"/>
                  <a:gd name="T65" fmla="*/ 0 h 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1"/>
                  <a:gd name="T100" fmla="*/ 0 h 36"/>
                  <a:gd name="T101" fmla="*/ 111 w 111"/>
                  <a:gd name="T102" fmla="*/ 36 h 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1" h="36">
                    <a:moveTo>
                      <a:pt x="55" y="0"/>
                    </a:moveTo>
                    <a:lnTo>
                      <a:pt x="67" y="0"/>
                    </a:lnTo>
                    <a:lnTo>
                      <a:pt x="77" y="1"/>
                    </a:lnTo>
                    <a:lnTo>
                      <a:pt x="86" y="3"/>
                    </a:lnTo>
                    <a:lnTo>
                      <a:pt x="95" y="5"/>
                    </a:lnTo>
                    <a:lnTo>
                      <a:pt x="101" y="7"/>
                    </a:lnTo>
                    <a:lnTo>
                      <a:pt x="107" y="11"/>
                    </a:lnTo>
                    <a:lnTo>
                      <a:pt x="110" y="14"/>
                    </a:lnTo>
                    <a:lnTo>
                      <a:pt x="111" y="18"/>
                    </a:lnTo>
                    <a:lnTo>
                      <a:pt x="110" y="21"/>
                    </a:lnTo>
                    <a:lnTo>
                      <a:pt x="107" y="25"/>
                    </a:lnTo>
                    <a:lnTo>
                      <a:pt x="101" y="28"/>
                    </a:lnTo>
                    <a:lnTo>
                      <a:pt x="95" y="31"/>
                    </a:lnTo>
                    <a:lnTo>
                      <a:pt x="86" y="33"/>
                    </a:lnTo>
                    <a:lnTo>
                      <a:pt x="77" y="35"/>
                    </a:lnTo>
                    <a:lnTo>
                      <a:pt x="67" y="36"/>
                    </a:lnTo>
                    <a:lnTo>
                      <a:pt x="55" y="36"/>
                    </a:lnTo>
                    <a:lnTo>
                      <a:pt x="44" y="36"/>
                    </a:lnTo>
                    <a:lnTo>
                      <a:pt x="34" y="35"/>
                    </a:lnTo>
                    <a:lnTo>
                      <a:pt x="24" y="33"/>
                    </a:lnTo>
                    <a:lnTo>
                      <a:pt x="16" y="31"/>
                    </a:lnTo>
                    <a:lnTo>
                      <a:pt x="9" y="28"/>
                    </a:lnTo>
                    <a:lnTo>
                      <a:pt x="4" y="25"/>
                    </a:lnTo>
                    <a:lnTo>
                      <a:pt x="1" y="21"/>
                    </a:lnTo>
                    <a:lnTo>
                      <a:pt x="0" y="18"/>
                    </a:lnTo>
                    <a:lnTo>
                      <a:pt x="1" y="14"/>
                    </a:lnTo>
                    <a:lnTo>
                      <a:pt x="4" y="11"/>
                    </a:lnTo>
                    <a:lnTo>
                      <a:pt x="9" y="7"/>
                    </a:lnTo>
                    <a:lnTo>
                      <a:pt x="16" y="5"/>
                    </a:lnTo>
                    <a:lnTo>
                      <a:pt x="24" y="3"/>
                    </a:lnTo>
                    <a:lnTo>
                      <a:pt x="34" y="1"/>
                    </a:lnTo>
                    <a:lnTo>
                      <a:pt x="44" y="0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63563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39" name="Gruppieren 233"/>
            <p:cNvGrpSpPr>
              <a:grpSpLocks/>
            </p:cNvGrpSpPr>
            <p:nvPr/>
          </p:nvGrpSpPr>
          <p:grpSpPr bwMode="auto">
            <a:xfrm>
              <a:off x="1535159" y="4352943"/>
              <a:ext cx="356524" cy="381292"/>
              <a:chOff x="1404938" y="3213100"/>
              <a:chExt cx="307976" cy="523875"/>
            </a:xfrm>
          </p:grpSpPr>
          <p:sp>
            <p:nvSpPr>
              <p:cNvPr id="177" name="Freeform 129"/>
              <p:cNvSpPr>
                <a:spLocks/>
              </p:cNvSpPr>
              <p:nvPr/>
            </p:nvSpPr>
            <p:spPr bwMode="auto">
              <a:xfrm>
                <a:off x="1404938" y="3446463"/>
                <a:ext cx="300038" cy="290512"/>
              </a:xfrm>
              <a:custGeom>
                <a:avLst/>
                <a:gdLst>
                  <a:gd name="T0" fmla="*/ 0 w 756"/>
                  <a:gd name="T1" fmla="*/ 0 h 730"/>
                  <a:gd name="T2" fmla="*/ 2147483647 w 756"/>
                  <a:gd name="T3" fmla="*/ 2147483647 h 730"/>
                  <a:gd name="T4" fmla="*/ 2147483647 w 756"/>
                  <a:gd name="T5" fmla="*/ 2147483647 h 730"/>
                  <a:gd name="T6" fmla="*/ 2147483647 w 756"/>
                  <a:gd name="T7" fmla="*/ 2147483647 h 730"/>
                  <a:gd name="T8" fmla="*/ 2147483647 w 756"/>
                  <a:gd name="T9" fmla="*/ 2147483647 h 730"/>
                  <a:gd name="T10" fmla="*/ 2147483647 w 756"/>
                  <a:gd name="T11" fmla="*/ 2147483647 h 730"/>
                  <a:gd name="T12" fmla="*/ 2147483647 w 756"/>
                  <a:gd name="T13" fmla="*/ 2147483647 h 730"/>
                  <a:gd name="T14" fmla="*/ 0 w 756"/>
                  <a:gd name="T15" fmla="*/ 0 h 73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56"/>
                  <a:gd name="T25" fmla="*/ 0 h 730"/>
                  <a:gd name="T26" fmla="*/ 756 w 756"/>
                  <a:gd name="T27" fmla="*/ 730 h 73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56" h="730">
                    <a:moveTo>
                      <a:pt x="0" y="0"/>
                    </a:moveTo>
                    <a:lnTo>
                      <a:pt x="136" y="633"/>
                    </a:lnTo>
                    <a:lnTo>
                      <a:pt x="232" y="730"/>
                    </a:lnTo>
                    <a:lnTo>
                      <a:pt x="720" y="729"/>
                    </a:lnTo>
                    <a:lnTo>
                      <a:pt x="756" y="624"/>
                    </a:lnTo>
                    <a:lnTo>
                      <a:pt x="632" y="80"/>
                    </a:lnTo>
                    <a:lnTo>
                      <a:pt x="586" y="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0919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8" name="Freeform 131"/>
              <p:cNvSpPr>
                <a:spLocks/>
              </p:cNvSpPr>
              <p:nvPr/>
            </p:nvSpPr>
            <p:spPr bwMode="auto">
              <a:xfrm>
                <a:off x="1466851" y="3213100"/>
                <a:ext cx="246063" cy="523875"/>
              </a:xfrm>
              <a:custGeom>
                <a:avLst/>
                <a:gdLst>
                  <a:gd name="T0" fmla="*/ 0 w 621"/>
                  <a:gd name="T1" fmla="*/ 0 h 1320"/>
                  <a:gd name="T2" fmla="*/ 0 w 621"/>
                  <a:gd name="T3" fmla="*/ 2147483647 h 1320"/>
                  <a:gd name="T4" fmla="*/ 2147483647 w 621"/>
                  <a:gd name="T5" fmla="*/ 2147483647 h 1320"/>
                  <a:gd name="T6" fmla="*/ 2147483647 w 621"/>
                  <a:gd name="T7" fmla="*/ 2147483647 h 1320"/>
                  <a:gd name="T8" fmla="*/ 2147483647 w 621"/>
                  <a:gd name="T9" fmla="*/ 2147483647 h 1320"/>
                  <a:gd name="T10" fmla="*/ 2147483647 w 621"/>
                  <a:gd name="T11" fmla="*/ 2147483647 h 1320"/>
                  <a:gd name="T12" fmla="*/ 2147483647 w 621"/>
                  <a:gd name="T13" fmla="*/ 2147483647 h 1320"/>
                  <a:gd name="T14" fmla="*/ 0 w 621"/>
                  <a:gd name="T15" fmla="*/ 0 h 132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21"/>
                  <a:gd name="T25" fmla="*/ 0 h 1320"/>
                  <a:gd name="T26" fmla="*/ 621 w 621"/>
                  <a:gd name="T27" fmla="*/ 1320 h 132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21" h="1320">
                    <a:moveTo>
                      <a:pt x="0" y="0"/>
                    </a:moveTo>
                    <a:lnTo>
                      <a:pt x="0" y="1144"/>
                    </a:lnTo>
                    <a:lnTo>
                      <a:pt x="75" y="1320"/>
                    </a:lnTo>
                    <a:lnTo>
                      <a:pt x="563" y="1318"/>
                    </a:lnTo>
                    <a:lnTo>
                      <a:pt x="621" y="1127"/>
                    </a:lnTo>
                    <a:lnTo>
                      <a:pt x="613" y="145"/>
                    </a:lnTo>
                    <a:lnTo>
                      <a:pt x="580" y="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1442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9" name="Freeform 133"/>
              <p:cNvSpPr>
                <a:spLocks/>
              </p:cNvSpPr>
              <p:nvPr/>
            </p:nvSpPr>
            <p:spPr bwMode="auto">
              <a:xfrm>
                <a:off x="1506538" y="3257550"/>
                <a:ext cx="200025" cy="479425"/>
              </a:xfrm>
              <a:custGeom>
                <a:avLst/>
                <a:gdLst>
                  <a:gd name="T0" fmla="*/ 0 w 506"/>
                  <a:gd name="T1" fmla="*/ 0 h 1208"/>
                  <a:gd name="T2" fmla="*/ 2147483647 w 506"/>
                  <a:gd name="T3" fmla="*/ 0 h 1208"/>
                  <a:gd name="T4" fmla="*/ 2147483647 w 506"/>
                  <a:gd name="T5" fmla="*/ 2147483647 h 1208"/>
                  <a:gd name="T6" fmla="*/ 2147483647 w 506"/>
                  <a:gd name="T7" fmla="*/ 2147483647 h 1208"/>
                  <a:gd name="T8" fmla="*/ 0 w 506"/>
                  <a:gd name="T9" fmla="*/ 2147483647 h 1208"/>
                  <a:gd name="T10" fmla="*/ 0 w 506"/>
                  <a:gd name="T11" fmla="*/ 2147483647 h 1208"/>
                  <a:gd name="T12" fmla="*/ 0 w 506"/>
                  <a:gd name="T13" fmla="*/ 0 h 12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06"/>
                  <a:gd name="T22" fmla="*/ 0 h 1208"/>
                  <a:gd name="T23" fmla="*/ 506 w 506"/>
                  <a:gd name="T24" fmla="*/ 1208 h 120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06" h="1208">
                    <a:moveTo>
                      <a:pt x="0" y="0"/>
                    </a:moveTo>
                    <a:lnTo>
                      <a:pt x="481" y="0"/>
                    </a:lnTo>
                    <a:lnTo>
                      <a:pt x="506" y="1015"/>
                    </a:lnTo>
                    <a:lnTo>
                      <a:pt x="480" y="1205"/>
                    </a:lnTo>
                    <a:lnTo>
                      <a:pt x="0" y="1208"/>
                    </a:lnTo>
                    <a:lnTo>
                      <a:pt x="0" y="10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6B4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0" name="Freeform 134"/>
              <p:cNvSpPr>
                <a:spLocks/>
              </p:cNvSpPr>
              <p:nvPr/>
            </p:nvSpPr>
            <p:spPr bwMode="auto">
              <a:xfrm>
                <a:off x="1506538" y="3257550"/>
                <a:ext cx="200025" cy="441325"/>
              </a:xfrm>
              <a:custGeom>
                <a:avLst/>
                <a:gdLst>
                  <a:gd name="T0" fmla="*/ 0 w 502"/>
                  <a:gd name="T1" fmla="*/ 0 h 1114"/>
                  <a:gd name="T2" fmla="*/ 2147483647 w 502"/>
                  <a:gd name="T3" fmla="*/ 0 h 1114"/>
                  <a:gd name="T4" fmla="*/ 2147483647 w 502"/>
                  <a:gd name="T5" fmla="*/ 0 h 1114"/>
                  <a:gd name="T6" fmla="*/ 2147483647 w 502"/>
                  <a:gd name="T7" fmla="*/ 0 h 1114"/>
                  <a:gd name="T8" fmla="*/ 2147483647 w 502"/>
                  <a:gd name="T9" fmla="*/ 0 h 1114"/>
                  <a:gd name="T10" fmla="*/ 2147483647 w 502"/>
                  <a:gd name="T11" fmla="*/ 0 h 1114"/>
                  <a:gd name="T12" fmla="*/ 2147483647 w 502"/>
                  <a:gd name="T13" fmla="*/ 0 h 1114"/>
                  <a:gd name="T14" fmla="*/ 2147483647 w 502"/>
                  <a:gd name="T15" fmla="*/ 0 h 1114"/>
                  <a:gd name="T16" fmla="*/ 2147483647 w 502"/>
                  <a:gd name="T17" fmla="*/ 0 h 1114"/>
                  <a:gd name="T18" fmla="*/ 2147483647 w 502"/>
                  <a:gd name="T19" fmla="*/ 0 h 1114"/>
                  <a:gd name="T20" fmla="*/ 2147483647 w 502"/>
                  <a:gd name="T21" fmla="*/ 0 h 1114"/>
                  <a:gd name="T22" fmla="*/ 2147483647 w 502"/>
                  <a:gd name="T23" fmla="*/ 0 h 1114"/>
                  <a:gd name="T24" fmla="*/ 2147483647 w 502"/>
                  <a:gd name="T25" fmla="*/ 0 h 1114"/>
                  <a:gd name="T26" fmla="*/ 2147483647 w 502"/>
                  <a:gd name="T27" fmla="*/ 0 h 1114"/>
                  <a:gd name="T28" fmla="*/ 2147483647 w 502"/>
                  <a:gd name="T29" fmla="*/ 0 h 1114"/>
                  <a:gd name="T30" fmla="*/ 2147483647 w 502"/>
                  <a:gd name="T31" fmla="*/ 0 h 1114"/>
                  <a:gd name="T32" fmla="*/ 2147483647 w 502"/>
                  <a:gd name="T33" fmla="*/ 0 h 1114"/>
                  <a:gd name="T34" fmla="*/ 2147483647 w 502"/>
                  <a:gd name="T35" fmla="*/ 2147483647 h 1114"/>
                  <a:gd name="T36" fmla="*/ 2147483647 w 502"/>
                  <a:gd name="T37" fmla="*/ 2147483647 h 1114"/>
                  <a:gd name="T38" fmla="*/ 2147483647 w 502"/>
                  <a:gd name="T39" fmla="*/ 2147483647 h 1114"/>
                  <a:gd name="T40" fmla="*/ 2147483647 w 502"/>
                  <a:gd name="T41" fmla="*/ 2147483647 h 1114"/>
                  <a:gd name="T42" fmla="*/ 2147483647 w 502"/>
                  <a:gd name="T43" fmla="*/ 2147483647 h 1114"/>
                  <a:gd name="T44" fmla="*/ 2147483647 w 502"/>
                  <a:gd name="T45" fmla="*/ 2147483647 h 1114"/>
                  <a:gd name="T46" fmla="*/ 2147483647 w 502"/>
                  <a:gd name="T47" fmla="*/ 2147483647 h 1114"/>
                  <a:gd name="T48" fmla="*/ 2147483647 w 502"/>
                  <a:gd name="T49" fmla="*/ 2147483647 h 1114"/>
                  <a:gd name="T50" fmla="*/ 2147483647 w 502"/>
                  <a:gd name="T51" fmla="*/ 2147483647 h 1114"/>
                  <a:gd name="T52" fmla="*/ 2147483647 w 502"/>
                  <a:gd name="T53" fmla="*/ 2147483647 h 1114"/>
                  <a:gd name="T54" fmla="*/ 2147483647 w 502"/>
                  <a:gd name="T55" fmla="*/ 2147483647 h 1114"/>
                  <a:gd name="T56" fmla="*/ 2147483647 w 502"/>
                  <a:gd name="T57" fmla="*/ 2147483647 h 1114"/>
                  <a:gd name="T58" fmla="*/ 2147483647 w 502"/>
                  <a:gd name="T59" fmla="*/ 2147483647 h 1114"/>
                  <a:gd name="T60" fmla="*/ 2147483647 w 502"/>
                  <a:gd name="T61" fmla="*/ 2147483647 h 1114"/>
                  <a:gd name="T62" fmla="*/ 2147483647 w 502"/>
                  <a:gd name="T63" fmla="*/ 2147483647 h 1114"/>
                  <a:gd name="T64" fmla="*/ 2147483647 w 502"/>
                  <a:gd name="T65" fmla="*/ 2147483647 h 1114"/>
                  <a:gd name="T66" fmla="*/ 2147483647 w 502"/>
                  <a:gd name="T67" fmla="*/ 2147483647 h 1114"/>
                  <a:gd name="T68" fmla="*/ 2147483647 w 502"/>
                  <a:gd name="T69" fmla="*/ 2147483647 h 1114"/>
                  <a:gd name="T70" fmla="*/ 2147483647 w 502"/>
                  <a:gd name="T71" fmla="*/ 2147483647 h 1114"/>
                  <a:gd name="T72" fmla="*/ 2147483647 w 502"/>
                  <a:gd name="T73" fmla="*/ 2147483647 h 1114"/>
                  <a:gd name="T74" fmla="*/ 2147483647 w 502"/>
                  <a:gd name="T75" fmla="*/ 2147483647 h 1114"/>
                  <a:gd name="T76" fmla="*/ 2147483647 w 502"/>
                  <a:gd name="T77" fmla="*/ 2147483647 h 1114"/>
                  <a:gd name="T78" fmla="*/ 2147483647 w 502"/>
                  <a:gd name="T79" fmla="*/ 2147483647 h 1114"/>
                  <a:gd name="T80" fmla="*/ 2147483647 w 502"/>
                  <a:gd name="T81" fmla="*/ 2147483647 h 1114"/>
                  <a:gd name="T82" fmla="*/ 2147483647 w 502"/>
                  <a:gd name="T83" fmla="*/ 2147483647 h 1114"/>
                  <a:gd name="T84" fmla="*/ 2147483647 w 502"/>
                  <a:gd name="T85" fmla="*/ 2147483647 h 1114"/>
                  <a:gd name="T86" fmla="*/ 2147483647 w 502"/>
                  <a:gd name="T87" fmla="*/ 2147483647 h 1114"/>
                  <a:gd name="T88" fmla="*/ 0 w 502"/>
                  <a:gd name="T89" fmla="*/ 2147483647 h 1114"/>
                  <a:gd name="T90" fmla="*/ 0 w 502"/>
                  <a:gd name="T91" fmla="*/ 2147483647 h 1114"/>
                  <a:gd name="T92" fmla="*/ 0 w 502"/>
                  <a:gd name="T93" fmla="*/ 2147483647 h 1114"/>
                  <a:gd name="T94" fmla="*/ 0 w 502"/>
                  <a:gd name="T95" fmla="*/ 2147483647 h 1114"/>
                  <a:gd name="T96" fmla="*/ 0 w 502"/>
                  <a:gd name="T97" fmla="*/ 0 h 1114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502"/>
                  <a:gd name="T148" fmla="*/ 0 h 1114"/>
                  <a:gd name="T149" fmla="*/ 502 w 502"/>
                  <a:gd name="T150" fmla="*/ 1114 h 1114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502" h="1114">
                    <a:moveTo>
                      <a:pt x="0" y="0"/>
                    </a:moveTo>
                    <a:lnTo>
                      <a:pt x="30" y="0"/>
                    </a:lnTo>
                    <a:lnTo>
                      <a:pt x="61" y="0"/>
                    </a:lnTo>
                    <a:lnTo>
                      <a:pt x="91" y="0"/>
                    </a:lnTo>
                    <a:lnTo>
                      <a:pt x="121" y="0"/>
                    </a:lnTo>
                    <a:lnTo>
                      <a:pt x="151" y="0"/>
                    </a:lnTo>
                    <a:lnTo>
                      <a:pt x="181" y="0"/>
                    </a:lnTo>
                    <a:lnTo>
                      <a:pt x="212" y="0"/>
                    </a:lnTo>
                    <a:lnTo>
                      <a:pt x="242" y="0"/>
                    </a:lnTo>
                    <a:lnTo>
                      <a:pt x="272" y="0"/>
                    </a:lnTo>
                    <a:lnTo>
                      <a:pt x="302" y="0"/>
                    </a:lnTo>
                    <a:lnTo>
                      <a:pt x="331" y="0"/>
                    </a:lnTo>
                    <a:lnTo>
                      <a:pt x="361" y="0"/>
                    </a:lnTo>
                    <a:lnTo>
                      <a:pt x="391" y="0"/>
                    </a:lnTo>
                    <a:lnTo>
                      <a:pt x="420" y="0"/>
                    </a:lnTo>
                    <a:lnTo>
                      <a:pt x="450" y="0"/>
                    </a:lnTo>
                    <a:lnTo>
                      <a:pt x="480" y="0"/>
                    </a:lnTo>
                    <a:lnTo>
                      <a:pt x="485" y="234"/>
                    </a:lnTo>
                    <a:lnTo>
                      <a:pt x="492" y="468"/>
                    </a:lnTo>
                    <a:lnTo>
                      <a:pt x="497" y="703"/>
                    </a:lnTo>
                    <a:lnTo>
                      <a:pt x="502" y="936"/>
                    </a:lnTo>
                    <a:lnTo>
                      <a:pt x="497" y="980"/>
                    </a:lnTo>
                    <a:lnTo>
                      <a:pt x="490" y="1024"/>
                    </a:lnTo>
                    <a:lnTo>
                      <a:pt x="485" y="1068"/>
                    </a:lnTo>
                    <a:lnTo>
                      <a:pt x="479" y="1111"/>
                    </a:lnTo>
                    <a:lnTo>
                      <a:pt x="449" y="1111"/>
                    </a:lnTo>
                    <a:lnTo>
                      <a:pt x="420" y="1111"/>
                    </a:lnTo>
                    <a:lnTo>
                      <a:pt x="390" y="1112"/>
                    </a:lnTo>
                    <a:lnTo>
                      <a:pt x="360" y="1112"/>
                    </a:lnTo>
                    <a:lnTo>
                      <a:pt x="331" y="1112"/>
                    </a:lnTo>
                    <a:lnTo>
                      <a:pt x="302" y="1112"/>
                    </a:lnTo>
                    <a:lnTo>
                      <a:pt x="272" y="1112"/>
                    </a:lnTo>
                    <a:lnTo>
                      <a:pt x="242" y="1112"/>
                    </a:lnTo>
                    <a:lnTo>
                      <a:pt x="212" y="1113"/>
                    </a:lnTo>
                    <a:lnTo>
                      <a:pt x="183" y="1113"/>
                    </a:lnTo>
                    <a:lnTo>
                      <a:pt x="153" y="1113"/>
                    </a:lnTo>
                    <a:lnTo>
                      <a:pt x="123" y="1113"/>
                    </a:lnTo>
                    <a:lnTo>
                      <a:pt x="93" y="1113"/>
                    </a:lnTo>
                    <a:lnTo>
                      <a:pt x="63" y="1114"/>
                    </a:lnTo>
                    <a:lnTo>
                      <a:pt x="34" y="1114"/>
                    </a:lnTo>
                    <a:lnTo>
                      <a:pt x="4" y="1114"/>
                    </a:lnTo>
                    <a:lnTo>
                      <a:pt x="4" y="1074"/>
                    </a:lnTo>
                    <a:lnTo>
                      <a:pt x="3" y="1033"/>
                    </a:lnTo>
                    <a:lnTo>
                      <a:pt x="2" y="993"/>
                    </a:lnTo>
                    <a:lnTo>
                      <a:pt x="0" y="952"/>
                    </a:lnTo>
                    <a:lnTo>
                      <a:pt x="0" y="714"/>
                    </a:lnTo>
                    <a:lnTo>
                      <a:pt x="0" y="476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72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1" name="Freeform 135"/>
              <p:cNvSpPr>
                <a:spLocks/>
              </p:cNvSpPr>
              <p:nvPr/>
            </p:nvSpPr>
            <p:spPr bwMode="auto">
              <a:xfrm>
                <a:off x="1506538" y="3257550"/>
                <a:ext cx="198438" cy="404812"/>
              </a:xfrm>
              <a:custGeom>
                <a:avLst/>
                <a:gdLst>
                  <a:gd name="T0" fmla="*/ 0 w 498"/>
                  <a:gd name="T1" fmla="*/ 0 h 1021"/>
                  <a:gd name="T2" fmla="*/ 2147483647 w 498"/>
                  <a:gd name="T3" fmla="*/ 0 h 1021"/>
                  <a:gd name="T4" fmla="*/ 2147483647 w 498"/>
                  <a:gd name="T5" fmla="*/ 0 h 1021"/>
                  <a:gd name="T6" fmla="*/ 2147483647 w 498"/>
                  <a:gd name="T7" fmla="*/ 0 h 1021"/>
                  <a:gd name="T8" fmla="*/ 2147483647 w 498"/>
                  <a:gd name="T9" fmla="*/ 0 h 1021"/>
                  <a:gd name="T10" fmla="*/ 2147483647 w 498"/>
                  <a:gd name="T11" fmla="*/ 0 h 1021"/>
                  <a:gd name="T12" fmla="*/ 2147483647 w 498"/>
                  <a:gd name="T13" fmla="*/ 0 h 1021"/>
                  <a:gd name="T14" fmla="*/ 2147483647 w 498"/>
                  <a:gd name="T15" fmla="*/ 0 h 1021"/>
                  <a:gd name="T16" fmla="*/ 2147483647 w 498"/>
                  <a:gd name="T17" fmla="*/ 0 h 1021"/>
                  <a:gd name="T18" fmla="*/ 2147483647 w 498"/>
                  <a:gd name="T19" fmla="*/ 0 h 1021"/>
                  <a:gd name="T20" fmla="*/ 2147483647 w 498"/>
                  <a:gd name="T21" fmla="*/ 0 h 1021"/>
                  <a:gd name="T22" fmla="*/ 2147483647 w 498"/>
                  <a:gd name="T23" fmla="*/ 0 h 1021"/>
                  <a:gd name="T24" fmla="*/ 2147483647 w 498"/>
                  <a:gd name="T25" fmla="*/ 0 h 1021"/>
                  <a:gd name="T26" fmla="*/ 2147483647 w 498"/>
                  <a:gd name="T27" fmla="*/ 0 h 1021"/>
                  <a:gd name="T28" fmla="*/ 2147483647 w 498"/>
                  <a:gd name="T29" fmla="*/ 0 h 1021"/>
                  <a:gd name="T30" fmla="*/ 2147483647 w 498"/>
                  <a:gd name="T31" fmla="*/ 0 h 1021"/>
                  <a:gd name="T32" fmla="*/ 2147483647 w 498"/>
                  <a:gd name="T33" fmla="*/ 0 h 1021"/>
                  <a:gd name="T34" fmla="*/ 2147483647 w 498"/>
                  <a:gd name="T35" fmla="*/ 2147483647 h 1021"/>
                  <a:gd name="T36" fmla="*/ 2147483647 w 498"/>
                  <a:gd name="T37" fmla="*/ 2147483647 h 1021"/>
                  <a:gd name="T38" fmla="*/ 2147483647 w 498"/>
                  <a:gd name="T39" fmla="*/ 2147483647 h 1021"/>
                  <a:gd name="T40" fmla="*/ 2147483647 w 498"/>
                  <a:gd name="T41" fmla="*/ 2147483647 h 1021"/>
                  <a:gd name="T42" fmla="*/ 2147483647 w 498"/>
                  <a:gd name="T43" fmla="*/ 2147483647 h 1021"/>
                  <a:gd name="T44" fmla="*/ 2147483647 w 498"/>
                  <a:gd name="T45" fmla="*/ 2147483647 h 1021"/>
                  <a:gd name="T46" fmla="*/ 2147483647 w 498"/>
                  <a:gd name="T47" fmla="*/ 2147483647 h 1021"/>
                  <a:gd name="T48" fmla="*/ 2147483647 w 498"/>
                  <a:gd name="T49" fmla="*/ 2147483647 h 1021"/>
                  <a:gd name="T50" fmla="*/ 2147483647 w 498"/>
                  <a:gd name="T51" fmla="*/ 2147483647 h 1021"/>
                  <a:gd name="T52" fmla="*/ 2147483647 w 498"/>
                  <a:gd name="T53" fmla="*/ 2147483647 h 1021"/>
                  <a:gd name="T54" fmla="*/ 2147483647 w 498"/>
                  <a:gd name="T55" fmla="*/ 2147483647 h 1021"/>
                  <a:gd name="T56" fmla="*/ 2147483647 w 498"/>
                  <a:gd name="T57" fmla="*/ 2147483647 h 1021"/>
                  <a:gd name="T58" fmla="*/ 2147483647 w 498"/>
                  <a:gd name="T59" fmla="*/ 2147483647 h 1021"/>
                  <a:gd name="T60" fmla="*/ 2147483647 w 498"/>
                  <a:gd name="T61" fmla="*/ 2147483647 h 1021"/>
                  <a:gd name="T62" fmla="*/ 2147483647 w 498"/>
                  <a:gd name="T63" fmla="*/ 2147483647 h 1021"/>
                  <a:gd name="T64" fmla="*/ 2147483647 w 498"/>
                  <a:gd name="T65" fmla="*/ 2147483647 h 1021"/>
                  <a:gd name="T66" fmla="*/ 2147483647 w 498"/>
                  <a:gd name="T67" fmla="*/ 2147483647 h 1021"/>
                  <a:gd name="T68" fmla="*/ 2147483647 w 498"/>
                  <a:gd name="T69" fmla="*/ 2147483647 h 1021"/>
                  <a:gd name="T70" fmla="*/ 2147483647 w 498"/>
                  <a:gd name="T71" fmla="*/ 2147483647 h 1021"/>
                  <a:gd name="T72" fmla="*/ 2147483647 w 498"/>
                  <a:gd name="T73" fmla="*/ 2147483647 h 1021"/>
                  <a:gd name="T74" fmla="*/ 2147483647 w 498"/>
                  <a:gd name="T75" fmla="*/ 2147483647 h 1021"/>
                  <a:gd name="T76" fmla="*/ 2147483647 w 498"/>
                  <a:gd name="T77" fmla="*/ 2147483647 h 1021"/>
                  <a:gd name="T78" fmla="*/ 2147483647 w 498"/>
                  <a:gd name="T79" fmla="*/ 2147483647 h 1021"/>
                  <a:gd name="T80" fmla="*/ 2147483647 w 498"/>
                  <a:gd name="T81" fmla="*/ 2147483647 h 1021"/>
                  <a:gd name="T82" fmla="*/ 2147483647 w 498"/>
                  <a:gd name="T83" fmla="*/ 2147483647 h 1021"/>
                  <a:gd name="T84" fmla="*/ 2147483647 w 498"/>
                  <a:gd name="T85" fmla="*/ 2147483647 h 1021"/>
                  <a:gd name="T86" fmla="*/ 2147483647 w 498"/>
                  <a:gd name="T87" fmla="*/ 2147483647 h 1021"/>
                  <a:gd name="T88" fmla="*/ 0 w 498"/>
                  <a:gd name="T89" fmla="*/ 2147483647 h 1021"/>
                  <a:gd name="T90" fmla="*/ 0 w 498"/>
                  <a:gd name="T91" fmla="*/ 2147483647 h 1021"/>
                  <a:gd name="T92" fmla="*/ 0 w 498"/>
                  <a:gd name="T93" fmla="*/ 2147483647 h 1021"/>
                  <a:gd name="T94" fmla="*/ 0 w 498"/>
                  <a:gd name="T95" fmla="*/ 2147483647 h 1021"/>
                  <a:gd name="T96" fmla="*/ 0 w 498"/>
                  <a:gd name="T97" fmla="*/ 0 h 1021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98"/>
                  <a:gd name="T148" fmla="*/ 0 h 1021"/>
                  <a:gd name="T149" fmla="*/ 498 w 498"/>
                  <a:gd name="T150" fmla="*/ 1021 h 1021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98" h="1021">
                    <a:moveTo>
                      <a:pt x="0" y="0"/>
                    </a:moveTo>
                    <a:lnTo>
                      <a:pt x="29" y="0"/>
                    </a:lnTo>
                    <a:lnTo>
                      <a:pt x="59" y="0"/>
                    </a:lnTo>
                    <a:lnTo>
                      <a:pt x="89" y="0"/>
                    </a:lnTo>
                    <a:lnTo>
                      <a:pt x="119" y="0"/>
                    </a:lnTo>
                    <a:lnTo>
                      <a:pt x="150" y="0"/>
                    </a:lnTo>
                    <a:lnTo>
                      <a:pt x="180" y="0"/>
                    </a:lnTo>
                    <a:lnTo>
                      <a:pt x="210" y="0"/>
                    </a:lnTo>
                    <a:lnTo>
                      <a:pt x="240" y="0"/>
                    </a:lnTo>
                    <a:lnTo>
                      <a:pt x="270" y="0"/>
                    </a:lnTo>
                    <a:lnTo>
                      <a:pt x="300" y="0"/>
                    </a:lnTo>
                    <a:lnTo>
                      <a:pt x="329" y="0"/>
                    </a:lnTo>
                    <a:lnTo>
                      <a:pt x="359" y="0"/>
                    </a:lnTo>
                    <a:lnTo>
                      <a:pt x="389" y="0"/>
                    </a:lnTo>
                    <a:lnTo>
                      <a:pt x="418" y="0"/>
                    </a:lnTo>
                    <a:lnTo>
                      <a:pt x="448" y="0"/>
                    </a:lnTo>
                    <a:lnTo>
                      <a:pt x="478" y="0"/>
                    </a:lnTo>
                    <a:lnTo>
                      <a:pt x="483" y="215"/>
                    </a:lnTo>
                    <a:lnTo>
                      <a:pt x="488" y="429"/>
                    </a:lnTo>
                    <a:lnTo>
                      <a:pt x="493" y="644"/>
                    </a:lnTo>
                    <a:lnTo>
                      <a:pt x="498" y="857"/>
                    </a:lnTo>
                    <a:lnTo>
                      <a:pt x="493" y="897"/>
                    </a:lnTo>
                    <a:lnTo>
                      <a:pt x="487" y="937"/>
                    </a:lnTo>
                    <a:lnTo>
                      <a:pt x="482" y="977"/>
                    </a:lnTo>
                    <a:lnTo>
                      <a:pt x="477" y="1017"/>
                    </a:lnTo>
                    <a:lnTo>
                      <a:pt x="448" y="1017"/>
                    </a:lnTo>
                    <a:lnTo>
                      <a:pt x="418" y="1017"/>
                    </a:lnTo>
                    <a:lnTo>
                      <a:pt x="389" y="1018"/>
                    </a:lnTo>
                    <a:lnTo>
                      <a:pt x="359" y="1018"/>
                    </a:lnTo>
                    <a:lnTo>
                      <a:pt x="330" y="1018"/>
                    </a:lnTo>
                    <a:lnTo>
                      <a:pt x="301" y="1018"/>
                    </a:lnTo>
                    <a:lnTo>
                      <a:pt x="271" y="1018"/>
                    </a:lnTo>
                    <a:lnTo>
                      <a:pt x="242" y="1018"/>
                    </a:lnTo>
                    <a:lnTo>
                      <a:pt x="212" y="1019"/>
                    </a:lnTo>
                    <a:lnTo>
                      <a:pt x="182" y="1019"/>
                    </a:lnTo>
                    <a:lnTo>
                      <a:pt x="152" y="1019"/>
                    </a:lnTo>
                    <a:lnTo>
                      <a:pt x="123" y="1019"/>
                    </a:lnTo>
                    <a:lnTo>
                      <a:pt x="93" y="1019"/>
                    </a:lnTo>
                    <a:lnTo>
                      <a:pt x="64" y="1021"/>
                    </a:lnTo>
                    <a:lnTo>
                      <a:pt x="34" y="1021"/>
                    </a:lnTo>
                    <a:lnTo>
                      <a:pt x="4" y="1021"/>
                    </a:lnTo>
                    <a:lnTo>
                      <a:pt x="3" y="983"/>
                    </a:lnTo>
                    <a:lnTo>
                      <a:pt x="2" y="946"/>
                    </a:lnTo>
                    <a:lnTo>
                      <a:pt x="1" y="910"/>
                    </a:lnTo>
                    <a:lnTo>
                      <a:pt x="0" y="872"/>
                    </a:lnTo>
                    <a:lnTo>
                      <a:pt x="0" y="653"/>
                    </a:lnTo>
                    <a:lnTo>
                      <a:pt x="0" y="436"/>
                    </a:lnTo>
                    <a:lnTo>
                      <a:pt x="0" y="2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75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2" name="Freeform 136"/>
              <p:cNvSpPr>
                <a:spLocks/>
              </p:cNvSpPr>
              <p:nvPr/>
            </p:nvSpPr>
            <p:spPr bwMode="auto">
              <a:xfrm>
                <a:off x="1508126" y="3257550"/>
                <a:ext cx="195263" cy="366712"/>
              </a:xfrm>
              <a:custGeom>
                <a:avLst/>
                <a:gdLst>
                  <a:gd name="T0" fmla="*/ 0 w 494"/>
                  <a:gd name="T1" fmla="*/ 0 h 927"/>
                  <a:gd name="T2" fmla="*/ 2147483647 w 494"/>
                  <a:gd name="T3" fmla="*/ 0 h 927"/>
                  <a:gd name="T4" fmla="*/ 2147483647 w 494"/>
                  <a:gd name="T5" fmla="*/ 0 h 927"/>
                  <a:gd name="T6" fmla="*/ 2147483647 w 494"/>
                  <a:gd name="T7" fmla="*/ 0 h 927"/>
                  <a:gd name="T8" fmla="*/ 2147483647 w 494"/>
                  <a:gd name="T9" fmla="*/ 0 h 927"/>
                  <a:gd name="T10" fmla="*/ 2147483647 w 494"/>
                  <a:gd name="T11" fmla="*/ 0 h 927"/>
                  <a:gd name="T12" fmla="*/ 2147483647 w 494"/>
                  <a:gd name="T13" fmla="*/ 0 h 927"/>
                  <a:gd name="T14" fmla="*/ 2147483647 w 494"/>
                  <a:gd name="T15" fmla="*/ 0 h 927"/>
                  <a:gd name="T16" fmla="*/ 2147483647 w 494"/>
                  <a:gd name="T17" fmla="*/ 0 h 927"/>
                  <a:gd name="T18" fmla="*/ 2147483647 w 494"/>
                  <a:gd name="T19" fmla="*/ 0 h 927"/>
                  <a:gd name="T20" fmla="*/ 2147483647 w 494"/>
                  <a:gd name="T21" fmla="*/ 0 h 927"/>
                  <a:gd name="T22" fmla="*/ 2147483647 w 494"/>
                  <a:gd name="T23" fmla="*/ 0 h 927"/>
                  <a:gd name="T24" fmla="*/ 2147483647 w 494"/>
                  <a:gd name="T25" fmla="*/ 0 h 927"/>
                  <a:gd name="T26" fmla="*/ 2147483647 w 494"/>
                  <a:gd name="T27" fmla="*/ 0 h 927"/>
                  <a:gd name="T28" fmla="*/ 2147483647 w 494"/>
                  <a:gd name="T29" fmla="*/ 0 h 927"/>
                  <a:gd name="T30" fmla="*/ 2147483647 w 494"/>
                  <a:gd name="T31" fmla="*/ 0 h 927"/>
                  <a:gd name="T32" fmla="*/ 2147483647 w 494"/>
                  <a:gd name="T33" fmla="*/ 0 h 927"/>
                  <a:gd name="T34" fmla="*/ 2147483647 w 494"/>
                  <a:gd name="T35" fmla="*/ 2147483647 h 927"/>
                  <a:gd name="T36" fmla="*/ 2147483647 w 494"/>
                  <a:gd name="T37" fmla="*/ 2147483647 h 927"/>
                  <a:gd name="T38" fmla="*/ 2147483647 w 494"/>
                  <a:gd name="T39" fmla="*/ 2147483647 h 927"/>
                  <a:gd name="T40" fmla="*/ 2147483647 w 494"/>
                  <a:gd name="T41" fmla="*/ 2147483647 h 927"/>
                  <a:gd name="T42" fmla="*/ 2147483647 w 494"/>
                  <a:gd name="T43" fmla="*/ 2147483647 h 927"/>
                  <a:gd name="T44" fmla="*/ 2147483647 w 494"/>
                  <a:gd name="T45" fmla="*/ 2147483647 h 927"/>
                  <a:gd name="T46" fmla="*/ 2147483647 w 494"/>
                  <a:gd name="T47" fmla="*/ 2147483647 h 927"/>
                  <a:gd name="T48" fmla="*/ 2147483647 w 494"/>
                  <a:gd name="T49" fmla="*/ 2147483647 h 927"/>
                  <a:gd name="T50" fmla="*/ 2147483647 w 494"/>
                  <a:gd name="T51" fmla="*/ 2147483647 h 927"/>
                  <a:gd name="T52" fmla="*/ 2147483647 w 494"/>
                  <a:gd name="T53" fmla="*/ 2147483647 h 927"/>
                  <a:gd name="T54" fmla="*/ 2147483647 w 494"/>
                  <a:gd name="T55" fmla="*/ 2147483647 h 927"/>
                  <a:gd name="T56" fmla="*/ 2147483647 w 494"/>
                  <a:gd name="T57" fmla="*/ 2147483647 h 927"/>
                  <a:gd name="T58" fmla="*/ 2147483647 w 494"/>
                  <a:gd name="T59" fmla="*/ 2147483647 h 927"/>
                  <a:gd name="T60" fmla="*/ 2147483647 w 494"/>
                  <a:gd name="T61" fmla="*/ 2147483647 h 927"/>
                  <a:gd name="T62" fmla="*/ 2147483647 w 494"/>
                  <a:gd name="T63" fmla="*/ 2147483647 h 927"/>
                  <a:gd name="T64" fmla="*/ 2147483647 w 494"/>
                  <a:gd name="T65" fmla="*/ 2147483647 h 927"/>
                  <a:gd name="T66" fmla="*/ 2147483647 w 494"/>
                  <a:gd name="T67" fmla="*/ 2147483647 h 927"/>
                  <a:gd name="T68" fmla="*/ 2147483647 w 494"/>
                  <a:gd name="T69" fmla="*/ 2147483647 h 927"/>
                  <a:gd name="T70" fmla="*/ 2147483647 w 494"/>
                  <a:gd name="T71" fmla="*/ 2147483647 h 927"/>
                  <a:gd name="T72" fmla="*/ 2147483647 w 494"/>
                  <a:gd name="T73" fmla="*/ 2147483647 h 927"/>
                  <a:gd name="T74" fmla="*/ 2147483647 w 494"/>
                  <a:gd name="T75" fmla="*/ 2147483647 h 927"/>
                  <a:gd name="T76" fmla="*/ 2147483647 w 494"/>
                  <a:gd name="T77" fmla="*/ 2147483647 h 927"/>
                  <a:gd name="T78" fmla="*/ 2147483647 w 494"/>
                  <a:gd name="T79" fmla="*/ 2147483647 h 927"/>
                  <a:gd name="T80" fmla="*/ 2147483647 w 494"/>
                  <a:gd name="T81" fmla="*/ 2147483647 h 927"/>
                  <a:gd name="T82" fmla="*/ 2147483647 w 494"/>
                  <a:gd name="T83" fmla="*/ 2147483647 h 927"/>
                  <a:gd name="T84" fmla="*/ 2147483647 w 494"/>
                  <a:gd name="T85" fmla="*/ 2147483647 h 927"/>
                  <a:gd name="T86" fmla="*/ 2147483647 w 494"/>
                  <a:gd name="T87" fmla="*/ 2147483647 h 927"/>
                  <a:gd name="T88" fmla="*/ 0 w 494"/>
                  <a:gd name="T89" fmla="*/ 2147483647 h 927"/>
                  <a:gd name="T90" fmla="*/ 0 w 494"/>
                  <a:gd name="T91" fmla="*/ 2147483647 h 927"/>
                  <a:gd name="T92" fmla="*/ 0 w 494"/>
                  <a:gd name="T93" fmla="*/ 2147483647 h 927"/>
                  <a:gd name="T94" fmla="*/ 0 w 494"/>
                  <a:gd name="T95" fmla="*/ 2147483647 h 927"/>
                  <a:gd name="T96" fmla="*/ 0 w 494"/>
                  <a:gd name="T97" fmla="*/ 0 h 927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94"/>
                  <a:gd name="T148" fmla="*/ 0 h 927"/>
                  <a:gd name="T149" fmla="*/ 494 w 494"/>
                  <a:gd name="T150" fmla="*/ 927 h 927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94" h="927">
                    <a:moveTo>
                      <a:pt x="0" y="0"/>
                    </a:moveTo>
                    <a:lnTo>
                      <a:pt x="30" y="0"/>
                    </a:lnTo>
                    <a:lnTo>
                      <a:pt x="59" y="0"/>
                    </a:lnTo>
                    <a:lnTo>
                      <a:pt x="88" y="0"/>
                    </a:lnTo>
                    <a:lnTo>
                      <a:pt x="118" y="0"/>
                    </a:lnTo>
                    <a:lnTo>
                      <a:pt x="148" y="0"/>
                    </a:lnTo>
                    <a:lnTo>
                      <a:pt x="178" y="0"/>
                    </a:lnTo>
                    <a:lnTo>
                      <a:pt x="208" y="0"/>
                    </a:lnTo>
                    <a:lnTo>
                      <a:pt x="238" y="0"/>
                    </a:lnTo>
                    <a:lnTo>
                      <a:pt x="268" y="0"/>
                    </a:lnTo>
                    <a:lnTo>
                      <a:pt x="298" y="0"/>
                    </a:lnTo>
                    <a:lnTo>
                      <a:pt x="327" y="0"/>
                    </a:lnTo>
                    <a:lnTo>
                      <a:pt x="357" y="0"/>
                    </a:lnTo>
                    <a:lnTo>
                      <a:pt x="387" y="0"/>
                    </a:lnTo>
                    <a:lnTo>
                      <a:pt x="416" y="0"/>
                    </a:lnTo>
                    <a:lnTo>
                      <a:pt x="446" y="0"/>
                    </a:lnTo>
                    <a:lnTo>
                      <a:pt x="476" y="0"/>
                    </a:lnTo>
                    <a:lnTo>
                      <a:pt x="480" y="195"/>
                    </a:lnTo>
                    <a:lnTo>
                      <a:pt x="485" y="390"/>
                    </a:lnTo>
                    <a:lnTo>
                      <a:pt x="490" y="584"/>
                    </a:lnTo>
                    <a:lnTo>
                      <a:pt x="494" y="779"/>
                    </a:lnTo>
                    <a:lnTo>
                      <a:pt x="490" y="816"/>
                    </a:lnTo>
                    <a:lnTo>
                      <a:pt x="484" y="852"/>
                    </a:lnTo>
                    <a:lnTo>
                      <a:pt x="480" y="888"/>
                    </a:lnTo>
                    <a:lnTo>
                      <a:pt x="476" y="925"/>
                    </a:lnTo>
                    <a:lnTo>
                      <a:pt x="447" y="925"/>
                    </a:lnTo>
                    <a:lnTo>
                      <a:pt x="417" y="925"/>
                    </a:lnTo>
                    <a:lnTo>
                      <a:pt x="388" y="925"/>
                    </a:lnTo>
                    <a:lnTo>
                      <a:pt x="358" y="926"/>
                    </a:lnTo>
                    <a:lnTo>
                      <a:pt x="330" y="926"/>
                    </a:lnTo>
                    <a:lnTo>
                      <a:pt x="300" y="926"/>
                    </a:lnTo>
                    <a:lnTo>
                      <a:pt x="270" y="926"/>
                    </a:lnTo>
                    <a:lnTo>
                      <a:pt x="241" y="926"/>
                    </a:lnTo>
                    <a:lnTo>
                      <a:pt x="211" y="926"/>
                    </a:lnTo>
                    <a:lnTo>
                      <a:pt x="182" y="926"/>
                    </a:lnTo>
                    <a:lnTo>
                      <a:pt x="152" y="926"/>
                    </a:lnTo>
                    <a:lnTo>
                      <a:pt x="122" y="926"/>
                    </a:lnTo>
                    <a:lnTo>
                      <a:pt x="94" y="927"/>
                    </a:lnTo>
                    <a:lnTo>
                      <a:pt x="64" y="927"/>
                    </a:lnTo>
                    <a:lnTo>
                      <a:pt x="35" y="927"/>
                    </a:lnTo>
                    <a:lnTo>
                      <a:pt x="5" y="927"/>
                    </a:lnTo>
                    <a:lnTo>
                      <a:pt x="4" y="892"/>
                    </a:lnTo>
                    <a:lnTo>
                      <a:pt x="2" y="859"/>
                    </a:lnTo>
                    <a:lnTo>
                      <a:pt x="1" y="825"/>
                    </a:lnTo>
                    <a:lnTo>
                      <a:pt x="0" y="792"/>
                    </a:lnTo>
                    <a:lnTo>
                      <a:pt x="0" y="594"/>
                    </a:lnTo>
                    <a:lnTo>
                      <a:pt x="0" y="396"/>
                    </a:lnTo>
                    <a:lnTo>
                      <a:pt x="0" y="1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B7C6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3" name="Freeform 137"/>
              <p:cNvSpPr>
                <a:spLocks/>
              </p:cNvSpPr>
              <p:nvPr/>
            </p:nvSpPr>
            <p:spPr bwMode="auto">
              <a:xfrm>
                <a:off x="1508126" y="3257550"/>
                <a:ext cx="195263" cy="330200"/>
              </a:xfrm>
              <a:custGeom>
                <a:avLst/>
                <a:gdLst>
                  <a:gd name="T0" fmla="*/ 0 w 492"/>
                  <a:gd name="T1" fmla="*/ 0 h 833"/>
                  <a:gd name="T2" fmla="*/ 2147483647 w 492"/>
                  <a:gd name="T3" fmla="*/ 0 h 833"/>
                  <a:gd name="T4" fmla="*/ 2147483647 w 492"/>
                  <a:gd name="T5" fmla="*/ 0 h 833"/>
                  <a:gd name="T6" fmla="*/ 2147483647 w 492"/>
                  <a:gd name="T7" fmla="*/ 0 h 833"/>
                  <a:gd name="T8" fmla="*/ 2147483647 w 492"/>
                  <a:gd name="T9" fmla="*/ 0 h 833"/>
                  <a:gd name="T10" fmla="*/ 2147483647 w 492"/>
                  <a:gd name="T11" fmla="*/ 0 h 833"/>
                  <a:gd name="T12" fmla="*/ 2147483647 w 492"/>
                  <a:gd name="T13" fmla="*/ 0 h 833"/>
                  <a:gd name="T14" fmla="*/ 2147483647 w 492"/>
                  <a:gd name="T15" fmla="*/ 0 h 833"/>
                  <a:gd name="T16" fmla="*/ 2147483647 w 492"/>
                  <a:gd name="T17" fmla="*/ 0 h 833"/>
                  <a:gd name="T18" fmla="*/ 2147483647 w 492"/>
                  <a:gd name="T19" fmla="*/ 0 h 833"/>
                  <a:gd name="T20" fmla="*/ 2147483647 w 492"/>
                  <a:gd name="T21" fmla="*/ 0 h 833"/>
                  <a:gd name="T22" fmla="*/ 2147483647 w 492"/>
                  <a:gd name="T23" fmla="*/ 0 h 833"/>
                  <a:gd name="T24" fmla="*/ 2147483647 w 492"/>
                  <a:gd name="T25" fmla="*/ 0 h 833"/>
                  <a:gd name="T26" fmla="*/ 2147483647 w 492"/>
                  <a:gd name="T27" fmla="*/ 0 h 833"/>
                  <a:gd name="T28" fmla="*/ 2147483647 w 492"/>
                  <a:gd name="T29" fmla="*/ 0 h 833"/>
                  <a:gd name="T30" fmla="*/ 2147483647 w 492"/>
                  <a:gd name="T31" fmla="*/ 0 h 833"/>
                  <a:gd name="T32" fmla="*/ 2147483647 w 492"/>
                  <a:gd name="T33" fmla="*/ 0 h 833"/>
                  <a:gd name="T34" fmla="*/ 2147483647 w 492"/>
                  <a:gd name="T35" fmla="*/ 2147483647 h 833"/>
                  <a:gd name="T36" fmla="*/ 2147483647 w 492"/>
                  <a:gd name="T37" fmla="*/ 2147483647 h 833"/>
                  <a:gd name="T38" fmla="*/ 2147483647 w 492"/>
                  <a:gd name="T39" fmla="*/ 2147483647 h 833"/>
                  <a:gd name="T40" fmla="*/ 2147483647 w 492"/>
                  <a:gd name="T41" fmla="*/ 2147483647 h 833"/>
                  <a:gd name="T42" fmla="*/ 2147483647 w 492"/>
                  <a:gd name="T43" fmla="*/ 2147483647 h 833"/>
                  <a:gd name="T44" fmla="*/ 2147483647 w 492"/>
                  <a:gd name="T45" fmla="*/ 2147483647 h 833"/>
                  <a:gd name="T46" fmla="*/ 2147483647 w 492"/>
                  <a:gd name="T47" fmla="*/ 2147483647 h 833"/>
                  <a:gd name="T48" fmla="*/ 2147483647 w 492"/>
                  <a:gd name="T49" fmla="*/ 2147483647 h 833"/>
                  <a:gd name="T50" fmla="*/ 2147483647 w 492"/>
                  <a:gd name="T51" fmla="*/ 2147483647 h 833"/>
                  <a:gd name="T52" fmla="*/ 2147483647 w 492"/>
                  <a:gd name="T53" fmla="*/ 2147483647 h 833"/>
                  <a:gd name="T54" fmla="*/ 2147483647 w 492"/>
                  <a:gd name="T55" fmla="*/ 2147483647 h 833"/>
                  <a:gd name="T56" fmla="*/ 2147483647 w 492"/>
                  <a:gd name="T57" fmla="*/ 2147483647 h 833"/>
                  <a:gd name="T58" fmla="*/ 2147483647 w 492"/>
                  <a:gd name="T59" fmla="*/ 2147483647 h 833"/>
                  <a:gd name="T60" fmla="*/ 2147483647 w 492"/>
                  <a:gd name="T61" fmla="*/ 2147483647 h 833"/>
                  <a:gd name="T62" fmla="*/ 2147483647 w 492"/>
                  <a:gd name="T63" fmla="*/ 2147483647 h 833"/>
                  <a:gd name="T64" fmla="*/ 2147483647 w 492"/>
                  <a:gd name="T65" fmla="*/ 2147483647 h 833"/>
                  <a:gd name="T66" fmla="*/ 2147483647 w 492"/>
                  <a:gd name="T67" fmla="*/ 2147483647 h 833"/>
                  <a:gd name="T68" fmla="*/ 2147483647 w 492"/>
                  <a:gd name="T69" fmla="*/ 2147483647 h 833"/>
                  <a:gd name="T70" fmla="*/ 2147483647 w 492"/>
                  <a:gd name="T71" fmla="*/ 2147483647 h 833"/>
                  <a:gd name="T72" fmla="*/ 2147483647 w 492"/>
                  <a:gd name="T73" fmla="*/ 2147483647 h 833"/>
                  <a:gd name="T74" fmla="*/ 2147483647 w 492"/>
                  <a:gd name="T75" fmla="*/ 2147483647 h 833"/>
                  <a:gd name="T76" fmla="*/ 2147483647 w 492"/>
                  <a:gd name="T77" fmla="*/ 2147483647 h 833"/>
                  <a:gd name="T78" fmla="*/ 2147483647 w 492"/>
                  <a:gd name="T79" fmla="*/ 2147483647 h 833"/>
                  <a:gd name="T80" fmla="*/ 2147483647 w 492"/>
                  <a:gd name="T81" fmla="*/ 2147483647 h 833"/>
                  <a:gd name="T82" fmla="*/ 2147483647 w 492"/>
                  <a:gd name="T83" fmla="*/ 2147483647 h 833"/>
                  <a:gd name="T84" fmla="*/ 2147483647 w 492"/>
                  <a:gd name="T85" fmla="*/ 2147483647 h 833"/>
                  <a:gd name="T86" fmla="*/ 2147483647 w 492"/>
                  <a:gd name="T87" fmla="*/ 2147483647 h 833"/>
                  <a:gd name="T88" fmla="*/ 0 w 492"/>
                  <a:gd name="T89" fmla="*/ 2147483647 h 833"/>
                  <a:gd name="T90" fmla="*/ 0 w 492"/>
                  <a:gd name="T91" fmla="*/ 2147483647 h 833"/>
                  <a:gd name="T92" fmla="*/ 0 w 492"/>
                  <a:gd name="T93" fmla="*/ 2147483647 h 833"/>
                  <a:gd name="T94" fmla="*/ 0 w 492"/>
                  <a:gd name="T95" fmla="*/ 2147483647 h 833"/>
                  <a:gd name="T96" fmla="*/ 0 w 492"/>
                  <a:gd name="T97" fmla="*/ 0 h 833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92"/>
                  <a:gd name="T148" fmla="*/ 0 h 833"/>
                  <a:gd name="T149" fmla="*/ 492 w 492"/>
                  <a:gd name="T150" fmla="*/ 833 h 833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92" h="833">
                    <a:moveTo>
                      <a:pt x="0" y="0"/>
                    </a:moveTo>
                    <a:lnTo>
                      <a:pt x="30" y="0"/>
                    </a:lnTo>
                    <a:lnTo>
                      <a:pt x="59" y="0"/>
                    </a:lnTo>
                    <a:lnTo>
                      <a:pt x="89" y="0"/>
                    </a:lnTo>
                    <a:lnTo>
                      <a:pt x="119" y="0"/>
                    </a:lnTo>
                    <a:lnTo>
                      <a:pt x="149" y="0"/>
                    </a:lnTo>
                    <a:lnTo>
                      <a:pt x="179" y="0"/>
                    </a:lnTo>
                    <a:lnTo>
                      <a:pt x="209" y="0"/>
                    </a:lnTo>
                    <a:lnTo>
                      <a:pt x="239" y="0"/>
                    </a:lnTo>
                    <a:lnTo>
                      <a:pt x="269" y="0"/>
                    </a:lnTo>
                    <a:lnTo>
                      <a:pt x="299" y="0"/>
                    </a:lnTo>
                    <a:lnTo>
                      <a:pt x="327" y="0"/>
                    </a:lnTo>
                    <a:lnTo>
                      <a:pt x="357" y="0"/>
                    </a:lnTo>
                    <a:lnTo>
                      <a:pt x="387" y="0"/>
                    </a:lnTo>
                    <a:lnTo>
                      <a:pt x="417" y="0"/>
                    </a:lnTo>
                    <a:lnTo>
                      <a:pt x="446" y="0"/>
                    </a:lnTo>
                    <a:lnTo>
                      <a:pt x="476" y="0"/>
                    </a:lnTo>
                    <a:lnTo>
                      <a:pt x="480" y="175"/>
                    </a:lnTo>
                    <a:lnTo>
                      <a:pt x="484" y="350"/>
                    </a:lnTo>
                    <a:lnTo>
                      <a:pt x="488" y="525"/>
                    </a:lnTo>
                    <a:lnTo>
                      <a:pt x="492" y="700"/>
                    </a:lnTo>
                    <a:lnTo>
                      <a:pt x="488" y="732"/>
                    </a:lnTo>
                    <a:lnTo>
                      <a:pt x="484" y="766"/>
                    </a:lnTo>
                    <a:lnTo>
                      <a:pt x="480" y="798"/>
                    </a:lnTo>
                    <a:lnTo>
                      <a:pt x="476" y="831"/>
                    </a:lnTo>
                    <a:lnTo>
                      <a:pt x="447" y="831"/>
                    </a:lnTo>
                    <a:lnTo>
                      <a:pt x="418" y="831"/>
                    </a:lnTo>
                    <a:lnTo>
                      <a:pt x="388" y="832"/>
                    </a:lnTo>
                    <a:lnTo>
                      <a:pt x="359" y="832"/>
                    </a:lnTo>
                    <a:lnTo>
                      <a:pt x="331" y="832"/>
                    </a:lnTo>
                    <a:lnTo>
                      <a:pt x="301" y="832"/>
                    </a:lnTo>
                    <a:lnTo>
                      <a:pt x="272" y="832"/>
                    </a:lnTo>
                    <a:lnTo>
                      <a:pt x="242" y="832"/>
                    </a:lnTo>
                    <a:lnTo>
                      <a:pt x="213" y="833"/>
                    </a:lnTo>
                    <a:lnTo>
                      <a:pt x="184" y="833"/>
                    </a:lnTo>
                    <a:lnTo>
                      <a:pt x="154" y="833"/>
                    </a:lnTo>
                    <a:lnTo>
                      <a:pt x="126" y="833"/>
                    </a:lnTo>
                    <a:lnTo>
                      <a:pt x="96" y="833"/>
                    </a:lnTo>
                    <a:lnTo>
                      <a:pt x="67" y="833"/>
                    </a:lnTo>
                    <a:lnTo>
                      <a:pt x="37" y="833"/>
                    </a:lnTo>
                    <a:lnTo>
                      <a:pt x="8" y="833"/>
                    </a:lnTo>
                    <a:lnTo>
                      <a:pt x="6" y="802"/>
                    </a:lnTo>
                    <a:lnTo>
                      <a:pt x="4" y="772"/>
                    </a:lnTo>
                    <a:lnTo>
                      <a:pt x="2" y="741"/>
                    </a:lnTo>
                    <a:lnTo>
                      <a:pt x="0" y="711"/>
                    </a:lnTo>
                    <a:lnTo>
                      <a:pt x="0" y="533"/>
                    </a:lnTo>
                    <a:lnTo>
                      <a:pt x="0" y="356"/>
                    </a:lnTo>
                    <a:lnTo>
                      <a:pt x="0" y="1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3846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4" name="Freeform 138"/>
              <p:cNvSpPr>
                <a:spLocks/>
              </p:cNvSpPr>
              <p:nvPr/>
            </p:nvSpPr>
            <p:spPr bwMode="auto">
              <a:xfrm>
                <a:off x="1508126" y="3257550"/>
                <a:ext cx="193675" cy="292100"/>
              </a:xfrm>
              <a:custGeom>
                <a:avLst/>
                <a:gdLst>
                  <a:gd name="T0" fmla="*/ 0 w 489"/>
                  <a:gd name="T1" fmla="*/ 0 h 739"/>
                  <a:gd name="T2" fmla="*/ 2147483647 w 489"/>
                  <a:gd name="T3" fmla="*/ 0 h 739"/>
                  <a:gd name="T4" fmla="*/ 2147483647 w 489"/>
                  <a:gd name="T5" fmla="*/ 0 h 739"/>
                  <a:gd name="T6" fmla="*/ 2147483647 w 489"/>
                  <a:gd name="T7" fmla="*/ 0 h 739"/>
                  <a:gd name="T8" fmla="*/ 2147483647 w 489"/>
                  <a:gd name="T9" fmla="*/ 0 h 739"/>
                  <a:gd name="T10" fmla="*/ 2147483647 w 489"/>
                  <a:gd name="T11" fmla="*/ 0 h 739"/>
                  <a:gd name="T12" fmla="*/ 2147483647 w 489"/>
                  <a:gd name="T13" fmla="*/ 0 h 739"/>
                  <a:gd name="T14" fmla="*/ 2147483647 w 489"/>
                  <a:gd name="T15" fmla="*/ 0 h 739"/>
                  <a:gd name="T16" fmla="*/ 2147483647 w 489"/>
                  <a:gd name="T17" fmla="*/ 0 h 739"/>
                  <a:gd name="T18" fmla="*/ 2147483647 w 489"/>
                  <a:gd name="T19" fmla="*/ 0 h 739"/>
                  <a:gd name="T20" fmla="*/ 2147483647 w 489"/>
                  <a:gd name="T21" fmla="*/ 0 h 739"/>
                  <a:gd name="T22" fmla="*/ 2147483647 w 489"/>
                  <a:gd name="T23" fmla="*/ 0 h 739"/>
                  <a:gd name="T24" fmla="*/ 2147483647 w 489"/>
                  <a:gd name="T25" fmla="*/ 0 h 739"/>
                  <a:gd name="T26" fmla="*/ 2147483647 w 489"/>
                  <a:gd name="T27" fmla="*/ 0 h 739"/>
                  <a:gd name="T28" fmla="*/ 2147483647 w 489"/>
                  <a:gd name="T29" fmla="*/ 0 h 739"/>
                  <a:gd name="T30" fmla="*/ 2147483647 w 489"/>
                  <a:gd name="T31" fmla="*/ 0 h 739"/>
                  <a:gd name="T32" fmla="*/ 2147483647 w 489"/>
                  <a:gd name="T33" fmla="*/ 0 h 739"/>
                  <a:gd name="T34" fmla="*/ 2147483647 w 489"/>
                  <a:gd name="T35" fmla="*/ 2147483647 h 739"/>
                  <a:gd name="T36" fmla="*/ 2147483647 w 489"/>
                  <a:gd name="T37" fmla="*/ 2147483647 h 739"/>
                  <a:gd name="T38" fmla="*/ 2147483647 w 489"/>
                  <a:gd name="T39" fmla="*/ 2147483647 h 739"/>
                  <a:gd name="T40" fmla="*/ 2147483647 w 489"/>
                  <a:gd name="T41" fmla="*/ 2147483647 h 739"/>
                  <a:gd name="T42" fmla="*/ 2147483647 w 489"/>
                  <a:gd name="T43" fmla="*/ 2147483647 h 739"/>
                  <a:gd name="T44" fmla="*/ 2147483647 w 489"/>
                  <a:gd name="T45" fmla="*/ 2147483647 h 739"/>
                  <a:gd name="T46" fmla="*/ 2147483647 w 489"/>
                  <a:gd name="T47" fmla="*/ 2147483647 h 739"/>
                  <a:gd name="T48" fmla="*/ 2147483647 w 489"/>
                  <a:gd name="T49" fmla="*/ 2147483647 h 739"/>
                  <a:gd name="T50" fmla="*/ 2147483647 w 489"/>
                  <a:gd name="T51" fmla="*/ 2147483647 h 739"/>
                  <a:gd name="T52" fmla="*/ 2147483647 w 489"/>
                  <a:gd name="T53" fmla="*/ 2147483647 h 739"/>
                  <a:gd name="T54" fmla="*/ 2147483647 w 489"/>
                  <a:gd name="T55" fmla="*/ 2147483647 h 739"/>
                  <a:gd name="T56" fmla="*/ 2147483647 w 489"/>
                  <a:gd name="T57" fmla="*/ 2147483647 h 739"/>
                  <a:gd name="T58" fmla="*/ 2147483647 w 489"/>
                  <a:gd name="T59" fmla="*/ 2147483647 h 739"/>
                  <a:gd name="T60" fmla="*/ 2147483647 w 489"/>
                  <a:gd name="T61" fmla="*/ 2147483647 h 739"/>
                  <a:gd name="T62" fmla="*/ 2147483647 w 489"/>
                  <a:gd name="T63" fmla="*/ 2147483647 h 739"/>
                  <a:gd name="T64" fmla="*/ 2147483647 w 489"/>
                  <a:gd name="T65" fmla="*/ 2147483647 h 739"/>
                  <a:gd name="T66" fmla="*/ 2147483647 w 489"/>
                  <a:gd name="T67" fmla="*/ 2147483647 h 739"/>
                  <a:gd name="T68" fmla="*/ 2147483647 w 489"/>
                  <a:gd name="T69" fmla="*/ 2147483647 h 739"/>
                  <a:gd name="T70" fmla="*/ 2147483647 w 489"/>
                  <a:gd name="T71" fmla="*/ 2147483647 h 739"/>
                  <a:gd name="T72" fmla="*/ 2147483647 w 489"/>
                  <a:gd name="T73" fmla="*/ 2147483647 h 739"/>
                  <a:gd name="T74" fmla="*/ 2147483647 w 489"/>
                  <a:gd name="T75" fmla="*/ 2147483647 h 739"/>
                  <a:gd name="T76" fmla="*/ 2147483647 w 489"/>
                  <a:gd name="T77" fmla="*/ 2147483647 h 739"/>
                  <a:gd name="T78" fmla="*/ 2147483647 w 489"/>
                  <a:gd name="T79" fmla="*/ 2147483647 h 739"/>
                  <a:gd name="T80" fmla="*/ 2147483647 w 489"/>
                  <a:gd name="T81" fmla="*/ 2147483647 h 739"/>
                  <a:gd name="T82" fmla="*/ 2147483647 w 489"/>
                  <a:gd name="T83" fmla="*/ 2147483647 h 739"/>
                  <a:gd name="T84" fmla="*/ 2147483647 w 489"/>
                  <a:gd name="T85" fmla="*/ 2147483647 h 739"/>
                  <a:gd name="T86" fmla="*/ 2147483647 w 489"/>
                  <a:gd name="T87" fmla="*/ 2147483647 h 739"/>
                  <a:gd name="T88" fmla="*/ 0 w 489"/>
                  <a:gd name="T89" fmla="*/ 2147483647 h 739"/>
                  <a:gd name="T90" fmla="*/ 0 w 489"/>
                  <a:gd name="T91" fmla="*/ 2147483647 h 739"/>
                  <a:gd name="T92" fmla="*/ 0 w 489"/>
                  <a:gd name="T93" fmla="*/ 2147483647 h 739"/>
                  <a:gd name="T94" fmla="*/ 0 w 489"/>
                  <a:gd name="T95" fmla="*/ 2147483647 h 739"/>
                  <a:gd name="T96" fmla="*/ 0 w 489"/>
                  <a:gd name="T97" fmla="*/ 0 h 73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89"/>
                  <a:gd name="T148" fmla="*/ 0 h 739"/>
                  <a:gd name="T149" fmla="*/ 489 w 489"/>
                  <a:gd name="T150" fmla="*/ 739 h 73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89" h="739">
                    <a:moveTo>
                      <a:pt x="0" y="0"/>
                    </a:moveTo>
                    <a:lnTo>
                      <a:pt x="30" y="0"/>
                    </a:lnTo>
                    <a:lnTo>
                      <a:pt x="60" y="0"/>
                    </a:lnTo>
                    <a:lnTo>
                      <a:pt x="88" y="0"/>
                    </a:lnTo>
                    <a:lnTo>
                      <a:pt x="118" y="0"/>
                    </a:lnTo>
                    <a:lnTo>
                      <a:pt x="148" y="0"/>
                    </a:lnTo>
                    <a:lnTo>
                      <a:pt x="178" y="0"/>
                    </a:lnTo>
                    <a:lnTo>
                      <a:pt x="208" y="0"/>
                    </a:lnTo>
                    <a:lnTo>
                      <a:pt x="238" y="0"/>
                    </a:lnTo>
                    <a:lnTo>
                      <a:pt x="268" y="0"/>
                    </a:lnTo>
                    <a:lnTo>
                      <a:pt x="298" y="0"/>
                    </a:lnTo>
                    <a:lnTo>
                      <a:pt x="326" y="0"/>
                    </a:lnTo>
                    <a:lnTo>
                      <a:pt x="356" y="0"/>
                    </a:lnTo>
                    <a:lnTo>
                      <a:pt x="386" y="0"/>
                    </a:lnTo>
                    <a:lnTo>
                      <a:pt x="416" y="0"/>
                    </a:lnTo>
                    <a:lnTo>
                      <a:pt x="445" y="0"/>
                    </a:lnTo>
                    <a:lnTo>
                      <a:pt x="475" y="0"/>
                    </a:lnTo>
                    <a:lnTo>
                      <a:pt x="478" y="155"/>
                    </a:lnTo>
                    <a:lnTo>
                      <a:pt x="482" y="311"/>
                    </a:lnTo>
                    <a:lnTo>
                      <a:pt x="485" y="466"/>
                    </a:lnTo>
                    <a:lnTo>
                      <a:pt x="489" y="621"/>
                    </a:lnTo>
                    <a:lnTo>
                      <a:pt x="485" y="650"/>
                    </a:lnTo>
                    <a:lnTo>
                      <a:pt x="482" y="679"/>
                    </a:lnTo>
                    <a:lnTo>
                      <a:pt x="478" y="708"/>
                    </a:lnTo>
                    <a:lnTo>
                      <a:pt x="475" y="738"/>
                    </a:lnTo>
                    <a:lnTo>
                      <a:pt x="446" y="738"/>
                    </a:lnTo>
                    <a:lnTo>
                      <a:pt x="417" y="738"/>
                    </a:lnTo>
                    <a:lnTo>
                      <a:pt x="388" y="738"/>
                    </a:lnTo>
                    <a:lnTo>
                      <a:pt x="360" y="738"/>
                    </a:lnTo>
                    <a:lnTo>
                      <a:pt x="331" y="738"/>
                    </a:lnTo>
                    <a:lnTo>
                      <a:pt x="301" y="738"/>
                    </a:lnTo>
                    <a:lnTo>
                      <a:pt x="272" y="738"/>
                    </a:lnTo>
                    <a:lnTo>
                      <a:pt x="243" y="738"/>
                    </a:lnTo>
                    <a:lnTo>
                      <a:pt x="214" y="739"/>
                    </a:lnTo>
                    <a:lnTo>
                      <a:pt x="184" y="739"/>
                    </a:lnTo>
                    <a:lnTo>
                      <a:pt x="156" y="739"/>
                    </a:lnTo>
                    <a:lnTo>
                      <a:pt x="127" y="739"/>
                    </a:lnTo>
                    <a:lnTo>
                      <a:pt x="98" y="739"/>
                    </a:lnTo>
                    <a:lnTo>
                      <a:pt x="68" y="739"/>
                    </a:lnTo>
                    <a:lnTo>
                      <a:pt x="39" y="739"/>
                    </a:lnTo>
                    <a:lnTo>
                      <a:pt x="10" y="739"/>
                    </a:lnTo>
                    <a:lnTo>
                      <a:pt x="7" y="712"/>
                    </a:lnTo>
                    <a:lnTo>
                      <a:pt x="5" y="685"/>
                    </a:lnTo>
                    <a:lnTo>
                      <a:pt x="2" y="658"/>
                    </a:lnTo>
                    <a:lnTo>
                      <a:pt x="0" y="631"/>
                    </a:lnTo>
                    <a:lnTo>
                      <a:pt x="0" y="473"/>
                    </a:lnTo>
                    <a:lnTo>
                      <a:pt x="0" y="315"/>
                    </a:lnTo>
                    <a:lnTo>
                      <a:pt x="0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A8C7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5" name="Freeform 139"/>
              <p:cNvSpPr>
                <a:spLocks/>
              </p:cNvSpPr>
              <p:nvPr/>
            </p:nvSpPr>
            <p:spPr bwMode="auto">
              <a:xfrm>
                <a:off x="1508126" y="3257550"/>
                <a:ext cx="193675" cy="255587"/>
              </a:xfrm>
              <a:custGeom>
                <a:avLst/>
                <a:gdLst>
                  <a:gd name="T0" fmla="*/ 0 w 487"/>
                  <a:gd name="T1" fmla="*/ 0 h 645"/>
                  <a:gd name="T2" fmla="*/ 2147483647 w 487"/>
                  <a:gd name="T3" fmla="*/ 0 h 645"/>
                  <a:gd name="T4" fmla="*/ 2147483647 w 487"/>
                  <a:gd name="T5" fmla="*/ 0 h 645"/>
                  <a:gd name="T6" fmla="*/ 2147483647 w 487"/>
                  <a:gd name="T7" fmla="*/ 0 h 645"/>
                  <a:gd name="T8" fmla="*/ 2147483647 w 487"/>
                  <a:gd name="T9" fmla="*/ 0 h 645"/>
                  <a:gd name="T10" fmla="*/ 2147483647 w 487"/>
                  <a:gd name="T11" fmla="*/ 0 h 645"/>
                  <a:gd name="T12" fmla="*/ 2147483647 w 487"/>
                  <a:gd name="T13" fmla="*/ 0 h 645"/>
                  <a:gd name="T14" fmla="*/ 2147483647 w 487"/>
                  <a:gd name="T15" fmla="*/ 0 h 645"/>
                  <a:gd name="T16" fmla="*/ 2147483647 w 487"/>
                  <a:gd name="T17" fmla="*/ 0 h 645"/>
                  <a:gd name="T18" fmla="*/ 2147483647 w 487"/>
                  <a:gd name="T19" fmla="*/ 0 h 645"/>
                  <a:gd name="T20" fmla="*/ 2147483647 w 487"/>
                  <a:gd name="T21" fmla="*/ 0 h 645"/>
                  <a:gd name="T22" fmla="*/ 2147483647 w 487"/>
                  <a:gd name="T23" fmla="*/ 0 h 645"/>
                  <a:gd name="T24" fmla="*/ 2147483647 w 487"/>
                  <a:gd name="T25" fmla="*/ 0 h 645"/>
                  <a:gd name="T26" fmla="*/ 2147483647 w 487"/>
                  <a:gd name="T27" fmla="*/ 0 h 645"/>
                  <a:gd name="T28" fmla="*/ 2147483647 w 487"/>
                  <a:gd name="T29" fmla="*/ 0 h 645"/>
                  <a:gd name="T30" fmla="*/ 2147483647 w 487"/>
                  <a:gd name="T31" fmla="*/ 0 h 645"/>
                  <a:gd name="T32" fmla="*/ 2147483647 w 487"/>
                  <a:gd name="T33" fmla="*/ 0 h 645"/>
                  <a:gd name="T34" fmla="*/ 2147483647 w 487"/>
                  <a:gd name="T35" fmla="*/ 2147483647 h 645"/>
                  <a:gd name="T36" fmla="*/ 2147483647 w 487"/>
                  <a:gd name="T37" fmla="*/ 2147483647 h 645"/>
                  <a:gd name="T38" fmla="*/ 2147483647 w 487"/>
                  <a:gd name="T39" fmla="*/ 2147483647 h 645"/>
                  <a:gd name="T40" fmla="*/ 2147483647 w 487"/>
                  <a:gd name="T41" fmla="*/ 2147483647 h 645"/>
                  <a:gd name="T42" fmla="*/ 2147483647 w 487"/>
                  <a:gd name="T43" fmla="*/ 2147483647 h 645"/>
                  <a:gd name="T44" fmla="*/ 2147483647 w 487"/>
                  <a:gd name="T45" fmla="*/ 2147483647 h 645"/>
                  <a:gd name="T46" fmla="*/ 2147483647 w 487"/>
                  <a:gd name="T47" fmla="*/ 2147483647 h 645"/>
                  <a:gd name="T48" fmla="*/ 2147483647 w 487"/>
                  <a:gd name="T49" fmla="*/ 2147483647 h 645"/>
                  <a:gd name="T50" fmla="*/ 2147483647 w 487"/>
                  <a:gd name="T51" fmla="*/ 2147483647 h 645"/>
                  <a:gd name="T52" fmla="*/ 2147483647 w 487"/>
                  <a:gd name="T53" fmla="*/ 2147483647 h 645"/>
                  <a:gd name="T54" fmla="*/ 2147483647 w 487"/>
                  <a:gd name="T55" fmla="*/ 2147483647 h 645"/>
                  <a:gd name="T56" fmla="*/ 2147483647 w 487"/>
                  <a:gd name="T57" fmla="*/ 2147483647 h 645"/>
                  <a:gd name="T58" fmla="*/ 2147483647 w 487"/>
                  <a:gd name="T59" fmla="*/ 2147483647 h 645"/>
                  <a:gd name="T60" fmla="*/ 2147483647 w 487"/>
                  <a:gd name="T61" fmla="*/ 2147483647 h 645"/>
                  <a:gd name="T62" fmla="*/ 2147483647 w 487"/>
                  <a:gd name="T63" fmla="*/ 2147483647 h 645"/>
                  <a:gd name="T64" fmla="*/ 2147483647 w 487"/>
                  <a:gd name="T65" fmla="*/ 2147483647 h 645"/>
                  <a:gd name="T66" fmla="*/ 2147483647 w 487"/>
                  <a:gd name="T67" fmla="*/ 2147483647 h 645"/>
                  <a:gd name="T68" fmla="*/ 2147483647 w 487"/>
                  <a:gd name="T69" fmla="*/ 2147483647 h 645"/>
                  <a:gd name="T70" fmla="*/ 2147483647 w 487"/>
                  <a:gd name="T71" fmla="*/ 2147483647 h 645"/>
                  <a:gd name="T72" fmla="*/ 2147483647 w 487"/>
                  <a:gd name="T73" fmla="*/ 2147483647 h 645"/>
                  <a:gd name="T74" fmla="*/ 2147483647 w 487"/>
                  <a:gd name="T75" fmla="*/ 2147483647 h 645"/>
                  <a:gd name="T76" fmla="*/ 2147483647 w 487"/>
                  <a:gd name="T77" fmla="*/ 2147483647 h 645"/>
                  <a:gd name="T78" fmla="*/ 2147483647 w 487"/>
                  <a:gd name="T79" fmla="*/ 2147483647 h 645"/>
                  <a:gd name="T80" fmla="*/ 2147483647 w 487"/>
                  <a:gd name="T81" fmla="*/ 2147483647 h 645"/>
                  <a:gd name="T82" fmla="*/ 2147483647 w 487"/>
                  <a:gd name="T83" fmla="*/ 2147483647 h 645"/>
                  <a:gd name="T84" fmla="*/ 2147483647 w 487"/>
                  <a:gd name="T85" fmla="*/ 2147483647 h 645"/>
                  <a:gd name="T86" fmla="*/ 2147483647 w 487"/>
                  <a:gd name="T87" fmla="*/ 2147483647 h 645"/>
                  <a:gd name="T88" fmla="*/ 0 w 487"/>
                  <a:gd name="T89" fmla="*/ 2147483647 h 645"/>
                  <a:gd name="T90" fmla="*/ 0 w 487"/>
                  <a:gd name="T91" fmla="*/ 2147483647 h 645"/>
                  <a:gd name="T92" fmla="*/ 0 w 487"/>
                  <a:gd name="T93" fmla="*/ 2147483647 h 645"/>
                  <a:gd name="T94" fmla="*/ 0 w 487"/>
                  <a:gd name="T95" fmla="*/ 2147483647 h 645"/>
                  <a:gd name="T96" fmla="*/ 0 w 487"/>
                  <a:gd name="T97" fmla="*/ 0 h 645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87"/>
                  <a:gd name="T148" fmla="*/ 0 h 645"/>
                  <a:gd name="T149" fmla="*/ 487 w 487"/>
                  <a:gd name="T150" fmla="*/ 645 h 645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87" h="645">
                    <a:moveTo>
                      <a:pt x="0" y="0"/>
                    </a:moveTo>
                    <a:lnTo>
                      <a:pt x="30" y="0"/>
                    </a:lnTo>
                    <a:lnTo>
                      <a:pt x="60" y="0"/>
                    </a:lnTo>
                    <a:lnTo>
                      <a:pt x="89" y="0"/>
                    </a:lnTo>
                    <a:lnTo>
                      <a:pt x="119" y="0"/>
                    </a:lnTo>
                    <a:lnTo>
                      <a:pt x="149" y="0"/>
                    </a:lnTo>
                    <a:lnTo>
                      <a:pt x="179" y="0"/>
                    </a:lnTo>
                    <a:lnTo>
                      <a:pt x="208" y="0"/>
                    </a:lnTo>
                    <a:lnTo>
                      <a:pt x="238" y="0"/>
                    </a:lnTo>
                    <a:lnTo>
                      <a:pt x="268" y="0"/>
                    </a:lnTo>
                    <a:lnTo>
                      <a:pt x="298" y="0"/>
                    </a:lnTo>
                    <a:lnTo>
                      <a:pt x="327" y="0"/>
                    </a:lnTo>
                    <a:lnTo>
                      <a:pt x="356" y="0"/>
                    </a:lnTo>
                    <a:lnTo>
                      <a:pt x="386" y="0"/>
                    </a:lnTo>
                    <a:lnTo>
                      <a:pt x="416" y="0"/>
                    </a:lnTo>
                    <a:lnTo>
                      <a:pt x="445" y="0"/>
                    </a:lnTo>
                    <a:lnTo>
                      <a:pt x="475" y="0"/>
                    </a:lnTo>
                    <a:lnTo>
                      <a:pt x="478" y="136"/>
                    </a:lnTo>
                    <a:lnTo>
                      <a:pt x="481" y="271"/>
                    </a:lnTo>
                    <a:lnTo>
                      <a:pt x="483" y="407"/>
                    </a:lnTo>
                    <a:lnTo>
                      <a:pt x="487" y="542"/>
                    </a:lnTo>
                    <a:lnTo>
                      <a:pt x="483" y="568"/>
                    </a:lnTo>
                    <a:lnTo>
                      <a:pt x="480" y="593"/>
                    </a:lnTo>
                    <a:lnTo>
                      <a:pt x="477" y="618"/>
                    </a:lnTo>
                    <a:lnTo>
                      <a:pt x="475" y="644"/>
                    </a:lnTo>
                    <a:lnTo>
                      <a:pt x="446" y="644"/>
                    </a:lnTo>
                    <a:lnTo>
                      <a:pt x="417" y="644"/>
                    </a:lnTo>
                    <a:lnTo>
                      <a:pt x="388" y="644"/>
                    </a:lnTo>
                    <a:lnTo>
                      <a:pt x="360" y="644"/>
                    </a:lnTo>
                    <a:lnTo>
                      <a:pt x="331" y="644"/>
                    </a:lnTo>
                    <a:lnTo>
                      <a:pt x="302" y="644"/>
                    </a:lnTo>
                    <a:lnTo>
                      <a:pt x="273" y="644"/>
                    </a:lnTo>
                    <a:lnTo>
                      <a:pt x="244" y="644"/>
                    </a:lnTo>
                    <a:lnTo>
                      <a:pt x="215" y="645"/>
                    </a:lnTo>
                    <a:lnTo>
                      <a:pt x="187" y="645"/>
                    </a:lnTo>
                    <a:lnTo>
                      <a:pt x="158" y="645"/>
                    </a:lnTo>
                    <a:lnTo>
                      <a:pt x="129" y="645"/>
                    </a:lnTo>
                    <a:lnTo>
                      <a:pt x="100" y="645"/>
                    </a:lnTo>
                    <a:lnTo>
                      <a:pt x="70" y="645"/>
                    </a:lnTo>
                    <a:lnTo>
                      <a:pt x="41" y="645"/>
                    </a:lnTo>
                    <a:lnTo>
                      <a:pt x="13" y="645"/>
                    </a:lnTo>
                    <a:lnTo>
                      <a:pt x="9" y="621"/>
                    </a:lnTo>
                    <a:lnTo>
                      <a:pt x="6" y="598"/>
                    </a:lnTo>
                    <a:lnTo>
                      <a:pt x="3" y="574"/>
                    </a:lnTo>
                    <a:lnTo>
                      <a:pt x="0" y="551"/>
                    </a:lnTo>
                    <a:lnTo>
                      <a:pt x="0" y="413"/>
                    </a:lnTo>
                    <a:lnTo>
                      <a:pt x="0" y="276"/>
                    </a:lnTo>
                    <a:lnTo>
                      <a:pt x="0" y="1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D8E7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6" name="Freeform 140"/>
              <p:cNvSpPr>
                <a:spLocks/>
              </p:cNvSpPr>
              <p:nvPr/>
            </p:nvSpPr>
            <p:spPr bwMode="auto">
              <a:xfrm>
                <a:off x="1508126" y="3257550"/>
                <a:ext cx="192088" cy="219075"/>
              </a:xfrm>
              <a:custGeom>
                <a:avLst/>
                <a:gdLst>
                  <a:gd name="T0" fmla="*/ 0 w 484"/>
                  <a:gd name="T1" fmla="*/ 0 h 552"/>
                  <a:gd name="T2" fmla="*/ 2147483647 w 484"/>
                  <a:gd name="T3" fmla="*/ 0 h 552"/>
                  <a:gd name="T4" fmla="*/ 2147483647 w 484"/>
                  <a:gd name="T5" fmla="*/ 0 h 552"/>
                  <a:gd name="T6" fmla="*/ 2147483647 w 484"/>
                  <a:gd name="T7" fmla="*/ 0 h 552"/>
                  <a:gd name="T8" fmla="*/ 2147483647 w 484"/>
                  <a:gd name="T9" fmla="*/ 0 h 552"/>
                  <a:gd name="T10" fmla="*/ 2147483647 w 484"/>
                  <a:gd name="T11" fmla="*/ 0 h 552"/>
                  <a:gd name="T12" fmla="*/ 2147483647 w 484"/>
                  <a:gd name="T13" fmla="*/ 0 h 552"/>
                  <a:gd name="T14" fmla="*/ 2147483647 w 484"/>
                  <a:gd name="T15" fmla="*/ 0 h 552"/>
                  <a:gd name="T16" fmla="*/ 2147483647 w 484"/>
                  <a:gd name="T17" fmla="*/ 0 h 552"/>
                  <a:gd name="T18" fmla="*/ 2147483647 w 484"/>
                  <a:gd name="T19" fmla="*/ 0 h 552"/>
                  <a:gd name="T20" fmla="*/ 2147483647 w 484"/>
                  <a:gd name="T21" fmla="*/ 0 h 552"/>
                  <a:gd name="T22" fmla="*/ 2147483647 w 484"/>
                  <a:gd name="T23" fmla="*/ 0 h 552"/>
                  <a:gd name="T24" fmla="*/ 2147483647 w 484"/>
                  <a:gd name="T25" fmla="*/ 0 h 552"/>
                  <a:gd name="T26" fmla="*/ 2147483647 w 484"/>
                  <a:gd name="T27" fmla="*/ 0 h 552"/>
                  <a:gd name="T28" fmla="*/ 2147483647 w 484"/>
                  <a:gd name="T29" fmla="*/ 0 h 552"/>
                  <a:gd name="T30" fmla="*/ 2147483647 w 484"/>
                  <a:gd name="T31" fmla="*/ 0 h 552"/>
                  <a:gd name="T32" fmla="*/ 2147483647 w 484"/>
                  <a:gd name="T33" fmla="*/ 0 h 552"/>
                  <a:gd name="T34" fmla="*/ 2147483647 w 484"/>
                  <a:gd name="T35" fmla="*/ 2147483647 h 552"/>
                  <a:gd name="T36" fmla="*/ 2147483647 w 484"/>
                  <a:gd name="T37" fmla="*/ 2147483647 h 552"/>
                  <a:gd name="T38" fmla="*/ 2147483647 w 484"/>
                  <a:gd name="T39" fmla="*/ 2147483647 h 552"/>
                  <a:gd name="T40" fmla="*/ 2147483647 w 484"/>
                  <a:gd name="T41" fmla="*/ 2147483647 h 552"/>
                  <a:gd name="T42" fmla="*/ 2147483647 w 484"/>
                  <a:gd name="T43" fmla="*/ 2147483647 h 552"/>
                  <a:gd name="T44" fmla="*/ 2147483647 w 484"/>
                  <a:gd name="T45" fmla="*/ 2147483647 h 552"/>
                  <a:gd name="T46" fmla="*/ 2147483647 w 484"/>
                  <a:gd name="T47" fmla="*/ 2147483647 h 552"/>
                  <a:gd name="T48" fmla="*/ 2147483647 w 484"/>
                  <a:gd name="T49" fmla="*/ 2147483647 h 552"/>
                  <a:gd name="T50" fmla="*/ 2147483647 w 484"/>
                  <a:gd name="T51" fmla="*/ 2147483647 h 552"/>
                  <a:gd name="T52" fmla="*/ 2147483647 w 484"/>
                  <a:gd name="T53" fmla="*/ 2147483647 h 552"/>
                  <a:gd name="T54" fmla="*/ 2147483647 w 484"/>
                  <a:gd name="T55" fmla="*/ 2147483647 h 552"/>
                  <a:gd name="T56" fmla="*/ 2147483647 w 484"/>
                  <a:gd name="T57" fmla="*/ 2147483647 h 552"/>
                  <a:gd name="T58" fmla="*/ 2147483647 w 484"/>
                  <a:gd name="T59" fmla="*/ 2147483647 h 552"/>
                  <a:gd name="T60" fmla="*/ 2147483647 w 484"/>
                  <a:gd name="T61" fmla="*/ 2147483647 h 552"/>
                  <a:gd name="T62" fmla="*/ 2147483647 w 484"/>
                  <a:gd name="T63" fmla="*/ 2147483647 h 552"/>
                  <a:gd name="T64" fmla="*/ 2147483647 w 484"/>
                  <a:gd name="T65" fmla="*/ 2147483647 h 552"/>
                  <a:gd name="T66" fmla="*/ 2147483647 w 484"/>
                  <a:gd name="T67" fmla="*/ 2147483647 h 552"/>
                  <a:gd name="T68" fmla="*/ 2147483647 w 484"/>
                  <a:gd name="T69" fmla="*/ 2147483647 h 552"/>
                  <a:gd name="T70" fmla="*/ 2147483647 w 484"/>
                  <a:gd name="T71" fmla="*/ 2147483647 h 552"/>
                  <a:gd name="T72" fmla="*/ 2147483647 w 484"/>
                  <a:gd name="T73" fmla="*/ 2147483647 h 552"/>
                  <a:gd name="T74" fmla="*/ 2147483647 w 484"/>
                  <a:gd name="T75" fmla="*/ 2147483647 h 552"/>
                  <a:gd name="T76" fmla="*/ 2147483647 w 484"/>
                  <a:gd name="T77" fmla="*/ 2147483647 h 552"/>
                  <a:gd name="T78" fmla="*/ 2147483647 w 484"/>
                  <a:gd name="T79" fmla="*/ 2147483647 h 552"/>
                  <a:gd name="T80" fmla="*/ 2147483647 w 484"/>
                  <a:gd name="T81" fmla="*/ 2147483647 h 552"/>
                  <a:gd name="T82" fmla="*/ 2147483647 w 484"/>
                  <a:gd name="T83" fmla="*/ 2147483647 h 552"/>
                  <a:gd name="T84" fmla="*/ 2147483647 w 484"/>
                  <a:gd name="T85" fmla="*/ 2147483647 h 552"/>
                  <a:gd name="T86" fmla="*/ 2147483647 w 484"/>
                  <a:gd name="T87" fmla="*/ 2147483647 h 552"/>
                  <a:gd name="T88" fmla="*/ 0 w 484"/>
                  <a:gd name="T89" fmla="*/ 2147483647 h 552"/>
                  <a:gd name="T90" fmla="*/ 0 w 484"/>
                  <a:gd name="T91" fmla="*/ 2147483647 h 552"/>
                  <a:gd name="T92" fmla="*/ 0 w 484"/>
                  <a:gd name="T93" fmla="*/ 2147483647 h 552"/>
                  <a:gd name="T94" fmla="*/ 0 w 484"/>
                  <a:gd name="T95" fmla="*/ 2147483647 h 552"/>
                  <a:gd name="T96" fmla="*/ 0 w 484"/>
                  <a:gd name="T97" fmla="*/ 0 h 55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84"/>
                  <a:gd name="T148" fmla="*/ 0 h 552"/>
                  <a:gd name="T149" fmla="*/ 484 w 484"/>
                  <a:gd name="T150" fmla="*/ 552 h 552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84" h="552">
                    <a:moveTo>
                      <a:pt x="0" y="0"/>
                    </a:moveTo>
                    <a:lnTo>
                      <a:pt x="30" y="0"/>
                    </a:lnTo>
                    <a:lnTo>
                      <a:pt x="60" y="0"/>
                    </a:lnTo>
                    <a:lnTo>
                      <a:pt x="89" y="0"/>
                    </a:lnTo>
                    <a:lnTo>
                      <a:pt x="119" y="0"/>
                    </a:lnTo>
                    <a:lnTo>
                      <a:pt x="149" y="0"/>
                    </a:lnTo>
                    <a:lnTo>
                      <a:pt x="179" y="0"/>
                    </a:lnTo>
                    <a:lnTo>
                      <a:pt x="208" y="0"/>
                    </a:lnTo>
                    <a:lnTo>
                      <a:pt x="238" y="0"/>
                    </a:lnTo>
                    <a:lnTo>
                      <a:pt x="268" y="0"/>
                    </a:lnTo>
                    <a:lnTo>
                      <a:pt x="298" y="0"/>
                    </a:lnTo>
                    <a:lnTo>
                      <a:pt x="327" y="0"/>
                    </a:lnTo>
                    <a:lnTo>
                      <a:pt x="356" y="0"/>
                    </a:lnTo>
                    <a:lnTo>
                      <a:pt x="386" y="0"/>
                    </a:lnTo>
                    <a:lnTo>
                      <a:pt x="416" y="0"/>
                    </a:lnTo>
                    <a:lnTo>
                      <a:pt x="445" y="0"/>
                    </a:lnTo>
                    <a:lnTo>
                      <a:pt x="475" y="0"/>
                    </a:lnTo>
                    <a:lnTo>
                      <a:pt x="477" y="117"/>
                    </a:lnTo>
                    <a:lnTo>
                      <a:pt x="480" y="232"/>
                    </a:lnTo>
                    <a:lnTo>
                      <a:pt x="482" y="347"/>
                    </a:lnTo>
                    <a:lnTo>
                      <a:pt x="484" y="464"/>
                    </a:lnTo>
                    <a:lnTo>
                      <a:pt x="482" y="485"/>
                    </a:lnTo>
                    <a:lnTo>
                      <a:pt x="480" y="506"/>
                    </a:lnTo>
                    <a:lnTo>
                      <a:pt x="477" y="529"/>
                    </a:lnTo>
                    <a:lnTo>
                      <a:pt x="475" y="550"/>
                    </a:lnTo>
                    <a:lnTo>
                      <a:pt x="446" y="550"/>
                    </a:lnTo>
                    <a:lnTo>
                      <a:pt x="418" y="550"/>
                    </a:lnTo>
                    <a:lnTo>
                      <a:pt x="389" y="550"/>
                    </a:lnTo>
                    <a:lnTo>
                      <a:pt x="361" y="551"/>
                    </a:lnTo>
                    <a:lnTo>
                      <a:pt x="332" y="551"/>
                    </a:lnTo>
                    <a:lnTo>
                      <a:pt x="304" y="551"/>
                    </a:lnTo>
                    <a:lnTo>
                      <a:pt x="275" y="551"/>
                    </a:lnTo>
                    <a:lnTo>
                      <a:pt x="246" y="551"/>
                    </a:lnTo>
                    <a:lnTo>
                      <a:pt x="218" y="551"/>
                    </a:lnTo>
                    <a:lnTo>
                      <a:pt x="189" y="551"/>
                    </a:lnTo>
                    <a:lnTo>
                      <a:pt x="160" y="551"/>
                    </a:lnTo>
                    <a:lnTo>
                      <a:pt x="131" y="551"/>
                    </a:lnTo>
                    <a:lnTo>
                      <a:pt x="102" y="552"/>
                    </a:lnTo>
                    <a:lnTo>
                      <a:pt x="73" y="552"/>
                    </a:lnTo>
                    <a:lnTo>
                      <a:pt x="45" y="552"/>
                    </a:lnTo>
                    <a:lnTo>
                      <a:pt x="16" y="552"/>
                    </a:lnTo>
                    <a:lnTo>
                      <a:pt x="11" y="532"/>
                    </a:lnTo>
                    <a:lnTo>
                      <a:pt x="8" y="512"/>
                    </a:lnTo>
                    <a:lnTo>
                      <a:pt x="4" y="491"/>
                    </a:lnTo>
                    <a:lnTo>
                      <a:pt x="0" y="471"/>
                    </a:lnTo>
                    <a:lnTo>
                      <a:pt x="0" y="354"/>
                    </a:lnTo>
                    <a:lnTo>
                      <a:pt x="0" y="235"/>
                    </a:lnTo>
                    <a:lnTo>
                      <a:pt x="0" y="1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5967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7" name="Freeform 141"/>
              <p:cNvSpPr>
                <a:spLocks/>
              </p:cNvSpPr>
              <p:nvPr/>
            </p:nvSpPr>
            <p:spPr bwMode="auto">
              <a:xfrm>
                <a:off x="1508126" y="3257550"/>
                <a:ext cx="192088" cy="180975"/>
              </a:xfrm>
              <a:custGeom>
                <a:avLst/>
                <a:gdLst>
                  <a:gd name="T0" fmla="*/ 0 w 481"/>
                  <a:gd name="T1" fmla="*/ 0 h 458"/>
                  <a:gd name="T2" fmla="*/ 2147483647 w 481"/>
                  <a:gd name="T3" fmla="*/ 0 h 458"/>
                  <a:gd name="T4" fmla="*/ 2147483647 w 481"/>
                  <a:gd name="T5" fmla="*/ 0 h 458"/>
                  <a:gd name="T6" fmla="*/ 2147483647 w 481"/>
                  <a:gd name="T7" fmla="*/ 0 h 458"/>
                  <a:gd name="T8" fmla="*/ 2147483647 w 481"/>
                  <a:gd name="T9" fmla="*/ 0 h 458"/>
                  <a:gd name="T10" fmla="*/ 2147483647 w 481"/>
                  <a:gd name="T11" fmla="*/ 0 h 458"/>
                  <a:gd name="T12" fmla="*/ 2147483647 w 481"/>
                  <a:gd name="T13" fmla="*/ 0 h 458"/>
                  <a:gd name="T14" fmla="*/ 2147483647 w 481"/>
                  <a:gd name="T15" fmla="*/ 0 h 458"/>
                  <a:gd name="T16" fmla="*/ 2147483647 w 481"/>
                  <a:gd name="T17" fmla="*/ 0 h 458"/>
                  <a:gd name="T18" fmla="*/ 2147483647 w 481"/>
                  <a:gd name="T19" fmla="*/ 0 h 458"/>
                  <a:gd name="T20" fmla="*/ 2147483647 w 481"/>
                  <a:gd name="T21" fmla="*/ 0 h 458"/>
                  <a:gd name="T22" fmla="*/ 2147483647 w 481"/>
                  <a:gd name="T23" fmla="*/ 0 h 458"/>
                  <a:gd name="T24" fmla="*/ 2147483647 w 481"/>
                  <a:gd name="T25" fmla="*/ 0 h 458"/>
                  <a:gd name="T26" fmla="*/ 2147483647 w 481"/>
                  <a:gd name="T27" fmla="*/ 0 h 458"/>
                  <a:gd name="T28" fmla="*/ 2147483647 w 481"/>
                  <a:gd name="T29" fmla="*/ 0 h 458"/>
                  <a:gd name="T30" fmla="*/ 2147483647 w 481"/>
                  <a:gd name="T31" fmla="*/ 0 h 458"/>
                  <a:gd name="T32" fmla="*/ 2147483647 w 481"/>
                  <a:gd name="T33" fmla="*/ 0 h 458"/>
                  <a:gd name="T34" fmla="*/ 2147483647 w 481"/>
                  <a:gd name="T35" fmla="*/ 2147483647 h 458"/>
                  <a:gd name="T36" fmla="*/ 2147483647 w 481"/>
                  <a:gd name="T37" fmla="*/ 2147483647 h 458"/>
                  <a:gd name="T38" fmla="*/ 2147483647 w 481"/>
                  <a:gd name="T39" fmla="*/ 2147483647 h 458"/>
                  <a:gd name="T40" fmla="*/ 2147483647 w 481"/>
                  <a:gd name="T41" fmla="*/ 2147483647 h 458"/>
                  <a:gd name="T42" fmla="*/ 2147483647 w 481"/>
                  <a:gd name="T43" fmla="*/ 2147483647 h 458"/>
                  <a:gd name="T44" fmla="*/ 2147483647 w 481"/>
                  <a:gd name="T45" fmla="*/ 2147483647 h 458"/>
                  <a:gd name="T46" fmla="*/ 2147483647 w 481"/>
                  <a:gd name="T47" fmla="*/ 2147483647 h 458"/>
                  <a:gd name="T48" fmla="*/ 2147483647 w 481"/>
                  <a:gd name="T49" fmla="*/ 2147483647 h 458"/>
                  <a:gd name="T50" fmla="*/ 2147483647 w 481"/>
                  <a:gd name="T51" fmla="*/ 2147483647 h 458"/>
                  <a:gd name="T52" fmla="*/ 2147483647 w 481"/>
                  <a:gd name="T53" fmla="*/ 2147483647 h 458"/>
                  <a:gd name="T54" fmla="*/ 2147483647 w 481"/>
                  <a:gd name="T55" fmla="*/ 2147483647 h 458"/>
                  <a:gd name="T56" fmla="*/ 2147483647 w 481"/>
                  <a:gd name="T57" fmla="*/ 2147483647 h 458"/>
                  <a:gd name="T58" fmla="*/ 2147483647 w 481"/>
                  <a:gd name="T59" fmla="*/ 2147483647 h 458"/>
                  <a:gd name="T60" fmla="*/ 2147483647 w 481"/>
                  <a:gd name="T61" fmla="*/ 2147483647 h 458"/>
                  <a:gd name="T62" fmla="*/ 2147483647 w 481"/>
                  <a:gd name="T63" fmla="*/ 2147483647 h 458"/>
                  <a:gd name="T64" fmla="*/ 2147483647 w 481"/>
                  <a:gd name="T65" fmla="*/ 2147483647 h 458"/>
                  <a:gd name="T66" fmla="*/ 2147483647 w 481"/>
                  <a:gd name="T67" fmla="*/ 2147483647 h 458"/>
                  <a:gd name="T68" fmla="*/ 2147483647 w 481"/>
                  <a:gd name="T69" fmla="*/ 2147483647 h 458"/>
                  <a:gd name="T70" fmla="*/ 2147483647 w 481"/>
                  <a:gd name="T71" fmla="*/ 2147483647 h 458"/>
                  <a:gd name="T72" fmla="*/ 2147483647 w 481"/>
                  <a:gd name="T73" fmla="*/ 2147483647 h 458"/>
                  <a:gd name="T74" fmla="*/ 2147483647 w 481"/>
                  <a:gd name="T75" fmla="*/ 2147483647 h 458"/>
                  <a:gd name="T76" fmla="*/ 2147483647 w 481"/>
                  <a:gd name="T77" fmla="*/ 2147483647 h 458"/>
                  <a:gd name="T78" fmla="*/ 2147483647 w 481"/>
                  <a:gd name="T79" fmla="*/ 2147483647 h 458"/>
                  <a:gd name="T80" fmla="*/ 2147483647 w 481"/>
                  <a:gd name="T81" fmla="*/ 2147483647 h 458"/>
                  <a:gd name="T82" fmla="*/ 2147483647 w 481"/>
                  <a:gd name="T83" fmla="*/ 2147483647 h 458"/>
                  <a:gd name="T84" fmla="*/ 2147483647 w 481"/>
                  <a:gd name="T85" fmla="*/ 2147483647 h 458"/>
                  <a:gd name="T86" fmla="*/ 2147483647 w 481"/>
                  <a:gd name="T87" fmla="*/ 2147483647 h 458"/>
                  <a:gd name="T88" fmla="*/ 0 w 481"/>
                  <a:gd name="T89" fmla="*/ 2147483647 h 458"/>
                  <a:gd name="T90" fmla="*/ 0 w 481"/>
                  <a:gd name="T91" fmla="*/ 2147483647 h 458"/>
                  <a:gd name="T92" fmla="*/ 0 w 481"/>
                  <a:gd name="T93" fmla="*/ 2147483647 h 458"/>
                  <a:gd name="T94" fmla="*/ 0 w 481"/>
                  <a:gd name="T95" fmla="*/ 2147483647 h 458"/>
                  <a:gd name="T96" fmla="*/ 0 w 481"/>
                  <a:gd name="T97" fmla="*/ 0 h 45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81"/>
                  <a:gd name="T148" fmla="*/ 0 h 458"/>
                  <a:gd name="T149" fmla="*/ 481 w 481"/>
                  <a:gd name="T150" fmla="*/ 458 h 458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81" h="458">
                    <a:moveTo>
                      <a:pt x="0" y="0"/>
                    </a:moveTo>
                    <a:lnTo>
                      <a:pt x="30" y="0"/>
                    </a:lnTo>
                    <a:lnTo>
                      <a:pt x="60" y="0"/>
                    </a:lnTo>
                    <a:lnTo>
                      <a:pt x="89" y="0"/>
                    </a:lnTo>
                    <a:lnTo>
                      <a:pt x="119" y="0"/>
                    </a:lnTo>
                    <a:lnTo>
                      <a:pt x="149" y="0"/>
                    </a:lnTo>
                    <a:lnTo>
                      <a:pt x="178" y="0"/>
                    </a:lnTo>
                    <a:lnTo>
                      <a:pt x="208" y="0"/>
                    </a:lnTo>
                    <a:lnTo>
                      <a:pt x="238" y="0"/>
                    </a:lnTo>
                    <a:lnTo>
                      <a:pt x="268" y="0"/>
                    </a:lnTo>
                    <a:lnTo>
                      <a:pt x="298" y="0"/>
                    </a:lnTo>
                    <a:lnTo>
                      <a:pt x="326" y="0"/>
                    </a:lnTo>
                    <a:lnTo>
                      <a:pt x="356" y="0"/>
                    </a:lnTo>
                    <a:lnTo>
                      <a:pt x="386" y="0"/>
                    </a:lnTo>
                    <a:lnTo>
                      <a:pt x="415" y="0"/>
                    </a:lnTo>
                    <a:lnTo>
                      <a:pt x="445" y="0"/>
                    </a:lnTo>
                    <a:lnTo>
                      <a:pt x="474" y="0"/>
                    </a:lnTo>
                    <a:lnTo>
                      <a:pt x="476" y="96"/>
                    </a:lnTo>
                    <a:lnTo>
                      <a:pt x="477" y="192"/>
                    </a:lnTo>
                    <a:lnTo>
                      <a:pt x="479" y="288"/>
                    </a:lnTo>
                    <a:lnTo>
                      <a:pt x="481" y="385"/>
                    </a:lnTo>
                    <a:lnTo>
                      <a:pt x="479" y="403"/>
                    </a:lnTo>
                    <a:lnTo>
                      <a:pt x="477" y="421"/>
                    </a:lnTo>
                    <a:lnTo>
                      <a:pt x="476" y="439"/>
                    </a:lnTo>
                    <a:lnTo>
                      <a:pt x="474" y="457"/>
                    </a:lnTo>
                    <a:lnTo>
                      <a:pt x="446" y="457"/>
                    </a:lnTo>
                    <a:lnTo>
                      <a:pt x="417" y="457"/>
                    </a:lnTo>
                    <a:lnTo>
                      <a:pt x="388" y="457"/>
                    </a:lnTo>
                    <a:lnTo>
                      <a:pt x="361" y="457"/>
                    </a:lnTo>
                    <a:lnTo>
                      <a:pt x="332" y="457"/>
                    </a:lnTo>
                    <a:lnTo>
                      <a:pt x="304" y="457"/>
                    </a:lnTo>
                    <a:lnTo>
                      <a:pt x="275" y="457"/>
                    </a:lnTo>
                    <a:lnTo>
                      <a:pt x="246" y="457"/>
                    </a:lnTo>
                    <a:lnTo>
                      <a:pt x="219" y="457"/>
                    </a:lnTo>
                    <a:lnTo>
                      <a:pt x="190" y="457"/>
                    </a:lnTo>
                    <a:lnTo>
                      <a:pt x="161" y="457"/>
                    </a:lnTo>
                    <a:lnTo>
                      <a:pt x="132" y="457"/>
                    </a:lnTo>
                    <a:lnTo>
                      <a:pt x="103" y="458"/>
                    </a:lnTo>
                    <a:lnTo>
                      <a:pt x="76" y="458"/>
                    </a:lnTo>
                    <a:lnTo>
                      <a:pt x="47" y="458"/>
                    </a:lnTo>
                    <a:lnTo>
                      <a:pt x="18" y="458"/>
                    </a:lnTo>
                    <a:lnTo>
                      <a:pt x="14" y="441"/>
                    </a:lnTo>
                    <a:lnTo>
                      <a:pt x="9" y="424"/>
                    </a:lnTo>
                    <a:lnTo>
                      <a:pt x="4" y="408"/>
                    </a:lnTo>
                    <a:lnTo>
                      <a:pt x="0" y="391"/>
                    </a:lnTo>
                    <a:lnTo>
                      <a:pt x="0" y="293"/>
                    </a:lnTo>
                    <a:lnTo>
                      <a:pt x="0" y="196"/>
                    </a:lnTo>
                    <a:lnTo>
                      <a:pt x="0" y="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C9E8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8" name="Freeform 142"/>
              <p:cNvSpPr>
                <a:spLocks/>
              </p:cNvSpPr>
              <p:nvPr/>
            </p:nvSpPr>
            <p:spPr bwMode="auto">
              <a:xfrm>
                <a:off x="1509713" y="3257550"/>
                <a:ext cx="188913" cy="144462"/>
              </a:xfrm>
              <a:custGeom>
                <a:avLst/>
                <a:gdLst>
                  <a:gd name="T0" fmla="*/ 0 w 477"/>
                  <a:gd name="T1" fmla="*/ 0 h 364"/>
                  <a:gd name="T2" fmla="*/ 2147483647 w 477"/>
                  <a:gd name="T3" fmla="*/ 0 h 364"/>
                  <a:gd name="T4" fmla="*/ 2147483647 w 477"/>
                  <a:gd name="T5" fmla="*/ 0 h 364"/>
                  <a:gd name="T6" fmla="*/ 2147483647 w 477"/>
                  <a:gd name="T7" fmla="*/ 0 h 364"/>
                  <a:gd name="T8" fmla="*/ 2147483647 w 477"/>
                  <a:gd name="T9" fmla="*/ 0 h 364"/>
                  <a:gd name="T10" fmla="*/ 2147483647 w 477"/>
                  <a:gd name="T11" fmla="*/ 0 h 364"/>
                  <a:gd name="T12" fmla="*/ 2147483647 w 477"/>
                  <a:gd name="T13" fmla="*/ 0 h 364"/>
                  <a:gd name="T14" fmla="*/ 2147483647 w 477"/>
                  <a:gd name="T15" fmla="*/ 0 h 364"/>
                  <a:gd name="T16" fmla="*/ 2147483647 w 477"/>
                  <a:gd name="T17" fmla="*/ 0 h 364"/>
                  <a:gd name="T18" fmla="*/ 2147483647 w 477"/>
                  <a:gd name="T19" fmla="*/ 0 h 364"/>
                  <a:gd name="T20" fmla="*/ 2147483647 w 477"/>
                  <a:gd name="T21" fmla="*/ 0 h 364"/>
                  <a:gd name="T22" fmla="*/ 2147483647 w 477"/>
                  <a:gd name="T23" fmla="*/ 0 h 364"/>
                  <a:gd name="T24" fmla="*/ 2147483647 w 477"/>
                  <a:gd name="T25" fmla="*/ 0 h 364"/>
                  <a:gd name="T26" fmla="*/ 2147483647 w 477"/>
                  <a:gd name="T27" fmla="*/ 0 h 364"/>
                  <a:gd name="T28" fmla="*/ 2147483647 w 477"/>
                  <a:gd name="T29" fmla="*/ 0 h 364"/>
                  <a:gd name="T30" fmla="*/ 2147483647 w 477"/>
                  <a:gd name="T31" fmla="*/ 0 h 364"/>
                  <a:gd name="T32" fmla="*/ 2147483647 w 477"/>
                  <a:gd name="T33" fmla="*/ 0 h 364"/>
                  <a:gd name="T34" fmla="*/ 2147483647 w 477"/>
                  <a:gd name="T35" fmla="*/ 2147483647 h 364"/>
                  <a:gd name="T36" fmla="*/ 2147483647 w 477"/>
                  <a:gd name="T37" fmla="*/ 2147483647 h 364"/>
                  <a:gd name="T38" fmla="*/ 2147483647 w 477"/>
                  <a:gd name="T39" fmla="*/ 2147483647 h 364"/>
                  <a:gd name="T40" fmla="*/ 2147483647 w 477"/>
                  <a:gd name="T41" fmla="*/ 2147483647 h 364"/>
                  <a:gd name="T42" fmla="*/ 2147483647 w 477"/>
                  <a:gd name="T43" fmla="*/ 2147483647 h 364"/>
                  <a:gd name="T44" fmla="*/ 2147483647 w 477"/>
                  <a:gd name="T45" fmla="*/ 2147483647 h 364"/>
                  <a:gd name="T46" fmla="*/ 2147483647 w 477"/>
                  <a:gd name="T47" fmla="*/ 2147483647 h 364"/>
                  <a:gd name="T48" fmla="*/ 2147483647 w 477"/>
                  <a:gd name="T49" fmla="*/ 2147483647 h 364"/>
                  <a:gd name="T50" fmla="*/ 2147483647 w 477"/>
                  <a:gd name="T51" fmla="*/ 2147483647 h 364"/>
                  <a:gd name="T52" fmla="*/ 2147483647 w 477"/>
                  <a:gd name="T53" fmla="*/ 2147483647 h 364"/>
                  <a:gd name="T54" fmla="*/ 2147483647 w 477"/>
                  <a:gd name="T55" fmla="*/ 2147483647 h 364"/>
                  <a:gd name="T56" fmla="*/ 2147483647 w 477"/>
                  <a:gd name="T57" fmla="*/ 2147483647 h 364"/>
                  <a:gd name="T58" fmla="*/ 2147483647 w 477"/>
                  <a:gd name="T59" fmla="*/ 2147483647 h 364"/>
                  <a:gd name="T60" fmla="*/ 2147483647 w 477"/>
                  <a:gd name="T61" fmla="*/ 2147483647 h 364"/>
                  <a:gd name="T62" fmla="*/ 2147483647 w 477"/>
                  <a:gd name="T63" fmla="*/ 2147483647 h 364"/>
                  <a:gd name="T64" fmla="*/ 2147483647 w 477"/>
                  <a:gd name="T65" fmla="*/ 2147483647 h 364"/>
                  <a:gd name="T66" fmla="*/ 2147483647 w 477"/>
                  <a:gd name="T67" fmla="*/ 2147483647 h 364"/>
                  <a:gd name="T68" fmla="*/ 2147483647 w 477"/>
                  <a:gd name="T69" fmla="*/ 2147483647 h 364"/>
                  <a:gd name="T70" fmla="*/ 2147483647 w 477"/>
                  <a:gd name="T71" fmla="*/ 2147483647 h 364"/>
                  <a:gd name="T72" fmla="*/ 2147483647 w 477"/>
                  <a:gd name="T73" fmla="*/ 2147483647 h 364"/>
                  <a:gd name="T74" fmla="*/ 2147483647 w 477"/>
                  <a:gd name="T75" fmla="*/ 2147483647 h 364"/>
                  <a:gd name="T76" fmla="*/ 2147483647 w 477"/>
                  <a:gd name="T77" fmla="*/ 2147483647 h 364"/>
                  <a:gd name="T78" fmla="*/ 2147483647 w 477"/>
                  <a:gd name="T79" fmla="*/ 2147483647 h 364"/>
                  <a:gd name="T80" fmla="*/ 2147483647 w 477"/>
                  <a:gd name="T81" fmla="*/ 2147483647 h 364"/>
                  <a:gd name="T82" fmla="*/ 2147483647 w 477"/>
                  <a:gd name="T83" fmla="*/ 2147483647 h 364"/>
                  <a:gd name="T84" fmla="*/ 2147483647 w 477"/>
                  <a:gd name="T85" fmla="*/ 2147483647 h 364"/>
                  <a:gd name="T86" fmla="*/ 2147483647 w 477"/>
                  <a:gd name="T87" fmla="*/ 2147483647 h 364"/>
                  <a:gd name="T88" fmla="*/ 0 w 477"/>
                  <a:gd name="T89" fmla="*/ 2147483647 h 364"/>
                  <a:gd name="T90" fmla="*/ 0 w 477"/>
                  <a:gd name="T91" fmla="*/ 2147483647 h 364"/>
                  <a:gd name="T92" fmla="*/ 0 w 477"/>
                  <a:gd name="T93" fmla="*/ 2147483647 h 364"/>
                  <a:gd name="T94" fmla="*/ 0 w 477"/>
                  <a:gd name="T95" fmla="*/ 2147483647 h 364"/>
                  <a:gd name="T96" fmla="*/ 0 w 477"/>
                  <a:gd name="T97" fmla="*/ 0 h 364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77"/>
                  <a:gd name="T148" fmla="*/ 0 h 364"/>
                  <a:gd name="T149" fmla="*/ 477 w 477"/>
                  <a:gd name="T150" fmla="*/ 364 h 364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77" h="364">
                    <a:moveTo>
                      <a:pt x="0" y="0"/>
                    </a:moveTo>
                    <a:lnTo>
                      <a:pt x="30" y="0"/>
                    </a:lnTo>
                    <a:lnTo>
                      <a:pt x="60" y="0"/>
                    </a:lnTo>
                    <a:lnTo>
                      <a:pt x="88" y="0"/>
                    </a:lnTo>
                    <a:lnTo>
                      <a:pt x="118" y="0"/>
                    </a:lnTo>
                    <a:lnTo>
                      <a:pt x="148" y="0"/>
                    </a:lnTo>
                    <a:lnTo>
                      <a:pt x="178" y="0"/>
                    </a:lnTo>
                    <a:lnTo>
                      <a:pt x="207" y="0"/>
                    </a:lnTo>
                    <a:lnTo>
                      <a:pt x="237" y="0"/>
                    </a:lnTo>
                    <a:lnTo>
                      <a:pt x="267" y="0"/>
                    </a:lnTo>
                    <a:lnTo>
                      <a:pt x="297" y="0"/>
                    </a:lnTo>
                    <a:lnTo>
                      <a:pt x="325" y="0"/>
                    </a:lnTo>
                    <a:lnTo>
                      <a:pt x="355" y="0"/>
                    </a:lnTo>
                    <a:lnTo>
                      <a:pt x="385" y="0"/>
                    </a:lnTo>
                    <a:lnTo>
                      <a:pt x="414" y="0"/>
                    </a:lnTo>
                    <a:lnTo>
                      <a:pt x="444" y="0"/>
                    </a:lnTo>
                    <a:lnTo>
                      <a:pt x="473" y="0"/>
                    </a:lnTo>
                    <a:lnTo>
                      <a:pt x="474" y="76"/>
                    </a:lnTo>
                    <a:lnTo>
                      <a:pt x="475" y="153"/>
                    </a:lnTo>
                    <a:lnTo>
                      <a:pt x="476" y="230"/>
                    </a:lnTo>
                    <a:lnTo>
                      <a:pt x="477" y="306"/>
                    </a:lnTo>
                    <a:lnTo>
                      <a:pt x="476" y="319"/>
                    </a:lnTo>
                    <a:lnTo>
                      <a:pt x="475" y="334"/>
                    </a:lnTo>
                    <a:lnTo>
                      <a:pt x="474" y="348"/>
                    </a:lnTo>
                    <a:lnTo>
                      <a:pt x="473" y="363"/>
                    </a:lnTo>
                    <a:lnTo>
                      <a:pt x="445" y="363"/>
                    </a:lnTo>
                    <a:lnTo>
                      <a:pt x="416" y="363"/>
                    </a:lnTo>
                    <a:lnTo>
                      <a:pt x="388" y="363"/>
                    </a:lnTo>
                    <a:lnTo>
                      <a:pt x="361" y="363"/>
                    </a:lnTo>
                    <a:lnTo>
                      <a:pt x="332" y="363"/>
                    </a:lnTo>
                    <a:lnTo>
                      <a:pt x="304" y="363"/>
                    </a:lnTo>
                    <a:lnTo>
                      <a:pt x="275" y="363"/>
                    </a:lnTo>
                    <a:lnTo>
                      <a:pt x="248" y="363"/>
                    </a:lnTo>
                    <a:lnTo>
                      <a:pt x="219" y="364"/>
                    </a:lnTo>
                    <a:lnTo>
                      <a:pt x="191" y="364"/>
                    </a:lnTo>
                    <a:lnTo>
                      <a:pt x="162" y="364"/>
                    </a:lnTo>
                    <a:lnTo>
                      <a:pt x="133" y="364"/>
                    </a:lnTo>
                    <a:lnTo>
                      <a:pt x="106" y="364"/>
                    </a:lnTo>
                    <a:lnTo>
                      <a:pt x="77" y="364"/>
                    </a:lnTo>
                    <a:lnTo>
                      <a:pt x="49" y="364"/>
                    </a:lnTo>
                    <a:lnTo>
                      <a:pt x="20" y="364"/>
                    </a:lnTo>
                    <a:lnTo>
                      <a:pt x="15" y="350"/>
                    </a:lnTo>
                    <a:lnTo>
                      <a:pt x="11" y="338"/>
                    </a:lnTo>
                    <a:lnTo>
                      <a:pt x="5" y="325"/>
                    </a:lnTo>
                    <a:lnTo>
                      <a:pt x="0" y="311"/>
                    </a:lnTo>
                    <a:lnTo>
                      <a:pt x="0" y="233"/>
                    </a:lnTo>
                    <a:lnTo>
                      <a:pt x="0" y="155"/>
                    </a:lnTo>
                    <a:lnTo>
                      <a:pt x="0" y="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4A5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9" name="Freeform 143"/>
              <p:cNvSpPr>
                <a:spLocks/>
              </p:cNvSpPr>
              <p:nvPr/>
            </p:nvSpPr>
            <p:spPr bwMode="auto">
              <a:xfrm>
                <a:off x="1509713" y="3257550"/>
                <a:ext cx="187325" cy="106362"/>
              </a:xfrm>
              <a:custGeom>
                <a:avLst/>
                <a:gdLst>
                  <a:gd name="T0" fmla="*/ 0 w 474"/>
                  <a:gd name="T1" fmla="*/ 0 h 270"/>
                  <a:gd name="T2" fmla="*/ 2147483647 w 474"/>
                  <a:gd name="T3" fmla="*/ 0 h 270"/>
                  <a:gd name="T4" fmla="*/ 2147483647 w 474"/>
                  <a:gd name="T5" fmla="*/ 0 h 270"/>
                  <a:gd name="T6" fmla="*/ 2147483647 w 474"/>
                  <a:gd name="T7" fmla="*/ 0 h 270"/>
                  <a:gd name="T8" fmla="*/ 2147483647 w 474"/>
                  <a:gd name="T9" fmla="*/ 0 h 270"/>
                  <a:gd name="T10" fmla="*/ 2147483647 w 474"/>
                  <a:gd name="T11" fmla="*/ 0 h 270"/>
                  <a:gd name="T12" fmla="*/ 2147483647 w 474"/>
                  <a:gd name="T13" fmla="*/ 0 h 270"/>
                  <a:gd name="T14" fmla="*/ 2147483647 w 474"/>
                  <a:gd name="T15" fmla="*/ 0 h 270"/>
                  <a:gd name="T16" fmla="*/ 2147483647 w 474"/>
                  <a:gd name="T17" fmla="*/ 0 h 270"/>
                  <a:gd name="T18" fmla="*/ 2147483647 w 474"/>
                  <a:gd name="T19" fmla="*/ 0 h 270"/>
                  <a:gd name="T20" fmla="*/ 2147483647 w 474"/>
                  <a:gd name="T21" fmla="*/ 0 h 270"/>
                  <a:gd name="T22" fmla="*/ 2147483647 w 474"/>
                  <a:gd name="T23" fmla="*/ 0 h 270"/>
                  <a:gd name="T24" fmla="*/ 2147483647 w 474"/>
                  <a:gd name="T25" fmla="*/ 0 h 270"/>
                  <a:gd name="T26" fmla="*/ 2147483647 w 474"/>
                  <a:gd name="T27" fmla="*/ 0 h 270"/>
                  <a:gd name="T28" fmla="*/ 2147483647 w 474"/>
                  <a:gd name="T29" fmla="*/ 0 h 270"/>
                  <a:gd name="T30" fmla="*/ 2147483647 w 474"/>
                  <a:gd name="T31" fmla="*/ 0 h 270"/>
                  <a:gd name="T32" fmla="*/ 2147483647 w 474"/>
                  <a:gd name="T33" fmla="*/ 0 h 270"/>
                  <a:gd name="T34" fmla="*/ 2147483647 w 474"/>
                  <a:gd name="T35" fmla="*/ 2147483647 h 270"/>
                  <a:gd name="T36" fmla="*/ 2147483647 w 474"/>
                  <a:gd name="T37" fmla="*/ 2147483647 h 270"/>
                  <a:gd name="T38" fmla="*/ 2147483647 w 474"/>
                  <a:gd name="T39" fmla="*/ 2147483647 h 270"/>
                  <a:gd name="T40" fmla="*/ 2147483647 w 474"/>
                  <a:gd name="T41" fmla="*/ 2147483647 h 270"/>
                  <a:gd name="T42" fmla="*/ 2147483647 w 474"/>
                  <a:gd name="T43" fmla="*/ 2147483647 h 270"/>
                  <a:gd name="T44" fmla="*/ 2147483647 w 474"/>
                  <a:gd name="T45" fmla="*/ 2147483647 h 270"/>
                  <a:gd name="T46" fmla="*/ 2147483647 w 474"/>
                  <a:gd name="T47" fmla="*/ 2147483647 h 270"/>
                  <a:gd name="T48" fmla="*/ 2147483647 w 474"/>
                  <a:gd name="T49" fmla="*/ 2147483647 h 270"/>
                  <a:gd name="T50" fmla="*/ 2147483647 w 474"/>
                  <a:gd name="T51" fmla="*/ 2147483647 h 270"/>
                  <a:gd name="T52" fmla="*/ 2147483647 w 474"/>
                  <a:gd name="T53" fmla="*/ 2147483647 h 270"/>
                  <a:gd name="T54" fmla="*/ 2147483647 w 474"/>
                  <a:gd name="T55" fmla="*/ 2147483647 h 270"/>
                  <a:gd name="T56" fmla="*/ 2147483647 w 474"/>
                  <a:gd name="T57" fmla="*/ 2147483647 h 270"/>
                  <a:gd name="T58" fmla="*/ 2147483647 w 474"/>
                  <a:gd name="T59" fmla="*/ 2147483647 h 270"/>
                  <a:gd name="T60" fmla="*/ 2147483647 w 474"/>
                  <a:gd name="T61" fmla="*/ 2147483647 h 270"/>
                  <a:gd name="T62" fmla="*/ 2147483647 w 474"/>
                  <a:gd name="T63" fmla="*/ 2147483647 h 270"/>
                  <a:gd name="T64" fmla="*/ 2147483647 w 474"/>
                  <a:gd name="T65" fmla="*/ 2147483647 h 270"/>
                  <a:gd name="T66" fmla="*/ 2147483647 w 474"/>
                  <a:gd name="T67" fmla="*/ 2147483647 h 270"/>
                  <a:gd name="T68" fmla="*/ 2147483647 w 474"/>
                  <a:gd name="T69" fmla="*/ 2147483647 h 270"/>
                  <a:gd name="T70" fmla="*/ 2147483647 w 474"/>
                  <a:gd name="T71" fmla="*/ 2147483647 h 270"/>
                  <a:gd name="T72" fmla="*/ 2147483647 w 474"/>
                  <a:gd name="T73" fmla="*/ 2147483647 h 270"/>
                  <a:gd name="T74" fmla="*/ 2147483647 w 474"/>
                  <a:gd name="T75" fmla="*/ 2147483647 h 270"/>
                  <a:gd name="T76" fmla="*/ 2147483647 w 474"/>
                  <a:gd name="T77" fmla="*/ 2147483647 h 270"/>
                  <a:gd name="T78" fmla="*/ 2147483647 w 474"/>
                  <a:gd name="T79" fmla="*/ 2147483647 h 270"/>
                  <a:gd name="T80" fmla="*/ 2147483647 w 474"/>
                  <a:gd name="T81" fmla="*/ 2147483647 h 270"/>
                  <a:gd name="T82" fmla="*/ 2147483647 w 474"/>
                  <a:gd name="T83" fmla="*/ 2147483647 h 270"/>
                  <a:gd name="T84" fmla="*/ 2147483647 w 474"/>
                  <a:gd name="T85" fmla="*/ 2147483647 h 270"/>
                  <a:gd name="T86" fmla="*/ 2147483647 w 474"/>
                  <a:gd name="T87" fmla="*/ 2147483647 h 270"/>
                  <a:gd name="T88" fmla="*/ 0 w 474"/>
                  <a:gd name="T89" fmla="*/ 2147483647 h 270"/>
                  <a:gd name="T90" fmla="*/ 0 w 474"/>
                  <a:gd name="T91" fmla="*/ 2147483647 h 270"/>
                  <a:gd name="T92" fmla="*/ 0 w 474"/>
                  <a:gd name="T93" fmla="*/ 2147483647 h 270"/>
                  <a:gd name="T94" fmla="*/ 0 w 474"/>
                  <a:gd name="T95" fmla="*/ 2147483647 h 270"/>
                  <a:gd name="T96" fmla="*/ 0 w 474"/>
                  <a:gd name="T97" fmla="*/ 0 h 270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74"/>
                  <a:gd name="T148" fmla="*/ 0 h 270"/>
                  <a:gd name="T149" fmla="*/ 474 w 474"/>
                  <a:gd name="T150" fmla="*/ 270 h 270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74" h="270">
                    <a:moveTo>
                      <a:pt x="0" y="0"/>
                    </a:moveTo>
                    <a:lnTo>
                      <a:pt x="30" y="0"/>
                    </a:lnTo>
                    <a:lnTo>
                      <a:pt x="59" y="0"/>
                    </a:lnTo>
                    <a:lnTo>
                      <a:pt x="89" y="0"/>
                    </a:lnTo>
                    <a:lnTo>
                      <a:pt x="118" y="0"/>
                    </a:lnTo>
                    <a:lnTo>
                      <a:pt x="148" y="0"/>
                    </a:lnTo>
                    <a:lnTo>
                      <a:pt x="177" y="0"/>
                    </a:lnTo>
                    <a:lnTo>
                      <a:pt x="207" y="0"/>
                    </a:lnTo>
                    <a:lnTo>
                      <a:pt x="237" y="0"/>
                    </a:lnTo>
                    <a:lnTo>
                      <a:pt x="266" y="0"/>
                    </a:lnTo>
                    <a:lnTo>
                      <a:pt x="296" y="0"/>
                    </a:lnTo>
                    <a:lnTo>
                      <a:pt x="326" y="0"/>
                    </a:lnTo>
                    <a:lnTo>
                      <a:pt x="354" y="0"/>
                    </a:lnTo>
                    <a:lnTo>
                      <a:pt x="384" y="0"/>
                    </a:lnTo>
                    <a:lnTo>
                      <a:pt x="413" y="0"/>
                    </a:lnTo>
                    <a:lnTo>
                      <a:pt x="443" y="0"/>
                    </a:lnTo>
                    <a:lnTo>
                      <a:pt x="472" y="0"/>
                    </a:lnTo>
                    <a:lnTo>
                      <a:pt x="473" y="57"/>
                    </a:lnTo>
                    <a:lnTo>
                      <a:pt x="473" y="113"/>
                    </a:lnTo>
                    <a:lnTo>
                      <a:pt x="474" y="170"/>
                    </a:lnTo>
                    <a:lnTo>
                      <a:pt x="474" y="227"/>
                    </a:lnTo>
                    <a:lnTo>
                      <a:pt x="474" y="237"/>
                    </a:lnTo>
                    <a:lnTo>
                      <a:pt x="473" y="248"/>
                    </a:lnTo>
                    <a:lnTo>
                      <a:pt x="473" y="260"/>
                    </a:lnTo>
                    <a:lnTo>
                      <a:pt x="472" y="270"/>
                    </a:lnTo>
                    <a:lnTo>
                      <a:pt x="444" y="270"/>
                    </a:lnTo>
                    <a:lnTo>
                      <a:pt x="416" y="270"/>
                    </a:lnTo>
                    <a:lnTo>
                      <a:pt x="389" y="270"/>
                    </a:lnTo>
                    <a:lnTo>
                      <a:pt x="361" y="270"/>
                    </a:lnTo>
                    <a:lnTo>
                      <a:pt x="332" y="270"/>
                    </a:lnTo>
                    <a:lnTo>
                      <a:pt x="304" y="270"/>
                    </a:lnTo>
                    <a:lnTo>
                      <a:pt x="276" y="270"/>
                    </a:lnTo>
                    <a:lnTo>
                      <a:pt x="249" y="270"/>
                    </a:lnTo>
                    <a:lnTo>
                      <a:pt x="220" y="270"/>
                    </a:lnTo>
                    <a:lnTo>
                      <a:pt x="192" y="270"/>
                    </a:lnTo>
                    <a:lnTo>
                      <a:pt x="164" y="270"/>
                    </a:lnTo>
                    <a:lnTo>
                      <a:pt x="136" y="270"/>
                    </a:lnTo>
                    <a:lnTo>
                      <a:pt x="108" y="270"/>
                    </a:lnTo>
                    <a:lnTo>
                      <a:pt x="79" y="270"/>
                    </a:lnTo>
                    <a:lnTo>
                      <a:pt x="51" y="270"/>
                    </a:lnTo>
                    <a:lnTo>
                      <a:pt x="22" y="270"/>
                    </a:lnTo>
                    <a:lnTo>
                      <a:pt x="17" y="261"/>
                    </a:lnTo>
                    <a:lnTo>
                      <a:pt x="12" y="250"/>
                    </a:lnTo>
                    <a:lnTo>
                      <a:pt x="5" y="240"/>
                    </a:lnTo>
                    <a:lnTo>
                      <a:pt x="0" y="231"/>
                    </a:lnTo>
                    <a:lnTo>
                      <a:pt x="0" y="173"/>
                    </a:lnTo>
                    <a:lnTo>
                      <a:pt x="0" y="116"/>
                    </a:lnTo>
                    <a:lnTo>
                      <a:pt x="0" y="5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9A89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0" name="Freeform 144"/>
              <p:cNvSpPr>
                <a:spLocks/>
              </p:cNvSpPr>
              <p:nvPr/>
            </p:nvSpPr>
            <p:spPr bwMode="auto">
              <a:xfrm>
                <a:off x="1509713" y="3257550"/>
                <a:ext cx="187325" cy="69850"/>
              </a:xfrm>
              <a:custGeom>
                <a:avLst/>
                <a:gdLst>
                  <a:gd name="T0" fmla="*/ 0 w 472"/>
                  <a:gd name="T1" fmla="*/ 0 h 176"/>
                  <a:gd name="T2" fmla="*/ 2147483647 w 472"/>
                  <a:gd name="T3" fmla="*/ 0 h 176"/>
                  <a:gd name="T4" fmla="*/ 2147483647 w 472"/>
                  <a:gd name="T5" fmla="*/ 2147483647 h 176"/>
                  <a:gd name="T6" fmla="*/ 2147483647 w 472"/>
                  <a:gd name="T7" fmla="*/ 2147483647 h 176"/>
                  <a:gd name="T8" fmla="*/ 2147483647 w 472"/>
                  <a:gd name="T9" fmla="*/ 2147483647 h 176"/>
                  <a:gd name="T10" fmla="*/ 0 w 472"/>
                  <a:gd name="T11" fmla="*/ 2147483647 h 176"/>
                  <a:gd name="T12" fmla="*/ 0 w 472"/>
                  <a:gd name="T13" fmla="*/ 0 h 17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72"/>
                  <a:gd name="T22" fmla="*/ 0 h 176"/>
                  <a:gd name="T23" fmla="*/ 472 w 472"/>
                  <a:gd name="T24" fmla="*/ 176 h 17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72" h="176">
                    <a:moveTo>
                      <a:pt x="0" y="0"/>
                    </a:moveTo>
                    <a:lnTo>
                      <a:pt x="472" y="0"/>
                    </a:lnTo>
                    <a:lnTo>
                      <a:pt x="472" y="149"/>
                    </a:lnTo>
                    <a:lnTo>
                      <a:pt x="472" y="176"/>
                    </a:lnTo>
                    <a:lnTo>
                      <a:pt x="26" y="176"/>
                    </a:lnTo>
                    <a:lnTo>
                      <a:pt x="0" y="1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1AF9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1" name="Freeform 157"/>
              <p:cNvSpPr>
                <a:spLocks/>
              </p:cNvSpPr>
              <p:nvPr/>
            </p:nvSpPr>
            <p:spPr bwMode="auto">
              <a:xfrm>
                <a:off x="1695451" y="3236913"/>
                <a:ext cx="17463" cy="500062"/>
              </a:xfrm>
              <a:custGeom>
                <a:avLst/>
                <a:gdLst>
                  <a:gd name="T0" fmla="*/ 2147483647 w 45"/>
                  <a:gd name="T1" fmla="*/ 2147483647 h 1259"/>
                  <a:gd name="T2" fmla="*/ 2147483647 w 45"/>
                  <a:gd name="T3" fmla="*/ 0 h 1259"/>
                  <a:gd name="T4" fmla="*/ 2147483647 w 45"/>
                  <a:gd name="T5" fmla="*/ 2147483647 h 1259"/>
                  <a:gd name="T6" fmla="*/ 2147483647 w 45"/>
                  <a:gd name="T7" fmla="*/ 2147483647 h 1259"/>
                  <a:gd name="T8" fmla="*/ 2147483647 w 45"/>
                  <a:gd name="T9" fmla="*/ 2147483647 h 1259"/>
                  <a:gd name="T10" fmla="*/ 2147483647 w 45"/>
                  <a:gd name="T11" fmla="*/ 2147483647 h 1259"/>
                  <a:gd name="T12" fmla="*/ 0 w 45"/>
                  <a:gd name="T13" fmla="*/ 2147483647 h 1259"/>
                  <a:gd name="T14" fmla="*/ 2147483647 w 45"/>
                  <a:gd name="T15" fmla="*/ 2147483647 h 1259"/>
                  <a:gd name="T16" fmla="*/ 2147483647 w 45"/>
                  <a:gd name="T17" fmla="*/ 2147483647 h 1259"/>
                  <a:gd name="T18" fmla="*/ 2147483647 w 45"/>
                  <a:gd name="T19" fmla="*/ 2147483647 h 1259"/>
                  <a:gd name="T20" fmla="*/ 2147483647 w 45"/>
                  <a:gd name="T21" fmla="*/ 2147483647 h 125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5"/>
                  <a:gd name="T34" fmla="*/ 0 h 1259"/>
                  <a:gd name="T35" fmla="*/ 45 w 45"/>
                  <a:gd name="T36" fmla="*/ 1259 h 125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5" h="1259">
                    <a:moveTo>
                      <a:pt x="5" y="50"/>
                    </a:moveTo>
                    <a:lnTo>
                      <a:pt x="44" y="0"/>
                    </a:lnTo>
                    <a:lnTo>
                      <a:pt x="44" y="193"/>
                    </a:lnTo>
                    <a:lnTo>
                      <a:pt x="45" y="906"/>
                    </a:lnTo>
                    <a:lnTo>
                      <a:pt x="45" y="1069"/>
                    </a:lnTo>
                    <a:lnTo>
                      <a:pt x="7" y="1252"/>
                    </a:lnTo>
                    <a:lnTo>
                      <a:pt x="0" y="1259"/>
                    </a:lnTo>
                    <a:lnTo>
                      <a:pt x="4" y="1091"/>
                    </a:lnTo>
                    <a:lnTo>
                      <a:pt x="4" y="922"/>
                    </a:lnTo>
                    <a:lnTo>
                      <a:pt x="4" y="135"/>
                    </a:lnTo>
                    <a:lnTo>
                      <a:pt x="5" y="50"/>
                    </a:lnTo>
                    <a:close/>
                  </a:path>
                </a:pathLst>
              </a:custGeom>
              <a:solidFill>
                <a:srgbClr val="C9997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2" name="Freeform 159"/>
              <p:cNvSpPr>
                <a:spLocks/>
              </p:cNvSpPr>
              <p:nvPr/>
            </p:nvSpPr>
            <p:spPr bwMode="auto">
              <a:xfrm>
                <a:off x="1466851" y="3214688"/>
                <a:ext cx="246063" cy="42862"/>
              </a:xfrm>
              <a:custGeom>
                <a:avLst/>
                <a:gdLst>
                  <a:gd name="T0" fmla="*/ 0 w 621"/>
                  <a:gd name="T1" fmla="*/ 0 h 108"/>
                  <a:gd name="T2" fmla="*/ 2147483647 w 621"/>
                  <a:gd name="T3" fmla="*/ 0 h 108"/>
                  <a:gd name="T4" fmla="*/ 2147483647 w 621"/>
                  <a:gd name="T5" fmla="*/ 2147483647 h 108"/>
                  <a:gd name="T6" fmla="*/ 2147483647 w 621"/>
                  <a:gd name="T7" fmla="*/ 2147483647 h 108"/>
                  <a:gd name="T8" fmla="*/ 2147483647 w 621"/>
                  <a:gd name="T9" fmla="*/ 2147483647 h 108"/>
                  <a:gd name="T10" fmla="*/ 0 w 621"/>
                  <a:gd name="T11" fmla="*/ 0 h 10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1"/>
                  <a:gd name="T19" fmla="*/ 0 h 108"/>
                  <a:gd name="T20" fmla="*/ 621 w 621"/>
                  <a:gd name="T21" fmla="*/ 108 h 10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1" h="108">
                    <a:moveTo>
                      <a:pt x="0" y="0"/>
                    </a:moveTo>
                    <a:lnTo>
                      <a:pt x="555" y="0"/>
                    </a:lnTo>
                    <a:lnTo>
                      <a:pt x="621" y="58"/>
                    </a:lnTo>
                    <a:lnTo>
                      <a:pt x="580" y="108"/>
                    </a:lnTo>
                    <a:lnTo>
                      <a:pt x="105" y="1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EA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3" name="Freeform 161"/>
              <p:cNvSpPr>
                <a:spLocks/>
              </p:cNvSpPr>
              <p:nvPr/>
            </p:nvSpPr>
            <p:spPr bwMode="auto">
              <a:xfrm>
                <a:off x="1535113" y="3686175"/>
                <a:ext cx="133350" cy="34925"/>
              </a:xfrm>
              <a:custGeom>
                <a:avLst/>
                <a:gdLst>
                  <a:gd name="T0" fmla="*/ 2147483647 w 336"/>
                  <a:gd name="T1" fmla="*/ 0 h 89"/>
                  <a:gd name="T2" fmla="*/ 2147483647 w 336"/>
                  <a:gd name="T3" fmla="*/ 0 h 89"/>
                  <a:gd name="T4" fmla="*/ 2147483647 w 336"/>
                  <a:gd name="T5" fmla="*/ 2147483647 h 89"/>
                  <a:gd name="T6" fmla="*/ 2147483647 w 336"/>
                  <a:gd name="T7" fmla="*/ 2147483647 h 89"/>
                  <a:gd name="T8" fmla="*/ 2147483647 w 336"/>
                  <a:gd name="T9" fmla="*/ 2147483647 h 89"/>
                  <a:gd name="T10" fmla="*/ 2147483647 w 336"/>
                  <a:gd name="T11" fmla="*/ 2147483647 h 89"/>
                  <a:gd name="T12" fmla="*/ 2147483647 w 336"/>
                  <a:gd name="T13" fmla="*/ 2147483647 h 89"/>
                  <a:gd name="T14" fmla="*/ 2147483647 w 336"/>
                  <a:gd name="T15" fmla="*/ 2147483647 h 89"/>
                  <a:gd name="T16" fmla="*/ 2147483647 w 336"/>
                  <a:gd name="T17" fmla="*/ 2147483647 h 89"/>
                  <a:gd name="T18" fmla="*/ 2147483647 w 336"/>
                  <a:gd name="T19" fmla="*/ 2147483647 h 89"/>
                  <a:gd name="T20" fmla="*/ 2147483647 w 336"/>
                  <a:gd name="T21" fmla="*/ 2147483647 h 89"/>
                  <a:gd name="T22" fmla="*/ 2147483647 w 336"/>
                  <a:gd name="T23" fmla="*/ 2147483647 h 89"/>
                  <a:gd name="T24" fmla="*/ 2147483647 w 336"/>
                  <a:gd name="T25" fmla="*/ 2147483647 h 89"/>
                  <a:gd name="T26" fmla="*/ 2147483647 w 336"/>
                  <a:gd name="T27" fmla="*/ 2147483647 h 89"/>
                  <a:gd name="T28" fmla="*/ 2147483647 w 336"/>
                  <a:gd name="T29" fmla="*/ 2147483647 h 89"/>
                  <a:gd name="T30" fmla="*/ 2147483647 w 336"/>
                  <a:gd name="T31" fmla="*/ 2147483647 h 89"/>
                  <a:gd name="T32" fmla="*/ 2147483647 w 336"/>
                  <a:gd name="T33" fmla="*/ 2147483647 h 89"/>
                  <a:gd name="T34" fmla="*/ 2147483647 w 336"/>
                  <a:gd name="T35" fmla="*/ 2147483647 h 89"/>
                  <a:gd name="T36" fmla="*/ 2147483647 w 336"/>
                  <a:gd name="T37" fmla="*/ 2147483647 h 89"/>
                  <a:gd name="T38" fmla="*/ 2147483647 w 336"/>
                  <a:gd name="T39" fmla="*/ 2147483647 h 89"/>
                  <a:gd name="T40" fmla="*/ 2147483647 w 336"/>
                  <a:gd name="T41" fmla="*/ 2147483647 h 89"/>
                  <a:gd name="T42" fmla="*/ 2147483647 w 336"/>
                  <a:gd name="T43" fmla="*/ 2147483647 h 89"/>
                  <a:gd name="T44" fmla="*/ 2147483647 w 336"/>
                  <a:gd name="T45" fmla="*/ 2147483647 h 89"/>
                  <a:gd name="T46" fmla="*/ 2147483647 w 336"/>
                  <a:gd name="T47" fmla="*/ 2147483647 h 89"/>
                  <a:gd name="T48" fmla="*/ 2147483647 w 336"/>
                  <a:gd name="T49" fmla="*/ 2147483647 h 89"/>
                  <a:gd name="T50" fmla="*/ 2147483647 w 336"/>
                  <a:gd name="T51" fmla="*/ 2147483647 h 89"/>
                  <a:gd name="T52" fmla="*/ 2147483647 w 336"/>
                  <a:gd name="T53" fmla="*/ 2147483647 h 89"/>
                  <a:gd name="T54" fmla="*/ 0 w 336"/>
                  <a:gd name="T55" fmla="*/ 2147483647 h 89"/>
                  <a:gd name="T56" fmla="*/ 0 w 336"/>
                  <a:gd name="T57" fmla="*/ 2147483647 h 89"/>
                  <a:gd name="T58" fmla="*/ 2147483647 w 336"/>
                  <a:gd name="T59" fmla="*/ 2147483647 h 89"/>
                  <a:gd name="T60" fmla="*/ 2147483647 w 336"/>
                  <a:gd name="T61" fmla="*/ 2147483647 h 89"/>
                  <a:gd name="T62" fmla="*/ 2147483647 w 336"/>
                  <a:gd name="T63" fmla="*/ 2147483647 h 89"/>
                  <a:gd name="T64" fmla="*/ 2147483647 w 336"/>
                  <a:gd name="T65" fmla="*/ 2147483647 h 89"/>
                  <a:gd name="T66" fmla="*/ 2147483647 w 336"/>
                  <a:gd name="T67" fmla="*/ 2147483647 h 89"/>
                  <a:gd name="T68" fmla="*/ 2147483647 w 336"/>
                  <a:gd name="T69" fmla="*/ 2147483647 h 89"/>
                  <a:gd name="T70" fmla="*/ 2147483647 w 336"/>
                  <a:gd name="T71" fmla="*/ 2147483647 h 89"/>
                  <a:gd name="T72" fmla="*/ 2147483647 w 336"/>
                  <a:gd name="T73" fmla="*/ 0 h 89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336"/>
                  <a:gd name="T112" fmla="*/ 0 h 89"/>
                  <a:gd name="T113" fmla="*/ 336 w 336"/>
                  <a:gd name="T114" fmla="*/ 89 h 89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336" h="89">
                    <a:moveTo>
                      <a:pt x="44" y="0"/>
                    </a:moveTo>
                    <a:lnTo>
                      <a:pt x="295" y="0"/>
                    </a:lnTo>
                    <a:lnTo>
                      <a:pt x="303" y="1"/>
                    </a:lnTo>
                    <a:lnTo>
                      <a:pt x="311" y="4"/>
                    </a:lnTo>
                    <a:lnTo>
                      <a:pt x="318" y="8"/>
                    </a:lnTo>
                    <a:lnTo>
                      <a:pt x="324" y="13"/>
                    </a:lnTo>
                    <a:lnTo>
                      <a:pt x="329" y="21"/>
                    </a:lnTo>
                    <a:lnTo>
                      <a:pt x="333" y="28"/>
                    </a:lnTo>
                    <a:lnTo>
                      <a:pt x="335" y="37"/>
                    </a:lnTo>
                    <a:lnTo>
                      <a:pt x="336" y="45"/>
                    </a:lnTo>
                    <a:lnTo>
                      <a:pt x="335" y="54"/>
                    </a:lnTo>
                    <a:lnTo>
                      <a:pt x="333" y="62"/>
                    </a:lnTo>
                    <a:lnTo>
                      <a:pt x="329" y="70"/>
                    </a:lnTo>
                    <a:lnTo>
                      <a:pt x="324" y="76"/>
                    </a:lnTo>
                    <a:lnTo>
                      <a:pt x="318" y="81"/>
                    </a:lnTo>
                    <a:lnTo>
                      <a:pt x="311" y="86"/>
                    </a:lnTo>
                    <a:lnTo>
                      <a:pt x="303" y="88"/>
                    </a:lnTo>
                    <a:lnTo>
                      <a:pt x="295" y="89"/>
                    </a:lnTo>
                    <a:lnTo>
                      <a:pt x="44" y="89"/>
                    </a:lnTo>
                    <a:lnTo>
                      <a:pt x="35" y="88"/>
                    </a:lnTo>
                    <a:lnTo>
                      <a:pt x="27" y="86"/>
                    </a:lnTo>
                    <a:lnTo>
                      <a:pt x="19" y="81"/>
                    </a:lnTo>
                    <a:lnTo>
                      <a:pt x="13" y="76"/>
                    </a:lnTo>
                    <a:lnTo>
                      <a:pt x="8" y="70"/>
                    </a:lnTo>
                    <a:lnTo>
                      <a:pt x="3" y="62"/>
                    </a:lnTo>
                    <a:lnTo>
                      <a:pt x="1" y="54"/>
                    </a:lnTo>
                    <a:lnTo>
                      <a:pt x="0" y="45"/>
                    </a:lnTo>
                    <a:lnTo>
                      <a:pt x="1" y="37"/>
                    </a:lnTo>
                    <a:lnTo>
                      <a:pt x="3" y="28"/>
                    </a:lnTo>
                    <a:lnTo>
                      <a:pt x="8" y="21"/>
                    </a:lnTo>
                    <a:lnTo>
                      <a:pt x="13" y="13"/>
                    </a:lnTo>
                    <a:lnTo>
                      <a:pt x="19" y="8"/>
                    </a:lnTo>
                    <a:lnTo>
                      <a:pt x="27" y="4"/>
                    </a:lnTo>
                    <a:lnTo>
                      <a:pt x="35" y="1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4" name="Freeform 163"/>
              <p:cNvSpPr>
                <a:spLocks/>
              </p:cNvSpPr>
              <p:nvPr/>
            </p:nvSpPr>
            <p:spPr bwMode="auto">
              <a:xfrm>
                <a:off x="1544638" y="3684588"/>
                <a:ext cx="127000" cy="33337"/>
              </a:xfrm>
              <a:custGeom>
                <a:avLst/>
                <a:gdLst>
                  <a:gd name="T0" fmla="*/ 2147483647 w 323"/>
                  <a:gd name="T1" fmla="*/ 0 h 84"/>
                  <a:gd name="T2" fmla="*/ 2147483647 w 323"/>
                  <a:gd name="T3" fmla="*/ 0 h 84"/>
                  <a:gd name="T4" fmla="*/ 2147483647 w 323"/>
                  <a:gd name="T5" fmla="*/ 2147483647 h 84"/>
                  <a:gd name="T6" fmla="*/ 2147483647 w 323"/>
                  <a:gd name="T7" fmla="*/ 2147483647 h 84"/>
                  <a:gd name="T8" fmla="*/ 2147483647 w 323"/>
                  <a:gd name="T9" fmla="*/ 2147483647 h 84"/>
                  <a:gd name="T10" fmla="*/ 2147483647 w 323"/>
                  <a:gd name="T11" fmla="*/ 2147483647 h 84"/>
                  <a:gd name="T12" fmla="*/ 2147483647 w 323"/>
                  <a:gd name="T13" fmla="*/ 2147483647 h 84"/>
                  <a:gd name="T14" fmla="*/ 2147483647 w 323"/>
                  <a:gd name="T15" fmla="*/ 2147483647 h 84"/>
                  <a:gd name="T16" fmla="*/ 2147483647 w 323"/>
                  <a:gd name="T17" fmla="*/ 2147483647 h 84"/>
                  <a:gd name="T18" fmla="*/ 2147483647 w 323"/>
                  <a:gd name="T19" fmla="*/ 2147483647 h 84"/>
                  <a:gd name="T20" fmla="*/ 2147483647 w 323"/>
                  <a:gd name="T21" fmla="*/ 2147483647 h 84"/>
                  <a:gd name="T22" fmla="*/ 2147483647 w 323"/>
                  <a:gd name="T23" fmla="*/ 2147483647 h 84"/>
                  <a:gd name="T24" fmla="*/ 2147483647 w 323"/>
                  <a:gd name="T25" fmla="*/ 2147483647 h 84"/>
                  <a:gd name="T26" fmla="*/ 2147483647 w 323"/>
                  <a:gd name="T27" fmla="*/ 2147483647 h 84"/>
                  <a:gd name="T28" fmla="*/ 2147483647 w 323"/>
                  <a:gd name="T29" fmla="*/ 2147483647 h 84"/>
                  <a:gd name="T30" fmla="*/ 2147483647 w 323"/>
                  <a:gd name="T31" fmla="*/ 2147483647 h 84"/>
                  <a:gd name="T32" fmla="*/ 2147483647 w 323"/>
                  <a:gd name="T33" fmla="*/ 2147483647 h 84"/>
                  <a:gd name="T34" fmla="*/ 2147483647 w 323"/>
                  <a:gd name="T35" fmla="*/ 2147483647 h 84"/>
                  <a:gd name="T36" fmla="*/ 2147483647 w 323"/>
                  <a:gd name="T37" fmla="*/ 2147483647 h 84"/>
                  <a:gd name="T38" fmla="*/ 2147483647 w 323"/>
                  <a:gd name="T39" fmla="*/ 2147483647 h 84"/>
                  <a:gd name="T40" fmla="*/ 2147483647 w 323"/>
                  <a:gd name="T41" fmla="*/ 2147483647 h 84"/>
                  <a:gd name="T42" fmla="*/ 2147483647 w 323"/>
                  <a:gd name="T43" fmla="*/ 2147483647 h 84"/>
                  <a:gd name="T44" fmla="*/ 2147483647 w 323"/>
                  <a:gd name="T45" fmla="*/ 2147483647 h 84"/>
                  <a:gd name="T46" fmla="*/ 2147483647 w 323"/>
                  <a:gd name="T47" fmla="*/ 2147483647 h 84"/>
                  <a:gd name="T48" fmla="*/ 2147483647 w 323"/>
                  <a:gd name="T49" fmla="*/ 2147483647 h 84"/>
                  <a:gd name="T50" fmla="*/ 2147483647 w 323"/>
                  <a:gd name="T51" fmla="*/ 2147483647 h 84"/>
                  <a:gd name="T52" fmla="*/ 2147483647 w 323"/>
                  <a:gd name="T53" fmla="*/ 2147483647 h 84"/>
                  <a:gd name="T54" fmla="*/ 0 w 323"/>
                  <a:gd name="T55" fmla="*/ 2147483647 h 84"/>
                  <a:gd name="T56" fmla="*/ 0 w 323"/>
                  <a:gd name="T57" fmla="*/ 2147483647 h 84"/>
                  <a:gd name="T58" fmla="*/ 2147483647 w 323"/>
                  <a:gd name="T59" fmla="*/ 2147483647 h 84"/>
                  <a:gd name="T60" fmla="*/ 2147483647 w 323"/>
                  <a:gd name="T61" fmla="*/ 2147483647 h 84"/>
                  <a:gd name="T62" fmla="*/ 2147483647 w 323"/>
                  <a:gd name="T63" fmla="*/ 2147483647 h 84"/>
                  <a:gd name="T64" fmla="*/ 2147483647 w 323"/>
                  <a:gd name="T65" fmla="*/ 2147483647 h 84"/>
                  <a:gd name="T66" fmla="*/ 2147483647 w 323"/>
                  <a:gd name="T67" fmla="*/ 2147483647 h 84"/>
                  <a:gd name="T68" fmla="*/ 2147483647 w 323"/>
                  <a:gd name="T69" fmla="*/ 2147483647 h 84"/>
                  <a:gd name="T70" fmla="*/ 2147483647 w 323"/>
                  <a:gd name="T71" fmla="*/ 2147483647 h 84"/>
                  <a:gd name="T72" fmla="*/ 2147483647 w 323"/>
                  <a:gd name="T73" fmla="*/ 0 h 84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323"/>
                  <a:gd name="T112" fmla="*/ 0 h 84"/>
                  <a:gd name="T113" fmla="*/ 323 w 323"/>
                  <a:gd name="T114" fmla="*/ 84 h 84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323" h="84">
                    <a:moveTo>
                      <a:pt x="43" y="0"/>
                    </a:moveTo>
                    <a:lnTo>
                      <a:pt x="282" y="0"/>
                    </a:lnTo>
                    <a:lnTo>
                      <a:pt x="290" y="1"/>
                    </a:lnTo>
                    <a:lnTo>
                      <a:pt x="297" y="3"/>
                    </a:lnTo>
                    <a:lnTo>
                      <a:pt x="305" y="8"/>
                    </a:lnTo>
                    <a:lnTo>
                      <a:pt x="311" y="13"/>
                    </a:lnTo>
                    <a:lnTo>
                      <a:pt x="315" y="18"/>
                    </a:lnTo>
                    <a:lnTo>
                      <a:pt x="320" y="26"/>
                    </a:lnTo>
                    <a:lnTo>
                      <a:pt x="322" y="33"/>
                    </a:lnTo>
                    <a:lnTo>
                      <a:pt x="323" y="42"/>
                    </a:lnTo>
                    <a:lnTo>
                      <a:pt x="322" y="50"/>
                    </a:lnTo>
                    <a:lnTo>
                      <a:pt x="320" y="59"/>
                    </a:lnTo>
                    <a:lnTo>
                      <a:pt x="315" y="65"/>
                    </a:lnTo>
                    <a:lnTo>
                      <a:pt x="311" y="72"/>
                    </a:lnTo>
                    <a:lnTo>
                      <a:pt x="305" y="77"/>
                    </a:lnTo>
                    <a:lnTo>
                      <a:pt x="297" y="81"/>
                    </a:lnTo>
                    <a:lnTo>
                      <a:pt x="290" y="83"/>
                    </a:lnTo>
                    <a:lnTo>
                      <a:pt x="282" y="84"/>
                    </a:lnTo>
                    <a:lnTo>
                      <a:pt x="43" y="84"/>
                    </a:lnTo>
                    <a:lnTo>
                      <a:pt x="35" y="83"/>
                    </a:lnTo>
                    <a:lnTo>
                      <a:pt x="26" y="81"/>
                    </a:lnTo>
                    <a:lnTo>
                      <a:pt x="20" y="77"/>
                    </a:lnTo>
                    <a:lnTo>
                      <a:pt x="13" y="72"/>
                    </a:lnTo>
                    <a:lnTo>
                      <a:pt x="8" y="65"/>
                    </a:lnTo>
                    <a:lnTo>
                      <a:pt x="4" y="59"/>
                    </a:lnTo>
                    <a:lnTo>
                      <a:pt x="1" y="50"/>
                    </a:lnTo>
                    <a:lnTo>
                      <a:pt x="0" y="42"/>
                    </a:lnTo>
                    <a:lnTo>
                      <a:pt x="1" y="33"/>
                    </a:lnTo>
                    <a:lnTo>
                      <a:pt x="4" y="26"/>
                    </a:lnTo>
                    <a:lnTo>
                      <a:pt x="8" y="18"/>
                    </a:lnTo>
                    <a:lnTo>
                      <a:pt x="13" y="13"/>
                    </a:lnTo>
                    <a:lnTo>
                      <a:pt x="20" y="8"/>
                    </a:lnTo>
                    <a:lnTo>
                      <a:pt x="26" y="3"/>
                    </a:lnTo>
                    <a:lnTo>
                      <a:pt x="35" y="1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5" name="Freeform 165"/>
              <p:cNvSpPr>
                <a:spLocks/>
              </p:cNvSpPr>
              <p:nvPr/>
            </p:nvSpPr>
            <p:spPr bwMode="auto">
              <a:xfrm>
                <a:off x="1530351" y="3308350"/>
                <a:ext cx="166688" cy="315912"/>
              </a:xfrm>
              <a:custGeom>
                <a:avLst/>
                <a:gdLst>
                  <a:gd name="T0" fmla="*/ 0 w 422"/>
                  <a:gd name="T1" fmla="*/ 2147483647 h 796"/>
                  <a:gd name="T2" fmla="*/ 2147483647 w 422"/>
                  <a:gd name="T3" fmla="*/ 0 h 796"/>
                  <a:gd name="T4" fmla="*/ 2147483647 w 422"/>
                  <a:gd name="T5" fmla="*/ 2147483647 h 796"/>
                  <a:gd name="T6" fmla="*/ 2147483647 w 422"/>
                  <a:gd name="T7" fmla="*/ 2147483647 h 796"/>
                  <a:gd name="T8" fmla="*/ 2147483647 w 422"/>
                  <a:gd name="T9" fmla="*/ 2147483647 h 796"/>
                  <a:gd name="T10" fmla="*/ 2147483647 w 422"/>
                  <a:gd name="T11" fmla="*/ 2147483647 h 796"/>
                  <a:gd name="T12" fmla="*/ 2147483647 w 422"/>
                  <a:gd name="T13" fmla="*/ 2147483647 h 796"/>
                  <a:gd name="T14" fmla="*/ 2147483647 w 422"/>
                  <a:gd name="T15" fmla="*/ 2147483647 h 796"/>
                  <a:gd name="T16" fmla="*/ 2147483647 w 422"/>
                  <a:gd name="T17" fmla="*/ 2147483647 h 796"/>
                  <a:gd name="T18" fmla="*/ 2147483647 w 422"/>
                  <a:gd name="T19" fmla="*/ 2147483647 h 796"/>
                  <a:gd name="T20" fmla="*/ 2147483647 w 422"/>
                  <a:gd name="T21" fmla="*/ 2147483647 h 796"/>
                  <a:gd name="T22" fmla="*/ 2147483647 w 422"/>
                  <a:gd name="T23" fmla="*/ 2147483647 h 796"/>
                  <a:gd name="T24" fmla="*/ 2147483647 w 422"/>
                  <a:gd name="T25" fmla="*/ 2147483647 h 796"/>
                  <a:gd name="T26" fmla="*/ 2147483647 w 422"/>
                  <a:gd name="T27" fmla="*/ 2147483647 h 796"/>
                  <a:gd name="T28" fmla="*/ 2147483647 w 422"/>
                  <a:gd name="T29" fmla="*/ 2147483647 h 796"/>
                  <a:gd name="T30" fmla="*/ 2147483647 w 422"/>
                  <a:gd name="T31" fmla="*/ 2147483647 h 796"/>
                  <a:gd name="T32" fmla="*/ 2147483647 w 422"/>
                  <a:gd name="T33" fmla="*/ 2147483647 h 796"/>
                  <a:gd name="T34" fmla="*/ 2147483647 w 422"/>
                  <a:gd name="T35" fmla="*/ 2147483647 h 796"/>
                  <a:gd name="T36" fmla="*/ 0 w 422"/>
                  <a:gd name="T37" fmla="*/ 2147483647 h 796"/>
                  <a:gd name="T38" fmla="*/ 0 w 422"/>
                  <a:gd name="T39" fmla="*/ 2147483647 h 79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22"/>
                  <a:gd name="T61" fmla="*/ 0 h 796"/>
                  <a:gd name="T62" fmla="*/ 422 w 422"/>
                  <a:gd name="T63" fmla="*/ 796 h 79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22" h="796">
                    <a:moveTo>
                      <a:pt x="0" y="7"/>
                    </a:moveTo>
                    <a:lnTo>
                      <a:pt x="422" y="0"/>
                    </a:lnTo>
                    <a:lnTo>
                      <a:pt x="422" y="745"/>
                    </a:lnTo>
                    <a:lnTo>
                      <a:pt x="406" y="758"/>
                    </a:lnTo>
                    <a:lnTo>
                      <a:pt x="387" y="769"/>
                    </a:lnTo>
                    <a:lnTo>
                      <a:pt x="365" y="779"/>
                    </a:lnTo>
                    <a:lnTo>
                      <a:pt x="341" y="786"/>
                    </a:lnTo>
                    <a:lnTo>
                      <a:pt x="314" y="791"/>
                    </a:lnTo>
                    <a:lnTo>
                      <a:pt x="286" y="795"/>
                    </a:lnTo>
                    <a:lnTo>
                      <a:pt x="256" y="796"/>
                    </a:lnTo>
                    <a:lnTo>
                      <a:pt x="226" y="796"/>
                    </a:lnTo>
                    <a:lnTo>
                      <a:pt x="195" y="792"/>
                    </a:lnTo>
                    <a:lnTo>
                      <a:pt x="165" y="787"/>
                    </a:lnTo>
                    <a:lnTo>
                      <a:pt x="135" y="780"/>
                    </a:lnTo>
                    <a:lnTo>
                      <a:pt x="105" y="770"/>
                    </a:lnTo>
                    <a:lnTo>
                      <a:pt x="76" y="758"/>
                    </a:lnTo>
                    <a:lnTo>
                      <a:pt x="48" y="744"/>
                    </a:lnTo>
                    <a:lnTo>
                      <a:pt x="24" y="727"/>
                    </a:lnTo>
                    <a:lnTo>
                      <a:pt x="0" y="708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D1AF9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6" name="Freeform 167"/>
              <p:cNvSpPr>
                <a:spLocks/>
              </p:cNvSpPr>
              <p:nvPr/>
            </p:nvSpPr>
            <p:spPr bwMode="auto">
              <a:xfrm>
                <a:off x="1530351" y="3297238"/>
                <a:ext cx="166688" cy="319087"/>
              </a:xfrm>
              <a:custGeom>
                <a:avLst/>
                <a:gdLst>
                  <a:gd name="T0" fmla="*/ 0 w 422"/>
                  <a:gd name="T1" fmla="*/ 2147483647 h 802"/>
                  <a:gd name="T2" fmla="*/ 2147483647 w 422"/>
                  <a:gd name="T3" fmla="*/ 0 h 802"/>
                  <a:gd name="T4" fmla="*/ 2147483647 w 422"/>
                  <a:gd name="T5" fmla="*/ 2147483647 h 802"/>
                  <a:gd name="T6" fmla="*/ 2147483647 w 422"/>
                  <a:gd name="T7" fmla="*/ 2147483647 h 802"/>
                  <a:gd name="T8" fmla="*/ 2147483647 w 422"/>
                  <a:gd name="T9" fmla="*/ 2147483647 h 802"/>
                  <a:gd name="T10" fmla="*/ 2147483647 w 422"/>
                  <a:gd name="T11" fmla="*/ 2147483647 h 802"/>
                  <a:gd name="T12" fmla="*/ 2147483647 w 422"/>
                  <a:gd name="T13" fmla="*/ 2147483647 h 802"/>
                  <a:gd name="T14" fmla="*/ 2147483647 w 422"/>
                  <a:gd name="T15" fmla="*/ 2147483647 h 802"/>
                  <a:gd name="T16" fmla="*/ 2147483647 w 422"/>
                  <a:gd name="T17" fmla="*/ 2147483647 h 802"/>
                  <a:gd name="T18" fmla="*/ 2147483647 w 422"/>
                  <a:gd name="T19" fmla="*/ 2147483647 h 802"/>
                  <a:gd name="T20" fmla="*/ 2147483647 w 422"/>
                  <a:gd name="T21" fmla="*/ 2147483647 h 802"/>
                  <a:gd name="T22" fmla="*/ 2147483647 w 422"/>
                  <a:gd name="T23" fmla="*/ 2147483647 h 802"/>
                  <a:gd name="T24" fmla="*/ 2147483647 w 422"/>
                  <a:gd name="T25" fmla="*/ 2147483647 h 802"/>
                  <a:gd name="T26" fmla="*/ 2147483647 w 422"/>
                  <a:gd name="T27" fmla="*/ 2147483647 h 802"/>
                  <a:gd name="T28" fmla="*/ 2147483647 w 422"/>
                  <a:gd name="T29" fmla="*/ 2147483647 h 802"/>
                  <a:gd name="T30" fmla="*/ 2147483647 w 422"/>
                  <a:gd name="T31" fmla="*/ 2147483647 h 802"/>
                  <a:gd name="T32" fmla="*/ 2147483647 w 422"/>
                  <a:gd name="T33" fmla="*/ 2147483647 h 802"/>
                  <a:gd name="T34" fmla="*/ 2147483647 w 422"/>
                  <a:gd name="T35" fmla="*/ 2147483647 h 802"/>
                  <a:gd name="T36" fmla="*/ 0 w 422"/>
                  <a:gd name="T37" fmla="*/ 2147483647 h 802"/>
                  <a:gd name="T38" fmla="*/ 0 w 422"/>
                  <a:gd name="T39" fmla="*/ 2147483647 h 80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22"/>
                  <a:gd name="T61" fmla="*/ 0 h 802"/>
                  <a:gd name="T62" fmla="*/ 422 w 422"/>
                  <a:gd name="T63" fmla="*/ 802 h 802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22" h="802">
                    <a:moveTo>
                      <a:pt x="0" y="8"/>
                    </a:moveTo>
                    <a:lnTo>
                      <a:pt x="422" y="0"/>
                    </a:lnTo>
                    <a:lnTo>
                      <a:pt x="422" y="747"/>
                    </a:lnTo>
                    <a:lnTo>
                      <a:pt x="406" y="759"/>
                    </a:lnTo>
                    <a:lnTo>
                      <a:pt x="387" y="771"/>
                    </a:lnTo>
                    <a:lnTo>
                      <a:pt x="365" y="780"/>
                    </a:lnTo>
                    <a:lnTo>
                      <a:pt x="341" y="788"/>
                    </a:lnTo>
                    <a:lnTo>
                      <a:pt x="314" y="795"/>
                    </a:lnTo>
                    <a:lnTo>
                      <a:pt x="286" y="799"/>
                    </a:lnTo>
                    <a:lnTo>
                      <a:pt x="256" y="801"/>
                    </a:lnTo>
                    <a:lnTo>
                      <a:pt x="226" y="802"/>
                    </a:lnTo>
                    <a:lnTo>
                      <a:pt x="195" y="801"/>
                    </a:lnTo>
                    <a:lnTo>
                      <a:pt x="165" y="798"/>
                    </a:lnTo>
                    <a:lnTo>
                      <a:pt x="135" y="793"/>
                    </a:lnTo>
                    <a:lnTo>
                      <a:pt x="105" y="786"/>
                    </a:lnTo>
                    <a:lnTo>
                      <a:pt x="76" y="778"/>
                    </a:lnTo>
                    <a:lnTo>
                      <a:pt x="48" y="766"/>
                    </a:lnTo>
                    <a:lnTo>
                      <a:pt x="24" y="753"/>
                    </a:lnTo>
                    <a:lnTo>
                      <a:pt x="0" y="738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51442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7" name="Freeform 169"/>
              <p:cNvSpPr>
                <a:spLocks/>
              </p:cNvSpPr>
              <p:nvPr/>
            </p:nvSpPr>
            <p:spPr bwMode="auto">
              <a:xfrm>
                <a:off x="1562101" y="3606800"/>
                <a:ext cx="58738" cy="15875"/>
              </a:xfrm>
              <a:custGeom>
                <a:avLst/>
                <a:gdLst>
                  <a:gd name="T0" fmla="*/ 0 w 150"/>
                  <a:gd name="T1" fmla="*/ 0 h 40"/>
                  <a:gd name="T2" fmla="*/ 2147483647 w 150"/>
                  <a:gd name="T3" fmla="*/ 2147483647 h 40"/>
                  <a:gd name="T4" fmla="*/ 2147483647 w 150"/>
                  <a:gd name="T5" fmla="*/ 2147483647 h 40"/>
                  <a:gd name="T6" fmla="*/ 2147483647 w 150"/>
                  <a:gd name="T7" fmla="*/ 2147483647 h 40"/>
                  <a:gd name="T8" fmla="*/ 2147483647 w 150"/>
                  <a:gd name="T9" fmla="*/ 2147483647 h 40"/>
                  <a:gd name="T10" fmla="*/ 2147483647 w 150"/>
                  <a:gd name="T11" fmla="*/ 2147483647 h 40"/>
                  <a:gd name="T12" fmla="*/ 2147483647 w 150"/>
                  <a:gd name="T13" fmla="*/ 2147483647 h 40"/>
                  <a:gd name="T14" fmla="*/ 2147483647 w 150"/>
                  <a:gd name="T15" fmla="*/ 2147483647 h 40"/>
                  <a:gd name="T16" fmla="*/ 0 w 150"/>
                  <a:gd name="T17" fmla="*/ 0 h 4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50"/>
                  <a:gd name="T28" fmla="*/ 0 h 40"/>
                  <a:gd name="T29" fmla="*/ 150 w 150"/>
                  <a:gd name="T30" fmla="*/ 40 h 4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50" h="40">
                    <a:moveTo>
                      <a:pt x="0" y="0"/>
                    </a:moveTo>
                    <a:lnTo>
                      <a:pt x="49" y="20"/>
                    </a:lnTo>
                    <a:lnTo>
                      <a:pt x="100" y="24"/>
                    </a:lnTo>
                    <a:lnTo>
                      <a:pt x="150" y="32"/>
                    </a:lnTo>
                    <a:lnTo>
                      <a:pt x="143" y="40"/>
                    </a:lnTo>
                    <a:lnTo>
                      <a:pt x="119" y="40"/>
                    </a:lnTo>
                    <a:lnTo>
                      <a:pt x="64" y="29"/>
                    </a:lnTo>
                    <a:lnTo>
                      <a:pt x="14" y="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BC9B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8" name="Freeform 171"/>
              <p:cNvSpPr>
                <a:spLocks/>
              </p:cNvSpPr>
              <p:nvPr/>
            </p:nvSpPr>
            <p:spPr bwMode="auto">
              <a:xfrm>
                <a:off x="1530351" y="3289300"/>
                <a:ext cx="166688" cy="11112"/>
              </a:xfrm>
              <a:custGeom>
                <a:avLst/>
                <a:gdLst>
                  <a:gd name="T0" fmla="*/ 0 w 422"/>
                  <a:gd name="T1" fmla="*/ 2147483647 h 30"/>
                  <a:gd name="T2" fmla="*/ 2147483647 w 422"/>
                  <a:gd name="T3" fmla="*/ 0 h 30"/>
                  <a:gd name="T4" fmla="*/ 2147483647 w 422"/>
                  <a:gd name="T5" fmla="*/ 0 h 30"/>
                  <a:gd name="T6" fmla="*/ 2147483647 w 422"/>
                  <a:gd name="T7" fmla="*/ 2147483647 h 30"/>
                  <a:gd name="T8" fmla="*/ 0 w 422"/>
                  <a:gd name="T9" fmla="*/ 2147483647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2"/>
                  <a:gd name="T16" fmla="*/ 0 h 30"/>
                  <a:gd name="T17" fmla="*/ 422 w 422"/>
                  <a:gd name="T18" fmla="*/ 30 h 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2" h="30">
                    <a:moveTo>
                      <a:pt x="0" y="30"/>
                    </a:moveTo>
                    <a:lnTo>
                      <a:pt x="24" y="0"/>
                    </a:lnTo>
                    <a:lnTo>
                      <a:pt x="422" y="0"/>
                    </a:lnTo>
                    <a:lnTo>
                      <a:pt x="422" y="3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776B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9" name="Freeform 173"/>
              <p:cNvSpPr>
                <a:spLocks/>
              </p:cNvSpPr>
              <p:nvPr/>
            </p:nvSpPr>
            <p:spPr bwMode="auto">
              <a:xfrm>
                <a:off x="1531938" y="3289300"/>
                <a:ext cx="6350" cy="304800"/>
              </a:xfrm>
              <a:custGeom>
                <a:avLst/>
                <a:gdLst>
                  <a:gd name="T0" fmla="*/ 2147483647 w 20"/>
                  <a:gd name="T1" fmla="*/ 0 h 771"/>
                  <a:gd name="T2" fmla="*/ 2147483647 w 20"/>
                  <a:gd name="T3" fmla="*/ 2147483647 h 771"/>
                  <a:gd name="T4" fmla="*/ 2147483647 w 20"/>
                  <a:gd name="T5" fmla="*/ 2147483647 h 771"/>
                  <a:gd name="T6" fmla="*/ 2147483647 w 20"/>
                  <a:gd name="T7" fmla="*/ 2147483647 h 771"/>
                  <a:gd name="T8" fmla="*/ 0 w 20"/>
                  <a:gd name="T9" fmla="*/ 2147483647 h 771"/>
                  <a:gd name="T10" fmla="*/ 2147483647 w 20"/>
                  <a:gd name="T11" fmla="*/ 0 h 77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0"/>
                  <a:gd name="T19" fmla="*/ 0 h 771"/>
                  <a:gd name="T20" fmla="*/ 20 w 20"/>
                  <a:gd name="T21" fmla="*/ 771 h 77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0" h="771">
                    <a:moveTo>
                      <a:pt x="20" y="0"/>
                    </a:moveTo>
                    <a:lnTo>
                      <a:pt x="20" y="65"/>
                    </a:lnTo>
                    <a:lnTo>
                      <a:pt x="20" y="771"/>
                    </a:lnTo>
                    <a:lnTo>
                      <a:pt x="1" y="723"/>
                    </a:lnTo>
                    <a:lnTo>
                      <a:pt x="0" y="28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30230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0" name="Freeform 175"/>
              <p:cNvSpPr>
                <a:spLocks/>
              </p:cNvSpPr>
              <p:nvPr/>
            </p:nvSpPr>
            <p:spPr bwMode="auto">
              <a:xfrm>
                <a:off x="1695451" y="3275013"/>
                <a:ext cx="17463" cy="320675"/>
              </a:xfrm>
              <a:custGeom>
                <a:avLst/>
                <a:gdLst>
                  <a:gd name="T0" fmla="*/ 2147483647 w 42"/>
                  <a:gd name="T1" fmla="*/ 2147483647 h 809"/>
                  <a:gd name="T2" fmla="*/ 2147483647 w 42"/>
                  <a:gd name="T3" fmla="*/ 2147483647 h 809"/>
                  <a:gd name="T4" fmla="*/ 2147483647 w 42"/>
                  <a:gd name="T5" fmla="*/ 0 h 809"/>
                  <a:gd name="T6" fmla="*/ 2147483647 w 42"/>
                  <a:gd name="T7" fmla="*/ 2147483647 h 809"/>
                  <a:gd name="T8" fmla="*/ 2147483647 w 42"/>
                  <a:gd name="T9" fmla="*/ 2147483647 h 809"/>
                  <a:gd name="T10" fmla="*/ 0 w 42"/>
                  <a:gd name="T11" fmla="*/ 2147483647 h 809"/>
                  <a:gd name="T12" fmla="*/ 2147483647 w 42"/>
                  <a:gd name="T13" fmla="*/ 2147483647 h 8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2"/>
                  <a:gd name="T22" fmla="*/ 0 h 809"/>
                  <a:gd name="T23" fmla="*/ 42 w 42"/>
                  <a:gd name="T24" fmla="*/ 809 h 80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2" h="809">
                    <a:moveTo>
                      <a:pt x="2" y="39"/>
                    </a:moveTo>
                    <a:lnTo>
                      <a:pt x="31" y="20"/>
                    </a:lnTo>
                    <a:lnTo>
                      <a:pt x="42" y="0"/>
                    </a:lnTo>
                    <a:lnTo>
                      <a:pt x="42" y="746"/>
                    </a:lnTo>
                    <a:lnTo>
                      <a:pt x="25" y="788"/>
                    </a:lnTo>
                    <a:lnTo>
                      <a:pt x="0" y="809"/>
                    </a:lnTo>
                    <a:lnTo>
                      <a:pt x="2" y="39"/>
                    </a:lnTo>
                    <a:close/>
                  </a:path>
                </a:pathLst>
              </a:custGeom>
              <a:solidFill>
                <a:srgbClr val="776B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1" name="Freeform 177"/>
              <p:cNvSpPr>
                <a:spLocks/>
              </p:cNvSpPr>
              <p:nvPr/>
            </p:nvSpPr>
            <p:spPr bwMode="auto">
              <a:xfrm>
                <a:off x="1541463" y="3638550"/>
                <a:ext cx="26988" cy="28575"/>
              </a:xfrm>
              <a:custGeom>
                <a:avLst/>
                <a:gdLst>
                  <a:gd name="T0" fmla="*/ 2147483647 w 70"/>
                  <a:gd name="T1" fmla="*/ 0 h 71"/>
                  <a:gd name="T2" fmla="*/ 2147483647 w 70"/>
                  <a:gd name="T3" fmla="*/ 2147483647 h 71"/>
                  <a:gd name="T4" fmla="*/ 2147483647 w 70"/>
                  <a:gd name="T5" fmla="*/ 2147483647 h 71"/>
                  <a:gd name="T6" fmla="*/ 2147483647 w 70"/>
                  <a:gd name="T7" fmla="*/ 2147483647 h 71"/>
                  <a:gd name="T8" fmla="*/ 2147483647 w 70"/>
                  <a:gd name="T9" fmla="*/ 2147483647 h 71"/>
                  <a:gd name="T10" fmla="*/ 2147483647 w 70"/>
                  <a:gd name="T11" fmla="*/ 2147483647 h 71"/>
                  <a:gd name="T12" fmla="*/ 2147483647 w 70"/>
                  <a:gd name="T13" fmla="*/ 2147483647 h 71"/>
                  <a:gd name="T14" fmla="*/ 2147483647 w 70"/>
                  <a:gd name="T15" fmla="*/ 2147483647 h 71"/>
                  <a:gd name="T16" fmla="*/ 2147483647 w 70"/>
                  <a:gd name="T17" fmla="*/ 2147483647 h 71"/>
                  <a:gd name="T18" fmla="*/ 2147483647 w 70"/>
                  <a:gd name="T19" fmla="*/ 2147483647 h 71"/>
                  <a:gd name="T20" fmla="*/ 2147483647 w 70"/>
                  <a:gd name="T21" fmla="*/ 2147483647 h 71"/>
                  <a:gd name="T22" fmla="*/ 2147483647 w 70"/>
                  <a:gd name="T23" fmla="*/ 2147483647 h 71"/>
                  <a:gd name="T24" fmla="*/ 2147483647 w 70"/>
                  <a:gd name="T25" fmla="*/ 2147483647 h 71"/>
                  <a:gd name="T26" fmla="*/ 2147483647 w 70"/>
                  <a:gd name="T27" fmla="*/ 2147483647 h 71"/>
                  <a:gd name="T28" fmla="*/ 2147483647 w 70"/>
                  <a:gd name="T29" fmla="*/ 2147483647 h 71"/>
                  <a:gd name="T30" fmla="*/ 2147483647 w 70"/>
                  <a:gd name="T31" fmla="*/ 2147483647 h 71"/>
                  <a:gd name="T32" fmla="*/ 2147483647 w 70"/>
                  <a:gd name="T33" fmla="*/ 2147483647 h 71"/>
                  <a:gd name="T34" fmla="*/ 2147483647 w 70"/>
                  <a:gd name="T35" fmla="*/ 2147483647 h 71"/>
                  <a:gd name="T36" fmla="*/ 2147483647 w 70"/>
                  <a:gd name="T37" fmla="*/ 2147483647 h 71"/>
                  <a:gd name="T38" fmla="*/ 2147483647 w 70"/>
                  <a:gd name="T39" fmla="*/ 2147483647 h 71"/>
                  <a:gd name="T40" fmla="*/ 2147483647 w 70"/>
                  <a:gd name="T41" fmla="*/ 2147483647 h 71"/>
                  <a:gd name="T42" fmla="*/ 2147483647 w 70"/>
                  <a:gd name="T43" fmla="*/ 2147483647 h 71"/>
                  <a:gd name="T44" fmla="*/ 2147483647 w 70"/>
                  <a:gd name="T45" fmla="*/ 2147483647 h 71"/>
                  <a:gd name="T46" fmla="*/ 2147483647 w 70"/>
                  <a:gd name="T47" fmla="*/ 2147483647 h 71"/>
                  <a:gd name="T48" fmla="*/ 0 w 70"/>
                  <a:gd name="T49" fmla="*/ 2147483647 h 71"/>
                  <a:gd name="T50" fmla="*/ 2147483647 w 70"/>
                  <a:gd name="T51" fmla="*/ 2147483647 h 71"/>
                  <a:gd name="T52" fmla="*/ 2147483647 w 70"/>
                  <a:gd name="T53" fmla="*/ 2147483647 h 71"/>
                  <a:gd name="T54" fmla="*/ 2147483647 w 70"/>
                  <a:gd name="T55" fmla="*/ 2147483647 h 71"/>
                  <a:gd name="T56" fmla="*/ 2147483647 w 70"/>
                  <a:gd name="T57" fmla="*/ 2147483647 h 71"/>
                  <a:gd name="T58" fmla="*/ 2147483647 w 70"/>
                  <a:gd name="T59" fmla="*/ 2147483647 h 71"/>
                  <a:gd name="T60" fmla="*/ 2147483647 w 70"/>
                  <a:gd name="T61" fmla="*/ 2147483647 h 71"/>
                  <a:gd name="T62" fmla="*/ 2147483647 w 70"/>
                  <a:gd name="T63" fmla="*/ 2147483647 h 71"/>
                  <a:gd name="T64" fmla="*/ 2147483647 w 70"/>
                  <a:gd name="T65" fmla="*/ 0 h 7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70"/>
                  <a:gd name="T100" fmla="*/ 0 h 71"/>
                  <a:gd name="T101" fmla="*/ 70 w 70"/>
                  <a:gd name="T102" fmla="*/ 71 h 7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70" h="71">
                    <a:moveTo>
                      <a:pt x="35" y="0"/>
                    </a:moveTo>
                    <a:lnTo>
                      <a:pt x="43" y="1"/>
                    </a:lnTo>
                    <a:lnTo>
                      <a:pt x="49" y="3"/>
                    </a:lnTo>
                    <a:lnTo>
                      <a:pt x="55" y="6"/>
                    </a:lnTo>
                    <a:lnTo>
                      <a:pt x="61" y="11"/>
                    </a:lnTo>
                    <a:lnTo>
                      <a:pt x="65" y="16"/>
                    </a:lnTo>
                    <a:lnTo>
                      <a:pt x="68" y="22"/>
                    </a:lnTo>
                    <a:lnTo>
                      <a:pt x="69" y="29"/>
                    </a:lnTo>
                    <a:lnTo>
                      <a:pt x="70" y="36"/>
                    </a:lnTo>
                    <a:lnTo>
                      <a:pt x="69" y="44"/>
                    </a:lnTo>
                    <a:lnTo>
                      <a:pt x="68" y="50"/>
                    </a:lnTo>
                    <a:lnTo>
                      <a:pt x="65" y="55"/>
                    </a:lnTo>
                    <a:lnTo>
                      <a:pt x="61" y="61"/>
                    </a:lnTo>
                    <a:lnTo>
                      <a:pt x="55" y="65"/>
                    </a:lnTo>
                    <a:lnTo>
                      <a:pt x="49" y="68"/>
                    </a:lnTo>
                    <a:lnTo>
                      <a:pt x="43" y="70"/>
                    </a:lnTo>
                    <a:lnTo>
                      <a:pt x="35" y="71"/>
                    </a:lnTo>
                    <a:lnTo>
                      <a:pt x="28" y="70"/>
                    </a:lnTo>
                    <a:lnTo>
                      <a:pt x="21" y="68"/>
                    </a:lnTo>
                    <a:lnTo>
                      <a:pt x="16" y="65"/>
                    </a:lnTo>
                    <a:lnTo>
                      <a:pt x="11" y="61"/>
                    </a:lnTo>
                    <a:lnTo>
                      <a:pt x="6" y="55"/>
                    </a:lnTo>
                    <a:lnTo>
                      <a:pt x="3" y="50"/>
                    </a:lnTo>
                    <a:lnTo>
                      <a:pt x="1" y="44"/>
                    </a:lnTo>
                    <a:lnTo>
                      <a:pt x="0" y="36"/>
                    </a:lnTo>
                    <a:lnTo>
                      <a:pt x="1" y="29"/>
                    </a:lnTo>
                    <a:lnTo>
                      <a:pt x="3" y="22"/>
                    </a:lnTo>
                    <a:lnTo>
                      <a:pt x="6" y="16"/>
                    </a:lnTo>
                    <a:lnTo>
                      <a:pt x="11" y="11"/>
                    </a:lnTo>
                    <a:lnTo>
                      <a:pt x="16" y="6"/>
                    </a:lnTo>
                    <a:lnTo>
                      <a:pt x="21" y="3"/>
                    </a:lnTo>
                    <a:lnTo>
                      <a:pt x="28" y="1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2" name="Freeform 179"/>
              <p:cNvSpPr>
                <a:spLocks/>
              </p:cNvSpPr>
              <p:nvPr/>
            </p:nvSpPr>
            <p:spPr bwMode="auto">
              <a:xfrm>
                <a:off x="1582738" y="3638550"/>
                <a:ext cx="28575" cy="28575"/>
              </a:xfrm>
              <a:custGeom>
                <a:avLst/>
                <a:gdLst>
                  <a:gd name="T0" fmla="*/ 2147483647 w 70"/>
                  <a:gd name="T1" fmla="*/ 0 h 71"/>
                  <a:gd name="T2" fmla="*/ 2147483647 w 70"/>
                  <a:gd name="T3" fmla="*/ 2147483647 h 71"/>
                  <a:gd name="T4" fmla="*/ 2147483647 w 70"/>
                  <a:gd name="T5" fmla="*/ 2147483647 h 71"/>
                  <a:gd name="T6" fmla="*/ 2147483647 w 70"/>
                  <a:gd name="T7" fmla="*/ 2147483647 h 71"/>
                  <a:gd name="T8" fmla="*/ 2147483647 w 70"/>
                  <a:gd name="T9" fmla="*/ 2147483647 h 71"/>
                  <a:gd name="T10" fmla="*/ 2147483647 w 70"/>
                  <a:gd name="T11" fmla="*/ 2147483647 h 71"/>
                  <a:gd name="T12" fmla="*/ 2147483647 w 70"/>
                  <a:gd name="T13" fmla="*/ 2147483647 h 71"/>
                  <a:gd name="T14" fmla="*/ 2147483647 w 70"/>
                  <a:gd name="T15" fmla="*/ 2147483647 h 71"/>
                  <a:gd name="T16" fmla="*/ 2147483647 w 70"/>
                  <a:gd name="T17" fmla="*/ 2147483647 h 71"/>
                  <a:gd name="T18" fmla="*/ 2147483647 w 70"/>
                  <a:gd name="T19" fmla="*/ 2147483647 h 71"/>
                  <a:gd name="T20" fmla="*/ 2147483647 w 70"/>
                  <a:gd name="T21" fmla="*/ 2147483647 h 71"/>
                  <a:gd name="T22" fmla="*/ 2147483647 w 70"/>
                  <a:gd name="T23" fmla="*/ 2147483647 h 71"/>
                  <a:gd name="T24" fmla="*/ 2147483647 w 70"/>
                  <a:gd name="T25" fmla="*/ 2147483647 h 71"/>
                  <a:gd name="T26" fmla="*/ 2147483647 w 70"/>
                  <a:gd name="T27" fmla="*/ 2147483647 h 71"/>
                  <a:gd name="T28" fmla="*/ 2147483647 w 70"/>
                  <a:gd name="T29" fmla="*/ 2147483647 h 71"/>
                  <a:gd name="T30" fmla="*/ 2147483647 w 70"/>
                  <a:gd name="T31" fmla="*/ 2147483647 h 71"/>
                  <a:gd name="T32" fmla="*/ 2147483647 w 70"/>
                  <a:gd name="T33" fmla="*/ 2147483647 h 71"/>
                  <a:gd name="T34" fmla="*/ 2147483647 w 70"/>
                  <a:gd name="T35" fmla="*/ 2147483647 h 71"/>
                  <a:gd name="T36" fmla="*/ 2147483647 w 70"/>
                  <a:gd name="T37" fmla="*/ 2147483647 h 71"/>
                  <a:gd name="T38" fmla="*/ 2147483647 w 70"/>
                  <a:gd name="T39" fmla="*/ 2147483647 h 71"/>
                  <a:gd name="T40" fmla="*/ 2147483647 w 70"/>
                  <a:gd name="T41" fmla="*/ 2147483647 h 71"/>
                  <a:gd name="T42" fmla="*/ 2147483647 w 70"/>
                  <a:gd name="T43" fmla="*/ 2147483647 h 71"/>
                  <a:gd name="T44" fmla="*/ 2147483647 w 70"/>
                  <a:gd name="T45" fmla="*/ 2147483647 h 71"/>
                  <a:gd name="T46" fmla="*/ 2147483647 w 70"/>
                  <a:gd name="T47" fmla="*/ 2147483647 h 71"/>
                  <a:gd name="T48" fmla="*/ 0 w 70"/>
                  <a:gd name="T49" fmla="*/ 2147483647 h 71"/>
                  <a:gd name="T50" fmla="*/ 2147483647 w 70"/>
                  <a:gd name="T51" fmla="*/ 2147483647 h 71"/>
                  <a:gd name="T52" fmla="*/ 2147483647 w 70"/>
                  <a:gd name="T53" fmla="*/ 2147483647 h 71"/>
                  <a:gd name="T54" fmla="*/ 2147483647 w 70"/>
                  <a:gd name="T55" fmla="*/ 2147483647 h 71"/>
                  <a:gd name="T56" fmla="*/ 2147483647 w 70"/>
                  <a:gd name="T57" fmla="*/ 2147483647 h 71"/>
                  <a:gd name="T58" fmla="*/ 2147483647 w 70"/>
                  <a:gd name="T59" fmla="*/ 2147483647 h 71"/>
                  <a:gd name="T60" fmla="*/ 2147483647 w 70"/>
                  <a:gd name="T61" fmla="*/ 2147483647 h 71"/>
                  <a:gd name="T62" fmla="*/ 2147483647 w 70"/>
                  <a:gd name="T63" fmla="*/ 2147483647 h 71"/>
                  <a:gd name="T64" fmla="*/ 2147483647 w 70"/>
                  <a:gd name="T65" fmla="*/ 0 h 7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70"/>
                  <a:gd name="T100" fmla="*/ 0 h 71"/>
                  <a:gd name="T101" fmla="*/ 70 w 70"/>
                  <a:gd name="T102" fmla="*/ 71 h 7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70" h="71">
                    <a:moveTo>
                      <a:pt x="35" y="0"/>
                    </a:moveTo>
                    <a:lnTo>
                      <a:pt x="42" y="1"/>
                    </a:lnTo>
                    <a:lnTo>
                      <a:pt x="50" y="3"/>
                    </a:lnTo>
                    <a:lnTo>
                      <a:pt x="55" y="6"/>
                    </a:lnTo>
                    <a:lnTo>
                      <a:pt x="60" y="11"/>
                    </a:lnTo>
                    <a:lnTo>
                      <a:pt x="65" y="16"/>
                    </a:lnTo>
                    <a:lnTo>
                      <a:pt x="68" y="22"/>
                    </a:lnTo>
                    <a:lnTo>
                      <a:pt x="69" y="29"/>
                    </a:lnTo>
                    <a:lnTo>
                      <a:pt x="70" y="36"/>
                    </a:lnTo>
                    <a:lnTo>
                      <a:pt x="69" y="44"/>
                    </a:lnTo>
                    <a:lnTo>
                      <a:pt x="68" y="50"/>
                    </a:lnTo>
                    <a:lnTo>
                      <a:pt x="65" y="55"/>
                    </a:lnTo>
                    <a:lnTo>
                      <a:pt x="60" y="61"/>
                    </a:lnTo>
                    <a:lnTo>
                      <a:pt x="55" y="65"/>
                    </a:lnTo>
                    <a:lnTo>
                      <a:pt x="50" y="68"/>
                    </a:lnTo>
                    <a:lnTo>
                      <a:pt x="42" y="70"/>
                    </a:lnTo>
                    <a:lnTo>
                      <a:pt x="35" y="71"/>
                    </a:lnTo>
                    <a:lnTo>
                      <a:pt x="27" y="70"/>
                    </a:lnTo>
                    <a:lnTo>
                      <a:pt x="21" y="68"/>
                    </a:lnTo>
                    <a:lnTo>
                      <a:pt x="16" y="65"/>
                    </a:lnTo>
                    <a:lnTo>
                      <a:pt x="10" y="61"/>
                    </a:lnTo>
                    <a:lnTo>
                      <a:pt x="6" y="55"/>
                    </a:lnTo>
                    <a:lnTo>
                      <a:pt x="3" y="50"/>
                    </a:lnTo>
                    <a:lnTo>
                      <a:pt x="1" y="44"/>
                    </a:lnTo>
                    <a:lnTo>
                      <a:pt x="0" y="36"/>
                    </a:lnTo>
                    <a:lnTo>
                      <a:pt x="1" y="29"/>
                    </a:lnTo>
                    <a:lnTo>
                      <a:pt x="3" y="22"/>
                    </a:lnTo>
                    <a:lnTo>
                      <a:pt x="6" y="16"/>
                    </a:lnTo>
                    <a:lnTo>
                      <a:pt x="10" y="11"/>
                    </a:lnTo>
                    <a:lnTo>
                      <a:pt x="16" y="6"/>
                    </a:lnTo>
                    <a:lnTo>
                      <a:pt x="21" y="3"/>
                    </a:lnTo>
                    <a:lnTo>
                      <a:pt x="27" y="1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3" name="Freeform 181"/>
              <p:cNvSpPr>
                <a:spLocks/>
              </p:cNvSpPr>
              <p:nvPr/>
            </p:nvSpPr>
            <p:spPr bwMode="auto">
              <a:xfrm>
                <a:off x="1543051" y="3641725"/>
                <a:ext cx="23813" cy="22225"/>
              </a:xfrm>
              <a:custGeom>
                <a:avLst/>
                <a:gdLst>
                  <a:gd name="T0" fmla="*/ 2147483647 w 59"/>
                  <a:gd name="T1" fmla="*/ 0 h 59"/>
                  <a:gd name="T2" fmla="*/ 2147483647 w 59"/>
                  <a:gd name="T3" fmla="*/ 2147483647 h 59"/>
                  <a:gd name="T4" fmla="*/ 2147483647 w 59"/>
                  <a:gd name="T5" fmla="*/ 2147483647 h 59"/>
                  <a:gd name="T6" fmla="*/ 2147483647 w 59"/>
                  <a:gd name="T7" fmla="*/ 2147483647 h 59"/>
                  <a:gd name="T8" fmla="*/ 2147483647 w 59"/>
                  <a:gd name="T9" fmla="*/ 2147483647 h 59"/>
                  <a:gd name="T10" fmla="*/ 2147483647 w 59"/>
                  <a:gd name="T11" fmla="*/ 2147483647 h 59"/>
                  <a:gd name="T12" fmla="*/ 2147483647 w 59"/>
                  <a:gd name="T13" fmla="*/ 2147483647 h 59"/>
                  <a:gd name="T14" fmla="*/ 2147483647 w 59"/>
                  <a:gd name="T15" fmla="*/ 2147483647 h 59"/>
                  <a:gd name="T16" fmla="*/ 2147483647 w 59"/>
                  <a:gd name="T17" fmla="*/ 2147483647 h 59"/>
                  <a:gd name="T18" fmla="*/ 2147483647 w 59"/>
                  <a:gd name="T19" fmla="*/ 2147483647 h 59"/>
                  <a:gd name="T20" fmla="*/ 2147483647 w 59"/>
                  <a:gd name="T21" fmla="*/ 2147483647 h 59"/>
                  <a:gd name="T22" fmla="*/ 2147483647 w 59"/>
                  <a:gd name="T23" fmla="*/ 2147483647 h 59"/>
                  <a:gd name="T24" fmla="*/ 0 w 59"/>
                  <a:gd name="T25" fmla="*/ 2147483647 h 59"/>
                  <a:gd name="T26" fmla="*/ 2147483647 w 59"/>
                  <a:gd name="T27" fmla="*/ 2147483647 h 59"/>
                  <a:gd name="T28" fmla="*/ 2147483647 w 59"/>
                  <a:gd name="T29" fmla="*/ 2147483647 h 59"/>
                  <a:gd name="T30" fmla="*/ 2147483647 w 59"/>
                  <a:gd name="T31" fmla="*/ 2147483647 h 59"/>
                  <a:gd name="T32" fmla="*/ 2147483647 w 59"/>
                  <a:gd name="T33" fmla="*/ 0 h 5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9"/>
                  <a:gd name="T52" fmla="*/ 0 h 59"/>
                  <a:gd name="T53" fmla="*/ 59 w 59"/>
                  <a:gd name="T54" fmla="*/ 59 h 5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9" h="59">
                    <a:moveTo>
                      <a:pt x="30" y="0"/>
                    </a:moveTo>
                    <a:lnTo>
                      <a:pt x="42" y="2"/>
                    </a:lnTo>
                    <a:lnTo>
                      <a:pt x="50" y="9"/>
                    </a:lnTo>
                    <a:lnTo>
                      <a:pt x="57" y="18"/>
                    </a:lnTo>
                    <a:lnTo>
                      <a:pt x="59" y="30"/>
                    </a:lnTo>
                    <a:lnTo>
                      <a:pt x="57" y="42"/>
                    </a:lnTo>
                    <a:lnTo>
                      <a:pt x="50" y="50"/>
                    </a:lnTo>
                    <a:lnTo>
                      <a:pt x="42" y="57"/>
                    </a:lnTo>
                    <a:lnTo>
                      <a:pt x="30" y="59"/>
                    </a:lnTo>
                    <a:lnTo>
                      <a:pt x="18" y="57"/>
                    </a:lnTo>
                    <a:lnTo>
                      <a:pt x="9" y="50"/>
                    </a:lnTo>
                    <a:lnTo>
                      <a:pt x="2" y="42"/>
                    </a:lnTo>
                    <a:lnTo>
                      <a:pt x="0" y="30"/>
                    </a:lnTo>
                    <a:lnTo>
                      <a:pt x="2" y="18"/>
                    </a:lnTo>
                    <a:lnTo>
                      <a:pt x="9" y="9"/>
                    </a:lnTo>
                    <a:lnTo>
                      <a:pt x="18" y="2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473A2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" name="Freeform 183"/>
              <p:cNvSpPr>
                <a:spLocks/>
              </p:cNvSpPr>
              <p:nvPr/>
            </p:nvSpPr>
            <p:spPr bwMode="auto">
              <a:xfrm>
                <a:off x="1584326" y="3641725"/>
                <a:ext cx="23813" cy="22225"/>
              </a:xfrm>
              <a:custGeom>
                <a:avLst/>
                <a:gdLst>
                  <a:gd name="T0" fmla="*/ 2147483647 w 59"/>
                  <a:gd name="T1" fmla="*/ 0 h 59"/>
                  <a:gd name="T2" fmla="*/ 2147483647 w 59"/>
                  <a:gd name="T3" fmla="*/ 2147483647 h 59"/>
                  <a:gd name="T4" fmla="*/ 2147483647 w 59"/>
                  <a:gd name="T5" fmla="*/ 2147483647 h 59"/>
                  <a:gd name="T6" fmla="*/ 2147483647 w 59"/>
                  <a:gd name="T7" fmla="*/ 2147483647 h 59"/>
                  <a:gd name="T8" fmla="*/ 2147483647 w 59"/>
                  <a:gd name="T9" fmla="*/ 2147483647 h 59"/>
                  <a:gd name="T10" fmla="*/ 2147483647 w 59"/>
                  <a:gd name="T11" fmla="*/ 2147483647 h 59"/>
                  <a:gd name="T12" fmla="*/ 2147483647 w 59"/>
                  <a:gd name="T13" fmla="*/ 2147483647 h 59"/>
                  <a:gd name="T14" fmla="*/ 2147483647 w 59"/>
                  <a:gd name="T15" fmla="*/ 2147483647 h 59"/>
                  <a:gd name="T16" fmla="*/ 2147483647 w 59"/>
                  <a:gd name="T17" fmla="*/ 2147483647 h 59"/>
                  <a:gd name="T18" fmla="*/ 2147483647 w 59"/>
                  <a:gd name="T19" fmla="*/ 2147483647 h 59"/>
                  <a:gd name="T20" fmla="*/ 2147483647 w 59"/>
                  <a:gd name="T21" fmla="*/ 2147483647 h 59"/>
                  <a:gd name="T22" fmla="*/ 2147483647 w 59"/>
                  <a:gd name="T23" fmla="*/ 2147483647 h 59"/>
                  <a:gd name="T24" fmla="*/ 0 w 59"/>
                  <a:gd name="T25" fmla="*/ 2147483647 h 59"/>
                  <a:gd name="T26" fmla="*/ 2147483647 w 59"/>
                  <a:gd name="T27" fmla="*/ 2147483647 h 59"/>
                  <a:gd name="T28" fmla="*/ 2147483647 w 59"/>
                  <a:gd name="T29" fmla="*/ 2147483647 h 59"/>
                  <a:gd name="T30" fmla="*/ 2147483647 w 59"/>
                  <a:gd name="T31" fmla="*/ 2147483647 h 59"/>
                  <a:gd name="T32" fmla="*/ 2147483647 w 59"/>
                  <a:gd name="T33" fmla="*/ 0 h 5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9"/>
                  <a:gd name="T52" fmla="*/ 0 h 59"/>
                  <a:gd name="T53" fmla="*/ 59 w 59"/>
                  <a:gd name="T54" fmla="*/ 59 h 5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9" h="59">
                    <a:moveTo>
                      <a:pt x="30" y="0"/>
                    </a:moveTo>
                    <a:lnTo>
                      <a:pt x="42" y="2"/>
                    </a:lnTo>
                    <a:lnTo>
                      <a:pt x="50" y="9"/>
                    </a:lnTo>
                    <a:lnTo>
                      <a:pt x="57" y="18"/>
                    </a:lnTo>
                    <a:lnTo>
                      <a:pt x="59" y="30"/>
                    </a:lnTo>
                    <a:lnTo>
                      <a:pt x="57" y="42"/>
                    </a:lnTo>
                    <a:lnTo>
                      <a:pt x="50" y="50"/>
                    </a:lnTo>
                    <a:lnTo>
                      <a:pt x="42" y="57"/>
                    </a:lnTo>
                    <a:lnTo>
                      <a:pt x="30" y="59"/>
                    </a:lnTo>
                    <a:lnTo>
                      <a:pt x="18" y="57"/>
                    </a:lnTo>
                    <a:lnTo>
                      <a:pt x="8" y="50"/>
                    </a:lnTo>
                    <a:lnTo>
                      <a:pt x="2" y="42"/>
                    </a:lnTo>
                    <a:lnTo>
                      <a:pt x="0" y="30"/>
                    </a:lnTo>
                    <a:lnTo>
                      <a:pt x="2" y="18"/>
                    </a:lnTo>
                    <a:lnTo>
                      <a:pt x="8" y="9"/>
                    </a:lnTo>
                    <a:lnTo>
                      <a:pt x="18" y="2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473A2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" name="Freeform 185"/>
              <p:cNvSpPr>
                <a:spLocks/>
              </p:cNvSpPr>
              <p:nvPr/>
            </p:nvSpPr>
            <p:spPr bwMode="auto">
              <a:xfrm>
                <a:off x="1546226" y="3643313"/>
                <a:ext cx="20638" cy="19050"/>
              </a:xfrm>
              <a:custGeom>
                <a:avLst/>
                <a:gdLst>
                  <a:gd name="T0" fmla="*/ 2147483647 w 50"/>
                  <a:gd name="T1" fmla="*/ 0 h 52"/>
                  <a:gd name="T2" fmla="*/ 2147483647 w 50"/>
                  <a:gd name="T3" fmla="*/ 2147483647 h 52"/>
                  <a:gd name="T4" fmla="*/ 2147483647 w 50"/>
                  <a:gd name="T5" fmla="*/ 2147483647 h 52"/>
                  <a:gd name="T6" fmla="*/ 2147483647 w 50"/>
                  <a:gd name="T7" fmla="*/ 2147483647 h 52"/>
                  <a:gd name="T8" fmla="*/ 2147483647 w 50"/>
                  <a:gd name="T9" fmla="*/ 2147483647 h 52"/>
                  <a:gd name="T10" fmla="*/ 2147483647 w 50"/>
                  <a:gd name="T11" fmla="*/ 2147483647 h 52"/>
                  <a:gd name="T12" fmla="*/ 2147483647 w 50"/>
                  <a:gd name="T13" fmla="*/ 2147483647 h 52"/>
                  <a:gd name="T14" fmla="*/ 2147483647 w 50"/>
                  <a:gd name="T15" fmla="*/ 2147483647 h 52"/>
                  <a:gd name="T16" fmla="*/ 2147483647 w 50"/>
                  <a:gd name="T17" fmla="*/ 2147483647 h 52"/>
                  <a:gd name="T18" fmla="*/ 2147483647 w 50"/>
                  <a:gd name="T19" fmla="*/ 2147483647 h 52"/>
                  <a:gd name="T20" fmla="*/ 2147483647 w 50"/>
                  <a:gd name="T21" fmla="*/ 2147483647 h 52"/>
                  <a:gd name="T22" fmla="*/ 2147483647 w 50"/>
                  <a:gd name="T23" fmla="*/ 2147483647 h 52"/>
                  <a:gd name="T24" fmla="*/ 0 w 50"/>
                  <a:gd name="T25" fmla="*/ 2147483647 h 52"/>
                  <a:gd name="T26" fmla="*/ 2147483647 w 50"/>
                  <a:gd name="T27" fmla="*/ 2147483647 h 52"/>
                  <a:gd name="T28" fmla="*/ 2147483647 w 50"/>
                  <a:gd name="T29" fmla="*/ 2147483647 h 52"/>
                  <a:gd name="T30" fmla="*/ 2147483647 w 50"/>
                  <a:gd name="T31" fmla="*/ 2147483647 h 52"/>
                  <a:gd name="T32" fmla="*/ 2147483647 w 50"/>
                  <a:gd name="T33" fmla="*/ 0 h 5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0"/>
                  <a:gd name="T52" fmla="*/ 0 h 52"/>
                  <a:gd name="T53" fmla="*/ 50 w 50"/>
                  <a:gd name="T54" fmla="*/ 52 h 52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0" h="52">
                    <a:moveTo>
                      <a:pt x="24" y="0"/>
                    </a:moveTo>
                    <a:lnTo>
                      <a:pt x="34" y="3"/>
                    </a:lnTo>
                    <a:lnTo>
                      <a:pt x="43" y="8"/>
                    </a:lnTo>
                    <a:lnTo>
                      <a:pt x="48" y="16"/>
                    </a:lnTo>
                    <a:lnTo>
                      <a:pt x="50" y="26"/>
                    </a:lnTo>
                    <a:lnTo>
                      <a:pt x="48" y="36"/>
                    </a:lnTo>
                    <a:lnTo>
                      <a:pt x="43" y="44"/>
                    </a:lnTo>
                    <a:lnTo>
                      <a:pt x="34" y="50"/>
                    </a:lnTo>
                    <a:lnTo>
                      <a:pt x="24" y="52"/>
                    </a:lnTo>
                    <a:lnTo>
                      <a:pt x="15" y="50"/>
                    </a:lnTo>
                    <a:lnTo>
                      <a:pt x="7" y="44"/>
                    </a:lnTo>
                    <a:lnTo>
                      <a:pt x="2" y="36"/>
                    </a:lnTo>
                    <a:lnTo>
                      <a:pt x="0" y="26"/>
                    </a:lnTo>
                    <a:lnTo>
                      <a:pt x="2" y="16"/>
                    </a:lnTo>
                    <a:lnTo>
                      <a:pt x="7" y="8"/>
                    </a:lnTo>
                    <a:lnTo>
                      <a:pt x="15" y="3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776B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6" name="Freeform 187"/>
              <p:cNvSpPr>
                <a:spLocks/>
              </p:cNvSpPr>
              <p:nvPr/>
            </p:nvSpPr>
            <p:spPr bwMode="auto">
              <a:xfrm>
                <a:off x="1589088" y="3643313"/>
                <a:ext cx="19050" cy="19050"/>
              </a:xfrm>
              <a:custGeom>
                <a:avLst/>
                <a:gdLst>
                  <a:gd name="T0" fmla="*/ 2147483647 w 51"/>
                  <a:gd name="T1" fmla="*/ 0 h 52"/>
                  <a:gd name="T2" fmla="*/ 2147483647 w 51"/>
                  <a:gd name="T3" fmla="*/ 2147483647 h 52"/>
                  <a:gd name="T4" fmla="*/ 2147483647 w 51"/>
                  <a:gd name="T5" fmla="*/ 2147483647 h 52"/>
                  <a:gd name="T6" fmla="*/ 2147483647 w 51"/>
                  <a:gd name="T7" fmla="*/ 2147483647 h 52"/>
                  <a:gd name="T8" fmla="*/ 2147483647 w 51"/>
                  <a:gd name="T9" fmla="*/ 2147483647 h 52"/>
                  <a:gd name="T10" fmla="*/ 2147483647 w 51"/>
                  <a:gd name="T11" fmla="*/ 2147483647 h 52"/>
                  <a:gd name="T12" fmla="*/ 2147483647 w 51"/>
                  <a:gd name="T13" fmla="*/ 2147483647 h 52"/>
                  <a:gd name="T14" fmla="*/ 2147483647 w 51"/>
                  <a:gd name="T15" fmla="*/ 2147483647 h 52"/>
                  <a:gd name="T16" fmla="*/ 2147483647 w 51"/>
                  <a:gd name="T17" fmla="*/ 2147483647 h 52"/>
                  <a:gd name="T18" fmla="*/ 2147483647 w 51"/>
                  <a:gd name="T19" fmla="*/ 2147483647 h 52"/>
                  <a:gd name="T20" fmla="*/ 2147483647 w 51"/>
                  <a:gd name="T21" fmla="*/ 2147483647 h 52"/>
                  <a:gd name="T22" fmla="*/ 2147483647 w 51"/>
                  <a:gd name="T23" fmla="*/ 2147483647 h 52"/>
                  <a:gd name="T24" fmla="*/ 0 w 51"/>
                  <a:gd name="T25" fmla="*/ 2147483647 h 52"/>
                  <a:gd name="T26" fmla="*/ 2147483647 w 51"/>
                  <a:gd name="T27" fmla="*/ 2147483647 h 52"/>
                  <a:gd name="T28" fmla="*/ 2147483647 w 51"/>
                  <a:gd name="T29" fmla="*/ 2147483647 h 52"/>
                  <a:gd name="T30" fmla="*/ 2147483647 w 51"/>
                  <a:gd name="T31" fmla="*/ 2147483647 h 52"/>
                  <a:gd name="T32" fmla="*/ 2147483647 w 51"/>
                  <a:gd name="T33" fmla="*/ 0 h 5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1"/>
                  <a:gd name="T52" fmla="*/ 0 h 52"/>
                  <a:gd name="T53" fmla="*/ 51 w 51"/>
                  <a:gd name="T54" fmla="*/ 52 h 52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1" h="52">
                    <a:moveTo>
                      <a:pt x="25" y="0"/>
                    </a:moveTo>
                    <a:lnTo>
                      <a:pt x="35" y="3"/>
                    </a:lnTo>
                    <a:lnTo>
                      <a:pt x="43" y="8"/>
                    </a:lnTo>
                    <a:lnTo>
                      <a:pt x="49" y="16"/>
                    </a:lnTo>
                    <a:lnTo>
                      <a:pt x="51" y="26"/>
                    </a:lnTo>
                    <a:lnTo>
                      <a:pt x="49" y="36"/>
                    </a:lnTo>
                    <a:lnTo>
                      <a:pt x="43" y="44"/>
                    </a:lnTo>
                    <a:lnTo>
                      <a:pt x="35" y="50"/>
                    </a:lnTo>
                    <a:lnTo>
                      <a:pt x="25" y="52"/>
                    </a:lnTo>
                    <a:lnTo>
                      <a:pt x="15" y="50"/>
                    </a:lnTo>
                    <a:lnTo>
                      <a:pt x="8" y="44"/>
                    </a:lnTo>
                    <a:lnTo>
                      <a:pt x="3" y="36"/>
                    </a:lnTo>
                    <a:lnTo>
                      <a:pt x="0" y="26"/>
                    </a:lnTo>
                    <a:lnTo>
                      <a:pt x="3" y="16"/>
                    </a:lnTo>
                    <a:lnTo>
                      <a:pt x="8" y="8"/>
                    </a:lnTo>
                    <a:lnTo>
                      <a:pt x="15" y="3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776B4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7" name="Freeform 189"/>
              <p:cNvSpPr>
                <a:spLocks/>
              </p:cNvSpPr>
              <p:nvPr/>
            </p:nvSpPr>
            <p:spPr bwMode="auto">
              <a:xfrm>
                <a:off x="1552576" y="3646488"/>
                <a:ext cx="14288" cy="14287"/>
              </a:xfrm>
              <a:custGeom>
                <a:avLst/>
                <a:gdLst>
                  <a:gd name="T0" fmla="*/ 2147483647 w 35"/>
                  <a:gd name="T1" fmla="*/ 0 h 35"/>
                  <a:gd name="T2" fmla="*/ 2147483647 w 35"/>
                  <a:gd name="T3" fmla="*/ 2147483647 h 35"/>
                  <a:gd name="T4" fmla="*/ 2147483647 w 35"/>
                  <a:gd name="T5" fmla="*/ 2147483647 h 35"/>
                  <a:gd name="T6" fmla="*/ 2147483647 w 35"/>
                  <a:gd name="T7" fmla="*/ 2147483647 h 35"/>
                  <a:gd name="T8" fmla="*/ 2147483647 w 35"/>
                  <a:gd name="T9" fmla="*/ 2147483647 h 35"/>
                  <a:gd name="T10" fmla="*/ 2147483647 w 35"/>
                  <a:gd name="T11" fmla="*/ 2147483647 h 35"/>
                  <a:gd name="T12" fmla="*/ 2147483647 w 35"/>
                  <a:gd name="T13" fmla="*/ 2147483647 h 35"/>
                  <a:gd name="T14" fmla="*/ 2147483647 w 35"/>
                  <a:gd name="T15" fmla="*/ 2147483647 h 35"/>
                  <a:gd name="T16" fmla="*/ 2147483647 w 35"/>
                  <a:gd name="T17" fmla="*/ 2147483647 h 35"/>
                  <a:gd name="T18" fmla="*/ 2147483647 w 35"/>
                  <a:gd name="T19" fmla="*/ 2147483647 h 35"/>
                  <a:gd name="T20" fmla="*/ 2147483647 w 35"/>
                  <a:gd name="T21" fmla="*/ 2147483647 h 35"/>
                  <a:gd name="T22" fmla="*/ 2147483647 w 35"/>
                  <a:gd name="T23" fmla="*/ 2147483647 h 35"/>
                  <a:gd name="T24" fmla="*/ 0 w 35"/>
                  <a:gd name="T25" fmla="*/ 2147483647 h 35"/>
                  <a:gd name="T26" fmla="*/ 2147483647 w 35"/>
                  <a:gd name="T27" fmla="*/ 2147483647 h 35"/>
                  <a:gd name="T28" fmla="*/ 2147483647 w 35"/>
                  <a:gd name="T29" fmla="*/ 2147483647 h 35"/>
                  <a:gd name="T30" fmla="*/ 2147483647 w 35"/>
                  <a:gd name="T31" fmla="*/ 2147483647 h 35"/>
                  <a:gd name="T32" fmla="*/ 2147483647 w 35"/>
                  <a:gd name="T33" fmla="*/ 0 h 3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5"/>
                  <a:gd name="T52" fmla="*/ 0 h 35"/>
                  <a:gd name="T53" fmla="*/ 35 w 35"/>
                  <a:gd name="T54" fmla="*/ 35 h 35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5" h="35">
                    <a:moveTo>
                      <a:pt x="17" y="0"/>
                    </a:moveTo>
                    <a:lnTo>
                      <a:pt x="24" y="1"/>
                    </a:lnTo>
                    <a:lnTo>
                      <a:pt x="30" y="5"/>
                    </a:lnTo>
                    <a:lnTo>
                      <a:pt x="34" y="11"/>
                    </a:lnTo>
                    <a:lnTo>
                      <a:pt x="35" y="17"/>
                    </a:lnTo>
                    <a:lnTo>
                      <a:pt x="34" y="25"/>
                    </a:lnTo>
                    <a:lnTo>
                      <a:pt x="30" y="30"/>
                    </a:lnTo>
                    <a:lnTo>
                      <a:pt x="24" y="34"/>
                    </a:lnTo>
                    <a:lnTo>
                      <a:pt x="17" y="35"/>
                    </a:lnTo>
                    <a:lnTo>
                      <a:pt x="10" y="34"/>
                    </a:lnTo>
                    <a:lnTo>
                      <a:pt x="5" y="30"/>
                    </a:lnTo>
                    <a:lnTo>
                      <a:pt x="1" y="25"/>
                    </a:lnTo>
                    <a:lnTo>
                      <a:pt x="0" y="17"/>
                    </a:lnTo>
                    <a:lnTo>
                      <a:pt x="1" y="11"/>
                    </a:lnTo>
                    <a:lnTo>
                      <a:pt x="5" y="5"/>
                    </a:lnTo>
                    <a:lnTo>
                      <a:pt x="10" y="1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8" name="Freeform 191"/>
              <p:cNvSpPr>
                <a:spLocks/>
              </p:cNvSpPr>
              <p:nvPr/>
            </p:nvSpPr>
            <p:spPr bwMode="auto">
              <a:xfrm>
                <a:off x="1593851" y="3646488"/>
                <a:ext cx="14288" cy="14287"/>
              </a:xfrm>
              <a:custGeom>
                <a:avLst/>
                <a:gdLst>
                  <a:gd name="T0" fmla="*/ 2147483647 w 36"/>
                  <a:gd name="T1" fmla="*/ 0 h 35"/>
                  <a:gd name="T2" fmla="*/ 2147483647 w 36"/>
                  <a:gd name="T3" fmla="*/ 2147483647 h 35"/>
                  <a:gd name="T4" fmla="*/ 2147483647 w 36"/>
                  <a:gd name="T5" fmla="*/ 2147483647 h 35"/>
                  <a:gd name="T6" fmla="*/ 2147483647 w 36"/>
                  <a:gd name="T7" fmla="*/ 2147483647 h 35"/>
                  <a:gd name="T8" fmla="*/ 2147483647 w 36"/>
                  <a:gd name="T9" fmla="*/ 2147483647 h 35"/>
                  <a:gd name="T10" fmla="*/ 2147483647 w 36"/>
                  <a:gd name="T11" fmla="*/ 2147483647 h 35"/>
                  <a:gd name="T12" fmla="*/ 2147483647 w 36"/>
                  <a:gd name="T13" fmla="*/ 2147483647 h 35"/>
                  <a:gd name="T14" fmla="*/ 2147483647 w 36"/>
                  <a:gd name="T15" fmla="*/ 2147483647 h 35"/>
                  <a:gd name="T16" fmla="*/ 2147483647 w 36"/>
                  <a:gd name="T17" fmla="*/ 2147483647 h 35"/>
                  <a:gd name="T18" fmla="*/ 2147483647 w 36"/>
                  <a:gd name="T19" fmla="*/ 2147483647 h 35"/>
                  <a:gd name="T20" fmla="*/ 2147483647 w 36"/>
                  <a:gd name="T21" fmla="*/ 2147483647 h 35"/>
                  <a:gd name="T22" fmla="*/ 2147483647 w 36"/>
                  <a:gd name="T23" fmla="*/ 2147483647 h 35"/>
                  <a:gd name="T24" fmla="*/ 0 w 36"/>
                  <a:gd name="T25" fmla="*/ 2147483647 h 35"/>
                  <a:gd name="T26" fmla="*/ 2147483647 w 36"/>
                  <a:gd name="T27" fmla="*/ 2147483647 h 35"/>
                  <a:gd name="T28" fmla="*/ 2147483647 w 36"/>
                  <a:gd name="T29" fmla="*/ 2147483647 h 35"/>
                  <a:gd name="T30" fmla="*/ 2147483647 w 36"/>
                  <a:gd name="T31" fmla="*/ 2147483647 h 35"/>
                  <a:gd name="T32" fmla="*/ 2147483647 w 36"/>
                  <a:gd name="T33" fmla="*/ 0 h 3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6"/>
                  <a:gd name="T52" fmla="*/ 0 h 35"/>
                  <a:gd name="T53" fmla="*/ 36 w 36"/>
                  <a:gd name="T54" fmla="*/ 35 h 35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6" h="35">
                    <a:moveTo>
                      <a:pt x="18" y="0"/>
                    </a:moveTo>
                    <a:lnTo>
                      <a:pt x="25" y="1"/>
                    </a:lnTo>
                    <a:lnTo>
                      <a:pt x="30" y="5"/>
                    </a:lnTo>
                    <a:lnTo>
                      <a:pt x="35" y="11"/>
                    </a:lnTo>
                    <a:lnTo>
                      <a:pt x="36" y="17"/>
                    </a:lnTo>
                    <a:lnTo>
                      <a:pt x="35" y="25"/>
                    </a:lnTo>
                    <a:lnTo>
                      <a:pt x="30" y="30"/>
                    </a:lnTo>
                    <a:lnTo>
                      <a:pt x="25" y="34"/>
                    </a:lnTo>
                    <a:lnTo>
                      <a:pt x="18" y="35"/>
                    </a:lnTo>
                    <a:lnTo>
                      <a:pt x="11" y="34"/>
                    </a:lnTo>
                    <a:lnTo>
                      <a:pt x="6" y="30"/>
                    </a:lnTo>
                    <a:lnTo>
                      <a:pt x="2" y="25"/>
                    </a:lnTo>
                    <a:lnTo>
                      <a:pt x="0" y="17"/>
                    </a:lnTo>
                    <a:lnTo>
                      <a:pt x="2" y="11"/>
                    </a:lnTo>
                    <a:lnTo>
                      <a:pt x="6" y="5"/>
                    </a:lnTo>
                    <a:lnTo>
                      <a:pt x="11" y="1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B28C5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9" name="Freeform 193"/>
              <p:cNvSpPr>
                <a:spLocks/>
              </p:cNvSpPr>
              <p:nvPr/>
            </p:nvSpPr>
            <p:spPr bwMode="auto">
              <a:xfrm>
                <a:off x="1641476" y="3652838"/>
                <a:ext cx="9525" cy="9525"/>
              </a:xfrm>
              <a:custGeom>
                <a:avLst/>
                <a:gdLst>
                  <a:gd name="T0" fmla="*/ 2147483647 w 21"/>
                  <a:gd name="T1" fmla="*/ 0 h 23"/>
                  <a:gd name="T2" fmla="*/ 2147483647 w 21"/>
                  <a:gd name="T3" fmla="*/ 2147483647 h 23"/>
                  <a:gd name="T4" fmla="*/ 2147483647 w 21"/>
                  <a:gd name="T5" fmla="*/ 2147483647 h 23"/>
                  <a:gd name="T6" fmla="*/ 2147483647 w 21"/>
                  <a:gd name="T7" fmla="*/ 2147483647 h 23"/>
                  <a:gd name="T8" fmla="*/ 2147483647 w 21"/>
                  <a:gd name="T9" fmla="*/ 2147483647 h 23"/>
                  <a:gd name="T10" fmla="*/ 2147483647 w 21"/>
                  <a:gd name="T11" fmla="*/ 2147483647 h 23"/>
                  <a:gd name="T12" fmla="*/ 2147483647 w 21"/>
                  <a:gd name="T13" fmla="*/ 2147483647 h 23"/>
                  <a:gd name="T14" fmla="*/ 2147483647 w 21"/>
                  <a:gd name="T15" fmla="*/ 2147483647 h 23"/>
                  <a:gd name="T16" fmla="*/ 2147483647 w 21"/>
                  <a:gd name="T17" fmla="*/ 2147483647 h 23"/>
                  <a:gd name="T18" fmla="*/ 2147483647 w 21"/>
                  <a:gd name="T19" fmla="*/ 2147483647 h 23"/>
                  <a:gd name="T20" fmla="*/ 2147483647 w 21"/>
                  <a:gd name="T21" fmla="*/ 2147483647 h 23"/>
                  <a:gd name="T22" fmla="*/ 2147483647 w 21"/>
                  <a:gd name="T23" fmla="*/ 2147483647 h 23"/>
                  <a:gd name="T24" fmla="*/ 0 w 21"/>
                  <a:gd name="T25" fmla="*/ 2147483647 h 23"/>
                  <a:gd name="T26" fmla="*/ 2147483647 w 21"/>
                  <a:gd name="T27" fmla="*/ 2147483647 h 23"/>
                  <a:gd name="T28" fmla="*/ 2147483647 w 21"/>
                  <a:gd name="T29" fmla="*/ 2147483647 h 23"/>
                  <a:gd name="T30" fmla="*/ 2147483647 w 21"/>
                  <a:gd name="T31" fmla="*/ 2147483647 h 23"/>
                  <a:gd name="T32" fmla="*/ 2147483647 w 21"/>
                  <a:gd name="T33" fmla="*/ 0 h 2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"/>
                  <a:gd name="T52" fmla="*/ 0 h 23"/>
                  <a:gd name="T53" fmla="*/ 21 w 21"/>
                  <a:gd name="T54" fmla="*/ 23 h 2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" h="23">
                    <a:moveTo>
                      <a:pt x="11" y="0"/>
                    </a:moveTo>
                    <a:lnTo>
                      <a:pt x="15" y="1"/>
                    </a:lnTo>
                    <a:lnTo>
                      <a:pt x="18" y="3"/>
                    </a:lnTo>
                    <a:lnTo>
                      <a:pt x="20" y="7"/>
                    </a:lnTo>
                    <a:lnTo>
                      <a:pt x="21" y="12"/>
                    </a:lnTo>
                    <a:lnTo>
                      <a:pt x="20" y="16"/>
                    </a:lnTo>
                    <a:lnTo>
                      <a:pt x="18" y="20"/>
                    </a:lnTo>
                    <a:lnTo>
                      <a:pt x="15" y="22"/>
                    </a:lnTo>
                    <a:lnTo>
                      <a:pt x="11" y="23"/>
                    </a:lnTo>
                    <a:lnTo>
                      <a:pt x="6" y="22"/>
                    </a:lnTo>
                    <a:lnTo>
                      <a:pt x="3" y="20"/>
                    </a:lnTo>
                    <a:lnTo>
                      <a:pt x="1" y="16"/>
                    </a:lnTo>
                    <a:lnTo>
                      <a:pt x="0" y="12"/>
                    </a:lnTo>
                    <a:lnTo>
                      <a:pt x="1" y="7"/>
                    </a:lnTo>
                    <a:lnTo>
                      <a:pt x="3" y="3"/>
                    </a:lnTo>
                    <a:lnTo>
                      <a:pt x="6" y="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42352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10" name="Freeform 195"/>
              <p:cNvSpPr>
                <a:spLocks/>
              </p:cNvSpPr>
              <p:nvPr/>
            </p:nvSpPr>
            <p:spPr bwMode="auto">
              <a:xfrm>
                <a:off x="1658938" y="3652838"/>
                <a:ext cx="9525" cy="9525"/>
              </a:xfrm>
              <a:custGeom>
                <a:avLst/>
                <a:gdLst>
                  <a:gd name="T0" fmla="*/ 2147483647 w 21"/>
                  <a:gd name="T1" fmla="*/ 0 h 23"/>
                  <a:gd name="T2" fmla="*/ 2147483647 w 21"/>
                  <a:gd name="T3" fmla="*/ 2147483647 h 23"/>
                  <a:gd name="T4" fmla="*/ 2147483647 w 21"/>
                  <a:gd name="T5" fmla="*/ 2147483647 h 23"/>
                  <a:gd name="T6" fmla="*/ 2147483647 w 21"/>
                  <a:gd name="T7" fmla="*/ 2147483647 h 23"/>
                  <a:gd name="T8" fmla="*/ 2147483647 w 21"/>
                  <a:gd name="T9" fmla="*/ 2147483647 h 23"/>
                  <a:gd name="T10" fmla="*/ 2147483647 w 21"/>
                  <a:gd name="T11" fmla="*/ 2147483647 h 23"/>
                  <a:gd name="T12" fmla="*/ 2147483647 w 21"/>
                  <a:gd name="T13" fmla="*/ 2147483647 h 23"/>
                  <a:gd name="T14" fmla="*/ 2147483647 w 21"/>
                  <a:gd name="T15" fmla="*/ 2147483647 h 23"/>
                  <a:gd name="T16" fmla="*/ 2147483647 w 21"/>
                  <a:gd name="T17" fmla="*/ 2147483647 h 23"/>
                  <a:gd name="T18" fmla="*/ 2147483647 w 21"/>
                  <a:gd name="T19" fmla="*/ 2147483647 h 23"/>
                  <a:gd name="T20" fmla="*/ 2147483647 w 21"/>
                  <a:gd name="T21" fmla="*/ 2147483647 h 23"/>
                  <a:gd name="T22" fmla="*/ 2147483647 w 21"/>
                  <a:gd name="T23" fmla="*/ 2147483647 h 23"/>
                  <a:gd name="T24" fmla="*/ 0 w 21"/>
                  <a:gd name="T25" fmla="*/ 2147483647 h 23"/>
                  <a:gd name="T26" fmla="*/ 2147483647 w 21"/>
                  <a:gd name="T27" fmla="*/ 2147483647 h 23"/>
                  <a:gd name="T28" fmla="*/ 2147483647 w 21"/>
                  <a:gd name="T29" fmla="*/ 2147483647 h 23"/>
                  <a:gd name="T30" fmla="*/ 2147483647 w 21"/>
                  <a:gd name="T31" fmla="*/ 2147483647 h 23"/>
                  <a:gd name="T32" fmla="*/ 2147483647 w 21"/>
                  <a:gd name="T33" fmla="*/ 0 h 2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"/>
                  <a:gd name="T52" fmla="*/ 0 h 23"/>
                  <a:gd name="T53" fmla="*/ 21 w 21"/>
                  <a:gd name="T54" fmla="*/ 23 h 2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" h="23">
                    <a:moveTo>
                      <a:pt x="11" y="0"/>
                    </a:moveTo>
                    <a:lnTo>
                      <a:pt x="15" y="1"/>
                    </a:lnTo>
                    <a:lnTo>
                      <a:pt x="18" y="3"/>
                    </a:lnTo>
                    <a:lnTo>
                      <a:pt x="20" y="7"/>
                    </a:lnTo>
                    <a:lnTo>
                      <a:pt x="21" y="12"/>
                    </a:lnTo>
                    <a:lnTo>
                      <a:pt x="20" y="16"/>
                    </a:lnTo>
                    <a:lnTo>
                      <a:pt x="18" y="20"/>
                    </a:lnTo>
                    <a:lnTo>
                      <a:pt x="15" y="22"/>
                    </a:lnTo>
                    <a:lnTo>
                      <a:pt x="11" y="23"/>
                    </a:lnTo>
                    <a:lnTo>
                      <a:pt x="6" y="22"/>
                    </a:lnTo>
                    <a:lnTo>
                      <a:pt x="3" y="20"/>
                    </a:lnTo>
                    <a:lnTo>
                      <a:pt x="1" y="16"/>
                    </a:lnTo>
                    <a:lnTo>
                      <a:pt x="0" y="12"/>
                    </a:lnTo>
                    <a:lnTo>
                      <a:pt x="1" y="7"/>
                    </a:lnTo>
                    <a:lnTo>
                      <a:pt x="3" y="3"/>
                    </a:lnTo>
                    <a:lnTo>
                      <a:pt x="6" y="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42352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11" name="Freeform 197"/>
              <p:cNvSpPr>
                <a:spLocks/>
              </p:cNvSpPr>
              <p:nvPr/>
            </p:nvSpPr>
            <p:spPr bwMode="auto">
              <a:xfrm>
                <a:off x="1676401" y="3652838"/>
                <a:ext cx="7938" cy="9525"/>
              </a:xfrm>
              <a:custGeom>
                <a:avLst/>
                <a:gdLst>
                  <a:gd name="T0" fmla="*/ 2147483647 w 21"/>
                  <a:gd name="T1" fmla="*/ 0 h 23"/>
                  <a:gd name="T2" fmla="*/ 2147483647 w 21"/>
                  <a:gd name="T3" fmla="*/ 2147483647 h 23"/>
                  <a:gd name="T4" fmla="*/ 2147483647 w 21"/>
                  <a:gd name="T5" fmla="*/ 2147483647 h 23"/>
                  <a:gd name="T6" fmla="*/ 2147483647 w 21"/>
                  <a:gd name="T7" fmla="*/ 2147483647 h 23"/>
                  <a:gd name="T8" fmla="*/ 2147483647 w 21"/>
                  <a:gd name="T9" fmla="*/ 2147483647 h 23"/>
                  <a:gd name="T10" fmla="*/ 2147483647 w 21"/>
                  <a:gd name="T11" fmla="*/ 2147483647 h 23"/>
                  <a:gd name="T12" fmla="*/ 2147483647 w 21"/>
                  <a:gd name="T13" fmla="*/ 2147483647 h 23"/>
                  <a:gd name="T14" fmla="*/ 2147483647 w 21"/>
                  <a:gd name="T15" fmla="*/ 2147483647 h 23"/>
                  <a:gd name="T16" fmla="*/ 2147483647 w 21"/>
                  <a:gd name="T17" fmla="*/ 2147483647 h 23"/>
                  <a:gd name="T18" fmla="*/ 2147483647 w 21"/>
                  <a:gd name="T19" fmla="*/ 2147483647 h 23"/>
                  <a:gd name="T20" fmla="*/ 2147483647 w 21"/>
                  <a:gd name="T21" fmla="*/ 2147483647 h 23"/>
                  <a:gd name="T22" fmla="*/ 2147483647 w 21"/>
                  <a:gd name="T23" fmla="*/ 2147483647 h 23"/>
                  <a:gd name="T24" fmla="*/ 0 w 21"/>
                  <a:gd name="T25" fmla="*/ 2147483647 h 23"/>
                  <a:gd name="T26" fmla="*/ 2147483647 w 21"/>
                  <a:gd name="T27" fmla="*/ 2147483647 h 23"/>
                  <a:gd name="T28" fmla="*/ 2147483647 w 21"/>
                  <a:gd name="T29" fmla="*/ 2147483647 h 23"/>
                  <a:gd name="T30" fmla="*/ 2147483647 w 21"/>
                  <a:gd name="T31" fmla="*/ 2147483647 h 23"/>
                  <a:gd name="T32" fmla="*/ 2147483647 w 21"/>
                  <a:gd name="T33" fmla="*/ 0 h 2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1"/>
                  <a:gd name="T52" fmla="*/ 0 h 23"/>
                  <a:gd name="T53" fmla="*/ 21 w 21"/>
                  <a:gd name="T54" fmla="*/ 23 h 2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1" h="23">
                    <a:moveTo>
                      <a:pt x="10" y="0"/>
                    </a:moveTo>
                    <a:lnTo>
                      <a:pt x="16" y="1"/>
                    </a:lnTo>
                    <a:lnTo>
                      <a:pt x="19" y="3"/>
                    </a:lnTo>
                    <a:lnTo>
                      <a:pt x="20" y="7"/>
                    </a:lnTo>
                    <a:lnTo>
                      <a:pt x="21" y="12"/>
                    </a:lnTo>
                    <a:lnTo>
                      <a:pt x="20" y="16"/>
                    </a:lnTo>
                    <a:lnTo>
                      <a:pt x="19" y="20"/>
                    </a:lnTo>
                    <a:lnTo>
                      <a:pt x="16" y="22"/>
                    </a:lnTo>
                    <a:lnTo>
                      <a:pt x="10" y="23"/>
                    </a:lnTo>
                    <a:lnTo>
                      <a:pt x="6" y="22"/>
                    </a:lnTo>
                    <a:lnTo>
                      <a:pt x="3" y="20"/>
                    </a:lnTo>
                    <a:lnTo>
                      <a:pt x="1" y="16"/>
                    </a:lnTo>
                    <a:lnTo>
                      <a:pt x="0" y="12"/>
                    </a:lnTo>
                    <a:lnTo>
                      <a:pt x="1" y="7"/>
                    </a:lnTo>
                    <a:lnTo>
                      <a:pt x="3" y="3"/>
                    </a:lnTo>
                    <a:lnTo>
                      <a:pt x="6" y="1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42352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12" name="Freeform 199"/>
              <p:cNvSpPr>
                <a:spLocks/>
              </p:cNvSpPr>
              <p:nvPr/>
            </p:nvSpPr>
            <p:spPr bwMode="auto">
              <a:xfrm>
                <a:off x="1590676" y="3267075"/>
                <a:ext cx="42863" cy="14287"/>
              </a:xfrm>
              <a:custGeom>
                <a:avLst/>
                <a:gdLst>
                  <a:gd name="T0" fmla="*/ 2147483647 w 111"/>
                  <a:gd name="T1" fmla="*/ 0 h 36"/>
                  <a:gd name="T2" fmla="*/ 2147483647 w 111"/>
                  <a:gd name="T3" fmla="*/ 0 h 36"/>
                  <a:gd name="T4" fmla="*/ 2147483647 w 111"/>
                  <a:gd name="T5" fmla="*/ 2147483647 h 36"/>
                  <a:gd name="T6" fmla="*/ 2147483647 w 111"/>
                  <a:gd name="T7" fmla="*/ 2147483647 h 36"/>
                  <a:gd name="T8" fmla="*/ 2147483647 w 111"/>
                  <a:gd name="T9" fmla="*/ 2147483647 h 36"/>
                  <a:gd name="T10" fmla="*/ 2147483647 w 111"/>
                  <a:gd name="T11" fmla="*/ 2147483647 h 36"/>
                  <a:gd name="T12" fmla="*/ 2147483647 w 111"/>
                  <a:gd name="T13" fmla="*/ 2147483647 h 36"/>
                  <a:gd name="T14" fmla="*/ 2147483647 w 111"/>
                  <a:gd name="T15" fmla="*/ 2147483647 h 36"/>
                  <a:gd name="T16" fmla="*/ 2147483647 w 111"/>
                  <a:gd name="T17" fmla="*/ 2147483647 h 36"/>
                  <a:gd name="T18" fmla="*/ 2147483647 w 111"/>
                  <a:gd name="T19" fmla="*/ 2147483647 h 36"/>
                  <a:gd name="T20" fmla="*/ 2147483647 w 111"/>
                  <a:gd name="T21" fmla="*/ 2147483647 h 36"/>
                  <a:gd name="T22" fmla="*/ 2147483647 w 111"/>
                  <a:gd name="T23" fmla="*/ 2147483647 h 36"/>
                  <a:gd name="T24" fmla="*/ 2147483647 w 111"/>
                  <a:gd name="T25" fmla="*/ 2147483647 h 36"/>
                  <a:gd name="T26" fmla="*/ 2147483647 w 111"/>
                  <a:gd name="T27" fmla="*/ 2147483647 h 36"/>
                  <a:gd name="T28" fmla="*/ 2147483647 w 111"/>
                  <a:gd name="T29" fmla="*/ 2147483647 h 36"/>
                  <a:gd name="T30" fmla="*/ 2147483647 w 111"/>
                  <a:gd name="T31" fmla="*/ 2147483647 h 36"/>
                  <a:gd name="T32" fmla="*/ 2147483647 w 111"/>
                  <a:gd name="T33" fmla="*/ 2147483647 h 36"/>
                  <a:gd name="T34" fmla="*/ 2147483647 w 111"/>
                  <a:gd name="T35" fmla="*/ 2147483647 h 36"/>
                  <a:gd name="T36" fmla="*/ 2147483647 w 111"/>
                  <a:gd name="T37" fmla="*/ 2147483647 h 36"/>
                  <a:gd name="T38" fmla="*/ 2147483647 w 111"/>
                  <a:gd name="T39" fmla="*/ 2147483647 h 36"/>
                  <a:gd name="T40" fmla="*/ 2147483647 w 111"/>
                  <a:gd name="T41" fmla="*/ 2147483647 h 36"/>
                  <a:gd name="T42" fmla="*/ 2147483647 w 111"/>
                  <a:gd name="T43" fmla="*/ 2147483647 h 36"/>
                  <a:gd name="T44" fmla="*/ 2147483647 w 111"/>
                  <a:gd name="T45" fmla="*/ 2147483647 h 36"/>
                  <a:gd name="T46" fmla="*/ 2147483647 w 111"/>
                  <a:gd name="T47" fmla="*/ 2147483647 h 36"/>
                  <a:gd name="T48" fmla="*/ 0 w 111"/>
                  <a:gd name="T49" fmla="*/ 2147483647 h 36"/>
                  <a:gd name="T50" fmla="*/ 2147483647 w 111"/>
                  <a:gd name="T51" fmla="*/ 2147483647 h 36"/>
                  <a:gd name="T52" fmla="*/ 2147483647 w 111"/>
                  <a:gd name="T53" fmla="*/ 2147483647 h 36"/>
                  <a:gd name="T54" fmla="*/ 2147483647 w 111"/>
                  <a:gd name="T55" fmla="*/ 2147483647 h 36"/>
                  <a:gd name="T56" fmla="*/ 2147483647 w 111"/>
                  <a:gd name="T57" fmla="*/ 2147483647 h 36"/>
                  <a:gd name="T58" fmla="*/ 2147483647 w 111"/>
                  <a:gd name="T59" fmla="*/ 2147483647 h 36"/>
                  <a:gd name="T60" fmla="*/ 2147483647 w 111"/>
                  <a:gd name="T61" fmla="*/ 2147483647 h 36"/>
                  <a:gd name="T62" fmla="*/ 2147483647 w 111"/>
                  <a:gd name="T63" fmla="*/ 0 h 36"/>
                  <a:gd name="T64" fmla="*/ 2147483647 w 111"/>
                  <a:gd name="T65" fmla="*/ 0 h 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1"/>
                  <a:gd name="T100" fmla="*/ 0 h 36"/>
                  <a:gd name="T101" fmla="*/ 111 w 111"/>
                  <a:gd name="T102" fmla="*/ 36 h 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1" h="36">
                    <a:moveTo>
                      <a:pt x="55" y="0"/>
                    </a:moveTo>
                    <a:lnTo>
                      <a:pt x="67" y="0"/>
                    </a:lnTo>
                    <a:lnTo>
                      <a:pt x="77" y="1"/>
                    </a:lnTo>
                    <a:lnTo>
                      <a:pt x="86" y="3"/>
                    </a:lnTo>
                    <a:lnTo>
                      <a:pt x="95" y="5"/>
                    </a:lnTo>
                    <a:lnTo>
                      <a:pt x="101" y="7"/>
                    </a:lnTo>
                    <a:lnTo>
                      <a:pt x="107" y="11"/>
                    </a:lnTo>
                    <a:lnTo>
                      <a:pt x="110" y="14"/>
                    </a:lnTo>
                    <a:lnTo>
                      <a:pt x="111" y="18"/>
                    </a:lnTo>
                    <a:lnTo>
                      <a:pt x="110" y="21"/>
                    </a:lnTo>
                    <a:lnTo>
                      <a:pt x="107" y="25"/>
                    </a:lnTo>
                    <a:lnTo>
                      <a:pt x="101" y="28"/>
                    </a:lnTo>
                    <a:lnTo>
                      <a:pt x="95" y="31"/>
                    </a:lnTo>
                    <a:lnTo>
                      <a:pt x="86" y="33"/>
                    </a:lnTo>
                    <a:lnTo>
                      <a:pt x="77" y="35"/>
                    </a:lnTo>
                    <a:lnTo>
                      <a:pt x="67" y="36"/>
                    </a:lnTo>
                    <a:lnTo>
                      <a:pt x="55" y="36"/>
                    </a:lnTo>
                    <a:lnTo>
                      <a:pt x="44" y="36"/>
                    </a:lnTo>
                    <a:lnTo>
                      <a:pt x="34" y="35"/>
                    </a:lnTo>
                    <a:lnTo>
                      <a:pt x="24" y="33"/>
                    </a:lnTo>
                    <a:lnTo>
                      <a:pt x="16" y="31"/>
                    </a:lnTo>
                    <a:lnTo>
                      <a:pt x="9" y="28"/>
                    </a:lnTo>
                    <a:lnTo>
                      <a:pt x="4" y="25"/>
                    </a:lnTo>
                    <a:lnTo>
                      <a:pt x="1" y="21"/>
                    </a:lnTo>
                    <a:lnTo>
                      <a:pt x="0" y="18"/>
                    </a:lnTo>
                    <a:lnTo>
                      <a:pt x="1" y="14"/>
                    </a:lnTo>
                    <a:lnTo>
                      <a:pt x="4" y="11"/>
                    </a:lnTo>
                    <a:lnTo>
                      <a:pt x="9" y="7"/>
                    </a:lnTo>
                    <a:lnTo>
                      <a:pt x="16" y="5"/>
                    </a:lnTo>
                    <a:lnTo>
                      <a:pt x="24" y="3"/>
                    </a:lnTo>
                    <a:lnTo>
                      <a:pt x="34" y="1"/>
                    </a:lnTo>
                    <a:lnTo>
                      <a:pt x="44" y="0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63563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</p:grpSp>
        <p:graphicFrame>
          <p:nvGraphicFramePr>
            <p:cNvPr id="213" name="Object 201"/>
            <p:cNvGraphicFramePr>
              <a:graphicFrameLocks noChangeAspect="1"/>
            </p:cNvGraphicFramePr>
            <p:nvPr/>
          </p:nvGraphicFramePr>
          <p:xfrm>
            <a:off x="1189662" y="3692151"/>
            <a:ext cx="371226" cy="269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1" name="Bitmap Image" r:id="rId8" imgW="609524" imgH="200159" progId="PBrush">
                    <p:embed/>
                  </p:oleObj>
                </mc:Choice>
                <mc:Fallback>
                  <p:oleObj name="Bitmap Image" r:id="rId8" imgW="609524" imgH="200159" progId="PBrush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9662" y="3692151"/>
                          <a:ext cx="371226" cy="269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76" name="Gruppieren 275"/>
            <p:cNvGrpSpPr/>
            <p:nvPr/>
          </p:nvGrpSpPr>
          <p:grpSpPr>
            <a:xfrm>
              <a:off x="5641443" y="4872404"/>
              <a:ext cx="385517" cy="465833"/>
              <a:chOff x="3714744" y="-285774"/>
              <a:chExt cx="976314" cy="571502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pic>
            <p:nvPicPr>
              <p:cNvPr id="215" name="Picture 203" descr="Bild mit Zinskurve">
                <a:hlinkClick r:id="rId9" tooltip="Überblick über die Themenbereiche"/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/>
              <a:srcRect/>
              <a:stretch>
                <a:fillRect/>
              </a:stretch>
            </p:blipFill>
            <p:spPr bwMode="auto">
              <a:xfrm>
                <a:off x="3714744" y="-142898"/>
                <a:ext cx="762000" cy="428626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</p:pic>
          <p:pic>
            <p:nvPicPr>
              <p:cNvPr id="216" name="Picture 205" descr="Bild mit statistischer Grafik">
                <a:hlinkClick r:id="rId11" tooltip="Pressematerial zur Wirtschaftsprognose"/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/>
              <a:srcRect/>
              <a:stretch>
                <a:fillRect/>
              </a:stretch>
            </p:blipFill>
            <p:spPr bwMode="auto">
              <a:xfrm>
                <a:off x="3929058" y="-285774"/>
                <a:ext cx="762000" cy="428626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</p:pic>
        </p:grpSp>
        <p:grpSp>
          <p:nvGrpSpPr>
            <p:cNvPr id="214" name="Gruppieren 283"/>
            <p:cNvGrpSpPr>
              <a:grpSpLocks/>
            </p:cNvGrpSpPr>
            <p:nvPr/>
          </p:nvGrpSpPr>
          <p:grpSpPr bwMode="auto">
            <a:xfrm>
              <a:off x="8094094" y="5374323"/>
              <a:ext cx="523760" cy="621109"/>
              <a:chOff x="6500826" y="5857892"/>
              <a:chExt cx="523876" cy="714380"/>
            </a:xfrm>
          </p:grpSpPr>
          <p:pic>
            <p:nvPicPr>
              <p:cNvPr id="218" name="Grafik 217" descr="test.gif"/>
              <p:cNvPicPr>
                <a:picLocks noChangeAspect="1"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6644202" y="5857892"/>
                <a:ext cx="380500" cy="571504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19" name="Grafik 218" descr="test.gif"/>
              <p:cNvPicPr>
                <a:picLocks noChangeAspect="1"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6572515" y="5929330"/>
                <a:ext cx="380498" cy="571504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20" name="Grafik 219" descr="test.gif"/>
              <p:cNvPicPr>
                <a:picLocks noChangeAspect="1"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6500826" y="6000768"/>
                <a:ext cx="380500" cy="571504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pic>
          <p:nvPicPr>
            <p:cNvPr id="221" name="Picture 215" descr="http://t2.gstatic.com/images?q=tbn:Dw9OdPAbM1-DPM:">
              <a:hlinkClick r:id="rId14"/>
            </p:cNvPr>
            <p:cNvPicPr>
              <a:picLocks noChangeAspect="1" noChangeArrowheads="1"/>
            </p:cNvPicPr>
            <p:nvPr/>
          </p:nvPicPr>
          <p:blipFill>
            <a:blip r:embed="rId15" cstate="print"/>
            <a:srcRect/>
            <a:stretch>
              <a:fillRect/>
            </a:stretch>
          </p:blipFill>
          <p:spPr bwMode="auto">
            <a:xfrm>
              <a:off x="5629680" y="5571155"/>
              <a:ext cx="396950" cy="372661"/>
            </a:xfrm>
            <a:prstGeom prst="rect">
              <a:avLst/>
            </a:prstGeom>
            <a:noFill/>
            <a:ln w="38100"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</p:pic>
        <p:grpSp>
          <p:nvGrpSpPr>
            <p:cNvPr id="217" name="Group 222"/>
            <p:cNvGrpSpPr>
              <a:grpSpLocks noChangeAspect="1"/>
            </p:cNvGrpSpPr>
            <p:nvPr/>
          </p:nvGrpSpPr>
          <p:grpSpPr bwMode="auto">
            <a:xfrm>
              <a:off x="614215" y="1900912"/>
              <a:ext cx="698041" cy="512222"/>
              <a:chOff x="242" y="900"/>
              <a:chExt cx="422" cy="37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23" name="AutoShape 221"/>
              <p:cNvSpPr>
                <a:spLocks noChangeAspect="1" noChangeArrowheads="1" noTextEdit="1"/>
              </p:cNvSpPr>
              <p:nvPr/>
            </p:nvSpPr>
            <p:spPr bwMode="auto">
              <a:xfrm>
                <a:off x="242" y="900"/>
                <a:ext cx="422" cy="3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4" name="Freeform 224"/>
              <p:cNvSpPr>
                <a:spLocks/>
              </p:cNvSpPr>
              <p:nvPr/>
            </p:nvSpPr>
            <p:spPr bwMode="auto">
              <a:xfrm>
                <a:off x="287" y="935"/>
                <a:ext cx="332" cy="332"/>
              </a:xfrm>
              <a:custGeom>
                <a:avLst/>
                <a:gdLst/>
                <a:ahLst/>
                <a:cxnLst>
                  <a:cxn ang="0">
                    <a:pos x="0" y="428"/>
                  </a:cxn>
                  <a:cxn ang="0">
                    <a:pos x="912" y="0"/>
                  </a:cxn>
                  <a:cxn ang="0">
                    <a:pos x="1661" y="478"/>
                  </a:cxn>
                  <a:cxn ang="0">
                    <a:pos x="1652" y="1049"/>
                  </a:cxn>
                  <a:cxn ang="0">
                    <a:pos x="625" y="1658"/>
                  </a:cxn>
                  <a:cxn ang="0">
                    <a:pos x="5" y="1108"/>
                  </a:cxn>
                  <a:cxn ang="0">
                    <a:pos x="0" y="428"/>
                  </a:cxn>
                </a:cxnLst>
                <a:rect l="0" t="0" r="r" b="b"/>
                <a:pathLst>
                  <a:path w="1661" h="1658">
                    <a:moveTo>
                      <a:pt x="0" y="428"/>
                    </a:moveTo>
                    <a:lnTo>
                      <a:pt x="912" y="0"/>
                    </a:lnTo>
                    <a:lnTo>
                      <a:pt x="1661" y="478"/>
                    </a:lnTo>
                    <a:lnTo>
                      <a:pt x="1652" y="1049"/>
                    </a:lnTo>
                    <a:lnTo>
                      <a:pt x="625" y="1658"/>
                    </a:lnTo>
                    <a:lnTo>
                      <a:pt x="5" y="1108"/>
                    </a:lnTo>
                    <a:lnTo>
                      <a:pt x="0" y="42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5" name="Freeform 225"/>
              <p:cNvSpPr>
                <a:spLocks/>
              </p:cNvSpPr>
              <p:nvPr/>
            </p:nvSpPr>
            <p:spPr bwMode="auto">
              <a:xfrm>
                <a:off x="364" y="941"/>
                <a:ext cx="186" cy="234"/>
              </a:xfrm>
              <a:custGeom>
                <a:avLst/>
                <a:gdLst/>
                <a:ahLst/>
                <a:cxnLst>
                  <a:cxn ang="0">
                    <a:pos x="352" y="302"/>
                  </a:cxn>
                  <a:cxn ang="0">
                    <a:pos x="400" y="279"/>
                  </a:cxn>
                  <a:cxn ang="0">
                    <a:pos x="480" y="239"/>
                  </a:cxn>
                  <a:cxn ang="0">
                    <a:pos x="580" y="190"/>
                  </a:cxn>
                  <a:cxn ang="0">
                    <a:pos x="684" y="138"/>
                  </a:cxn>
                  <a:cxn ang="0">
                    <a:pos x="784" y="89"/>
                  </a:cxn>
                  <a:cxn ang="0">
                    <a:pos x="864" y="49"/>
                  </a:cxn>
                  <a:cxn ang="0">
                    <a:pos x="913" y="26"/>
                  </a:cxn>
                  <a:cxn ang="0">
                    <a:pos x="925" y="18"/>
                  </a:cxn>
                  <a:cxn ang="0">
                    <a:pos x="926" y="10"/>
                  </a:cxn>
                  <a:cxn ang="0">
                    <a:pos x="919" y="2"/>
                  </a:cxn>
                  <a:cxn ang="0">
                    <a:pos x="906" y="0"/>
                  </a:cxn>
                  <a:cxn ang="0">
                    <a:pos x="889" y="8"/>
                  </a:cxn>
                  <a:cxn ang="0">
                    <a:pos x="841" y="31"/>
                  </a:cxn>
                  <a:cxn ang="0">
                    <a:pos x="765" y="71"/>
                  </a:cxn>
                  <a:cxn ang="0">
                    <a:pos x="672" y="119"/>
                  </a:cxn>
                  <a:cxn ang="0">
                    <a:pos x="572" y="170"/>
                  </a:cxn>
                  <a:cxn ang="0">
                    <a:pos x="478" y="217"/>
                  </a:cxn>
                  <a:cxn ang="0">
                    <a:pos x="401" y="255"/>
                  </a:cxn>
                  <a:cxn ang="0">
                    <a:pos x="353" y="279"/>
                  </a:cxn>
                  <a:cxn ang="0">
                    <a:pos x="336" y="272"/>
                  </a:cxn>
                  <a:cxn ang="0">
                    <a:pos x="327" y="245"/>
                  </a:cxn>
                  <a:cxn ang="0">
                    <a:pos x="305" y="239"/>
                  </a:cxn>
                  <a:cxn ang="0">
                    <a:pos x="279" y="251"/>
                  </a:cxn>
                  <a:cxn ang="0">
                    <a:pos x="239" y="270"/>
                  </a:cxn>
                  <a:cxn ang="0">
                    <a:pos x="192" y="294"/>
                  </a:cxn>
                  <a:cxn ang="0">
                    <a:pos x="143" y="318"/>
                  </a:cxn>
                  <a:cxn ang="0">
                    <a:pos x="96" y="343"/>
                  </a:cxn>
                  <a:cxn ang="0">
                    <a:pos x="56" y="362"/>
                  </a:cxn>
                  <a:cxn ang="0">
                    <a:pos x="30" y="376"/>
                  </a:cxn>
                  <a:cxn ang="0">
                    <a:pos x="12" y="395"/>
                  </a:cxn>
                  <a:cxn ang="0">
                    <a:pos x="0" y="438"/>
                  </a:cxn>
                  <a:cxn ang="0">
                    <a:pos x="2" y="503"/>
                  </a:cxn>
                  <a:cxn ang="0">
                    <a:pos x="9" y="682"/>
                  </a:cxn>
                  <a:cxn ang="0">
                    <a:pos x="20" y="912"/>
                  </a:cxn>
                  <a:cxn ang="0">
                    <a:pos x="30" y="1084"/>
                  </a:cxn>
                  <a:cxn ang="0">
                    <a:pos x="35" y="1121"/>
                  </a:cxn>
                  <a:cxn ang="0">
                    <a:pos x="46" y="1138"/>
                  </a:cxn>
                  <a:cxn ang="0">
                    <a:pos x="59" y="1157"/>
                  </a:cxn>
                  <a:cxn ang="0">
                    <a:pos x="67" y="1167"/>
                  </a:cxn>
                  <a:cxn ang="0">
                    <a:pos x="65" y="1163"/>
                  </a:cxn>
                  <a:cxn ang="0">
                    <a:pos x="52" y="1131"/>
                  </a:cxn>
                  <a:cxn ang="0">
                    <a:pos x="46" y="1088"/>
                  </a:cxn>
                  <a:cxn ang="0">
                    <a:pos x="37" y="931"/>
                  </a:cxn>
                  <a:cxn ang="0">
                    <a:pos x="27" y="714"/>
                  </a:cxn>
                  <a:cxn ang="0">
                    <a:pos x="17" y="531"/>
                  </a:cxn>
                  <a:cxn ang="0">
                    <a:pos x="15" y="477"/>
                  </a:cxn>
                  <a:cxn ang="0">
                    <a:pos x="14" y="460"/>
                  </a:cxn>
                  <a:cxn ang="0">
                    <a:pos x="17" y="436"/>
                  </a:cxn>
                  <a:cxn ang="0">
                    <a:pos x="28" y="408"/>
                  </a:cxn>
                  <a:cxn ang="0">
                    <a:pos x="48" y="392"/>
                  </a:cxn>
                  <a:cxn ang="0">
                    <a:pos x="76" y="377"/>
                  </a:cxn>
                  <a:cxn ang="0">
                    <a:pos x="113" y="358"/>
                  </a:cxn>
                  <a:cxn ang="0">
                    <a:pos x="156" y="336"/>
                  </a:cxn>
                  <a:cxn ang="0">
                    <a:pos x="200" y="313"/>
                  </a:cxn>
                  <a:cxn ang="0">
                    <a:pos x="240" y="293"/>
                  </a:cxn>
                  <a:cxn ang="0">
                    <a:pos x="273" y="275"/>
                  </a:cxn>
                  <a:cxn ang="0">
                    <a:pos x="296" y="263"/>
                  </a:cxn>
                  <a:cxn ang="0">
                    <a:pos x="308" y="257"/>
                  </a:cxn>
                  <a:cxn ang="0">
                    <a:pos x="320" y="267"/>
                  </a:cxn>
                  <a:cxn ang="0">
                    <a:pos x="329" y="284"/>
                  </a:cxn>
                  <a:cxn ang="0">
                    <a:pos x="338" y="301"/>
                  </a:cxn>
                </a:cxnLst>
                <a:rect l="0" t="0" r="r" b="b"/>
                <a:pathLst>
                  <a:path w="927" h="1169">
                    <a:moveTo>
                      <a:pt x="345" y="307"/>
                    </a:moveTo>
                    <a:lnTo>
                      <a:pt x="352" y="302"/>
                    </a:lnTo>
                    <a:lnTo>
                      <a:pt x="371" y="294"/>
                    </a:lnTo>
                    <a:lnTo>
                      <a:pt x="400" y="279"/>
                    </a:lnTo>
                    <a:lnTo>
                      <a:pt x="437" y="261"/>
                    </a:lnTo>
                    <a:lnTo>
                      <a:pt x="480" y="239"/>
                    </a:lnTo>
                    <a:lnTo>
                      <a:pt x="528" y="216"/>
                    </a:lnTo>
                    <a:lnTo>
                      <a:pt x="580" y="190"/>
                    </a:lnTo>
                    <a:lnTo>
                      <a:pt x="632" y="165"/>
                    </a:lnTo>
                    <a:lnTo>
                      <a:pt x="684" y="138"/>
                    </a:lnTo>
                    <a:lnTo>
                      <a:pt x="736" y="113"/>
                    </a:lnTo>
                    <a:lnTo>
                      <a:pt x="784" y="89"/>
                    </a:lnTo>
                    <a:lnTo>
                      <a:pt x="827" y="67"/>
                    </a:lnTo>
                    <a:lnTo>
                      <a:pt x="864" y="49"/>
                    </a:lnTo>
                    <a:lnTo>
                      <a:pt x="894" y="35"/>
                    </a:lnTo>
                    <a:lnTo>
                      <a:pt x="913" y="26"/>
                    </a:lnTo>
                    <a:lnTo>
                      <a:pt x="921" y="22"/>
                    </a:lnTo>
                    <a:lnTo>
                      <a:pt x="925" y="18"/>
                    </a:lnTo>
                    <a:lnTo>
                      <a:pt x="927" y="14"/>
                    </a:lnTo>
                    <a:lnTo>
                      <a:pt x="926" y="10"/>
                    </a:lnTo>
                    <a:lnTo>
                      <a:pt x="924" y="5"/>
                    </a:lnTo>
                    <a:lnTo>
                      <a:pt x="919" y="2"/>
                    </a:lnTo>
                    <a:lnTo>
                      <a:pt x="914" y="0"/>
                    </a:lnTo>
                    <a:lnTo>
                      <a:pt x="906" y="0"/>
                    </a:lnTo>
                    <a:lnTo>
                      <a:pt x="899" y="2"/>
                    </a:lnTo>
                    <a:lnTo>
                      <a:pt x="889" y="8"/>
                    </a:lnTo>
                    <a:lnTo>
                      <a:pt x="870" y="17"/>
                    </a:lnTo>
                    <a:lnTo>
                      <a:pt x="841" y="31"/>
                    </a:lnTo>
                    <a:lnTo>
                      <a:pt x="806" y="49"/>
                    </a:lnTo>
                    <a:lnTo>
                      <a:pt x="765" y="71"/>
                    </a:lnTo>
                    <a:lnTo>
                      <a:pt x="720" y="94"/>
                    </a:lnTo>
                    <a:lnTo>
                      <a:pt x="672" y="119"/>
                    </a:lnTo>
                    <a:lnTo>
                      <a:pt x="621" y="144"/>
                    </a:lnTo>
                    <a:lnTo>
                      <a:pt x="572" y="170"/>
                    </a:lnTo>
                    <a:lnTo>
                      <a:pt x="524" y="194"/>
                    </a:lnTo>
                    <a:lnTo>
                      <a:pt x="478" y="217"/>
                    </a:lnTo>
                    <a:lnTo>
                      <a:pt x="438" y="238"/>
                    </a:lnTo>
                    <a:lnTo>
                      <a:pt x="401" y="255"/>
                    </a:lnTo>
                    <a:lnTo>
                      <a:pt x="374" y="269"/>
                    </a:lnTo>
                    <a:lnTo>
                      <a:pt x="353" y="279"/>
                    </a:lnTo>
                    <a:lnTo>
                      <a:pt x="344" y="283"/>
                    </a:lnTo>
                    <a:lnTo>
                      <a:pt x="336" y="272"/>
                    </a:lnTo>
                    <a:lnTo>
                      <a:pt x="332" y="259"/>
                    </a:lnTo>
                    <a:lnTo>
                      <a:pt x="327" y="245"/>
                    </a:lnTo>
                    <a:lnTo>
                      <a:pt x="313" y="236"/>
                    </a:lnTo>
                    <a:lnTo>
                      <a:pt x="305" y="239"/>
                    </a:lnTo>
                    <a:lnTo>
                      <a:pt x="295" y="245"/>
                    </a:lnTo>
                    <a:lnTo>
                      <a:pt x="279" y="251"/>
                    </a:lnTo>
                    <a:lnTo>
                      <a:pt x="260" y="261"/>
                    </a:lnTo>
                    <a:lnTo>
                      <a:pt x="239" y="270"/>
                    </a:lnTo>
                    <a:lnTo>
                      <a:pt x="217" y="282"/>
                    </a:lnTo>
                    <a:lnTo>
                      <a:pt x="192" y="294"/>
                    </a:lnTo>
                    <a:lnTo>
                      <a:pt x="168" y="307"/>
                    </a:lnTo>
                    <a:lnTo>
                      <a:pt x="143" y="318"/>
                    </a:lnTo>
                    <a:lnTo>
                      <a:pt x="118" y="331"/>
                    </a:lnTo>
                    <a:lnTo>
                      <a:pt x="96" y="343"/>
                    </a:lnTo>
                    <a:lnTo>
                      <a:pt x="75" y="354"/>
                    </a:lnTo>
                    <a:lnTo>
                      <a:pt x="56" y="362"/>
                    </a:lnTo>
                    <a:lnTo>
                      <a:pt x="42" y="371"/>
                    </a:lnTo>
                    <a:lnTo>
                      <a:pt x="30" y="376"/>
                    </a:lnTo>
                    <a:lnTo>
                      <a:pt x="23" y="380"/>
                    </a:lnTo>
                    <a:lnTo>
                      <a:pt x="12" y="395"/>
                    </a:lnTo>
                    <a:lnTo>
                      <a:pt x="4" y="414"/>
                    </a:lnTo>
                    <a:lnTo>
                      <a:pt x="0" y="438"/>
                    </a:lnTo>
                    <a:lnTo>
                      <a:pt x="0" y="465"/>
                    </a:lnTo>
                    <a:lnTo>
                      <a:pt x="2" y="503"/>
                    </a:lnTo>
                    <a:lnTo>
                      <a:pt x="5" y="580"/>
                    </a:lnTo>
                    <a:lnTo>
                      <a:pt x="9" y="682"/>
                    </a:lnTo>
                    <a:lnTo>
                      <a:pt x="15" y="798"/>
                    </a:lnTo>
                    <a:lnTo>
                      <a:pt x="20" y="912"/>
                    </a:lnTo>
                    <a:lnTo>
                      <a:pt x="25" y="1012"/>
                    </a:lnTo>
                    <a:lnTo>
                      <a:pt x="30" y="1084"/>
                    </a:lnTo>
                    <a:lnTo>
                      <a:pt x="32" y="1115"/>
                    </a:lnTo>
                    <a:lnTo>
                      <a:pt x="35" y="1121"/>
                    </a:lnTo>
                    <a:lnTo>
                      <a:pt x="39" y="1130"/>
                    </a:lnTo>
                    <a:lnTo>
                      <a:pt x="46" y="1138"/>
                    </a:lnTo>
                    <a:lnTo>
                      <a:pt x="52" y="1148"/>
                    </a:lnTo>
                    <a:lnTo>
                      <a:pt x="59" y="1157"/>
                    </a:lnTo>
                    <a:lnTo>
                      <a:pt x="63" y="1163"/>
                    </a:lnTo>
                    <a:lnTo>
                      <a:pt x="67" y="1167"/>
                    </a:lnTo>
                    <a:lnTo>
                      <a:pt x="68" y="1169"/>
                    </a:lnTo>
                    <a:lnTo>
                      <a:pt x="65" y="1163"/>
                    </a:lnTo>
                    <a:lnTo>
                      <a:pt x="60" y="1148"/>
                    </a:lnTo>
                    <a:lnTo>
                      <a:pt x="52" y="1131"/>
                    </a:lnTo>
                    <a:lnTo>
                      <a:pt x="48" y="1116"/>
                    </a:lnTo>
                    <a:lnTo>
                      <a:pt x="46" y="1088"/>
                    </a:lnTo>
                    <a:lnTo>
                      <a:pt x="42" y="1023"/>
                    </a:lnTo>
                    <a:lnTo>
                      <a:pt x="37" y="931"/>
                    </a:lnTo>
                    <a:lnTo>
                      <a:pt x="32" y="824"/>
                    </a:lnTo>
                    <a:lnTo>
                      <a:pt x="27" y="714"/>
                    </a:lnTo>
                    <a:lnTo>
                      <a:pt x="21" y="612"/>
                    </a:lnTo>
                    <a:lnTo>
                      <a:pt x="17" y="531"/>
                    </a:lnTo>
                    <a:lnTo>
                      <a:pt x="15" y="480"/>
                    </a:lnTo>
                    <a:lnTo>
                      <a:pt x="15" y="477"/>
                    </a:lnTo>
                    <a:lnTo>
                      <a:pt x="14" y="471"/>
                    </a:lnTo>
                    <a:lnTo>
                      <a:pt x="14" y="460"/>
                    </a:lnTo>
                    <a:lnTo>
                      <a:pt x="15" y="449"/>
                    </a:lnTo>
                    <a:lnTo>
                      <a:pt x="17" y="436"/>
                    </a:lnTo>
                    <a:lnTo>
                      <a:pt x="21" y="422"/>
                    </a:lnTo>
                    <a:lnTo>
                      <a:pt x="28" y="408"/>
                    </a:lnTo>
                    <a:lnTo>
                      <a:pt x="38" y="396"/>
                    </a:lnTo>
                    <a:lnTo>
                      <a:pt x="48" y="392"/>
                    </a:lnTo>
                    <a:lnTo>
                      <a:pt x="61" y="385"/>
                    </a:lnTo>
                    <a:lnTo>
                      <a:pt x="76" y="377"/>
                    </a:lnTo>
                    <a:lnTo>
                      <a:pt x="94" y="369"/>
                    </a:lnTo>
                    <a:lnTo>
                      <a:pt x="113" y="358"/>
                    </a:lnTo>
                    <a:lnTo>
                      <a:pt x="134" y="347"/>
                    </a:lnTo>
                    <a:lnTo>
                      <a:pt x="156" y="336"/>
                    </a:lnTo>
                    <a:lnTo>
                      <a:pt x="177" y="325"/>
                    </a:lnTo>
                    <a:lnTo>
                      <a:pt x="200" y="313"/>
                    </a:lnTo>
                    <a:lnTo>
                      <a:pt x="220" y="302"/>
                    </a:lnTo>
                    <a:lnTo>
                      <a:pt x="240" y="293"/>
                    </a:lnTo>
                    <a:lnTo>
                      <a:pt x="257" y="283"/>
                    </a:lnTo>
                    <a:lnTo>
                      <a:pt x="273" y="275"/>
                    </a:lnTo>
                    <a:lnTo>
                      <a:pt x="286" y="268"/>
                    </a:lnTo>
                    <a:lnTo>
                      <a:pt x="296" y="263"/>
                    </a:lnTo>
                    <a:lnTo>
                      <a:pt x="302" y="260"/>
                    </a:lnTo>
                    <a:lnTo>
                      <a:pt x="308" y="257"/>
                    </a:lnTo>
                    <a:lnTo>
                      <a:pt x="315" y="261"/>
                    </a:lnTo>
                    <a:lnTo>
                      <a:pt x="320" y="267"/>
                    </a:lnTo>
                    <a:lnTo>
                      <a:pt x="324" y="275"/>
                    </a:lnTo>
                    <a:lnTo>
                      <a:pt x="329" y="284"/>
                    </a:lnTo>
                    <a:lnTo>
                      <a:pt x="333" y="294"/>
                    </a:lnTo>
                    <a:lnTo>
                      <a:pt x="338" y="301"/>
                    </a:lnTo>
                    <a:lnTo>
                      <a:pt x="345" y="30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6" name="Freeform 226"/>
              <p:cNvSpPr>
                <a:spLocks/>
              </p:cNvSpPr>
              <p:nvPr/>
            </p:nvSpPr>
            <p:spPr bwMode="auto">
              <a:xfrm>
                <a:off x="378" y="1167"/>
                <a:ext cx="10" cy="8"/>
              </a:xfrm>
              <a:custGeom>
                <a:avLst/>
                <a:gdLst/>
                <a:ahLst/>
                <a:cxnLst>
                  <a:cxn ang="0">
                    <a:pos x="1" y="31"/>
                  </a:cxn>
                  <a:cxn ang="0">
                    <a:pos x="47" y="0"/>
                  </a:cxn>
                  <a:cxn ang="0">
                    <a:pos x="50" y="18"/>
                  </a:cxn>
                  <a:cxn ang="0">
                    <a:pos x="49" y="19"/>
                  </a:cxn>
                  <a:cxn ang="0">
                    <a:pos x="46" y="21"/>
                  </a:cxn>
                  <a:cxn ang="0">
                    <a:pos x="41" y="23"/>
                  </a:cxn>
                  <a:cxn ang="0">
                    <a:pos x="35" y="27"/>
                  </a:cxn>
                  <a:cxn ang="0">
                    <a:pos x="28" y="32"/>
                  </a:cxn>
                  <a:cxn ang="0">
                    <a:pos x="22" y="35"/>
                  </a:cxn>
                  <a:cxn ang="0">
                    <a:pos x="15" y="39"/>
                  </a:cxn>
                  <a:cxn ang="0">
                    <a:pos x="10" y="42"/>
                  </a:cxn>
                  <a:cxn ang="0">
                    <a:pos x="2" y="42"/>
                  </a:cxn>
                  <a:cxn ang="0">
                    <a:pos x="0" y="38"/>
                  </a:cxn>
                  <a:cxn ang="0">
                    <a:pos x="0" y="33"/>
                  </a:cxn>
                  <a:cxn ang="0">
                    <a:pos x="1" y="31"/>
                  </a:cxn>
                </a:cxnLst>
                <a:rect l="0" t="0" r="r" b="b"/>
                <a:pathLst>
                  <a:path w="50" h="42">
                    <a:moveTo>
                      <a:pt x="1" y="31"/>
                    </a:moveTo>
                    <a:lnTo>
                      <a:pt x="47" y="0"/>
                    </a:lnTo>
                    <a:lnTo>
                      <a:pt x="50" y="18"/>
                    </a:lnTo>
                    <a:lnTo>
                      <a:pt x="49" y="19"/>
                    </a:lnTo>
                    <a:lnTo>
                      <a:pt x="46" y="21"/>
                    </a:lnTo>
                    <a:lnTo>
                      <a:pt x="41" y="23"/>
                    </a:lnTo>
                    <a:lnTo>
                      <a:pt x="35" y="27"/>
                    </a:lnTo>
                    <a:lnTo>
                      <a:pt x="28" y="32"/>
                    </a:lnTo>
                    <a:lnTo>
                      <a:pt x="22" y="35"/>
                    </a:lnTo>
                    <a:lnTo>
                      <a:pt x="15" y="39"/>
                    </a:lnTo>
                    <a:lnTo>
                      <a:pt x="10" y="42"/>
                    </a:lnTo>
                    <a:lnTo>
                      <a:pt x="2" y="42"/>
                    </a:lnTo>
                    <a:lnTo>
                      <a:pt x="0" y="38"/>
                    </a:lnTo>
                    <a:lnTo>
                      <a:pt x="0" y="33"/>
                    </a:lnTo>
                    <a:lnTo>
                      <a:pt x="1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7" name="Freeform 227"/>
              <p:cNvSpPr>
                <a:spLocks/>
              </p:cNvSpPr>
              <p:nvPr/>
            </p:nvSpPr>
            <p:spPr bwMode="auto">
              <a:xfrm>
                <a:off x="394" y="1181"/>
                <a:ext cx="11" cy="8"/>
              </a:xfrm>
              <a:custGeom>
                <a:avLst/>
                <a:gdLst/>
                <a:ahLst/>
                <a:cxnLst>
                  <a:cxn ang="0">
                    <a:pos x="1" y="31"/>
                  </a:cxn>
                  <a:cxn ang="0">
                    <a:pos x="47" y="0"/>
                  </a:cxn>
                  <a:cxn ang="0">
                    <a:pos x="51" y="18"/>
                  </a:cxn>
                  <a:cxn ang="0">
                    <a:pos x="50" y="19"/>
                  </a:cxn>
                  <a:cxn ang="0">
                    <a:pos x="46" y="20"/>
                  </a:cxn>
                  <a:cxn ang="0">
                    <a:pos x="41" y="24"/>
                  </a:cxn>
                  <a:cxn ang="0">
                    <a:pos x="36" y="27"/>
                  </a:cxn>
                  <a:cxn ang="0">
                    <a:pos x="28" y="31"/>
                  </a:cxn>
                  <a:cxn ang="0">
                    <a:pos x="22" y="35"/>
                  </a:cxn>
                  <a:cxn ang="0">
                    <a:pos x="15" y="40"/>
                  </a:cxn>
                  <a:cxn ang="0">
                    <a:pos x="10" y="43"/>
                  </a:cxn>
                  <a:cxn ang="0">
                    <a:pos x="3" y="43"/>
                  </a:cxn>
                  <a:cxn ang="0">
                    <a:pos x="0" y="38"/>
                  </a:cxn>
                  <a:cxn ang="0">
                    <a:pos x="0" y="33"/>
                  </a:cxn>
                  <a:cxn ang="0">
                    <a:pos x="1" y="31"/>
                  </a:cxn>
                </a:cxnLst>
                <a:rect l="0" t="0" r="r" b="b"/>
                <a:pathLst>
                  <a:path w="51" h="43">
                    <a:moveTo>
                      <a:pt x="1" y="31"/>
                    </a:moveTo>
                    <a:lnTo>
                      <a:pt x="47" y="0"/>
                    </a:lnTo>
                    <a:lnTo>
                      <a:pt x="51" y="18"/>
                    </a:lnTo>
                    <a:lnTo>
                      <a:pt x="50" y="19"/>
                    </a:lnTo>
                    <a:lnTo>
                      <a:pt x="46" y="20"/>
                    </a:lnTo>
                    <a:lnTo>
                      <a:pt x="41" y="24"/>
                    </a:lnTo>
                    <a:lnTo>
                      <a:pt x="36" y="27"/>
                    </a:lnTo>
                    <a:lnTo>
                      <a:pt x="28" y="31"/>
                    </a:lnTo>
                    <a:lnTo>
                      <a:pt x="22" y="35"/>
                    </a:lnTo>
                    <a:lnTo>
                      <a:pt x="15" y="40"/>
                    </a:lnTo>
                    <a:lnTo>
                      <a:pt x="10" y="43"/>
                    </a:lnTo>
                    <a:lnTo>
                      <a:pt x="3" y="43"/>
                    </a:lnTo>
                    <a:lnTo>
                      <a:pt x="0" y="38"/>
                    </a:lnTo>
                    <a:lnTo>
                      <a:pt x="0" y="33"/>
                    </a:lnTo>
                    <a:lnTo>
                      <a:pt x="1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8" name="Freeform 228"/>
              <p:cNvSpPr>
                <a:spLocks/>
              </p:cNvSpPr>
              <p:nvPr/>
            </p:nvSpPr>
            <p:spPr bwMode="auto">
              <a:xfrm>
                <a:off x="410" y="1193"/>
                <a:ext cx="10" cy="9"/>
              </a:xfrm>
              <a:custGeom>
                <a:avLst/>
                <a:gdLst/>
                <a:ahLst/>
                <a:cxnLst>
                  <a:cxn ang="0">
                    <a:pos x="1" y="32"/>
                  </a:cxn>
                  <a:cxn ang="0">
                    <a:pos x="47" y="0"/>
                  </a:cxn>
                  <a:cxn ang="0">
                    <a:pos x="51" y="18"/>
                  </a:cxn>
                  <a:cxn ang="0">
                    <a:pos x="49" y="19"/>
                  </a:cxn>
                  <a:cxn ang="0">
                    <a:pos x="46" y="21"/>
                  </a:cxn>
                  <a:cxn ang="0">
                    <a:pos x="41" y="24"/>
                  </a:cxn>
                  <a:cxn ang="0">
                    <a:pos x="36" y="28"/>
                  </a:cxn>
                  <a:cxn ang="0">
                    <a:pos x="29" y="32"/>
                  </a:cxn>
                  <a:cxn ang="0">
                    <a:pos x="23" y="35"/>
                  </a:cxn>
                  <a:cxn ang="0">
                    <a:pos x="16" y="40"/>
                  </a:cxn>
                  <a:cxn ang="0">
                    <a:pos x="11" y="43"/>
                  </a:cxn>
                  <a:cxn ang="0">
                    <a:pos x="4" y="43"/>
                  </a:cxn>
                  <a:cxn ang="0">
                    <a:pos x="0" y="39"/>
                  </a:cxn>
                  <a:cxn ang="0">
                    <a:pos x="0" y="34"/>
                  </a:cxn>
                  <a:cxn ang="0">
                    <a:pos x="1" y="32"/>
                  </a:cxn>
                </a:cxnLst>
                <a:rect l="0" t="0" r="r" b="b"/>
                <a:pathLst>
                  <a:path w="51" h="43">
                    <a:moveTo>
                      <a:pt x="1" y="32"/>
                    </a:moveTo>
                    <a:lnTo>
                      <a:pt x="47" y="0"/>
                    </a:lnTo>
                    <a:lnTo>
                      <a:pt x="51" y="18"/>
                    </a:lnTo>
                    <a:lnTo>
                      <a:pt x="49" y="19"/>
                    </a:lnTo>
                    <a:lnTo>
                      <a:pt x="46" y="21"/>
                    </a:lnTo>
                    <a:lnTo>
                      <a:pt x="41" y="24"/>
                    </a:lnTo>
                    <a:lnTo>
                      <a:pt x="36" y="28"/>
                    </a:lnTo>
                    <a:lnTo>
                      <a:pt x="29" y="32"/>
                    </a:lnTo>
                    <a:lnTo>
                      <a:pt x="23" y="35"/>
                    </a:lnTo>
                    <a:lnTo>
                      <a:pt x="16" y="40"/>
                    </a:lnTo>
                    <a:lnTo>
                      <a:pt x="11" y="43"/>
                    </a:lnTo>
                    <a:lnTo>
                      <a:pt x="4" y="43"/>
                    </a:lnTo>
                    <a:lnTo>
                      <a:pt x="0" y="39"/>
                    </a:lnTo>
                    <a:lnTo>
                      <a:pt x="0" y="34"/>
                    </a:lnTo>
                    <a:lnTo>
                      <a:pt x="1" y="3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9" name="Freeform 229"/>
              <p:cNvSpPr>
                <a:spLocks/>
              </p:cNvSpPr>
              <p:nvPr/>
            </p:nvSpPr>
            <p:spPr bwMode="auto">
              <a:xfrm>
                <a:off x="366" y="945"/>
                <a:ext cx="237" cy="268"/>
              </a:xfrm>
              <a:custGeom>
                <a:avLst/>
                <a:gdLst/>
                <a:ahLst/>
                <a:cxnLst>
                  <a:cxn ang="0">
                    <a:pos x="275" y="1285"/>
                  </a:cxn>
                  <a:cxn ang="0">
                    <a:pos x="278" y="1258"/>
                  </a:cxn>
                  <a:cxn ang="0">
                    <a:pos x="216" y="1285"/>
                  </a:cxn>
                  <a:cxn ang="0">
                    <a:pos x="187" y="1232"/>
                  </a:cxn>
                  <a:cxn ang="0">
                    <a:pos x="182" y="1196"/>
                  </a:cxn>
                  <a:cxn ang="0">
                    <a:pos x="136" y="1222"/>
                  </a:cxn>
                  <a:cxn ang="0">
                    <a:pos x="99" y="1167"/>
                  </a:cxn>
                  <a:cxn ang="0">
                    <a:pos x="103" y="1125"/>
                  </a:cxn>
                  <a:cxn ang="0">
                    <a:pos x="60" y="1153"/>
                  </a:cxn>
                  <a:cxn ang="0">
                    <a:pos x="30" y="1102"/>
                  </a:cxn>
                  <a:cxn ang="0">
                    <a:pos x="0" y="444"/>
                  </a:cxn>
                  <a:cxn ang="0">
                    <a:pos x="12" y="392"/>
                  </a:cxn>
                  <a:cxn ang="0">
                    <a:pos x="304" y="237"/>
                  </a:cxn>
                  <a:cxn ang="0">
                    <a:pos x="337" y="279"/>
                  </a:cxn>
                  <a:cxn ang="0">
                    <a:pos x="909" y="0"/>
                  </a:cxn>
                  <a:cxn ang="0">
                    <a:pos x="910" y="44"/>
                  </a:cxn>
                  <a:cxn ang="0">
                    <a:pos x="939" y="40"/>
                  </a:cxn>
                  <a:cxn ang="0">
                    <a:pos x="951" y="79"/>
                  </a:cxn>
                  <a:cxn ang="0">
                    <a:pos x="983" y="75"/>
                  </a:cxn>
                  <a:cxn ang="0">
                    <a:pos x="996" y="111"/>
                  </a:cxn>
                  <a:cxn ang="0">
                    <a:pos x="1023" y="106"/>
                  </a:cxn>
                  <a:cxn ang="0">
                    <a:pos x="1033" y="140"/>
                  </a:cxn>
                  <a:cxn ang="0">
                    <a:pos x="1061" y="139"/>
                  </a:cxn>
                  <a:cxn ang="0">
                    <a:pos x="1070" y="174"/>
                  </a:cxn>
                  <a:cxn ang="0">
                    <a:pos x="1101" y="168"/>
                  </a:cxn>
                  <a:cxn ang="0">
                    <a:pos x="1110" y="199"/>
                  </a:cxn>
                  <a:cxn ang="0">
                    <a:pos x="1144" y="182"/>
                  </a:cxn>
                  <a:cxn ang="0">
                    <a:pos x="1158" y="239"/>
                  </a:cxn>
                  <a:cxn ang="0">
                    <a:pos x="1186" y="249"/>
                  </a:cxn>
                  <a:cxn ang="0">
                    <a:pos x="1186" y="818"/>
                  </a:cxn>
                  <a:cxn ang="0">
                    <a:pos x="338" y="1331"/>
                  </a:cxn>
                  <a:cxn ang="0">
                    <a:pos x="308" y="1344"/>
                  </a:cxn>
                  <a:cxn ang="0">
                    <a:pos x="275" y="1285"/>
                  </a:cxn>
                </a:cxnLst>
                <a:rect l="0" t="0" r="r" b="b"/>
                <a:pathLst>
                  <a:path w="1186" h="1344">
                    <a:moveTo>
                      <a:pt x="275" y="1285"/>
                    </a:moveTo>
                    <a:lnTo>
                      <a:pt x="278" y="1258"/>
                    </a:lnTo>
                    <a:lnTo>
                      <a:pt x="216" y="1285"/>
                    </a:lnTo>
                    <a:lnTo>
                      <a:pt x="187" y="1232"/>
                    </a:lnTo>
                    <a:lnTo>
                      <a:pt x="182" y="1196"/>
                    </a:lnTo>
                    <a:lnTo>
                      <a:pt x="136" y="1222"/>
                    </a:lnTo>
                    <a:lnTo>
                      <a:pt x="99" y="1167"/>
                    </a:lnTo>
                    <a:lnTo>
                      <a:pt x="103" y="1125"/>
                    </a:lnTo>
                    <a:lnTo>
                      <a:pt x="60" y="1153"/>
                    </a:lnTo>
                    <a:lnTo>
                      <a:pt x="30" y="1102"/>
                    </a:lnTo>
                    <a:lnTo>
                      <a:pt x="0" y="444"/>
                    </a:lnTo>
                    <a:lnTo>
                      <a:pt x="12" y="392"/>
                    </a:lnTo>
                    <a:lnTo>
                      <a:pt x="304" y="237"/>
                    </a:lnTo>
                    <a:lnTo>
                      <a:pt x="337" y="279"/>
                    </a:lnTo>
                    <a:lnTo>
                      <a:pt x="909" y="0"/>
                    </a:lnTo>
                    <a:lnTo>
                      <a:pt x="910" y="44"/>
                    </a:lnTo>
                    <a:lnTo>
                      <a:pt x="939" y="40"/>
                    </a:lnTo>
                    <a:lnTo>
                      <a:pt x="951" y="79"/>
                    </a:lnTo>
                    <a:lnTo>
                      <a:pt x="983" y="75"/>
                    </a:lnTo>
                    <a:lnTo>
                      <a:pt x="996" y="111"/>
                    </a:lnTo>
                    <a:lnTo>
                      <a:pt x="1023" y="106"/>
                    </a:lnTo>
                    <a:lnTo>
                      <a:pt x="1033" y="140"/>
                    </a:lnTo>
                    <a:lnTo>
                      <a:pt x="1061" y="139"/>
                    </a:lnTo>
                    <a:lnTo>
                      <a:pt x="1070" y="174"/>
                    </a:lnTo>
                    <a:lnTo>
                      <a:pt x="1101" y="168"/>
                    </a:lnTo>
                    <a:lnTo>
                      <a:pt x="1110" y="199"/>
                    </a:lnTo>
                    <a:lnTo>
                      <a:pt x="1144" y="182"/>
                    </a:lnTo>
                    <a:lnTo>
                      <a:pt x="1158" y="239"/>
                    </a:lnTo>
                    <a:lnTo>
                      <a:pt x="1186" y="249"/>
                    </a:lnTo>
                    <a:lnTo>
                      <a:pt x="1186" y="818"/>
                    </a:lnTo>
                    <a:lnTo>
                      <a:pt x="338" y="1331"/>
                    </a:lnTo>
                    <a:lnTo>
                      <a:pt x="308" y="1344"/>
                    </a:lnTo>
                    <a:lnTo>
                      <a:pt x="275" y="128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0" name="Freeform 230"/>
              <p:cNvSpPr>
                <a:spLocks/>
              </p:cNvSpPr>
              <p:nvPr/>
            </p:nvSpPr>
            <p:spPr bwMode="auto">
              <a:xfrm>
                <a:off x="413" y="978"/>
                <a:ext cx="185" cy="234"/>
              </a:xfrm>
              <a:custGeom>
                <a:avLst/>
                <a:gdLst/>
                <a:ahLst/>
                <a:cxnLst>
                  <a:cxn ang="0">
                    <a:pos x="352" y="302"/>
                  </a:cxn>
                  <a:cxn ang="0">
                    <a:pos x="400" y="278"/>
                  </a:cxn>
                  <a:cxn ang="0">
                    <a:pos x="480" y="240"/>
                  </a:cxn>
                  <a:cxn ang="0">
                    <a:pos x="579" y="191"/>
                  </a:cxn>
                  <a:cxn ang="0">
                    <a:pos x="685" y="139"/>
                  </a:cxn>
                  <a:cxn ang="0">
                    <a:pos x="784" y="89"/>
                  </a:cxn>
                  <a:cxn ang="0">
                    <a:pos x="864" y="50"/>
                  </a:cxn>
                  <a:cxn ang="0">
                    <a:pos x="912" y="25"/>
                  </a:cxn>
                  <a:cxn ang="0">
                    <a:pos x="925" y="18"/>
                  </a:cxn>
                  <a:cxn ang="0">
                    <a:pos x="926" y="9"/>
                  </a:cxn>
                  <a:cxn ang="0">
                    <a:pos x="920" y="2"/>
                  </a:cxn>
                  <a:cxn ang="0">
                    <a:pos x="907" y="0"/>
                  </a:cxn>
                  <a:cxn ang="0">
                    <a:pos x="889" y="7"/>
                  </a:cxn>
                  <a:cxn ang="0">
                    <a:pos x="841" y="32"/>
                  </a:cxn>
                  <a:cxn ang="0">
                    <a:pos x="764" y="71"/>
                  </a:cxn>
                  <a:cxn ang="0">
                    <a:pos x="671" y="119"/>
                  </a:cxn>
                  <a:cxn ang="0">
                    <a:pos x="572" y="170"/>
                  </a:cxn>
                  <a:cxn ang="0">
                    <a:pos x="478" y="218"/>
                  </a:cxn>
                  <a:cxn ang="0">
                    <a:pos x="401" y="255"/>
                  </a:cxn>
                  <a:cxn ang="0">
                    <a:pos x="352" y="278"/>
                  </a:cxn>
                  <a:cxn ang="0">
                    <a:pos x="335" y="272"/>
                  </a:cxn>
                  <a:cxn ang="0">
                    <a:pos x="325" y="245"/>
                  </a:cxn>
                  <a:cxn ang="0">
                    <a:pos x="305" y="239"/>
                  </a:cxn>
                  <a:cxn ang="0">
                    <a:pos x="278" y="251"/>
                  </a:cxn>
                  <a:cxn ang="0">
                    <a:pos x="238" y="270"/>
                  </a:cxn>
                  <a:cxn ang="0">
                    <a:pos x="191" y="293"/>
                  </a:cxn>
                  <a:cxn ang="0">
                    <a:pos x="142" y="318"/>
                  </a:cxn>
                  <a:cxn ang="0">
                    <a:pos x="95" y="342"/>
                  </a:cxn>
                  <a:cxn ang="0">
                    <a:pos x="56" y="362"/>
                  </a:cxn>
                  <a:cxn ang="0">
                    <a:pos x="29" y="376"/>
                  </a:cxn>
                  <a:cxn ang="0">
                    <a:pos x="11" y="395"/>
                  </a:cxn>
                  <a:cxn ang="0">
                    <a:pos x="0" y="438"/>
                  </a:cxn>
                  <a:cxn ang="0">
                    <a:pos x="2" y="503"/>
                  </a:cxn>
                  <a:cxn ang="0">
                    <a:pos x="10" y="682"/>
                  </a:cxn>
                  <a:cxn ang="0">
                    <a:pos x="21" y="912"/>
                  </a:cxn>
                  <a:cxn ang="0">
                    <a:pos x="29" y="1084"/>
                  </a:cxn>
                  <a:cxn ang="0">
                    <a:pos x="36" y="1121"/>
                  </a:cxn>
                  <a:cxn ang="0">
                    <a:pos x="46" y="1138"/>
                  </a:cxn>
                  <a:cxn ang="0">
                    <a:pos x="59" y="1156"/>
                  </a:cxn>
                  <a:cxn ang="0">
                    <a:pos x="68" y="1167"/>
                  </a:cxn>
                  <a:cxn ang="0">
                    <a:pos x="65" y="1163"/>
                  </a:cxn>
                  <a:cxn ang="0">
                    <a:pos x="53" y="1129"/>
                  </a:cxn>
                  <a:cxn ang="0">
                    <a:pos x="46" y="1088"/>
                  </a:cxn>
                  <a:cxn ang="0">
                    <a:pos x="38" y="931"/>
                  </a:cxn>
                  <a:cxn ang="0">
                    <a:pos x="26" y="714"/>
                  </a:cxn>
                  <a:cxn ang="0">
                    <a:pos x="17" y="530"/>
                  </a:cxn>
                  <a:cxn ang="0">
                    <a:pos x="15" y="477"/>
                  </a:cxn>
                  <a:cxn ang="0">
                    <a:pos x="14" y="461"/>
                  </a:cxn>
                  <a:cxn ang="0">
                    <a:pos x="17" y="435"/>
                  </a:cxn>
                  <a:cxn ang="0">
                    <a:pos x="28" y="408"/>
                  </a:cxn>
                  <a:cxn ang="0">
                    <a:pos x="48" y="392"/>
                  </a:cxn>
                  <a:cxn ang="0">
                    <a:pos x="76" y="377"/>
                  </a:cxn>
                  <a:cxn ang="0">
                    <a:pos x="114" y="357"/>
                  </a:cxn>
                  <a:cxn ang="0">
                    <a:pos x="155" y="336"/>
                  </a:cxn>
                  <a:cxn ang="0">
                    <a:pos x="199" y="314"/>
                  </a:cxn>
                  <a:cxn ang="0">
                    <a:pos x="238" y="292"/>
                  </a:cxn>
                  <a:cxn ang="0">
                    <a:pos x="273" y="275"/>
                  </a:cxn>
                  <a:cxn ang="0">
                    <a:pos x="295" y="262"/>
                  </a:cxn>
                  <a:cxn ang="0">
                    <a:pos x="307" y="257"/>
                  </a:cxn>
                  <a:cxn ang="0">
                    <a:pos x="319" y="267"/>
                  </a:cxn>
                  <a:cxn ang="0">
                    <a:pos x="327" y="284"/>
                  </a:cxn>
                  <a:cxn ang="0">
                    <a:pos x="338" y="301"/>
                  </a:cxn>
                </a:cxnLst>
                <a:rect l="0" t="0" r="r" b="b"/>
                <a:pathLst>
                  <a:path w="926" h="1169">
                    <a:moveTo>
                      <a:pt x="344" y="306"/>
                    </a:moveTo>
                    <a:lnTo>
                      <a:pt x="352" y="302"/>
                    </a:lnTo>
                    <a:lnTo>
                      <a:pt x="371" y="293"/>
                    </a:lnTo>
                    <a:lnTo>
                      <a:pt x="400" y="278"/>
                    </a:lnTo>
                    <a:lnTo>
                      <a:pt x="437" y="260"/>
                    </a:lnTo>
                    <a:lnTo>
                      <a:pt x="480" y="240"/>
                    </a:lnTo>
                    <a:lnTo>
                      <a:pt x="528" y="215"/>
                    </a:lnTo>
                    <a:lnTo>
                      <a:pt x="579" y="191"/>
                    </a:lnTo>
                    <a:lnTo>
                      <a:pt x="631" y="164"/>
                    </a:lnTo>
                    <a:lnTo>
                      <a:pt x="685" y="139"/>
                    </a:lnTo>
                    <a:lnTo>
                      <a:pt x="736" y="113"/>
                    </a:lnTo>
                    <a:lnTo>
                      <a:pt x="784" y="89"/>
                    </a:lnTo>
                    <a:lnTo>
                      <a:pt x="827" y="68"/>
                    </a:lnTo>
                    <a:lnTo>
                      <a:pt x="864" y="50"/>
                    </a:lnTo>
                    <a:lnTo>
                      <a:pt x="893" y="35"/>
                    </a:lnTo>
                    <a:lnTo>
                      <a:pt x="912" y="25"/>
                    </a:lnTo>
                    <a:lnTo>
                      <a:pt x="921" y="21"/>
                    </a:lnTo>
                    <a:lnTo>
                      <a:pt x="925" y="18"/>
                    </a:lnTo>
                    <a:lnTo>
                      <a:pt x="926" y="14"/>
                    </a:lnTo>
                    <a:lnTo>
                      <a:pt x="926" y="9"/>
                    </a:lnTo>
                    <a:lnTo>
                      <a:pt x="924" y="5"/>
                    </a:lnTo>
                    <a:lnTo>
                      <a:pt x="920" y="2"/>
                    </a:lnTo>
                    <a:lnTo>
                      <a:pt x="913" y="0"/>
                    </a:lnTo>
                    <a:lnTo>
                      <a:pt x="907" y="0"/>
                    </a:lnTo>
                    <a:lnTo>
                      <a:pt x="898" y="2"/>
                    </a:lnTo>
                    <a:lnTo>
                      <a:pt x="889" y="7"/>
                    </a:lnTo>
                    <a:lnTo>
                      <a:pt x="870" y="17"/>
                    </a:lnTo>
                    <a:lnTo>
                      <a:pt x="841" y="32"/>
                    </a:lnTo>
                    <a:lnTo>
                      <a:pt x="805" y="50"/>
                    </a:lnTo>
                    <a:lnTo>
                      <a:pt x="764" y="71"/>
                    </a:lnTo>
                    <a:lnTo>
                      <a:pt x="719" y="94"/>
                    </a:lnTo>
                    <a:lnTo>
                      <a:pt x="671" y="119"/>
                    </a:lnTo>
                    <a:lnTo>
                      <a:pt x="621" y="144"/>
                    </a:lnTo>
                    <a:lnTo>
                      <a:pt x="572" y="170"/>
                    </a:lnTo>
                    <a:lnTo>
                      <a:pt x="522" y="194"/>
                    </a:lnTo>
                    <a:lnTo>
                      <a:pt x="478" y="218"/>
                    </a:lnTo>
                    <a:lnTo>
                      <a:pt x="436" y="238"/>
                    </a:lnTo>
                    <a:lnTo>
                      <a:pt x="401" y="255"/>
                    </a:lnTo>
                    <a:lnTo>
                      <a:pt x="372" y="269"/>
                    </a:lnTo>
                    <a:lnTo>
                      <a:pt x="352" y="278"/>
                    </a:lnTo>
                    <a:lnTo>
                      <a:pt x="342" y="283"/>
                    </a:lnTo>
                    <a:lnTo>
                      <a:pt x="335" y="272"/>
                    </a:lnTo>
                    <a:lnTo>
                      <a:pt x="330" y="258"/>
                    </a:lnTo>
                    <a:lnTo>
                      <a:pt x="325" y="245"/>
                    </a:lnTo>
                    <a:lnTo>
                      <a:pt x="311" y="236"/>
                    </a:lnTo>
                    <a:lnTo>
                      <a:pt x="305" y="239"/>
                    </a:lnTo>
                    <a:lnTo>
                      <a:pt x="293" y="244"/>
                    </a:lnTo>
                    <a:lnTo>
                      <a:pt x="278" y="251"/>
                    </a:lnTo>
                    <a:lnTo>
                      <a:pt x="260" y="260"/>
                    </a:lnTo>
                    <a:lnTo>
                      <a:pt x="238" y="270"/>
                    </a:lnTo>
                    <a:lnTo>
                      <a:pt x="216" y="282"/>
                    </a:lnTo>
                    <a:lnTo>
                      <a:pt x="191" y="293"/>
                    </a:lnTo>
                    <a:lnTo>
                      <a:pt x="167" y="306"/>
                    </a:lnTo>
                    <a:lnTo>
                      <a:pt x="142" y="318"/>
                    </a:lnTo>
                    <a:lnTo>
                      <a:pt x="118" y="331"/>
                    </a:lnTo>
                    <a:lnTo>
                      <a:pt x="95" y="342"/>
                    </a:lnTo>
                    <a:lnTo>
                      <a:pt x="74" y="353"/>
                    </a:lnTo>
                    <a:lnTo>
                      <a:pt x="56" y="362"/>
                    </a:lnTo>
                    <a:lnTo>
                      <a:pt x="41" y="370"/>
                    </a:lnTo>
                    <a:lnTo>
                      <a:pt x="29" y="376"/>
                    </a:lnTo>
                    <a:lnTo>
                      <a:pt x="23" y="380"/>
                    </a:lnTo>
                    <a:lnTo>
                      <a:pt x="11" y="395"/>
                    </a:lnTo>
                    <a:lnTo>
                      <a:pt x="4" y="414"/>
                    </a:lnTo>
                    <a:lnTo>
                      <a:pt x="0" y="438"/>
                    </a:lnTo>
                    <a:lnTo>
                      <a:pt x="0" y="464"/>
                    </a:lnTo>
                    <a:lnTo>
                      <a:pt x="2" y="503"/>
                    </a:lnTo>
                    <a:lnTo>
                      <a:pt x="6" y="580"/>
                    </a:lnTo>
                    <a:lnTo>
                      <a:pt x="10" y="682"/>
                    </a:lnTo>
                    <a:lnTo>
                      <a:pt x="15" y="797"/>
                    </a:lnTo>
                    <a:lnTo>
                      <a:pt x="21" y="912"/>
                    </a:lnTo>
                    <a:lnTo>
                      <a:pt x="25" y="1012"/>
                    </a:lnTo>
                    <a:lnTo>
                      <a:pt x="29" y="1084"/>
                    </a:lnTo>
                    <a:lnTo>
                      <a:pt x="32" y="1114"/>
                    </a:lnTo>
                    <a:lnTo>
                      <a:pt x="36" y="1121"/>
                    </a:lnTo>
                    <a:lnTo>
                      <a:pt x="40" y="1129"/>
                    </a:lnTo>
                    <a:lnTo>
                      <a:pt x="46" y="1138"/>
                    </a:lnTo>
                    <a:lnTo>
                      <a:pt x="53" y="1148"/>
                    </a:lnTo>
                    <a:lnTo>
                      <a:pt x="59" y="1156"/>
                    </a:lnTo>
                    <a:lnTo>
                      <a:pt x="63" y="1163"/>
                    </a:lnTo>
                    <a:lnTo>
                      <a:pt x="68" y="1167"/>
                    </a:lnTo>
                    <a:lnTo>
                      <a:pt x="69" y="1169"/>
                    </a:lnTo>
                    <a:lnTo>
                      <a:pt x="65" y="1163"/>
                    </a:lnTo>
                    <a:lnTo>
                      <a:pt x="59" y="1147"/>
                    </a:lnTo>
                    <a:lnTo>
                      <a:pt x="53" y="1129"/>
                    </a:lnTo>
                    <a:lnTo>
                      <a:pt x="48" y="1116"/>
                    </a:lnTo>
                    <a:lnTo>
                      <a:pt x="46" y="1088"/>
                    </a:lnTo>
                    <a:lnTo>
                      <a:pt x="42" y="1023"/>
                    </a:lnTo>
                    <a:lnTo>
                      <a:pt x="38" y="931"/>
                    </a:lnTo>
                    <a:lnTo>
                      <a:pt x="32" y="824"/>
                    </a:lnTo>
                    <a:lnTo>
                      <a:pt x="26" y="714"/>
                    </a:lnTo>
                    <a:lnTo>
                      <a:pt x="22" y="612"/>
                    </a:lnTo>
                    <a:lnTo>
                      <a:pt x="17" y="530"/>
                    </a:lnTo>
                    <a:lnTo>
                      <a:pt x="15" y="479"/>
                    </a:lnTo>
                    <a:lnTo>
                      <a:pt x="15" y="477"/>
                    </a:lnTo>
                    <a:lnTo>
                      <a:pt x="14" y="471"/>
                    </a:lnTo>
                    <a:lnTo>
                      <a:pt x="14" y="461"/>
                    </a:lnTo>
                    <a:lnTo>
                      <a:pt x="15" y="448"/>
                    </a:lnTo>
                    <a:lnTo>
                      <a:pt x="17" y="435"/>
                    </a:lnTo>
                    <a:lnTo>
                      <a:pt x="22" y="422"/>
                    </a:lnTo>
                    <a:lnTo>
                      <a:pt x="28" y="408"/>
                    </a:lnTo>
                    <a:lnTo>
                      <a:pt x="39" y="396"/>
                    </a:lnTo>
                    <a:lnTo>
                      <a:pt x="48" y="392"/>
                    </a:lnTo>
                    <a:lnTo>
                      <a:pt x="61" y="385"/>
                    </a:lnTo>
                    <a:lnTo>
                      <a:pt x="76" y="377"/>
                    </a:lnTo>
                    <a:lnTo>
                      <a:pt x="94" y="368"/>
                    </a:lnTo>
                    <a:lnTo>
                      <a:pt x="114" y="357"/>
                    </a:lnTo>
                    <a:lnTo>
                      <a:pt x="134" y="347"/>
                    </a:lnTo>
                    <a:lnTo>
                      <a:pt x="155" y="336"/>
                    </a:lnTo>
                    <a:lnTo>
                      <a:pt x="178" y="324"/>
                    </a:lnTo>
                    <a:lnTo>
                      <a:pt x="199" y="314"/>
                    </a:lnTo>
                    <a:lnTo>
                      <a:pt x="219" y="303"/>
                    </a:lnTo>
                    <a:lnTo>
                      <a:pt x="238" y="292"/>
                    </a:lnTo>
                    <a:lnTo>
                      <a:pt x="257" y="283"/>
                    </a:lnTo>
                    <a:lnTo>
                      <a:pt x="273" y="275"/>
                    </a:lnTo>
                    <a:lnTo>
                      <a:pt x="285" y="268"/>
                    </a:lnTo>
                    <a:lnTo>
                      <a:pt x="295" y="262"/>
                    </a:lnTo>
                    <a:lnTo>
                      <a:pt x="300" y="259"/>
                    </a:lnTo>
                    <a:lnTo>
                      <a:pt x="307" y="257"/>
                    </a:lnTo>
                    <a:lnTo>
                      <a:pt x="313" y="260"/>
                    </a:lnTo>
                    <a:lnTo>
                      <a:pt x="319" y="267"/>
                    </a:lnTo>
                    <a:lnTo>
                      <a:pt x="323" y="274"/>
                    </a:lnTo>
                    <a:lnTo>
                      <a:pt x="327" y="284"/>
                    </a:lnTo>
                    <a:lnTo>
                      <a:pt x="332" y="293"/>
                    </a:lnTo>
                    <a:lnTo>
                      <a:pt x="338" y="301"/>
                    </a:lnTo>
                    <a:lnTo>
                      <a:pt x="344" y="30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1" name="Freeform 231"/>
              <p:cNvSpPr>
                <a:spLocks/>
              </p:cNvSpPr>
              <p:nvPr/>
            </p:nvSpPr>
            <p:spPr bwMode="auto">
              <a:xfrm>
                <a:off x="396" y="968"/>
                <a:ext cx="185" cy="234"/>
              </a:xfrm>
              <a:custGeom>
                <a:avLst/>
                <a:gdLst/>
                <a:ahLst/>
                <a:cxnLst>
                  <a:cxn ang="0">
                    <a:pos x="352" y="303"/>
                  </a:cxn>
                  <a:cxn ang="0">
                    <a:pos x="400" y="279"/>
                  </a:cxn>
                  <a:cxn ang="0">
                    <a:pos x="479" y="241"/>
                  </a:cxn>
                  <a:cxn ang="0">
                    <a:pos x="579" y="192"/>
                  </a:cxn>
                  <a:cxn ang="0">
                    <a:pos x="684" y="139"/>
                  </a:cxn>
                  <a:cxn ang="0">
                    <a:pos x="784" y="90"/>
                  </a:cxn>
                  <a:cxn ang="0">
                    <a:pos x="864" y="51"/>
                  </a:cxn>
                  <a:cxn ang="0">
                    <a:pos x="913" y="27"/>
                  </a:cxn>
                  <a:cxn ang="0">
                    <a:pos x="924" y="20"/>
                  </a:cxn>
                  <a:cxn ang="0">
                    <a:pos x="926" y="11"/>
                  </a:cxn>
                  <a:cxn ang="0">
                    <a:pos x="919" y="3"/>
                  </a:cxn>
                  <a:cxn ang="0">
                    <a:pos x="906" y="0"/>
                  </a:cxn>
                  <a:cxn ang="0">
                    <a:pos x="889" y="9"/>
                  </a:cxn>
                  <a:cxn ang="0">
                    <a:pos x="841" y="33"/>
                  </a:cxn>
                  <a:cxn ang="0">
                    <a:pos x="764" y="72"/>
                  </a:cxn>
                  <a:cxn ang="0">
                    <a:pos x="671" y="120"/>
                  </a:cxn>
                  <a:cxn ang="0">
                    <a:pos x="571" y="170"/>
                  </a:cxn>
                  <a:cxn ang="0">
                    <a:pos x="478" y="218"/>
                  </a:cxn>
                  <a:cxn ang="0">
                    <a:pos x="401" y="256"/>
                  </a:cxn>
                  <a:cxn ang="0">
                    <a:pos x="353" y="279"/>
                  </a:cxn>
                  <a:cxn ang="0">
                    <a:pos x="336" y="273"/>
                  </a:cxn>
                  <a:cxn ang="0">
                    <a:pos x="327" y="246"/>
                  </a:cxn>
                  <a:cxn ang="0">
                    <a:pos x="305" y="241"/>
                  </a:cxn>
                  <a:cxn ang="0">
                    <a:pos x="278" y="252"/>
                  </a:cxn>
                  <a:cxn ang="0">
                    <a:pos x="239" y="272"/>
                  </a:cxn>
                  <a:cxn ang="0">
                    <a:pos x="192" y="295"/>
                  </a:cxn>
                  <a:cxn ang="0">
                    <a:pos x="143" y="320"/>
                  </a:cxn>
                  <a:cxn ang="0">
                    <a:pos x="96" y="343"/>
                  </a:cxn>
                  <a:cxn ang="0">
                    <a:pos x="56" y="364"/>
                  </a:cxn>
                  <a:cxn ang="0">
                    <a:pos x="30" y="377"/>
                  </a:cxn>
                  <a:cxn ang="0">
                    <a:pos x="12" y="397"/>
                  </a:cxn>
                  <a:cxn ang="0">
                    <a:pos x="0" y="438"/>
                  </a:cxn>
                  <a:cxn ang="0">
                    <a:pos x="2" y="503"/>
                  </a:cxn>
                  <a:cxn ang="0">
                    <a:pos x="9" y="684"/>
                  </a:cxn>
                  <a:cxn ang="0">
                    <a:pos x="20" y="913"/>
                  </a:cxn>
                  <a:cxn ang="0">
                    <a:pos x="30" y="1085"/>
                  </a:cxn>
                  <a:cxn ang="0">
                    <a:pos x="35" y="1122"/>
                  </a:cxn>
                  <a:cxn ang="0">
                    <a:pos x="46" y="1140"/>
                  </a:cxn>
                  <a:cxn ang="0">
                    <a:pos x="58" y="1157"/>
                  </a:cxn>
                  <a:cxn ang="0">
                    <a:pos x="67" y="1168"/>
                  </a:cxn>
                  <a:cxn ang="0">
                    <a:pos x="65" y="1163"/>
                  </a:cxn>
                  <a:cxn ang="0">
                    <a:pos x="52" y="1131"/>
                  </a:cxn>
                  <a:cxn ang="0">
                    <a:pos x="46" y="1090"/>
                  </a:cxn>
                  <a:cxn ang="0">
                    <a:pos x="37" y="932"/>
                  </a:cxn>
                  <a:cxn ang="0">
                    <a:pos x="26" y="715"/>
                  </a:cxn>
                  <a:cxn ang="0">
                    <a:pos x="17" y="531"/>
                  </a:cxn>
                  <a:cxn ang="0">
                    <a:pos x="15" y="479"/>
                  </a:cxn>
                  <a:cxn ang="0">
                    <a:pos x="14" y="462"/>
                  </a:cxn>
                  <a:cxn ang="0">
                    <a:pos x="17" y="437"/>
                  </a:cxn>
                  <a:cxn ang="0">
                    <a:pos x="28" y="409"/>
                  </a:cxn>
                  <a:cxn ang="0">
                    <a:pos x="48" y="392"/>
                  </a:cxn>
                  <a:cxn ang="0">
                    <a:pos x="76" y="378"/>
                  </a:cxn>
                  <a:cxn ang="0">
                    <a:pos x="113" y="359"/>
                  </a:cxn>
                  <a:cxn ang="0">
                    <a:pos x="156" y="337"/>
                  </a:cxn>
                  <a:cxn ang="0">
                    <a:pos x="199" y="314"/>
                  </a:cxn>
                  <a:cxn ang="0">
                    <a:pos x="240" y="294"/>
                  </a:cxn>
                  <a:cxn ang="0">
                    <a:pos x="273" y="276"/>
                  </a:cxn>
                  <a:cxn ang="0">
                    <a:pos x="296" y="264"/>
                  </a:cxn>
                  <a:cxn ang="0">
                    <a:pos x="308" y="259"/>
                  </a:cxn>
                  <a:cxn ang="0">
                    <a:pos x="320" y="267"/>
                  </a:cxn>
                  <a:cxn ang="0">
                    <a:pos x="329" y="285"/>
                  </a:cxn>
                  <a:cxn ang="0">
                    <a:pos x="338" y="302"/>
                  </a:cxn>
                </a:cxnLst>
                <a:rect l="0" t="0" r="r" b="b"/>
                <a:pathLst>
                  <a:path w="927" h="1170">
                    <a:moveTo>
                      <a:pt x="345" y="307"/>
                    </a:moveTo>
                    <a:lnTo>
                      <a:pt x="352" y="303"/>
                    </a:lnTo>
                    <a:lnTo>
                      <a:pt x="371" y="294"/>
                    </a:lnTo>
                    <a:lnTo>
                      <a:pt x="400" y="279"/>
                    </a:lnTo>
                    <a:lnTo>
                      <a:pt x="436" y="261"/>
                    </a:lnTo>
                    <a:lnTo>
                      <a:pt x="479" y="241"/>
                    </a:lnTo>
                    <a:lnTo>
                      <a:pt x="527" y="216"/>
                    </a:lnTo>
                    <a:lnTo>
                      <a:pt x="579" y="192"/>
                    </a:lnTo>
                    <a:lnTo>
                      <a:pt x="632" y="165"/>
                    </a:lnTo>
                    <a:lnTo>
                      <a:pt x="684" y="139"/>
                    </a:lnTo>
                    <a:lnTo>
                      <a:pt x="735" y="114"/>
                    </a:lnTo>
                    <a:lnTo>
                      <a:pt x="784" y="90"/>
                    </a:lnTo>
                    <a:lnTo>
                      <a:pt x="827" y="69"/>
                    </a:lnTo>
                    <a:lnTo>
                      <a:pt x="864" y="51"/>
                    </a:lnTo>
                    <a:lnTo>
                      <a:pt x="894" y="37"/>
                    </a:lnTo>
                    <a:lnTo>
                      <a:pt x="913" y="27"/>
                    </a:lnTo>
                    <a:lnTo>
                      <a:pt x="921" y="23"/>
                    </a:lnTo>
                    <a:lnTo>
                      <a:pt x="924" y="20"/>
                    </a:lnTo>
                    <a:lnTo>
                      <a:pt x="927" y="15"/>
                    </a:lnTo>
                    <a:lnTo>
                      <a:pt x="926" y="11"/>
                    </a:lnTo>
                    <a:lnTo>
                      <a:pt x="923" y="7"/>
                    </a:lnTo>
                    <a:lnTo>
                      <a:pt x="919" y="3"/>
                    </a:lnTo>
                    <a:lnTo>
                      <a:pt x="914" y="0"/>
                    </a:lnTo>
                    <a:lnTo>
                      <a:pt x="906" y="0"/>
                    </a:lnTo>
                    <a:lnTo>
                      <a:pt x="899" y="4"/>
                    </a:lnTo>
                    <a:lnTo>
                      <a:pt x="889" y="9"/>
                    </a:lnTo>
                    <a:lnTo>
                      <a:pt x="869" y="19"/>
                    </a:lnTo>
                    <a:lnTo>
                      <a:pt x="841" y="33"/>
                    </a:lnTo>
                    <a:lnTo>
                      <a:pt x="806" y="51"/>
                    </a:lnTo>
                    <a:lnTo>
                      <a:pt x="764" y="72"/>
                    </a:lnTo>
                    <a:lnTo>
                      <a:pt x="719" y="96"/>
                    </a:lnTo>
                    <a:lnTo>
                      <a:pt x="671" y="120"/>
                    </a:lnTo>
                    <a:lnTo>
                      <a:pt x="621" y="145"/>
                    </a:lnTo>
                    <a:lnTo>
                      <a:pt x="571" y="170"/>
                    </a:lnTo>
                    <a:lnTo>
                      <a:pt x="523" y="195"/>
                    </a:lnTo>
                    <a:lnTo>
                      <a:pt x="478" y="218"/>
                    </a:lnTo>
                    <a:lnTo>
                      <a:pt x="436" y="239"/>
                    </a:lnTo>
                    <a:lnTo>
                      <a:pt x="401" y="256"/>
                    </a:lnTo>
                    <a:lnTo>
                      <a:pt x="373" y="270"/>
                    </a:lnTo>
                    <a:lnTo>
                      <a:pt x="353" y="279"/>
                    </a:lnTo>
                    <a:lnTo>
                      <a:pt x="344" y="283"/>
                    </a:lnTo>
                    <a:lnTo>
                      <a:pt x="336" y="273"/>
                    </a:lnTo>
                    <a:lnTo>
                      <a:pt x="332" y="259"/>
                    </a:lnTo>
                    <a:lnTo>
                      <a:pt x="327" y="246"/>
                    </a:lnTo>
                    <a:lnTo>
                      <a:pt x="313" y="238"/>
                    </a:lnTo>
                    <a:lnTo>
                      <a:pt x="305" y="241"/>
                    </a:lnTo>
                    <a:lnTo>
                      <a:pt x="294" y="245"/>
                    </a:lnTo>
                    <a:lnTo>
                      <a:pt x="278" y="252"/>
                    </a:lnTo>
                    <a:lnTo>
                      <a:pt x="260" y="261"/>
                    </a:lnTo>
                    <a:lnTo>
                      <a:pt x="239" y="272"/>
                    </a:lnTo>
                    <a:lnTo>
                      <a:pt x="217" y="282"/>
                    </a:lnTo>
                    <a:lnTo>
                      <a:pt x="192" y="295"/>
                    </a:lnTo>
                    <a:lnTo>
                      <a:pt x="167" y="307"/>
                    </a:lnTo>
                    <a:lnTo>
                      <a:pt x="143" y="320"/>
                    </a:lnTo>
                    <a:lnTo>
                      <a:pt x="118" y="331"/>
                    </a:lnTo>
                    <a:lnTo>
                      <a:pt x="96" y="343"/>
                    </a:lnTo>
                    <a:lnTo>
                      <a:pt x="75" y="354"/>
                    </a:lnTo>
                    <a:lnTo>
                      <a:pt x="56" y="364"/>
                    </a:lnTo>
                    <a:lnTo>
                      <a:pt x="41" y="371"/>
                    </a:lnTo>
                    <a:lnTo>
                      <a:pt x="30" y="377"/>
                    </a:lnTo>
                    <a:lnTo>
                      <a:pt x="23" y="381"/>
                    </a:lnTo>
                    <a:lnTo>
                      <a:pt x="12" y="397"/>
                    </a:lnTo>
                    <a:lnTo>
                      <a:pt x="4" y="416"/>
                    </a:lnTo>
                    <a:lnTo>
                      <a:pt x="0" y="438"/>
                    </a:lnTo>
                    <a:lnTo>
                      <a:pt x="0" y="465"/>
                    </a:lnTo>
                    <a:lnTo>
                      <a:pt x="2" y="503"/>
                    </a:lnTo>
                    <a:lnTo>
                      <a:pt x="5" y="580"/>
                    </a:lnTo>
                    <a:lnTo>
                      <a:pt x="9" y="684"/>
                    </a:lnTo>
                    <a:lnTo>
                      <a:pt x="15" y="799"/>
                    </a:lnTo>
                    <a:lnTo>
                      <a:pt x="20" y="913"/>
                    </a:lnTo>
                    <a:lnTo>
                      <a:pt x="25" y="1013"/>
                    </a:lnTo>
                    <a:lnTo>
                      <a:pt x="30" y="1085"/>
                    </a:lnTo>
                    <a:lnTo>
                      <a:pt x="32" y="1115"/>
                    </a:lnTo>
                    <a:lnTo>
                      <a:pt x="35" y="1122"/>
                    </a:lnTo>
                    <a:lnTo>
                      <a:pt x="39" y="1130"/>
                    </a:lnTo>
                    <a:lnTo>
                      <a:pt x="46" y="1140"/>
                    </a:lnTo>
                    <a:lnTo>
                      <a:pt x="52" y="1148"/>
                    </a:lnTo>
                    <a:lnTo>
                      <a:pt x="58" y="1157"/>
                    </a:lnTo>
                    <a:lnTo>
                      <a:pt x="63" y="1163"/>
                    </a:lnTo>
                    <a:lnTo>
                      <a:pt x="67" y="1168"/>
                    </a:lnTo>
                    <a:lnTo>
                      <a:pt x="68" y="1170"/>
                    </a:lnTo>
                    <a:lnTo>
                      <a:pt x="65" y="1163"/>
                    </a:lnTo>
                    <a:lnTo>
                      <a:pt x="60" y="1148"/>
                    </a:lnTo>
                    <a:lnTo>
                      <a:pt x="52" y="1131"/>
                    </a:lnTo>
                    <a:lnTo>
                      <a:pt x="48" y="1117"/>
                    </a:lnTo>
                    <a:lnTo>
                      <a:pt x="46" y="1090"/>
                    </a:lnTo>
                    <a:lnTo>
                      <a:pt x="41" y="1023"/>
                    </a:lnTo>
                    <a:lnTo>
                      <a:pt x="37" y="932"/>
                    </a:lnTo>
                    <a:lnTo>
                      <a:pt x="32" y="825"/>
                    </a:lnTo>
                    <a:lnTo>
                      <a:pt x="26" y="715"/>
                    </a:lnTo>
                    <a:lnTo>
                      <a:pt x="21" y="613"/>
                    </a:lnTo>
                    <a:lnTo>
                      <a:pt x="17" y="531"/>
                    </a:lnTo>
                    <a:lnTo>
                      <a:pt x="15" y="481"/>
                    </a:lnTo>
                    <a:lnTo>
                      <a:pt x="15" y="479"/>
                    </a:lnTo>
                    <a:lnTo>
                      <a:pt x="14" y="472"/>
                    </a:lnTo>
                    <a:lnTo>
                      <a:pt x="14" y="462"/>
                    </a:lnTo>
                    <a:lnTo>
                      <a:pt x="15" y="450"/>
                    </a:lnTo>
                    <a:lnTo>
                      <a:pt x="17" y="437"/>
                    </a:lnTo>
                    <a:lnTo>
                      <a:pt x="21" y="423"/>
                    </a:lnTo>
                    <a:lnTo>
                      <a:pt x="28" y="409"/>
                    </a:lnTo>
                    <a:lnTo>
                      <a:pt x="38" y="398"/>
                    </a:lnTo>
                    <a:lnTo>
                      <a:pt x="48" y="392"/>
                    </a:lnTo>
                    <a:lnTo>
                      <a:pt x="61" y="386"/>
                    </a:lnTo>
                    <a:lnTo>
                      <a:pt x="76" y="378"/>
                    </a:lnTo>
                    <a:lnTo>
                      <a:pt x="94" y="369"/>
                    </a:lnTo>
                    <a:lnTo>
                      <a:pt x="113" y="359"/>
                    </a:lnTo>
                    <a:lnTo>
                      <a:pt x="134" y="349"/>
                    </a:lnTo>
                    <a:lnTo>
                      <a:pt x="156" y="337"/>
                    </a:lnTo>
                    <a:lnTo>
                      <a:pt x="177" y="326"/>
                    </a:lnTo>
                    <a:lnTo>
                      <a:pt x="199" y="314"/>
                    </a:lnTo>
                    <a:lnTo>
                      <a:pt x="220" y="304"/>
                    </a:lnTo>
                    <a:lnTo>
                      <a:pt x="240" y="294"/>
                    </a:lnTo>
                    <a:lnTo>
                      <a:pt x="257" y="285"/>
                    </a:lnTo>
                    <a:lnTo>
                      <a:pt x="273" y="276"/>
                    </a:lnTo>
                    <a:lnTo>
                      <a:pt x="286" y="270"/>
                    </a:lnTo>
                    <a:lnTo>
                      <a:pt x="296" y="264"/>
                    </a:lnTo>
                    <a:lnTo>
                      <a:pt x="302" y="261"/>
                    </a:lnTo>
                    <a:lnTo>
                      <a:pt x="308" y="259"/>
                    </a:lnTo>
                    <a:lnTo>
                      <a:pt x="315" y="261"/>
                    </a:lnTo>
                    <a:lnTo>
                      <a:pt x="320" y="267"/>
                    </a:lnTo>
                    <a:lnTo>
                      <a:pt x="324" y="276"/>
                    </a:lnTo>
                    <a:lnTo>
                      <a:pt x="329" y="285"/>
                    </a:lnTo>
                    <a:lnTo>
                      <a:pt x="333" y="294"/>
                    </a:lnTo>
                    <a:lnTo>
                      <a:pt x="338" y="302"/>
                    </a:lnTo>
                    <a:lnTo>
                      <a:pt x="345" y="30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2" name="Freeform 232"/>
              <p:cNvSpPr>
                <a:spLocks/>
              </p:cNvSpPr>
              <p:nvPr/>
            </p:nvSpPr>
            <p:spPr bwMode="auto">
              <a:xfrm>
                <a:off x="379" y="955"/>
                <a:ext cx="186" cy="234"/>
              </a:xfrm>
              <a:custGeom>
                <a:avLst/>
                <a:gdLst/>
                <a:ahLst/>
                <a:cxnLst>
                  <a:cxn ang="0">
                    <a:pos x="353" y="303"/>
                  </a:cxn>
                  <a:cxn ang="0">
                    <a:pos x="401" y="279"/>
                  </a:cxn>
                  <a:cxn ang="0">
                    <a:pos x="480" y="241"/>
                  </a:cxn>
                  <a:cxn ang="0">
                    <a:pos x="579" y="192"/>
                  </a:cxn>
                  <a:cxn ang="0">
                    <a:pos x="685" y="139"/>
                  </a:cxn>
                  <a:cxn ang="0">
                    <a:pos x="784" y="90"/>
                  </a:cxn>
                  <a:cxn ang="0">
                    <a:pos x="865" y="51"/>
                  </a:cxn>
                  <a:cxn ang="0">
                    <a:pos x="913" y="27"/>
                  </a:cxn>
                  <a:cxn ang="0">
                    <a:pos x="924" y="20"/>
                  </a:cxn>
                  <a:cxn ang="0">
                    <a:pos x="925" y="11"/>
                  </a:cxn>
                  <a:cxn ang="0">
                    <a:pos x="919" y="3"/>
                  </a:cxn>
                  <a:cxn ang="0">
                    <a:pos x="906" y="0"/>
                  </a:cxn>
                  <a:cxn ang="0">
                    <a:pos x="889" y="9"/>
                  </a:cxn>
                  <a:cxn ang="0">
                    <a:pos x="841" y="33"/>
                  </a:cxn>
                  <a:cxn ang="0">
                    <a:pos x="765" y="72"/>
                  </a:cxn>
                  <a:cxn ang="0">
                    <a:pos x="671" y="120"/>
                  </a:cxn>
                  <a:cxn ang="0">
                    <a:pos x="572" y="170"/>
                  </a:cxn>
                  <a:cxn ang="0">
                    <a:pos x="479" y="218"/>
                  </a:cxn>
                  <a:cxn ang="0">
                    <a:pos x="402" y="256"/>
                  </a:cxn>
                  <a:cxn ang="0">
                    <a:pos x="353" y="279"/>
                  </a:cxn>
                  <a:cxn ang="0">
                    <a:pos x="336" y="273"/>
                  </a:cxn>
                  <a:cxn ang="0">
                    <a:pos x="326" y="246"/>
                  </a:cxn>
                  <a:cxn ang="0">
                    <a:pos x="305" y="241"/>
                  </a:cxn>
                  <a:cxn ang="0">
                    <a:pos x="278" y="252"/>
                  </a:cxn>
                  <a:cxn ang="0">
                    <a:pos x="239" y="272"/>
                  </a:cxn>
                  <a:cxn ang="0">
                    <a:pos x="192" y="295"/>
                  </a:cxn>
                  <a:cxn ang="0">
                    <a:pos x="143" y="320"/>
                  </a:cxn>
                  <a:cxn ang="0">
                    <a:pos x="96" y="343"/>
                  </a:cxn>
                  <a:cxn ang="0">
                    <a:pos x="56" y="364"/>
                  </a:cxn>
                  <a:cxn ang="0">
                    <a:pos x="30" y="377"/>
                  </a:cxn>
                  <a:cxn ang="0">
                    <a:pos x="11" y="397"/>
                  </a:cxn>
                  <a:cxn ang="0">
                    <a:pos x="0" y="438"/>
                  </a:cxn>
                  <a:cxn ang="0">
                    <a:pos x="2" y="503"/>
                  </a:cxn>
                  <a:cxn ang="0">
                    <a:pos x="9" y="684"/>
                  </a:cxn>
                  <a:cxn ang="0">
                    <a:pos x="20" y="913"/>
                  </a:cxn>
                  <a:cxn ang="0">
                    <a:pos x="30" y="1085"/>
                  </a:cxn>
                  <a:cxn ang="0">
                    <a:pos x="35" y="1122"/>
                  </a:cxn>
                  <a:cxn ang="0">
                    <a:pos x="46" y="1140"/>
                  </a:cxn>
                  <a:cxn ang="0">
                    <a:pos x="58" y="1157"/>
                  </a:cxn>
                  <a:cxn ang="0">
                    <a:pos x="68" y="1168"/>
                  </a:cxn>
                  <a:cxn ang="0">
                    <a:pos x="66" y="1163"/>
                  </a:cxn>
                  <a:cxn ang="0">
                    <a:pos x="52" y="1131"/>
                  </a:cxn>
                  <a:cxn ang="0">
                    <a:pos x="46" y="1090"/>
                  </a:cxn>
                  <a:cxn ang="0">
                    <a:pos x="37" y="932"/>
                  </a:cxn>
                  <a:cxn ang="0">
                    <a:pos x="26" y="715"/>
                  </a:cxn>
                  <a:cxn ang="0">
                    <a:pos x="17" y="531"/>
                  </a:cxn>
                  <a:cxn ang="0">
                    <a:pos x="15" y="479"/>
                  </a:cxn>
                  <a:cxn ang="0">
                    <a:pos x="13" y="462"/>
                  </a:cxn>
                  <a:cxn ang="0">
                    <a:pos x="17" y="437"/>
                  </a:cxn>
                  <a:cxn ang="0">
                    <a:pos x="28" y="409"/>
                  </a:cxn>
                  <a:cxn ang="0">
                    <a:pos x="49" y="392"/>
                  </a:cxn>
                  <a:cxn ang="0">
                    <a:pos x="76" y="378"/>
                  </a:cxn>
                  <a:cxn ang="0">
                    <a:pos x="113" y="359"/>
                  </a:cxn>
                  <a:cxn ang="0">
                    <a:pos x="156" y="337"/>
                  </a:cxn>
                  <a:cxn ang="0">
                    <a:pos x="199" y="314"/>
                  </a:cxn>
                  <a:cxn ang="0">
                    <a:pos x="240" y="294"/>
                  </a:cxn>
                  <a:cxn ang="0">
                    <a:pos x="273" y="276"/>
                  </a:cxn>
                  <a:cxn ang="0">
                    <a:pos x="295" y="264"/>
                  </a:cxn>
                  <a:cxn ang="0">
                    <a:pos x="308" y="259"/>
                  </a:cxn>
                  <a:cxn ang="0">
                    <a:pos x="320" y="267"/>
                  </a:cxn>
                  <a:cxn ang="0">
                    <a:pos x="328" y="285"/>
                  </a:cxn>
                  <a:cxn ang="0">
                    <a:pos x="338" y="302"/>
                  </a:cxn>
                </a:cxnLst>
                <a:rect l="0" t="0" r="r" b="b"/>
                <a:pathLst>
                  <a:path w="926" h="1170">
                    <a:moveTo>
                      <a:pt x="345" y="307"/>
                    </a:moveTo>
                    <a:lnTo>
                      <a:pt x="353" y="303"/>
                    </a:lnTo>
                    <a:lnTo>
                      <a:pt x="372" y="294"/>
                    </a:lnTo>
                    <a:lnTo>
                      <a:pt x="401" y="279"/>
                    </a:lnTo>
                    <a:lnTo>
                      <a:pt x="437" y="261"/>
                    </a:lnTo>
                    <a:lnTo>
                      <a:pt x="480" y="241"/>
                    </a:lnTo>
                    <a:lnTo>
                      <a:pt x="528" y="216"/>
                    </a:lnTo>
                    <a:lnTo>
                      <a:pt x="579" y="192"/>
                    </a:lnTo>
                    <a:lnTo>
                      <a:pt x="633" y="165"/>
                    </a:lnTo>
                    <a:lnTo>
                      <a:pt x="685" y="139"/>
                    </a:lnTo>
                    <a:lnTo>
                      <a:pt x="736" y="114"/>
                    </a:lnTo>
                    <a:lnTo>
                      <a:pt x="784" y="90"/>
                    </a:lnTo>
                    <a:lnTo>
                      <a:pt x="827" y="69"/>
                    </a:lnTo>
                    <a:lnTo>
                      <a:pt x="865" y="51"/>
                    </a:lnTo>
                    <a:lnTo>
                      <a:pt x="893" y="37"/>
                    </a:lnTo>
                    <a:lnTo>
                      <a:pt x="913" y="27"/>
                    </a:lnTo>
                    <a:lnTo>
                      <a:pt x="921" y="23"/>
                    </a:lnTo>
                    <a:lnTo>
                      <a:pt x="924" y="20"/>
                    </a:lnTo>
                    <a:lnTo>
                      <a:pt x="926" y="15"/>
                    </a:lnTo>
                    <a:lnTo>
                      <a:pt x="925" y="11"/>
                    </a:lnTo>
                    <a:lnTo>
                      <a:pt x="923" y="7"/>
                    </a:lnTo>
                    <a:lnTo>
                      <a:pt x="919" y="3"/>
                    </a:lnTo>
                    <a:lnTo>
                      <a:pt x="914" y="0"/>
                    </a:lnTo>
                    <a:lnTo>
                      <a:pt x="906" y="0"/>
                    </a:lnTo>
                    <a:lnTo>
                      <a:pt x="899" y="4"/>
                    </a:lnTo>
                    <a:lnTo>
                      <a:pt x="889" y="9"/>
                    </a:lnTo>
                    <a:lnTo>
                      <a:pt x="870" y="19"/>
                    </a:lnTo>
                    <a:lnTo>
                      <a:pt x="841" y="33"/>
                    </a:lnTo>
                    <a:lnTo>
                      <a:pt x="806" y="51"/>
                    </a:lnTo>
                    <a:lnTo>
                      <a:pt x="765" y="72"/>
                    </a:lnTo>
                    <a:lnTo>
                      <a:pt x="719" y="96"/>
                    </a:lnTo>
                    <a:lnTo>
                      <a:pt x="671" y="120"/>
                    </a:lnTo>
                    <a:lnTo>
                      <a:pt x="622" y="145"/>
                    </a:lnTo>
                    <a:lnTo>
                      <a:pt x="572" y="170"/>
                    </a:lnTo>
                    <a:lnTo>
                      <a:pt x="524" y="195"/>
                    </a:lnTo>
                    <a:lnTo>
                      <a:pt x="479" y="218"/>
                    </a:lnTo>
                    <a:lnTo>
                      <a:pt x="437" y="239"/>
                    </a:lnTo>
                    <a:lnTo>
                      <a:pt x="402" y="256"/>
                    </a:lnTo>
                    <a:lnTo>
                      <a:pt x="373" y="270"/>
                    </a:lnTo>
                    <a:lnTo>
                      <a:pt x="353" y="279"/>
                    </a:lnTo>
                    <a:lnTo>
                      <a:pt x="343" y="283"/>
                    </a:lnTo>
                    <a:lnTo>
                      <a:pt x="336" y="273"/>
                    </a:lnTo>
                    <a:lnTo>
                      <a:pt x="332" y="259"/>
                    </a:lnTo>
                    <a:lnTo>
                      <a:pt x="326" y="246"/>
                    </a:lnTo>
                    <a:lnTo>
                      <a:pt x="312" y="238"/>
                    </a:lnTo>
                    <a:lnTo>
                      <a:pt x="305" y="241"/>
                    </a:lnTo>
                    <a:lnTo>
                      <a:pt x="294" y="245"/>
                    </a:lnTo>
                    <a:lnTo>
                      <a:pt x="278" y="252"/>
                    </a:lnTo>
                    <a:lnTo>
                      <a:pt x="260" y="261"/>
                    </a:lnTo>
                    <a:lnTo>
                      <a:pt x="239" y="272"/>
                    </a:lnTo>
                    <a:lnTo>
                      <a:pt x="216" y="282"/>
                    </a:lnTo>
                    <a:lnTo>
                      <a:pt x="192" y="295"/>
                    </a:lnTo>
                    <a:lnTo>
                      <a:pt x="167" y="307"/>
                    </a:lnTo>
                    <a:lnTo>
                      <a:pt x="143" y="320"/>
                    </a:lnTo>
                    <a:lnTo>
                      <a:pt x="118" y="331"/>
                    </a:lnTo>
                    <a:lnTo>
                      <a:pt x="96" y="343"/>
                    </a:lnTo>
                    <a:lnTo>
                      <a:pt x="74" y="354"/>
                    </a:lnTo>
                    <a:lnTo>
                      <a:pt x="56" y="364"/>
                    </a:lnTo>
                    <a:lnTo>
                      <a:pt x="41" y="371"/>
                    </a:lnTo>
                    <a:lnTo>
                      <a:pt x="30" y="377"/>
                    </a:lnTo>
                    <a:lnTo>
                      <a:pt x="23" y="381"/>
                    </a:lnTo>
                    <a:lnTo>
                      <a:pt x="11" y="397"/>
                    </a:lnTo>
                    <a:lnTo>
                      <a:pt x="4" y="416"/>
                    </a:lnTo>
                    <a:lnTo>
                      <a:pt x="0" y="438"/>
                    </a:lnTo>
                    <a:lnTo>
                      <a:pt x="0" y="465"/>
                    </a:lnTo>
                    <a:lnTo>
                      <a:pt x="2" y="503"/>
                    </a:lnTo>
                    <a:lnTo>
                      <a:pt x="5" y="580"/>
                    </a:lnTo>
                    <a:lnTo>
                      <a:pt x="9" y="684"/>
                    </a:lnTo>
                    <a:lnTo>
                      <a:pt x="15" y="799"/>
                    </a:lnTo>
                    <a:lnTo>
                      <a:pt x="20" y="913"/>
                    </a:lnTo>
                    <a:lnTo>
                      <a:pt x="25" y="1013"/>
                    </a:lnTo>
                    <a:lnTo>
                      <a:pt x="30" y="1085"/>
                    </a:lnTo>
                    <a:lnTo>
                      <a:pt x="32" y="1115"/>
                    </a:lnTo>
                    <a:lnTo>
                      <a:pt x="35" y="1122"/>
                    </a:lnTo>
                    <a:lnTo>
                      <a:pt x="40" y="1130"/>
                    </a:lnTo>
                    <a:lnTo>
                      <a:pt x="46" y="1140"/>
                    </a:lnTo>
                    <a:lnTo>
                      <a:pt x="52" y="1148"/>
                    </a:lnTo>
                    <a:lnTo>
                      <a:pt x="58" y="1157"/>
                    </a:lnTo>
                    <a:lnTo>
                      <a:pt x="64" y="1163"/>
                    </a:lnTo>
                    <a:lnTo>
                      <a:pt x="68" y="1168"/>
                    </a:lnTo>
                    <a:lnTo>
                      <a:pt x="69" y="1170"/>
                    </a:lnTo>
                    <a:lnTo>
                      <a:pt x="66" y="1163"/>
                    </a:lnTo>
                    <a:lnTo>
                      <a:pt x="59" y="1148"/>
                    </a:lnTo>
                    <a:lnTo>
                      <a:pt x="52" y="1131"/>
                    </a:lnTo>
                    <a:lnTo>
                      <a:pt x="48" y="1117"/>
                    </a:lnTo>
                    <a:lnTo>
                      <a:pt x="46" y="1090"/>
                    </a:lnTo>
                    <a:lnTo>
                      <a:pt x="42" y="1023"/>
                    </a:lnTo>
                    <a:lnTo>
                      <a:pt x="37" y="932"/>
                    </a:lnTo>
                    <a:lnTo>
                      <a:pt x="32" y="825"/>
                    </a:lnTo>
                    <a:lnTo>
                      <a:pt x="26" y="715"/>
                    </a:lnTo>
                    <a:lnTo>
                      <a:pt x="21" y="613"/>
                    </a:lnTo>
                    <a:lnTo>
                      <a:pt x="17" y="531"/>
                    </a:lnTo>
                    <a:lnTo>
                      <a:pt x="15" y="481"/>
                    </a:lnTo>
                    <a:lnTo>
                      <a:pt x="15" y="479"/>
                    </a:lnTo>
                    <a:lnTo>
                      <a:pt x="13" y="472"/>
                    </a:lnTo>
                    <a:lnTo>
                      <a:pt x="13" y="462"/>
                    </a:lnTo>
                    <a:lnTo>
                      <a:pt x="15" y="450"/>
                    </a:lnTo>
                    <a:lnTo>
                      <a:pt x="17" y="437"/>
                    </a:lnTo>
                    <a:lnTo>
                      <a:pt x="21" y="423"/>
                    </a:lnTo>
                    <a:lnTo>
                      <a:pt x="28" y="409"/>
                    </a:lnTo>
                    <a:lnTo>
                      <a:pt x="39" y="398"/>
                    </a:lnTo>
                    <a:lnTo>
                      <a:pt x="49" y="392"/>
                    </a:lnTo>
                    <a:lnTo>
                      <a:pt x="60" y="386"/>
                    </a:lnTo>
                    <a:lnTo>
                      <a:pt x="76" y="378"/>
                    </a:lnTo>
                    <a:lnTo>
                      <a:pt x="94" y="369"/>
                    </a:lnTo>
                    <a:lnTo>
                      <a:pt x="113" y="359"/>
                    </a:lnTo>
                    <a:lnTo>
                      <a:pt x="134" y="349"/>
                    </a:lnTo>
                    <a:lnTo>
                      <a:pt x="156" y="337"/>
                    </a:lnTo>
                    <a:lnTo>
                      <a:pt x="177" y="326"/>
                    </a:lnTo>
                    <a:lnTo>
                      <a:pt x="199" y="314"/>
                    </a:lnTo>
                    <a:lnTo>
                      <a:pt x="220" y="304"/>
                    </a:lnTo>
                    <a:lnTo>
                      <a:pt x="240" y="294"/>
                    </a:lnTo>
                    <a:lnTo>
                      <a:pt x="257" y="285"/>
                    </a:lnTo>
                    <a:lnTo>
                      <a:pt x="273" y="276"/>
                    </a:lnTo>
                    <a:lnTo>
                      <a:pt x="286" y="270"/>
                    </a:lnTo>
                    <a:lnTo>
                      <a:pt x="295" y="264"/>
                    </a:lnTo>
                    <a:lnTo>
                      <a:pt x="302" y="261"/>
                    </a:lnTo>
                    <a:lnTo>
                      <a:pt x="308" y="259"/>
                    </a:lnTo>
                    <a:lnTo>
                      <a:pt x="315" y="261"/>
                    </a:lnTo>
                    <a:lnTo>
                      <a:pt x="320" y="267"/>
                    </a:lnTo>
                    <a:lnTo>
                      <a:pt x="324" y="276"/>
                    </a:lnTo>
                    <a:lnTo>
                      <a:pt x="328" y="285"/>
                    </a:lnTo>
                    <a:lnTo>
                      <a:pt x="333" y="294"/>
                    </a:lnTo>
                    <a:lnTo>
                      <a:pt x="338" y="302"/>
                    </a:lnTo>
                    <a:lnTo>
                      <a:pt x="345" y="30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3" name="Freeform 233"/>
              <p:cNvSpPr>
                <a:spLocks/>
              </p:cNvSpPr>
              <p:nvPr/>
            </p:nvSpPr>
            <p:spPr bwMode="auto">
              <a:xfrm>
                <a:off x="371" y="948"/>
                <a:ext cx="187" cy="227"/>
              </a:xfrm>
              <a:custGeom>
                <a:avLst/>
                <a:gdLst/>
                <a:ahLst/>
                <a:cxnLst>
                  <a:cxn ang="0">
                    <a:pos x="412" y="268"/>
                  </a:cxn>
                  <a:cxn ang="0">
                    <a:pos x="509" y="221"/>
                  </a:cxn>
                  <a:cxn ang="0">
                    <a:pos x="604" y="174"/>
                  </a:cxn>
                  <a:cxn ang="0">
                    <a:pos x="695" y="132"/>
                  </a:cxn>
                  <a:cxn ang="0">
                    <a:pos x="776" y="93"/>
                  </a:cxn>
                  <a:cxn ang="0">
                    <a:pos x="845" y="60"/>
                  </a:cxn>
                  <a:cxn ang="0">
                    <a:pos x="895" y="37"/>
                  </a:cxn>
                  <a:cxn ang="0">
                    <a:pos x="923" y="23"/>
                  </a:cxn>
                  <a:cxn ang="0">
                    <a:pos x="932" y="17"/>
                  </a:cxn>
                  <a:cxn ang="0">
                    <a:pos x="933" y="10"/>
                  </a:cxn>
                  <a:cxn ang="0">
                    <a:pos x="927" y="3"/>
                  </a:cxn>
                  <a:cxn ang="0">
                    <a:pos x="915" y="0"/>
                  </a:cxn>
                  <a:cxn ang="0">
                    <a:pos x="904" y="4"/>
                  </a:cxn>
                  <a:cxn ang="0">
                    <a:pos x="882" y="14"/>
                  </a:cxn>
                  <a:cxn ang="0">
                    <a:pos x="844" y="32"/>
                  </a:cxn>
                  <a:cxn ang="0">
                    <a:pos x="791" y="57"/>
                  </a:cxn>
                  <a:cxn ang="0">
                    <a:pos x="727" y="88"/>
                  </a:cxn>
                  <a:cxn ang="0">
                    <a:pos x="655" y="123"/>
                  </a:cxn>
                  <a:cxn ang="0">
                    <a:pos x="576" y="161"/>
                  </a:cxn>
                  <a:cxn ang="0">
                    <a:pos x="493" y="201"/>
                  </a:cxn>
                  <a:cxn ang="0">
                    <a:pos x="409" y="242"/>
                  </a:cxn>
                  <a:cxn ang="0">
                    <a:pos x="327" y="281"/>
                  </a:cxn>
                  <a:cxn ang="0">
                    <a:pos x="249" y="320"/>
                  </a:cxn>
                  <a:cxn ang="0">
                    <a:pos x="176" y="356"/>
                  </a:cxn>
                  <a:cxn ang="0">
                    <a:pos x="114" y="388"/>
                  </a:cxn>
                  <a:cxn ang="0">
                    <a:pos x="62" y="415"/>
                  </a:cxn>
                  <a:cxn ang="0">
                    <a:pos x="25" y="435"/>
                  </a:cxn>
                  <a:cxn ang="0">
                    <a:pos x="4" y="448"/>
                  </a:cxn>
                  <a:cxn ang="0">
                    <a:pos x="0" y="483"/>
                  </a:cxn>
                  <a:cxn ang="0">
                    <a:pos x="10" y="653"/>
                  </a:cxn>
                  <a:cxn ang="0">
                    <a:pos x="26" y="875"/>
                  </a:cxn>
                  <a:cxn ang="0">
                    <a:pos x="37" y="1043"/>
                  </a:cxn>
                  <a:cxn ang="0">
                    <a:pos x="38" y="1091"/>
                  </a:cxn>
                  <a:cxn ang="0">
                    <a:pos x="33" y="1127"/>
                  </a:cxn>
                  <a:cxn ang="0">
                    <a:pos x="40" y="1125"/>
                  </a:cxn>
                  <a:cxn ang="0">
                    <a:pos x="51" y="1081"/>
                  </a:cxn>
                  <a:cxn ang="0">
                    <a:pos x="51" y="1055"/>
                  </a:cxn>
                  <a:cxn ang="0">
                    <a:pos x="42" y="898"/>
                  </a:cxn>
                  <a:cxn ang="0">
                    <a:pos x="30" y="679"/>
                  </a:cxn>
                  <a:cxn ang="0">
                    <a:pos x="24" y="508"/>
                  </a:cxn>
                  <a:cxn ang="0">
                    <a:pos x="27" y="471"/>
                  </a:cxn>
                  <a:cxn ang="0">
                    <a:pos x="31" y="467"/>
                  </a:cxn>
                  <a:cxn ang="0">
                    <a:pos x="38" y="461"/>
                  </a:cxn>
                  <a:cxn ang="0">
                    <a:pos x="50" y="453"/>
                  </a:cxn>
                  <a:cxn ang="0">
                    <a:pos x="62" y="434"/>
                  </a:cxn>
                  <a:cxn ang="0">
                    <a:pos x="92" y="417"/>
                  </a:cxn>
                  <a:cxn ang="0">
                    <a:pos x="124" y="400"/>
                  </a:cxn>
                  <a:cxn ang="0">
                    <a:pos x="158" y="382"/>
                  </a:cxn>
                  <a:cxn ang="0">
                    <a:pos x="194" y="362"/>
                  </a:cxn>
                  <a:cxn ang="0">
                    <a:pos x="232" y="342"/>
                  </a:cxn>
                  <a:cxn ang="0">
                    <a:pos x="272" y="323"/>
                  </a:cxn>
                  <a:cxn ang="0">
                    <a:pos x="314" y="301"/>
                  </a:cxn>
                  <a:cxn ang="0">
                    <a:pos x="357" y="280"/>
                  </a:cxn>
                </a:cxnLst>
                <a:rect l="0" t="0" r="r" b="b"/>
                <a:pathLst>
                  <a:path w="933" h="1134">
                    <a:moveTo>
                      <a:pt x="364" y="292"/>
                    </a:moveTo>
                    <a:lnTo>
                      <a:pt x="412" y="268"/>
                    </a:lnTo>
                    <a:lnTo>
                      <a:pt x="460" y="245"/>
                    </a:lnTo>
                    <a:lnTo>
                      <a:pt x="509" y="221"/>
                    </a:lnTo>
                    <a:lnTo>
                      <a:pt x="557" y="198"/>
                    </a:lnTo>
                    <a:lnTo>
                      <a:pt x="604" y="174"/>
                    </a:lnTo>
                    <a:lnTo>
                      <a:pt x="651" y="153"/>
                    </a:lnTo>
                    <a:lnTo>
                      <a:pt x="695" y="132"/>
                    </a:lnTo>
                    <a:lnTo>
                      <a:pt x="738" y="111"/>
                    </a:lnTo>
                    <a:lnTo>
                      <a:pt x="776" y="93"/>
                    </a:lnTo>
                    <a:lnTo>
                      <a:pt x="813" y="76"/>
                    </a:lnTo>
                    <a:lnTo>
                      <a:pt x="845" y="60"/>
                    </a:lnTo>
                    <a:lnTo>
                      <a:pt x="871" y="47"/>
                    </a:lnTo>
                    <a:lnTo>
                      <a:pt x="895" y="37"/>
                    </a:lnTo>
                    <a:lnTo>
                      <a:pt x="912" y="28"/>
                    </a:lnTo>
                    <a:lnTo>
                      <a:pt x="923" y="23"/>
                    </a:lnTo>
                    <a:lnTo>
                      <a:pt x="928" y="21"/>
                    </a:lnTo>
                    <a:lnTo>
                      <a:pt x="932" y="17"/>
                    </a:lnTo>
                    <a:lnTo>
                      <a:pt x="933" y="14"/>
                    </a:lnTo>
                    <a:lnTo>
                      <a:pt x="933" y="10"/>
                    </a:lnTo>
                    <a:lnTo>
                      <a:pt x="930" y="6"/>
                    </a:lnTo>
                    <a:lnTo>
                      <a:pt x="927" y="3"/>
                    </a:lnTo>
                    <a:lnTo>
                      <a:pt x="922" y="0"/>
                    </a:lnTo>
                    <a:lnTo>
                      <a:pt x="915" y="0"/>
                    </a:lnTo>
                    <a:lnTo>
                      <a:pt x="909" y="1"/>
                    </a:lnTo>
                    <a:lnTo>
                      <a:pt x="904" y="4"/>
                    </a:lnTo>
                    <a:lnTo>
                      <a:pt x="896" y="8"/>
                    </a:lnTo>
                    <a:lnTo>
                      <a:pt x="882" y="14"/>
                    </a:lnTo>
                    <a:lnTo>
                      <a:pt x="865" y="23"/>
                    </a:lnTo>
                    <a:lnTo>
                      <a:pt x="844" y="32"/>
                    </a:lnTo>
                    <a:lnTo>
                      <a:pt x="819" y="44"/>
                    </a:lnTo>
                    <a:lnTo>
                      <a:pt x="791" y="57"/>
                    </a:lnTo>
                    <a:lnTo>
                      <a:pt x="760" y="72"/>
                    </a:lnTo>
                    <a:lnTo>
                      <a:pt x="727" y="88"/>
                    </a:lnTo>
                    <a:lnTo>
                      <a:pt x="692" y="105"/>
                    </a:lnTo>
                    <a:lnTo>
                      <a:pt x="655" y="123"/>
                    </a:lnTo>
                    <a:lnTo>
                      <a:pt x="616" y="141"/>
                    </a:lnTo>
                    <a:lnTo>
                      <a:pt x="576" y="161"/>
                    </a:lnTo>
                    <a:lnTo>
                      <a:pt x="535" y="181"/>
                    </a:lnTo>
                    <a:lnTo>
                      <a:pt x="493" y="201"/>
                    </a:lnTo>
                    <a:lnTo>
                      <a:pt x="452" y="221"/>
                    </a:lnTo>
                    <a:lnTo>
                      <a:pt x="409" y="242"/>
                    </a:lnTo>
                    <a:lnTo>
                      <a:pt x="368" y="262"/>
                    </a:lnTo>
                    <a:lnTo>
                      <a:pt x="327" y="281"/>
                    </a:lnTo>
                    <a:lnTo>
                      <a:pt x="287" y="301"/>
                    </a:lnTo>
                    <a:lnTo>
                      <a:pt x="249" y="320"/>
                    </a:lnTo>
                    <a:lnTo>
                      <a:pt x="211" y="339"/>
                    </a:lnTo>
                    <a:lnTo>
                      <a:pt x="176" y="356"/>
                    </a:lnTo>
                    <a:lnTo>
                      <a:pt x="144" y="372"/>
                    </a:lnTo>
                    <a:lnTo>
                      <a:pt x="114" y="388"/>
                    </a:lnTo>
                    <a:lnTo>
                      <a:pt x="87" y="402"/>
                    </a:lnTo>
                    <a:lnTo>
                      <a:pt x="62" y="415"/>
                    </a:lnTo>
                    <a:lnTo>
                      <a:pt x="42" y="425"/>
                    </a:lnTo>
                    <a:lnTo>
                      <a:pt x="25" y="435"/>
                    </a:lnTo>
                    <a:lnTo>
                      <a:pt x="13" y="442"/>
                    </a:lnTo>
                    <a:lnTo>
                      <a:pt x="4" y="448"/>
                    </a:lnTo>
                    <a:lnTo>
                      <a:pt x="1" y="451"/>
                    </a:lnTo>
                    <a:lnTo>
                      <a:pt x="0" y="483"/>
                    </a:lnTo>
                    <a:lnTo>
                      <a:pt x="3" y="556"/>
                    </a:lnTo>
                    <a:lnTo>
                      <a:pt x="10" y="653"/>
                    </a:lnTo>
                    <a:lnTo>
                      <a:pt x="17" y="764"/>
                    </a:lnTo>
                    <a:lnTo>
                      <a:pt x="26" y="875"/>
                    </a:lnTo>
                    <a:lnTo>
                      <a:pt x="33" y="972"/>
                    </a:lnTo>
                    <a:lnTo>
                      <a:pt x="37" y="1043"/>
                    </a:lnTo>
                    <a:lnTo>
                      <a:pt x="40" y="1073"/>
                    </a:lnTo>
                    <a:lnTo>
                      <a:pt x="38" y="1091"/>
                    </a:lnTo>
                    <a:lnTo>
                      <a:pt x="35" y="1111"/>
                    </a:lnTo>
                    <a:lnTo>
                      <a:pt x="33" y="1127"/>
                    </a:lnTo>
                    <a:lnTo>
                      <a:pt x="34" y="1134"/>
                    </a:lnTo>
                    <a:lnTo>
                      <a:pt x="40" y="1125"/>
                    </a:lnTo>
                    <a:lnTo>
                      <a:pt x="47" y="1102"/>
                    </a:lnTo>
                    <a:lnTo>
                      <a:pt x="51" y="1081"/>
                    </a:lnTo>
                    <a:lnTo>
                      <a:pt x="53" y="1077"/>
                    </a:lnTo>
                    <a:lnTo>
                      <a:pt x="51" y="1055"/>
                    </a:lnTo>
                    <a:lnTo>
                      <a:pt x="47" y="991"/>
                    </a:lnTo>
                    <a:lnTo>
                      <a:pt x="42" y="898"/>
                    </a:lnTo>
                    <a:lnTo>
                      <a:pt x="35" y="789"/>
                    </a:lnTo>
                    <a:lnTo>
                      <a:pt x="30" y="679"/>
                    </a:lnTo>
                    <a:lnTo>
                      <a:pt x="26" y="581"/>
                    </a:lnTo>
                    <a:lnTo>
                      <a:pt x="24" y="508"/>
                    </a:lnTo>
                    <a:lnTo>
                      <a:pt x="26" y="472"/>
                    </a:lnTo>
                    <a:lnTo>
                      <a:pt x="27" y="471"/>
                    </a:lnTo>
                    <a:lnTo>
                      <a:pt x="28" y="469"/>
                    </a:lnTo>
                    <a:lnTo>
                      <a:pt x="31" y="467"/>
                    </a:lnTo>
                    <a:lnTo>
                      <a:pt x="34" y="464"/>
                    </a:lnTo>
                    <a:lnTo>
                      <a:pt x="38" y="461"/>
                    </a:lnTo>
                    <a:lnTo>
                      <a:pt x="44" y="457"/>
                    </a:lnTo>
                    <a:lnTo>
                      <a:pt x="50" y="453"/>
                    </a:lnTo>
                    <a:lnTo>
                      <a:pt x="58" y="449"/>
                    </a:lnTo>
                    <a:lnTo>
                      <a:pt x="62" y="434"/>
                    </a:lnTo>
                    <a:lnTo>
                      <a:pt x="77" y="425"/>
                    </a:lnTo>
                    <a:lnTo>
                      <a:pt x="92" y="417"/>
                    </a:lnTo>
                    <a:lnTo>
                      <a:pt x="107" y="408"/>
                    </a:lnTo>
                    <a:lnTo>
                      <a:pt x="124" y="400"/>
                    </a:lnTo>
                    <a:lnTo>
                      <a:pt x="141" y="390"/>
                    </a:lnTo>
                    <a:lnTo>
                      <a:pt x="158" y="382"/>
                    </a:lnTo>
                    <a:lnTo>
                      <a:pt x="176" y="372"/>
                    </a:lnTo>
                    <a:lnTo>
                      <a:pt x="194" y="362"/>
                    </a:lnTo>
                    <a:lnTo>
                      <a:pt x="213" y="353"/>
                    </a:lnTo>
                    <a:lnTo>
                      <a:pt x="232" y="342"/>
                    </a:lnTo>
                    <a:lnTo>
                      <a:pt x="252" y="332"/>
                    </a:lnTo>
                    <a:lnTo>
                      <a:pt x="272" y="323"/>
                    </a:lnTo>
                    <a:lnTo>
                      <a:pt x="293" y="312"/>
                    </a:lnTo>
                    <a:lnTo>
                      <a:pt x="314" y="301"/>
                    </a:lnTo>
                    <a:lnTo>
                      <a:pt x="335" y="291"/>
                    </a:lnTo>
                    <a:lnTo>
                      <a:pt x="357" y="280"/>
                    </a:lnTo>
                    <a:lnTo>
                      <a:pt x="364" y="29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4" name="Freeform 234"/>
              <p:cNvSpPr>
                <a:spLocks/>
              </p:cNvSpPr>
              <p:nvPr/>
            </p:nvSpPr>
            <p:spPr bwMode="auto">
              <a:xfrm>
                <a:off x="386" y="963"/>
                <a:ext cx="187" cy="227"/>
              </a:xfrm>
              <a:custGeom>
                <a:avLst/>
                <a:gdLst/>
                <a:ahLst/>
                <a:cxnLst>
                  <a:cxn ang="0">
                    <a:pos x="421" y="270"/>
                  </a:cxn>
                  <a:cxn ang="0">
                    <a:pos x="517" y="223"/>
                  </a:cxn>
                  <a:cxn ang="0">
                    <a:pos x="612" y="176"/>
                  </a:cxn>
                  <a:cxn ang="0">
                    <a:pos x="700" y="132"/>
                  </a:cxn>
                  <a:cxn ang="0">
                    <a:pos x="780" y="94"/>
                  </a:cxn>
                  <a:cxn ang="0">
                    <a:pos x="848" y="62"/>
                  </a:cxn>
                  <a:cxn ang="0">
                    <a:pos x="897" y="37"/>
                  </a:cxn>
                  <a:cxn ang="0">
                    <a:pos x="925" y="23"/>
                  </a:cxn>
                  <a:cxn ang="0">
                    <a:pos x="934" y="18"/>
                  </a:cxn>
                  <a:cxn ang="0">
                    <a:pos x="935" y="11"/>
                  </a:cxn>
                  <a:cxn ang="0">
                    <a:pos x="929" y="3"/>
                  </a:cxn>
                  <a:cxn ang="0">
                    <a:pos x="917" y="0"/>
                  </a:cxn>
                  <a:cxn ang="0">
                    <a:pos x="906" y="4"/>
                  </a:cxn>
                  <a:cxn ang="0">
                    <a:pos x="884" y="15"/>
                  </a:cxn>
                  <a:cxn ang="0">
                    <a:pos x="846" y="33"/>
                  </a:cxn>
                  <a:cxn ang="0">
                    <a:pos x="793" y="58"/>
                  </a:cxn>
                  <a:cxn ang="0">
                    <a:pos x="729" y="88"/>
                  </a:cxn>
                  <a:cxn ang="0">
                    <a:pos x="657" y="123"/>
                  </a:cxn>
                  <a:cxn ang="0">
                    <a:pos x="579" y="161"/>
                  </a:cxn>
                  <a:cxn ang="0">
                    <a:pos x="496" y="201"/>
                  </a:cxn>
                  <a:cxn ang="0">
                    <a:pos x="413" y="241"/>
                  </a:cxn>
                  <a:cxn ang="0">
                    <a:pos x="331" y="281"/>
                  </a:cxn>
                  <a:cxn ang="0">
                    <a:pos x="252" y="320"/>
                  </a:cxn>
                  <a:cxn ang="0">
                    <a:pos x="180" y="355"/>
                  </a:cxn>
                  <a:cxn ang="0">
                    <a:pos x="117" y="387"/>
                  </a:cxn>
                  <a:cxn ang="0">
                    <a:pos x="65" y="414"/>
                  </a:cxn>
                  <a:cxn ang="0">
                    <a:pos x="28" y="434"/>
                  </a:cxn>
                  <a:cxn ang="0">
                    <a:pos x="6" y="448"/>
                  </a:cxn>
                  <a:cxn ang="0">
                    <a:pos x="0" y="485"/>
                  </a:cxn>
                  <a:cxn ang="0">
                    <a:pos x="9" y="654"/>
                  </a:cxn>
                  <a:cxn ang="0">
                    <a:pos x="27" y="875"/>
                  </a:cxn>
                  <a:cxn ang="0">
                    <a:pos x="39" y="1043"/>
                  </a:cxn>
                  <a:cxn ang="0">
                    <a:pos x="39" y="1091"/>
                  </a:cxn>
                  <a:cxn ang="0">
                    <a:pos x="34" y="1127"/>
                  </a:cxn>
                  <a:cxn ang="0">
                    <a:pos x="41" y="1124"/>
                  </a:cxn>
                  <a:cxn ang="0">
                    <a:pos x="53" y="1082"/>
                  </a:cxn>
                  <a:cxn ang="0">
                    <a:pos x="53" y="1055"/>
                  </a:cxn>
                  <a:cxn ang="0">
                    <a:pos x="43" y="896"/>
                  </a:cxn>
                  <a:cxn ang="0">
                    <a:pos x="30" y="676"/>
                  </a:cxn>
                  <a:cxn ang="0">
                    <a:pos x="24" y="505"/>
                  </a:cxn>
                  <a:cxn ang="0">
                    <a:pos x="30" y="470"/>
                  </a:cxn>
                  <a:cxn ang="0">
                    <a:pos x="46" y="460"/>
                  </a:cxn>
                  <a:cxn ang="0">
                    <a:pos x="67" y="425"/>
                  </a:cxn>
                  <a:cxn ang="0">
                    <a:pos x="90" y="412"/>
                  </a:cxn>
                  <a:cxn ang="0">
                    <a:pos x="116" y="398"/>
                  </a:cxn>
                  <a:cxn ang="0">
                    <a:pos x="147" y="382"/>
                  </a:cxn>
                  <a:cxn ang="0">
                    <a:pos x="182" y="364"/>
                  </a:cxn>
                  <a:cxn ang="0">
                    <a:pos x="220" y="345"/>
                  </a:cxn>
                  <a:cxn ang="0">
                    <a:pos x="263" y="323"/>
                  </a:cxn>
                  <a:cxn ang="0">
                    <a:pos x="308" y="301"/>
                  </a:cxn>
                  <a:cxn ang="0">
                    <a:pos x="358" y="276"/>
                  </a:cxn>
                </a:cxnLst>
                <a:rect l="0" t="0" r="r" b="b"/>
                <a:pathLst>
                  <a:path w="935" h="1135">
                    <a:moveTo>
                      <a:pt x="373" y="293"/>
                    </a:moveTo>
                    <a:lnTo>
                      <a:pt x="421" y="270"/>
                    </a:lnTo>
                    <a:lnTo>
                      <a:pt x="469" y="247"/>
                    </a:lnTo>
                    <a:lnTo>
                      <a:pt x="517" y="223"/>
                    </a:lnTo>
                    <a:lnTo>
                      <a:pt x="565" y="200"/>
                    </a:lnTo>
                    <a:lnTo>
                      <a:pt x="612" y="176"/>
                    </a:lnTo>
                    <a:lnTo>
                      <a:pt x="657" y="154"/>
                    </a:lnTo>
                    <a:lnTo>
                      <a:pt x="700" y="132"/>
                    </a:lnTo>
                    <a:lnTo>
                      <a:pt x="742" y="112"/>
                    </a:lnTo>
                    <a:lnTo>
                      <a:pt x="780" y="94"/>
                    </a:lnTo>
                    <a:lnTo>
                      <a:pt x="816" y="77"/>
                    </a:lnTo>
                    <a:lnTo>
                      <a:pt x="848" y="62"/>
                    </a:lnTo>
                    <a:lnTo>
                      <a:pt x="874" y="48"/>
                    </a:lnTo>
                    <a:lnTo>
                      <a:pt x="897" y="37"/>
                    </a:lnTo>
                    <a:lnTo>
                      <a:pt x="914" y="29"/>
                    </a:lnTo>
                    <a:lnTo>
                      <a:pt x="925" y="23"/>
                    </a:lnTo>
                    <a:lnTo>
                      <a:pt x="930" y="21"/>
                    </a:lnTo>
                    <a:lnTo>
                      <a:pt x="934" y="18"/>
                    </a:lnTo>
                    <a:lnTo>
                      <a:pt x="935" y="15"/>
                    </a:lnTo>
                    <a:lnTo>
                      <a:pt x="935" y="11"/>
                    </a:lnTo>
                    <a:lnTo>
                      <a:pt x="932" y="6"/>
                    </a:lnTo>
                    <a:lnTo>
                      <a:pt x="929" y="3"/>
                    </a:lnTo>
                    <a:lnTo>
                      <a:pt x="924" y="1"/>
                    </a:lnTo>
                    <a:lnTo>
                      <a:pt x="917" y="0"/>
                    </a:lnTo>
                    <a:lnTo>
                      <a:pt x="911" y="2"/>
                    </a:lnTo>
                    <a:lnTo>
                      <a:pt x="906" y="4"/>
                    </a:lnTo>
                    <a:lnTo>
                      <a:pt x="898" y="8"/>
                    </a:lnTo>
                    <a:lnTo>
                      <a:pt x="884" y="15"/>
                    </a:lnTo>
                    <a:lnTo>
                      <a:pt x="867" y="22"/>
                    </a:lnTo>
                    <a:lnTo>
                      <a:pt x="846" y="33"/>
                    </a:lnTo>
                    <a:lnTo>
                      <a:pt x="821" y="45"/>
                    </a:lnTo>
                    <a:lnTo>
                      <a:pt x="793" y="58"/>
                    </a:lnTo>
                    <a:lnTo>
                      <a:pt x="762" y="72"/>
                    </a:lnTo>
                    <a:lnTo>
                      <a:pt x="729" y="88"/>
                    </a:lnTo>
                    <a:lnTo>
                      <a:pt x="694" y="106"/>
                    </a:lnTo>
                    <a:lnTo>
                      <a:pt x="657" y="123"/>
                    </a:lnTo>
                    <a:lnTo>
                      <a:pt x="618" y="142"/>
                    </a:lnTo>
                    <a:lnTo>
                      <a:pt x="579" y="161"/>
                    </a:lnTo>
                    <a:lnTo>
                      <a:pt x="538" y="180"/>
                    </a:lnTo>
                    <a:lnTo>
                      <a:pt x="496" y="201"/>
                    </a:lnTo>
                    <a:lnTo>
                      <a:pt x="455" y="221"/>
                    </a:lnTo>
                    <a:lnTo>
                      <a:pt x="413" y="241"/>
                    </a:lnTo>
                    <a:lnTo>
                      <a:pt x="371" y="261"/>
                    </a:lnTo>
                    <a:lnTo>
                      <a:pt x="331" y="281"/>
                    </a:lnTo>
                    <a:lnTo>
                      <a:pt x="290" y="301"/>
                    </a:lnTo>
                    <a:lnTo>
                      <a:pt x="252" y="320"/>
                    </a:lnTo>
                    <a:lnTo>
                      <a:pt x="216" y="338"/>
                    </a:lnTo>
                    <a:lnTo>
                      <a:pt x="180" y="355"/>
                    </a:lnTo>
                    <a:lnTo>
                      <a:pt x="147" y="373"/>
                    </a:lnTo>
                    <a:lnTo>
                      <a:pt x="117" y="387"/>
                    </a:lnTo>
                    <a:lnTo>
                      <a:pt x="90" y="401"/>
                    </a:lnTo>
                    <a:lnTo>
                      <a:pt x="65" y="414"/>
                    </a:lnTo>
                    <a:lnTo>
                      <a:pt x="45" y="426"/>
                    </a:lnTo>
                    <a:lnTo>
                      <a:pt x="28" y="434"/>
                    </a:lnTo>
                    <a:lnTo>
                      <a:pt x="15" y="443"/>
                    </a:lnTo>
                    <a:lnTo>
                      <a:pt x="6" y="448"/>
                    </a:lnTo>
                    <a:lnTo>
                      <a:pt x="2" y="452"/>
                    </a:lnTo>
                    <a:lnTo>
                      <a:pt x="0" y="485"/>
                    </a:lnTo>
                    <a:lnTo>
                      <a:pt x="3" y="556"/>
                    </a:lnTo>
                    <a:lnTo>
                      <a:pt x="9" y="654"/>
                    </a:lnTo>
                    <a:lnTo>
                      <a:pt x="17" y="764"/>
                    </a:lnTo>
                    <a:lnTo>
                      <a:pt x="27" y="875"/>
                    </a:lnTo>
                    <a:lnTo>
                      <a:pt x="34" y="973"/>
                    </a:lnTo>
                    <a:lnTo>
                      <a:pt x="39" y="1043"/>
                    </a:lnTo>
                    <a:lnTo>
                      <a:pt x="41" y="1074"/>
                    </a:lnTo>
                    <a:lnTo>
                      <a:pt x="39" y="1091"/>
                    </a:lnTo>
                    <a:lnTo>
                      <a:pt x="36" y="1110"/>
                    </a:lnTo>
                    <a:lnTo>
                      <a:pt x="34" y="1127"/>
                    </a:lnTo>
                    <a:lnTo>
                      <a:pt x="36" y="1135"/>
                    </a:lnTo>
                    <a:lnTo>
                      <a:pt x="41" y="1124"/>
                    </a:lnTo>
                    <a:lnTo>
                      <a:pt x="49" y="1102"/>
                    </a:lnTo>
                    <a:lnTo>
                      <a:pt x="53" y="1082"/>
                    </a:lnTo>
                    <a:lnTo>
                      <a:pt x="55" y="1077"/>
                    </a:lnTo>
                    <a:lnTo>
                      <a:pt x="53" y="1055"/>
                    </a:lnTo>
                    <a:lnTo>
                      <a:pt x="49" y="990"/>
                    </a:lnTo>
                    <a:lnTo>
                      <a:pt x="43" y="896"/>
                    </a:lnTo>
                    <a:lnTo>
                      <a:pt x="36" y="787"/>
                    </a:lnTo>
                    <a:lnTo>
                      <a:pt x="30" y="676"/>
                    </a:lnTo>
                    <a:lnTo>
                      <a:pt x="25" y="576"/>
                    </a:lnTo>
                    <a:lnTo>
                      <a:pt x="24" y="505"/>
                    </a:lnTo>
                    <a:lnTo>
                      <a:pt x="27" y="472"/>
                    </a:lnTo>
                    <a:lnTo>
                      <a:pt x="30" y="470"/>
                    </a:lnTo>
                    <a:lnTo>
                      <a:pt x="36" y="465"/>
                    </a:lnTo>
                    <a:lnTo>
                      <a:pt x="46" y="460"/>
                    </a:lnTo>
                    <a:lnTo>
                      <a:pt x="58" y="454"/>
                    </a:lnTo>
                    <a:lnTo>
                      <a:pt x="67" y="425"/>
                    </a:lnTo>
                    <a:lnTo>
                      <a:pt x="78" y="418"/>
                    </a:lnTo>
                    <a:lnTo>
                      <a:pt x="90" y="412"/>
                    </a:lnTo>
                    <a:lnTo>
                      <a:pt x="102" y="406"/>
                    </a:lnTo>
                    <a:lnTo>
                      <a:pt x="116" y="398"/>
                    </a:lnTo>
                    <a:lnTo>
                      <a:pt x="131" y="391"/>
                    </a:lnTo>
                    <a:lnTo>
                      <a:pt x="147" y="382"/>
                    </a:lnTo>
                    <a:lnTo>
                      <a:pt x="164" y="374"/>
                    </a:lnTo>
                    <a:lnTo>
                      <a:pt x="182" y="364"/>
                    </a:lnTo>
                    <a:lnTo>
                      <a:pt x="201" y="354"/>
                    </a:lnTo>
                    <a:lnTo>
                      <a:pt x="220" y="345"/>
                    </a:lnTo>
                    <a:lnTo>
                      <a:pt x="241" y="334"/>
                    </a:lnTo>
                    <a:lnTo>
                      <a:pt x="263" y="323"/>
                    </a:lnTo>
                    <a:lnTo>
                      <a:pt x="285" y="313"/>
                    </a:lnTo>
                    <a:lnTo>
                      <a:pt x="308" y="301"/>
                    </a:lnTo>
                    <a:lnTo>
                      <a:pt x="332" y="289"/>
                    </a:lnTo>
                    <a:lnTo>
                      <a:pt x="358" y="276"/>
                    </a:lnTo>
                    <a:lnTo>
                      <a:pt x="373" y="29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5" name="Freeform 235"/>
              <p:cNvSpPr>
                <a:spLocks/>
              </p:cNvSpPr>
              <p:nvPr/>
            </p:nvSpPr>
            <p:spPr bwMode="auto">
              <a:xfrm>
                <a:off x="402" y="975"/>
                <a:ext cx="187" cy="227"/>
              </a:xfrm>
              <a:custGeom>
                <a:avLst/>
                <a:gdLst/>
                <a:ahLst/>
                <a:cxnLst>
                  <a:cxn ang="0">
                    <a:pos x="428" y="260"/>
                  </a:cxn>
                  <a:cxn ang="0">
                    <a:pos x="524" y="214"/>
                  </a:cxn>
                  <a:cxn ang="0">
                    <a:pos x="617" y="169"/>
                  </a:cxn>
                  <a:cxn ang="0">
                    <a:pos x="706" y="128"/>
                  </a:cxn>
                  <a:cxn ang="0">
                    <a:pos x="785" y="89"/>
                  </a:cxn>
                  <a:cxn ang="0">
                    <a:pos x="850" y="58"/>
                  </a:cxn>
                  <a:cxn ang="0">
                    <a:pos x="898" y="36"/>
                  </a:cxn>
                  <a:cxn ang="0">
                    <a:pos x="926" y="23"/>
                  </a:cxn>
                  <a:cxn ang="0">
                    <a:pos x="934" y="18"/>
                  </a:cxn>
                  <a:cxn ang="0">
                    <a:pos x="935" y="10"/>
                  </a:cxn>
                  <a:cxn ang="0">
                    <a:pos x="929" y="3"/>
                  </a:cxn>
                  <a:cxn ang="0">
                    <a:pos x="917" y="0"/>
                  </a:cxn>
                  <a:cxn ang="0">
                    <a:pos x="906" y="4"/>
                  </a:cxn>
                  <a:cxn ang="0">
                    <a:pos x="884" y="14"/>
                  </a:cxn>
                  <a:cxn ang="0">
                    <a:pos x="846" y="33"/>
                  </a:cxn>
                  <a:cxn ang="0">
                    <a:pos x="794" y="57"/>
                  </a:cxn>
                  <a:cxn ang="0">
                    <a:pos x="730" y="87"/>
                  </a:cxn>
                  <a:cxn ang="0">
                    <a:pos x="659" y="123"/>
                  </a:cxn>
                  <a:cxn ang="0">
                    <a:pos x="580" y="160"/>
                  </a:cxn>
                  <a:cxn ang="0">
                    <a:pos x="497" y="200"/>
                  </a:cxn>
                  <a:cxn ang="0">
                    <a:pos x="414" y="241"/>
                  </a:cxn>
                  <a:cxn ang="0">
                    <a:pos x="332" y="281"/>
                  </a:cxn>
                  <a:cxn ang="0">
                    <a:pos x="254" y="319"/>
                  </a:cxn>
                  <a:cxn ang="0">
                    <a:pos x="182" y="355"/>
                  </a:cxn>
                  <a:cxn ang="0">
                    <a:pos x="118" y="387"/>
                  </a:cxn>
                  <a:cxn ang="0">
                    <a:pos x="67" y="414"/>
                  </a:cxn>
                  <a:cxn ang="0">
                    <a:pos x="29" y="434"/>
                  </a:cxn>
                  <a:cxn ang="0">
                    <a:pos x="7" y="448"/>
                  </a:cxn>
                  <a:cxn ang="0">
                    <a:pos x="0" y="484"/>
                  </a:cxn>
                  <a:cxn ang="0">
                    <a:pos x="8" y="653"/>
                  </a:cxn>
                  <a:cxn ang="0">
                    <a:pos x="25" y="874"/>
                  </a:cxn>
                  <a:cxn ang="0">
                    <a:pos x="39" y="1043"/>
                  </a:cxn>
                  <a:cxn ang="0">
                    <a:pos x="40" y="1091"/>
                  </a:cxn>
                  <a:cxn ang="0">
                    <a:pos x="35" y="1126"/>
                  </a:cxn>
                  <a:cxn ang="0">
                    <a:pos x="41" y="1124"/>
                  </a:cxn>
                  <a:cxn ang="0">
                    <a:pos x="53" y="1080"/>
                  </a:cxn>
                  <a:cxn ang="0">
                    <a:pos x="53" y="1055"/>
                  </a:cxn>
                  <a:cxn ang="0">
                    <a:pos x="44" y="898"/>
                  </a:cxn>
                  <a:cxn ang="0">
                    <a:pos x="32" y="679"/>
                  </a:cxn>
                  <a:cxn ang="0">
                    <a:pos x="26" y="507"/>
                  </a:cxn>
                  <a:cxn ang="0">
                    <a:pos x="29" y="471"/>
                  </a:cxn>
                  <a:cxn ang="0">
                    <a:pos x="34" y="465"/>
                  </a:cxn>
                  <a:cxn ang="0">
                    <a:pos x="43" y="459"/>
                  </a:cxn>
                  <a:cxn ang="0">
                    <a:pos x="56" y="450"/>
                  </a:cxn>
                  <a:cxn ang="0">
                    <a:pos x="75" y="416"/>
                  </a:cxn>
                  <a:cxn ang="0">
                    <a:pos x="99" y="402"/>
                  </a:cxn>
                  <a:cxn ang="0">
                    <a:pos x="127" y="387"/>
                  </a:cxn>
                  <a:cxn ang="0">
                    <a:pos x="158" y="371"/>
                  </a:cxn>
                  <a:cxn ang="0">
                    <a:pos x="192" y="353"/>
                  </a:cxn>
                  <a:cxn ang="0">
                    <a:pos x="230" y="334"/>
                  </a:cxn>
                  <a:cxn ang="0">
                    <a:pos x="272" y="314"/>
                  </a:cxn>
                  <a:cxn ang="0">
                    <a:pos x="317" y="291"/>
                  </a:cxn>
                  <a:cxn ang="0">
                    <a:pos x="366" y="267"/>
                  </a:cxn>
                </a:cxnLst>
                <a:rect l="0" t="0" r="r" b="b"/>
                <a:pathLst>
                  <a:path w="935" h="1134">
                    <a:moveTo>
                      <a:pt x="381" y="284"/>
                    </a:moveTo>
                    <a:lnTo>
                      <a:pt x="428" y="260"/>
                    </a:lnTo>
                    <a:lnTo>
                      <a:pt x="476" y="238"/>
                    </a:lnTo>
                    <a:lnTo>
                      <a:pt x="524" y="214"/>
                    </a:lnTo>
                    <a:lnTo>
                      <a:pt x="571" y="192"/>
                    </a:lnTo>
                    <a:lnTo>
                      <a:pt x="617" y="169"/>
                    </a:lnTo>
                    <a:lnTo>
                      <a:pt x="663" y="148"/>
                    </a:lnTo>
                    <a:lnTo>
                      <a:pt x="706" y="128"/>
                    </a:lnTo>
                    <a:lnTo>
                      <a:pt x="746" y="108"/>
                    </a:lnTo>
                    <a:lnTo>
                      <a:pt x="785" y="89"/>
                    </a:lnTo>
                    <a:lnTo>
                      <a:pt x="819" y="73"/>
                    </a:lnTo>
                    <a:lnTo>
                      <a:pt x="850" y="58"/>
                    </a:lnTo>
                    <a:lnTo>
                      <a:pt x="876" y="47"/>
                    </a:lnTo>
                    <a:lnTo>
                      <a:pt x="898" y="36"/>
                    </a:lnTo>
                    <a:lnTo>
                      <a:pt x="915" y="29"/>
                    </a:lnTo>
                    <a:lnTo>
                      <a:pt x="926" y="23"/>
                    </a:lnTo>
                    <a:lnTo>
                      <a:pt x="930" y="21"/>
                    </a:lnTo>
                    <a:lnTo>
                      <a:pt x="934" y="18"/>
                    </a:lnTo>
                    <a:lnTo>
                      <a:pt x="935" y="15"/>
                    </a:lnTo>
                    <a:lnTo>
                      <a:pt x="935" y="10"/>
                    </a:lnTo>
                    <a:lnTo>
                      <a:pt x="933" y="6"/>
                    </a:lnTo>
                    <a:lnTo>
                      <a:pt x="929" y="3"/>
                    </a:lnTo>
                    <a:lnTo>
                      <a:pt x="923" y="1"/>
                    </a:lnTo>
                    <a:lnTo>
                      <a:pt x="917" y="0"/>
                    </a:lnTo>
                    <a:lnTo>
                      <a:pt x="911" y="2"/>
                    </a:lnTo>
                    <a:lnTo>
                      <a:pt x="906" y="4"/>
                    </a:lnTo>
                    <a:lnTo>
                      <a:pt x="898" y="8"/>
                    </a:lnTo>
                    <a:lnTo>
                      <a:pt x="884" y="14"/>
                    </a:lnTo>
                    <a:lnTo>
                      <a:pt x="867" y="22"/>
                    </a:lnTo>
                    <a:lnTo>
                      <a:pt x="846" y="33"/>
                    </a:lnTo>
                    <a:lnTo>
                      <a:pt x="822" y="43"/>
                    </a:lnTo>
                    <a:lnTo>
                      <a:pt x="794" y="57"/>
                    </a:lnTo>
                    <a:lnTo>
                      <a:pt x="763" y="71"/>
                    </a:lnTo>
                    <a:lnTo>
                      <a:pt x="730" y="87"/>
                    </a:lnTo>
                    <a:lnTo>
                      <a:pt x="695" y="104"/>
                    </a:lnTo>
                    <a:lnTo>
                      <a:pt x="659" y="123"/>
                    </a:lnTo>
                    <a:lnTo>
                      <a:pt x="620" y="141"/>
                    </a:lnTo>
                    <a:lnTo>
                      <a:pt x="580" y="160"/>
                    </a:lnTo>
                    <a:lnTo>
                      <a:pt x="539" y="180"/>
                    </a:lnTo>
                    <a:lnTo>
                      <a:pt x="497" y="200"/>
                    </a:lnTo>
                    <a:lnTo>
                      <a:pt x="456" y="220"/>
                    </a:lnTo>
                    <a:lnTo>
                      <a:pt x="414" y="241"/>
                    </a:lnTo>
                    <a:lnTo>
                      <a:pt x="372" y="260"/>
                    </a:lnTo>
                    <a:lnTo>
                      <a:pt x="332" y="281"/>
                    </a:lnTo>
                    <a:lnTo>
                      <a:pt x="292" y="301"/>
                    </a:lnTo>
                    <a:lnTo>
                      <a:pt x="254" y="319"/>
                    </a:lnTo>
                    <a:lnTo>
                      <a:pt x="217" y="338"/>
                    </a:lnTo>
                    <a:lnTo>
                      <a:pt x="182" y="355"/>
                    </a:lnTo>
                    <a:lnTo>
                      <a:pt x="149" y="371"/>
                    </a:lnTo>
                    <a:lnTo>
                      <a:pt x="118" y="387"/>
                    </a:lnTo>
                    <a:lnTo>
                      <a:pt x="92" y="401"/>
                    </a:lnTo>
                    <a:lnTo>
                      <a:pt x="67" y="414"/>
                    </a:lnTo>
                    <a:lnTo>
                      <a:pt x="46" y="426"/>
                    </a:lnTo>
                    <a:lnTo>
                      <a:pt x="29" y="434"/>
                    </a:lnTo>
                    <a:lnTo>
                      <a:pt x="16" y="443"/>
                    </a:lnTo>
                    <a:lnTo>
                      <a:pt x="7" y="448"/>
                    </a:lnTo>
                    <a:lnTo>
                      <a:pt x="3" y="451"/>
                    </a:lnTo>
                    <a:lnTo>
                      <a:pt x="0" y="484"/>
                    </a:lnTo>
                    <a:lnTo>
                      <a:pt x="2" y="556"/>
                    </a:lnTo>
                    <a:lnTo>
                      <a:pt x="8" y="653"/>
                    </a:lnTo>
                    <a:lnTo>
                      <a:pt x="17" y="764"/>
                    </a:lnTo>
                    <a:lnTo>
                      <a:pt x="25" y="874"/>
                    </a:lnTo>
                    <a:lnTo>
                      <a:pt x="34" y="971"/>
                    </a:lnTo>
                    <a:lnTo>
                      <a:pt x="39" y="1043"/>
                    </a:lnTo>
                    <a:lnTo>
                      <a:pt x="41" y="1074"/>
                    </a:lnTo>
                    <a:lnTo>
                      <a:pt x="40" y="1091"/>
                    </a:lnTo>
                    <a:lnTo>
                      <a:pt x="37" y="1110"/>
                    </a:lnTo>
                    <a:lnTo>
                      <a:pt x="35" y="1126"/>
                    </a:lnTo>
                    <a:lnTo>
                      <a:pt x="36" y="1134"/>
                    </a:lnTo>
                    <a:lnTo>
                      <a:pt x="41" y="1124"/>
                    </a:lnTo>
                    <a:lnTo>
                      <a:pt x="49" y="1102"/>
                    </a:lnTo>
                    <a:lnTo>
                      <a:pt x="53" y="1080"/>
                    </a:lnTo>
                    <a:lnTo>
                      <a:pt x="55" y="1076"/>
                    </a:lnTo>
                    <a:lnTo>
                      <a:pt x="53" y="1055"/>
                    </a:lnTo>
                    <a:lnTo>
                      <a:pt x="49" y="991"/>
                    </a:lnTo>
                    <a:lnTo>
                      <a:pt x="44" y="898"/>
                    </a:lnTo>
                    <a:lnTo>
                      <a:pt x="38" y="790"/>
                    </a:lnTo>
                    <a:lnTo>
                      <a:pt x="32" y="679"/>
                    </a:lnTo>
                    <a:lnTo>
                      <a:pt x="29" y="581"/>
                    </a:lnTo>
                    <a:lnTo>
                      <a:pt x="26" y="507"/>
                    </a:lnTo>
                    <a:lnTo>
                      <a:pt x="28" y="472"/>
                    </a:lnTo>
                    <a:lnTo>
                      <a:pt x="29" y="471"/>
                    </a:lnTo>
                    <a:lnTo>
                      <a:pt x="31" y="468"/>
                    </a:lnTo>
                    <a:lnTo>
                      <a:pt x="34" y="465"/>
                    </a:lnTo>
                    <a:lnTo>
                      <a:pt x="38" y="462"/>
                    </a:lnTo>
                    <a:lnTo>
                      <a:pt x="43" y="459"/>
                    </a:lnTo>
                    <a:lnTo>
                      <a:pt x="49" y="455"/>
                    </a:lnTo>
                    <a:lnTo>
                      <a:pt x="56" y="450"/>
                    </a:lnTo>
                    <a:lnTo>
                      <a:pt x="64" y="446"/>
                    </a:lnTo>
                    <a:lnTo>
                      <a:pt x="75" y="416"/>
                    </a:lnTo>
                    <a:lnTo>
                      <a:pt x="86" y="410"/>
                    </a:lnTo>
                    <a:lnTo>
                      <a:pt x="99" y="402"/>
                    </a:lnTo>
                    <a:lnTo>
                      <a:pt x="112" y="396"/>
                    </a:lnTo>
                    <a:lnTo>
                      <a:pt x="127" y="387"/>
                    </a:lnTo>
                    <a:lnTo>
                      <a:pt x="142" y="380"/>
                    </a:lnTo>
                    <a:lnTo>
                      <a:pt x="158" y="371"/>
                    </a:lnTo>
                    <a:lnTo>
                      <a:pt x="175" y="363"/>
                    </a:lnTo>
                    <a:lnTo>
                      <a:pt x="192" y="353"/>
                    </a:lnTo>
                    <a:lnTo>
                      <a:pt x="211" y="344"/>
                    </a:lnTo>
                    <a:lnTo>
                      <a:pt x="230" y="334"/>
                    </a:lnTo>
                    <a:lnTo>
                      <a:pt x="251" y="323"/>
                    </a:lnTo>
                    <a:lnTo>
                      <a:pt x="272" y="314"/>
                    </a:lnTo>
                    <a:lnTo>
                      <a:pt x="295" y="302"/>
                    </a:lnTo>
                    <a:lnTo>
                      <a:pt x="317" y="291"/>
                    </a:lnTo>
                    <a:lnTo>
                      <a:pt x="341" y="278"/>
                    </a:lnTo>
                    <a:lnTo>
                      <a:pt x="366" y="267"/>
                    </a:lnTo>
                    <a:lnTo>
                      <a:pt x="381" y="28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6" name="Freeform 236"/>
              <p:cNvSpPr>
                <a:spLocks/>
              </p:cNvSpPr>
              <p:nvPr/>
            </p:nvSpPr>
            <p:spPr bwMode="auto">
              <a:xfrm>
                <a:off x="420" y="989"/>
                <a:ext cx="187" cy="226"/>
              </a:xfrm>
              <a:custGeom>
                <a:avLst/>
                <a:gdLst/>
                <a:ahLst/>
                <a:cxnLst>
                  <a:cxn ang="0">
                    <a:pos x="33" y="1124"/>
                  </a:cxn>
                  <a:cxn ang="0">
                    <a:pos x="38" y="1089"/>
                  </a:cxn>
                  <a:cxn ang="0">
                    <a:pos x="38" y="1043"/>
                  </a:cxn>
                  <a:cxn ang="0">
                    <a:pos x="25" y="876"/>
                  </a:cxn>
                  <a:cxn ang="0">
                    <a:pos x="9" y="655"/>
                  </a:cxn>
                  <a:cxn ang="0">
                    <a:pos x="0" y="484"/>
                  </a:cxn>
                  <a:cxn ang="0">
                    <a:pos x="4" y="448"/>
                  </a:cxn>
                  <a:cxn ang="0">
                    <a:pos x="24" y="436"/>
                  </a:cxn>
                  <a:cxn ang="0">
                    <a:pos x="61" y="415"/>
                  </a:cxn>
                  <a:cxn ang="0">
                    <a:pos x="113" y="390"/>
                  </a:cxn>
                  <a:cxn ang="0">
                    <a:pos x="176" y="358"/>
                  </a:cxn>
                  <a:cxn ang="0">
                    <a:pos x="247" y="323"/>
                  </a:cxn>
                  <a:cxn ang="0">
                    <a:pos x="326" y="283"/>
                  </a:cxn>
                  <a:cxn ang="0">
                    <a:pos x="409" y="244"/>
                  </a:cxn>
                  <a:cxn ang="0">
                    <a:pos x="492" y="203"/>
                  </a:cxn>
                  <a:cxn ang="0">
                    <a:pos x="574" y="162"/>
                  </a:cxn>
                  <a:cxn ang="0">
                    <a:pos x="653" y="124"/>
                  </a:cxn>
                  <a:cxn ang="0">
                    <a:pos x="726" y="90"/>
                  </a:cxn>
                  <a:cxn ang="0">
                    <a:pos x="790" y="59"/>
                  </a:cxn>
                  <a:cxn ang="0">
                    <a:pos x="843" y="33"/>
                  </a:cxn>
                  <a:cxn ang="0">
                    <a:pos x="882" y="15"/>
                  </a:cxn>
                  <a:cxn ang="0">
                    <a:pos x="904" y="4"/>
                  </a:cxn>
                  <a:cxn ang="0">
                    <a:pos x="915" y="0"/>
                  </a:cxn>
                  <a:cxn ang="0">
                    <a:pos x="926" y="3"/>
                  </a:cxn>
                  <a:cxn ang="0">
                    <a:pos x="933" y="11"/>
                  </a:cxn>
                  <a:cxn ang="0">
                    <a:pos x="932" y="18"/>
                  </a:cxn>
                  <a:cxn ang="0">
                    <a:pos x="923" y="24"/>
                  </a:cxn>
                  <a:cxn ang="0">
                    <a:pos x="902" y="33"/>
                  </a:cxn>
                  <a:cxn ang="0">
                    <a:pos x="864" y="52"/>
                  </a:cxn>
                  <a:cxn ang="0">
                    <a:pos x="812" y="77"/>
                  </a:cxn>
                  <a:cxn ang="0">
                    <a:pos x="749" y="108"/>
                  </a:cxn>
                  <a:cxn ang="0">
                    <a:pos x="678" y="143"/>
                  </a:cxn>
                  <a:cxn ang="0">
                    <a:pos x="599" y="182"/>
                  </a:cxn>
                  <a:cxn ang="0">
                    <a:pos x="516" y="221"/>
                  </a:cxn>
                  <a:cxn ang="0">
                    <a:pos x="433" y="263"/>
                  </a:cxn>
                  <a:cxn ang="0">
                    <a:pos x="352" y="303"/>
                  </a:cxn>
                  <a:cxn ang="0">
                    <a:pos x="273" y="342"/>
                  </a:cxn>
                  <a:cxn ang="0">
                    <a:pos x="201" y="378"/>
                  </a:cxn>
                  <a:cxn ang="0">
                    <a:pos x="138" y="410"/>
                  </a:cxn>
                  <a:cxn ang="0">
                    <a:pos x="87" y="437"/>
                  </a:cxn>
                  <a:cxn ang="0">
                    <a:pos x="50" y="457"/>
                  </a:cxn>
                  <a:cxn ang="0">
                    <a:pos x="28" y="469"/>
                  </a:cxn>
                  <a:cxn ang="0">
                    <a:pos x="23" y="504"/>
                  </a:cxn>
                  <a:cxn ang="0">
                    <a:pos x="29" y="675"/>
                  </a:cxn>
                  <a:cxn ang="0">
                    <a:pos x="41" y="895"/>
                  </a:cxn>
                  <a:cxn ang="0">
                    <a:pos x="52" y="1054"/>
                  </a:cxn>
                  <a:cxn ang="0">
                    <a:pos x="52" y="1082"/>
                  </a:cxn>
                  <a:cxn ang="0">
                    <a:pos x="40" y="1126"/>
                  </a:cxn>
                </a:cxnLst>
                <a:rect l="0" t="0" r="r" b="b"/>
                <a:pathLst>
                  <a:path w="933" h="1134">
                    <a:moveTo>
                      <a:pt x="35" y="1134"/>
                    </a:moveTo>
                    <a:lnTo>
                      <a:pt x="33" y="1124"/>
                    </a:lnTo>
                    <a:lnTo>
                      <a:pt x="35" y="1107"/>
                    </a:lnTo>
                    <a:lnTo>
                      <a:pt x="38" y="1089"/>
                    </a:lnTo>
                    <a:lnTo>
                      <a:pt x="40" y="1074"/>
                    </a:lnTo>
                    <a:lnTo>
                      <a:pt x="38" y="1043"/>
                    </a:lnTo>
                    <a:lnTo>
                      <a:pt x="33" y="973"/>
                    </a:lnTo>
                    <a:lnTo>
                      <a:pt x="25" y="876"/>
                    </a:lnTo>
                    <a:lnTo>
                      <a:pt x="17" y="765"/>
                    </a:lnTo>
                    <a:lnTo>
                      <a:pt x="9" y="655"/>
                    </a:lnTo>
                    <a:lnTo>
                      <a:pt x="3" y="556"/>
                    </a:lnTo>
                    <a:lnTo>
                      <a:pt x="0" y="484"/>
                    </a:lnTo>
                    <a:lnTo>
                      <a:pt x="1" y="451"/>
                    </a:lnTo>
                    <a:lnTo>
                      <a:pt x="4" y="448"/>
                    </a:lnTo>
                    <a:lnTo>
                      <a:pt x="12" y="443"/>
                    </a:lnTo>
                    <a:lnTo>
                      <a:pt x="24" y="436"/>
                    </a:lnTo>
                    <a:lnTo>
                      <a:pt x="41" y="426"/>
                    </a:lnTo>
                    <a:lnTo>
                      <a:pt x="61" y="415"/>
                    </a:lnTo>
                    <a:lnTo>
                      <a:pt x="85" y="404"/>
                    </a:lnTo>
                    <a:lnTo>
                      <a:pt x="113" y="390"/>
                    </a:lnTo>
                    <a:lnTo>
                      <a:pt x="143" y="374"/>
                    </a:lnTo>
                    <a:lnTo>
                      <a:pt x="176" y="358"/>
                    </a:lnTo>
                    <a:lnTo>
                      <a:pt x="211" y="341"/>
                    </a:lnTo>
                    <a:lnTo>
                      <a:pt x="247" y="323"/>
                    </a:lnTo>
                    <a:lnTo>
                      <a:pt x="286" y="303"/>
                    </a:lnTo>
                    <a:lnTo>
                      <a:pt x="326" y="283"/>
                    </a:lnTo>
                    <a:lnTo>
                      <a:pt x="367" y="264"/>
                    </a:lnTo>
                    <a:lnTo>
                      <a:pt x="409" y="244"/>
                    </a:lnTo>
                    <a:lnTo>
                      <a:pt x="450" y="223"/>
                    </a:lnTo>
                    <a:lnTo>
                      <a:pt x="492" y="203"/>
                    </a:lnTo>
                    <a:lnTo>
                      <a:pt x="533" y="183"/>
                    </a:lnTo>
                    <a:lnTo>
                      <a:pt x="574" y="162"/>
                    </a:lnTo>
                    <a:lnTo>
                      <a:pt x="615" y="143"/>
                    </a:lnTo>
                    <a:lnTo>
                      <a:pt x="653" y="124"/>
                    </a:lnTo>
                    <a:lnTo>
                      <a:pt x="690" y="107"/>
                    </a:lnTo>
                    <a:lnTo>
                      <a:pt x="726" y="90"/>
                    </a:lnTo>
                    <a:lnTo>
                      <a:pt x="760" y="74"/>
                    </a:lnTo>
                    <a:lnTo>
                      <a:pt x="790" y="59"/>
                    </a:lnTo>
                    <a:lnTo>
                      <a:pt x="818" y="45"/>
                    </a:lnTo>
                    <a:lnTo>
                      <a:pt x="843" y="33"/>
                    </a:lnTo>
                    <a:lnTo>
                      <a:pt x="864" y="24"/>
                    </a:lnTo>
                    <a:lnTo>
                      <a:pt x="882" y="15"/>
                    </a:lnTo>
                    <a:lnTo>
                      <a:pt x="895" y="9"/>
                    </a:lnTo>
                    <a:lnTo>
                      <a:pt x="904" y="4"/>
                    </a:lnTo>
                    <a:lnTo>
                      <a:pt x="908" y="2"/>
                    </a:lnTo>
                    <a:lnTo>
                      <a:pt x="915" y="0"/>
                    </a:lnTo>
                    <a:lnTo>
                      <a:pt x="921" y="1"/>
                    </a:lnTo>
                    <a:lnTo>
                      <a:pt x="926" y="3"/>
                    </a:lnTo>
                    <a:lnTo>
                      <a:pt x="931" y="7"/>
                    </a:lnTo>
                    <a:lnTo>
                      <a:pt x="933" y="11"/>
                    </a:lnTo>
                    <a:lnTo>
                      <a:pt x="933" y="15"/>
                    </a:lnTo>
                    <a:lnTo>
                      <a:pt x="932" y="18"/>
                    </a:lnTo>
                    <a:lnTo>
                      <a:pt x="927" y="21"/>
                    </a:lnTo>
                    <a:lnTo>
                      <a:pt x="923" y="24"/>
                    </a:lnTo>
                    <a:lnTo>
                      <a:pt x="915" y="28"/>
                    </a:lnTo>
                    <a:lnTo>
                      <a:pt x="902" y="33"/>
                    </a:lnTo>
                    <a:lnTo>
                      <a:pt x="885" y="42"/>
                    </a:lnTo>
                    <a:lnTo>
                      <a:pt x="864" y="52"/>
                    </a:lnTo>
                    <a:lnTo>
                      <a:pt x="840" y="64"/>
                    </a:lnTo>
                    <a:lnTo>
                      <a:pt x="812" y="77"/>
                    </a:lnTo>
                    <a:lnTo>
                      <a:pt x="782" y="92"/>
                    </a:lnTo>
                    <a:lnTo>
                      <a:pt x="749" y="108"/>
                    </a:lnTo>
                    <a:lnTo>
                      <a:pt x="714" y="125"/>
                    </a:lnTo>
                    <a:lnTo>
                      <a:pt x="678" y="143"/>
                    </a:lnTo>
                    <a:lnTo>
                      <a:pt x="639" y="161"/>
                    </a:lnTo>
                    <a:lnTo>
                      <a:pt x="599" y="182"/>
                    </a:lnTo>
                    <a:lnTo>
                      <a:pt x="558" y="201"/>
                    </a:lnTo>
                    <a:lnTo>
                      <a:pt x="516" y="221"/>
                    </a:lnTo>
                    <a:lnTo>
                      <a:pt x="475" y="241"/>
                    </a:lnTo>
                    <a:lnTo>
                      <a:pt x="433" y="263"/>
                    </a:lnTo>
                    <a:lnTo>
                      <a:pt x="393" y="283"/>
                    </a:lnTo>
                    <a:lnTo>
                      <a:pt x="352" y="303"/>
                    </a:lnTo>
                    <a:lnTo>
                      <a:pt x="311" y="323"/>
                    </a:lnTo>
                    <a:lnTo>
                      <a:pt x="273" y="342"/>
                    </a:lnTo>
                    <a:lnTo>
                      <a:pt x="237" y="360"/>
                    </a:lnTo>
                    <a:lnTo>
                      <a:pt x="201" y="378"/>
                    </a:lnTo>
                    <a:lnTo>
                      <a:pt x="168" y="394"/>
                    </a:lnTo>
                    <a:lnTo>
                      <a:pt x="138" y="410"/>
                    </a:lnTo>
                    <a:lnTo>
                      <a:pt x="112" y="424"/>
                    </a:lnTo>
                    <a:lnTo>
                      <a:pt x="87" y="437"/>
                    </a:lnTo>
                    <a:lnTo>
                      <a:pt x="67" y="448"/>
                    </a:lnTo>
                    <a:lnTo>
                      <a:pt x="50" y="457"/>
                    </a:lnTo>
                    <a:lnTo>
                      <a:pt x="37" y="464"/>
                    </a:lnTo>
                    <a:lnTo>
                      <a:pt x="28" y="469"/>
                    </a:lnTo>
                    <a:lnTo>
                      <a:pt x="25" y="472"/>
                    </a:lnTo>
                    <a:lnTo>
                      <a:pt x="23" y="504"/>
                    </a:lnTo>
                    <a:lnTo>
                      <a:pt x="25" y="576"/>
                    </a:lnTo>
                    <a:lnTo>
                      <a:pt x="29" y="675"/>
                    </a:lnTo>
                    <a:lnTo>
                      <a:pt x="35" y="785"/>
                    </a:lnTo>
                    <a:lnTo>
                      <a:pt x="41" y="895"/>
                    </a:lnTo>
                    <a:lnTo>
                      <a:pt x="48" y="989"/>
                    </a:lnTo>
                    <a:lnTo>
                      <a:pt x="52" y="1054"/>
                    </a:lnTo>
                    <a:lnTo>
                      <a:pt x="54" y="1076"/>
                    </a:lnTo>
                    <a:lnTo>
                      <a:pt x="52" y="1082"/>
                    </a:lnTo>
                    <a:lnTo>
                      <a:pt x="47" y="1103"/>
                    </a:lnTo>
                    <a:lnTo>
                      <a:pt x="40" y="1126"/>
                    </a:lnTo>
                    <a:lnTo>
                      <a:pt x="35" y="113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7" name="Freeform 237"/>
              <p:cNvSpPr>
                <a:spLocks/>
              </p:cNvSpPr>
              <p:nvPr/>
            </p:nvSpPr>
            <p:spPr bwMode="auto">
              <a:xfrm>
                <a:off x="546" y="944"/>
                <a:ext cx="4" cy="9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18" y="36"/>
                  </a:cxn>
                  <a:cxn ang="0">
                    <a:pos x="0" y="44"/>
                  </a:cxn>
                  <a:cxn ang="0">
                    <a:pos x="3" y="7"/>
                  </a:cxn>
                  <a:cxn ang="0">
                    <a:pos x="20" y="0"/>
                  </a:cxn>
                </a:cxnLst>
                <a:rect l="0" t="0" r="r" b="b"/>
                <a:pathLst>
                  <a:path w="20" h="44">
                    <a:moveTo>
                      <a:pt x="20" y="0"/>
                    </a:moveTo>
                    <a:lnTo>
                      <a:pt x="18" y="36"/>
                    </a:lnTo>
                    <a:lnTo>
                      <a:pt x="0" y="44"/>
                    </a:lnTo>
                    <a:lnTo>
                      <a:pt x="3" y="7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8" name="Freeform 238"/>
              <p:cNvSpPr>
                <a:spLocks/>
              </p:cNvSpPr>
              <p:nvPr/>
            </p:nvSpPr>
            <p:spPr bwMode="auto">
              <a:xfrm>
                <a:off x="553" y="951"/>
                <a:ext cx="5" cy="9"/>
              </a:xfrm>
              <a:custGeom>
                <a:avLst/>
                <a:gdLst/>
                <a:ahLst/>
                <a:cxnLst>
                  <a:cxn ang="0">
                    <a:pos x="21" y="0"/>
                  </a:cxn>
                  <a:cxn ang="0">
                    <a:pos x="19" y="37"/>
                  </a:cxn>
                  <a:cxn ang="0">
                    <a:pos x="0" y="44"/>
                  </a:cxn>
                  <a:cxn ang="0">
                    <a:pos x="2" y="8"/>
                  </a:cxn>
                  <a:cxn ang="0">
                    <a:pos x="21" y="0"/>
                  </a:cxn>
                </a:cxnLst>
                <a:rect l="0" t="0" r="r" b="b"/>
                <a:pathLst>
                  <a:path w="21" h="44">
                    <a:moveTo>
                      <a:pt x="21" y="0"/>
                    </a:moveTo>
                    <a:lnTo>
                      <a:pt x="19" y="37"/>
                    </a:lnTo>
                    <a:lnTo>
                      <a:pt x="0" y="44"/>
                    </a:lnTo>
                    <a:lnTo>
                      <a:pt x="2" y="8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9" name="Freeform 239"/>
              <p:cNvSpPr>
                <a:spLocks/>
              </p:cNvSpPr>
              <p:nvPr/>
            </p:nvSpPr>
            <p:spPr bwMode="auto">
              <a:xfrm>
                <a:off x="562" y="958"/>
                <a:ext cx="4" cy="9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19" y="36"/>
                  </a:cxn>
                  <a:cxn ang="0">
                    <a:pos x="0" y="44"/>
                  </a:cxn>
                  <a:cxn ang="0">
                    <a:pos x="2" y="8"/>
                  </a:cxn>
                  <a:cxn ang="0">
                    <a:pos x="20" y="0"/>
                  </a:cxn>
                </a:cxnLst>
                <a:rect l="0" t="0" r="r" b="b"/>
                <a:pathLst>
                  <a:path w="20" h="44">
                    <a:moveTo>
                      <a:pt x="20" y="0"/>
                    </a:moveTo>
                    <a:lnTo>
                      <a:pt x="19" y="36"/>
                    </a:lnTo>
                    <a:lnTo>
                      <a:pt x="0" y="44"/>
                    </a:lnTo>
                    <a:lnTo>
                      <a:pt x="2" y="8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0" name="Freeform 240"/>
              <p:cNvSpPr>
                <a:spLocks/>
              </p:cNvSpPr>
              <p:nvPr/>
            </p:nvSpPr>
            <p:spPr bwMode="auto">
              <a:xfrm>
                <a:off x="570" y="964"/>
                <a:ext cx="5" cy="9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19" y="37"/>
                  </a:cxn>
                  <a:cxn ang="0">
                    <a:pos x="0" y="45"/>
                  </a:cxn>
                  <a:cxn ang="0">
                    <a:pos x="2" y="8"/>
                  </a:cxn>
                  <a:cxn ang="0">
                    <a:pos x="22" y="0"/>
                  </a:cxn>
                </a:cxnLst>
                <a:rect l="0" t="0" r="r" b="b"/>
                <a:pathLst>
                  <a:path w="22" h="45">
                    <a:moveTo>
                      <a:pt x="22" y="0"/>
                    </a:moveTo>
                    <a:lnTo>
                      <a:pt x="19" y="37"/>
                    </a:lnTo>
                    <a:lnTo>
                      <a:pt x="0" y="45"/>
                    </a:lnTo>
                    <a:lnTo>
                      <a:pt x="2" y="8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1" name="Freeform 241"/>
              <p:cNvSpPr>
                <a:spLocks/>
              </p:cNvSpPr>
              <p:nvPr/>
            </p:nvSpPr>
            <p:spPr bwMode="auto">
              <a:xfrm>
                <a:off x="578" y="971"/>
                <a:ext cx="4" cy="9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18" y="36"/>
                  </a:cxn>
                  <a:cxn ang="0">
                    <a:pos x="0" y="44"/>
                  </a:cxn>
                  <a:cxn ang="0">
                    <a:pos x="2" y="8"/>
                  </a:cxn>
                  <a:cxn ang="0">
                    <a:pos x="20" y="0"/>
                  </a:cxn>
                </a:cxnLst>
                <a:rect l="0" t="0" r="r" b="b"/>
                <a:pathLst>
                  <a:path w="20" h="44">
                    <a:moveTo>
                      <a:pt x="20" y="0"/>
                    </a:moveTo>
                    <a:lnTo>
                      <a:pt x="18" y="36"/>
                    </a:lnTo>
                    <a:lnTo>
                      <a:pt x="0" y="44"/>
                    </a:lnTo>
                    <a:lnTo>
                      <a:pt x="2" y="8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2" name="Freeform 242"/>
              <p:cNvSpPr>
                <a:spLocks/>
              </p:cNvSpPr>
              <p:nvPr/>
            </p:nvSpPr>
            <p:spPr bwMode="auto">
              <a:xfrm>
                <a:off x="586" y="978"/>
                <a:ext cx="4" cy="9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19" y="35"/>
                  </a:cxn>
                  <a:cxn ang="0">
                    <a:pos x="0" y="44"/>
                  </a:cxn>
                  <a:cxn ang="0">
                    <a:pos x="2" y="7"/>
                  </a:cxn>
                  <a:cxn ang="0">
                    <a:pos x="20" y="0"/>
                  </a:cxn>
                </a:cxnLst>
                <a:rect l="0" t="0" r="r" b="b"/>
                <a:pathLst>
                  <a:path w="20" h="44">
                    <a:moveTo>
                      <a:pt x="20" y="0"/>
                    </a:moveTo>
                    <a:lnTo>
                      <a:pt x="19" y="35"/>
                    </a:lnTo>
                    <a:lnTo>
                      <a:pt x="0" y="44"/>
                    </a:lnTo>
                    <a:lnTo>
                      <a:pt x="2" y="7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3" name="Freeform 243"/>
              <p:cNvSpPr>
                <a:spLocks/>
              </p:cNvSpPr>
              <p:nvPr/>
            </p:nvSpPr>
            <p:spPr bwMode="auto">
              <a:xfrm>
                <a:off x="594" y="981"/>
                <a:ext cx="5" cy="13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23" y="55"/>
                  </a:cxn>
                  <a:cxn ang="0">
                    <a:pos x="4" y="66"/>
                  </a:cxn>
                  <a:cxn ang="0">
                    <a:pos x="0" y="8"/>
                  </a:cxn>
                  <a:cxn ang="0">
                    <a:pos x="20" y="0"/>
                  </a:cxn>
                </a:cxnLst>
                <a:rect l="0" t="0" r="r" b="b"/>
                <a:pathLst>
                  <a:path w="23" h="66">
                    <a:moveTo>
                      <a:pt x="20" y="0"/>
                    </a:moveTo>
                    <a:lnTo>
                      <a:pt x="23" y="55"/>
                    </a:lnTo>
                    <a:lnTo>
                      <a:pt x="4" y="66"/>
                    </a:lnTo>
                    <a:lnTo>
                      <a:pt x="0" y="8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4" name="Freeform 244"/>
              <p:cNvSpPr>
                <a:spLocks/>
              </p:cNvSpPr>
              <p:nvPr/>
            </p:nvSpPr>
            <p:spPr bwMode="auto">
              <a:xfrm>
                <a:off x="427" y="991"/>
                <a:ext cx="180" cy="224"/>
              </a:xfrm>
              <a:custGeom>
                <a:avLst/>
                <a:gdLst/>
                <a:ahLst/>
                <a:cxnLst>
                  <a:cxn ang="0">
                    <a:pos x="62" y="1055"/>
                  </a:cxn>
                  <a:cxn ang="0">
                    <a:pos x="866" y="576"/>
                  </a:cxn>
                  <a:cxn ang="0">
                    <a:pos x="870" y="7"/>
                  </a:cxn>
                  <a:cxn ang="0">
                    <a:pos x="897" y="0"/>
                  </a:cxn>
                  <a:cxn ang="0">
                    <a:pos x="893" y="599"/>
                  </a:cxn>
                  <a:cxn ang="0">
                    <a:pos x="76" y="1074"/>
                  </a:cxn>
                  <a:cxn ang="0">
                    <a:pos x="72" y="1077"/>
                  </a:cxn>
                  <a:cxn ang="0">
                    <a:pos x="64" y="1084"/>
                  </a:cxn>
                  <a:cxn ang="0">
                    <a:pos x="52" y="1094"/>
                  </a:cxn>
                  <a:cxn ang="0">
                    <a:pos x="38" y="1104"/>
                  </a:cxn>
                  <a:cxn ang="0">
                    <a:pos x="24" y="1114"/>
                  </a:cxn>
                  <a:cxn ang="0">
                    <a:pos x="13" y="1120"/>
                  </a:cxn>
                  <a:cxn ang="0">
                    <a:pos x="4" y="1122"/>
                  </a:cxn>
                  <a:cxn ang="0">
                    <a:pos x="0" y="1118"/>
                  </a:cxn>
                  <a:cxn ang="0">
                    <a:pos x="2" y="1108"/>
                  </a:cxn>
                  <a:cxn ang="0">
                    <a:pos x="8" y="1098"/>
                  </a:cxn>
                  <a:cxn ang="0">
                    <a:pos x="18" y="1087"/>
                  </a:cxn>
                  <a:cxn ang="0">
                    <a:pos x="30" y="1077"/>
                  </a:cxn>
                  <a:cxn ang="0">
                    <a:pos x="42" y="1069"/>
                  </a:cxn>
                  <a:cxn ang="0">
                    <a:pos x="52" y="1061"/>
                  </a:cxn>
                  <a:cxn ang="0">
                    <a:pos x="59" y="1057"/>
                  </a:cxn>
                  <a:cxn ang="0">
                    <a:pos x="62" y="1055"/>
                  </a:cxn>
                </a:cxnLst>
                <a:rect l="0" t="0" r="r" b="b"/>
                <a:pathLst>
                  <a:path w="897" h="1122">
                    <a:moveTo>
                      <a:pt x="62" y="1055"/>
                    </a:moveTo>
                    <a:lnTo>
                      <a:pt x="866" y="576"/>
                    </a:lnTo>
                    <a:lnTo>
                      <a:pt x="870" y="7"/>
                    </a:lnTo>
                    <a:lnTo>
                      <a:pt x="897" y="0"/>
                    </a:lnTo>
                    <a:lnTo>
                      <a:pt x="893" y="599"/>
                    </a:lnTo>
                    <a:lnTo>
                      <a:pt x="76" y="1074"/>
                    </a:lnTo>
                    <a:lnTo>
                      <a:pt x="72" y="1077"/>
                    </a:lnTo>
                    <a:lnTo>
                      <a:pt x="64" y="1084"/>
                    </a:lnTo>
                    <a:lnTo>
                      <a:pt x="52" y="1094"/>
                    </a:lnTo>
                    <a:lnTo>
                      <a:pt x="38" y="1104"/>
                    </a:lnTo>
                    <a:lnTo>
                      <a:pt x="24" y="1114"/>
                    </a:lnTo>
                    <a:lnTo>
                      <a:pt x="13" y="1120"/>
                    </a:lnTo>
                    <a:lnTo>
                      <a:pt x="4" y="1122"/>
                    </a:lnTo>
                    <a:lnTo>
                      <a:pt x="0" y="1118"/>
                    </a:lnTo>
                    <a:lnTo>
                      <a:pt x="2" y="1108"/>
                    </a:lnTo>
                    <a:lnTo>
                      <a:pt x="8" y="1098"/>
                    </a:lnTo>
                    <a:lnTo>
                      <a:pt x="18" y="1087"/>
                    </a:lnTo>
                    <a:lnTo>
                      <a:pt x="30" y="1077"/>
                    </a:lnTo>
                    <a:lnTo>
                      <a:pt x="42" y="1069"/>
                    </a:lnTo>
                    <a:lnTo>
                      <a:pt x="52" y="1061"/>
                    </a:lnTo>
                    <a:lnTo>
                      <a:pt x="59" y="1057"/>
                    </a:lnTo>
                    <a:lnTo>
                      <a:pt x="62" y="105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5" name="Freeform 245"/>
              <p:cNvSpPr>
                <a:spLocks/>
              </p:cNvSpPr>
              <p:nvPr/>
            </p:nvSpPr>
            <p:spPr bwMode="auto">
              <a:xfrm>
                <a:off x="293" y="1021"/>
                <a:ext cx="124" cy="243"/>
              </a:xfrm>
              <a:custGeom>
                <a:avLst/>
                <a:gdLst/>
                <a:ahLst/>
                <a:cxnLst>
                  <a:cxn ang="0">
                    <a:pos x="619" y="506"/>
                  </a:cxn>
                  <a:cxn ang="0">
                    <a:pos x="39" y="0"/>
                  </a:cxn>
                  <a:cxn ang="0">
                    <a:pos x="0" y="18"/>
                  </a:cxn>
                  <a:cxn ang="0">
                    <a:pos x="3" y="664"/>
                  </a:cxn>
                  <a:cxn ang="0">
                    <a:pos x="624" y="1215"/>
                  </a:cxn>
                  <a:cxn ang="0">
                    <a:pos x="619" y="506"/>
                  </a:cxn>
                </a:cxnLst>
                <a:rect l="0" t="0" r="r" b="b"/>
                <a:pathLst>
                  <a:path w="624" h="1215">
                    <a:moveTo>
                      <a:pt x="619" y="506"/>
                    </a:moveTo>
                    <a:lnTo>
                      <a:pt x="39" y="0"/>
                    </a:lnTo>
                    <a:lnTo>
                      <a:pt x="0" y="18"/>
                    </a:lnTo>
                    <a:lnTo>
                      <a:pt x="3" y="664"/>
                    </a:lnTo>
                    <a:lnTo>
                      <a:pt x="624" y="1215"/>
                    </a:lnTo>
                    <a:lnTo>
                      <a:pt x="619" y="506"/>
                    </a:lnTo>
                    <a:close/>
                  </a:path>
                </a:pathLst>
              </a:custGeom>
              <a:solidFill>
                <a:srgbClr val="7FB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6" name="Freeform 246"/>
              <p:cNvSpPr>
                <a:spLocks/>
              </p:cNvSpPr>
              <p:nvPr/>
            </p:nvSpPr>
            <p:spPr bwMode="auto">
              <a:xfrm>
                <a:off x="296" y="1025"/>
                <a:ext cx="117" cy="103"/>
              </a:xfrm>
              <a:custGeom>
                <a:avLst/>
                <a:gdLst/>
                <a:ahLst/>
                <a:cxnLst>
                  <a:cxn ang="0">
                    <a:pos x="25" y="0"/>
                  </a:cxn>
                  <a:cxn ang="0">
                    <a:pos x="587" y="491"/>
                  </a:cxn>
                  <a:cxn ang="0">
                    <a:pos x="587" y="517"/>
                  </a:cxn>
                  <a:cxn ang="0">
                    <a:pos x="0" y="8"/>
                  </a:cxn>
                  <a:cxn ang="0">
                    <a:pos x="25" y="0"/>
                  </a:cxn>
                </a:cxnLst>
                <a:rect l="0" t="0" r="r" b="b"/>
                <a:pathLst>
                  <a:path w="587" h="517">
                    <a:moveTo>
                      <a:pt x="25" y="0"/>
                    </a:moveTo>
                    <a:lnTo>
                      <a:pt x="587" y="491"/>
                    </a:lnTo>
                    <a:lnTo>
                      <a:pt x="587" y="517"/>
                    </a:lnTo>
                    <a:lnTo>
                      <a:pt x="0" y="8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7" name="Freeform 247"/>
              <p:cNvSpPr>
                <a:spLocks/>
              </p:cNvSpPr>
              <p:nvPr/>
            </p:nvSpPr>
            <p:spPr bwMode="auto">
              <a:xfrm>
                <a:off x="412" y="994"/>
                <a:ext cx="217" cy="281"/>
              </a:xfrm>
              <a:custGeom>
                <a:avLst/>
                <a:gdLst/>
                <a:ahLst/>
                <a:cxnLst>
                  <a:cxn ang="0">
                    <a:pos x="0" y="1394"/>
                  </a:cxn>
                  <a:cxn ang="0">
                    <a:pos x="0" y="541"/>
                  </a:cxn>
                  <a:cxn ang="0">
                    <a:pos x="1057" y="0"/>
                  </a:cxn>
                  <a:cxn ang="0">
                    <a:pos x="1084" y="16"/>
                  </a:cxn>
                  <a:cxn ang="0">
                    <a:pos x="1086" y="855"/>
                  </a:cxn>
                  <a:cxn ang="0">
                    <a:pos x="40" y="1405"/>
                  </a:cxn>
                  <a:cxn ang="0">
                    <a:pos x="0" y="1394"/>
                  </a:cxn>
                </a:cxnLst>
                <a:rect l="0" t="0" r="r" b="b"/>
                <a:pathLst>
                  <a:path w="1086" h="1405">
                    <a:moveTo>
                      <a:pt x="0" y="1394"/>
                    </a:moveTo>
                    <a:lnTo>
                      <a:pt x="0" y="541"/>
                    </a:lnTo>
                    <a:lnTo>
                      <a:pt x="1057" y="0"/>
                    </a:lnTo>
                    <a:lnTo>
                      <a:pt x="1084" y="16"/>
                    </a:lnTo>
                    <a:lnTo>
                      <a:pt x="1086" y="855"/>
                    </a:lnTo>
                    <a:lnTo>
                      <a:pt x="40" y="1405"/>
                    </a:lnTo>
                    <a:lnTo>
                      <a:pt x="0" y="139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8" name="Freeform 248"/>
              <p:cNvSpPr>
                <a:spLocks/>
              </p:cNvSpPr>
              <p:nvPr/>
            </p:nvSpPr>
            <p:spPr bwMode="auto">
              <a:xfrm>
                <a:off x="419" y="1002"/>
                <a:ext cx="207" cy="268"/>
              </a:xfrm>
              <a:custGeom>
                <a:avLst/>
                <a:gdLst/>
                <a:ahLst/>
                <a:cxnLst>
                  <a:cxn ang="0">
                    <a:pos x="1030" y="0"/>
                  </a:cxn>
                  <a:cxn ang="0">
                    <a:pos x="1031" y="793"/>
                  </a:cxn>
                  <a:cxn ang="0">
                    <a:pos x="1" y="1340"/>
                  </a:cxn>
                  <a:cxn ang="0">
                    <a:pos x="0" y="536"/>
                  </a:cxn>
                  <a:cxn ang="0">
                    <a:pos x="1030" y="0"/>
                  </a:cxn>
                </a:cxnLst>
                <a:rect l="0" t="0" r="r" b="b"/>
                <a:pathLst>
                  <a:path w="1031" h="1340">
                    <a:moveTo>
                      <a:pt x="1030" y="0"/>
                    </a:moveTo>
                    <a:lnTo>
                      <a:pt x="1031" y="793"/>
                    </a:lnTo>
                    <a:lnTo>
                      <a:pt x="1" y="1340"/>
                    </a:lnTo>
                    <a:lnTo>
                      <a:pt x="0" y="536"/>
                    </a:lnTo>
                    <a:lnTo>
                      <a:pt x="1030" y="0"/>
                    </a:lnTo>
                    <a:close/>
                  </a:path>
                </a:pathLst>
              </a:custGeom>
              <a:solidFill>
                <a:srgbClr val="7FB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9" name="Freeform 249"/>
              <p:cNvSpPr>
                <a:spLocks/>
              </p:cNvSpPr>
              <p:nvPr/>
            </p:nvSpPr>
            <p:spPr bwMode="auto">
              <a:xfrm>
                <a:off x="495" y="1064"/>
                <a:ext cx="66" cy="85"/>
              </a:xfrm>
              <a:custGeom>
                <a:avLst/>
                <a:gdLst/>
                <a:ahLst/>
                <a:cxnLst>
                  <a:cxn ang="0">
                    <a:pos x="0" y="418"/>
                  </a:cxn>
                  <a:cxn ang="0">
                    <a:pos x="0" y="162"/>
                  </a:cxn>
                  <a:cxn ang="0">
                    <a:pos x="318" y="0"/>
                  </a:cxn>
                  <a:cxn ang="0">
                    <a:pos x="326" y="6"/>
                  </a:cxn>
                  <a:cxn ang="0">
                    <a:pos x="326" y="252"/>
                  </a:cxn>
                  <a:cxn ang="0">
                    <a:pos x="13" y="422"/>
                  </a:cxn>
                  <a:cxn ang="0">
                    <a:pos x="0" y="418"/>
                  </a:cxn>
                </a:cxnLst>
                <a:rect l="0" t="0" r="r" b="b"/>
                <a:pathLst>
                  <a:path w="326" h="422">
                    <a:moveTo>
                      <a:pt x="0" y="418"/>
                    </a:moveTo>
                    <a:lnTo>
                      <a:pt x="0" y="162"/>
                    </a:lnTo>
                    <a:lnTo>
                      <a:pt x="318" y="0"/>
                    </a:lnTo>
                    <a:lnTo>
                      <a:pt x="326" y="6"/>
                    </a:lnTo>
                    <a:lnTo>
                      <a:pt x="326" y="252"/>
                    </a:lnTo>
                    <a:lnTo>
                      <a:pt x="13" y="422"/>
                    </a:lnTo>
                    <a:lnTo>
                      <a:pt x="0" y="41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50" name="Freeform 250"/>
              <p:cNvSpPr>
                <a:spLocks/>
              </p:cNvSpPr>
              <p:nvPr/>
            </p:nvSpPr>
            <p:spPr bwMode="auto">
              <a:xfrm>
                <a:off x="498" y="1067"/>
                <a:ext cx="62" cy="80"/>
              </a:xfrm>
              <a:custGeom>
                <a:avLst/>
                <a:gdLst/>
                <a:ahLst/>
                <a:cxnLst>
                  <a:cxn ang="0">
                    <a:pos x="310" y="0"/>
                  </a:cxn>
                  <a:cxn ang="0">
                    <a:pos x="306" y="234"/>
                  </a:cxn>
                  <a:cxn ang="0">
                    <a:pos x="1" y="401"/>
                  </a:cxn>
                  <a:cxn ang="0">
                    <a:pos x="0" y="160"/>
                  </a:cxn>
                  <a:cxn ang="0">
                    <a:pos x="310" y="0"/>
                  </a:cxn>
                </a:cxnLst>
                <a:rect l="0" t="0" r="r" b="b"/>
                <a:pathLst>
                  <a:path w="310" h="401">
                    <a:moveTo>
                      <a:pt x="310" y="0"/>
                    </a:moveTo>
                    <a:lnTo>
                      <a:pt x="306" y="234"/>
                    </a:lnTo>
                    <a:lnTo>
                      <a:pt x="1" y="401"/>
                    </a:lnTo>
                    <a:lnTo>
                      <a:pt x="0" y="160"/>
                    </a:lnTo>
                    <a:lnTo>
                      <a:pt x="310" y="0"/>
                    </a:lnTo>
                    <a:close/>
                  </a:path>
                </a:pathLst>
              </a:custGeom>
              <a:solidFill>
                <a:srgbClr val="7FB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51" name="Freeform 251"/>
              <p:cNvSpPr>
                <a:spLocks/>
              </p:cNvSpPr>
              <p:nvPr/>
            </p:nvSpPr>
            <p:spPr bwMode="auto">
              <a:xfrm>
                <a:off x="503" y="1078"/>
                <a:ext cx="51" cy="58"/>
              </a:xfrm>
              <a:custGeom>
                <a:avLst/>
                <a:gdLst/>
                <a:ahLst/>
                <a:cxnLst>
                  <a:cxn ang="0">
                    <a:pos x="255" y="0"/>
                  </a:cxn>
                  <a:cxn ang="0">
                    <a:pos x="252" y="155"/>
                  </a:cxn>
                  <a:cxn ang="0">
                    <a:pos x="2" y="290"/>
                  </a:cxn>
                  <a:cxn ang="0">
                    <a:pos x="0" y="128"/>
                  </a:cxn>
                  <a:cxn ang="0">
                    <a:pos x="255" y="0"/>
                  </a:cxn>
                </a:cxnLst>
                <a:rect l="0" t="0" r="r" b="b"/>
                <a:pathLst>
                  <a:path w="255" h="290">
                    <a:moveTo>
                      <a:pt x="255" y="0"/>
                    </a:moveTo>
                    <a:lnTo>
                      <a:pt x="252" y="155"/>
                    </a:lnTo>
                    <a:lnTo>
                      <a:pt x="2" y="290"/>
                    </a:lnTo>
                    <a:lnTo>
                      <a:pt x="0" y="128"/>
                    </a:lnTo>
                    <a:lnTo>
                      <a:pt x="2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52" name="Freeform 252"/>
              <p:cNvSpPr>
                <a:spLocks/>
              </p:cNvSpPr>
              <p:nvPr/>
            </p:nvSpPr>
            <p:spPr bwMode="auto">
              <a:xfrm>
                <a:off x="499" y="1139"/>
                <a:ext cx="77" cy="54"/>
              </a:xfrm>
              <a:custGeom>
                <a:avLst/>
                <a:gdLst/>
                <a:ahLst/>
                <a:cxnLst>
                  <a:cxn ang="0">
                    <a:pos x="2" y="204"/>
                  </a:cxn>
                  <a:cxn ang="0">
                    <a:pos x="2" y="224"/>
                  </a:cxn>
                  <a:cxn ang="0">
                    <a:pos x="15" y="228"/>
                  </a:cxn>
                  <a:cxn ang="0">
                    <a:pos x="28" y="224"/>
                  </a:cxn>
                  <a:cxn ang="0">
                    <a:pos x="43" y="219"/>
                  </a:cxn>
                  <a:cxn ang="0">
                    <a:pos x="56" y="217"/>
                  </a:cxn>
                  <a:cxn ang="0">
                    <a:pos x="65" y="222"/>
                  </a:cxn>
                  <a:cxn ang="0">
                    <a:pos x="73" y="238"/>
                  </a:cxn>
                  <a:cxn ang="0">
                    <a:pos x="85" y="257"/>
                  </a:cxn>
                  <a:cxn ang="0">
                    <a:pos x="101" y="270"/>
                  </a:cxn>
                  <a:cxn ang="0">
                    <a:pos x="120" y="271"/>
                  </a:cxn>
                  <a:cxn ang="0">
                    <a:pos x="150" y="264"/>
                  </a:cxn>
                  <a:cxn ang="0">
                    <a:pos x="189" y="248"/>
                  </a:cxn>
                  <a:cxn ang="0">
                    <a:pos x="236" y="223"/>
                  </a:cxn>
                  <a:cxn ang="0">
                    <a:pos x="289" y="189"/>
                  </a:cxn>
                  <a:cxn ang="0">
                    <a:pos x="337" y="150"/>
                  </a:cxn>
                  <a:cxn ang="0">
                    <a:pos x="371" y="114"/>
                  </a:cxn>
                  <a:cxn ang="0">
                    <a:pos x="385" y="86"/>
                  </a:cxn>
                  <a:cxn ang="0">
                    <a:pos x="379" y="70"/>
                  </a:cxn>
                  <a:cxn ang="0">
                    <a:pos x="366" y="63"/>
                  </a:cxn>
                  <a:cxn ang="0">
                    <a:pos x="352" y="59"/>
                  </a:cxn>
                  <a:cxn ang="0">
                    <a:pos x="342" y="53"/>
                  </a:cxn>
                  <a:cxn ang="0">
                    <a:pos x="342" y="44"/>
                  </a:cxn>
                  <a:cxn ang="0">
                    <a:pos x="352" y="38"/>
                  </a:cxn>
                  <a:cxn ang="0">
                    <a:pos x="361" y="17"/>
                  </a:cxn>
                  <a:cxn ang="0">
                    <a:pos x="352" y="1"/>
                  </a:cxn>
                  <a:cxn ang="0">
                    <a:pos x="335" y="2"/>
                  </a:cxn>
                  <a:cxn ang="0">
                    <a:pos x="317" y="11"/>
                  </a:cxn>
                  <a:cxn ang="0">
                    <a:pos x="295" y="23"/>
                  </a:cxn>
                  <a:cxn ang="0">
                    <a:pos x="278" y="35"/>
                  </a:cxn>
                  <a:cxn ang="0">
                    <a:pos x="269" y="52"/>
                  </a:cxn>
                  <a:cxn ang="0">
                    <a:pos x="276" y="68"/>
                  </a:cxn>
                  <a:cxn ang="0">
                    <a:pos x="281" y="72"/>
                  </a:cxn>
                  <a:cxn ang="0">
                    <a:pos x="301" y="75"/>
                  </a:cxn>
                  <a:cxn ang="0">
                    <a:pos x="315" y="71"/>
                  </a:cxn>
                  <a:cxn ang="0">
                    <a:pos x="326" y="75"/>
                  </a:cxn>
                  <a:cxn ang="0">
                    <a:pos x="323" y="93"/>
                  </a:cxn>
                  <a:cxn ang="0">
                    <a:pos x="303" y="115"/>
                  </a:cxn>
                  <a:cxn ang="0">
                    <a:pos x="275" y="140"/>
                  </a:cxn>
                  <a:cxn ang="0">
                    <a:pos x="248" y="160"/>
                  </a:cxn>
                  <a:cxn ang="0">
                    <a:pos x="230" y="173"/>
                  </a:cxn>
                  <a:cxn ang="0">
                    <a:pos x="197" y="194"/>
                  </a:cxn>
                  <a:cxn ang="0">
                    <a:pos x="157" y="216"/>
                  </a:cxn>
                  <a:cxn ang="0">
                    <a:pos x="121" y="227"/>
                  </a:cxn>
                  <a:cxn ang="0">
                    <a:pos x="96" y="218"/>
                  </a:cxn>
                  <a:cxn ang="0">
                    <a:pos x="85" y="204"/>
                  </a:cxn>
                  <a:cxn ang="0">
                    <a:pos x="87" y="190"/>
                  </a:cxn>
                  <a:cxn ang="0">
                    <a:pos x="96" y="182"/>
                  </a:cxn>
                  <a:cxn ang="0">
                    <a:pos x="107" y="159"/>
                  </a:cxn>
                  <a:cxn ang="0">
                    <a:pos x="99" y="145"/>
                  </a:cxn>
                  <a:cxn ang="0">
                    <a:pos x="82" y="147"/>
                  </a:cxn>
                  <a:cxn ang="0">
                    <a:pos x="58" y="159"/>
                  </a:cxn>
                  <a:cxn ang="0">
                    <a:pos x="32" y="174"/>
                  </a:cxn>
                  <a:cxn ang="0">
                    <a:pos x="11" y="189"/>
                  </a:cxn>
                </a:cxnLst>
                <a:rect l="0" t="0" r="r" b="b"/>
                <a:pathLst>
                  <a:path w="385" h="272">
                    <a:moveTo>
                      <a:pt x="6" y="194"/>
                    </a:moveTo>
                    <a:lnTo>
                      <a:pt x="2" y="204"/>
                    </a:lnTo>
                    <a:lnTo>
                      <a:pt x="0" y="214"/>
                    </a:lnTo>
                    <a:lnTo>
                      <a:pt x="2" y="224"/>
                    </a:lnTo>
                    <a:lnTo>
                      <a:pt x="9" y="228"/>
                    </a:lnTo>
                    <a:lnTo>
                      <a:pt x="15" y="228"/>
                    </a:lnTo>
                    <a:lnTo>
                      <a:pt x="21" y="227"/>
                    </a:lnTo>
                    <a:lnTo>
                      <a:pt x="28" y="224"/>
                    </a:lnTo>
                    <a:lnTo>
                      <a:pt x="37" y="222"/>
                    </a:lnTo>
                    <a:lnTo>
                      <a:pt x="43" y="219"/>
                    </a:lnTo>
                    <a:lnTo>
                      <a:pt x="51" y="218"/>
                    </a:lnTo>
                    <a:lnTo>
                      <a:pt x="56" y="217"/>
                    </a:lnTo>
                    <a:lnTo>
                      <a:pt x="60" y="218"/>
                    </a:lnTo>
                    <a:lnTo>
                      <a:pt x="65" y="222"/>
                    </a:lnTo>
                    <a:lnTo>
                      <a:pt x="69" y="229"/>
                    </a:lnTo>
                    <a:lnTo>
                      <a:pt x="73" y="238"/>
                    </a:lnTo>
                    <a:lnTo>
                      <a:pt x="79" y="248"/>
                    </a:lnTo>
                    <a:lnTo>
                      <a:pt x="85" y="257"/>
                    </a:lnTo>
                    <a:lnTo>
                      <a:pt x="92" y="265"/>
                    </a:lnTo>
                    <a:lnTo>
                      <a:pt x="101" y="270"/>
                    </a:lnTo>
                    <a:lnTo>
                      <a:pt x="110" y="272"/>
                    </a:lnTo>
                    <a:lnTo>
                      <a:pt x="120" y="271"/>
                    </a:lnTo>
                    <a:lnTo>
                      <a:pt x="134" y="268"/>
                    </a:lnTo>
                    <a:lnTo>
                      <a:pt x="150" y="264"/>
                    </a:lnTo>
                    <a:lnTo>
                      <a:pt x="168" y="257"/>
                    </a:lnTo>
                    <a:lnTo>
                      <a:pt x="189" y="248"/>
                    </a:lnTo>
                    <a:lnTo>
                      <a:pt x="211" y="237"/>
                    </a:lnTo>
                    <a:lnTo>
                      <a:pt x="236" y="223"/>
                    </a:lnTo>
                    <a:lnTo>
                      <a:pt x="262" y="207"/>
                    </a:lnTo>
                    <a:lnTo>
                      <a:pt x="289" y="189"/>
                    </a:lnTo>
                    <a:lnTo>
                      <a:pt x="315" y="170"/>
                    </a:lnTo>
                    <a:lnTo>
                      <a:pt x="337" y="150"/>
                    </a:lnTo>
                    <a:lnTo>
                      <a:pt x="356" y="131"/>
                    </a:lnTo>
                    <a:lnTo>
                      <a:pt x="371" y="114"/>
                    </a:lnTo>
                    <a:lnTo>
                      <a:pt x="381" y="98"/>
                    </a:lnTo>
                    <a:lnTo>
                      <a:pt x="385" y="86"/>
                    </a:lnTo>
                    <a:lnTo>
                      <a:pt x="384" y="77"/>
                    </a:lnTo>
                    <a:lnTo>
                      <a:pt x="379" y="70"/>
                    </a:lnTo>
                    <a:lnTo>
                      <a:pt x="372" y="66"/>
                    </a:lnTo>
                    <a:lnTo>
                      <a:pt x="366" y="63"/>
                    </a:lnTo>
                    <a:lnTo>
                      <a:pt x="358" y="61"/>
                    </a:lnTo>
                    <a:lnTo>
                      <a:pt x="352" y="59"/>
                    </a:lnTo>
                    <a:lnTo>
                      <a:pt x="347" y="56"/>
                    </a:lnTo>
                    <a:lnTo>
                      <a:pt x="342" y="53"/>
                    </a:lnTo>
                    <a:lnTo>
                      <a:pt x="341" y="49"/>
                    </a:lnTo>
                    <a:lnTo>
                      <a:pt x="342" y="44"/>
                    </a:lnTo>
                    <a:lnTo>
                      <a:pt x="347" y="41"/>
                    </a:lnTo>
                    <a:lnTo>
                      <a:pt x="352" y="38"/>
                    </a:lnTo>
                    <a:lnTo>
                      <a:pt x="357" y="30"/>
                    </a:lnTo>
                    <a:lnTo>
                      <a:pt x="361" y="17"/>
                    </a:lnTo>
                    <a:lnTo>
                      <a:pt x="358" y="7"/>
                    </a:lnTo>
                    <a:lnTo>
                      <a:pt x="352" y="1"/>
                    </a:lnTo>
                    <a:lnTo>
                      <a:pt x="342" y="0"/>
                    </a:lnTo>
                    <a:lnTo>
                      <a:pt x="335" y="2"/>
                    </a:lnTo>
                    <a:lnTo>
                      <a:pt x="326" y="6"/>
                    </a:lnTo>
                    <a:lnTo>
                      <a:pt x="317" y="11"/>
                    </a:lnTo>
                    <a:lnTo>
                      <a:pt x="306" y="17"/>
                    </a:lnTo>
                    <a:lnTo>
                      <a:pt x="295" y="23"/>
                    </a:lnTo>
                    <a:lnTo>
                      <a:pt x="287" y="30"/>
                    </a:lnTo>
                    <a:lnTo>
                      <a:pt x="278" y="35"/>
                    </a:lnTo>
                    <a:lnTo>
                      <a:pt x="273" y="41"/>
                    </a:lnTo>
                    <a:lnTo>
                      <a:pt x="269" y="52"/>
                    </a:lnTo>
                    <a:lnTo>
                      <a:pt x="271" y="62"/>
                    </a:lnTo>
                    <a:lnTo>
                      <a:pt x="276" y="68"/>
                    </a:lnTo>
                    <a:lnTo>
                      <a:pt x="278" y="71"/>
                    </a:lnTo>
                    <a:lnTo>
                      <a:pt x="281" y="72"/>
                    </a:lnTo>
                    <a:lnTo>
                      <a:pt x="290" y="74"/>
                    </a:lnTo>
                    <a:lnTo>
                      <a:pt x="301" y="75"/>
                    </a:lnTo>
                    <a:lnTo>
                      <a:pt x="308" y="74"/>
                    </a:lnTo>
                    <a:lnTo>
                      <a:pt x="315" y="71"/>
                    </a:lnTo>
                    <a:lnTo>
                      <a:pt x="321" y="71"/>
                    </a:lnTo>
                    <a:lnTo>
                      <a:pt x="326" y="75"/>
                    </a:lnTo>
                    <a:lnTo>
                      <a:pt x="327" y="84"/>
                    </a:lnTo>
                    <a:lnTo>
                      <a:pt x="323" y="93"/>
                    </a:lnTo>
                    <a:lnTo>
                      <a:pt x="315" y="103"/>
                    </a:lnTo>
                    <a:lnTo>
                      <a:pt x="303" y="115"/>
                    </a:lnTo>
                    <a:lnTo>
                      <a:pt x="289" y="128"/>
                    </a:lnTo>
                    <a:lnTo>
                      <a:pt x="275" y="140"/>
                    </a:lnTo>
                    <a:lnTo>
                      <a:pt x="261" y="151"/>
                    </a:lnTo>
                    <a:lnTo>
                      <a:pt x="248" y="160"/>
                    </a:lnTo>
                    <a:lnTo>
                      <a:pt x="240" y="166"/>
                    </a:lnTo>
                    <a:lnTo>
                      <a:pt x="230" y="173"/>
                    </a:lnTo>
                    <a:lnTo>
                      <a:pt x="215" y="182"/>
                    </a:lnTo>
                    <a:lnTo>
                      <a:pt x="197" y="194"/>
                    </a:lnTo>
                    <a:lnTo>
                      <a:pt x="178" y="206"/>
                    </a:lnTo>
                    <a:lnTo>
                      <a:pt x="157" y="216"/>
                    </a:lnTo>
                    <a:lnTo>
                      <a:pt x="138" y="224"/>
                    </a:lnTo>
                    <a:lnTo>
                      <a:pt x="121" y="227"/>
                    </a:lnTo>
                    <a:lnTo>
                      <a:pt x="110" y="226"/>
                    </a:lnTo>
                    <a:lnTo>
                      <a:pt x="96" y="218"/>
                    </a:lnTo>
                    <a:lnTo>
                      <a:pt x="88" y="210"/>
                    </a:lnTo>
                    <a:lnTo>
                      <a:pt x="85" y="204"/>
                    </a:lnTo>
                    <a:lnTo>
                      <a:pt x="85" y="196"/>
                    </a:lnTo>
                    <a:lnTo>
                      <a:pt x="87" y="190"/>
                    </a:lnTo>
                    <a:lnTo>
                      <a:pt x="90" y="187"/>
                    </a:lnTo>
                    <a:lnTo>
                      <a:pt x="96" y="182"/>
                    </a:lnTo>
                    <a:lnTo>
                      <a:pt x="102" y="172"/>
                    </a:lnTo>
                    <a:lnTo>
                      <a:pt x="107" y="159"/>
                    </a:lnTo>
                    <a:lnTo>
                      <a:pt x="105" y="149"/>
                    </a:lnTo>
                    <a:lnTo>
                      <a:pt x="99" y="145"/>
                    </a:lnTo>
                    <a:lnTo>
                      <a:pt x="89" y="145"/>
                    </a:lnTo>
                    <a:lnTo>
                      <a:pt x="82" y="147"/>
                    </a:lnTo>
                    <a:lnTo>
                      <a:pt x="71" y="153"/>
                    </a:lnTo>
                    <a:lnTo>
                      <a:pt x="58" y="159"/>
                    </a:lnTo>
                    <a:lnTo>
                      <a:pt x="44" y="166"/>
                    </a:lnTo>
                    <a:lnTo>
                      <a:pt x="32" y="174"/>
                    </a:lnTo>
                    <a:lnTo>
                      <a:pt x="20" y="181"/>
                    </a:lnTo>
                    <a:lnTo>
                      <a:pt x="11" y="189"/>
                    </a:lnTo>
                    <a:lnTo>
                      <a:pt x="6" y="19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53" name="Freeform 253"/>
              <p:cNvSpPr>
                <a:spLocks/>
              </p:cNvSpPr>
              <p:nvPr/>
            </p:nvSpPr>
            <p:spPr bwMode="auto">
              <a:xfrm>
                <a:off x="501" y="1141"/>
                <a:ext cx="73" cy="50"/>
              </a:xfrm>
              <a:custGeom>
                <a:avLst/>
                <a:gdLst/>
                <a:ahLst/>
                <a:cxnLst>
                  <a:cxn ang="0">
                    <a:pos x="2" y="194"/>
                  </a:cxn>
                  <a:cxn ang="0">
                    <a:pos x="1" y="204"/>
                  </a:cxn>
                  <a:cxn ang="0">
                    <a:pos x="11" y="208"/>
                  </a:cxn>
                  <a:cxn ang="0">
                    <a:pos x="24" y="204"/>
                  </a:cxn>
                  <a:cxn ang="0">
                    <a:pos x="38" y="201"/>
                  </a:cxn>
                  <a:cxn ang="0">
                    <a:pos x="49" y="199"/>
                  </a:cxn>
                  <a:cxn ang="0">
                    <a:pos x="56" y="204"/>
                  </a:cxn>
                  <a:cxn ang="0">
                    <a:pos x="69" y="219"/>
                  </a:cxn>
                  <a:cxn ang="0">
                    <a:pos x="84" y="237"/>
                  </a:cxn>
                  <a:cxn ang="0">
                    <a:pos x="101" y="251"/>
                  </a:cxn>
                  <a:cxn ang="0">
                    <a:pos x="119" y="252"/>
                  </a:cxn>
                  <a:cxn ang="0">
                    <a:pos x="147" y="243"/>
                  </a:cxn>
                  <a:cxn ang="0">
                    <a:pos x="184" y="227"/>
                  </a:cxn>
                  <a:cxn ang="0">
                    <a:pos x="227" y="204"/>
                  </a:cxn>
                  <a:cxn ang="0">
                    <a:pos x="271" y="177"/>
                  </a:cxn>
                  <a:cxn ang="0">
                    <a:pos x="314" y="141"/>
                  </a:cxn>
                  <a:cxn ang="0">
                    <a:pos x="348" y="107"/>
                  </a:cxn>
                  <a:cxn ang="0">
                    <a:pos x="365" y="80"/>
                  </a:cxn>
                  <a:cxn ang="0">
                    <a:pos x="361" y="67"/>
                  </a:cxn>
                  <a:cxn ang="0">
                    <a:pos x="347" y="59"/>
                  </a:cxn>
                  <a:cxn ang="0">
                    <a:pos x="332" y="53"/>
                  </a:cxn>
                  <a:cxn ang="0">
                    <a:pos x="322" y="46"/>
                  </a:cxn>
                  <a:cxn ang="0">
                    <a:pos x="323" y="37"/>
                  </a:cxn>
                  <a:cxn ang="0">
                    <a:pos x="332" y="27"/>
                  </a:cxn>
                  <a:cxn ang="0">
                    <a:pos x="341" y="10"/>
                  </a:cxn>
                  <a:cxn ang="0">
                    <a:pos x="338" y="0"/>
                  </a:cxn>
                  <a:cxn ang="0">
                    <a:pos x="324" y="4"/>
                  </a:cxn>
                  <a:cxn ang="0">
                    <a:pos x="308" y="11"/>
                  </a:cxn>
                  <a:cxn ang="0">
                    <a:pos x="290" y="21"/>
                  </a:cxn>
                  <a:cxn ang="0">
                    <a:pos x="275" y="31"/>
                  </a:cxn>
                  <a:cxn ang="0">
                    <a:pos x="267" y="43"/>
                  </a:cxn>
                  <a:cxn ang="0">
                    <a:pos x="275" y="53"/>
                  </a:cxn>
                  <a:cxn ang="0">
                    <a:pos x="279" y="55"/>
                  </a:cxn>
                  <a:cxn ang="0">
                    <a:pos x="293" y="57"/>
                  </a:cxn>
                  <a:cxn ang="0">
                    <a:pos x="301" y="56"/>
                  </a:cxn>
                  <a:cxn ang="0">
                    <a:pos x="311" y="57"/>
                  </a:cxn>
                  <a:cxn ang="0">
                    <a:pos x="322" y="61"/>
                  </a:cxn>
                  <a:cxn ang="0">
                    <a:pos x="329" y="69"/>
                  </a:cxn>
                  <a:cxn ang="0">
                    <a:pos x="325" y="82"/>
                  </a:cxn>
                  <a:cxn ang="0">
                    <a:pos x="305" y="106"/>
                  </a:cxn>
                  <a:cxn ang="0">
                    <a:pos x="276" y="136"/>
                  </a:cxn>
                  <a:cxn ang="0">
                    <a:pos x="250" y="158"/>
                  </a:cxn>
                  <a:cxn ang="0">
                    <a:pos x="233" y="170"/>
                  </a:cxn>
                  <a:cxn ang="0">
                    <a:pos x="197" y="190"/>
                  </a:cxn>
                  <a:cxn ang="0">
                    <a:pos x="150" y="214"/>
                  </a:cxn>
                  <a:cxn ang="0">
                    <a:pos x="111" y="227"/>
                  </a:cxn>
                  <a:cxn ang="0">
                    <a:pos x="93" y="222"/>
                  </a:cxn>
                  <a:cxn ang="0">
                    <a:pos x="80" y="212"/>
                  </a:cxn>
                  <a:cxn ang="0">
                    <a:pos x="70" y="200"/>
                  </a:cxn>
                  <a:cxn ang="0">
                    <a:pos x="64" y="190"/>
                  </a:cxn>
                  <a:cxn ang="0">
                    <a:pos x="66" y="181"/>
                  </a:cxn>
                  <a:cxn ang="0">
                    <a:pos x="75" y="172"/>
                  </a:cxn>
                  <a:cxn ang="0">
                    <a:pos x="86" y="154"/>
                  </a:cxn>
                  <a:cxn ang="0">
                    <a:pos x="80" y="147"/>
                  </a:cxn>
                  <a:cxn ang="0">
                    <a:pos x="66" y="150"/>
                  </a:cxn>
                  <a:cxn ang="0">
                    <a:pos x="48" y="158"/>
                  </a:cxn>
                  <a:cxn ang="0">
                    <a:pos x="27" y="170"/>
                  </a:cxn>
                  <a:cxn ang="0">
                    <a:pos x="11" y="182"/>
                  </a:cxn>
                </a:cxnLst>
                <a:rect l="0" t="0" r="r" b="b"/>
                <a:pathLst>
                  <a:path w="365" h="253">
                    <a:moveTo>
                      <a:pt x="7" y="186"/>
                    </a:moveTo>
                    <a:lnTo>
                      <a:pt x="2" y="194"/>
                    </a:lnTo>
                    <a:lnTo>
                      <a:pt x="0" y="200"/>
                    </a:lnTo>
                    <a:lnTo>
                      <a:pt x="1" y="204"/>
                    </a:lnTo>
                    <a:lnTo>
                      <a:pt x="7" y="208"/>
                    </a:lnTo>
                    <a:lnTo>
                      <a:pt x="11" y="208"/>
                    </a:lnTo>
                    <a:lnTo>
                      <a:pt x="17" y="206"/>
                    </a:lnTo>
                    <a:lnTo>
                      <a:pt x="24" y="204"/>
                    </a:lnTo>
                    <a:lnTo>
                      <a:pt x="30" y="202"/>
                    </a:lnTo>
                    <a:lnTo>
                      <a:pt x="38" y="201"/>
                    </a:lnTo>
                    <a:lnTo>
                      <a:pt x="44" y="200"/>
                    </a:lnTo>
                    <a:lnTo>
                      <a:pt x="49" y="199"/>
                    </a:lnTo>
                    <a:lnTo>
                      <a:pt x="53" y="200"/>
                    </a:lnTo>
                    <a:lnTo>
                      <a:pt x="56" y="204"/>
                    </a:lnTo>
                    <a:lnTo>
                      <a:pt x="61" y="211"/>
                    </a:lnTo>
                    <a:lnTo>
                      <a:pt x="69" y="219"/>
                    </a:lnTo>
                    <a:lnTo>
                      <a:pt x="76" y="229"/>
                    </a:lnTo>
                    <a:lnTo>
                      <a:pt x="84" y="237"/>
                    </a:lnTo>
                    <a:lnTo>
                      <a:pt x="92" y="246"/>
                    </a:lnTo>
                    <a:lnTo>
                      <a:pt x="101" y="251"/>
                    </a:lnTo>
                    <a:lnTo>
                      <a:pt x="109" y="253"/>
                    </a:lnTo>
                    <a:lnTo>
                      <a:pt x="119" y="252"/>
                    </a:lnTo>
                    <a:lnTo>
                      <a:pt x="132" y="248"/>
                    </a:lnTo>
                    <a:lnTo>
                      <a:pt x="147" y="243"/>
                    </a:lnTo>
                    <a:lnTo>
                      <a:pt x="165" y="235"/>
                    </a:lnTo>
                    <a:lnTo>
                      <a:pt x="184" y="227"/>
                    </a:lnTo>
                    <a:lnTo>
                      <a:pt x="205" y="216"/>
                    </a:lnTo>
                    <a:lnTo>
                      <a:pt x="227" y="204"/>
                    </a:lnTo>
                    <a:lnTo>
                      <a:pt x="249" y="192"/>
                    </a:lnTo>
                    <a:lnTo>
                      <a:pt x="271" y="177"/>
                    </a:lnTo>
                    <a:lnTo>
                      <a:pt x="294" y="159"/>
                    </a:lnTo>
                    <a:lnTo>
                      <a:pt x="314" y="141"/>
                    </a:lnTo>
                    <a:lnTo>
                      <a:pt x="333" y="123"/>
                    </a:lnTo>
                    <a:lnTo>
                      <a:pt x="348" y="107"/>
                    </a:lnTo>
                    <a:lnTo>
                      <a:pt x="360" y="92"/>
                    </a:lnTo>
                    <a:lnTo>
                      <a:pt x="365" y="80"/>
                    </a:lnTo>
                    <a:lnTo>
                      <a:pt x="365" y="72"/>
                    </a:lnTo>
                    <a:lnTo>
                      <a:pt x="361" y="67"/>
                    </a:lnTo>
                    <a:lnTo>
                      <a:pt x="355" y="62"/>
                    </a:lnTo>
                    <a:lnTo>
                      <a:pt x="347" y="59"/>
                    </a:lnTo>
                    <a:lnTo>
                      <a:pt x="340" y="56"/>
                    </a:lnTo>
                    <a:lnTo>
                      <a:pt x="332" y="53"/>
                    </a:lnTo>
                    <a:lnTo>
                      <a:pt x="326" y="49"/>
                    </a:lnTo>
                    <a:lnTo>
                      <a:pt x="322" y="46"/>
                    </a:lnTo>
                    <a:lnTo>
                      <a:pt x="321" y="43"/>
                    </a:lnTo>
                    <a:lnTo>
                      <a:pt x="323" y="37"/>
                    </a:lnTo>
                    <a:lnTo>
                      <a:pt x="327" y="32"/>
                    </a:lnTo>
                    <a:lnTo>
                      <a:pt x="332" y="27"/>
                    </a:lnTo>
                    <a:lnTo>
                      <a:pt x="338" y="19"/>
                    </a:lnTo>
                    <a:lnTo>
                      <a:pt x="341" y="10"/>
                    </a:lnTo>
                    <a:lnTo>
                      <a:pt x="341" y="4"/>
                    </a:lnTo>
                    <a:lnTo>
                      <a:pt x="338" y="0"/>
                    </a:lnTo>
                    <a:lnTo>
                      <a:pt x="330" y="1"/>
                    </a:lnTo>
                    <a:lnTo>
                      <a:pt x="324" y="4"/>
                    </a:lnTo>
                    <a:lnTo>
                      <a:pt x="316" y="7"/>
                    </a:lnTo>
                    <a:lnTo>
                      <a:pt x="308" y="11"/>
                    </a:lnTo>
                    <a:lnTo>
                      <a:pt x="298" y="15"/>
                    </a:lnTo>
                    <a:lnTo>
                      <a:pt x="290" y="21"/>
                    </a:lnTo>
                    <a:lnTo>
                      <a:pt x="281" y="26"/>
                    </a:lnTo>
                    <a:lnTo>
                      <a:pt x="275" y="31"/>
                    </a:lnTo>
                    <a:lnTo>
                      <a:pt x="269" y="36"/>
                    </a:lnTo>
                    <a:lnTo>
                      <a:pt x="267" y="43"/>
                    </a:lnTo>
                    <a:lnTo>
                      <a:pt x="270" y="49"/>
                    </a:lnTo>
                    <a:lnTo>
                      <a:pt x="275" y="53"/>
                    </a:lnTo>
                    <a:lnTo>
                      <a:pt x="277" y="54"/>
                    </a:lnTo>
                    <a:lnTo>
                      <a:pt x="279" y="55"/>
                    </a:lnTo>
                    <a:lnTo>
                      <a:pt x="285" y="56"/>
                    </a:lnTo>
                    <a:lnTo>
                      <a:pt x="293" y="57"/>
                    </a:lnTo>
                    <a:lnTo>
                      <a:pt x="298" y="57"/>
                    </a:lnTo>
                    <a:lnTo>
                      <a:pt x="301" y="56"/>
                    </a:lnTo>
                    <a:lnTo>
                      <a:pt x="306" y="56"/>
                    </a:lnTo>
                    <a:lnTo>
                      <a:pt x="311" y="57"/>
                    </a:lnTo>
                    <a:lnTo>
                      <a:pt x="316" y="59"/>
                    </a:lnTo>
                    <a:lnTo>
                      <a:pt x="322" y="61"/>
                    </a:lnTo>
                    <a:lnTo>
                      <a:pt x="326" y="66"/>
                    </a:lnTo>
                    <a:lnTo>
                      <a:pt x="329" y="69"/>
                    </a:lnTo>
                    <a:lnTo>
                      <a:pt x="329" y="74"/>
                    </a:lnTo>
                    <a:lnTo>
                      <a:pt x="325" y="82"/>
                    </a:lnTo>
                    <a:lnTo>
                      <a:pt x="316" y="92"/>
                    </a:lnTo>
                    <a:lnTo>
                      <a:pt x="305" y="106"/>
                    </a:lnTo>
                    <a:lnTo>
                      <a:pt x="291" y="121"/>
                    </a:lnTo>
                    <a:lnTo>
                      <a:pt x="276" y="136"/>
                    </a:lnTo>
                    <a:lnTo>
                      <a:pt x="262" y="149"/>
                    </a:lnTo>
                    <a:lnTo>
                      <a:pt x="250" y="158"/>
                    </a:lnTo>
                    <a:lnTo>
                      <a:pt x="243" y="165"/>
                    </a:lnTo>
                    <a:lnTo>
                      <a:pt x="233" y="170"/>
                    </a:lnTo>
                    <a:lnTo>
                      <a:pt x="217" y="180"/>
                    </a:lnTo>
                    <a:lnTo>
                      <a:pt x="197" y="190"/>
                    </a:lnTo>
                    <a:lnTo>
                      <a:pt x="173" y="202"/>
                    </a:lnTo>
                    <a:lnTo>
                      <a:pt x="150" y="214"/>
                    </a:lnTo>
                    <a:lnTo>
                      <a:pt x="128" y="222"/>
                    </a:lnTo>
                    <a:lnTo>
                      <a:pt x="111" y="227"/>
                    </a:lnTo>
                    <a:lnTo>
                      <a:pt x="101" y="227"/>
                    </a:lnTo>
                    <a:lnTo>
                      <a:pt x="93" y="222"/>
                    </a:lnTo>
                    <a:lnTo>
                      <a:pt x="87" y="217"/>
                    </a:lnTo>
                    <a:lnTo>
                      <a:pt x="80" y="212"/>
                    </a:lnTo>
                    <a:lnTo>
                      <a:pt x="75" y="206"/>
                    </a:lnTo>
                    <a:lnTo>
                      <a:pt x="70" y="200"/>
                    </a:lnTo>
                    <a:lnTo>
                      <a:pt x="66" y="195"/>
                    </a:lnTo>
                    <a:lnTo>
                      <a:pt x="64" y="190"/>
                    </a:lnTo>
                    <a:lnTo>
                      <a:pt x="64" y="186"/>
                    </a:lnTo>
                    <a:lnTo>
                      <a:pt x="66" y="181"/>
                    </a:lnTo>
                    <a:lnTo>
                      <a:pt x="70" y="178"/>
                    </a:lnTo>
                    <a:lnTo>
                      <a:pt x="75" y="172"/>
                    </a:lnTo>
                    <a:lnTo>
                      <a:pt x="81" y="164"/>
                    </a:lnTo>
                    <a:lnTo>
                      <a:pt x="86" y="154"/>
                    </a:lnTo>
                    <a:lnTo>
                      <a:pt x="85" y="149"/>
                    </a:lnTo>
                    <a:lnTo>
                      <a:pt x="80" y="147"/>
                    </a:lnTo>
                    <a:lnTo>
                      <a:pt x="73" y="148"/>
                    </a:lnTo>
                    <a:lnTo>
                      <a:pt x="66" y="150"/>
                    </a:lnTo>
                    <a:lnTo>
                      <a:pt x="59" y="153"/>
                    </a:lnTo>
                    <a:lnTo>
                      <a:pt x="48" y="158"/>
                    </a:lnTo>
                    <a:lnTo>
                      <a:pt x="38" y="164"/>
                    </a:lnTo>
                    <a:lnTo>
                      <a:pt x="27" y="170"/>
                    </a:lnTo>
                    <a:lnTo>
                      <a:pt x="18" y="177"/>
                    </a:lnTo>
                    <a:lnTo>
                      <a:pt x="11" y="182"/>
                    </a:lnTo>
                    <a:lnTo>
                      <a:pt x="7" y="18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54" name="Freeform 254"/>
              <p:cNvSpPr>
                <a:spLocks/>
              </p:cNvSpPr>
              <p:nvPr/>
            </p:nvSpPr>
            <p:spPr bwMode="auto">
              <a:xfrm>
                <a:off x="467" y="938"/>
                <a:ext cx="38" cy="25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189" y="121"/>
                  </a:cxn>
                  <a:cxn ang="0">
                    <a:pos x="170" y="127"/>
                  </a:cxn>
                  <a:cxn ang="0">
                    <a:pos x="0" y="7"/>
                  </a:cxn>
                  <a:cxn ang="0">
                    <a:pos x="11" y="0"/>
                  </a:cxn>
                </a:cxnLst>
                <a:rect l="0" t="0" r="r" b="b"/>
                <a:pathLst>
                  <a:path w="189" h="127">
                    <a:moveTo>
                      <a:pt x="11" y="0"/>
                    </a:moveTo>
                    <a:lnTo>
                      <a:pt x="189" y="121"/>
                    </a:lnTo>
                    <a:lnTo>
                      <a:pt x="170" y="127"/>
                    </a:lnTo>
                    <a:lnTo>
                      <a:pt x="0" y="7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7FB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22" name="Gruppieren 357"/>
            <p:cNvGrpSpPr>
              <a:grpSpLocks/>
            </p:cNvGrpSpPr>
            <p:nvPr/>
          </p:nvGrpSpPr>
          <p:grpSpPr bwMode="auto">
            <a:xfrm>
              <a:off x="5778528" y="1935791"/>
              <a:ext cx="1488579" cy="1242219"/>
              <a:chOff x="5214942" y="1643050"/>
              <a:chExt cx="1285884" cy="1143008"/>
            </a:xfrm>
          </p:grpSpPr>
          <p:grpSp>
            <p:nvGrpSpPr>
              <p:cNvPr id="255" name="Gruppieren 337"/>
              <p:cNvGrpSpPr>
                <a:grpSpLocks/>
              </p:cNvGrpSpPr>
              <p:nvPr/>
            </p:nvGrpSpPr>
            <p:grpSpPr bwMode="auto">
              <a:xfrm>
                <a:off x="5214942" y="1643050"/>
                <a:ext cx="857256" cy="1143008"/>
                <a:chOff x="5214942" y="1643050"/>
                <a:chExt cx="857256" cy="1143008"/>
              </a:xfrm>
            </p:grpSpPr>
            <p:sp>
              <p:nvSpPr>
                <p:cNvPr id="269" name="Flussdiagramm: Verbindungsstelle 268"/>
                <p:cNvSpPr/>
                <p:nvPr/>
              </p:nvSpPr>
              <p:spPr bwMode="auto">
                <a:xfrm>
                  <a:off x="5214942" y="1928802"/>
                  <a:ext cx="857256" cy="857256"/>
                </a:xfrm>
                <a:prstGeom prst="flowChartConnector">
                  <a:avLst/>
                </a:prstGeom>
                <a:solidFill>
                  <a:srgbClr val="CCFF99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isometricOffAxis1Top">
                    <a:rot lat="17931907" lon="17866408" rev="3914403"/>
                  </a:camera>
                  <a:lightRig rig="flat" dir="t"/>
                </a:scene3d>
                <a:sp3d extrusionH="63500" contourW="12700" prstMaterial="clear">
                  <a:bevelT/>
                  <a:bevelB/>
                  <a:extrusionClr>
                    <a:srgbClr val="CCFF99"/>
                  </a:extrusionClr>
                  <a:contourClr>
                    <a:srgbClr val="CCFF99"/>
                  </a:contourClr>
                </a:sp3d>
              </p:spPr>
              <p:txBody>
                <a:bodyPr/>
                <a:lstStyle/>
                <a:p>
                  <a:pPr defTabSz="913925">
                    <a:defRPr/>
                  </a:pPr>
                  <a:endParaRPr lang="de-DE" sz="10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0" name="Flussdiagramm: Verbindungsstelle 269"/>
                <p:cNvSpPr/>
                <p:nvPr/>
              </p:nvSpPr>
              <p:spPr bwMode="auto">
                <a:xfrm>
                  <a:off x="5214942" y="1785926"/>
                  <a:ext cx="857256" cy="857256"/>
                </a:xfrm>
                <a:prstGeom prst="flowChartConnector">
                  <a:avLst/>
                </a:prstGeom>
                <a:solidFill>
                  <a:srgbClr val="CCFF99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isometricOffAxis1Top">
                    <a:rot lat="17931907" lon="17866408" rev="3914403"/>
                  </a:camera>
                  <a:lightRig rig="flat" dir="t"/>
                </a:scene3d>
                <a:sp3d extrusionH="63500" contourW="12700" prstMaterial="clear">
                  <a:bevelT/>
                  <a:bevelB/>
                  <a:extrusionClr>
                    <a:srgbClr val="CCFF99"/>
                  </a:extrusionClr>
                  <a:contourClr>
                    <a:srgbClr val="CCFF99"/>
                  </a:contourClr>
                </a:sp3d>
              </p:spPr>
              <p:txBody>
                <a:bodyPr/>
                <a:lstStyle/>
                <a:p>
                  <a:pPr defTabSz="913925">
                    <a:defRPr/>
                  </a:pPr>
                  <a:endParaRPr lang="de-DE" sz="10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1" name="Flussdiagramm: Verbindungsstelle 270"/>
                <p:cNvSpPr/>
                <p:nvPr/>
              </p:nvSpPr>
              <p:spPr bwMode="auto">
                <a:xfrm>
                  <a:off x="5214942" y="1643050"/>
                  <a:ext cx="857256" cy="857256"/>
                </a:xfrm>
                <a:prstGeom prst="flowChartConnector">
                  <a:avLst/>
                </a:prstGeom>
                <a:solidFill>
                  <a:srgbClr val="CCFF99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isometricOffAxis1Top">
                    <a:rot lat="17931907" lon="17866408" rev="3914403"/>
                  </a:camera>
                  <a:lightRig rig="flat" dir="t"/>
                </a:scene3d>
                <a:sp3d extrusionH="63500" contourW="12700" prstMaterial="clear">
                  <a:bevelT/>
                  <a:bevelB/>
                  <a:extrusionClr>
                    <a:srgbClr val="CCFF99"/>
                  </a:extrusionClr>
                  <a:contourClr>
                    <a:srgbClr val="CCFF99"/>
                  </a:contourClr>
                </a:sp3d>
              </p:spPr>
              <p:txBody>
                <a:bodyPr/>
                <a:lstStyle/>
                <a:p>
                  <a:pPr defTabSz="913925">
                    <a:defRPr/>
                  </a:pPr>
                  <a:endParaRPr lang="de-DE" sz="1000" dirty="0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257" name="Text Box 60"/>
              <p:cNvSpPr txBox="1">
                <a:spLocks noChangeArrowheads="1"/>
              </p:cNvSpPr>
              <p:nvPr/>
            </p:nvSpPr>
            <p:spPr bwMode="auto">
              <a:xfrm>
                <a:off x="5329247" y="2239956"/>
                <a:ext cx="671513" cy="24622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defTabSz="913925"/>
                <a:r>
                  <a:rPr lang="de-DE" sz="1000" b="1" dirty="0">
                    <a:solidFill>
                      <a:srgbClr val="000000"/>
                    </a:solidFill>
                  </a:rPr>
                  <a:t>Makro</a:t>
                </a:r>
              </a:p>
            </p:txBody>
          </p:sp>
          <p:grpSp>
            <p:nvGrpSpPr>
              <p:cNvPr id="256" name="Gruppieren 356"/>
              <p:cNvGrpSpPr/>
              <p:nvPr/>
            </p:nvGrpSpPr>
            <p:grpSpPr>
              <a:xfrm>
                <a:off x="5929322" y="1981124"/>
                <a:ext cx="571504" cy="590620"/>
                <a:chOff x="5929322" y="2124000"/>
                <a:chExt cx="571504" cy="590620"/>
              </a:xfrm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grpSpPr>
            <p:grpSp>
              <p:nvGrpSpPr>
                <p:cNvPr id="258" name="Gruppieren 350"/>
                <p:cNvGrpSpPr/>
                <p:nvPr/>
              </p:nvGrpSpPr>
              <p:grpSpPr>
                <a:xfrm>
                  <a:off x="6143636" y="2124000"/>
                  <a:ext cx="357190" cy="571504"/>
                  <a:chOff x="6143636" y="2143116"/>
                  <a:chExt cx="357190" cy="571504"/>
                </a:xfrm>
              </p:grpSpPr>
              <p:sp>
                <p:nvSpPr>
                  <p:cNvPr id="265" name="Rechteck 264"/>
                  <p:cNvSpPr/>
                  <p:nvPr/>
                </p:nvSpPr>
                <p:spPr bwMode="auto">
                  <a:xfrm>
                    <a:off x="6143636" y="2357430"/>
                    <a:ext cx="214314" cy="285752"/>
                  </a:xfrm>
                  <a:prstGeom prst="rect">
                    <a:avLst/>
                  </a:prstGeom>
                  <a:solidFill>
                    <a:srgbClr val="CCFF99"/>
                  </a:solidFill>
                  <a:ln w="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isometricOffAxis1Top">
                      <a:rot lat="17931907" lon="17866408" rev="3914403"/>
                    </a:camera>
                    <a:lightRig rig="freezing" dir="t"/>
                  </a:scene3d>
                  <a:sp3d extrusionH="190500" contourW="12700" prstMaterial="clear">
                    <a:bevelT w="12700" h="12700"/>
                    <a:bevelB w="12700" h="12700"/>
                    <a:extrusionClr>
                      <a:srgbClr val="CCFF99"/>
                    </a:extrusionClr>
                    <a:contourClr>
                      <a:srgbClr val="CCFF99"/>
                    </a:contourClr>
                  </a:sp3d>
                </p:spPr>
                <p:txBody>
                  <a:bodyPr/>
                  <a:lstStyle/>
                  <a:p>
                    <a:pPr defTabSz="913925">
                      <a:defRPr/>
                    </a:pPr>
                    <a:endParaRPr lang="de-DE" sz="1000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66" name="Rechteck 265"/>
                  <p:cNvSpPr/>
                  <p:nvPr/>
                </p:nvSpPr>
                <p:spPr bwMode="auto">
                  <a:xfrm>
                    <a:off x="6286512" y="2428868"/>
                    <a:ext cx="214314" cy="285752"/>
                  </a:xfrm>
                  <a:prstGeom prst="rect">
                    <a:avLst/>
                  </a:prstGeom>
                  <a:solidFill>
                    <a:srgbClr val="CCFF99"/>
                  </a:solidFill>
                  <a:ln w="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isometricOffAxis1Top">
                      <a:rot lat="17931907" lon="17866408" rev="3914403"/>
                    </a:camera>
                    <a:lightRig rig="freezing" dir="t"/>
                  </a:scene3d>
                  <a:sp3d extrusionH="190500" contourW="12700" prstMaterial="clear">
                    <a:bevelT w="12700" h="12700"/>
                    <a:bevelB w="12700" h="12700"/>
                    <a:extrusionClr>
                      <a:srgbClr val="CCFF99"/>
                    </a:extrusionClr>
                    <a:contourClr>
                      <a:srgbClr val="CCFF99"/>
                    </a:contourClr>
                  </a:sp3d>
                </p:spPr>
                <p:txBody>
                  <a:bodyPr/>
                  <a:lstStyle/>
                  <a:p>
                    <a:pPr defTabSz="913925">
                      <a:defRPr/>
                    </a:pPr>
                    <a:endParaRPr lang="de-DE" sz="1000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67" name="Rechteck 266"/>
                  <p:cNvSpPr/>
                  <p:nvPr/>
                </p:nvSpPr>
                <p:spPr bwMode="auto">
                  <a:xfrm>
                    <a:off x="6143636" y="2143116"/>
                    <a:ext cx="214314" cy="285752"/>
                  </a:xfrm>
                  <a:prstGeom prst="rect">
                    <a:avLst/>
                  </a:prstGeom>
                  <a:solidFill>
                    <a:srgbClr val="CCFF99"/>
                  </a:solidFill>
                  <a:ln w="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isometricOffAxis1Top">
                      <a:rot lat="17931907" lon="17866408" rev="3914403"/>
                    </a:camera>
                    <a:lightRig rig="freezing" dir="t"/>
                  </a:scene3d>
                  <a:sp3d extrusionH="190500" contourW="12700" prstMaterial="clear">
                    <a:bevelT w="12700" h="12700"/>
                    <a:bevelB w="12700" h="12700"/>
                    <a:extrusionClr>
                      <a:srgbClr val="CCFF99"/>
                    </a:extrusionClr>
                    <a:contourClr>
                      <a:srgbClr val="CCFF99"/>
                    </a:contourClr>
                  </a:sp3d>
                </p:spPr>
                <p:txBody>
                  <a:bodyPr/>
                  <a:lstStyle/>
                  <a:p>
                    <a:pPr defTabSz="913925">
                      <a:defRPr/>
                    </a:pPr>
                    <a:endParaRPr lang="de-DE" sz="1000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68" name="Rechteck 267"/>
                  <p:cNvSpPr/>
                  <p:nvPr/>
                </p:nvSpPr>
                <p:spPr bwMode="auto">
                  <a:xfrm>
                    <a:off x="6286512" y="2214554"/>
                    <a:ext cx="214314" cy="285752"/>
                  </a:xfrm>
                  <a:prstGeom prst="rect">
                    <a:avLst/>
                  </a:prstGeom>
                  <a:solidFill>
                    <a:srgbClr val="CCFF99"/>
                  </a:solidFill>
                  <a:ln w="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isometricOffAxis1Top">
                      <a:rot lat="17931907" lon="17866408" rev="3914403"/>
                    </a:camera>
                    <a:lightRig rig="freezing" dir="t"/>
                  </a:scene3d>
                  <a:sp3d extrusionH="190500" contourW="12700" prstMaterial="clear">
                    <a:bevelT w="12700" h="12700"/>
                    <a:bevelB w="12700" h="12700"/>
                    <a:extrusionClr>
                      <a:srgbClr val="CCFF99"/>
                    </a:extrusionClr>
                    <a:contourClr>
                      <a:srgbClr val="CCFF99"/>
                    </a:contourClr>
                  </a:sp3d>
                </p:spPr>
                <p:txBody>
                  <a:bodyPr/>
                  <a:lstStyle/>
                  <a:p>
                    <a:pPr defTabSz="913925">
                      <a:defRPr/>
                    </a:pPr>
                    <a:endParaRPr lang="de-DE" sz="1000" dirty="0">
                      <a:solidFill>
                        <a:srgbClr val="000000"/>
                      </a:solidFill>
                    </a:endParaRPr>
                  </a:p>
                </p:txBody>
              </p:sp>
            </p:grpSp>
            <p:grpSp>
              <p:nvGrpSpPr>
                <p:cNvPr id="259" name="Gruppieren 351"/>
                <p:cNvGrpSpPr/>
                <p:nvPr/>
              </p:nvGrpSpPr>
              <p:grpSpPr>
                <a:xfrm>
                  <a:off x="5929322" y="2143116"/>
                  <a:ext cx="357190" cy="571504"/>
                  <a:chOff x="6143636" y="2143116"/>
                  <a:chExt cx="357190" cy="571504"/>
                </a:xfrm>
              </p:grpSpPr>
              <p:sp>
                <p:nvSpPr>
                  <p:cNvPr id="261" name="Rechteck 260"/>
                  <p:cNvSpPr/>
                  <p:nvPr/>
                </p:nvSpPr>
                <p:spPr bwMode="auto">
                  <a:xfrm>
                    <a:off x="6143636" y="2357430"/>
                    <a:ext cx="214314" cy="285752"/>
                  </a:xfrm>
                  <a:prstGeom prst="rect">
                    <a:avLst/>
                  </a:prstGeom>
                  <a:solidFill>
                    <a:srgbClr val="CCFF99"/>
                  </a:solidFill>
                  <a:ln w="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isometricOffAxis1Top">
                      <a:rot lat="17931907" lon="17866408" rev="3914403"/>
                    </a:camera>
                    <a:lightRig rig="freezing" dir="t"/>
                  </a:scene3d>
                  <a:sp3d extrusionH="190500" contourW="12700" prstMaterial="clear">
                    <a:bevelT w="12700" h="12700"/>
                    <a:bevelB w="12700" h="12700"/>
                    <a:extrusionClr>
                      <a:srgbClr val="CCFF99"/>
                    </a:extrusionClr>
                    <a:contourClr>
                      <a:srgbClr val="CCFF99"/>
                    </a:contourClr>
                  </a:sp3d>
                </p:spPr>
                <p:txBody>
                  <a:bodyPr/>
                  <a:lstStyle/>
                  <a:p>
                    <a:pPr defTabSz="913925">
                      <a:defRPr/>
                    </a:pPr>
                    <a:endParaRPr lang="de-DE" sz="1000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62" name="Rechteck 261"/>
                  <p:cNvSpPr/>
                  <p:nvPr/>
                </p:nvSpPr>
                <p:spPr bwMode="auto">
                  <a:xfrm>
                    <a:off x="6286512" y="2428868"/>
                    <a:ext cx="214314" cy="285752"/>
                  </a:xfrm>
                  <a:prstGeom prst="rect">
                    <a:avLst/>
                  </a:prstGeom>
                  <a:solidFill>
                    <a:srgbClr val="CCFF99"/>
                  </a:solidFill>
                  <a:ln w="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isometricOffAxis1Top">
                      <a:rot lat="17931907" lon="17866408" rev="3914403"/>
                    </a:camera>
                    <a:lightRig rig="freezing" dir="t"/>
                  </a:scene3d>
                  <a:sp3d extrusionH="190500" contourW="12700" prstMaterial="clear">
                    <a:bevelT w="12700" h="12700"/>
                    <a:bevelB w="12700" h="12700"/>
                    <a:extrusionClr>
                      <a:srgbClr val="CCFF99"/>
                    </a:extrusionClr>
                    <a:contourClr>
                      <a:srgbClr val="CCFF99"/>
                    </a:contourClr>
                  </a:sp3d>
                </p:spPr>
                <p:txBody>
                  <a:bodyPr/>
                  <a:lstStyle/>
                  <a:p>
                    <a:pPr defTabSz="913925">
                      <a:defRPr/>
                    </a:pPr>
                    <a:endParaRPr lang="de-DE" sz="1000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63" name="Rechteck 262"/>
                  <p:cNvSpPr/>
                  <p:nvPr/>
                </p:nvSpPr>
                <p:spPr bwMode="auto">
                  <a:xfrm>
                    <a:off x="6143636" y="2143116"/>
                    <a:ext cx="214314" cy="285752"/>
                  </a:xfrm>
                  <a:prstGeom prst="rect">
                    <a:avLst/>
                  </a:prstGeom>
                  <a:solidFill>
                    <a:srgbClr val="CCFF99"/>
                  </a:solidFill>
                  <a:ln w="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isometricOffAxis1Top">
                      <a:rot lat="17931907" lon="17866408" rev="3914403"/>
                    </a:camera>
                    <a:lightRig rig="freezing" dir="t"/>
                  </a:scene3d>
                  <a:sp3d extrusionH="190500" contourW="12700" prstMaterial="clear">
                    <a:bevelT w="12700" h="12700"/>
                    <a:bevelB w="12700" h="12700"/>
                    <a:extrusionClr>
                      <a:srgbClr val="CCFF99"/>
                    </a:extrusionClr>
                    <a:contourClr>
                      <a:srgbClr val="CCFF99"/>
                    </a:contourClr>
                  </a:sp3d>
                </p:spPr>
                <p:txBody>
                  <a:bodyPr/>
                  <a:lstStyle/>
                  <a:p>
                    <a:pPr defTabSz="913925">
                      <a:defRPr/>
                    </a:pPr>
                    <a:endParaRPr lang="de-DE" sz="1000" dirty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64" name="Rechteck 263"/>
                  <p:cNvSpPr/>
                  <p:nvPr/>
                </p:nvSpPr>
                <p:spPr bwMode="auto">
                  <a:xfrm>
                    <a:off x="6286512" y="2214554"/>
                    <a:ext cx="214314" cy="285752"/>
                  </a:xfrm>
                  <a:prstGeom prst="rect">
                    <a:avLst/>
                  </a:prstGeom>
                  <a:solidFill>
                    <a:srgbClr val="CCFF99"/>
                  </a:solidFill>
                  <a:ln w="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scene3d>
                    <a:camera prst="isometricOffAxis1Top">
                      <a:rot lat="17931907" lon="17866408" rev="3914403"/>
                    </a:camera>
                    <a:lightRig rig="freezing" dir="t"/>
                  </a:scene3d>
                  <a:sp3d extrusionH="190500" contourW="12700" prstMaterial="clear">
                    <a:bevelT w="12700" h="12700"/>
                    <a:bevelB w="12700" h="12700"/>
                    <a:extrusionClr>
                      <a:srgbClr val="CCFF99"/>
                    </a:extrusionClr>
                    <a:contourClr>
                      <a:srgbClr val="CCFF99"/>
                    </a:contourClr>
                  </a:sp3d>
                </p:spPr>
                <p:txBody>
                  <a:bodyPr/>
                  <a:lstStyle/>
                  <a:p>
                    <a:pPr defTabSz="913925">
                      <a:defRPr/>
                    </a:pPr>
                    <a:endParaRPr lang="de-DE" sz="1000" dirty="0">
                      <a:solidFill>
                        <a:srgbClr val="000000"/>
                      </a:solidFill>
                    </a:endParaRPr>
                  </a:p>
                </p:txBody>
              </p:sp>
            </p:grpSp>
          </p:grpSp>
        </p:grpSp>
        <p:pic>
          <p:nvPicPr>
            <p:cNvPr id="272" name="Grafik 417" descr="test.png"/>
            <p:cNvPicPr>
              <a:picLocks noChangeAspect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3880130" y="3849154"/>
              <a:ext cx="823313" cy="3916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73" name="Rechteck 418"/>
            <p:cNvSpPr>
              <a:spLocks noChangeArrowheads="1"/>
            </p:cNvSpPr>
            <p:nvPr/>
          </p:nvSpPr>
          <p:spPr bwMode="auto">
            <a:xfrm>
              <a:off x="3413342" y="2363667"/>
              <a:ext cx="1406347" cy="280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3071" tIns="51536" rIns="103071" bIns="51536">
              <a:spAutoFit/>
            </a:bodyPr>
            <a:lstStyle/>
            <a:p>
              <a:pPr defTabSz="913925"/>
              <a:r>
                <a:rPr lang="de-DE" sz="1000" dirty="0" smtClean="0">
                  <a:solidFill>
                    <a:srgbClr val="000000"/>
                  </a:solidFill>
                </a:rPr>
                <a:t>Banking </a:t>
              </a:r>
              <a:r>
                <a:rPr lang="de-DE" sz="1000" dirty="0" err="1" smtClean="0">
                  <a:solidFill>
                    <a:srgbClr val="000000"/>
                  </a:solidFill>
                </a:rPr>
                <a:t>Statistics</a:t>
              </a:r>
              <a:endParaRPr lang="de-DE" sz="1000" dirty="0">
                <a:solidFill>
                  <a:srgbClr val="000000"/>
                </a:solidFill>
              </a:endParaRPr>
            </a:p>
          </p:txBody>
        </p:sp>
        <p:sp>
          <p:nvSpPr>
            <p:cNvPr id="274" name="Rechteck 419"/>
            <p:cNvSpPr>
              <a:spLocks noChangeArrowheads="1"/>
            </p:cNvSpPr>
            <p:nvPr/>
          </p:nvSpPr>
          <p:spPr bwMode="auto">
            <a:xfrm>
              <a:off x="3150937" y="2975718"/>
              <a:ext cx="1827591" cy="280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3071" tIns="51536" rIns="103071" bIns="51536">
              <a:spAutoFit/>
            </a:bodyPr>
            <a:lstStyle/>
            <a:p>
              <a:pPr defTabSz="913925"/>
              <a:r>
                <a:rPr lang="de-DE" sz="1000" dirty="0" smtClean="0">
                  <a:solidFill>
                    <a:srgbClr val="000000"/>
                  </a:solidFill>
                </a:rPr>
                <a:t>Capital </a:t>
              </a:r>
              <a:r>
                <a:rPr lang="de-DE" sz="1000" dirty="0" err="1" smtClean="0">
                  <a:solidFill>
                    <a:srgbClr val="000000"/>
                  </a:solidFill>
                </a:rPr>
                <a:t>market</a:t>
              </a:r>
              <a:r>
                <a:rPr lang="de-DE" sz="1000" dirty="0" smtClean="0">
                  <a:solidFill>
                    <a:srgbClr val="000000"/>
                  </a:solidFill>
                </a:rPr>
                <a:t> </a:t>
              </a:r>
              <a:r>
                <a:rPr lang="de-DE" sz="1000" dirty="0" err="1" smtClean="0">
                  <a:solidFill>
                    <a:srgbClr val="000000"/>
                  </a:solidFill>
                </a:rPr>
                <a:t>Statistics</a:t>
              </a:r>
              <a:endParaRPr lang="de-DE" sz="1000" dirty="0">
                <a:solidFill>
                  <a:srgbClr val="000000"/>
                </a:solidFill>
              </a:endParaRPr>
            </a:p>
          </p:txBody>
        </p:sp>
        <p:sp>
          <p:nvSpPr>
            <p:cNvPr id="275" name="Rechteck 420"/>
            <p:cNvSpPr>
              <a:spLocks noChangeArrowheads="1"/>
            </p:cNvSpPr>
            <p:nvPr/>
          </p:nvSpPr>
          <p:spPr bwMode="auto">
            <a:xfrm>
              <a:off x="3192811" y="3574830"/>
              <a:ext cx="1547380" cy="280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3071" tIns="51536" rIns="103071" bIns="51536">
              <a:spAutoFit/>
            </a:bodyPr>
            <a:lstStyle/>
            <a:p>
              <a:pPr defTabSz="913925"/>
              <a:r>
                <a:rPr lang="de-DE" sz="1000" dirty="0" smtClean="0">
                  <a:solidFill>
                    <a:srgbClr val="000000"/>
                  </a:solidFill>
                </a:rPr>
                <a:t>Enterprise </a:t>
              </a:r>
              <a:r>
                <a:rPr lang="de-DE" sz="1000" dirty="0" err="1" smtClean="0">
                  <a:solidFill>
                    <a:srgbClr val="000000"/>
                  </a:solidFill>
                </a:rPr>
                <a:t>Statistics</a:t>
              </a:r>
              <a:endParaRPr lang="de-DE" sz="1000" dirty="0">
                <a:solidFill>
                  <a:srgbClr val="000000"/>
                </a:solidFill>
              </a:endParaRPr>
            </a:p>
          </p:txBody>
        </p:sp>
        <p:sp>
          <p:nvSpPr>
            <p:cNvPr id="276" name="Rechteck 421"/>
            <p:cNvSpPr>
              <a:spLocks noChangeArrowheads="1"/>
            </p:cNvSpPr>
            <p:nvPr/>
          </p:nvSpPr>
          <p:spPr bwMode="auto">
            <a:xfrm>
              <a:off x="3110112" y="4163160"/>
              <a:ext cx="1883262" cy="280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03071" tIns="51536" rIns="103071" bIns="51536">
              <a:spAutoFit/>
            </a:bodyPr>
            <a:lstStyle/>
            <a:p>
              <a:pPr defTabSz="913925"/>
              <a:r>
                <a:rPr lang="de-DE" sz="1000" dirty="0" err="1" smtClean="0">
                  <a:solidFill>
                    <a:srgbClr val="000000"/>
                  </a:solidFill>
                </a:rPr>
                <a:t>External</a:t>
              </a:r>
              <a:r>
                <a:rPr lang="de-DE" sz="1000" dirty="0" smtClean="0">
                  <a:solidFill>
                    <a:srgbClr val="000000"/>
                  </a:solidFill>
                </a:rPr>
                <a:t> </a:t>
              </a:r>
              <a:r>
                <a:rPr lang="de-DE" sz="1000" dirty="0" err="1" smtClean="0">
                  <a:solidFill>
                    <a:srgbClr val="000000"/>
                  </a:solidFill>
                </a:rPr>
                <a:t>Sector</a:t>
              </a:r>
              <a:r>
                <a:rPr lang="de-DE" sz="1000" dirty="0" smtClean="0">
                  <a:solidFill>
                    <a:srgbClr val="000000"/>
                  </a:solidFill>
                </a:rPr>
                <a:t> </a:t>
              </a:r>
              <a:r>
                <a:rPr lang="de-DE" sz="1000" dirty="0" err="1" smtClean="0">
                  <a:solidFill>
                    <a:srgbClr val="000000"/>
                  </a:solidFill>
                </a:rPr>
                <a:t>Statistics</a:t>
              </a:r>
              <a:endParaRPr lang="de-DE" sz="1000" dirty="0">
                <a:solidFill>
                  <a:srgbClr val="000000"/>
                </a:solidFill>
              </a:endParaRPr>
            </a:p>
          </p:txBody>
        </p:sp>
        <p:pic>
          <p:nvPicPr>
            <p:cNvPr id="277" name="Grafik 422" descr="test.png"/>
            <p:cNvPicPr>
              <a:picLocks noChangeAspect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3301238" y="3852604"/>
              <a:ext cx="823313" cy="3916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78" name="Grafik 423" descr="test.png"/>
            <p:cNvPicPr>
              <a:picLocks noChangeAspect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3858077" y="3257374"/>
              <a:ext cx="823313" cy="3916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79" name="Grafik 424" descr="test.png"/>
            <p:cNvPicPr>
              <a:picLocks noChangeAspect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3279184" y="3260825"/>
              <a:ext cx="823313" cy="3916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0" name="Grafik 425" descr="test.png"/>
            <p:cNvPicPr>
              <a:picLocks noChangeAspect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3876454" y="2631089"/>
              <a:ext cx="823313" cy="3916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1" name="Grafik 426" descr="test.png"/>
            <p:cNvPicPr>
              <a:picLocks noChangeAspect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3297562" y="2634540"/>
              <a:ext cx="823313" cy="3916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2" name="Grafik 427" descr="test.png"/>
            <p:cNvPicPr>
              <a:picLocks noChangeAspect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3876454" y="2046211"/>
              <a:ext cx="823313" cy="3916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3" name="Grafik 428" descr="test.png"/>
            <p:cNvPicPr>
              <a:picLocks noChangeAspect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3297562" y="2049661"/>
              <a:ext cx="823313" cy="3916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84" name="Rechteck 285"/>
            <p:cNvSpPr>
              <a:spLocks noChangeArrowheads="1"/>
            </p:cNvSpPr>
            <p:nvPr/>
          </p:nvSpPr>
          <p:spPr bwMode="auto">
            <a:xfrm>
              <a:off x="542774" y="5795296"/>
              <a:ext cx="1496625" cy="4476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103071" tIns="51536" rIns="103071" bIns="51536">
              <a:spAutoFit/>
            </a:bodyPr>
            <a:lstStyle/>
            <a:p>
              <a:pPr defTabSz="913925"/>
              <a:r>
                <a:rPr lang="de-DE" sz="1000" b="1" dirty="0" smtClean="0">
                  <a:solidFill>
                    <a:srgbClr val="000000"/>
                  </a:solidFill>
                </a:rPr>
                <a:t>Data Exchange, </a:t>
              </a:r>
              <a:r>
                <a:rPr lang="de-DE" sz="1000" b="1" dirty="0">
                  <a:solidFill>
                    <a:srgbClr val="000000"/>
                  </a:solidFill>
                </a:rPr>
                <a:t>Downloads</a:t>
              </a:r>
              <a:endParaRPr lang="de-DE" sz="1000" dirty="0">
                <a:solidFill>
                  <a:srgbClr val="000000"/>
                </a:solidFill>
              </a:endParaRPr>
            </a:p>
          </p:txBody>
        </p:sp>
        <p:grpSp>
          <p:nvGrpSpPr>
            <p:cNvPr id="260" name="Gruppieren 286"/>
            <p:cNvGrpSpPr>
              <a:grpSpLocks/>
            </p:cNvGrpSpPr>
            <p:nvPr/>
          </p:nvGrpSpPr>
          <p:grpSpPr bwMode="auto">
            <a:xfrm>
              <a:off x="651200" y="5370872"/>
              <a:ext cx="463113" cy="452030"/>
              <a:chOff x="6950076" y="1928802"/>
              <a:chExt cx="550882" cy="488960"/>
            </a:xfrm>
          </p:grpSpPr>
          <p:pic>
            <p:nvPicPr>
              <p:cNvPr id="286" name="Picture 61" descr="test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6950076" y="1928802"/>
                <a:ext cx="488960" cy="488960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sp>
            <p:nvSpPr>
              <p:cNvPr id="287" name="Pfeil nach links und rechts 286"/>
              <p:cNvSpPr/>
              <p:nvPr/>
            </p:nvSpPr>
            <p:spPr bwMode="auto">
              <a:xfrm>
                <a:off x="7072494" y="2072503"/>
                <a:ext cx="428464" cy="285538"/>
              </a:xfrm>
              <a:prstGeom prst="leftRightArrow">
                <a:avLst>
                  <a:gd name="adj1" fmla="val 24902"/>
                  <a:gd name="adj2" fmla="val 50000"/>
                </a:avLst>
              </a:prstGeom>
              <a:gradFill flip="none" rotWithShape="1">
                <a:gsLst>
                  <a:gs pos="0">
                    <a:srgbClr val="03D4A8"/>
                  </a:gs>
                  <a:gs pos="25000">
                    <a:srgbClr val="21D6E0"/>
                  </a:gs>
                  <a:gs pos="75000">
                    <a:srgbClr val="0087E6"/>
                  </a:gs>
                  <a:gs pos="100000">
                    <a:srgbClr val="005CBF"/>
                  </a:gs>
                </a:gsLst>
                <a:lin ang="8100000" scaled="0"/>
                <a:tileRect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defTabSz="913925">
                  <a:defRPr/>
                </a:pPr>
                <a:endParaRPr lang="de-DE" sz="10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85" name="Group 443"/>
            <p:cNvGrpSpPr>
              <a:grpSpLocks noChangeAspect="1"/>
            </p:cNvGrpSpPr>
            <p:nvPr/>
          </p:nvGrpSpPr>
          <p:grpSpPr bwMode="auto">
            <a:xfrm>
              <a:off x="1312791" y="2803619"/>
              <a:ext cx="863743" cy="474458"/>
              <a:chOff x="720" y="1630"/>
              <a:chExt cx="470" cy="275"/>
            </a:xfrm>
          </p:grpSpPr>
          <p:sp>
            <p:nvSpPr>
              <p:cNvPr id="289" name="AutoShape 442"/>
              <p:cNvSpPr>
                <a:spLocks noChangeAspect="1" noChangeArrowheads="1" noTextEdit="1"/>
              </p:cNvSpPr>
              <p:nvPr/>
            </p:nvSpPr>
            <p:spPr bwMode="auto">
              <a:xfrm>
                <a:off x="720" y="1630"/>
                <a:ext cx="470" cy="2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0" name="Freeform 444"/>
              <p:cNvSpPr>
                <a:spLocks/>
              </p:cNvSpPr>
              <p:nvPr/>
            </p:nvSpPr>
            <p:spPr bwMode="auto">
              <a:xfrm>
                <a:off x="720" y="1662"/>
                <a:ext cx="318" cy="237"/>
              </a:xfrm>
              <a:custGeom>
                <a:avLst/>
                <a:gdLst>
                  <a:gd name="T0" fmla="*/ 0 w 1590"/>
                  <a:gd name="T1" fmla="*/ 0 h 1187"/>
                  <a:gd name="T2" fmla="*/ 0 w 1590"/>
                  <a:gd name="T3" fmla="*/ 0 h 1187"/>
                  <a:gd name="T4" fmla="*/ 0 w 1590"/>
                  <a:gd name="T5" fmla="*/ 0 h 1187"/>
                  <a:gd name="T6" fmla="*/ 0 w 1590"/>
                  <a:gd name="T7" fmla="*/ 0 h 1187"/>
                  <a:gd name="T8" fmla="*/ 0 w 1590"/>
                  <a:gd name="T9" fmla="*/ 0 h 1187"/>
                  <a:gd name="T10" fmla="*/ 0 w 1590"/>
                  <a:gd name="T11" fmla="*/ 0 h 1187"/>
                  <a:gd name="T12" fmla="*/ 0 w 1590"/>
                  <a:gd name="T13" fmla="*/ 0 h 1187"/>
                  <a:gd name="T14" fmla="*/ 0 w 1590"/>
                  <a:gd name="T15" fmla="*/ 0 h 1187"/>
                  <a:gd name="T16" fmla="*/ 0 w 1590"/>
                  <a:gd name="T17" fmla="*/ 0 h 1187"/>
                  <a:gd name="T18" fmla="*/ 1 w 1590"/>
                  <a:gd name="T19" fmla="*/ 0 h 1187"/>
                  <a:gd name="T20" fmla="*/ 1 w 1590"/>
                  <a:gd name="T21" fmla="*/ 0 h 1187"/>
                  <a:gd name="T22" fmla="*/ 1 w 1590"/>
                  <a:gd name="T23" fmla="*/ 0 h 1187"/>
                  <a:gd name="T24" fmla="*/ 0 w 1590"/>
                  <a:gd name="T25" fmla="*/ 0 h 1187"/>
                  <a:gd name="T26" fmla="*/ 0 w 1590"/>
                  <a:gd name="T27" fmla="*/ 0 h 1187"/>
                  <a:gd name="T28" fmla="*/ 0 w 1590"/>
                  <a:gd name="T29" fmla="*/ 0 h 1187"/>
                  <a:gd name="T30" fmla="*/ 0 w 1590"/>
                  <a:gd name="T31" fmla="*/ 0 h 1187"/>
                  <a:gd name="T32" fmla="*/ 0 w 1590"/>
                  <a:gd name="T33" fmla="*/ 0 h 1187"/>
                  <a:gd name="T34" fmla="*/ 0 w 1590"/>
                  <a:gd name="T35" fmla="*/ 0 h 1187"/>
                  <a:gd name="T36" fmla="*/ 0 w 1590"/>
                  <a:gd name="T37" fmla="*/ 0 h 1187"/>
                  <a:gd name="T38" fmla="*/ 0 w 1590"/>
                  <a:gd name="T39" fmla="*/ 0 h 1187"/>
                  <a:gd name="T40" fmla="*/ 0 w 1590"/>
                  <a:gd name="T41" fmla="*/ 0 h 1187"/>
                  <a:gd name="T42" fmla="*/ 0 w 1590"/>
                  <a:gd name="T43" fmla="*/ 0 h 1187"/>
                  <a:gd name="T44" fmla="*/ 0 w 1590"/>
                  <a:gd name="T45" fmla="*/ 0 h 1187"/>
                  <a:gd name="T46" fmla="*/ 0 w 1590"/>
                  <a:gd name="T47" fmla="*/ 0 h 1187"/>
                  <a:gd name="T48" fmla="*/ 0 w 1590"/>
                  <a:gd name="T49" fmla="*/ 0 h 1187"/>
                  <a:gd name="T50" fmla="*/ 0 w 1590"/>
                  <a:gd name="T51" fmla="*/ 0 h 1187"/>
                  <a:gd name="T52" fmla="*/ 0 w 1590"/>
                  <a:gd name="T53" fmla="*/ 0 h 1187"/>
                  <a:gd name="T54" fmla="*/ 0 w 1590"/>
                  <a:gd name="T55" fmla="*/ 0 h 1187"/>
                  <a:gd name="T56" fmla="*/ 0 w 1590"/>
                  <a:gd name="T57" fmla="*/ 0 h 1187"/>
                  <a:gd name="T58" fmla="*/ 0 w 1590"/>
                  <a:gd name="T59" fmla="*/ 0 h 1187"/>
                  <a:gd name="T60" fmla="*/ 0 w 1590"/>
                  <a:gd name="T61" fmla="*/ 0 h 1187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1590"/>
                  <a:gd name="T94" fmla="*/ 0 h 1187"/>
                  <a:gd name="T95" fmla="*/ 1590 w 1590"/>
                  <a:gd name="T96" fmla="*/ 1187 h 1187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1590" h="1187">
                    <a:moveTo>
                      <a:pt x="11" y="459"/>
                    </a:moveTo>
                    <a:lnTo>
                      <a:pt x="94" y="421"/>
                    </a:lnTo>
                    <a:lnTo>
                      <a:pt x="111" y="423"/>
                    </a:lnTo>
                    <a:lnTo>
                      <a:pt x="130" y="410"/>
                    </a:lnTo>
                    <a:lnTo>
                      <a:pt x="131" y="393"/>
                    </a:lnTo>
                    <a:lnTo>
                      <a:pt x="677" y="64"/>
                    </a:lnTo>
                    <a:lnTo>
                      <a:pt x="684" y="50"/>
                    </a:lnTo>
                    <a:lnTo>
                      <a:pt x="750" y="13"/>
                    </a:lnTo>
                    <a:lnTo>
                      <a:pt x="882" y="0"/>
                    </a:lnTo>
                    <a:lnTo>
                      <a:pt x="1569" y="393"/>
                    </a:lnTo>
                    <a:lnTo>
                      <a:pt x="1590" y="465"/>
                    </a:lnTo>
                    <a:lnTo>
                      <a:pt x="1589" y="524"/>
                    </a:lnTo>
                    <a:lnTo>
                      <a:pt x="1496" y="593"/>
                    </a:lnTo>
                    <a:lnTo>
                      <a:pt x="1478" y="583"/>
                    </a:lnTo>
                    <a:lnTo>
                      <a:pt x="806" y="1076"/>
                    </a:lnTo>
                    <a:lnTo>
                      <a:pt x="806" y="1099"/>
                    </a:lnTo>
                    <a:lnTo>
                      <a:pt x="686" y="1169"/>
                    </a:lnTo>
                    <a:lnTo>
                      <a:pt x="683" y="1172"/>
                    </a:lnTo>
                    <a:lnTo>
                      <a:pt x="674" y="1175"/>
                    </a:lnTo>
                    <a:lnTo>
                      <a:pt x="661" y="1181"/>
                    </a:lnTo>
                    <a:lnTo>
                      <a:pt x="646" y="1186"/>
                    </a:lnTo>
                    <a:lnTo>
                      <a:pt x="627" y="1187"/>
                    </a:lnTo>
                    <a:lnTo>
                      <a:pt x="608" y="1185"/>
                    </a:lnTo>
                    <a:lnTo>
                      <a:pt x="588" y="1177"/>
                    </a:lnTo>
                    <a:lnTo>
                      <a:pt x="570" y="1160"/>
                    </a:lnTo>
                    <a:lnTo>
                      <a:pt x="76" y="630"/>
                    </a:lnTo>
                    <a:lnTo>
                      <a:pt x="80" y="598"/>
                    </a:lnTo>
                    <a:lnTo>
                      <a:pt x="69" y="586"/>
                    </a:lnTo>
                    <a:lnTo>
                      <a:pt x="46" y="597"/>
                    </a:lnTo>
                    <a:lnTo>
                      <a:pt x="0" y="528"/>
                    </a:lnTo>
                    <a:lnTo>
                      <a:pt x="11" y="45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1" name="Freeform 445"/>
              <p:cNvSpPr>
                <a:spLocks/>
              </p:cNvSpPr>
              <p:nvPr/>
            </p:nvSpPr>
            <p:spPr bwMode="auto">
              <a:xfrm>
                <a:off x="728" y="1670"/>
                <a:ext cx="298" cy="220"/>
              </a:xfrm>
              <a:custGeom>
                <a:avLst/>
                <a:gdLst>
                  <a:gd name="T0" fmla="*/ 0 w 1489"/>
                  <a:gd name="T1" fmla="*/ 0 h 1102"/>
                  <a:gd name="T2" fmla="*/ 0 w 1489"/>
                  <a:gd name="T3" fmla="*/ 0 h 1102"/>
                  <a:gd name="T4" fmla="*/ 0 w 1489"/>
                  <a:gd name="T5" fmla="*/ 0 h 1102"/>
                  <a:gd name="T6" fmla="*/ 0 w 1489"/>
                  <a:gd name="T7" fmla="*/ 0 h 1102"/>
                  <a:gd name="T8" fmla="*/ 0 w 1489"/>
                  <a:gd name="T9" fmla="*/ 0 h 1102"/>
                  <a:gd name="T10" fmla="*/ 0 w 1489"/>
                  <a:gd name="T11" fmla="*/ 0 h 1102"/>
                  <a:gd name="T12" fmla="*/ 0 w 1489"/>
                  <a:gd name="T13" fmla="*/ 0 h 1102"/>
                  <a:gd name="T14" fmla="*/ 0 w 1489"/>
                  <a:gd name="T15" fmla="*/ 0 h 1102"/>
                  <a:gd name="T16" fmla="*/ 0 w 1489"/>
                  <a:gd name="T17" fmla="*/ 0 h 1102"/>
                  <a:gd name="T18" fmla="*/ 0 w 1489"/>
                  <a:gd name="T19" fmla="*/ 0 h 1102"/>
                  <a:gd name="T20" fmla="*/ 0 w 1489"/>
                  <a:gd name="T21" fmla="*/ 0 h 1102"/>
                  <a:gd name="T22" fmla="*/ 0 w 1489"/>
                  <a:gd name="T23" fmla="*/ 0 h 1102"/>
                  <a:gd name="T24" fmla="*/ 0 w 1489"/>
                  <a:gd name="T25" fmla="*/ 0 h 1102"/>
                  <a:gd name="T26" fmla="*/ 0 w 1489"/>
                  <a:gd name="T27" fmla="*/ 0 h 1102"/>
                  <a:gd name="T28" fmla="*/ 0 w 1489"/>
                  <a:gd name="T29" fmla="*/ 0 h 1102"/>
                  <a:gd name="T30" fmla="*/ 0 w 1489"/>
                  <a:gd name="T31" fmla="*/ 0 h 1102"/>
                  <a:gd name="T32" fmla="*/ 0 w 1489"/>
                  <a:gd name="T33" fmla="*/ 0 h 1102"/>
                  <a:gd name="T34" fmla="*/ 0 w 1489"/>
                  <a:gd name="T35" fmla="*/ 0 h 1102"/>
                  <a:gd name="T36" fmla="*/ 0 w 1489"/>
                  <a:gd name="T37" fmla="*/ 0 h 1102"/>
                  <a:gd name="T38" fmla="*/ 0 w 1489"/>
                  <a:gd name="T39" fmla="*/ 0 h 1102"/>
                  <a:gd name="T40" fmla="*/ 0 w 1489"/>
                  <a:gd name="T41" fmla="*/ 0 h 1102"/>
                  <a:gd name="T42" fmla="*/ 0 w 1489"/>
                  <a:gd name="T43" fmla="*/ 0 h 1102"/>
                  <a:gd name="T44" fmla="*/ 0 w 1489"/>
                  <a:gd name="T45" fmla="*/ 0 h 1102"/>
                  <a:gd name="T46" fmla="*/ 0 w 1489"/>
                  <a:gd name="T47" fmla="*/ 0 h 1102"/>
                  <a:gd name="T48" fmla="*/ 0 w 1489"/>
                  <a:gd name="T49" fmla="*/ 0 h 1102"/>
                  <a:gd name="T50" fmla="*/ 0 w 1489"/>
                  <a:gd name="T51" fmla="*/ 0 h 1102"/>
                  <a:gd name="T52" fmla="*/ 0 w 1489"/>
                  <a:gd name="T53" fmla="*/ 0 h 1102"/>
                  <a:gd name="T54" fmla="*/ 0 w 1489"/>
                  <a:gd name="T55" fmla="*/ 0 h 1102"/>
                  <a:gd name="T56" fmla="*/ 0 w 1489"/>
                  <a:gd name="T57" fmla="*/ 0 h 1102"/>
                  <a:gd name="T58" fmla="*/ 0 w 1489"/>
                  <a:gd name="T59" fmla="*/ 0 h 1102"/>
                  <a:gd name="T60" fmla="*/ 0 w 1489"/>
                  <a:gd name="T61" fmla="*/ 0 h 1102"/>
                  <a:gd name="T62" fmla="*/ 0 w 1489"/>
                  <a:gd name="T63" fmla="*/ 0 h 1102"/>
                  <a:gd name="T64" fmla="*/ 0 w 1489"/>
                  <a:gd name="T65" fmla="*/ 0 h 1102"/>
                  <a:gd name="T66" fmla="*/ 0 w 1489"/>
                  <a:gd name="T67" fmla="*/ 0 h 1102"/>
                  <a:gd name="T68" fmla="*/ 0 w 1489"/>
                  <a:gd name="T69" fmla="*/ 0 h 1102"/>
                  <a:gd name="T70" fmla="*/ 0 w 1489"/>
                  <a:gd name="T71" fmla="*/ 0 h 1102"/>
                  <a:gd name="T72" fmla="*/ 0 w 1489"/>
                  <a:gd name="T73" fmla="*/ 0 h 1102"/>
                  <a:gd name="T74" fmla="*/ 0 w 1489"/>
                  <a:gd name="T75" fmla="*/ 0 h 1102"/>
                  <a:gd name="T76" fmla="*/ 0 w 1489"/>
                  <a:gd name="T77" fmla="*/ 0 h 1102"/>
                  <a:gd name="T78" fmla="*/ 0 w 1489"/>
                  <a:gd name="T79" fmla="*/ 0 h 1102"/>
                  <a:gd name="T80" fmla="*/ 0 w 1489"/>
                  <a:gd name="T81" fmla="*/ 0 h 1102"/>
                  <a:gd name="T82" fmla="*/ 0 w 1489"/>
                  <a:gd name="T83" fmla="*/ 0 h 1102"/>
                  <a:gd name="T84" fmla="*/ 0 w 1489"/>
                  <a:gd name="T85" fmla="*/ 0 h 1102"/>
                  <a:gd name="T86" fmla="*/ 0 w 1489"/>
                  <a:gd name="T87" fmla="*/ 0 h 1102"/>
                  <a:gd name="T88" fmla="*/ 0 w 1489"/>
                  <a:gd name="T89" fmla="*/ 0 h 1102"/>
                  <a:gd name="T90" fmla="*/ 0 w 1489"/>
                  <a:gd name="T91" fmla="*/ 0 h 1102"/>
                  <a:gd name="T92" fmla="*/ 0 w 1489"/>
                  <a:gd name="T93" fmla="*/ 0 h 1102"/>
                  <a:gd name="T94" fmla="*/ 0 w 1489"/>
                  <a:gd name="T95" fmla="*/ 0 h 1102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1489"/>
                  <a:gd name="T145" fmla="*/ 0 h 1102"/>
                  <a:gd name="T146" fmla="*/ 1489 w 1489"/>
                  <a:gd name="T147" fmla="*/ 1102 h 1102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1489" h="1102">
                    <a:moveTo>
                      <a:pt x="1482" y="425"/>
                    </a:moveTo>
                    <a:lnTo>
                      <a:pt x="1483" y="425"/>
                    </a:lnTo>
                    <a:lnTo>
                      <a:pt x="1485" y="422"/>
                    </a:lnTo>
                    <a:lnTo>
                      <a:pt x="1487" y="419"/>
                    </a:lnTo>
                    <a:lnTo>
                      <a:pt x="1489" y="413"/>
                    </a:lnTo>
                    <a:lnTo>
                      <a:pt x="1486" y="405"/>
                    </a:lnTo>
                    <a:lnTo>
                      <a:pt x="1482" y="399"/>
                    </a:lnTo>
                    <a:lnTo>
                      <a:pt x="1476" y="394"/>
                    </a:lnTo>
                    <a:lnTo>
                      <a:pt x="1469" y="390"/>
                    </a:lnTo>
                    <a:lnTo>
                      <a:pt x="1415" y="358"/>
                    </a:lnTo>
                    <a:lnTo>
                      <a:pt x="1402" y="367"/>
                    </a:lnTo>
                    <a:lnTo>
                      <a:pt x="1413" y="374"/>
                    </a:lnTo>
                    <a:lnTo>
                      <a:pt x="1383" y="394"/>
                    </a:lnTo>
                    <a:lnTo>
                      <a:pt x="1368" y="405"/>
                    </a:lnTo>
                    <a:lnTo>
                      <a:pt x="1367" y="404"/>
                    </a:lnTo>
                    <a:lnTo>
                      <a:pt x="1365" y="405"/>
                    </a:lnTo>
                    <a:lnTo>
                      <a:pt x="1333" y="382"/>
                    </a:lnTo>
                    <a:lnTo>
                      <a:pt x="1380" y="352"/>
                    </a:lnTo>
                    <a:lnTo>
                      <a:pt x="1398" y="364"/>
                    </a:lnTo>
                    <a:lnTo>
                      <a:pt x="1407" y="353"/>
                    </a:lnTo>
                    <a:lnTo>
                      <a:pt x="806" y="0"/>
                    </a:lnTo>
                    <a:lnTo>
                      <a:pt x="731" y="0"/>
                    </a:lnTo>
                    <a:lnTo>
                      <a:pt x="683" y="24"/>
                    </a:lnTo>
                    <a:lnTo>
                      <a:pt x="683" y="33"/>
                    </a:lnTo>
                    <a:lnTo>
                      <a:pt x="623" y="67"/>
                    </a:lnTo>
                    <a:lnTo>
                      <a:pt x="622" y="80"/>
                    </a:lnTo>
                    <a:lnTo>
                      <a:pt x="616" y="83"/>
                    </a:lnTo>
                    <a:lnTo>
                      <a:pt x="606" y="80"/>
                    </a:lnTo>
                    <a:lnTo>
                      <a:pt x="221" y="308"/>
                    </a:lnTo>
                    <a:lnTo>
                      <a:pt x="217" y="316"/>
                    </a:lnTo>
                    <a:lnTo>
                      <a:pt x="115" y="373"/>
                    </a:lnTo>
                    <a:lnTo>
                      <a:pt x="112" y="392"/>
                    </a:lnTo>
                    <a:lnTo>
                      <a:pt x="70" y="416"/>
                    </a:lnTo>
                    <a:lnTo>
                      <a:pt x="52" y="403"/>
                    </a:lnTo>
                    <a:lnTo>
                      <a:pt x="0" y="432"/>
                    </a:lnTo>
                    <a:lnTo>
                      <a:pt x="582" y="1045"/>
                    </a:lnTo>
                    <a:lnTo>
                      <a:pt x="573" y="1096"/>
                    </a:lnTo>
                    <a:lnTo>
                      <a:pt x="576" y="1097"/>
                    </a:lnTo>
                    <a:lnTo>
                      <a:pt x="581" y="1099"/>
                    </a:lnTo>
                    <a:lnTo>
                      <a:pt x="585" y="1101"/>
                    </a:lnTo>
                    <a:lnTo>
                      <a:pt x="590" y="1101"/>
                    </a:lnTo>
                    <a:lnTo>
                      <a:pt x="596" y="1102"/>
                    </a:lnTo>
                    <a:lnTo>
                      <a:pt x="600" y="1102"/>
                    </a:lnTo>
                    <a:lnTo>
                      <a:pt x="606" y="1101"/>
                    </a:lnTo>
                    <a:lnTo>
                      <a:pt x="612" y="1099"/>
                    </a:lnTo>
                    <a:lnTo>
                      <a:pt x="622" y="1046"/>
                    </a:lnTo>
                    <a:lnTo>
                      <a:pt x="1482" y="425"/>
                    </a:lnTo>
                    <a:close/>
                  </a:path>
                </a:pathLst>
              </a:custGeom>
              <a:solidFill>
                <a:srgbClr val="6B2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2" name="Freeform 446"/>
              <p:cNvSpPr>
                <a:spLocks/>
              </p:cNvSpPr>
              <p:nvPr/>
            </p:nvSpPr>
            <p:spPr bwMode="auto">
              <a:xfrm>
                <a:off x="851" y="1752"/>
                <a:ext cx="176" cy="137"/>
              </a:xfrm>
              <a:custGeom>
                <a:avLst/>
                <a:gdLst>
                  <a:gd name="T0" fmla="*/ 0 w 881"/>
                  <a:gd name="T1" fmla="*/ 0 h 686"/>
                  <a:gd name="T2" fmla="*/ 0 w 881"/>
                  <a:gd name="T3" fmla="*/ 0 h 686"/>
                  <a:gd name="T4" fmla="*/ 0 w 881"/>
                  <a:gd name="T5" fmla="*/ 0 h 686"/>
                  <a:gd name="T6" fmla="*/ 0 w 881"/>
                  <a:gd name="T7" fmla="*/ 0 h 686"/>
                  <a:gd name="T8" fmla="*/ 0 w 881"/>
                  <a:gd name="T9" fmla="*/ 0 h 686"/>
                  <a:gd name="T10" fmla="*/ 0 w 881"/>
                  <a:gd name="T11" fmla="*/ 0 h 686"/>
                  <a:gd name="T12" fmla="*/ 0 w 881"/>
                  <a:gd name="T13" fmla="*/ 0 h 686"/>
                  <a:gd name="T14" fmla="*/ 0 w 881"/>
                  <a:gd name="T15" fmla="*/ 0 h 686"/>
                  <a:gd name="T16" fmla="*/ 0 w 881"/>
                  <a:gd name="T17" fmla="*/ 0 h 686"/>
                  <a:gd name="T18" fmla="*/ 0 w 881"/>
                  <a:gd name="T19" fmla="*/ 0 h 686"/>
                  <a:gd name="T20" fmla="*/ 0 w 881"/>
                  <a:gd name="T21" fmla="*/ 0 h 686"/>
                  <a:gd name="T22" fmla="*/ 0 w 881"/>
                  <a:gd name="T23" fmla="*/ 0 h 686"/>
                  <a:gd name="T24" fmla="*/ 0 w 881"/>
                  <a:gd name="T25" fmla="*/ 0 h 686"/>
                  <a:gd name="T26" fmla="*/ 0 w 881"/>
                  <a:gd name="T27" fmla="*/ 0 h 686"/>
                  <a:gd name="T28" fmla="*/ 0 w 881"/>
                  <a:gd name="T29" fmla="*/ 0 h 686"/>
                  <a:gd name="T30" fmla="*/ 0 w 881"/>
                  <a:gd name="T31" fmla="*/ 0 h 686"/>
                  <a:gd name="T32" fmla="*/ 0 w 881"/>
                  <a:gd name="T33" fmla="*/ 0 h 686"/>
                  <a:gd name="T34" fmla="*/ 0 w 881"/>
                  <a:gd name="T35" fmla="*/ 0 h 686"/>
                  <a:gd name="T36" fmla="*/ 0 w 881"/>
                  <a:gd name="T37" fmla="*/ 0 h 686"/>
                  <a:gd name="T38" fmla="*/ 0 w 881"/>
                  <a:gd name="T39" fmla="*/ 0 h 686"/>
                  <a:gd name="T40" fmla="*/ 0 w 881"/>
                  <a:gd name="T41" fmla="*/ 0 h 686"/>
                  <a:gd name="T42" fmla="*/ 0 w 881"/>
                  <a:gd name="T43" fmla="*/ 0 h 68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881"/>
                  <a:gd name="T67" fmla="*/ 0 h 686"/>
                  <a:gd name="T68" fmla="*/ 881 w 881"/>
                  <a:gd name="T69" fmla="*/ 686 h 68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881" h="686">
                    <a:moveTo>
                      <a:pt x="877" y="0"/>
                    </a:moveTo>
                    <a:lnTo>
                      <a:pt x="875" y="6"/>
                    </a:lnTo>
                    <a:lnTo>
                      <a:pt x="873" y="9"/>
                    </a:lnTo>
                    <a:lnTo>
                      <a:pt x="871" y="12"/>
                    </a:lnTo>
                    <a:lnTo>
                      <a:pt x="870" y="12"/>
                    </a:lnTo>
                    <a:lnTo>
                      <a:pt x="10" y="633"/>
                    </a:lnTo>
                    <a:lnTo>
                      <a:pt x="0" y="686"/>
                    </a:lnTo>
                    <a:lnTo>
                      <a:pt x="5" y="684"/>
                    </a:lnTo>
                    <a:lnTo>
                      <a:pt x="10" y="683"/>
                    </a:lnTo>
                    <a:lnTo>
                      <a:pt x="15" y="681"/>
                    </a:lnTo>
                    <a:lnTo>
                      <a:pt x="19" y="678"/>
                    </a:lnTo>
                    <a:lnTo>
                      <a:pt x="112" y="614"/>
                    </a:lnTo>
                    <a:lnTo>
                      <a:pt x="112" y="601"/>
                    </a:lnTo>
                    <a:lnTo>
                      <a:pt x="806" y="88"/>
                    </a:lnTo>
                    <a:lnTo>
                      <a:pt x="815" y="95"/>
                    </a:lnTo>
                    <a:lnTo>
                      <a:pt x="873" y="46"/>
                    </a:lnTo>
                    <a:lnTo>
                      <a:pt x="881" y="15"/>
                    </a:lnTo>
                    <a:lnTo>
                      <a:pt x="881" y="8"/>
                    </a:lnTo>
                    <a:lnTo>
                      <a:pt x="880" y="6"/>
                    </a:lnTo>
                    <a:lnTo>
                      <a:pt x="880" y="4"/>
                    </a:lnTo>
                    <a:lnTo>
                      <a:pt x="879" y="2"/>
                    </a:lnTo>
                    <a:lnTo>
                      <a:pt x="877" y="0"/>
                    </a:lnTo>
                    <a:close/>
                  </a:path>
                </a:pathLst>
              </a:custGeom>
              <a:solidFill>
                <a:srgbClr val="2B0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3" name="Freeform 447"/>
              <p:cNvSpPr>
                <a:spLocks/>
              </p:cNvSpPr>
              <p:nvPr/>
            </p:nvSpPr>
            <p:spPr bwMode="auto">
              <a:xfrm>
                <a:off x="1027" y="1754"/>
                <a:ext cx="1" cy="1"/>
              </a:xfrm>
              <a:custGeom>
                <a:avLst/>
                <a:gdLst>
                  <a:gd name="T0" fmla="*/ 0 w 1"/>
                  <a:gd name="T1" fmla="*/ 0 h 7"/>
                  <a:gd name="T2" fmla="*/ 0 w 1"/>
                  <a:gd name="T3" fmla="*/ 0 h 7"/>
                  <a:gd name="T4" fmla="*/ 1 w 1"/>
                  <a:gd name="T5" fmla="*/ 0 h 7"/>
                  <a:gd name="T6" fmla="*/ 1 w 1"/>
                  <a:gd name="T7" fmla="*/ 0 h 7"/>
                  <a:gd name="T8" fmla="*/ 1 w 1"/>
                  <a:gd name="T9" fmla="*/ 0 h 7"/>
                  <a:gd name="T10" fmla="*/ 0 w 1"/>
                  <a:gd name="T11" fmla="*/ 0 h 7"/>
                  <a:gd name="T12" fmla="*/ 0 w 1"/>
                  <a:gd name="T13" fmla="*/ 0 h 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"/>
                  <a:gd name="T22" fmla="*/ 0 h 7"/>
                  <a:gd name="T23" fmla="*/ 1 w 1"/>
                  <a:gd name="T24" fmla="*/ 7 h 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" h="7">
                    <a:moveTo>
                      <a:pt x="0" y="0"/>
                    </a:moveTo>
                    <a:lnTo>
                      <a:pt x="0" y="7"/>
                    </a:lnTo>
                    <a:lnTo>
                      <a:pt x="1" y="5"/>
                    </a:lnTo>
                    <a:lnTo>
                      <a:pt x="1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B2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4" name="Freeform 448"/>
              <p:cNvSpPr>
                <a:spLocks/>
              </p:cNvSpPr>
              <p:nvPr/>
            </p:nvSpPr>
            <p:spPr bwMode="auto">
              <a:xfrm>
                <a:off x="742" y="1752"/>
                <a:ext cx="86" cy="35"/>
              </a:xfrm>
              <a:custGeom>
                <a:avLst/>
                <a:gdLst>
                  <a:gd name="T0" fmla="*/ 0 w 428"/>
                  <a:gd name="T1" fmla="*/ 0 h 173"/>
                  <a:gd name="T2" fmla="*/ 0 w 428"/>
                  <a:gd name="T3" fmla="*/ 0 h 173"/>
                  <a:gd name="T4" fmla="*/ 0 w 428"/>
                  <a:gd name="T5" fmla="*/ 0 h 173"/>
                  <a:gd name="T6" fmla="*/ 0 w 428"/>
                  <a:gd name="T7" fmla="*/ 0 h 173"/>
                  <a:gd name="T8" fmla="*/ 0 w 428"/>
                  <a:gd name="T9" fmla="*/ 0 h 173"/>
                  <a:gd name="T10" fmla="*/ 0 w 428"/>
                  <a:gd name="T11" fmla="*/ 0 h 173"/>
                  <a:gd name="T12" fmla="*/ 0 w 428"/>
                  <a:gd name="T13" fmla="*/ 0 h 173"/>
                  <a:gd name="T14" fmla="*/ 0 w 428"/>
                  <a:gd name="T15" fmla="*/ 0 h 173"/>
                  <a:gd name="T16" fmla="*/ 0 w 428"/>
                  <a:gd name="T17" fmla="*/ 0 h 173"/>
                  <a:gd name="T18" fmla="*/ 0 w 428"/>
                  <a:gd name="T19" fmla="*/ 0 h 173"/>
                  <a:gd name="T20" fmla="*/ 0 w 428"/>
                  <a:gd name="T21" fmla="*/ 0 h 173"/>
                  <a:gd name="T22" fmla="*/ 0 w 428"/>
                  <a:gd name="T23" fmla="*/ 0 h 173"/>
                  <a:gd name="T24" fmla="*/ 0 w 428"/>
                  <a:gd name="T25" fmla="*/ 0 h 173"/>
                  <a:gd name="T26" fmla="*/ 0 w 428"/>
                  <a:gd name="T27" fmla="*/ 0 h 173"/>
                  <a:gd name="T28" fmla="*/ 0 w 428"/>
                  <a:gd name="T29" fmla="*/ 0 h 173"/>
                  <a:gd name="T30" fmla="*/ 0 w 428"/>
                  <a:gd name="T31" fmla="*/ 0 h 173"/>
                  <a:gd name="T32" fmla="*/ 0 w 428"/>
                  <a:gd name="T33" fmla="*/ 0 h 173"/>
                  <a:gd name="T34" fmla="*/ 0 w 428"/>
                  <a:gd name="T35" fmla="*/ 0 h 173"/>
                  <a:gd name="T36" fmla="*/ 0 w 428"/>
                  <a:gd name="T37" fmla="*/ 0 h 173"/>
                  <a:gd name="T38" fmla="*/ 0 w 428"/>
                  <a:gd name="T39" fmla="*/ 0 h 173"/>
                  <a:gd name="T40" fmla="*/ 0 w 428"/>
                  <a:gd name="T41" fmla="*/ 0 h 173"/>
                  <a:gd name="T42" fmla="*/ 0 w 428"/>
                  <a:gd name="T43" fmla="*/ 0 h 173"/>
                  <a:gd name="T44" fmla="*/ 0 w 428"/>
                  <a:gd name="T45" fmla="*/ 0 h 173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428"/>
                  <a:gd name="T70" fmla="*/ 0 h 173"/>
                  <a:gd name="T71" fmla="*/ 428 w 428"/>
                  <a:gd name="T72" fmla="*/ 173 h 173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428" h="173">
                    <a:moveTo>
                      <a:pt x="0" y="2"/>
                    </a:moveTo>
                    <a:lnTo>
                      <a:pt x="160" y="164"/>
                    </a:lnTo>
                    <a:lnTo>
                      <a:pt x="161" y="166"/>
                    </a:lnTo>
                    <a:lnTo>
                      <a:pt x="163" y="167"/>
                    </a:lnTo>
                    <a:lnTo>
                      <a:pt x="168" y="169"/>
                    </a:lnTo>
                    <a:lnTo>
                      <a:pt x="174" y="171"/>
                    </a:lnTo>
                    <a:lnTo>
                      <a:pt x="181" y="173"/>
                    </a:lnTo>
                    <a:lnTo>
                      <a:pt x="189" y="173"/>
                    </a:lnTo>
                    <a:lnTo>
                      <a:pt x="199" y="169"/>
                    </a:lnTo>
                    <a:lnTo>
                      <a:pt x="209" y="163"/>
                    </a:lnTo>
                    <a:lnTo>
                      <a:pt x="428" y="27"/>
                    </a:lnTo>
                    <a:lnTo>
                      <a:pt x="423" y="24"/>
                    </a:lnTo>
                    <a:lnTo>
                      <a:pt x="207" y="156"/>
                    </a:lnTo>
                    <a:lnTo>
                      <a:pt x="206" y="157"/>
                    </a:lnTo>
                    <a:lnTo>
                      <a:pt x="204" y="158"/>
                    </a:lnTo>
                    <a:lnTo>
                      <a:pt x="200" y="161"/>
                    </a:lnTo>
                    <a:lnTo>
                      <a:pt x="194" y="163"/>
                    </a:lnTo>
                    <a:lnTo>
                      <a:pt x="188" y="164"/>
                    </a:lnTo>
                    <a:lnTo>
                      <a:pt x="180" y="164"/>
                    </a:lnTo>
                    <a:lnTo>
                      <a:pt x="172" y="162"/>
                    </a:lnTo>
                    <a:lnTo>
                      <a:pt x="162" y="157"/>
                    </a:lnTo>
                    <a:lnTo>
                      <a:pt x="7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2B0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5" name="Freeform 449"/>
              <p:cNvSpPr>
                <a:spLocks/>
              </p:cNvSpPr>
              <p:nvPr/>
            </p:nvSpPr>
            <p:spPr bwMode="auto">
              <a:xfrm>
                <a:off x="1008" y="1740"/>
                <a:ext cx="3" cy="3"/>
              </a:xfrm>
              <a:custGeom>
                <a:avLst/>
                <a:gdLst>
                  <a:gd name="T0" fmla="*/ 0 w 17"/>
                  <a:gd name="T1" fmla="*/ 0 h 14"/>
                  <a:gd name="T2" fmla="*/ 0 w 17"/>
                  <a:gd name="T3" fmla="*/ 0 h 14"/>
                  <a:gd name="T4" fmla="*/ 0 w 17"/>
                  <a:gd name="T5" fmla="*/ 0 h 14"/>
                  <a:gd name="T6" fmla="*/ 0 w 17"/>
                  <a:gd name="T7" fmla="*/ 0 h 14"/>
                  <a:gd name="T8" fmla="*/ 0 w 17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4"/>
                  <a:gd name="T17" fmla="*/ 17 w 17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4">
                    <a:moveTo>
                      <a:pt x="4" y="14"/>
                    </a:moveTo>
                    <a:lnTo>
                      <a:pt x="17" y="5"/>
                    </a:lnTo>
                    <a:lnTo>
                      <a:pt x="9" y="0"/>
                    </a:lnTo>
                    <a:lnTo>
                      <a:pt x="0" y="11"/>
                    </a:ln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6B2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6" name="Freeform 450"/>
              <p:cNvSpPr>
                <a:spLocks/>
              </p:cNvSpPr>
              <p:nvPr/>
            </p:nvSpPr>
            <p:spPr bwMode="auto">
              <a:xfrm>
                <a:off x="995" y="1740"/>
                <a:ext cx="13" cy="11"/>
              </a:xfrm>
              <a:custGeom>
                <a:avLst/>
                <a:gdLst>
                  <a:gd name="T0" fmla="*/ 0 w 65"/>
                  <a:gd name="T1" fmla="*/ 0 h 53"/>
                  <a:gd name="T2" fmla="*/ 0 w 65"/>
                  <a:gd name="T3" fmla="*/ 0 h 53"/>
                  <a:gd name="T4" fmla="*/ 0 w 65"/>
                  <a:gd name="T5" fmla="*/ 0 h 53"/>
                  <a:gd name="T6" fmla="*/ 0 w 65"/>
                  <a:gd name="T7" fmla="*/ 0 h 53"/>
                  <a:gd name="T8" fmla="*/ 0 w 65"/>
                  <a:gd name="T9" fmla="*/ 0 h 53"/>
                  <a:gd name="T10" fmla="*/ 0 w 65"/>
                  <a:gd name="T11" fmla="*/ 0 h 53"/>
                  <a:gd name="T12" fmla="*/ 0 w 65"/>
                  <a:gd name="T13" fmla="*/ 0 h 53"/>
                  <a:gd name="T14" fmla="*/ 0 w 65"/>
                  <a:gd name="T15" fmla="*/ 0 h 53"/>
                  <a:gd name="T16" fmla="*/ 0 w 65"/>
                  <a:gd name="T17" fmla="*/ 0 h 5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65"/>
                  <a:gd name="T28" fmla="*/ 0 h 53"/>
                  <a:gd name="T29" fmla="*/ 65 w 65"/>
                  <a:gd name="T30" fmla="*/ 53 h 5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65" h="53">
                    <a:moveTo>
                      <a:pt x="40" y="34"/>
                    </a:moveTo>
                    <a:lnTo>
                      <a:pt x="42" y="36"/>
                    </a:lnTo>
                    <a:lnTo>
                      <a:pt x="65" y="12"/>
                    </a:lnTo>
                    <a:lnTo>
                      <a:pt x="47" y="0"/>
                    </a:lnTo>
                    <a:lnTo>
                      <a:pt x="0" y="30"/>
                    </a:lnTo>
                    <a:lnTo>
                      <a:pt x="32" y="53"/>
                    </a:lnTo>
                    <a:lnTo>
                      <a:pt x="34" y="52"/>
                    </a:lnTo>
                    <a:lnTo>
                      <a:pt x="24" y="45"/>
                    </a:lnTo>
                    <a:lnTo>
                      <a:pt x="40" y="34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7" name="Freeform 451"/>
              <p:cNvSpPr>
                <a:spLocks/>
              </p:cNvSpPr>
              <p:nvPr/>
            </p:nvSpPr>
            <p:spPr bwMode="auto">
              <a:xfrm>
                <a:off x="1003" y="1742"/>
                <a:ext cx="6" cy="5"/>
              </a:xfrm>
              <a:custGeom>
                <a:avLst/>
                <a:gdLst>
                  <a:gd name="T0" fmla="*/ 0 w 27"/>
                  <a:gd name="T1" fmla="*/ 0 h 25"/>
                  <a:gd name="T2" fmla="*/ 0 w 27"/>
                  <a:gd name="T3" fmla="*/ 0 h 25"/>
                  <a:gd name="T4" fmla="*/ 0 w 27"/>
                  <a:gd name="T5" fmla="*/ 0 h 25"/>
                  <a:gd name="T6" fmla="*/ 0 w 27"/>
                  <a:gd name="T7" fmla="*/ 0 h 25"/>
                  <a:gd name="T8" fmla="*/ 0 w 27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"/>
                  <a:gd name="T16" fmla="*/ 0 h 25"/>
                  <a:gd name="T17" fmla="*/ 27 w 27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" h="25">
                    <a:moveTo>
                      <a:pt x="0" y="24"/>
                    </a:moveTo>
                    <a:lnTo>
                      <a:pt x="1" y="25"/>
                    </a:lnTo>
                    <a:lnTo>
                      <a:pt x="27" y="3"/>
                    </a:lnTo>
                    <a:lnTo>
                      <a:pt x="23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8" name="Freeform 452"/>
              <p:cNvSpPr>
                <a:spLocks/>
              </p:cNvSpPr>
              <p:nvPr/>
            </p:nvSpPr>
            <p:spPr bwMode="auto">
              <a:xfrm>
                <a:off x="1004" y="1743"/>
                <a:ext cx="7" cy="5"/>
              </a:xfrm>
              <a:custGeom>
                <a:avLst/>
                <a:gdLst>
                  <a:gd name="T0" fmla="*/ 0 w 37"/>
                  <a:gd name="T1" fmla="*/ 0 h 27"/>
                  <a:gd name="T2" fmla="*/ 0 w 37"/>
                  <a:gd name="T3" fmla="*/ 0 h 27"/>
                  <a:gd name="T4" fmla="*/ 0 w 37"/>
                  <a:gd name="T5" fmla="*/ 0 h 27"/>
                  <a:gd name="T6" fmla="*/ 0 w 37"/>
                  <a:gd name="T7" fmla="*/ 0 h 27"/>
                  <a:gd name="T8" fmla="*/ 0 w 37"/>
                  <a:gd name="T9" fmla="*/ 0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27"/>
                  <a:gd name="T17" fmla="*/ 37 w 37"/>
                  <a:gd name="T18" fmla="*/ 27 h 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27">
                    <a:moveTo>
                      <a:pt x="7" y="27"/>
                    </a:moveTo>
                    <a:lnTo>
                      <a:pt x="37" y="7"/>
                    </a:lnTo>
                    <a:lnTo>
                      <a:pt x="26" y="0"/>
                    </a:lnTo>
                    <a:lnTo>
                      <a:pt x="0" y="22"/>
                    </a:lnTo>
                    <a:lnTo>
                      <a:pt x="7" y="27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9" name="Freeform 453"/>
              <p:cNvSpPr>
                <a:spLocks/>
              </p:cNvSpPr>
              <p:nvPr/>
            </p:nvSpPr>
            <p:spPr bwMode="auto">
              <a:xfrm>
                <a:off x="1002" y="1748"/>
                <a:ext cx="3" cy="3"/>
              </a:xfrm>
              <a:custGeom>
                <a:avLst/>
                <a:gdLst>
                  <a:gd name="T0" fmla="*/ 0 w 16"/>
                  <a:gd name="T1" fmla="*/ 0 h 11"/>
                  <a:gd name="T2" fmla="*/ 0 w 16"/>
                  <a:gd name="T3" fmla="*/ 0 h 11"/>
                  <a:gd name="T4" fmla="*/ 0 w 16"/>
                  <a:gd name="T5" fmla="*/ 0 h 11"/>
                  <a:gd name="T6" fmla="*/ 0 w 16"/>
                  <a:gd name="T7" fmla="*/ 0 h 11"/>
                  <a:gd name="T8" fmla="*/ 0 w 16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"/>
                  <a:gd name="T16" fmla="*/ 0 h 11"/>
                  <a:gd name="T17" fmla="*/ 16 w 16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" h="11">
                    <a:moveTo>
                      <a:pt x="1" y="11"/>
                    </a:moveTo>
                    <a:lnTo>
                      <a:pt x="16" y="0"/>
                    </a:lnTo>
                    <a:lnTo>
                      <a:pt x="0" y="10"/>
                    </a:lnTo>
                    <a:lnTo>
                      <a:pt x="1" y="1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0" name="Freeform 454"/>
              <p:cNvSpPr>
                <a:spLocks/>
              </p:cNvSpPr>
              <p:nvPr/>
            </p:nvSpPr>
            <p:spPr bwMode="auto">
              <a:xfrm>
                <a:off x="773" y="1686"/>
                <a:ext cx="116" cy="78"/>
              </a:xfrm>
              <a:custGeom>
                <a:avLst/>
                <a:gdLst>
                  <a:gd name="T0" fmla="*/ 0 w 580"/>
                  <a:gd name="T1" fmla="*/ 0 h 391"/>
                  <a:gd name="T2" fmla="*/ 0 w 580"/>
                  <a:gd name="T3" fmla="*/ 0 h 391"/>
                  <a:gd name="T4" fmla="*/ 0 w 580"/>
                  <a:gd name="T5" fmla="*/ 0 h 391"/>
                  <a:gd name="T6" fmla="*/ 0 w 580"/>
                  <a:gd name="T7" fmla="*/ 0 h 391"/>
                  <a:gd name="T8" fmla="*/ 0 w 580"/>
                  <a:gd name="T9" fmla="*/ 0 h 391"/>
                  <a:gd name="T10" fmla="*/ 0 w 580"/>
                  <a:gd name="T11" fmla="*/ 0 h 391"/>
                  <a:gd name="T12" fmla="*/ 0 w 580"/>
                  <a:gd name="T13" fmla="*/ 0 h 391"/>
                  <a:gd name="T14" fmla="*/ 0 w 580"/>
                  <a:gd name="T15" fmla="*/ 0 h 391"/>
                  <a:gd name="T16" fmla="*/ 0 w 580"/>
                  <a:gd name="T17" fmla="*/ 0 h 391"/>
                  <a:gd name="T18" fmla="*/ 0 w 580"/>
                  <a:gd name="T19" fmla="*/ 0 h 391"/>
                  <a:gd name="T20" fmla="*/ 0 w 580"/>
                  <a:gd name="T21" fmla="*/ 0 h 391"/>
                  <a:gd name="T22" fmla="*/ 0 w 580"/>
                  <a:gd name="T23" fmla="*/ 0 h 391"/>
                  <a:gd name="T24" fmla="*/ 0 w 580"/>
                  <a:gd name="T25" fmla="*/ 0 h 391"/>
                  <a:gd name="T26" fmla="*/ 0 w 580"/>
                  <a:gd name="T27" fmla="*/ 0 h 391"/>
                  <a:gd name="T28" fmla="*/ 0 w 580"/>
                  <a:gd name="T29" fmla="*/ 0 h 391"/>
                  <a:gd name="T30" fmla="*/ 0 w 580"/>
                  <a:gd name="T31" fmla="*/ 0 h 391"/>
                  <a:gd name="T32" fmla="*/ 0 w 580"/>
                  <a:gd name="T33" fmla="*/ 0 h 391"/>
                  <a:gd name="T34" fmla="*/ 0 w 580"/>
                  <a:gd name="T35" fmla="*/ 0 h 391"/>
                  <a:gd name="T36" fmla="*/ 0 w 580"/>
                  <a:gd name="T37" fmla="*/ 0 h 391"/>
                  <a:gd name="T38" fmla="*/ 0 w 580"/>
                  <a:gd name="T39" fmla="*/ 0 h 391"/>
                  <a:gd name="T40" fmla="*/ 0 w 580"/>
                  <a:gd name="T41" fmla="*/ 0 h 391"/>
                  <a:gd name="T42" fmla="*/ 0 w 580"/>
                  <a:gd name="T43" fmla="*/ 0 h 39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580"/>
                  <a:gd name="T67" fmla="*/ 0 h 391"/>
                  <a:gd name="T68" fmla="*/ 580 w 580"/>
                  <a:gd name="T69" fmla="*/ 391 h 391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580" h="391">
                    <a:moveTo>
                      <a:pt x="236" y="384"/>
                    </a:moveTo>
                    <a:lnTo>
                      <a:pt x="220" y="389"/>
                    </a:lnTo>
                    <a:lnTo>
                      <a:pt x="205" y="391"/>
                    </a:lnTo>
                    <a:lnTo>
                      <a:pt x="193" y="390"/>
                    </a:lnTo>
                    <a:lnTo>
                      <a:pt x="183" y="389"/>
                    </a:lnTo>
                    <a:lnTo>
                      <a:pt x="174" y="385"/>
                    </a:lnTo>
                    <a:lnTo>
                      <a:pt x="168" y="383"/>
                    </a:lnTo>
                    <a:lnTo>
                      <a:pt x="165" y="380"/>
                    </a:lnTo>
                    <a:lnTo>
                      <a:pt x="164" y="379"/>
                    </a:lnTo>
                    <a:lnTo>
                      <a:pt x="6" y="234"/>
                    </a:lnTo>
                    <a:lnTo>
                      <a:pt x="0" y="228"/>
                    </a:lnTo>
                    <a:lnTo>
                      <a:pt x="385" y="0"/>
                    </a:lnTo>
                    <a:lnTo>
                      <a:pt x="570" y="132"/>
                    </a:lnTo>
                    <a:lnTo>
                      <a:pt x="571" y="133"/>
                    </a:lnTo>
                    <a:lnTo>
                      <a:pt x="574" y="136"/>
                    </a:lnTo>
                    <a:lnTo>
                      <a:pt x="577" y="141"/>
                    </a:lnTo>
                    <a:lnTo>
                      <a:pt x="578" y="147"/>
                    </a:lnTo>
                    <a:lnTo>
                      <a:pt x="580" y="154"/>
                    </a:lnTo>
                    <a:lnTo>
                      <a:pt x="576" y="162"/>
                    </a:lnTo>
                    <a:lnTo>
                      <a:pt x="570" y="170"/>
                    </a:lnTo>
                    <a:lnTo>
                      <a:pt x="558" y="180"/>
                    </a:lnTo>
                    <a:lnTo>
                      <a:pt x="236" y="384"/>
                    </a:lnTo>
                    <a:close/>
                  </a:path>
                </a:pathLst>
              </a:custGeom>
              <a:solidFill>
                <a:srgbClr val="A0828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1" name="Freeform 455"/>
              <p:cNvSpPr>
                <a:spLocks/>
              </p:cNvSpPr>
              <p:nvPr/>
            </p:nvSpPr>
            <p:spPr bwMode="auto">
              <a:xfrm>
                <a:off x="772" y="1731"/>
                <a:ext cx="2" cy="2"/>
              </a:xfrm>
              <a:custGeom>
                <a:avLst/>
                <a:gdLst>
                  <a:gd name="T0" fmla="*/ 0 w 9"/>
                  <a:gd name="T1" fmla="*/ 0 h 8"/>
                  <a:gd name="T2" fmla="*/ 0 w 9"/>
                  <a:gd name="T3" fmla="*/ 0 h 8"/>
                  <a:gd name="T4" fmla="*/ 0 w 9"/>
                  <a:gd name="T5" fmla="*/ 0 h 8"/>
                  <a:gd name="T6" fmla="*/ 0 w 9"/>
                  <a:gd name="T7" fmla="*/ 0 h 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8"/>
                  <a:gd name="T14" fmla="*/ 9 w 9"/>
                  <a:gd name="T15" fmla="*/ 8 h 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8">
                    <a:moveTo>
                      <a:pt x="0" y="8"/>
                    </a:moveTo>
                    <a:lnTo>
                      <a:pt x="9" y="3"/>
                    </a:lnTo>
                    <a:lnTo>
                      <a:pt x="4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A0388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2" name="Freeform 456"/>
              <p:cNvSpPr>
                <a:spLocks/>
              </p:cNvSpPr>
              <p:nvPr/>
            </p:nvSpPr>
            <p:spPr bwMode="auto">
              <a:xfrm>
                <a:off x="827" y="1698"/>
                <a:ext cx="46" cy="33"/>
              </a:xfrm>
              <a:custGeom>
                <a:avLst/>
                <a:gdLst>
                  <a:gd name="T0" fmla="*/ 0 w 230"/>
                  <a:gd name="T1" fmla="*/ 0 h 162"/>
                  <a:gd name="T2" fmla="*/ 0 w 230"/>
                  <a:gd name="T3" fmla="*/ 0 h 162"/>
                  <a:gd name="T4" fmla="*/ 0 w 230"/>
                  <a:gd name="T5" fmla="*/ 0 h 162"/>
                  <a:gd name="T6" fmla="*/ 0 w 230"/>
                  <a:gd name="T7" fmla="*/ 0 h 162"/>
                  <a:gd name="T8" fmla="*/ 0 w 230"/>
                  <a:gd name="T9" fmla="*/ 0 h 1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0"/>
                  <a:gd name="T16" fmla="*/ 0 h 162"/>
                  <a:gd name="T17" fmla="*/ 230 w 230"/>
                  <a:gd name="T18" fmla="*/ 162 h 1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0" h="162">
                    <a:moveTo>
                      <a:pt x="93" y="0"/>
                    </a:moveTo>
                    <a:lnTo>
                      <a:pt x="230" y="103"/>
                    </a:lnTo>
                    <a:lnTo>
                      <a:pt x="134" y="162"/>
                    </a:lnTo>
                    <a:lnTo>
                      <a:pt x="0" y="54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rgbClr val="6B2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3" name="Freeform 457"/>
              <p:cNvSpPr>
                <a:spLocks/>
              </p:cNvSpPr>
              <p:nvPr/>
            </p:nvSpPr>
            <p:spPr bwMode="auto">
              <a:xfrm>
                <a:off x="727" y="1756"/>
                <a:ext cx="118" cy="133"/>
              </a:xfrm>
              <a:custGeom>
                <a:avLst/>
                <a:gdLst>
                  <a:gd name="T0" fmla="*/ 0 w 589"/>
                  <a:gd name="T1" fmla="*/ 0 h 664"/>
                  <a:gd name="T2" fmla="*/ 0 w 589"/>
                  <a:gd name="T3" fmla="*/ 0 h 664"/>
                  <a:gd name="T4" fmla="*/ 0 w 589"/>
                  <a:gd name="T5" fmla="*/ 0 h 664"/>
                  <a:gd name="T6" fmla="*/ 0 w 589"/>
                  <a:gd name="T7" fmla="*/ 0 h 664"/>
                  <a:gd name="T8" fmla="*/ 0 w 589"/>
                  <a:gd name="T9" fmla="*/ 0 h 664"/>
                  <a:gd name="T10" fmla="*/ 0 w 589"/>
                  <a:gd name="T11" fmla="*/ 0 h 664"/>
                  <a:gd name="T12" fmla="*/ 0 w 589"/>
                  <a:gd name="T13" fmla="*/ 0 h 664"/>
                  <a:gd name="T14" fmla="*/ 0 w 589"/>
                  <a:gd name="T15" fmla="*/ 0 h 664"/>
                  <a:gd name="T16" fmla="*/ 0 w 589"/>
                  <a:gd name="T17" fmla="*/ 0 h 664"/>
                  <a:gd name="T18" fmla="*/ 0 w 589"/>
                  <a:gd name="T19" fmla="*/ 0 h 664"/>
                  <a:gd name="T20" fmla="*/ 0 w 589"/>
                  <a:gd name="T21" fmla="*/ 0 h 664"/>
                  <a:gd name="T22" fmla="*/ 0 w 589"/>
                  <a:gd name="T23" fmla="*/ 0 h 664"/>
                  <a:gd name="T24" fmla="*/ 0 w 589"/>
                  <a:gd name="T25" fmla="*/ 0 h 664"/>
                  <a:gd name="T26" fmla="*/ 0 w 589"/>
                  <a:gd name="T27" fmla="*/ 0 h 66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589"/>
                  <a:gd name="T43" fmla="*/ 0 h 664"/>
                  <a:gd name="T44" fmla="*/ 589 w 589"/>
                  <a:gd name="T45" fmla="*/ 664 h 66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589" h="664">
                    <a:moveTo>
                      <a:pt x="7" y="0"/>
                    </a:moveTo>
                    <a:lnTo>
                      <a:pt x="6" y="0"/>
                    </a:lnTo>
                    <a:lnTo>
                      <a:pt x="0" y="43"/>
                    </a:lnTo>
                    <a:lnTo>
                      <a:pt x="34" y="81"/>
                    </a:lnTo>
                    <a:lnTo>
                      <a:pt x="39" y="56"/>
                    </a:lnTo>
                    <a:lnTo>
                      <a:pt x="73" y="93"/>
                    </a:lnTo>
                    <a:lnTo>
                      <a:pt x="69" y="118"/>
                    </a:lnTo>
                    <a:lnTo>
                      <a:pt x="570" y="657"/>
                    </a:lnTo>
                    <a:lnTo>
                      <a:pt x="572" y="658"/>
                    </a:lnTo>
                    <a:lnTo>
                      <a:pt x="573" y="659"/>
                    </a:lnTo>
                    <a:lnTo>
                      <a:pt x="576" y="662"/>
                    </a:lnTo>
                    <a:lnTo>
                      <a:pt x="580" y="664"/>
                    </a:lnTo>
                    <a:lnTo>
                      <a:pt x="589" y="613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A549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4" name="Freeform 458"/>
              <p:cNvSpPr>
                <a:spLocks/>
              </p:cNvSpPr>
              <p:nvPr/>
            </p:nvSpPr>
            <p:spPr bwMode="auto">
              <a:xfrm>
                <a:off x="734" y="1767"/>
                <a:ext cx="3" cy="5"/>
              </a:xfrm>
              <a:custGeom>
                <a:avLst/>
                <a:gdLst>
                  <a:gd name="T0" fmla="*/ 0 w 18"/>
                  <a:gd name="T1" fmla="*/ 0 h 25"/>
                  <a:gd name="T2" fmla="*/ 0 w 18"/>
                  <a:gd name="T3" fmla="*/ 0 h 25"/>
                  <a:gd name="T4" fmla="*/ 0 w 18"/>
                  <a:gd name="T5" fmla="*/ 0 h 25"/>
                  <a:gd name="T6" fmla="*/ 0 w 18"/>
                  <a:gd name="T7" fmla="*/ 0 h 2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"/>
                  <a:gd name="T13" fmla="*/ 0 h 25"/>
                  <a:gd name="T14" fmla="*/ 18 w 18"/>
                  <a:gd name="T15" fmla="*/ 25 h 2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" h="25">
                    <a:moveTo>
                      <a:pt x="5" y="0"/>
                    </a:moveTo>
                    <a:lnTo>
                      <a:pt x="0" y="25"/>
                    </a:lnTo>
                    <a:lnTo>
                      <a:pt x="18" y="14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4400A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5" name="Freeform 459"/>
              <p:cNvSpPr>
                <a:spLocks/>
              </p:cNvSpPr>
              <p:nvPr/>
            </p:nvSpPr>
            <p:spPr bwMode="auto">
              <a:xfrm>
                <a:off x="793" y="1708"/>
                <a:ext cx="207" cy="155"/>
              </a:xfrm>
              <a:custGeom>
                <a:avLst/>
                <a:gdLst>
                  <a:gd name="T0" fmla="*/ 0 w 1036"/>
                  <a:gd name="T1" fmla="*/ 0 h 772"/>
                  <a:gd name="T2" fmla="*/ 0 w 1036"/>
                  <a:gd name="T3" fmla="*/ 0 h 772"/>
                  <a:gd name="T4" fmla="*/ 0 w 1036"/>
                  <a:gd name="T5" fmla="*/ 0 h 772"/>
                  <a:gd name="T6" fmla="*/ 0 w 1036"/>
                  <a:gd name="T7" fmla="*/ 0 h 772"/>
                  <a:gd name="T8" fmla="*/ 0 w 1036"/>
                  <a:gd name="T9" fmla="*/ 0 h 772"/>
                  <a:gd name="T10" fmla="*/ 0 w 1036"/>
                  <a:gd name="T11" fmla="*/ 0 h 772"/>
                  <a:gd name="T12" fmla="*/ 0 w 1036"/>
                  <a:gd name="T13" fmla="*/ 0 h 772"/>
                  <a:gd name="T14" fmla="*/ 0 w 1036"/>
                  <a:gd name="T15" fmla="*/ 0 h 772"/>
                  <a:gd name="T16" fmla="*/ 0 w 1036"/>
                  <a:gd name="T17" fmla="*/ 0 h 772"/>
                  <a:gd name="T18" fmla="*/ 0 w 1036"/>
                  <a:gd name="T19" fmla="*/ 0 h 772"/>
                  <a:gd name="T20" fmla="*/ 0 w 1036"/>
                  <a:gd name="T21" fmla="*/ 0 h 772"/>
                  <a:gd name="T22" fmla="*/ 0 w 1036"/>
                  <a:gd name="T23" fmla="*/ 0 h 772"/>
                  <a:gd name="T24" fmla="*/ 0 w 1036"/>
                  <a:gd name="T25" fmla="*/ 0 h 772"/>
                  <a:gd name="T26" fmla="*/ 0 w 1036"/>
                  <a:gd name="T27" fmla="*/ 0 h 772"/>
                  <a:gd name="T28" fmla="*/ 0 w 1036"/>
                  <a:gd name="T29" fmla="*/ 0 h 772"/>
                  <a:gd name="T30" fmla="*/ 0 w 1036"/>
                  <a:gd name="T31" fmla="*/ 0 h 772"/>
                  <a:gd name="T32" fmla="*/ 0 w 1036"/>
                  <a:gd name="T33" fmla="*/ 0 h 772"/>
                  <a:gd name="T34" fmla="*/ 0 w 1036"/>
                  <a:gd name="T35" fmla="*/ 0 h 772"/>
                  <a:gd name="T36" fmla="*/ 0 w 1036"/>
                  <a:gd name="T37" fmla="*/ 0 h 772"/>
                  <a:gd name="T38" fmla="*/ 0 w 1036"/>
                  <a:gd name="T39" fmla="*/ 0 h 772"/>
                  <a:gd name="T40" fmla="*/ 0 w 1036"/>
                  <a:gd name="T41" fmla="*/ 0 h 772"/>
                  <a:gd name="T42" fmla="*/ 0 w 1036"/>
                  <a:gd name="T43" fmla="*/ 0 h 772"/>
                  <a:gd name="T44" fmla="*/ 0 w 1036"/>
                  <a:gd name="T45" fmla="*/ 0 h 772"/>
                  <a:gd name="T46" fmla="*/ 0 w 1036"/>
                  <a:gd name="T47" fmla="*/ 0 h 772"/>
                  <a:gd name="T48" fmla="*/ 0 w 1036"/>
                  <a:gd name="T49" fmla="*/ 0 h 772"/>
                  <a:gd name="T50" fmla="*/ 0 w 1036"/>
                  <a:gd name="T51" fmla="*/ 0 h 772"/>
                  <a:gd name="T52" fmla="*/ 0 w 1036"/>
                  <a:gd name="T53" fmla="*/ 0 h 772"/>
                  <a:gd name="T54" fmla="*/ 0 w 1036"/>
                  <a:gd name="T55" fmla="*/ 0 h 772"/>
                  <a:gd name="T56" fmla="*/ 0 w 1036"/>
                  <a:gd name="T57" fmla="*/ 0 h 772"/>
                  <a:gd name="T58" fmla="*/ 0 w 1036"/>
                  <a:gd name="T59" fmla="*/ 0 h 772"/>
                  <a:gd name="T60" fmla="*/ 0 w 1036"/>
                  <a:gd name="T61" fmla="*/ 0 h 772"/>
                  <a:gd name="T62" fmla="*/ 0 w 1036"/>
                  <a:gd name="T63" fmla="*/ 0 h 772"/>
                  <a:gd name="T64" fmla="*/ 0 w 1036"/>
                  <a:gd name="T65" fmla="*/ 0 h 77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36"/>
                  <a:gd name="T100" fmla="*/ 0 h 772"/>
                  <a:gd name="T101" fmla="*/ 1036 w 1036"/>
                  <a:gd name="T102" fmla="*/ 772 h 772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36" h="772">
                    <a:moveTo>
                      <a:pt x="2" y="446"/>
                    </a:moveTo>
                    <a:lnTo>
                      <a:pt x="292" y="756"/>
                    </a:lnTo>
                    <a:lnTo>
                      <a:pt x="294" y="757"/>
                    </a:lnTo>
                    <a:lnTo>
                      <a:pt x="297" y="760"/>
                    </a:lnTo>
                    <a:lnTo>
                      <a:pt x="302" y="765"/>
                    </a:lnTo>
                    <a:lnTo>
                      <a:pt x="309" y="768"/>
                    </a:lnTo>
                    <a:lnTo>
                      <a:pt x="317" y="771"/>
                    </a:lnTo>
                    <a:lnTo>
                      <a:pt x="328" y="772"/>
                    </a:lnTo>
                    <a:lnTo>
                      <a:pt x="340" y="772"/>
                    </a:lnTo>
                    <a:lnTo>
                      <a:pt x="353" y="767"/>
                    </a:lnTo>
                    <a:lnTo>
                      <a:pt x="1024" y="268"/>
                    </a:lnTo>
                    <a:lnTo>
                      <a:pt x="1025" y="267"/>
                    </a:lnTo>
                    <a:lnTo>
                      <a:pt x="1029" y="263"/>
                    </a:lnTo>
                    <a:lnTo>
                      <a:pt x="1032" y="257"/>
                    </a:lnTo>
                    <a:lnTo>
                      <a:pt x="1036" y="248"/>
                    </a:lnTo>
                    <a:lnTo>
                      <a:pt x="1036" y="239"/>
                    </a:lnTo>
                    <a:lnTo>
                      <a:pt x="1034" y="227"/>
                    </a:lnTo>
                    <a:lnTo>
                      <a:pt x="1025" y="216"/>
                    </a:lnTo>
                    <a:lnTo>
                      <a:pt x="1010" y="204"/>
                    </a:lnTo>
                    <a:lnTo>
                      <a:pt x="671" y="3"/>
                    </a:lnTo>
                    <a:lnTo>
                      <a:pt x="670" y="3"/>
                    </a:lnTo>
                    <a:lnTo>
                      <a:pt x="668" y="1"/>
                    </a:lnTo>
                    <a:lnTo>
                      <a:pt x="664" y="0"/>
                    </a:lnTo>
                    <a:lnTo>
                      <a:pt x="659" y="0"/>
                    </a:lnTo>
                    <a:lnTo>
                      <a:pt x="654" y="0"/>
                    </a:lnTo>
                    <a:lnTo>
                      <a:pt x="646" y="1"/>
                    </a:lnTo>
                    <a:lnTo>
                      <a:pt x="638" y="4"/>
                    </a:lnTo>
                    <a:lnTo>
                      <a:pt x="628" y="9"/>
                    </a:lnTo>
                    <a:lnTo>
                      <a:pt x="22" y="403"/>
                    </a:lnTo>
                    <a:lnTo>
                      <a:pt x="17" y="408"/>
                    </a:lnTo>
                    <a:lnTo>
                      <a:pt x="9" y="418"/>
                    </a:lnTo>
                    <a:lnTo>
                      <a:pt x="0" y="432"/>
                    </a:lnTo>
                    <a:lnTo>
                      <a:pt x="2" y="446"/>
                    </a:lnTo>
                    <a:close/>
                  </a:path>
                </a:pathLst>
              </a:custGeom>
              <a:solidFill>
                <a:srgbClr val="EAEA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6" name="Freeform 460"/>
              <p:cNvSpPr>
                <a:spLocks/>
              </p:cNvSpPr>
              <p:nvPr/>
            </p:nvSpPr>
            <p:spPr bwMode="auto">
              <a:xfrm>
                <a:off x="810" y="1719"/>
                <a:ext cx="116" cy="78"/>
              </a:xfrm>
              <a:custGeom>
                <a:avLst/>
                <a:gdLst>
                  <a:gd name="T0" fmla="*/ 0 w 583"/>
                  <a:gd name="T1" fmla="*/ 0 h 388"/>
                  <a:gd name="T2" fmla="*/ 0 w 583"/>
                  <a:gd name="T3" fmla="*/ 0 h 388"/>
                  <a:gd name="T4" fmla="*/ 0 w 583"/>
                  <a:gd name="T5" fmla="*/ 0 h 388"/>
                  <a:gd name="T6" fmla="*/ 0 w 583"/>
                  <a:gd name="T7" fmla="*/ 0 h 388"/>
                  <a:gd name="T8" fmla="*/ 0 w 583"/>
                  <a:gd name="T9" fmla="*/ 0 h 3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3"/>
                  <a:gd name="T16" fmla="*/ 0 h 388"/>
                  <a:gd name="T17" fmla="*/ 583 w 583"/>
                  <a:gd name="T18" fmla="*/ 388 h 3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3" h="388">
                    <a:moveTo>
                      <a:pt x="0" y="383"/>
                    </a:moveTo>
                    <a:lnTo>
                      <a:pt x="2" y="388"/>
                    </a:lnTo>
                    <a:lnTo>
                      <a:pt x="583" y="5"/>
                    </a:lnTo>
                    <a:lnTo>
                      <a:pt x="579" y="0"/>
                    </a:lnTo>
                    <a:lnTo>
                      <a:pt x="0" y="38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7" name="Freeform 461"/>
              <p:cNvSpPr>
                <a:spLocks/>
              </p:cNvSpPr>
              <p:nvPr/>
            </p:nvSpPr>
            <p:spPr bwMode="auto">
              <a:xfrm>
                <a:off x="818" y="1724"/>
                <a:ext cx="117" cy="80"/>
              </a:xfrm>
              <a:custGeom>
                <a:avLst/>
                <a:gdLst>
                  <a:gd name="T0" fmla="*/ 0 w 585"/>
                  <a:gd name="T1" fmla="*/ 0 h 398"/>
                  <a:gd name="T2" fmla="*/ 0 w 585"/>
                  <a:gd name="T3" fmla="*/ 0 h 398"/>
                  <a:gd name="T4" fmla="*/ 0 w 585"/>
                  <a:gd name="T5" fmla="*/ 0 h 398"/>
                  <a:gd name="T6" fmla="*/ 0 w 585"/>
                  <a:gd name="T7" fmla="*/ 0 h 398"/>
                  <a:gd name="T8" fmla="*/ 0 w 585"/>
                  <a:gd name="T9" fmla="*/ 0 h 39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5"/>
                  <a:gd name="T16" fmla="*/ 0 h 398"/>
                  <a:gd name="T17" fmla="*/ 585 w 585"/>
                  <a:gd name="T18" fmla="*/ 398 h 39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5" h="398">
                    <a:moveTo>
                      <a:pt x="0" y="392"/>
                    </a:moveTo>
                    <a:lnTo>
                      <a:pt x="2" y="398"/>
                    </a:lnTo>
                    <a:lnTo>
                      <a:pt x="585" y="5"/>
                    </a:lnTo>
                    <a:lnTo>
                      <a:pt x="581" y="0"/>
                    </a:lnTo>
                    <a:lnTo>
                      <a:pt x="0" y="39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8" name="Freeform 462"/>
              <p:cNvSpPr>
                <a:spLocks/>
              </p:cNvSpPr>
              <p:nvPr/>
            </p:nvSpPr>
            <p:spPr bwMode="auto">
              <a:xfrm>
                <a:off x="827" y="1729"/>
                <a:ext cx="117" cy="82"/>
              </a:xfrm>
              <a:custGeom>
                <a:avLst/>
                <a:gdLst>
                  <a:gd name="T0" fmla="*/ 0 w 586"/>
                  <a:gd name="T1" fmla="*/ 0 h 409"/>
                  <a:gd name="T2" fmla="*/ 0 w 586"/>
                  <a:gd name="T3" fmla="*/ 0 h 409"/>
                  <a:gd name="T4" fmla="*/ 0 w 586"/>
                  <a:gd name="T5" fmla="*/ 0 h 409"/>
                  <a:gd name="T6" fmla="*/ 0 w 586"/>
                  <a:gd name="T7" fmla="*/ 0 h 409"/>
                  <a:gd name="T8" fmla="*/ 0 w 586"/>
                  <a:gd name="T9" fmla="*/ 0 h 40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6"/>
                  <a:gd name="T16" fmla="*/ 0 h 409"/>
                  <a:gd name="T17" fmla="*/ 586 w 586"/>
                  <a:gd name="T18" fmla="*/ 409 h 40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6" h="409">
                    <a:moveTo>
                      <a:pt x="0" y="403"/>
                    </a:moveTo>
                    <a:lnTo>
                      <a:pt x="2" y="409"/>
                    </a:lnTo>
                    <a:lnTo>
                      <a:pt x="586" y="5"/>
                    </a:lnTo>
                    <a:lnTo>
                      <a:pt x="584" y="0"/>
                    </a:lnTo>
                    <a:lnTo>
                      <a:pt x="0" y="40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9" name="Freeform 463"/>
              <p:cNvSpPr>
                <a:spLocks/>
              </p:cNvSpPr>
              <p:nvPr/>
            </p:nvSpPr>
            <p:spPr bwMode="auto">
              <a:xfrm>
                <a:off x="835" y="1734"/>
                <a:ext cx="118" cy="84"/>
              </a:xfrm>
              <a:custGeom>
                <a:avLst/>
                <a:gdLst>
                  <a:gd name="T0" fmla="*/ 0 w 589"/>
                  <a:gd name="T1" fmla="*/ 0 h 420"/>
                  <a:gd name="T2" fmla="*/ 0 w 589"/>
                  <a:gd name="T3" fmla="*/ 0 h 420"/>
                  <a:gd name="T4" fmla="*/ 0 w 589"/>
                  <a:gd name="T5" fmla="*/ 0 h 420"/>
                  <a:gd name="T6" fmla="*/ 0 w 589"/>
                  <a:gd name="T7" fmla="*/ 0 h 420"/>
                  <a:gd name="T8" fmla="*/ 0 w 589"/>
                  <a:gd name="T9" fmla="*/ 0 h 4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9"/>
                  <a:gd name="T16" fmla="*/ 0 h 420"/>
                  <a:gd name="T17" fmla="*/ 589 w 589"/>
                  <a:gd name="T18" fmla="*/ 420 h 4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9" h="420">
                    <a:moveTo>
                      <a:pt x="0" y="414"/>
                    </a:moveTo>
                    <a:lnTo>
                      <a:pt x="2" y="420"/>
                    </a:lnTo>
                    <a:lnTo>
                      <a:pt x="589" y="5"/>
                    </a:lnTo>
                    <a:lnTo>
                      <a:pt x="586" y="0"/>
                    </a:lnTo>
                    <a:lnTo>
                      <a:pt x="0" y="41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0" name="Freeform 464"/>
              <p:cNvSpPr>
                <a:spLocks/>
              </p:cNvSpPr>
              <p:nvPr/>
            </p:nvSpPr>
            <p:spPr bwMode="auto">
              <a:xfrm>
                <a:off x="844" y="1739"/>
                <a:ext cx="118" cy="87"/>
              </a:xfrm>
              <a:custGeom>
                <a:avLst/>
                <a:gdLst>
                  <a:gd name="T0" fmla="*/ 0 w 592"/>
                  <a:gd name="T1" fmla="*/ 0 h 432"/>
                  <a:gd name="T2" fmla="*/ 0 w 592"/>
                  <a:gd name="T3" fmla="*/ 0 h 432"/>
                  <a:gd name="T4" fmla="*/ 0 w 592"/>
                  <a:gd name="T5" fmla="*/ 0 h 432"/>
                  <a:gd name="T6" fmla="*/ 0 w 592"/>
                  <a:gd name="T7" fmla="*/ 0 h 432"/>
                  <a:gd name="T8" fmla="*/ 0 w 592"/>
                  <a:gd name="T9" fmla="*/ 0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92"/>
                  <a:gd name="T16" fmla="*/ 0 h 432"/>
                  <a:gd name="T17" fmla="*/ 592 w 592"/>
                  <a:gd name="T18" fmla="*/ 432 h 4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92" h="432">
                    <a:moveTo>
                      <a:pt x="0" y="427"/>
                    </a:moveTo>
                    <a:lnTo>
                      <a:pt x="2" y="432"/>
                    </a:lnTo>
                    <a:lnTo>
                      <a:pt x="592" y="5"/>
                    </a:lnTo>
                    <a:lnTo>
                      <a:pt x="588" y="0"/>
                    </a:lnTo>
                    <a:lnTo>
                      <a:pt x="0" y="42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1" name="Freeform 465"/>
              <p:cNvSpPr>
                <a:spLocks/>
              </p:cNvSpPr>
              <p:nvPr/>
            </p:nvSpPr>
            <p:spPr bwMode="auto">
              <a:xfrm>
                <a:off x="853" y="1745"/>
                <a:ext cx="119" cy="88"/>
              </a:xfrm>
              <a:custGeom>
                <a:avLst/>
                <a:gdLst>
                  <a:gd name="T0" fmla="*/ 0 w 593"/>
                  <a:gd name="T1" fmla="*/ 0 h 443"/>
                  <a:gd name="T2" fmla="*/ 0 w 593"/>
                  <a:gd name="T3" fmla="*/ 0 h 443"/>
                  <a:gd name="T4" fmla="*/ 0 w 593"/>
                  <a:gd name="T5" fmla="*/ 0 h 443"/>
                  <a:gd name="T6" fmla="*/ 0 w 593"/>
                  <a:gd name="T7" fmla="*/ 0 h 443"/>
                  <a:gd name="T8" fmla="*/ 0 w 593"/>
                  <a:gd name="T9" fmla="*/ 0 h 4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93"/>
                  <a:gd name="T16" fmla="*/ 0 h 443"/>
                  <a:gd name="T17" fmla="*/ 593 w 593"/>
                  <a:gd name="T18" fmla="*/ 443 h 4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93" h="443">
                    <a:moveTo>
                      <a:pt x="0" y="438"/>
                    </a:moveTo>
                    <a:lnTo>
                      <a:pt x="2" y="443"/>
                    </a:lnTo>
                    <a:lnTo>
                      <a:pt x="593" y="6"/>
                    </a:lnTo>
                    <a:lnTo>
                      <a:pt x="590" y="0"/>
                    </a:lnTo>
                    <a:lnTo>
                      <a:pt x="0" y="43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2" name="Freeform 466"/>
              <p:cNvSpPr>
                <a:spLocks/>
              </p:cNvSpPr>
              <p:nvPr/>
            </p:nvSpPr>
            <p:spPr bwMode="auto">
              <a:xfrm>
                <a:off x="862" y="1750"/>
                <a:ext cx="119" cy="91"/>
              </a:xfrm>
              <a:custGeom>
                <a:avLst/>
                <a:gdLst>
                  <a:gd name="T0" fmla="*/ 0 w 596"/>
                  <a:gd name="T1" fmla="*/ 0 h 456"/>
                  <a:gd name="T2" fmla="*/ 0 w 596"/>
                  <a:gd name="T3" fmla="*/ 0 h 456"/>
                  <a:gd name="T4" fmla="*/ 0 w 596"/>
                  <a:gd name="T5" fmla="*/ 0 h 456"/>
                  <a:gd name="T6" fmla="*/ 0 w 596"/>
                  <a:gd name="T7" fmla="*/ 0 h 456"/>
                  <a:gd name="T8" fmla="*/ 0 w 596"/>
                  <a:gd name="T9" fmla="*/ 0 h 4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96"/>
                  <a:gd name="T16" fmla="*/ 0 h 456"/>
                  <a:gd name="T17" fmla="*/ 596 w 596"/>
                  <a:gd name="T18" fmla="*/ 456 h 4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96" h="456">
                    <a:moveTo>
                      <a:pt x="0" y="450"/>
                    </a:moveTo>
                    <a:lnTo>
                      <a:pt x="4" y="456"/>
                    </a:lnTo>
                    <a:lnTo>
                      <a:pt x="596" y="6"/>
                    </a:lnTo>
                    <a:lnTo>
                      <a:pt x="593" y="0"/>
                    </a:lnTo>
                    <a:lnTo>
                      <a:pt x="0" y="45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3" name="Freeform 467"/>
              <p:cNvSpPr>
                <a:spLocks/>
              </p:cNvSpPr>
              <p:nvPr/>
            </p:nvSpPr>
            <p:spPr bwMode="auto">
              <a:xfrm>
                <a:off x="827" y="1698"/>
                <a:ext cx="46" cy="21"/>
              </a:xfrm>
              <a:custGeom>
                <a:avLst/>
                <a:gdLst>
                  <a:gd name="T0" fmla="*/ 0 w 230"/>
                  <a:gd name="T1" fmla="*/ 0 h 104"/>
                  <a:gd name="T2" fmla="*/ 0 w 230"/>
                  <a:gd name="T3" fmla="*/ 0 h 104"/>
                  <a:gd name="T4" fmla="*/ 0 w 230"/>
                  <a:gd name="T5" fmla="*/ 0 h 104"/>
                  <a:gd name="T6" fmla="*/ 0 w 230"/>
                  <a:gd name="T7" fmla="*/ 0 h 104"/>
                  <a:gd name="T8" fmla="*/ 0 w 230"/>
                  <a:gd name="T9" fmla="*/ 0 h 104"/>
                  <a:gd name="T10" fmla="*/ 0 w 230"/>
                  <a:gd name="T11" fmla="*/ 0 h 104"/>
                  <a:gd name="T12" fmla="*/ 0 w 230"/>
                  <a:gd name="T13" fmla="*/ 0 h 1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30"/>
                  <a:gd name="T22" fmla="*/ 0 h 104"/>
                  <a:gd name="T23" fmla="*/ 230 w 230"/>
                  <a:gd name="T24" fmla="*/ 104 h 1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30" h="104">
                    <a:moveTo>
                      <a:pt x="0" y="54"/>
                    </a:moveTo>
                    <a:lnTo>
                      <a:pt x="93" y="0"/>
                    </a:lnTo>
                    <a:lnTo>
                      <a:pt x="230" y="103"/>
                    </a:lnTo>
                    <a:lnTo>
                      <a:pt x="225" y="104"/>
                    </a:lnTo>
                    <a:lnTo>
                      <a:pt x="93" y="5"/>
                    </a:lnTo>
                    <a:lnTo>
                      <a:pt x="5" y="56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4" name="Freeform 468"/>
              <p:cNvSpPr>
                <a:spLocks/>
              </p:cNvSpPr>
              <p:nvPr/>
            </p:nvSpPr>
            <p:spPr bwMode="auto">
              <a:xfrm>
                <a:off x="772" y="1718"/>
                <a:ext cx="116" cy="47"/>
              </a:xfrm>
              <a:custGeom>
                <a:avLst/>
                <a:gdLst>
                  <a:gd name="T0" fmla="*/ 0 w 578"/>
                  <a:gd name="T1" fmla="*/ 0 h 234"/>
                  <a:gd name="T2" fmla="*/ 0 w 578"/>
                  <a:gd name="T3" fmla="*/ 0 h 234"/>
                  <a:gd name="T4" fmla="*/ 0 w 578"/>
                  <a:gd name="T5" fmla="*/ 0 h 234"/>
                  <a:gd name="T6" fmla="*/ 0 w 578"/>
                  <a:gd name="T7" fmla="*/ 0 h 234"/>
                  <a:gd name="T8" fmla="*/ 0 w 578"/>
                  <a:gd name="T9" fmla="*/ 0 h 234"/>
                  <a:gd name="T10" fmla="*/ 0 w 578"/>
                  <a:gd name="T11" fmla="*/ 0 h 234"/>
                  <a:gd name="T12" fmla="*/ 0 w 578"/>
                  <a:gd name="T13" fmla="*/ 0 h 234"/>
                  <a:gd name="T14" fmla="*/ 0 w 578"/>
                  <a:gd name="T15" fmla="*/ 0 h 234"/>
                  <a:gd name="T16" fmla="*/ 0 w 578"/>
                  <a:gd name="T17" fmla="*/ 0 h 234"/>
                  <a:gd name="T18" fmla="*/ 0 w 578"/>
                  <a:gd name="T19" fmla="*/ 0 h 234"/>
                  <a:gd name="T20" fmla="*/ 0 w 578"/>
                  <a:gd name="T21" fmla="*/ 0 h 234"/>
                  <a:gd name="T22" fmla="*/ 0 w 578"/>
                  <a:gd name="T23" fmla="*/ 0 h 234"/>
                  <a:gd name="T24" fmla="*/ 0 w 578"/>
                  <a:gd name="T25" fmla="*/ 0 h 234"/>
                  <a:gd name="T26" fmla="*/ 0 w 578"/>
                  <a:gd name="T27" fmla="*/ 0 h 234"/>
                  <a:gd name="T28" fmla="*/ 0 w 578"/>
                  <a:gd name="T29" fmla="*/ 0 h 234"/>
                  <a:gd name="T30" fmla="*/ 0 w 578"/>
                  <a:gd name="T31" fmla="*/ 0 h 234"/>
                  <a:gd name="T32" fmla="*/ 0 w 578"/>
                  <a:gd name="T33" fmla="*/ 0 h 234"/>
                  <a:gd name="T34" fmla="*/ 0 w 578"/>
                  <a:gd name="T35" fmla="*/ 0 h 234"/>
                  <a:gd name="T36" fmla="*/ 0 w 578"/>
                  <a:gd name="T37" fmla="*/ 0 h 234"/>
                  <a:gd name="T38" fmla="*/ 0 w 578"/>
                  <a:gd name="T39" fmla="*/ 0 h 234"/>
                  <a:gd name="T40" fmla="*/ 0 w 578"/>
                  <a:gd name="T41" fmla="*/ 0 h 234"/>
                  <a:gd name="T42" fmla="*/ 0 w 578"/>
                  <a:gd name="T43" fmla="*/ 0 h 234"/>
                  <a:gd name="T44" fmla="*/ 0 w 578"/>
                  <a:gd name="T45" fmla="*/ 0 h 234"/>
                  <a:gd name="T46" fmla="*/ 0 w 578"/>
                  <a:gd name="T47" fmla="*/ 0 h 234"/>
                  <a:gd name="T48" fmla="*/ 0 w 578"/>
                  <a:gd name="T49" fmla="*/ 0 h 234"/>
                  <a:gd name="T50" fmla="*/ 0 w 578"/>
                  <a:gd name="T51" fmla="*/ 0 h 234"/>
                  <a:gd name="T52" fmla="*/ 0 w 578"/>
                  <a:gd name="T53" fmla="*/ 0 h 234"/>
                  <a:gd name="T54" fmla="*/ 0 w 578"/>
                  <a:gd name="T55" fmla="*/ 0 h 234"/>
                  <a:gd name="T56" fmla="*/ 0 w 578"/>
                  <a:gd name="T57" fmla="*/ 0 h 234"/>
                  <a:gd name="T58" fmla="*/ 0 w 578"/>
                  <a:gd name="T59" fmla="*/ 0 h 234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578"/>
                  <a:gd name="T91" fmla="*/ 0 h 234"/>
                  <a:gd name="T92" fmla="*/ 578 w 578"/>
                  <a:gd name="T93" fmla="*/ 234 h 234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578" h="234">
                    <a:moveTo>
                      <a:pt x="0" y="72"/>
                    </a:moveTo>
                    <a:lnTo>
                      <a:pt x="165" y="224"/>
                    </a:lnTo>
                    <a:lnTo>
                      <a:pt x="166" y="225"/>
                    </a:lnTo>
                    <a:lnTo>
                      <a:pt x="171" y="228"/>
                    </a:lnTo>
                    <a:lnTo>
                      <a:pt x="177" y="230"/>
                    </a:lnTo>
                    <a:lnTo>
                      <a:pt x="186" y="233"/>
                    </a:lnTo>
                    <a:lnTo>
                      <a:pt x="197" y="234"/>
                    </a:lnTo>
                    <a:lnTo>
                      <a:pt x="210" y="234"/>
                    </a:lnTo>
                    <a:lnTo>
                      <a:pt x="223" y="233"/>
                    </a:lnTo>
                    <a:lnTo>
                      <a:pt x="239" y="227"/>
                    </a:lnTo>
                    <a:lnTo>
                      <a:pt x="566" y="18"/>
                    </a:lnTo>
                    <a:lnTo>
                      <a:pt x="569" y="17"/>
                    </a:lnTo>
                    <a:lnTo>
                      <a:pt x="572" y="12"/>
                    </a:lnTo>
                    <a:lnTo>
                      <a:pt x="576" y="6"/>
                    </a:lnTo>
                    <a:lnTo>
                      <a:pt x="578" y="0"/>
                    </a:lnTo>
                    <a:lnTo>
                      <a:pt x="577" y="2"/>
                    </a:lnTo>
                    <a:lnTo>
                      <a:pt x="572" y="7"/>
                    </a:lnTo>
                    <a:lnTo>
                      <a:pt x="567" y="12"/>
                    </a:lnTo>
                    <a:lnTo>
                      <a:pt x="561" y="16"/>
                    </a:lnTo>
                    <a:lnTo>
                      <a:pt x="237" y="222"/>
                    </a:lnTo>
                    <a:lnTo>
                      <a:pt x="235" y="223"/>
                    </a:lnTo>
                    <a:lnTo>
                      <a:pt x="230" y="224"/>
                    </a:lnTo>
                    <a:lnTo>
                      <a:pt x="223" y="227"/>
                    </a:lnTo>
                    <a:lnTo>
                      <a:pt x="213" y="228"/>
                    </a:lnTo>
                    <a:lnTo>
                      <a:pt x="202" y="229"/>
                    </a:lnTo>
                    <a:lnTo>
                      <a:pt x="190" y="229"/>
                    </a:lnTo>
                    <a:lnTo>
                      <a:pt x="178" y="227"/>
                    </a:lnTo>
                    <a:lnTo>
                      <a:pt x="167" y="221"/>
                    </a:lnTo>
                    <a:lnTo>
                      <a:pt x="6" y="69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5" name="Freeform 469"/>
              <p:cNvSpPr>
                <a:spLocks/>
              </p:cNvSpPr>
              <p:nvPr/>
            </p:nvSpPr>
            <p:spPr bwMode="auto">
              <a:xfrm>
                <a:off x="833" y="1856"/>
                <a:ext cx="15" cy="12"/>
              </a:xfrm>
              <a:custGeom>
                <a:avLst/>
                <a:gdLst>
                  <a:gd name="T0" fmla="*/ 0 w 78"/>
                  <a:gd name="T1" fmla="*/ 0 h 60"/>
                  <a:gd name="T2" fmla="*/ 0 w 78"/>
                  <a:gd name="T3" fmla="*/ 0 h 60"/>
                  <a:gd name="T4" fmla="*/ 0 w 78"/>
                  <a:gd name="T5" fmla="*/ 0 h 60"/>
                  <a:gd name="T6" fmla="*/ 0 w 78"/>
                  <a:gd name="T7" fmla="*/ 0 h 60"/>
                  <a:gd name="T8" fmla="*/ 0 w 78"/>
                  <a:gd name="T9" fmla="*/ 0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60"/>
                  <a:gd name="T17" fmla="*/ 78 w 78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60">
                    <a:moveTo>
                      <a:pt x="0" y="30"/>
                    </a:moveTo>
                    <a:lnTo>
                      <a:pt x="28" y="60"/>
                    </a:lnTo>
                    <a:lnTo>
                      <a:pt x="78" y="28"/>
                    </a:lnTo>
                    <a:lnTo>
                      <a:pt x="47" y="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2B0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6" name="Freeform 470"/>
              <p:cNvSpPr>
                <a:spLocks/>
              </p:cNvSpPr>
              <p:nvPr/>
            </p:nvSpPr>
            <p:spPr bwMode="auto">
              <a:xfrm>
                <a:off x="728" y="1756"/>
                <a:ext cx="125" cy="133"/>
              </a:xfrm>
              <a:custGeom>
                <a:avLst/>
                <a:gdLst>
                  <a:gd name="T0" fmla="*/ 0 w 625"/>
                  <a:gd name="T1" fmla="*/ 0 h 667"/>
                  <a:gd name="T2" fmla="*/ 0 w 625"/>
                  <a:gd name="T3" fmla="*/ 0 h 667"/>
                  <a:gd name="T4" fmla="*/ 0 w 625"/>
                  <a:gd name="T5" fmla="*/ 0 h 667"/>
                  <a:gd name="T6" fmla="*/ 0 w 625"/>
                  <a:gd name="T7" fmla="*/ 0 h 667"/>
                  <a:gd name="T8" fmla="*/ 0 w 625"/>
                  <a:gd name="T9" fmla="*/ 0 h 667"/>
                  <a:gd name="T10" fmla="*/ 0 w 625"/>
                  <a:gd name="T11" fmla="*/ 0 h 667"/>
                  <a:gd name="T12" fmla="*/ 0 w 625"/>
                  <a:gd name="T13" fmla="*/ 0 h 667"/>
                  <a:gd name="T14" fmla="*/ 0 w 625"/>
                  <a:gd name="T15" fmla="*/ 0 h 667"/>
                  <a:gd name="T16" fmla="*/ 0 w 625"/>
                  <a:gd name="T17" fmla="*/ 0 h 667"/>
                  <a:gd name="T18" fmla="*/ 0 w 625"/>
                  <a:gd name="T19" fmla="*/ 0 h 667"/>
                  <a:gd name="T20" fmla="*/ 0 w 625"/>
                  <a:gd name="T21" fmla="*/ 0 h 667"/>
                  <a:gd name="T22" fmla="*/ 0 w 625"/>
                  <a:gd name="T23" fmla="*/ 0 h 667"/>
                  <a:gd name="T24" fmla="*/ 0 w 625"/>
                  <a:gd name="T25" fmla="*/ 0 h 667"/>
                  <a:gd name="T26" fmla="*/ 0 w 625"/>
                  <a:gd name="T27" fmla="*/ 0 h 667"/>
                  <a:gd name="T28" fmla="*/ 0 w 625"/>
                  <a:gd name="T29" fmla="*/ 0 h 667"/>
                  <a:gd name="T30" fmla="*/ 0 w 625"/>
                  <a:gd name="T31" fmla="*/ 0 h 667"/>
                  <a:gd name="T32" fmla="*/ 0 w 625"/>
                  <a:gd name="T33" fmla="*/ 0 h 667"/>
                  <a:gd name="T34" fmla="*/ 0 w 625"/>
                  <a:gd name="T35" fmla="*/ 0 h 667"/>
                  <a:gd name="T36" fmla="*/ 0 w 625"/>
                  <a:gd name="T37" fmla="*/ 0 h 667"/>
                  <a:gd name="T38" fmla="*/ 0 w 625"/>
                  <a:gd name="T39" fmla="*/ 0 h 667"/>
                  <a:gd name="T40" fmla="*/ 0 w 625"/>
                  <a:gd name="T41" fmla="*/ 0 h 667"/>
                  <a:gd name="T42" fmla="*/ 0 w 625"/>
                  <a:gd name="T43" fmla="*/ 0 h 66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25"/>
                  <a:gd name="T67" fmla="*/ 0 h 667"/>
                  <a:gd name="T68" fmla="*/ 625 w 625"/>
                  <a:gd name="T69" fmla="*/ 667 h 667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25" h="667">
                    <a:moveTo>
                      <a:pt x="3" y="0"/>
                    </a:moveTo>
                    <a:lnTo>
                      <a:pt x="585" y="613"/>
                    </a:lnTo>
                    <a:lnTo>
                      <a:pt x="587" y="613"/>
                    </a:lnTo>
                    <a:lnTo>
                      <a:pt x="589" y="615"/>
                    </a:lnTo>
                    <a:lnTo>
                      <a:pt x="594" y="616"/>
                    </a:lnTo>
                    <a:lnTo>
                      <a:pt x="599" y="619"/>
                    </a:lnTo>
                    <a:lnTo>
                      <a:pt x="605" y="620"/>
                    </a:lnTo>
                    <a:lnTo>
                      <a:pt x="612" y="619"/>
                    </a:lnTo>
                    <a:lnTo>
                      <a:pt x="619" y="617"/>
                    </a:lnTo>
                    <a:lnTo>
                      <a:pt x="625" y="614"/>
                    </a:lnTo>
                    <a:lnTo>
                      <a:pt x="616" y="663"/>
                    </a:lnTo>
                    <a:lnTo>
                      <a:pt x="615" y="663"/>
                    </a:lnTo>
                    <a:lnTo>
                      <a:pt x="613" y="664"/>
                    </a:lnTo>
                    <a:lnTo>
                      <a:pt x="609" y="666"/>
                    </a:lnTo>
                    <a:lnTo>
                      <a:pt x="603" y="666"/>
                    </a:lnTo>
                    <a:lnTo>
                      <a:pt x="597" y="667"/>
                    </a:lnTo>
                    <a:lnTo>
                      <a:pt x="590" y="666"/>
                    </a:lnTo>
                    <a:lnTo>
                      <a:pt x="583" y="665"/>
                    </a:lnTo>
                    <a:lnTo>
                      <a:pt x="575" y="660"/>
                    </a:lnTo>
                    <a:lnTo>
                      <a:pt x="582" y="625"/>
                    </a:lnTo>
                    <a:lnTo>
                      <a:pt x="0" y="8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F984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7" name="Freeform 471"/>
              <p:cNvSpPr>
                <a:spLocks/>
              </p:cNvSpPr>
              <p:nvPr/>
            </p:nvSpPr>
            <p:spPr bwMode="auto">
              <a:xfrm>
                <a:off x="842" y="1857"/>
                <a:ext cx="4" cy="5"/>
              </a:xfrm>
              <a:custGeom>
                <a:avLst/>
                <a:gdLst>
                  <a:gd name="T0" fmla="*/ 0 w 23"/>
                  <a:gd name="T1" fmla="*/ 0 h 25"/>
                  <a:gd name="T2" fmla="*/ 0 w 23"/>
                  <a:gd name="T3" fmla="*/ 0 h 25"/>
                  <a:gd name="T4" fmla="*/ 0 w 23"/>
                  <a:gd name="T5" fmla="*/ 0 h 25"/>
                  <a:gd name="T6" fmla="*/ 0 w 23"/>
                  <a:gd name="T7" fmla="*/ 0 h 25"/>
                  <a:gd name="T8" fmla="*/ 0 w 23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"/>
                  <a:gd name="T16" fmla="*/ 0 h 25"/>
                  <a:gd name="T17" fmla="*/ 23 w 23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" h="25">
                    <a:moveTo>
                      <a:pt x="0" y="0"/>
                    </a:moveTo>
                    <a:lnTo>
                      <a:pt x="0" y="15"/>
                    </a:lnTo>
                    <a:lnTo>
                      <a:pt x="15" y="25"/>
                    </a:lnTo>
                    <a:lnTo>
                      <a:pt x="23" y="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8" name="Freeform 472"/>
              <p:cNvSpPr>
                <a:spLocks/>
              </p:cNvSpPr>
              <p:nvPr/>
            </p:nvSpPr>
            <p:spPr bwMode="auto">
              <a:xfrm>
                <a:off x="774" y="1731"/>
                <a:ext cx="45" cy="33"/>
              </a:xfrm>
              <a:custGeom>
                <a:avLst/>
                <a:gdLst>
                  <a:gd name="T0" fmla="*/ 0 w 228"/>
                  <a:gd name="T1" fmla="*/ 0 h 164"/>
                  <a:gd name="T2" fmla="*/ 0 w 228"/>
                  <a:gd name="T3" fmla="*/ 0 h 164"/>
                  <a:gd name="T4" fmla="*/ 0 w 228"/>
                  <a:gd name="T5" fmla="*/ 0 h 164"/>
                  <a:gd name="T6" fmla="*/ 0 w 228"/>
                  <a:gd name="T7" fmla="*/ 0 h 164"/>
                  <a:gd name="T8" fmla="*/ 0 w 228"/>
                  <a:gd name="T9" fmla="*/ 0 h 164"/>
                  <a:gd name="T10" fmla="*/ 0 w 228"/>
                  <a:gd name="T11" fmla="*/ 0 h 164"/>
                  <a:gd name="T12" fmla="*/ 0 w 228"/>
                  <a:gd name="T13" fmla="*/ 0 h 164"/>
                  <a:gd name="T14" fmla="*/ 0 w 228"/>
                  <a:gd name="T15" fmla="*/ 0 h 164"/>
                  <a:gd name="T16" fmla="*/ 0 w 228"/>
                  <a:gd name="T17" fmla="*/ 0 h 164"/>
                  <a:gd name="T18" fmla="*/ 0 w 228"/>
                  <a:gd name="T19" fmla="*/ 0 h 164"/>
                  <a:gd name="T20" fmla="*/ 0 w 228"/>
                  <a:gd name="T21" fmla="*/ 0 h 164"/>
                  <a:gd name="T22" fmla="*/ 0 w 228"/>
                  <a:gd name="T23" fmla="*/ 0 h 164"/>
                  <a:gd name="T24" fmla="*/ 0 w 228"/>
                  <a:gd name="T25" fmla="*/ 0 h 164"/>
                  <a:gd name="T26" fmla="*/ 0 w 228"/>
                  <a:gd name="T27" fmla="*/ 0 h 164"/>
                  <a:gd name="T28" fmla="*/ 0 w 228"/>
                  <a:gd name="T29" fmla="*/ 0 h 164"/>
                  <a:gd name="T30" fmla="*/ 0 w 228"/>
                  <a:gd name="T31" fmla="*/ 0 h 164"/>
                  <a:gd name="T32" fmla="*/ 0 w 228"/>
                  <a:gd name="T33" fmla="*/ 0 h 164"/>
                  <a:gd name="T34" fmla="*/ 0 w 228"/>
                  <a:gd name="T35" fmla="*/ 0 h 164"/>
                  <a:gd name="T36" fmla="*/ 0 w 228"/>
                  <a:gd name="T37" fmla="*/ 0 h 164"/>
                  <a:gd name="T38" fmla="*/ 0 w 228"/>
                  <a:gd name="T39" fmla="*/ 0 h 16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28"/>
                  <a:gd name="T61" fmla="*/ 0 h 164"/>
                  <a:gd name="T62" fmla="*/ 228 w 228"/>
                  <a:gd name="T63" fmla="*/ 164 h 16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28" h="164">
                    <a:moveTo>
                      <a:pt x="6" y="0"/>
                    </a:moveTo>
                    <a:lnTo>
                      <a:pt x="168" y="151"/>
                    </a:lnTo>
                    <a:lnTo>
                      <a:pt x="170" y="152"/>
                    </a:lnTo>
                    <a:lnTo>
                      <a:pt x="172" y="153"/>
                    </a:lnTo>
                    <a:lnTo>
                      <a:pt x="175" y="155"/>
                    </a:lnTo>
                    <a:lnTo>
                      <a:pt x="181" y="157"/>
                    </a:lnTo>
                    <a:lnTo>
                      <a:pt x="190" y="159"/>
                    </a:lnTo>
                    <a:lnTo>
                      <a:pt x="201" y="159"/>
                    </a:lnTo>
                    <a:lnTo>
                      <a:pt x="212" y="157"/>
                    </a:lnTo>
                    <a:lnTo>
                      <a:pt x="228" y="153"/>
                    </a:lnTo>
                    <a:lnTo>
                      <a:pt x="227" y="154"/>
                    </a:lnTo>
                    <a:lnTo>
                      <a:pt x="223" y="157"/>
                    </a:lnTo>
                    <a:lnTo>
                      <a:pt x="216" y="159"/>
                    </a:lnTo>
                    <a:lnTo>
                      <a:pt x="209" y="161"/>
                    </a:lnTo>
                    <a:lnTo>
                      <a:pt x="199" y="164"/>
                    </a:lnTo>
                    <a:lnTo>
                      <a:pt x="189" y="163"/>
                    </a:lnTo>
                    <a:lnTo>
                      <a:pt x="177" y="160"/>
                    </a:lnTo>
                    <a:lnTo>
                      <a:pt x="165" y="154"/>
                    </a:lnTo>
                    <a:lnTo>
                      <a:pt x="0" y="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E8E0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9" name="Freeform 473"/>
              <p:cNvSpPr>
                <a:spLocks/>
              </p:cNvSpPr>
              <p:nvPr/>
            </p:nvSpPr>
            <p:spPr bwMode="auto">
              <a:xfrm>
                <a:off x="847" y="1697"/>
                <a:ext cx="27" cy="21"/>
              </a:xfrm>
              <a:custGeom>
                <a:avLst/>
                <a:gdLst>
                  <a:gd name="T0" fmla="*/ 0 w 138"/>
                  <a:gd name="T1" fmla="*/ 0 h 103"/>
                  <a:gd name="T2" fmla="*/ 0 w 138"/>
                  <a:gd name="T3" fmla="*/ 0 h 103"/>
                  <a:gd name="T4" fmla="*/ 0 w 138"/>
                  <a:gd name="T5" fmla="*/ 0 h 103"/>
                  <a:gd name="T6" fmla="*/ 0 w 138"/>
                  <a:gd name="T7" fmla="*/ 0 h 103"/>
                  <a:gd name="T8" fmla="*/ 0 w 138"/>
                  <a:gd name="T9" fmla="*/ 0 h 1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8"/>
                  <a:gd name="T16" fmla="*/ 0 h 103"/>
                  <a:gd name="T17" fmla="*/ 138 w 138"/>
                  <a:gd name="T18" fmla="*/ 103 h 1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8" h="103">
                    <a:moveTo>
                      <a:pt x="0" y="1"/>
                    </a:moveTo>
                    <a:lnTo>
                      <a:pt x="133" y="103"/>
                    </a:lnTo>
                    <a:lnTo>
                      <a:pt x="138" y="100"/>
                    </a:lnTo>
                    <a:lnTo>
                      <a:pt x="6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8E0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0" name="Freeform 474"/>
              <p:cNvSpPr>
                <a:spLocks/>
              </p:cNvSpPr>
              <p:nvPr/>
            </p:nvSpPr>
            <p:spPr bwMode="auto">
              <a:xfrm>
                <a:off x="788" y="1714"/>
                <a:ext cx="16" cy="37"/>
              </a:xfrm>
              <a:custGeom>
                <a:avLst/>
                <a:gdLst>
                  <a:gd name="T0" fmla="*/ 0 w 78"/>
                  <a:gd name="T1" fmla="*/ 0 h 185"/>
                  <a:gd name="T2" fmla="*/ 0 w 78"/>
                  <a:gd name="T3" fmla="*/ 0 h 185"/>
                  <a:gd name="T4" fmla="*/ 0 w 78"/>
                  <a:gd name="T5" fmla="*/ 0 h 185"/>
                  <a:gd name="T6" fmla="*/ 0 w 78"/>
                  <a:gd name="T7" fmla="*/ 0 h 185"/>
                  <a:gd name="T8" fmla="*/ 0 w 78"/>
                  <a:gd name="T9" fmla="*/ 0 h 18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185"/>
                  <a:gd name="T17" fmla="*/ 78 w 78"/>
                  <a:gd name="T18" fmla="*/ 185 h 18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185">
                    <a:moveTo>
                      <a:pt x="8" y="44"/>
                    </a:moveTo>
                    <a:lnTo>
                      <a:pt x="0" y="131"/>
                    </a:lnTo>
                    <a:lnTo>
                      <a:pt x="58" y="185"/>
                    </a:lnTo>
                    <a:lnTo>
                      <a:pt x="78" y="0"/>
                    </a:lnTo>
                    <a:lnTo>
                      <a:pt x="8" y="44"/>
                    </a:lnTo>
                    <a:close/>
                  </a:path>
                </a:pathLst>
              </a:custGeom>
              <a:solidFill>
                <a:srgbClr val="AF969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1" name="Freeform 475"/>
              <p:cNvSpPr>
                <a:spLocks/>
              </p:cNvSpPr>
              <p:nvPr/>
            </p:nvSpPr>
            <p:spPr bwMode="auto">
              <a:xfrm>
                <a:off x="803" y="1710"/>
                <a:ext cx="10" cy="50"/>
              </a:xfrm>
              <a:custGeom>
                <a:avLst/>
                <a:gdLst>
                  <a:gd name="T0" fmla="*/ 0 w 48"/>
                  <a:gd name="T1" fmla="*/ 0 h 252"/>
                  <a:gd name="T2" fmla="*/ 0 w 48"/>
                  <a:gd name="T3" fmla="*/ 0 h 252"/>
                  <a:gd name="T4" fmla="*/ 0 w 48"/>
                  <a:gd name="T5" fmla="*/ 0 h 252"/>
                  <a:gd name="T6" fmla="*/ 0 w 48"/>
                  <a:gd name="T7" fmla="*/ 0 h 252"/>
                  <a:gd name="T8" fmla="*/ 0 w 48"/>
                  <a:gd name="T9" fmla="*/ 0 h 2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252"/>
                  <a:gd name="T17" fmla="*/ 48 w 48"/>
                  <a:gd name="T18" fmla="*/ 252 h 2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252">
                    <a:moveTo>
                      <a:pt x="19" y="18"/>
                    </a:moveTo>
                    <a:lnTo>
                      <a:pt x="0" y="223"/>
                    </a:lnTo>
                    <a:lnTo>
                      <a:pt x="26" y="252"/>
                    </a:lnTo>
                    <a:lnTo>
                      <a:pt x="48" y="0"/>
                    </a:lnTo>
                    <a:lnTo>
                      <a:pt x="19" y="18"/>
                    </a:lnTo>
                    <a:close/>
                  </a:path>
                </a:pathLst>
              </a:custGeom>
              <a:solidFill>
                <a:srgbClr val="BFAA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2" name="Freeform 476"/>
              <p:cNvSpPr>
                <a:spLocks/>
              </p:cNvSpPr>
              <p:nvPr/>
            </p:nvSpPr>
            <p:spPr bwMode="auto">
              <a:xfrm>
                <a:off x="743" y="1762"/>
                <a:ext cx="10" cy="11"/>
              </a:xfrm>
              <a:custGeom>
                <a:avLst/>
                <a:gdLst>
                  <a:gd name="T0" fmla="*/ 0 w 50"/>
                  <a:gd name="T1" fmla="*/ 0 h 55"/>
                  <a:gd name="T2" fmla="*/ 0 w 50"/>
                  <a:gd name="T3" fmla="*/ 0 h 55"/>
                  <a:gd name="T4" fmla="*/ 0 w 50"/>
                  <a:gd name="T5" fmla="*/ 0 h 55"/>
                  <a:gd name="T6" fmla="*/ 0 w 50"/>
                  <a:gd name="T7" fmla="*/ 0 h 55"/>
                  <a:gd name="T8" fmla="*/ 0 w 50"/>
                  <a:gd name="T9" fmla="*/ 0 h 55"/>
                  <a:gd name="T10" fmla="*/ 0 w 50"/>
                  <a:gd name="T11" fmla="*/ 0 h 55"/>
                  <a:gd name="T12" fmla="*/ 0 w 50"/>
                  <a:gd name="T13" fmla="*/ 0 h 55"/>
                  <a:gd name="T14" fmla="*/ 0 w 50"/>
                  <a:gd name="T15" fmla="*/ 0 h 5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0"/>
                  <a:gd name="T25" fmla="*/ 0 h 55"/>
                  <a:gd name="T26" fmla="*/ 50 w 50"/>
                  <a:gd name="T27" fmla="*/ 55 h 55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0" h="55">
                    <a:moveTo>
                      <a:pt x="0" y="0"/>
                    </a:moveTo>
                    <a:lnTo>
                      <a:pt x="37" y="15"/>
                    </a:lnTo>
                    <a:lnTo>
                      <a:pt x="30" y="19"/>
                    </a:lnTo>
                    <a:lnTo>
                      <a:pt x="50" y="42"/>
                    </a:lnTo>
                    <a:lnTo>
                      <a:pt x="33" y="55"/>
                    </a:lnTo>
                    <a:lnTo>
                      <a:pt x="14" y="32"/>
                    </a:lnTo>
                    <a:lnTo>
                      <a:pt x="8" y="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549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3" name="Freeform 477"/>
              <p:cNvSpPr>
                <a:spLocks/>
              </p:cNvSpPr>
              <p:nvPr/>
            </p:nvSpPr>
            <p:spPr bwMode="auto">
              <a:xfrm>
                <a:off x="743" y="1762"/>
                <a:ext cx="7" cy="3"/>
              </a:xfrm>
              <a:custGeom>
                <a:avLst/>
                <a:gdLst>
                  <a:gd name="T0" fmla="*/ 0 w 37"/>
                  <a:gd name="T1" fmla="*/ 0 h 16"/>
                  <a:gd name="T2" fmla="*/ 0 w 37"/>
                  <a:gd name="T3" fmla="*/ 0 h 16"/>
                  <a:gd name="T4" fmla="*/ 0 w 37"/>
                  <a:gd name="T5" fmla="*/ 0 h 16"/>
                  <a:gd name="T6" fmla="*/ 0 w 37"/>
                  <a:gd name="T7" fmla="*/ 0 h 16"/>
                  <a:gd name="T8" fmla="*/ 0 w 37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16"/>
                  <a:gd name="T17" fmla="*/ 37 w 37"/>
                  <a:gd name="T18" fmla="*/ 16 h 1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16">
                    <a:moveTo>
                      <a:pt x="0" y="0"/>
                    </a:moveTo>
                    <a:lnTo>
                      <a:pt x="37" y="15"/>
                    </a:lnTo>
                    <a:lnTo>
                      <a:pt x="35" y="1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984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4" name="Freeform 478"/>
              <p:cNvSpPr>
                <a:spLocks/>
              </p:cNvSpPr>
              <p:nvPr/>
            </p:nvSpPr>
            <p:spPr bwMode="auto">
              <a:xfrm>
                <a:off x="749" y="1765"/>
                <a:ext cx="4" cy="5"/>
              </a:xfrm>
              <a:custGeom>
                <a:avLst/>
                <a:gdLst>
                  <a:gd name="T0" fmla="*/ 0 w 21"/>
                  <a:gd name="T1" fmla="*/ 0 h 25"/>
                  <a:gd name="T2" fmla="*/ 0 w 21"/>
                  <a:gd name="T3" fmla="*/ 0 h 25"/>
                  <a:gd name="T4" fmla="*/ 0 w 21"/>
                  <a:gd name="T5" fmla="*/ 0 h 25"/>
                  <a:gd name="T6" fmla="*/ 0 w 21"/>
                  <a:gd name="T7" fmla="*/ 0 h 25"/>
                  <a:gd name="T8" fmla="*/ 0 w 21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25"/>
                  <a:gd name="T17" fmla="*/ 21 w 21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25">
                    <a:moveTo>
                      <a:pt x="1" y="0"/>
                    </a:moveTo>
                    <a:lnTo>
                      <a:pt x="21" y="23"/>
                    </a:lnTo>
                    <a:lnTo>
                      <a:pt x="19" y="25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984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5" name="Freeform 479"/>
              <p:cNvSpPr>
                <a:spLocks/>
              </p:cNvSpPr>
              <p:nvPr/>
            </p:nvSpPr>
            <p:spPr bwMode="auto">
              <a:xfrm>
                <a:off x="853" y="1752"/>
                <a:ext cx="174" cy="129"/>
              </a:xfrm>
              <a:custGeom>
                <a:avLst/>
                <a:gdLst>
                  <a:gd name="T0" fmla="*/ 0 w 871"/>
                  <a:gd name="T1" fmla="*/ 0 h 642"/>
                  <a:gd name="T2" fmla="*/ 0 w 871"/>
                  <a:gd name="T3" fmla="*/ 0 h 642"/>
                  <a:gd name="T4" fmla="*/ 0 w 871"/>
                  <a:gd name="T5" fmla="*/ 0 h 642"/>
                  <a:gd name="T6" fmla="*/ 0 w 871"/>
                  <a:gd name="T7" fmla="*/ 0 h 642"/>
                  <a:gd name="T8" fmla="*/ 0 w 871"/>
                  <a:gd name="T9" fmla="*/ 0 h 642"/>
                  <a:gd name="T10" fmla="*/ 0 w 871"/>
                  <a:gd name="T11" fmla="*/ 0 h 642"/>
                  <a:gd name="T12" fmla="*/ 0 w 871"/>
                  <a:gd name="T13" fmla="*/ 0 h 6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71"/>
                  <a:gd name="T22" fmla="*/ 0 h 642"/>
                  <a:gd name="T23" fmla="*/ 871 w 871"/>
                  <a:gd name="T24" fmla="*/ 642 h 64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71" h="642">
                    <a:moveTo>
                      <a:pt x="0" y="633"/>
                    </a:moveTo>
                    <a:lnTo>
                      <a:pt x="860" y="12"/>
                    </a:lnTo>
                    <a:lnTo>
                      <a:pt x="867" y="0"/>
                    </a:lnTo>
                    <a:lnTo>
                      <a:pt x="871" y="15"/>
                    </a:lnTo>
                    <a:lnTo>
                      <a:pt x="864" y="21"/>
                    </a:lnTo>
                    <a:lnTo>
                      <a:pt x="0" y="642"/>
                    </a:lnTo>
                    <a:lnTo>
                      <a:pt x="0" y="633"/>
                    </a:lnTo>
                    <a:close/>
                  </a:path>
                </a:pathLst>
              </a:custGeom>
              <a:solidFill>
                <a:srgbClr val="00005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6" name="Freeform 480"/>
              <p:cNvSpPr>
                <a:spLocks/>
              </p:cNvSpPr>
              <p:nvPr/>
            </p:nvSpPr>
            <p:spPr bwMode="auto">
              <a:xfrm>
                <a:off x="853" y="1683"/>
                <a:ext cx="2" cy="3"/>
              </a:xfrm>
              <a:custGeom>
                <a:avLst/>
                <a:gdLst>
                  <a:gd name="T0" fmla="*/ 0 w 9"/>
                  <a:gd name="T1" fmla="*/ 0 h 13"/>
                  <a:gd name="T2" fmla="*/ 0 w 9"/>
                  <a:gd name="T3" fmla="*/ 0 h 13"/>
                  <a:gd name="T4" fmla="*/ 0 w 9"/>
                  <a:gd name="T5" fmla="*/ 0 h 13"/>
                  <a:gd name="T6" fmla="*/ 0 w 9"/>
                  <a:gd name="T7" fmla="*/ 0 h 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13"/>
                  <a:gd name="T14" fmla="*/ 9 w 9"/>
                  <a:gd name="T15" fmla="*/ 13 h 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13">
                    <a:moveTo>
                      <a:pt x="1" y="0"/>
                    </a:moveTo>
                    <a:lnTo>
                      <a:pt x="9" y="6"/>
                    </a:lnTo>
                    <a:lnTo>
                      <a:pt x="0" y="1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B0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7" name="Freeform 481"/>
              <p:cNvSpPr>
                <a:spLocks/>
              </p:cNvSpPr>
              <p:nvPr/>
            </p:nvSpPr>
            <p:spPr bwMode="auto">
              <a:xfrm>
                <a:off x="865" y="1674"/>
                <a:ext cx="1" cy="2"/>
              </a:xfrm>
              <a:custGeom>
                <a:avLst/>
                <a:gdLst>
                  <a:gd name="T0" fmla="*/ 0 w 7"/>
                  <a:gd name="T1" fmla="*/ 0 h 9"/>
                  <a:gd name="T2" fmla="*/ 0 w 7"/>
                  <a:gd name="T3" fmla="*/ 0 h 9"/>
                  <a:gd name="T4" fmla="*/ 0 w 7"/>
                  <a:gd name="T5" fmla="*/ 0 h 9"/>
                  <a:gd name="T6" fmla="*/ 0 w 7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9"/>
                  <a:gd name="T14" fmla="*/ 7 w 7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9">
                    <a:moveTo>
                      <a:pt x="0" y="0"/>
                    </a:moveTo>
                    <a:lnTo>
                      <a:pt x="7" y="5"/>
                    </a:lnTo>
                    <a:lnTo>
                      <a:pt x="0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B0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8" name="Freeform 482"/>
              <p:cNvSpPr>
                <a:spLocks/>
              </p:cNvSpPr>
              <p:nvPr/>
            </p:nvSpPr>
            <p:spPr bwMode="auto">
              <a:xfrm>
                <a:off x="851" y="1630"/>
                <a:ext cx="339" cy="227"/>
              </a:xfrm>
              <a:custGeom>
                <a:avLst/>
                <a:gdLst>
                  <a:gd name="T0" fmla="*/ 0 w 1697"/>
                  <a:gd name="T1" fmla="*/ 0 h 1135"/>
                  <a:gd name="T2" fmla="*/ 0 w 1697"/>
                  <a:gd name="T3" fmla="*/ 0 h 1135"/>
                  <a:gd name="T4" fmla="*/ 0 w 1697"/>
                  <a:gd name="T5" fmla="*/ 0 h 1135"/>
                  <a:gd name="T6" fmla="*/ 0 w 1697"/>
                  <a:gd name="T7" fmla="*/ 0 h 1135"/>
                  <a:gd name="T8" fmla="*/ 0 w 1697"/>
                  <a:gd name="T9" fmla="*/ 0 h 1135"/>
                  <a:gd name="T10" fmla="*/ 0 w 1697"/>
                  <a:gd name="T11" fmla="*/ 0 h 1135"/>
                  <a:gd name="T12" fmla="*/ 0 w 1697"/>
                  <a:gd name="T13" fmla="*/ 0 h 1135"/>
                  <a:gd name="T14" fmla="*/ 0 w 1697"/>
                  <a:gd name="T15" fmla="*/ 0 h 1135"/>
                  <a:gd name="T16" fmla="*/ 0 w 1697"/>
                  <a:gd name="T17" fmla="*/ 0 h 1135"/>
                  <a:gd name="T18" fmla="*/ 1 w 1697"/>
                  <a:gd name="T19" fmla="*/ 0 h 1135"/>
                  <a:gd name="T20" fmla="*/ 1 w 1697"/>
                  <a:gd name="T21" fmla="*/ 0 h 1135"/>
                  <a:gd name="T22" fmla="*/ 1 w 1697"/>
                  <a:gd name="T23" fmla="*/ 0 h 1135"/>
                  <a:gd name="T24" fmla="*/ 1 w 1697"/>
                  <a:gd name="T25" fmla="*/ 0 h 1135"/>
                  <a:gd name="T26" fmla="*/ 0 w 1697"/>
                  <a:gd name="T27" fmla="*/ 0 h 1135"/>
                  <a:gd name="T28" fmla="*/ 0 w 1697"/>
                  <a:gd name="T29" fmla="*/ 0 h 1135"/>
                  <a:gd name="T30" fmla="*/ 0 w 1697"/>
                  <a:gd name="T31" fmla="*/ 0 h 1135"/>
                  <a:gd name="T32" fmla="*/ 0 w 1697"/>
                  <a:gd name="T33" fmla="*/ 0 h 1135"/>
                  <a:gd name="T34" fmla="*/ 0 w 1697"/>
                  <a:gd name="T35" fmla="*/ 0 h 1135"/>
                  <a:gd name="T36" fmla="*/ 0 w 1697"/>
                  <a:gd name="T37" fmla="*/ 0 h 1135"/>
                  <a:gd name="T38" fmla="*/ 0 w 1697"/>
                  <a:gd name="T39" fmla="*/ 0 h 1135"/>
                  <a:gd name="T40" fmla="*/ 0 w 1697"/>
                  <a:gd name="T41" fmla="*/ 0 h 1135"/>
                  <a:gd name="T42" fmla="*/ 0 w 1697"/>
                  <a:gd name="T43" fmla="*/ 0 h 1135"/>
                  <a:gd name="T44" fmla="*/ 0 w 1697"/>
                  <a:gd name="T45" fmla="*/ 0 h 1135"/>
                  <a:gd name="T46" fmla="*/ 0 w 1697"/>
                  <a:gd name="T47" fmla="*/ 0 h 1135"/>
                  <a:gd name="T48" fmla="*/ 0 w 1697"/>
                  <a:gd name="T49" fmla="*/ 0 h 1135"/>
                  <a:gd name="T50" fmla="*/ 0 w 1697"/>
                  <a:gd name="T51" fmla="*/ 0 h 1135"/>
                  <a:gd name="T52" fmla="*/ 0 w 1697"/>
                  <a:gd name="T53" fmla="*/ 0 h 1135"/>
                  <a:gd name="T54" fmla="*/ 0 w 1697"/>
                  <a:gd name="T55" fmla="*/ 0 h 1135"/>
                  <a:gd name="T56" fmla="*/ 0 w 1697"/>
                  <a:gd name="T57" fmla="*/ 0 h 1135"/>
                  <a:gd name="T58" fmla="*/ 0 w 1697"/>
                  <a:gd name="T59" fmla="*/ 0 h 1135"/>
                  <a:gd name="T60" fmla="*/ 0 w 1697"/>
                  <a:gd name="T61" fmla="*/ 0 h 1135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1697"/>
                  <a:gd name="T94" fmla="*/ 0 h 1135"/>
                  <a:gd name="T95" fmla="*/ 1697 w 1697"/>
                  <a:gd name="T96" fmla="*/ 1135 h 1135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1697" h="1135">
                    <a:moveTo>
                      <a:pt x="14" y="372"/>
                    </a:moveTo>
                    <a:lnTo>
                      <a:pt x="103" y="342"/>
                    </a:lnTo>
                    <a:lnTo>
                      <a:pt x="122" y="347"/>
                    </a:lnTo>
                    <a:lnTo>
                      <a:pt x="142" y="335"/>
                    </a:lnTo>
                    <a:lnTo>
                      <a:pt x="144" y="320"/>
                    </a:lnTo>
                    <a:lnTo>
                      <a:pt x="738" y="45"/>
                    </a:lnTo>
                    <a:lnTo>
                      <a:pt x="746" y="32"/>
                    </a:lnTo>
                    <a:lnTo>
                      <a:pt x="820" y="1"/>
                    </a:lnTo>
                    <a:lnTo>
                      <a:pt x="962" y="0"/>
                    </a:lnTo>
                    <a:lnTo>
                      <a:pt x="1680" y="458"/>
                    </a:lnTo>
                    <a:lnTo>
                      <a:pt x="1697" y="531"/>
                    </a:lnTo>
                    <a:lnTo>
                      <a:pt x="1690" y="588"/>
                    </a:lnTo>
                    <a:lnTo>
                      <a:pt x="1583" y="648"/>
                    </a:lnTo>
                    <a:lnTo>
                      <a:pt x="1564" y="636"/>
                    </a:lnTo>
                    <a:lnTo>
                      <a:pt x="806" y="1048"/>
                    </a:lnTo>
                    <a:lnTo>
                      <a:pt x="804" y="1070"/>
                    </a:lnTo>
                    <a:lnTo>
                      <a:pt x="673" y="1123"/>
                    </a:lnTo>
                    <a:lnTo>
                      <a:pt x="670" y="1125"/>
                    </a:lnTo>
                    <a:lnTo>
                      <a:pt x="661" y="1128"/>
                    </a:lnTo>
                    <a:lnTo>
                      <a:pt x="647" y="1132"/>
                    </a:lnTo>
                    <a:lnTo>
                      <a:pt x="630" y="1135"/>
                    </a:lnTo>
                    <a:lnTo>
                      <a:pt x="611" y="1135"/>
                    </a:lnTo>
                    <a:lnTo>
                      <a:pt x="591" y="1131"/>
                    </a:lnTo>
                    <a:lnTo>
                      <a:pt x="571" y="1120"/>
                    </a:lnTo>
                    <a:lnTo>
                      <a:pt x="553" y="1102"/>
                    </a:lnTo>
                    <a:lnTo>
                      <a:pt x="74" y="543"/>
                    </a:lnTo>
                    <a:lnTo>
                      <a:pt x="79" y="514"/>
                    </a:lnTo>
                    <a:lnTo>
                      <a:pt x="68" y="501"/>
                    </a:lnTo>
                    <a:lnTo>
                      <a:pt x="44" y="509"/>
                    </a:lnTo>
                    <a:lnTo>
                      <a:pt x="0" y="438"/>
                    </a:lnTo>
                    <a:lnTo>
                      <a:pt x="14" y="37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29" name="Freeform 483"/>
              <p:cNvSpPr>
                <a:spLocks/>
              </p:cNvSpPr>
              <p:nvPr/>
            </p:nvSpPr>
            <p:spPr bwMode="auto">
              <a:xfrm>
                <a:off x="860" y="1636"/>
                <a:ext cx="317" cy="212"/>
              </a:xfrm>
              <a:custGeom>
                <a:avLst/>
                <a:gdLst>
                  <a:gd name="T0" fmla="*/ 1 w 1587"/>
                  <a:gd name="T1" fmla="*/ 0 h 1062"/>
                  <a:gd name="T2" fmla="*/ 1 w 1587"/>
                  <a:gd name="T3" fmla="*/ 0 h 1062"/>
                  <a:gd name="T4" fmla="*/ 1 w 1587"/>
                  <a:gd name="T5" fmla="*/ 0 h 1062"/>
                  <a:gd name="T6" fmla="*/ 1 w 1587"/>
                  <a:gd name="T7" fmla="*/ 0 h 1062"/>
                  <a:gd name="T8" fmla="*/ 1 w 1587"/>
                  <a:gd name="T9" fmla="*/ 0 h 1062"/>
                  <a:gd name="T10" fmla="*/ 1 w 1587"/>
                  <a:gd name="T11" fmla="*/ 0 h 1062"/>
                  <a:gd name="T12" fmla="*/ 1 w 1587"/>
                  <a:gd name="T13" fmla="*/ 0 h 1062"/>
                  <a:gd name="T14" fmla="*/ 1 w 1587"/>
                  <a:gd name="T15" fmla="*/ 0 h 1062"/>
                  <a:gd name="T16" fmla="*/ 1 w 1587"/>
                  <a:gd name="T17" fmla="*/ 0 h 1062"/>
                  <a:gd name="T18" fmla="*/ 0 w 1587"/>
                  <a:gd name="T19" fmla="*/ 0 h 1062"/>
                  <a:gd name="T20" fmla="*/ 0 w 1587"/>
                  <a:gd name="T21" fmla="*/ 0 h 1062"/>
                  <a:gd name="T22" fmla="*/ 0 w 1587"/>
                  <a:gd name="T23" fmla="*/ 0 h 1062"/>
                  <a:gd name="T24" fmla="*/ 0 w 1587"/>
                  <a:gd name="T25" fmla="*/ 0 h 1062"/>
                  <a:gd name="T26" fmla="*/ 0 w 1587"/>
                  <a:gd name="T27" fmla="*/ 0 h 1062"/>
                  <a:gd name="T28" fmla="*/ 0 w 1587"/>
                  <a:gd name="T29" fmla="*/ 0 h 1062"/>
                  <a:gd name="T30" fmla="*/ 0 w 1587"/>
                  <a:gd name="T31" fmla="*/ 0 h 1062"/>
                  <a:gd name="T32" fmla="*/ 0 w 1587"/>
                  <a:gd name="T33" fmla="*/ 0 h 1062"/>
                  <a:gd name="T34" fmla="*/ 0 w 1587"/>
                  <a:gd name="T35" fmla="*/ 0 h 1062"/>
                  <a:gd name="T36" fmla="*/ 0 w 1587"/>
                  <a:gd name="T37" fmla="*/ 0 h 1062"/>
                  <a:gd name="T38" fmla="*/ 0 w 1587"/>
                  <a:gd name="T39" fmla="*/ 0 h 1062"/>
                  <a:gd name="T40" fmla="*/ 0 w 1587"/>
                  <a:gd name="T41" fmla="*/ 0 h 1062"/>
                  <a:gd name="T42" fmla="*/ 0 w 1587"/>
                  <a:gd name="T43" fmla="*/ 0 h 1062"/>
                  <a:gd name="T44" fmla="*/ 0 w 1587"/>
                  <a:gd name="T45" fmla="*/ 0 h 1062"/>
                  <a:gd name="T46" fmla="*/ 0 w 1587"/>
                  <a:gd name="T47" fmla="*/ 0 h 1062"/>
                  <a:gd name="T48" fmla="*/ 0 w 1587"/>
                  <a:gd name="T49" fmla="*/ 0 h 1062"/>
                  <a:gd name="T50" fmla="*/ 0 w 1587"/>
                  <a:gd name="T51" fmla="*/ 0 h 1062"/>
                  <a:gd name="T52" fmla="*/ 0 w 1587"/>
                  <a:gd name="T53" fmla="*/ 0 h 1062"/>
                  <a:gd name="T54" fmla="*/ 0 w 1587"/>
                  <a:gd name="T55" fmla="*/ 0 h 1062"/>
                  <a:gd name="T56" fmla="*/ 0 w 1587"/>
                  <a:gd name="T57" fmla="*/ 0 h 1062"/>
                  <a:gd name="T58" fmla="*/ 0 w 1587"/>
                  <a:gd name="T59" fmla="*/ 0 h 1062"/>
                  <a:gd name="T60" fmla="*/ 0 w 1587"/>
                  <a:gd name="T61" fmla="*/ 0 h 1062"/>
                  <a:gd name="T62" fmla="*/ 0 w 1587"/>
                  <a:gd name="T63" fmla="*/ 0 h 1062"/>
                  <a:gd name="T64" fmla="*/ 0 w 1587"/>
                  <a:gd name="T65" fmla="*/ 0 h 1062"/>
                  <a:gd name="T66" fmla="*/ 0 w 1587"/>
                  <a:gd name="T67" fmla="*/ 0 h 1062"/>
                  <a:gd name="T68" fmla="*/ 0 w 1587"/>
                  <a:gd name="T69" fmla="*/ 0 h 1062"/>
                  <a:gd name="T70" fmla="*/ 0 w 1587"/>
                  <a:gd name="T71" fmla="*/ 0 h 1062"/>
                  <a:gd name="T72" fmla="*/ 0 w 1587"/>
                  <a:gd name="T73" fmla="*/ 0 h 1062"/>
                  <a:gd name="T74" fmla="*/ 0 w 1587"/>
                  <a:gd name="T75" fmla="*/ 0 h 1062"/>
                  <a:gd name="T76" fmla="*/ 0 w 1587"/>
                  <a:gd name="T77" fmla="*/ 0 h 1062"/>
                  <a:gd name="T78" fmla="*/ 0 w 1587"/>
                  <a:gd name="T79" fmla="*/ 0 h 1062"/>
                  <a:gd name="T80" fmla="*/ 0 w 1587"/>
                  <a:gd name="T81" fmla="*/ 0 h 1062"/>
                  <a:gd name="T82" fmla="*/ 0 w 1587"/>
                  <a:gd name="T83" fmla="*/ 0 h 1062"/>
                  <a:gd name="T84" fmla="*/ 0 w 1587"/>
                  <a:gd name="T85" fmla="*/ 0 h 1062"/>
                  <a:gd name="T86" fmla="*/ 0 w 1587"/>
                  <a:gd name="T87" fmla="*/ 0 h 1062"/>
                  <a:gd name="T88" fmla="*/ 0 w 1587"/>
                  <a:gd name="T89" fmla="*/ 0 h 1062"/>
                  <a:gd name="T90" fmla="*/ 0 w 1587"/>
                  <a:gd name="T91" fmla="*/ 0 h 1062"/>
                  <a:gd name="T92" fmla="*/ 0 w 1587"/>
                  <a:gd name="T93" fmla="*/ 0 h 1062"/>
                  <a:gd name="T94" fmla="*/ 1 w 1587"/>
                  <a:gd name="T95" fmla="*/ 0 h 1062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1587"/>
                  <a:gd name="T145" fmla="*/ 0 h 1062"/>
                  <a:gd name="T146" fmla="*/ 1587 w 1587"/>
                  <a:gd name="T147" fmla="*/ 1062 h 1062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1587" h="1062">
                    <a:moveTo>
                      <a:pt x="1577" y="493"/>
                    </a:moveTo>
                    <a:lnTo>
                      <a:pt x="1578" y="493"/>
                    </a:lnTo>
                    <a:lnTo>
                      <a:pt x="1581" y="491"/>
                    </a:lnTo>
                    <a:lnTo>
                      <a:pt x="1583" y="489"/>
                    </a:lnTo>
                    <a:lnTo>
                      <a:pt x="1587" y="483"/>
                    </a:lnTo>
                    <a:lnTo>
                      <a:pt x="1583" y="475"/>
                    </a:lnTo>
                    <a:lnTo>
                      <a:pt x="1580" y="469"/>
                    </a:lnTo>
                    <a:lnTo>
                      <a:pt x="1574" y="462"/>
                    </a:lnTo>
                    <a:lnTo>
                      <a:pt x="1567" y="458"/>
                    </a:lnTo>
                    <a:lnTo>
                      <a:pt x="1509" y="421"/>
                    </a:lnTo>
                    <a:lnTo>
                      <a:pt x="1495" y="429"/>
                    </a:lnTo>
                    <a:lnTo>
                      <a:pt x="1506" y="437"/>
                    </a:lnTo>
                    <a:lnTo>
                      <a:pt x="1472" y="453"/>
                    </a:lnTo>
                    <a:lnTo>
                      <a:pt x="1472" y="454"/>
                    </a:lnTo>
                    <a:lnTo>
                      <a:pt x="1453" y="464"/>
                    </a:lnTo>
                    <a:lnTo>
                      <a:pt x="1452" y="462"/>
                    </a:lnTo>
                    <a:lnTo>
                      <a:pt x="1419" y="436"/>
                    </a:lnTo>
                    <a:lnTo>
                      <a:pt x="1471" y="411"/>
                    </a:lnTo>
                    <a:lnTo>
                      <a:pt x="1489" y="425"/>
                    </a:lnTo>
                    <a:lnTo>
                      <a:pt x="1501" y="415"/>
                    </a:lnTo>
                    <a:lnTo>
                      <a:pt x="877" y="7"/>
                    </a:lnTo>
                    <a:lnTo>
                      <a:pt x="796" y="0"/>
                    </a:lnTo>
                    <a:lnTo>
                      <a:pt x="742" y="20"/>
                    </a:lnTo>
                    <a:lnTo>
                      <a:pt x="742" y="28"/>
                    </a:lnTo>
                    <a:lnTo>
                      <a:pt x="675" y="57"/>
                    </a:lnTo>
                    <a:lnTo>
                      <a:pt x="673" y="70"/>
                    </a:lnTo>
                    <a:lnTo>
                      <a:pt x="667" y="72"/>
                    </a:lnTo>
                    <a:lnTo>
                      <a:pt x="657" y="68"/>
                    </a:lnTo>
                    <a:lnTo>
                      <a:pt x="237" y="256"/>
                    </a:lnTo>
                    <a:lnTo>
                      <a:pt x="232" y="263"/>
                    </a:lnTo>
                    <a:lnTo>
                      <a:pt x="122" y="311"/>
                    </a:lnTo>
                    <a:lnTo>
                      <a:pt x="117" y="330"/>
                    </a:lnTo>
                    <a:lnTo>
                      <a:pt x="73" y="349"/>
                    </a:lnTo>
                    <a:lnTo>
                      <a:pt x="56" y="335"/>
                    </a:lnTo>
                    <a:lnTo>
                      <a:pt x="0" y="357"/>
                    </a:lnTo>
                    <a:lnTo>
                      <a:pt x="567" y="1006"/>
                    </a:lnTo>
                    <a:lnTo>
                      <a:pt x="555" y="1054"/>
                    </a:lnTo>
                    <a:lnTo>
                      <a:pt x="558" y="1056"/>
                    </a:lnTo>
                    <a:lnTo>
                      <a:pt x="562" y="1057"/>
                    </a:lnTo>
                    <a:lnTo>
                      <a:pt x="567" y="1060"/>
                    </a:lnTo>
                    <a:lnTo>
                      <a:pt x="572" y="1061"/>
                    </a:lnTo>
                    <a:lnTo>
                      <a:pt x="576" y="1062"/>
                    </a:lnTo>
                    <a:lnTo>
                      <a:pt x="582" y="1062"/>
                    </a:lnTo>
                    <a:lnTo>
                      <a:pt x="589" y="1062"/>
                    </a:lnTo>
                    <a:lnTo>
                      <a:pt x="595" y="1062"/>
                    </a:lnTo>
                    <a:lnTo>
                      <a:pt x="608" y="1012"/>
                    </a:lnTo>
                    <a:lnTo>
                      <a:pt x="1577" y="493"/>
                    </a:lnTo>
                    <a:close/>
                  </a:path>
                </a:pathLst>
              </a:custGeom>
              <a:solidFill>
                <a:srgbClr val="1970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0" name="Freeform 484"/>
              <p:cNvSpPr>
                <a:spLocks/>
              </p:cNvSpPr>
              <p:nvPr/>
            </p:nvSpPr>
            <p:spPr bwMode="auto">
              <a:xfrm>
                <a:off x="979" y="1732"/>
                <a:ext cx="199" cy="116"/>
              </a:xfrm>
              <a:custGeom>
                <a:avLst/>
                <a:gdLst>
                  <a:gd name="T0" fmla="*/ 0 w 994"/>
                  <a:gd name="T1" fmla="*/ 0 h 579"/>
                  <a:gd name="T2" fmla="*/ 0 w 994"/>
                  <a:gd name="T3" fmla="*/ 0 h 579"/>
                  <a:gd name="T4" fmla="*/ 0 w 994"/>
                  <a:gd name="T5" fmla="*/ 0 h 579"/>
                  <a:gd name="T6" fmla="*/ 0 w 994"/>
                  <a:gd name="T7" fmla="*/ 0 h 579"/>
                  <a:gd name="T8" fmla="*/ 0 w 994"/>
                  <a:gd name="T9" fmla="*/ 0 h 579"/>
                  <a:gd name="T10" fmla="*/ 0 w 994"/>
                  <a:gd name="T11" fmla="*/ 0 h 579"/>
                  <a:gd name="T12" fmla="*/ 0 w 994"/>
                  <a:gd name="T13" fmla="*/ 0 h 579"/>
                  <a:gd name="T14" fmla="*/ 0 w 994"/>
                  <a:gd name="T15" fmla="*/ 0 h 579"/>
                  <a:gd name="T16" fmla="*/ 0 w 994"/>
                  <a:gd name="T17" fmla="*/ 0 h 579"/>
                  <a:gd name="T18" fmla="*/ 0 w 994"/>
                  <a:gd name="T19" fmla="*/ 0 h 579"/>
                  <a:gd name="T20" fmla="*/ 0 w 994"/>
                  <a:gd name="T21" fmla="*/ 0 h 579"/>
                  <a:gd name="T22" fmla="*/ 0 w 994"/>
                  <a:gd name="T23" fmla="*/ 0 h 579"/>
                  <a:gd name="T24" fmla="*/ 0 w 994"/>
                  <a:gd name="T25" fmla="*/ 0 h 579"/>
                  <a:gd name="T26" fmla="*/ 0 w 994"/>
                  <a:gd name="T27" fmla="*/ 0 h 579"/>
                  <a:gd name="T28" fmla="*/ 0 w 994"/>
                  <a:gd name="T29" fmla="*/ 0 h 579"/>
                  <a:gd name="T30" fmla="*/ 0 w 994"/>
                  <a:gd name="T31" fmla="*/ 0 h 579"/>
                  <a:gd name="T32" fmla="*/ 0 w 994"/>
                  <a:gd name="T33" fmla="*/ 0 h 579"/>
                  <a:gd name="T34" fmla="*/ 0 w 994"/>
                  <a:gd name="T35" fmla="*/ 0 h 579"/>
                  <a:gd name="T36" fmla="*/ 0 w 994"/>
                  <a:gd name="T37" fmla="*/ 0 h 579"/>
                  <a:gd name="T38" fmla="*/ 0 w 994"/>
                  <a:gd name="T39" fmla="*/ 0 h 579"/>
                  <a:gd name="T40" fmla="*/ 0 w 994"/>
                  <a:gd name="T41" fmla="*/ 0 h 579"/>
                  <a:gd name="T42" fmla="*/ 0 w 994"/>
                  <a:gd name="T43" fmla="*/ 0 h 579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994"/>
                  <a:gd name="T67" fmla="*/ 0 h 579"/>
                  <a:gd name="T68" fmla="*/ 994 w 994"/>
                  <a:gd name="T69" fmla="*/ 579 h 579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994" h="579">
                    <a:moveTo>
                      <a:pt x="992" y="0"/>
                    </a:moveTo>
                    <a:lnTo>
                      <a:pt x="988" y="6"/>
                    </a:lnTo>
                    <a:lnTo>
                      <a:pt x="986" y="8"/>
                    </a:lnTo>
                    <a:lnTo>
                      <a:pt x="983" y="10"/>
                    </a:lnTo>
                    <a:lnTo>
                      <a:pt x="982" y="10"/>
                    </a:lnTo>
                    <a:lnTo>
                      <a:pt x="13" y="529"/>
                    </a:lnTo>
                    <a:lnTo>
                      <a:pt x="0" y="579"/>
                    </a:lnTo>
                    <a:lnTo>
                      <a:pt x="5" y="578"/>
                    </a:lnTo>
                    <a:lnTo>
                      <a:pt x="10" y="577"/>
                    </a:lnTo>
                    <a:lnTo>
                      <a:pt x="16" y="574"/>
                    </a:lnTo>
                    <a:lnTo>
                      <a:pt x="21" y="573"/>
                    </a:lnTo>
                    <a:lnTo>
                      <a:pt x="122" y="521"/>
                    </a:lnTo>
                    <a:lnTo>
                      <a:pt x="123" y="509"/>
                    </a:lnTo>
                    <a:lnTo>
                      <a:pt x="907" y="78"/>
                    </a:lnTo>
                    <a:lnTo>
                      <a:pt x="917" y="87"/>
                    </a:lnTo>
                    <a:lnTo>
                      <a:pt x="982" y="44"/>
                    </a:lnTo>
                    <a:lnTo>
                      <a:pt x="994" y="15"/>
                    </a:lnTo>
                    <a:lnTo>
                      <a:pt x="994" y="8"/>
                    </a:lnTo>
                    <a:lnTo>
                      <a:pt x="993" y="6"/>
                    </a:lnTo>
                    <a:lnTo>
                      <a:pt x="993" y="4"/>
                    </a:lnTo>
                    <a:lnTo>
                      <a:pt x="993" y="2"/>
                    </a:lnTo>
                    <a:lnTo>
                      <a:pt x="992" y="0"/>
                    </a:lnTo>
                    <a:close/>
                  </a:path>
                </a:pathLst>
              </a:custGeom>
              <a:solidFill>
                <a:srgbClr val="003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1" name="Freeform 485"/>
              <p:cNvSpPr>
                <a:spLocks/>
              </p:cNvSpPr>
              <p:nvPr/>
            </p:nvSpPr>
            <p:spPr bwMode="auto">
              <a:xfrm>
                <a:off x="1178" y="1734"/>
                <a:ext cx="1" cy="1"/>
              </a:xfrm>
              <a:custGeom>
                <a:avLst/>
                <a:gdLst>
                  <a:gd name="T0" fmla="*/ 0 w 1"/>
                  <a:gd name="T1" fmla="*/ 0 h 7"/>
                  <a:gd name="T2" fmla="*/ 0 w 1"/>
                  <a:gd name="T3" fmla="*/ 0 h 7"/>
                  <a:gd name="T4" fmla="*/ 1 w 1"/>
                  <a:gd name="T5" fmla="*/ 0 h 7"/>
                  <a:gd name="T6" fmla="*/ 1 w 1"/>
                  <a:gd name="T7" fmla="*/ 0 h 7"/>
                  <a:gd name="T8" fmla="*/ 1 w 1"/>
                  <a:gd name="T9" fmla="*/ 0 h 7"/>
                  <a:gd name="T10" fmla="*/ 0 w 1"/>
                  <a:gd name="T11" fmla="*/ 0 h 7"/>
                  <a:gd name="T12" fmla="*/ 0 w 1"/>
                  <a:gd name="T13" fmla="*/ 0 h 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"/>
                  <a:gd name="T22" fmla="*/ 0 h 7"/>
                  <a:gd name="T23" fmla="*/ 1 w 1"/>
                  <a:gd name="T24" fmla="*/ 7 h 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" h="7">
                    <a:moveTo>
                      <a:pt x="0" y="0"/>
                    </a:moveTo>
                    <a:lnTo>
                      <a:pt x="0" y="7"/>
                    </a:lnTo>
                    <a:lnTo>
                      <a:pt x="1" y="5"/>
                    </a:lnTo>
                    <a:lnTo>
                      <a:pt x="1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70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2" name="Freeform 486"/>
              <p:cNvSpPr>
                <a:spLocks/>
              </p:cNvSpPr>
              <p:nvPr/>
            </p:nvSpPr>
            <p:spPr bwMode="auto">
              <a:xfrm>
                <a:off x="875" y="1705"/>
                <a:ext cx="89" cy="37"/>
              </a:xfrm>
              <a:custGeom>
                <a:avLst/>
                <a:gdLst>
                  <a:gd name="T0" fmla="*/ 0 w 445"/>
                  <a:gd name="T1" fmla="*/ 0 h 184"/>
                  <a:gd name="T2" fmla="*/ 0 w 445"/>
                  <a:gd name="T3" fmla="*/ 0 h 184"/>
                  <a:gd name="T4" fmla="*/ 0 w 445"/>
                  <a:gd name="T5" fmla="*/ 0 h 184"/>
                  <a:gd name="T6" fmla="*/ 0 w 445"/>
                  <a:gd name="T7" fmla="*/ 0 h 184"/>
                  <a:gd name="T8" fmla="*/ 0 w 445"/>
                  <a:gd name="T9" fmla="*/ 0 h 184"/>
                  <a:gd name="T10" fmla="*/ 0 w 445"/>
                  <a:gd name="T11" fmla="*/ 0 h 184"/>
                  <a:gd name="T12" fmla="*/ 0 w 445"/>
                  <a:gd name="T13" fmla="*/ 0 h 184"/>
                  <a:gd name="T14" fmla="*/ 0 w 445"/>
                  <a:gd name="T15" fmla="*/ 0 h 184"/>
                  <a:gd name="T16" fmla="*/ 0 w 445"/>
                  <a:gd name="T17" fmla="*/ 0 h 184"/>
                  <a:gd name="T18" fmla="*/ 0 w 445"/>
                  <a:gd name="T19" fmla="*/ 0 h 184"/>
                  <a:gd name="T20" fmla="*/ 0 w 445"/>
                  <a:gd name="T21" fmla="*/ 0 h 184"/>
                  <a:gd name="T22" fmla="*/ 0 w 445"/>
                  <a:gd name="T23" fmla="*/ 0 h 184"/>
                  <a:gd name="T24" fmla="*/ 0 w 445"/>
                  <a:gd name="T25" fmla="*/ 0 h 184"/>
                  <a:gd name="T26" fmla="*/ 0 w 445"/>
                  <a:gd name="T27" fmla="*/ 0 h 184"/>
                  <a:gd name="T28" fmla="*/ 0 w 445"/>
                  <a:gd name="T29" fmla="*/ 0 h 184"/>
                  <a:gd name="T30" fmla="*/ 0 w 445"/>
                  <a:gd name="T31" fmla="*/ 0 h 184"/>
                  <a:gd name="T32" fmla="*/ 0 w 445"/>
                  <a:gd name="T33" fmla="*/ 0 h 184"/>
                  <a:gd name="T34" fmla="*/ 0 w 445"/>
                  <a:gd name="T35" fmla="*/ 0 h 184"/>
                  <a:gd name="T36" fmla="*/ 0 w 445"/>
                  <a:gd name="T37" fmla="*/ 0 h 184"/>
                  <a:gd name="T38" fmla="*/ 0 w 445"/>
                  <a:gd name="T39" fmla="*/ 0 h 184"/>
                  <a:gd name="T40" fmla="*/ 0 w 445"/>
                  <a:gd name="T41" fmla="*/ 0 h 184"/>
                  <a:gd name="T42" fmla="*/ 0 w 445"/>
                  <a:gd name="T43" fmla="*/ 0 h 184"/>
                  <a:gd name="T44" fmla="*/ 0 w 445"/>
                  <a:gd name="T45" fmla="*/ 0 h 18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445"/>
                  <a:gd name="T70" fmla="*/ 0 h 184"/>
                  <a:gd name="T71" fmla="*/ 445 w 445"/>
                  <a:gd name="T72" fmla="*/ 184 h 184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445" h="184">
                    <a:moveTo>
                      <a:pt x="0" y="2"/>
                    </a:moveTo>
                    <a:lnTo>
                      <a:pt x="157" y="173"/>
                    </a:lnTo>
                    <a:lnTo>
                      <a:pt x="158" y="174"/>
                    </a:lnTo>
                    <a:lnTo>
                      <a:pt x="160" y="176"/>
                    </a:lnTo>
                    <a:lnTo>
                      <a:pt x="165" y="179"/>
                    </a:lnTo>
                    <a:lnTo>
                      <a:pt x="172" y="182"/>
                    </a:lnTo>
                    <a:lnTo>
                      <a:pt x="179" y="183"/>
                    </a:lnTo>
                    <a:lnTo>
                      <a:pt x="187" y="184"/>
                    </a:lnTo>
                    <a:lnTo>
                      <a:pt x="197" y="182"/>
                    </a:lnTo>
                    <a:lnTo>
                      <a:pt x="208" y="177"/>
                    </a:lnTo>
                    <a:lnTo>
                      <a:pt x="445" y="68"/>
                    </a:lnTo>
                    <a:lnTo>
                      <a:pt x="440" y="63"/>
                    </a:lnTo>
                    <a:lnTo>
                      <a:pt x="207" y="170"/>
                    </a:lnTo>
                    <a:lnTo>
                      <a:pt x="205" y="171"/>
                    </a:lnTo>
                    <a:lnTo>
                      <a:pt x="203" y="173"/>
                    </a:lnTo>
                    <a:lnTo>
                      <a:pt x="198" y="174"/>
                    </a:lnTo>
                    <a:lnTo>
                      <a:pt x="193" y="175"/>
                    </a:lnTo>
                    <a:lnTo>
                      <a:pt x="186" y="176"/>
                    </a:lnTo>
                    <a:lnTo>
                      <a:pt x="178" y="175"/>
                    </a:lnTo>
                    <a:lnTo>
                      <a:pt x="170" y="173"/>
                    </a:lnTo>
                    <a:lnTo>
                      <a:pt x="160" y="167"/>
                    </a:lnTo>
                    <a:lnTo>
                      <a:pt x="8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3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3" name="Freeform 487"/>
              <p:cNvSpPr>
                <a:spLocks/>
              </p:cNvSpPr>
              <p:nvPr/>
            </p:nvSpPr>
            <p:spPr bwMode="auto">
              <a:xfrm>
                <a:off x="1158" y="1719"/>
                <a:ext cx="4" cy="3"/>
              </a:xfrm>
              <a:custGeom>
                <a:avLst/>
                <a:gdLst>
                  <a:gd name="T0" fmla="*/ 0 w 20"/>
                  <a:gd name="T1" fmla="*/ 0 h 14"/>
                  <a:gd name="T2" fmla="*/ 0 w 20"/>
                  <a:gd name="T3" fmla="*/ 0 h 14"/>
                  <a:gd name="T4" fmla="*/ 0 w 20"/>
                  <a:gd name="T5" fmla="*/ 0 h 14"/>
                  <a:gd name="T6" fmla="*/ 0 w 20"/>
                  <a:gd name="T7" fmla="*/ 0 h 14"/>
                  <a:gd name="T8" fmla="*/ 0 w 20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14"/>
                  <a:gd name="T17" fmla="*/ 20 w 20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14">
                    <a:moveTo>
                      <a:pt x="6" y="14"/>
                    </a:moveTo>
                    <a:lnTo>
                      <a:pt x="20" y="6"/>
                    </a:lnTo>
                    <a:lnTo>
                      <a:pt x="12" y="0"/>
                    </a:lnTo>
                    <a:lnTo>
                      <a:pt x="0" y="10"/>
                    </a:lnTo>
                    <a:lnTo>
                      <a:pt x="6" y="14"/>
                    </a:lnTo>
                    <a:close/>
                  </a:path>
                </a:pathLst>
              </a:custGeom>
              <a:solidFill>
                <a:srgbClr val="1970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4" name="Freeform 488"/>
              <p:cNvSpPr>
                <a:spLocks/>
              </p:cNvSpPr>
              <p:nvPr/>
            </p:nvSpPr>
            <p:spPr bwMode="auto">
              <a:xfrm>
                <a:off x="1144" y="1718"/>
                <a:ext cx="14" cy="10"/>
              </a:xfrm>
              <a:custGeom>
                <a:avLst/>
                <a:gdLst>
                  <a:gd name="T0" fmla="*/ 0 w 70"/>
                  <a:gd name="T1" fmla="*/ 0 h 51"/>
                  <a:gd name="T2" fmla="*/ 0 w 70"/>
                  <a:gd name="T3" fmla="*/ 0 h 51"/>
                  <a:gd name="T4" fmla="*/ 0 w 70"/>
                  <a:gd name="T5" fmla="*/ 0 h 51"/>
                  <a:gd name="T6" fmla="*/ 0 w 70"/>
                  <a:gd name="T7" fmla="*/ 0 h 51"/>
                  <a:gd name="T8" fmla="*/ 0 w 70"/>
                  <a:gd name="T9" fmla="*/ 0 h 51"/>
                  <a:gd name="T10" fmla="*/ 0 w 70"/>
                  <a:gd name="T11" fmla="*/ 0 h 51"/>
                  <a:gd name="T12" fmla="*/ 0 w 70"/>
                  <a:gd name="T13" fmla="*/ 0 h 51"/>
                  <a:gd name="T14" fmla="*/ 0 w 70"/>
                  <a:gd name="T15" fmla="*/ 0 h 51"/>
                  <a:gd name="T16" fmla="*/ 0 w 70"/>
                  <a:gd name="T17" fmla="*/ 0 h 5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0"/>
                  <a:gd name="T28" fmla="*/ 0 h 51"/>
                  <a:gd name="T29" fmla="*/ 70 w 70"/>
                  <a:gd name="T30" fmla="*/ 51 h 5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0" h="51">
                    <a:moveTo>
                      <a:pt x="42" y="33"/>
                    </a:moveTo>
                    <a:lnTo>
                      <a:pt x="45" y="36"/>
                    </a:lnTo>
                    <a:lnTo>
                      <a:pt x="70" y="14"/>
                    </a:lnTo>
                    <a:lnTo>
                      <a:pt x="52" y="0"/>
                    </a:lnTo>
                    <a:lnTo>
                      <a:pt x="0" y="25"/>
                    </a:lnTo>
                    <a:lnTo>
                      <a:pt x="33" y="51"/>
                    </a:lnTo>
                    <a:lnTo>
                      <a:pt x="24" y="43"/>
                    </a:lnTo>
                    <a:lnTo>
                      <a:pt x="42" y="33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5" name="Freeform 489"/>
              <p:cNvSpPr>
                <a:spLocks/>
              </p:cNvSpPr>
              <p:nvPr/>
            </p:nvSpPr>
            <p:spPr bwMode="auto">
              <a:xfrm>
                <a:off x="1153" y="1721"/>
                <a:ext cx="6" cy="4"/>
              </a:xfrm>
              <a:custGeom>
                <a:avLst/>
                <a:gdLst>
                  <a:gd name="T0" fmla="*/ 0 w 31"/>
                  <a:gd name="T1" fmla="*/ 0 h 23"/>
                  <a:gd name="T2" fmla="*/ 0 w 31"/>
                  <a:gd name="T3" fmla="*/ 0 h 23"/>
                  <a:gd name="T4" fmla="*/ 0 w 31"/>
                  <a:gd name="T5" fmla="*/ 0 h 23"/>
                  <a:gd name="T6" fmla="*/ 0 w 31"/>
                  <a:gd name="T7" fmla="*/ 0 h 23"/>
                  <a:gd name="T8" fmla="*/ 0 w 31"/>
                  <a:gd name="T9" fmla="*/ 0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1"/>
                  <a:gd name="T16" fmla="*/ 0 h 23"/>
                  <a:gd name="T17" fmla="*/ 31 w 31"/>
                  <a:gd name="T18" fmla="*/ 23 h 2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1" h="23">
                    <a:moveTo>
                      <a:pt x="0" y="22"/>
                    </a:moveTo>
                    <a:lnTo>
                      <a:pt x="1" y="23"/>
                    </a:lnTo>
                    <a:lnTo>
                      <a:pt x="31" y="4"/>
                    </a:lnTo>
                    <a:lnTo>
                      <a:pt x="25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6" name="Freeform 490"/>
              <p:cNvSpPr>
                <a:spLocks/>
              </p:cNvSpPr>
              <p:nvPr/>
            </p:nvSpPr>
            <p:spPr bwMode="auto">
              <a:xfrm>
                <a:off x="1153" y="1722"/>
                <a:ext cx="8" cy="4"/>
              </a:xfrm>
              <a:custGeom>
                <a:avLst/>
                <a:gdLst>
                  <a:gd name="T0" fmla="*/ 0 w 41"/>
                  <a:gd name="T1" fmla="*/ 0 h 24"/>
                  <a:gd name="T2" fmla="*/ 0 w 41"/>
                  <a:gd name="T3" fmla="*/ 0 h 24"/>
                  <a:gd name="T4" fmla="*/ 0 w 41"/>
                  <a:gd name="T5" fmla="*/ 0 h 24"/>
                  <a:gd name="T6" fmla="*/ 0 w 41"/>
                  <a:gd name="T7" fmla="*/ 0 h 24"/>
                  <a:gd name="T8" fmla="*/ 0 w 41"/>
                  <a:gd name="T9" fmla="*/ 0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1"/>
                  <a:gd name="T16" fmla="*/ 0 h 24"/>
                  <a:gd name="T17" fmla="*/ 41 w 41"/>
                  <a:gd name="T18" fmla="*/ 24 h 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1" h="24">
                    <a:moveTo>
                      <a:pt x="7" y="24"/>
                    </a:moveTo>
                    <a:lnTo>
                      <a:pt x="41" y="8"/>
                    </a:lnTo>
                    <a:lnTo>
                      <a:pt x="30" y="0"/>
                    </a:lnTo>
                    <a:lnTo>
                      <a:pt x="0" y="19"/>
                    </a:lnTo>
                    <a:lnTo>
                      <a:pt x="7" y="24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7" name="Freeform 491"/>
              <p:cNvSpPr>
                <a:spLocks/>
              </p:cNvSpPr>
              <p:nvPr/>
            </p:nvSpPr>
            <p:spPr bwMode="auto">
              <a:xfrm>
                <a:off x="1150" y="1726"/>
                <a:ext cx="4" cy="3"/>
              </a:xfrm>
              <a:custGeom>
                <a:avLst/>
                <a:gdLst>
                  <a:gd name="T0" fmla="*/ 0 w 20"/>
                  <a:gd name="T1" fmla="*/ 0 h 11"/>
                  <a:gd name="T2" fmla="*/ 0 w 20"/>
                  <a:gd name="T3" fmla="*/ 0 h 11"/>
                  <a:gd name="T4" fmla="*/ 0 w 20"/>
                  <a:gd name="T5" fmla="*/ 0 h 11"/>
                  <a:gd name="T6" fmla="*/ 0 w 20"/>
                  <a:gd name="T7" fmla="*/ 0 h 11"/>
                  <a:gd name="T8" fmla="*/ 0 w 20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11"/>
                  <a:gd name="T17" fmla="*/ 20 w 20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11">
                    <a:moveTo>
                      <a:pt x="1" y="11"/>
                    </a:moveTo>
                    <a:lnTo>
                      <a:pt x="20" y="1"/>
                    </a:lnTo>
                    <a:lnTo>
                      <a:pt x="20" y="0"/>
                    </a:lnTo>
                    <a:lnTo>
                      <a:pt x="0" y="9"/>
                    </a:lnTo>
                    <a:lnTo>
                      <a:pt x="1" y="1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8" name="Freeform 492"/>
              <p:cNvSpPr>
                <a:spLocks/>
              </p:cNvSpPr>
              <p:nvPr/>
            </p:nvSpPr>
            <p:spPr bwMode="auto">
              <a:xfrm>
                <a:off x="907" y="1649"/>
                <a:ext cx="124" cy="74"/>
              </a:xfrm>
              <a:custGeom>
                <a:avLst/>
                <a:gdLst>
                  <a:gd name="T0" fmla="*/ 0 w 616"/>
                  <a:gd name="T1" fmla="*/ 0 h 368"/>
                  <a:gd name="T2" fmla="*/ 0 w 616"/>
                  <a:gd name="T3" fmla="*/ 0 h 368"/>
                  <a:gd name="T4" fmla="*/ 0 w 616"/>
                  <a:gd name="T5" fmla="*/ 0 h 368"/>
                  <a:gd name="T6" fmla="*/ 0 w 616"/>
                  <a:gd name="T7" fmla="*/ 0 h 368"/>
                  <a:gd name="T8" fmla="*/ 0 w 616"/>
                  <a:gd name="T9" fmla="*/ 0 h 368"/>
                  <a:gd name="T10" fmla="*/ 0 w 616"/>
                  <a:gd name="T11" fmla="*/ 0 h 368"/>
                  <a:gd name="T12" fmla="*/ 0 w 616"/>
                  <a:gd name="T13" fmla="*/ 0 h 368"/>
                  <a:gd name="T14" fmla="*/ 0 w 616"/>
                  <a:gd name="T15" fmla="*/ 0 h 368"/>
                  <a:gd name="T16" fmla="*/ 0 w 616"/>
                  <a:gd name="T17" fmla="*/ 0 h 368"/>
                  <a:gd name="T18" fmla="*/ 0 w 616"/>
                  <a:gd name="T19" fmla="*/ 0 h 368"/>
                  <a:gd name="T20" fmla="*/ 0 w 616"/>
                  <a:gd name="T21" fmla="*/ 0 h 368"/>
                  <a:gd name="T22" fmla="*/ 0 w 616"/>
                  <a:gd name="T23" fmla="*/ 0 h 368"/>
                  <a:gd name="T24" fmla="*/ 0 w 616"/>
                  <a:gd name="T25" fmla="*/ 0 h 368"/>
                  <a:gd name="T26" fmla="*/ 0 w 616"/>
                  <a:gd name="T27" fmla="*/ 0 h 368"/>
                  <a:gd name="T28" fmla="*/ 0 w 616"/>
                  <a:gd name="T29" fmla="*/ 0 h 368"/>
                  <a:gd name="T30" fmla="*/ 0 w 616"/>
                  <a:gd name="T31" fmla="*/ 0 h 368"/>
                  <a:gd name="T32" fmla="*/ 0 w 616"/>
                  <a:gd name="T33" fmla="*/ 0 h 368"/>
                  <a:gd name="T34" fmla="*/ 0 w 616"/>
                  <a:gd name="T35" fmla="*/ 0 h 368"/>
                  <a:gd name="T36" fmla="*/ 0 w 616"/>
                  <a:gd name="T37" fmla="*/ 0 h 368"/>
                  <a:gd name="T38" fmla="*/ 0 w 616"/>
                  <a:gd name="T39" fmla="*/ 0 h 368"/>
                  <a:gd name="T40" fmla="*/ 0 w 616"/>
                  <a:gd name="T41" fmla="*/ 0 h 368"/>
                  <a:gd name="T42" fmla="*/ 0 w 616"/>
                  <a:gd name="T43" fmla="*/ 0 h 36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16"/>
                  <a:gd name="T67" fmla="*/ 0 h 368"/>
                  <a:gd name="T68" fmla="*/ 616 w 616"/>
                  <a:gd name="T69" fmla="*/ 368 h 368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16" h="368">
                    <a:moveTo>
                      <a:pt x="238" y="365"/>
                    </a:moveTo>
                    <a:lnTo>
                      <a:pt x="220" y="368"/>
                    </a:lnTo>
                    <a:lnTo>
                      <a:pt x="205" y="368"/>
                    </a:lnTo>
                    <a:lnTo>
                      <a:pt x="192" y="367"/>
                    </a:lnTo>
                    <a:lnTo>
                      <a:pt x="181" y="363"/>
                    </a:lnTo>
                    <a:lnTo>
                      <a:pt x="172" y="360"/>
                    </a:lnTo>
                    <a:lnTo>
                      <a:pt x="166" y="356"/>
                    </a:lnTo>
                    <a:lnTo>
                      <a:pt x="163" y="354"/>
                    </a:lnTo>
                    <a:lnTo>
                      <a:pt x="162" y="353"/>
                    </a:lnTo>
                    <a:lnTo>
                      <a:pt x="6" y="194"/>
                    </a:lnTo>
                    <a:lnTo>
                      <a:pt x="0" y="188"/>
                    </a:lnTo>
                    <a:lnTo>
                      <a:pt x="420" y="0"/>
                    </a:lnTo>
                    <a:lnTo>
                      <a:pt x="607" y="147"/>
                    </a:lnTo>
                    <a:lnTo>
                      <a:pt x="609" y="149"/>
                    </a:lnTo>
                    <a:lnTo>
                      <a:pt x="611" y="152"/>
                    </a:lnTo>
                    <a:lnTo>
                      <a:pt x="613" y="157"/>
                    </a:lnTo>
                    <a:lnTo>
                      <a:pt x="616" y="163"/>
                    </a:lnTo>
                    <a:lnTo>
                      <a:pt x="616" y="170"/>
                    </a:lnTo>
                    <a:lnTo>
                      <a:pt x="612" y="177"/>
                    </a:lnTo>
                    <a:lnTo>
                      <a:pt x="605" y="184"/>
                    </a:lnTo>
                    <a:lnTo>
                      <a:pt x="592" y="193"/>
                    </a:lnTo>
                    <a:lnTo>
                      <a:pt x="238" y="365"/>
                    </a:lnTo>
                    <a:close/>
                  </a:path>
                </a:pathLst>
              </a:custGeom>
              <a:solidFill>
                <a:srgbClr val="A0828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39" name="Freeform 493"/>
              <p:cNvSpPr>
                <a:spLocks/>
              </p:cNvSpPr>
              <p:nvPr/>
            </p:nvSpPr>
            <p:spPr bwMode="auto">
              <a:xfrm>
                <a:off x="906" y="1687"/>
                <a:ext cx="2" cy="1"/>
              </a:xfrm>
              <a:custGeom>
                <a:avLst/>
                <a:gdLst>
                  <a:gd name="T0" fmla="*/ 0 w 9"/>
                  <a:gd name="T1" fmla="*/ 0 h 7"/>
                  <a:gd name="T2" fmla="*/ 0 w 9"/>
                  <a:gd name="T3" fmla="*/ 0 h 7"/>
                  <a:gd name="T4" fmla="*/ 0 w 9"/>
                  <a:gd name="T5" fmla="*/ 0 h 7"/>
                  <a:gd name="T6" fmla="*/ 0 w 9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7"/>
                  <a:gd name="T14" fmla="*/ 9 w 9"/>
                  <a:gd name="T15" fmla="*/ 7 h 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7">
                    <a:moveTo>
                      <a:pt x="0" y="7"/>
                    </a:moveTo>
                    <a:lnTo>
                      <a:pt x="9" y="5"/>
                    </a:lnTo>
                    <a:lnTo>
                      <a:pt x="5" y="0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A0828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0" name="Freeform 494"/>
              <p:cNvSpPr>
                <a:spLocks/>
              </p:cNvSpPr>
              <p:nvPr/>
            </p:nvSpPr>
            <p:spPr bwMode="auto">
              <a:xfrm>
                <a:off x="966" y="1661"/>
                <a:ext cx="48" cy="33"/>
              </a:xfrm>
              <a:custGeom>
                <a:avLst/>
                <a:gdLst>
                  <a:gd name="T0" fmla="*/ 0 w 239"/>
                  <a:gd name="T1" fmla="*/ 0 h 164"/>
                  <a:gd name="T2" fmla="*/ 0 w 239"/>
                  <a:gd name="T3" fmla="*/ 0 h 164"/>
                  <a:gd name="T4" fmla="*/ 0 w 239"/>
                  <a:gd name="T5" fmla="*/ 0 h 164"/>
                  <a:gd name="T6" fmla="*/ 0 w 239"/>
                  <a:gd name="T7" fmla="*/ 0 h 164"/>
                  <a:gd name="T8" fmla="*/ 0 w 239"/>
                  <a:gd name="T9" fmla="*/ 0 h 1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9"/>
                  <a:gd name="T16" fmla="*/ 0 h 164"/>
                  <a:gd name="T17" fmla="*/ 239 w 239"/>
                  <a:gd name="T18" fmla="*/ 164 h 16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9" h="164">
                    <a:moveTo>
                      <a:pt x="101" y="0"/>
                    </a:moveTo>
                    <a:lnTo>
                      <a:pt x="239" y="114"/>
                    </a:lnTo>
                    <a:lnTo>
                      <a:pt x="133" y="164"/>
                    </a:lnTo>
                    <a:lnTo>
                      <a:pt x="0" y="45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1970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1" name="Freeform 495"/>
              <p:cNvSpPr>
                <a:spLocks/>
              </p:cNvSpPr>
              <p:nvPr/>
            </p:nvSpPr>
            <p:spPr bwMode="auto">
              <a:xfrm>
                <a:off x="858" y="1707"/>
                <a:ext cx="115" cy="140"/>
              </a:xfrm>
              <a:custGeom>
                <a:avLst/>
                <a:gdLst>
                  <a:gd name="T0" fmla="*/ 0 w 578"/>
                  <a:gd name="T1" fmla="*/ 0 h 697"/>
                  <a:gd name="T2" fmla="*/ 0 w 578"/>
                  <a:gd name="T3" fmla="*/ 0 h 697"/>
                  <a:gd name="T4" fmla="*/ 0 w 578"/>
                  <a:gd name="T5" fmla="*/ 0 h 697"/>
                  <a:gd name="T6" fmla="*/ 0 w 578"/>
                  <a:gd name="T7" fmla="*/ 0 h 697"/>
                  <a:gd name="T8" fmla="*/ 0 w 578"/>
                  <a:gd name="T9" fmla="*/ 0 h 697"/>
                  <a:gd name="T10" fmla="*/ 0 w 578"/>
                  <a:gd name="T11" fmla="*/ 0 h 697"/>
                  <a:gd name="T12" fmla="*/ 0 w 578"/>
                  <a:gd name="T13" fmla="*/ 0 h 697"/>
                  <a:gd name="T14" fmla="*/ 0 w 578"/>
                  <a:gd name="T15" fmla="*/ 0 h 697"/>
                  <a:gd name="T16" fmla="*/ 0 w 578"/>
                  <a:gd name="T17" fmla="*/ 0 h 697"/>
                  <a:gd name="T18" fmla="*/ 0 w 578"/>
                  <a:gd name="T19" fmla="*/ 0 h 697"/>
                  <a:gd name="T20" fmla="*/ 0 w 578"/>
                  <a:gd name="T21" fmla="*/ 0 h 697"/>
                  <a:gd name="T22" fmla="*/ 0 w 578"/>
                  <a:gd name="T23" fmla="*/ 0 h 697"/>
                  <a:gd name="T24" fmla="*/ 0 w 578"/>
                  <a:gd name="T25" fmla="*/ 0 h 697"/>
                  <a:gd name="T26" fmla="*/ 0 w 578"/>
                  <a:gd name="T27" fmla="*/ 0 h 697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578"/>
                  <a:gd name="T43" fmla="*/ 0 h 697"/>
                  <a:gd name="T44" fmla="*/ 578 w 578"/>
                  <a:gd name="T45" fmla="*/ 697 h 697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578" h="697">
                    <a:moveTo>
                      <a:pt x="11" y="0"/>
                    </a:moveTo>
                    <a:lnTo>
                      <a:pt x="9" y="0"/>
                    </a:lnTo>
                    <a:lnTo>
                      <a:pt x="0" y="42"/>
                    </a:lnTo>
                    <a:lnTo>
                      <a:pt x="34" y="81"/>
                    </a:lnTo>
                    <a:lnTo>
                      <a:pt x="40" y="58"/>
                    </a:lnTo>
                    <a:lnTo>
                      <a:pt x="74" y="97"/>
                    </a:lnTo>
                    <a:lnTo>
                      <a:pt x="68" y="121"/>
                    </a:lnTo>
                    <a:lnTo>
                      <a:pt x="555" y="690"/>
                    </a:lnTo>
                    <a:lnTo>
                      <a:pt x="556" y="691"/>
                    </a:lnTo>
                    <a:lnTo>
                      <a:pt x="558" y="692"/>
                    </a:lnTo>
                    <a:lnTo>
                      <a:pt x="561" y="694"/>
                    </a:lnTo>
                    <a:lnTo>
                      <a:pt x="566" y="697"/>
                    </a:lnTo>
                    <a:lnTo>
                      <a:pt x="578" y="64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5493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2" name="Freeform 496"/>
              <p:cNvSpPr>
                <a:spLocks/>
              </p:cNvSpPr>
              <p:nvPr/>
            </p:nvSpPr>
            <p:spPr bwMode="auto">
              <a:xfrm>
                <a:off x="865" y="1719"/>
                <a:ext cx="3" cy="4"/>
              </a:xfrm>
              <a:custGeom>
                <a:avLst/>
                <a:gdLst>
                  <a:gd name="T0" fmla="*/ 0 w 19"/>
                  <a:gd name="T1" fmla="*/ 0 h 23"/>
                  <a:gd name="T2" fmla="*/ 0 w 19"/>
                  <a:gd name="T3" fmla="*/ 0 h 23"/>
                  <a:gd name="T4" fmla="*/ 0 w 19"/>
                  <a:gd name="T5" fmla="*/ 0 h 23"/>
                  <a:gd name="T6" fmla="*/ 0 w 19"/>
                  <a:gd name="T7" fmla="*/ 0 h 2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23"/>
                  <a:gd name="T14" fmla="*/ 19 w 19"/>
                  <a:gd name="T15" fmla="*/ 23 h 2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23">
                    <a:moveTo>
                      <a:pt x="6" y="0"/>
                    </a:moveTo>
                    <a:lnTo>
                      <a:pt x="0" y="23"/>
                    </a:lnTo>
                    <a:lnTo>
                      <a:pt x="19" y="15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49A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3" name="Freeform 497"/>
              <p:cNvSpPr>
                <a:spLocks/>
              </p:cNvSpPr>
              <p:nvPr/>
            </p:nvSpPr>
            <p:spPr bwMode="auto">
              <a:xfrm>
                <a:off x="924" y="1678"/>
                <a:ext cx="224" cy="145"/>
              </a:xfrm>
              <a:custGeom>
                <a:avLst/>
                <a:gdLst>
                  <a:gd name="T0" fmla="*/ 0 w 1118"/>
                  <a:gd name="T1" fmla="*/ 0 h 724"/>
                  <a:gd name="T2" fmla="*/ 0 w 1118"/>
                  <a:gd name="T3" fmla="*/ 0 h 724"/>
                  <a:gd name="T4" fmla="*/ 0 w 1118"/>
                  <a:gd name="T5" fmla="*/ 0 h 724"/>
                  <a:gd name="T6" fmla="*/ 0 w 1118"/>
                  <a:gd name="T7" fmla="*/ 0 h 724"/>
                  <a:gd name="T8" fmla="*/ 0 w 1118"/>
                  <a:gd name="T9" fmla="*/ 0 h 724"/>
                  <a:gd name="T10" fmla="*/ 0 w 1118"/>
                  <a:gd name="T11" fmla="*/ 0 h 724"/>
                  <a:gd name="T12" fmla="*/ 0 w 1118"/>
                  <a:gd name="T13" fmla="*/ 0 h 724"/>
                  <a:gd name="T14" fmla="*/ 0 w 1118"/>
                  <a:gd name="T15" fmla="*/ 0 h 724"/>
                  <a:gd name="T16" fmla="*/ 0 w 1118"/>
                  <a:gd name="T17" fmla="*/ 0 h 724"/>
                  <a:gd name="T18" fmla="*/ 0 w 1118"/>
                  <a:gd name="T19" fmla="*/ 0 h 724"/>
                  <a:gd name="T20" fmla="*/ 0 w 1118"/>
                  <a:gd name="T21" fmla="*/ 0 h 724"/>
                  <a:gd name="T22" fmla="*/ 0 w 1118"/>
                  <a:gd name="T23" fmla="*/ 0 h 724"/>
                  <a:gd name="T24" fmla="*/ 0 w 1118"/>
                  <a:gd name="T25" fmla="*/ 0 h 724"/>
                  <a:gd name="T26" fmla="*/ 0 w 1118"/>
                  <a:gd name="T27" fmla="*/ 0 h 724"/>
                  <a:gd name="T28" fmla="*/ 0 w 1118"/>
                  <a:gd name="T29" fmla="*/ 0 h 724"/>
                  <a:gd name="T30" fmla="*/ 0 w 1118"/>
                  <a:gd name="T31" fmla="*/ 0 h 724"/>
                  <a:gd name="T32" fmla="*/ 0 w 1118"/>
                  <a:gd name="T33" fmla="*/ 0 h 724"/>
                  <a:gd name="T34" fmla="*/ 0 w 1118"/>
                  <a:gd name="T35" fmla="*/ 0 h 724"/>
                  <a:gd name="T36" fmla="*/ 0 w 1118"/>
                  <a:gd name="T37" fmla="*/ 0 h 724"/>
                  <a:gd name="T38" fmla="*/ 0 w 1118"/>
                  <a:gd name="T39" fmla="*/ 0 h 724"/>
                  <a:gd name="T40" fmla="*/ 0 w 1118"/>
                  <a:gd name="T41" fmla="*/ 0 h 724"/>
                  <a:gd name="T42" fmla="*/ 0 w 1118"/>
                  <a:gd name="T43" fmla="*/ 0 h 724"/>
                  <a:gd name="T44" fmla="*/ 0 w 1118"/>
                  <a:gd name="T45" fmla="*/ 0 h 724"/>
                  <a:gd name="T46" fmla="*/ 0 w 1118"/>
                  <a:gd name="T47" fmla="*/ 0 h 724"/>
                  <a:gd name="T48" fmla="*/ 0 w 1118"/>
                  <a:gd name="T49" fmla="*/ 0 h 724"/>
                  <a:gd name="T50" fmla="*/ 0 w 1118"/>
                  <a:gd name="T51" fmla="*/ 0 h 724"/>
                  <a:gd name="T52" fmla="*/ 0 w 1118"/>
                  <a:gd name="T53" fmla="*/ 0 h 724"/>
                  <a:gd name="T54" fmla="*/ 0 w 1118"/>
                  <a:gd name="T55" fmla="*/ 0 h 724"/>
                  <a:gd name="T56" fmla="*/ 0 w 1118"/>
                  <a:gd name="T57" fmla="*/ 0 h 724"/>
                  <a:gd name="T58" fmla="*/ 0 w 1118"/>
                  <a:gd name="T59" fmla="*/ 0 h 724"/>
                  <a:gd name="T60" fmla="*/ 0 w 1118"/>
                  <a:gd name="T61" fmla="*/ 0 h 724"/>
                  <a:gd name="T62" fmla="*/ 0 w 1118"/>
                  <a:gd name="T63" fmla="*/ 0 h 724"/>
                  <a:gd name="T64" fmla="*/ 0 w 1118"/>
                  <a:gd name="T65" fmla="*/ 0 h 72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18"/>
                  <a:gd name="T100" fmla="*/ 0 h 724"/>
                  <a:gd name="T101" fmla="*/ 1118 w 1118"/>
                  <a:gd name="T102" fmla="*/ 724 h 72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18" h="724">
                    <a:moveTo>
                      <a:pt x="0" y="375"/>
                    </a:moveTo>
                    <a:lnTo>
                      <a:pt x="284" y="705"/>
                    </a:lnTo>
                    <a:lnTo>
                      <a:pt x="285" y="706"/>
                    </a:lnTo>
                    <a:lnTo>
                      <a:pt x="289" y="710"/>
                    </a:lnTo>
                    <a:lnTo>
                      <a:pt x="294" y="713"/>
                    </a:lnTo>
                    <a:lnTo>
                      <a:pt x="301" y="718"/>
                    </a:lnTo>
                    <a:lnTo>
                      <a:pt x="309" y="722"/>
                    </a:lnTo>
                    <a:lnTo>
                      <a:pt x="320" y="724"/>
                    </a:lnTo>
                    <a:lnTo>
                      <a:pt x="333" y="724"/>
                    </a:lnTo>
                    <a:lnTo>
                      <a:pt x="347" y="722"/>
                    </a:lnTo>
                    <a:lnTo>
                      <a:pt x="1103" y="303"/>
                    </a:lnTo>
                    <a:lnTo>
                      <a:pt x="1104" y="302"/>
                    </a:lnTo>
                    <a:lnTo>
                      <a:pt x="1109" y="298"/>
                    </a:lnTo>
                    <a:lnTo>
                      <a:pt x="1113" y="292"/>
                    </a:lnTo>
                    <a:lnTo>
                      <a:pt x="1117" y="284"/>
                    </a:lnTo>
                    <a:lnTo>
                      <a:pt x="1118" y="274"/>
                    </a:lnTo>
                    <a:lnTo>
                      <a:pt x="1116" y="264"/>
                    </a:lnTo>
                    <a:lnTo>
                      <a:pt x="1109" y="252"/>
                    </a:lnTo>
                    <a:lnTo>
                      <a:pt x="1093" y="239"/>
                    </a:lnTo>
                    <a:lnTo>
                      <a:pt x="741" y="5"/>
                    </a:lnTo>
                    <a:lnTo>
                      <a:pt x="739" y="5"/>
                    </a:lnTo>
                    <a:lnTo>
                      <a:pt x="737" y="4"/>
                    </a:lnTo>
                    <a:lnTo>
                      <a:pt x="733" y="1"/>
                    </a:lnTo>
                    <a:lnTo>
                      <a:pt x="729" y="0"/>
                    </a:lnTo>
                    <a:lnTo>
                      <a:pt x="721" y="0"/>
                    </a:lnTo>
                    <a:lnTo>
                      <a:pt x="713" y="0"/>
                    </a:lnTo>
                    <a:lnTo>
                      <a:pt x="705" y="2"/>
                    </a:lnTo>
                    <a:lnTo>
                      <a:pt x="694" y="6"/>
                    </a:lnTo>
                    <a:lnTo>
                      <a:pt x="24" y="335"/>
                    </a:lnTo>
                    <a:lnTo>
                      <a:pt x="20" y="339"/>
                    </a:lnTo>
                    <a:lnTo>
                      <a:pt x="9" y="348"/>
                    </a:lnTo>
                    <a:lnTo>
                      <a:pt x="0" y="361"/>
                    </a:lnTo>
                    <a:lnTo>
                      <a:pt x="0" y="375"/>
                    </a:lnTo>
                    <a:close/>
                  </a:path>
                </a:pathLst>
              </a:custGeom>
              <a:solidFill>
                <a:srgbClr val="EAEA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4" name="Freeform 498"/>
              <p:cNvSpPr>
                <a:spLocks/>
              </p:cNvSpPr>
              <p:nvPr/>
            </p:nvSpPr>
            <p:spPr bwMode="auto">
              <a:xfrm>
                <a:off x="942" y="1690"/>
                <a:ext cx="129" cy="65"/>
              </a:xfrm>
              <a:custGeom>
                <a:avLst/>
                <a:gdLst>
                  <a:gd name="T0" fmla="*/ 0 w 643"/>
                  <a:gd name="T1" fmla="*/ 0 h 325"/>
                  <a:gd name="T2" fmla="*/ 0 w 643"/>
                  <a:gd name="T3" fmla="*/ 0 h 325"/>
                  <a:gd name="T4" fmla="*/ 0 w 643"/>
                  <a:gd name="T5" fmla="*/ 0 h 325"/>
                  <a:gd name="T6" fmla="*/ 0 w 643"/>
                  <a:gd name="T7" fmla="*/ 0 h 325"/>
                  <a:gd name="T8" fmla="*/ 0 w 643"/>
                  <a:gd name="T9" fmla="*/ 0 h 3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43"/>
                  <a:gd name="T16" fmla="*/ 0 h 325"/>
                  <a:gd name="T17" fmla="*/ 643 w 643"/>
                  <a:gd name="T18" fmla="*/ 325 h 3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43" h="325">
                    <a:moveTo>
                      <a:pt x="0" y="320"/>
                    </a:moveTo>
                    <a:lnTo>
                      <a:pt x="2" y="325"/>
                    </a:lnTo>
                    <a:lnTo>
                      <a:pt x="643" y="5"/>
                    </a:lnTo>
                    <a:lnTo>
                      <a:pt x="640" y="0"/>
                    </a:lnTo>
                    <a:lnTo>
                      <a:pt x="0" y="32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5" name="Freeform 499"/>
              <p:cNvSpPr>
                <a:spLocks/>
              </p:cNvSpPr>
              <p:nvPr/>
            </p:nvSpPr>
            <p:spPr bwMode="auto">
              <a:xfrm>
                <a:off x="950" y="1695"/>
                <a:ext cx="130" cy="67"/>
              </a:xfrm>
              <a:custGeom>
                <a:avLst/>
                <a:gdLst>
                  <a:gd name="T0" fmla="*/ 0 w 647"/>
                  <a:gd name="T1" fmla="*/ 0 h 334"/>
                  <a:gd name="T2" fmla="*/ 0 w 647"/>
                  <a:gd name="T3" fmla="*/ 0 h 334"/>
                  <a:gd name="T4" fmla="*/ 0 w 647"/>
                  <a:gd name="T5" fmla="*/ 0 h 334"/>
                  <a:gd name="T6" fmla="*/ 0 w 647"/>
                  <a:gd name="T7" fmla="*/ 0 h 334"/>
                  <a:gd name="T8" fmla="*/ 0 w 647"/>
                  <a:gd name="T9" fmla="*/ 0 h 3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47"/>
                  <a:gd name="T16" fmla="*/ 0 h 334"/>
                  <a:gd name="T17" fmla="*/ 647 w 647"/>
                  <a:gd name="T18" fmla="*/ 334 h 3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47" h="334">
                    <a:moveTo>
                      <a:pt x="0" y="329"/>
                    </a:moveTo>
                    <a:lnTo>
                      <a:pt x="3" y="334"/>
                    </a:lnTo>
                    <a:lnTo>
                      <a:pt x="647" y="5"/>
                    </a:lnTo>
                    <a:lnTo>
                      <a:pt x="645" y="0"/>
                    </a:lnTo>
                    <a:lnTo>
                      <a:pt x="0" y="32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6" name="Freeform 500"/>
              <p:cNvSpPr>
                <a:spLocks/>
              </p:cNvSpPr>
              <p:nvPr/>
            </p:nvSpPr>
            <p:spPr bwMode="auto">
              <a:xfrm>
                <a:off x="959" y="1701"/>
                <a:ext cx="130" cy="69"/>
              </a:xfrm>
              <a:custGeom>
                <a:avLst/>
                <a:gdLst>
                  <a:gd name="T0" fmla="*/ 0 w 652"/>
                  <a:gd name="T1" fmla="*/ 0 h 343"/>
                  <a:gd name="T2" fmla="*/ 0 w 652"/>
                  <a:gd name="T3" fmla="*/ 0 h 343"/>
                  <a:gd name="T4" fmla="*/ 0 w 652"/>
                  <a:gd name="T5" fmla="*/ 0 h 343"/>
                  <a:gd name="T6" fmla="*/ 0 w 652"/>
                  <a:gd name="T7" fmla="*/ 0 h 343"/>
                  <a:gd name="T8" fmla="*/ 0 w 652"/>
                  <a:gd name="T9" fmla="*/ 0 h 3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52"/>
                  <a:gd name="T16" fmla="*/ 0 h 343"/>
                  <a:gd name="T17" fmla="*/ 652 w 652"/>
                  <a:gd name="T18" fmla="*/ 343 h 3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52" h="343">
                    <a:moveTo>
                      <a:pt x="0" y="337"/>
                    </a:moveTo>
                    <a:lnTo>
                      <a:pt x="2" y="343"/>
                    </a:lnTo>
                    <a:lnTo>
                      <a:pt x="652" y="4"/>
                    </a:lnTo>
                    <a:lnTo>
                      <a:pt x="650" y="0"/>
                    </a:lnTo>
                    <a:lnTo>
                      <a:pt x="0" y="3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7" name="Freeform 501"/>
              <p:cNvSpPr>
                <a:spLocks/>
              </p:cNvSpPr>
              <p:nvPr/>
            </p:nvSpPr>
            <p:spPr bwMode="auto">
              <a:xfrm>
                <a:off x="967" y="1707"/>
                <a:ext cx="132" cy="71"/>
              </a:xfrm>
              <a:custGeom>
                <a:avLst/>
                <a:gdLst>
                  <a:gd name="T0" fmla="*/ 0 w 658"/>
                  <a:gd name="T1" fmla="*/ 0 h 355"/>
                  <a:gd name="T2" fmla="*/ 0 w 658"/>
                  <a:gd name="T3" fmla="*/ 0 h 355"/>
                  <a:gd name="T4" fmla="*/ 0 w 658"/>
                  <a:gd name="T5" fmla="*/ 0 h 355"/>
                  <a:gd name="T6" fmla="*/ 0 w 658"/>
                  <a:gd name="T7" fmla="*/ 0 h 355"/>
                  <a:gd name="T8" fmla="*/ 0 w 658"/>
                  <a:gd name="T9" fmla="*/ 0 h 3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58"/>
                  <a:gd name="T16" fmla="*/ 0 h 355"/>
                  <a:gd name="T17" fmla="*/ 658 w 658"/>
                  <a:gd name="T18" fmla="*/ 355 h 3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58" h="355">
                    <a:moveTo>
                      <a:pt x="0" y="349"/>
                    </a:moveTo>
                    <a:lnTo>
                      <a:pt x="2" y="355"/>
                    </a:lnTo>
                    <a:lnTo>
                      <a:pt x="658" y="5"/>
                    </a:lnTo>
                    <a:lnTo>
                      <a:pt x="654" y="0"/>
                    </a:lnTo>
                    <a:lnTo>
                      <a:pt x="0" y="34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8" name="Freeform 502"/>
              <p:cNvSpPr>
                <a:spLocks/>
              </p:cNvSpPr>
              <p:nvPr/>
            </p:nvSpPr>
            <p:spPr bwMode="auto">
              <a:xfrm>
                <a:off x="976" y="1713"/>
                <a:ext cx="132" cy="73"/>
              </a:xfrm>
              <a:custGeom>
                <a:avLst/>
                <a:gdLst>
                  <a:gd name="T0" fmla="*/ 0 w 661"/>
                  <a:gd name="T1" fmla="*/ 0 h 365"/>
                  <a:gd name="T2" fmla="*/ 0 w 661"/>
                  <a:gd name="T3" fmla="*/ 0 h 365"/>
                  <a:gd name="T4" fmla="*/ 0 w 661"/>
                  <a:gd name="T5" fmla="*/ 0 h 365"/>
                  <a:gd name="T6" fmla="*/ 0 w 661"/>
                  <a:gd name="T7" fmla="*/ 0 h 365"/>
                  <a:gd name="T8" fmla="*/ 0 w 661"/>
                  <a:gd name="T9" fmla="*/ 0 h 3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1"/>
                  <a:gd name="T16" fmla="*/ 0 h 365"/>
                  <a:gd name="T17" fmla="*/ 661 w 661"/>
                  <a:gd name="T18" fmla="*/ 365 h 36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1" h="365">
                    <a:moveTo>
                      <a:pt x="0" y="359"/>
                    </a:moveTo>
                    <a:lnTo>
                      <a:pt x="2" y="365"/>
                    </a:lnTo>
                    <a:lnTo>
                      <a:pt x="661" y="6"/>
                    </a:lnTo>
                    <a:lnTo>
                      <a:pt x="659" y="0"/>
                    </a:lnTo>
                    <a:lnTo>
                      <a:pt x="0" y="35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49" name="Freeform 503"/>
              <p:cNvSpPr>
                <a:spLocks/>
              </p:cNvSpPr>
              <p:nvPr/>
            </p:nvSpPr>
            <p:spPr bwMode="auto">
              <a:xfrm>
                <a:off x="985" y="1720"/>
                <a:ext cx="133" cy="75"/>
              </a:xfrm>
              <a:custGeom>
                <a:avLst/>
                <a:gdLst>
                  <a:gd name="T0" fmla="*/ 0 w 666"/>
                  <a:gd name="T1" fmla="*/ 0 h 375"/>
                  <a:gd name="T2" fmla="*/ 0 w 666"/>
                  <a:gd name="T3" fmla="*/ 0 h 375"/>
                  <a:gd name="T4" fmla="*/ 0 w 666"/>
                  <a:gd name="T5" fmla="*/ 0 h 375"/>
                  <a:gd name="T6" fmla="*/ 0 w 666"/>
                  <a:gd name="T7" fmla="*/ 0 h 375"/>
                  <a:gd name="T8" fmla="*/ 0 w 666"/>
                  <a:gd name="T9" fmla="*/ 0 h 3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6"/>
                  <a:gd name="T16" fmla="*/ 0 h 375"/>
                  <a:gd name="T17" fmla="*/ 666 w 666"/>
                  <a:gd name="T18" fmla="*/ 375 h 3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6" h="375">
                    <a:moveTo>
                      <a:pt x="0" y="369"/>
                    </a:moveTo>
                    <a:lnTo>
                      <a:pt x="3" y="375"/>
                    </a:lnTo>
                    <a:lnTo>
                      <a:pt x="666" y="5"/>
                    </a:lnTo>
                    <a:lnTo>
                      <a:pt x="663" y="0"/>
                    </a:lnTo>
                    <a:lnTo>
                      <a:pt x="0" y="36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0" name="Freeform 504"/>
              <p:cNvSpPr>
                <a:spLocks/>
              </p:cNvSpPr>
              <p:nvPr/>
            </p:nvSpPr>
            <p:spPr bwMode="auto">
              <a:xfrm>
                <a:off x="994" y="1726"/>
                <a:ext cx="134" cy="77"/>
              </a:xfrm>
              <a:custGeom>
                <a:avLst/>
                <a:gdLst>
                  <a:gd name="T0" fmla="*/ 0 w 671"/>
                  <a:gd name="T1" fmla="*/ 0 h 386"/>
                  <a:gd name="T2" fmla="*/ 0 w 671"/>
                  <a:gd name="T3" fmla="*/ 0 h 386"/>
                  <a:gd name="T4" fmla="*/ 0 w 671"/>
                  <a:gd name="T5" fmla="*/ 0 h 386"/>
                  <a:gd name="T6" fmla="*/ 0 w 671"/>
                  <a:gd name="T7" fmla="*/ 0 h 386"/>
                  <a:gd name="T8" fmla="*/ 0 w 671"/>
                  <a:gd name="T9" fmla="*/ 0 h 38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1"/>
                  <a:gd name="T16" fmla="*/ 0 h 386"/>
                  <a:gd name="T17" fmla="*/ 671 w 671"/>
                  <a:gd name="T18" fmla="*/ 386 h 38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1" h="386">
                    <a:moveTo>
                      <a:pt x="0" y="381"/>
                    </a:moveTo>
                    <a:lnTo>
                      <a:pt x="4" y="386"/>
                    </a:lnTo>
                    <a:lnTo>
                      <a:pt x="671" y="6"/>
                    </a:lnTo>
                    <a:lnTo>
                      <a:pt x="668" y="0"/>
                    </a:lnTo>
                    <a:lnTo>
                      <a:pt x="0" y="38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1" name="Freeform 505"/>
              <p:cNvSpPr>
                <a:spLocks/>
              </p:cNvSpPr>
              <p:nvPr/>
            </p:nvSpPr>
            <p:spPr bwMode="auto">
              <a:xfrm>
                <a:off x="966" y="1661"/>
                <a:ext cx="48" cy="23"/>
              </a:xfrm>
              <a:custGeom>
                <a:avLst/>
                <a:gdLst>
                  <a:gd name="T0" fmla="*/ 0 w 239"/>
                  <a:gd name="T1" fmla="*/ 0 h 115"/>
                  <a:gd name="T2" fmla="*/ 0 w 239"/>
                  <a:gd name="T3" fmla="*/ 0 h 115"/>
                  <a:gd name="T4" fmla="*/ 0 w 239"/>
                  <a:gd name="T5" fmla="*/ 0 h 115"/>
                  <a:gd name="T6" fmla="*/ 0 w 239"/>
                  <a:gd name="T7" fmla="*/ 0 h 115"/>
                  <a:gd name="T8" fmla="*/ 0 w 239"/>
                  <a:gd name="T9" fmla="*/ 0 h 115"/>
                  <a:gd name="T10" fmla="*/ 0 w 239"/>
                  <a:gd name="T11" fmla="*/ 0 h 115"/>
                  <a:gd name="T12" fmla="*/ 0 w 239"/>
                  <a:gd name="T13" fmla="*/ 0 h 1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39"/>
                  <a:gd name="T22" fmla="*/ 0 h 115"/>
                  <a:gd name="T23" fmla="*/ 239 w 239"/>
                  <a:gd name="T24" fmla="*/ 115 h 11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39" h="115">
                    <a:moveTo>
                      <a:pt x="0" y="45"/>
                    </a:moveTo>
                    <a:lnTo>
                      <a:pt x="101" y="0"/>
                    </a:lnTo>
                    <a:lnTo>
                      <a:pt x="239" y="114"/>
                    </a:lnTo>
                    <a:lnTo>
                      <a:pt x="235" y="115"/>
                    </a:lnTo>
                    <a:lnTo>
                      <a:pt x="100" y="5"/>
                    </a:lnTo>
                    <a:lnTo>
                      <a:pt x="3" y="47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2" name="Freeform 506"/>
              <p:cNvSpPr>
                <a:spLocks/>
              </p:cNvSpPr>
              <p:nvPr/>
            </p:nvSpPr>
            <p:spPr bwMode="auto">
              <a:xfrm>
                <a:off x="907" y="1685"/>
                <a:ext cx="123" cy="39"/>
              </a:xfrm>
              <a:custGeom>
                <a:avLst/>
                <a:gdLst>
                  <a:gd name="T0" fmla="*/ 0 w 613"/>
                  <a:gd name="T1" fmla="*/ 0 h 196"/>
                  <a:gd name="T2" fmla="*/ 0 w 613"/>
                  <a:gd name="T3" fmla="*/ 0 h 196"/>
                  <a:gd name="T4" fmla="*/ 0 w 613"/>
                  <a:gd name="T5" fmla="*/ 0 h 196"/>
                  <a:gd name="T6" fmla="*/ 0 w 613"/>
                  <a:gd name="T7" fmla="*/ 0 h 196"/>
                  <a:gd name="T8" fmla="*/ 0 w 613"/>
                  <a:gd name="T9" fmla="*/ 0 h 196"/>
                  <a:gd name="T10" fmla="*/ 0 w 613"/>
                  <a:gd name="T11" fmla="*/ 0 h 196"/>
                  <a:gd name="T12" fmla="*/ 0 w 613"/>
                  <a:gd name="T13" fmla="*/ 0 h 196"/>
                  <a:gd name="T14" fmla="*/ 0 w 613"/>
                  <a:gd name="T15" fmla="*/ 0 h 196"/>
                  <a:gd name="T16" fmla="*/ 0 w 613"/>
                  <a:gd name="T17" fmla="*/ 0 h 196"/>
                  <a:gd name="T18" fmla="*/ 0 w 613"/>
                  <a:gd name="T19" fmla="*/ 0 h 196"/>
                  <a:gd name="T20" fmla="*/ 0 w 613"/>
                  <a:gd name="T21" fmla="*/ 0 h 196"/>
                  <a:gd name="T22" fmla="*/ 0 w 613"/>
                  <a:gd name="T23" fmla="*/ 0 h 196"/>
                  <a:gd name="T24" fmla="*/ 0 w 613"/>
                  <a:gd name="T25" fmla="*/ 0 h 196"/>
                  <a:gd name="T26" fmla="*/ 0 w 613"/>
                  <a:gd name="T27" fmla="*/ 0 h 196"/>
                  <a:gd name="T28" fmla="*/ 0 w 613"/>
                  <a:gd name="T29" fmla="*/ 0 h 196"/>
                  <a:gd name="T30" fmla="*/ 0 w 613"/>
                  <a:gd name="T31" fmla="*/ 0 h 196"/>
                  <a:gd name="T32" fmla="*/ 0 w 613"/>
                  <a:gd name="T33" fmla="*/ 0 h 196"/>
                  <a:gd name="T34" fmla="*/ 0 w 613"/>
                  <a:gd name="T35" fmla="*/ 0 h 196"/>
                  <a:gd name="T36" fmla="*/ 0 w 613"/>
                  <a:gd name="T37" fmla="*/ 0 h 196"/>
                  <a:gd name="T38" fmla="*/ 0 w 613"/>
                  <a:gd name="T39" fmla="*/ 0 h 196"/>
                  <a:gd name="T40" fmla="*/ 0 w 613"/>
                  <a:gd name="T41" fmla="*/ 0 h 196"/>
                  <a:gd name="T42" fmla="*/ 0 w 613"/>
                  <a:gd name="T43" fmla="*/ 0 h 196"/>
                  <a:gd name="T44" fmla="*/ 0 w 613"/>
                  <a:gd name="T45" fmla="*/ 0 h 196"/>
                  <a:gd name="T46" fmla="*/ 0 w 613"/>
                  <a:gd name="T47" fmla="*/ 0 h 196"/>
                  <a:gd name="T48" fmla="*/ 0 w 613"/>
                  <a:gd name="T49" fmla="*/ 0 h 196"/>
                  <a:gd name="T50" fmla="*/ 0 w 613"/>
                  <a:gd name="T51" fmla="*/ 0 h 196"/>
                  <a:gd name="T52" fmla="*/ 0 w 613"/>
                  <a:gd name="T53" fmla="*/ 0 h 196"/>
                  <a:gd name="T54" fmla="*/ 0 w 613"/>
                  <a:gd name="T55" fmla="*/ 0 h 196"/>
                  <a:gd name="T56" fmla="*/ 0 w 613"/>
                  <a:gd name="T57" fmla="*/ 0 h 196"/>
                  <a:gd name="T58" fmla="*/ 0 w 613"/>
                  <a:gd name="T59" fmla="*/ 0 h 19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613"/>
                  <a:gd name="T91" fmla="*/ 0 h 196"/>
                  <a:gd name="T92" fmla="*/ 613 w 613"/>
                  <a:gd name="T93" fmla="*/ 196 h 19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613" h="196">
                    <a:moveTo>
                      <a:pt x="0" y="17"/>
                    </a:moveTo>
                    <a:lnTo>
                      <a:pt x="162" y="182"/>
                    </a:lnTo>
                    <a:lnTo>
                      <a:pt x="163" y="183"/>
                    </a:lnTo>
                    <a:lnTo>
                      <a:pt x="168" y="185"/>
                    </a:lnTo>
                    <a:lnTo>
                      <a:pt x="174" y="189"/>
                    </a:lnTo>
                    <a:lnTo>
                      <a:pt x="183" y="192"/>
                    </a:lnTo>
                    <a:lnTo>
                      <a:pt x="194" y="195"/>
                    </a:lnTo>
                    <a:lnTo>
                      <a:pt x="207" y="196"/>
                    </a:lnTo>
                    <a:lnTo>
                      <a:pt x="223" y="195"/>
                    </a:lnTo>
                    <a:lnTo>
                      <a:pt x="238" y="191"/>
                    </a:lnTo>
                    <a:lnTo>
                      <a:pt x="600" y="17"/>
                    </a:lnTo>
                    <a:lnTo>
                      <a:pt x="603" y="16"/>
                    </a:lnTo>
                    <a:lnTo>
                      <a:pt x="607" y="12"/>
                    </a:lnTo>
                    <a:lnTo>
                      <a:pt x="611" y="6"/>
                    </a:lnTo>
                    <a:lnTo>
                      <a:pt x="613" y="0"/>
                    </a:lnTo>
                    <a:lnTo>
                      <a:pt x="611" y="3"/>
                    </a:lnTo>
                    <a:lnTo>
                      <a:pt x="607" y="6"/>
                    </a:lnTo>
                    <a:lnTo>
                      <a:pt x="600" y="11"/>
                    </a:lnTo>
                    <a:lnTo>
                      <a:pt x="594" y="15"/>
                    </a:lnTo>
                    <a:lnTo>
                      <a:pt x="238" y="188"/>
                    </a:lnTo>
                    <a:lnTo>
                      <a:pt x="236" y="188"/>
                    </a:lnTo>
                    <a:lnTo>
                      <a:pt x="231" y="189"/>
                    </a:lnTo>
                    <a:lnTo>
                      <a:pt x="223" y="191"/>
                    </a:lnTo>
                    <a:lnTo>
                      <a:pt x="212" y="191"/>
                    </a:lnTo>
                    <a:lnTo>
                      <a:pt x="200" y="191"/>
                    </a:lnTo>
                    <a:lnTo>
                      <a:pt x="188" y="190"/>
                    </a:lnTo>
                    <a:lnTo>
                      <a:pt x="176" y="185"/>
                    </a:lnTo>
                    <a:lnTo>
                      <a:pt x="164" y="179"/>
                    </a:lnTo>
                    <a:lnTo>
                      <a:pt x="4" y="16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3" name="Freeform 507"/>
              <p:cNvSpPr>
                <a:spLocks/>
              </p:cNvSpPr>
              <p:nvPr/>
            </p:nvSpPr>
            <p:spPr bwMode="auto">
              <a:xfrm>
                <a:off x="962" y="1815"/>
                <a:ext cx="16" cy="11"/>
              </a:xfrm>
              <a:custGeom>
                <a:avLst/>
                <a:gdLst>
                  <a:gd name="T0" fmla="*/ 0 w 81"/>
                  <a:gd name="T1" fmla="*/ 0 h 56"/>
                  <a:gd name="T2" fmla="*/ 0 w 81"/>
                  <a:gd name="T3" fmla="*/ 0 h 56"/>
                  <a:gd name="T4" fmla="*/ 0 w 81"/>
                  <a:gd name="T5" fmla="*/ 0 h 56"/>
                  <a:gd name="T6" fmla="*/ 0 w 81"/>
                  <a:gd name="T7" fmla="*/ 0 h 56"/>
                  <a:gd name="T8" fmla="*/ 0 w 81"/>
                  <a:gd name="T9" fmla="*/ 0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1"/>
                  <a:gd name="T16" fmla="*/ 0 h 56"/>
                  <a:gd name="T17" fmla="*/ 81 w 81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1" h="56">
                    <a:moveTo>
                      <a:pt x="0" y="25"/>
                    </a:moveTo>
                    <a:lnTo>
                      <a:pt x="27" y="56"/>
                    </a:lnTo>
                    <a:lnTo>
                      <a:pt x="81" y="30"/>
                    </a:lnTo>
                    <a:lnTo>
                      <a:pt x="51" y="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3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4" name="Freeform 508"/>
              <p:cNvSpPr>
                <a:spLocks/>
              </p:cNvSpPr>
              <p:nvPr/>
            </p:nvSpPr>
            <p:spPr bwMode="auto">
              <a:xfrm>
                <a:off x="859" y="1707"/>
                <a:ext cx="123" cy="141"/>
              </a:xfrm>
              <a:custGeom>
                <a:avLst/>
                <a:gdLst>
                  <a:gd name="T0" fmla="*/ 0 w 611"/>
                  <a:gd name="T1" fmla="*/ 0 h 703"/>
                  <a:gd name="T2" fmla="*/ 0 w 611"/>
                  <a:gd name="T3" fmla="*/ 0 h 703"/>
                  <a:gd name="T4" fmla="*/ 0 w 611"/>
                  <a:gd name="T5" fmla="*/ 0 h 703"/>
                  <a:gd name="T6" fmla="*/ 0 w 611"/>
                  <a:gd name="T7" fmla="*/ 0 h 703"/>
                  <a:gd name="T8" fmla="*/ 0 w 611"/>
                  <a:gd name="T9" fmla="*/ 0 h 703"/>
                  <a:gd name="T10" fmla="*/ 0 w 611"/>
                  <a:gd name="T11" fmla="*/ 0 h 703"/>
                  <a:gd name="T12" fmla="*/ 0 w 611"/>
                  <a:gd name="T13" fmla="*/ 0 h 703"/>
                  <a:gd name="T14" fmla="*/ 0 w 611"/>
                  <a:gd name="T15" fmla="*/ 0 h 703"/>
                  <a:gd name="T16" fmla="*/ 0 w 611"/>
                  <a:gd name="T17" fmla="*/ 0 h 703"/>
                  <a:gd name="T18" fmla="*/ 0 w 611"/>
                  <a:gd name="T19" fmla="*/ 0 h 703"/>
                  <a:gd name="T20" fmla="*/ 0 w 611"/>
                  <a:gd name="T21" fmla="*/ 0 h 703"/>
                  <a:gd name="T22" fmla="*/ 0 w 611"/>
                  <a:gd name="T23" fmla="*/ 0 h 703"/>
                  <a:gd name="T24" fmla="*/ 0 w 611"/>
                  <a:gd name="T25" fmla="*/ 0 h 703"/>
                  <a:gd name="T26" fmla="*/ 0 w 611"/>
                  <a:gd name="T27" fmla="*/ 0 h 703"/>
                  <a:gd name="T28" fmla="*/ 0 w 611"/>
                  <a:gd name="T29" fmla="*/ 0 h 703"/>
                  <a:gd name="T30" fmla="*/ 0 w 611"/>
                  <a:gd name="T31" fmla="*/ 0 h 703"/>
                  <a:gd name="T32" fmla="*/ 0 w 611"/>
                  <a:gd name="T33" fmla="*/ 0 h 703"/>
                  <a:gd name="T34" fmla="*/ 0 w 611"/>
                  <a:gd name="T35" fmla="*/ 0 h 703"/>
                  <a:gd name="T36" fmla="*/ 0 w 611"/>
                  <a:gd name="T37" fmla="*/ 0 h 703"/>
                  <a:gd name="T38" fmla="*/ 0 w 611"/>
                  <a:gd name="T39" fmla="*/ 0 h 703"/>
                  <a:gd name="T40" fmla="*/ 0 w 611"/>
                  <a:gd name="T41" fmla="*/ 0 h 703"/>
                  <a:gd name="T42" fmla="*/ 0 w 611"/>
                  <a:gd name="T43" fmla="*/ 0 h 703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11"/>
                  <a:gd name="T67" fmla="*/ 0 h 703"/>
                  <a:gd name="T68" fmla="*/ 611 w 611"/>
                  <a:gd name="T69" fmla="*/ 703 h 703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11" h="703">
                    <a:moveTo>
                      <a:pt x="3" y="0"/>
                    </a:moveTo>
                    <a:lnTo>
                      <a:pt x="570" y="649"/>
                    </a:lnTo>
                    <a:lnTo>
                      <a:pt x="571" y="650"/>
                    </a:lnTo>
                    <a:lnTo>
                      <a:pt x="573" y="652"/>
                    </a:lnTo>
                    <a:lnTo>
                      <a:pt x="578" y="654"/>
                    </a:lnTo>
                    <a:lnTo>
                      <a:pt x="584" y="656"/>
                    </a:lnTo>
                    <a:lnTo>
                      <a:pt x="590" y="657"/>
                    </a:lnTo>
                    <a:lnTo>
                      <a:pt x="597" y="659"/>
                    </a:lnTo>
                    <a:lnTo>
                      <a:pt x="604" y="657"/>
                    </a:lnTo>
                    <a:lnTo>
                      <a:pt x="611" y="655"/>
                    </a:lnTo>
                    <a:lnTo>
                      <a:pt x="600" y="700"/>
                    </a:lnTo>
                    <a:lnTo>
                      <a:pt x="598" y="700"/>
                    </a:lnTo>
                    <a:lnTo>
                      <a:pt x="596" y="702"/>
                    </a:lnTo>
                    <a:lnTo>
                      <a:pt x="591" y="703"/>
                    </a:lnTo>
                    <a:lnTo>
                      <a:pt x="586" y="703"/>
                    </a:lnTo>
                    <a:lnTo>
                      <a:pt x="579" y="703"/>
                    </a:lnTo>
                    <a:lnTo>
                      <a:pt x="572" y="702"/>
                    </a:lnTo>
                    <a:lnTo>
                      <a:pt x="564" y="698"/>
                    </a:lnTo>
                    <a:lnTo>
                      <a:pt x="555" y="693"/>
                    </a:lnTo>
                    <a:lnTo>
                      <a:pt x="566" y="660"/>
                    </a:lnTo>
                    <a:lnTo>
                      <a:pt x="0" y="9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B2CE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5" name="Freeform 509"/>
              <p:cNvSpPr>
                <a:spLocks/>
              </p:cNvSpPr>
              <p:nvPr/>
            </p:nvSpPr>
            <p:spPr bwMode="auto">
              <a:xfrm>
                <a:off x="971" y="1816"/>
                <a:ext cx="5" cy="5"/>
              </a:xfrm>
              <a:custGeom>
                <a:avLst/>
                <a:gdLst>
                  <a:gd name="T0" fmla="*/ 0 w 24"/>
                  <a:gd name="T1" fmla="*/ 0 h 26"/>
                  <a:gd name="T2" fmla="*/ 0 w 24"/>
                  <a:gd name="T3" fmla="*/ 0 h 26"/>
                  <a:gd name="T4" fmla="*/ 0 w 24"/>
                  <a:gd name="T5" fmla="*/ 0 h 26"/>
                  <a:gd name="T6" fmla="*/ 0 w 24"/>
                  <a:gd name="T7" fmla="*/ 0 h 26"/>
                  <a:gd name="T8" fmla="*/ 0 w 24"/>
                  <a:gd name="T9" fmla="*/ 0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26"/>
                  <a:gd name="T17" fmla="*/ 24 w 24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26">
                    <a:moveTo>
                      <a:pt x="1" y="0"/>
                    </a:moveTo>
                    <a:lnTo>
                      <a:pt x="0" y="14"/>
                    </a:lnTo>
                    <a:lnTo>
                      <a:pt x="16" y="26"/>
                    </a:lnTo>
                    <a:lnTo>
                      <a:pt x="24" y="2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6" name="Freeform 510"/>
              <p:cNvSpPr>
                <a:spLocks/>
              </p:cNvSpPr>
              <p:nvPr/>
            </p:nvSpPr>
            <p:spPr bwMode="auto">
              <a:xfrm>
                <a:off x="909" y="1687"/>
                <a:ext cx="46" cy="36"/>
              </a:xfrm>
              <a:custGeom>
                <a:avLst/>
                <a:gdLst>
                  <a:gd name="T0" fmla="*/ 0 w 229"/>
                  <a:gd name="T1" fmla="*/ 0 h 178"/>
                  <a:gd name="T2" fmla="*/ 0 w 229"/>
                  <a:gd name="T3" fmla="*/ 0 h 178"/>
                  <a:gd name="T4" fmla="*/ 0 w 229"/>
                  <a:gd name="T5" fmla="*/ 0 h 178"/>
                  <a:gd name="T6" fmla="*/ 0 w 229"/>
                  <a:gd name="T7" fmla="*/ 0 h 178"/>
                  <a:gd name="T8" fmla="*/ 0 w 229"/>
                  <a:gd name="T9" fmla="*/ 0 h 178"/>
                  <a:gd name="T10" fmla="*/ 0 w 229"/>
                  <a:gd name="T11" fmla="*/ 0 h 178"/>
                  <a:gd name="T12" fmla="*/ 0 w 229"/>
                  <a:gd name="T13" fmla="*/ 0 h 178"/>
                  <a:gd name="T14" fmla="*/ 0 w 229"/>
                  <a:gd name="T15" fmla="*/ 0 h 178"/>
                  <a:gd name="T16" fmla="*/ 0 w 229"/>
                  <a:gd name="T17" fmla="*/ 0 h 178"/>
                  <a:gd name="T18" fmla="*/ 0 w 229"/>
                  <a:gd name="T19" fmla="*/ 0 h 178"/>
                  <a:gd name="T20" fmla="*/ 0 w 229"/>
                  <a:gd name="T21" fmla="*/ 0 h 178"/>
                  <a:gd name="T22" fmla="*/ 0 w 229"/>
                  <a:gd name="T23" fmla="*/ 0 h 178"/>
                  <a:gd name="T24" fmla="*/ 0 w 229"/>
                  <a:gd name="T25" fmla="*/ 0 h 178"/>
                  <a:gd name="T26" fmla="*/ 0 w 229"/>
                  <a:gd name="T27" fmla="*/ 0 h 178"/>
                  <a:gd name="T28" fmla="*/ 0 w 229"/>
                  <a:gd name="T29" fmla="*/ 0 h 178"/>
                  <a:gd name="T30" fmla="*/ 0 w 229"/>
                  <a:gd name="T31" fmla="*/ 0 h 178"/>
                  <a:gd name="T32" fmla="*/ 0 w 229"/>
                  <a:gd name="T33" fmla="*/ 0 h 178"/>
                  <a:gd name="T34" fmla="*/ 0 w 229"/>
                  <a:gd name="T35" fmla="*/ 0 h 178"/>
                  <a:gd name="T36" fmla="*/ 0 w 229"/>
                  <a:gd name="T37" fmla="*/ 0 h 178"/>
                  <a:gd name="T38" fmla="*/ 0 w 229"/>
                  <a:gd name="T39" fmla="*/ 0 h 17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29"/>
                  <a:gd name="T61" fmla="*/ 0 h 178"/>
                  <a:gd name="T62" fmla="*/ 229 w 229"/>
                  <a:gd name="T63" fmla="*/ 178 h 17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29" h="178">
                    <a:moveTo>
                      <a:pt x="7" y="0"/>
                    </a:moveTo>
                    <a:lnTo>
                      <a:pt x="167" y="162"/>
                    </a:lnTo>
                    <a:lnTo>
                      <a:pt x="168" y="164"/>
                    </a:lnTo>
                    <a:lnTo>
                      <a:pt x="170" y="165"/>
                    </a:lnTo>
                    <a:lnTo>
                      <a:pt x="174" y="167"/>
                    </a:lnTo>
                    <a:lnTo>
                      <a:pt x="180" y="170"/>
                    </a:lnTo>
                    <a:lnTo>
                      <a:pt x="188" y="172"/>
                    </a:lnTo>
                    <a:lnTo>
                      <a:pt x="199" y="173"/>
                    </a:lnTo>
                    <a:lnTo>
                      <a:pt x="212" y="172"/>
                    </a:lnTo>
                    <a:lnTo>
                      <a:pt x="229" y="170"/>
                    </a:lnTo>
                    <a:lnTo>
                      <a:pt x="227" y="171"/>
                    </a:lnTo>
                    <a:lnTo>
                      <a:pt x="223" y="172"/>
                    </a:lnTo>
                    <a:lnTo>
                      <a:pt x="217" y="174"/>
                    </a:lnTo>
                    <a:lnTo>
                      <a:pt x="208" y="177"/>
                    </a:lnTo>
                    <a:lnTo>
                      <a:pt x="198" y="178"/>
                    </a:lnTo>
                    <a:lnTo>
                      <a:pt x="187" y="177"/>
                    </a:lnTo>
                    <a:lnTo>
                      <a:pt x="174" y="173"/>
                    </a:lnTo>
                    <a:lnTo>
                      <a:pt x="162" y="166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E8E0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7" name="Freeform 511"/>
              <p:cNvSpPr>
                <a:spLocks/>
              </p:cNvSpPr>
              <p:nvPr/>
            </p:nvSpPr>
            <p:spPr bwMode="auto">
              <a:xfrm>
                <a:off x="987" y="1661"/>
                <a:ext cx="28" cy="22"/>
              </a:xfrm>
              <a:custGeom>
                <a:avLst/>
                <a:gdLst>
                  <a:gd name="T0" fmla="*/ 0 w 140"/>
                  <a:gd name="T1" fmla="*/ 0 h 112"/>
                  <a:gd name="T2" fmla="*/ 0 w 140"/>
                  <a:gd name="T3" fmla="*/ 0 h 112"/>
                  <a:gd name="T4" fmla="*/ 0 w 140"/>
                  <a:gd name="T5" fmla="*/ 0 h 112"/>
                  <a:gd name="T6" fmla="*/ 0 w 140"/>
                  <a:gd name="T7" fmla="*/ 0 h 112"/>
                  <a:gd name="T8" fmla="*/ 0 w 140"/>
                  <a:gd name="T9" fmla="*/ 0 h 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0"/>
                  <a:gd name="T16" fmla="*/ 0 h 112"/>
                  <a:gd name="T17" fmla="*/ 140 w 140"/>
                  <a:gd name="T18" fmla="*/ 112 h 1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0" h="112">
                    <a:moveTo>
                      <a:pt x="0" y="1"/>
                    </a:moveTo>
                    <a:lnTo>
                      <a:pt x="136" y="112"/>
                    </a:lnTo>
                    <a:lnTo>
                      <a:pt x="140" y="110"/>
                    </a:lnTo>
                    <a:lnTo>
                      <a:pt x="6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8E0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8" name="Freeform 512"/>
              <p:cNvSpPr>
                <a:spLocks/>
              </p:cNvSpPr>
              <p:nvPr/>
            </p:nvSpPr>
            <p:spPr bwMode="auto">
              <a:xfrm>
                <a:off x="923" y="1673"/>
                <a:ext cx="18" cy="36"/>
              </a:xfrm>
              <a:custGeom>
                <a:avLst/>
                <a:gdLst>
                  <a:gd name="T0" fmla="*/ 0 w 91"/>
                  <a:gd name="T1" fmla="*/ 0 h 180"/>
                  <a:gd name="T2" fmla="*/ 0 w 91"/>
                  <a:gd name="T3" fmla="*/ 0 h 180"/>
                  <a:gd name="T4" fmla="*/ 0 w 91"/>
                  <a:gd name="T5" fmla="*/ 0 h 180"/>
                  <a:gd name="T6" fmla="*/ 0 w 91"/>
                  <a:gd name="T7" fmla="*/ 0 h 180"/>
                  <a:gd name="T8" fmla="*/ 0 w 91"/>
                  <a:gd name="T9" fmla="*/ 0 h 1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1"/>
                  <a:gd name="T16" fmla="*/ 0 h 180"/>
                  <a:gd name="T17" fmla="*/ 91 w 91"/>
                  <a:gd name="T18" fmla="*/ 180 h 1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1" h="180">
                    <a:moveTo>
                      <a:pt x="15" y="37"/>
                    </a:moveTo>
                    <a:lnTo>
                      <a:pt x="0" y="123"/>
                    </a:lnTo>
                    <a:lnTo>
                      <a:pt x="58" y="180"/>
                    </a:lnTo>
                    <a:lnTo>
                      <a:pt x="91" y="0"/>
                    </a:lnTo>
                    <a:lnTo>
                      <a:pt x="15" y="37"/>
                    </a:lnTo>
                    <a:close/>
                  </a:path>
                </a:pathLst>
              </a:custGeom>
              <a:solidFill>
                <a:srgbClr val="AF969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59" name="Freeform 513"/>
              <p:cNvSpPr>
                <a:spLocks/>
              </p:cNvSpPr>
              <p:nvPr/>
            </p:nvSpPr>
            <p:spPr bwMode="auto">
              <a:xfrm>
                <a:off x="938" y="1670"/>
                <a:ext cx="13" cy="49"/>
              </a:xfrm>
              <a:custGeom>
                <a:avLst/>
                <a:gdLst>
                  <a:gd name="T0" fmla="*/ 0 w 65"/>
                  <a:gd name="T1" fmla="*/ 0 h 246"/>
                  <a:gd name="T2" fmla="*/ 0 w 65"/>
                  <a:gd name="T3" fmla="*/ 0 h 246"/>
                  <a:gd name="T4" fmla="*/ 0 w 65"/>
                  <a:gd name="T5" fmla="*/ 0 h 246"/>
                  <a:gd name="T6" fmla="*/ 0 w 65"/>
                  <a:gd name="T7" fmla="*/ 0 h 246"/>
                  <a:gd name="T8" fmla="*/ 0 w 65"/>
                  <a:gd name="T9" fmla="*/ 0 h 2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5"/>
                  <a:gd name="T16" fmla="*/ 0 h 246"/>
                  <a:gd name="T17" fmla="*/ 65 w 65"/>
                  <a:gd name="T18" fmla="*/ 246 h 24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5" h="246">
                    <a:moveTo>
                      <a:pt x="34" y="15"/>
                    </a:moveTo>
                    <a:lnTo>
                      <a:pt x="0" y="216"/>
                    </a:lnTo>
                    <a:lnTo>
                      <a:pt x="25" y="246"/>
                    </a:lnTo>
                    <a:lnTo>
                      <a:pt x="65" y="0"/>
                    </a:lnTo>
                    <a:lnTo>
                      <a:pt x="34" y="15"/>
                    </a:lnTo>
                    <a:close/>
                  </a:path>
                </a:pathLst>
              </a:custGeom>
              <a:solidFill>
                <a:srgbClr val="BFAA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0" name="Freeform 514"/>
              <p:cNvSpPr>
                <a:spLocks/>
              </p:cNvSpPr>
              <p:nvPr/>
            </p:nvSpPr>
            <p:spPr bwMode="auto">
              <a:xfrm>
                <a:off x="875" y="1714"/>
                <a:ext cx="9" cy="11"/>
              </a:xfrm>
              <a:custGeom>
                <a:avLst/>
                <a:gdLst>
                  <a:gd name="T0" fmla="*/ 0 w 49"/>
                  <a:gd name="T1" fmla="*/ 0 h 56"/>
                  <a:gd name="T2" fmla="*/ 0 w 49"/>
                  <a:gd name="T3" fmla="*/ 0 h 56"/>
                  <a:gd name="T4" fmla="*/ 0 w 49"/>
                  <a:gd name="T5" fmla="*/ 0 h 56"/>
                  <a:gd name="T6" fmla="*/ 0 w 49"/>
                  <a:gd name="T7" fmla="*/ 0 h 56"/>
                  <a:gd name="T8" fmla="*/ 0 w 49"/>
                  <a:gd name="T9" fmla="*/ 0 h 56"/>
                  <a:gd name="T10" fmla="*/ 0 w 49"/>
                  <a:gd name="T11" fmla="*/ 0 h 56"/>
                  <a:gd name="T12" fmla="*/ 0 w 49"/>
                  <a:gd name="T13" fmla="*/ 0 h 56"/>
                  <a:gd name="T14" fmla="*/ 0 w 49"/>
                  <a:gd name="T15" fmla="*/ 0 h 5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9"/>
                  <a:gd name="T25" fmla="*/ 0 h 56"/>
                  <a:gd name="T26" fmla="*/ 49 w 49"/>
                  <a:gd name="T27" fmla="*/ 56 h 5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9" h="56">
                    <a:moveTo>
                      <a:pt x="0" y="0"/>
                    </a:moveTo>
                    <a:lnTo>
                      <a:pt x="37" y="17"/>
                    </a:lnTo>
                    <a:lnTo>
                      <a:pt x="30" y="21"/>
                    </a:lnTo>
                    <a:lnTo>
                      <a:pt x="49" y="45"/>
                    </a:lnTo>
                    <a:lnTo>
                      <a:pt x="30" y="56"/>
                    </a:lnTo>
                    <a:lnTo>
                      <a:pt x="11" y="32"/>
                    </a:lnTo>
                    <a:lnTo>
                      <a:pt x="5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493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1" name="Freeform 515"/>
              <p:cNvSpPr>
                <a:spLocks/>
              </p:cNvSpPr>
              <p:nvPr/>
            </p:nvSpPr>
            <p:spPr bwMode="auto">
              <a:xfrm>
                <a:off x="875" y="1714"/>
                <a:ext cx="7" cy="4"/>
              </a:xfrm>
              <a:custGeom>
                <a:avLst/>
                <a:gdLst>
                  <a:gd name="T0" fmla="*/ 0 w 37"/>
                  <a:gd name="T1" fmla="*/ 0 h 18"/>
                  <a:gd name="T2" fmla="*/ 0 w 37"/>
                  <a:gd name="T3" fmla="*/ 0 h 18"/>
                  <a:gd name="T4" fmla="*/ 0 w 37"/>
                  <a:gd name="T5" fmla="*/ 0 h 18"/>
                  <a:gd name="T6" fmla="*/ 0 w 37"/>
                  <a:gd name="T7" fmla="*/ 0 h 18"/>
                  <a:gd name="T8" fmla="*/ 0 w 37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18"/>
                  <a:gd name="T17" fmla="*/ 37 w 37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18">
                    <a:moveTo>
                      <a:pt x="0" y="0"/>
                    </a:moveTo>
                    <a:lnTo>
                      <a:pt x="37" y="17"/>
                    </a:lnTo>
                    <a:lnTo>
                      <a:pt x="35" y="18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2CE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2" name="Freeform 516"/>
              <p:cNvSpPr>
                <a:spLocks/>
              </p:cNvSpPr>
              <p:nvPr/>
            </p:nvSpPr>
            <p:spPr bwMode="auto">
              <a:xfrm>
                <a:off x="880" y="1718"/>
                <a:ext cx="4" cy="5"/>
              </a:xfrm>
              <a:custGeom>
                <a:avLst/>
                <a:gdLst>
                  <a:gd name="T0" fmla="*/ 0 w 20"/>
                  <a:gd name="T1" fmla="*/ 0 h 25"/>
                  <a:gd name="T2" fmla="*/ 0 w 20"/>
                  <a:gd name="T3" fmla="*/ 0 h 25"/>
                  <a:gd name="T4" fmla="*/ 0 w 20"/>
                  <a:gd name="T5" fmla="*/ 0 h 25"/>
                  <a:gd name="T6" fmla="*/ 0 w 20"/>
                  <a:gd name="T7" fmla="*/ 0 h 25"/>
                  <a:gd name="T8" fmla="*/ 0 w 20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25"/>
                  <a:gd name="T17" fmla="*/ 20 w 20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25">
                    <a:moveTo>
                      <a:pt x="1" y="0"/>
                    </a:moveTo>
                    <a:lnTo>
                      <a:pt x="20" y="24"/>
                    </a:lnTo>
                    <a:lnTo>
                      <a:pt x="18" y="25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B2CE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3" name="Freeform 517"/>
              <p:cNvSpPr>
                <a:spLocks/>
              </p:cNvSpPr>
              <p:nvPr/>
            </p:nvSpPr>
            <p:spPr bwMode="auto">
              <a:xfrm>
                <a:off x="982" y="1732"/>
                <a:ext cx="196" cy="108"/>
              </a:xfrm>
              <a:custGeom>
                <a:avLst/>
                <a:gdLst>
                  <a:gd name="T0" fmla="*/ 0 w 981"/>
                  <a:gd name="T1" fmla="*/ 0 h 537"/>
                  <a:gd name="T2" fmla="*/ 0 w 981"/>
                  <a:gd name="T3" fmla="*/ 0 h 537"/>
                  <a:gd name="T4" fmla="*/ 0 w 981"/>
                  <a:gd name="T5" fmla="*/ 0 h 537"/>
                  <a:gd name="T6" fmla="*/ 0 w 981"/>
                  <a:gd name="T7" fmla="*/ 0 h 537"/>
                  <a:gd name="T8" fmla="*/ 0 w 981"/>
                  <a:gd name="T9" fmla="*/ 0 h 537"/>
                  <a:gd name="T10" fmla="*/ 0 w 981"/>
                  <a:gd name="T11" fmla="*/ 0 h 537"/>
                  <a:gd name="T12" fmla="*/ 0 w 981"/>
                  <a:gd name="T13" fmla="*/ 0 h 5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81"/>
                  <a:gd name="T22" fmla="*/ 0 h 537"/>
                  <a:gd name="T23" fmla="*/ 981 w 981"/>
                  <a:gd name="T24" fmla="*/ 537 h 53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81" h="537">
                    <a:moveTo>
                      <a:pt x="0" y="529"/>
                    </a:moveTo>
                    <a:lnTo>
                      <a:pt x="969" y="10"/>
                    </a:lnTo>
                    <a:lnTo>
                      <a:pt x="979" y="0"/>
                    </a:lnTo>
                    <a:lnTo>
                      <a:pt x="981" y="15"/>
                    </a:lnTo>
                    <a:lnTo>
                      <a:pt x="973" y="21"/>
                    </a:lnTo>
                    <a:lnTo>
                      <a:pt x="0" y="537"/>
                    </a:lnTo>
                    <a:lnTo>
                      <a:pt x="0" y="529"/>
                    </a:lnTo>
                    <a:close/>
                  </a:path>
                </a:pathLst>
              </a:custGeom>
              <a:solidFill>
                <a:srgbClr val="00005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4" name="Freeform 518"/>
              <p:cNvSpPr>
                <a:spLocks/>
              </p:cNvSpPr>
              <p:nvPr/>
            </p:nvSpPr>
            <p:spPr bwMode="auto">
              <a:xfrm>
                <a:off x="995" y="1647"/>
                <a:ext cx="2" cy="3"/>
              </a:xfrm>
              <a:custGeom>
                <a:avLst/>
                <a:gdLst>
                  <a:gd name="T0" fmla="*/ 0 w 11"/>
                  <a:gd name="T1" fmla="*/ 0 h 13"/>
                  <a:gd name="T2" fmla="*/ 0 w 11"/>
                  <a:gd name="T3" fmla="*/ 0 h 13"/>
                  <a:gd name="T4" fmla="*/ 0 w 11"/>
                  <a:gd name="T5" fmla="*/ 0 h 13"/>
                  <a:gd name="T6" fmla="*/ 0 w 11"/>
                  <a:gd name="T7" fmla="*/ 0 h 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13"/>
                  <a:gd name="T14" fmla="*/ 11 w 11"/>
                  <a:gd name="T15" fmla="*/ 13 h 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13">
                    <a:moveTo>
                      <a:pt x="2" y="0"/>
                    </a:moveTo>
                    <a:lnTo>
                      <a:pt x="11" y="6"/>
                    </a:lnTo>
                    <a:lnTo>
                      <a:pt x="0" y="1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3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5" name="Freeform 519"/>
              <p:cNvSpPr>
                <a:spLocks/>
              </p:cNvSpPr>
              <p:nvPr/>
            </p:nvSpPr>
            <p:spPr bwMode="auto">
              <a:xfrm>
                <a:off x="1008" y="1640"/>
                <a:ext cx="2" cy="1"/>
              </a:xfrm>
              <a:custGeom>
                <a:avLst/>
                <a:gdLst>
                  <a:gd name="T0" fmla="*/ 0 w 7"/>
                  <a:gd name="T1" fmla="*/ 0 h 8"/>
                  <a:gd name="T2" fmla="*/ 0 w 7"/>
                  <a:gd name="T3" fmla="*/ 0 h 8"/>
                  <a:gd name="T4" fmla="*/ 0 w 7"/>
                  <a:gd name="T5" fmla="*/ 0 h 8"/>
                  <a:gd name="T6" fmla="*/ 0 w 7"/>
                  <a:gd name="T7" fmla="*/ 0 h 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8"/>
                  <a:gd name="T14" fmla="*/ 7 w 7"/>
                  <a:gd name="T15" fmla="*/ 8 h 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8">
                    <a:moveTo>
                      <a:pt x="0" y="0"/>
                    </a:moveTo>
                    <a:lnTo>
                      <a:pt x="7" y="5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88" name="Group 520"/>
            <p:cNvGrpSpPr>
              <a:grpSpLocks noChangeAspect="1"/>
            </p:cNvGrpSpPr>
            <p:nvPr/>
          </p:nvGrpSpPr>
          <p:grpSpPr bwMode="auto">
            <a:xfrm>
              <a:off x="7866214" y="4744586"/>
              <a:ext cx="863743" cy="474459"/>
              <a:chOff x="720" y="1630"/>
              <a:chExt cx="470" cy="275"/>
            </a:xfrm>
          </p:grpSpPr>
          <p:sp>
            <p:nvSpPr>
              <p:cNvPr id="367" name="AutoShape 521"/>
              <p:cNvSpPr>
                <a:spLocks noChangeAspect="1" noChangeArrowheads="1" noTextEdit="1"/>
              </p:cNvSpPr>
              <p:nvPr/>
            </p:nvSpPr>
            <p:spPr bwMode="auto">
              <a:xfrm>
                <a:off x="720" y="1630"/>
                <a:ext cx="470" cy="2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8" name="Freeform 522"/>
              <p:cNvSpPr>
                <a:spLocks/>
              </p:cNvSpPr>
              <p:nvPr/>
            </p:nvSpPr>
            <p:spPr bwMode="auto">
              <a:xfrm>
                <a:off x="720" y="1662"/>
                <a:ext cx="318" cy="237"/>
              </a:xfrm>
              <a:custGeom>
                <a:avLst/>
                <a:gdLst>
                  <a:gd name="T0" fmla="*/ 0 w 1590"/>
                  <a:gd name="T1" fmla="*/ 0 h 1187"/>
                  <a:gd name="T2" fmla="*/ 0 w 1590"/>
                  <a:gd name="T3" fmla="*/ 0 h 1187"/>
                  <a:gd name="T4" fmla="*/ 0 w 1590"/>
                  <a:gd name="T5" fmla="*/ 0 h 1187"/>
                  <a:gd name="T6" fmla="*/ 0 w 1590"/>
                  <a:gd name="T7" fmla="*/ 0 h 1187"/>
                  <a:gd name="T8" fmla="*/ 0 w 1590"/>
                  <a:gd name="T9" fmla="*/ 0 h 1187"/>
                  <a:gd name="T10" fmla="*/ 0 w 1590"/>
                  <a:gd name="T11" fmla="*/ 0 h 1187"/>
                  <a:gd name="T12" fmla="*/ 0 w 1590"/>
                  <a:gd name="T13" fmla="*/ 0 h 1187"/>
                  <a:gd name="T14" fmla="*/ 0 w 1590"/>
                  <a:gd name="T15" fmla="*/ 0 h 1187"/>
                  <a:gd name="T16" fmla="*/ 0 w 1590"/>
                  <a:gd name="T17" fmla="*/ 0 h 1187"/>
                  <a:gd name="T18" fmla="*/ 1 w 1590"/>
                  <a:gd name="T19" fmla="*/ 0 h 1187"/>
                  <a:gd name="T20" fmla="*/ 1 w 1590"/>
                  <a:gd name="T21" fmla="*/ 0 h 1187"/>
                  <a:gd name="T22" fmla="*/ 1 w 1590"/>
                  <a:gd name="T23" fmla="*/ 0 h 1187"/>
                  <a:gd name="T24" fmla="*/ 0 w 1590"/>
                  <a:gd name="T25" fmla="*/ 0 h 1187"/>
                  <a:gd name="T26" fmla="*/ 0 w 1590"/>
                  <a:gd name="T27" fmla="*/ 0 h 1187"/>
                  <a:gd name="T28" fmla="*/ 0 w 1590"/>
                  <a:gd name="T29" fmla="*/ 0 h 1187"/>
                  <a:gd name="T30" fmla="*/ 0 w 1590"/>
                  <a:gd name="T31" fmla="*/ 0 h 1187"/>
                  <a:gd name="T32" fmla="*/ 0 w 1590"/>
                  <a:gd name="T33" fmla="*/ 0 h 1187"/>
                  <a:gd name="T34" fmla="*/ 0 w 1590"/>
                  <a:gd name="T35" fmla="*/ 0 h 1187"/>
                  <a:gd name="T36" fmla="*/ 0 w 1590"/>
                  <a:gd name="T37" fmla="*/ 0 h 1187"/>
                  <a:gd name="T38" fmla="*/ 0 w 1590"/>
                  <a:gd name="T39" fmla="*/ 0 h 1187"/>
                  <a:gd name="T40" fmla="*/ 0 w 1590"/>
                  <a:gd name="T41" fmla="*/ 0 h 1187"/>
                  <a:gd name="T42" fmla="*/ 0 w 1590"/>
                  <a:gd name="T43" fmla="*/ 0 h 1187"/>
                  <a:gd name="T44" fmla="*/ 0 w 1590"/>
                  <a:gd name="T45" fmla="*/ 0 h 1187"/>
                  <a:gd name="T46" fmla="*/ 0 w 1590"/>
                  <a:gd name="T47" fmla="*/ 0 h 1187"/>
                  <a:gd name="T48" fmla="*/ 0 w 1590"/>
                  <a:gd name="T49" fmla="*/ 0 h 1187"/>
                  <a:gd name="T50" fmla="*/ 0 w 1590"/>
                  <a:gd name="T51" fmla="*/ 0 h 1187"/>
                  <a:gd name="T52" fmla="*/ 0 w 1590"/>
                  <a:gd name="T53" fmla="*/ 0 h 1187"/>
                  <a:gd name="T54" fmla="*/ 0 w 1590"/>
                  <a:gd name="T55" fmla="*/ 0 h 1187"/>
                  <a:gd name="T56" fmla="*/ 0 w 1590"/>
                  <a:gd name="T57" fmla="*/ 0 h 1187"/>
                  <a:gd name="T58" fmla="*/ 0 w 1590"/>
                  <a:gd name="T59" fmla="*/ 0 h 1187"/>
                  <a:gd name="T60" fmla="*/ 0 w 1590"/>
                  <a:gd name="T61" fmla="*/ 0 h 1187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1590"/>
                  <a:gd name="T94" fmla="*/ 0 h 1187"/>
                  <a:gd name="T95" fmla="*/ 1590 w 1590"/>
                  <a:gd name="T96" fmla="*/ 1187 h 1187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1590" h="1187">
                    <a:moveTo>
                      <a:pt x="11" y="459"/>
                    </a:moveTo>
                    <a:lnTo>
                      <a:pt x="94" y="421"/>
                    </a:lnTo>
                    <a:lnTo>
                      <a:pt x="111" y="423"/>
                    </a:lnTo>
                    <a:lnTo>
                      <a:pt x="130" y="410"/>
                    </a:lnTo>
                    <a:lnTo>
                      <a:pt x="131" y="393"/>
                    </a:lnTo>
                    <a:lnTo>
                      <a:pt x="677" y="64"/>
                    </a:lnTo>
                    <a:lnTo>
                      <a:pt x="684" y="50"/>
                    </a:lnTo>
                    <a:lnTo>
                      <a:pt x="750" y="13"/>
                    </a:lnTo>
                    <a:lnTo>
                      <a:pt x="882" y="0"/>
                    </a:lnTo>
                    <a:lnTo>
                      <a:pt x="1569" y="393"/>
                    </a:lnTo>
                    <a:lnTo>
                      <a:pt x="1590" y="465"/>
                    </a:lnTo>
                    <a:lnTo>
                      <a:pt x="1589" y="524"/>
                    </a:lnTo>
                    <a:lnTo>
                      <a:pt x="1496" y="593"/>
                    </a:lnTo>
                    <a:lnTo>
                      <a:pt x="1478" y="583"/>
                    </a:lnTo>
                    <a:lnTo>
                      <a:pt x="806" y="1076"/>
                    </a:lnTo>
                    <a:lnTo>
                      <a:pt x="806" y="1099"/>
                    </a:lnTo>
                    <a:lnTo>
                      <a:pt x="686" y="1169"/>
                    </a:lnTo>
                    <a:lnTo>
                      <a:pt x="683" y="1172"/>
                    </a:lnTo>
                    <a:lnTo>
                      <a:pt x="674" y="1175"/>
                    </a:lnTo>
                    <a:lnTo>
                      <a:pt x="661" y="1181"/>
                    </a:lnTo>
                    <a:lnTo>
                      <a:pt x="646" y="1186"/>
                    </a:lnTo>
                    <a:lnTo>
                      <a:pt x="627" y="1187"/>
                    </a:lnTo>
                    <a:lnTo>
                      <a:pt x="608" y="1185"/>
                    </a:lnTo>
                    <a:lnTo>
                      <a:pt x="588" y="1177"/>
                    </a:lnTo>
                    <a:lnTo>
                      <a:pt x="570" y="1160"/>
                    </a:lnTo>
                    <a:lnTo>
                      <a:pt x="76" y="630"/>
                    </a:lnTo>
                    <a:lnTo>
                      <a:pt x="80" y="598"/>
                    </a:lnTo>
                    <a:lnTo>
                      <a:pt x="69" y="586"/>
                    </a:lnTo>
                    <a:lnTo>
                      <a:pt x="46" y="597"/>
                    </a:lnTo>
                    <a:lnTo>
                      <a:pt x="0" y="528"/>
                    </a:lnTo>
                    <a:lnTo>
                      <a:pt x="11" y="45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69" name="Freeform 523"/>
              <p:cNvSpPr>
                <a:spLocks/>
              </p:cNvSpPr>
              <p:nvPr/>
            </p:nvSpPr>
            <p:spPr bwMode="auto">
              <a:xfrm>
                <a:off x="728" y="1670"/>
                <a:ext cx="298" cy="220"/>
              </a:xfrm>
              <a:custGeom>
                <a:avLst/>
                <a:gdLst>
                  <a:gd name="T0" fmla="*/ 0 w 1489"/>
                  <a:gd name="T1" fmla="*/ 0 h 1102"/>
                  <a:gd name="T2" fmla="*/ 0 w 1489"/>
                  <a:gd name="T3" fmla="*/ 0 h 1102"/>
                  <a:gd name="T4" fmla="*/ 0 w 1489"/>
                  <a:gd name="T5" fmla="*/ 0 h 1102"/>
                  <a:gd name="T6" fmla="*/ 0 w 1489"/>
                  <a:gd name="T7" fmla="*/ 0 h 1102"/>
                  <a:gd name="T8" fmla="*/ 0 w 1489"/>
                  <a:gd name="T9" fmla="*/ 0 h 1102"/>
                  <a:gd name="T10" fmla="*/ 0 w 1489"/>
                  <a:gd name="T11" fmla="*/ 0 h 1102"/>
                  <a:gd name="T12" fmla="*/ 0 w 1489"/>
                  <a:gd name="T13" fmla="*/ 0 h 1102"/>
                  <a:gd name="T14" fmla="*/ 0 w 1489"/>
                  <a:gd name="T15" fmla="*/ 0 h 1102"/>
                  <a:gd name="T16" fmla="*/ 0 w 1489"/>
                  <a:gd name="T17" fmla="*/ 0 h 1102"/>
                  <a:gd name="T18" fmla="*/ 0 w 1489"/>
                  <a:gd name="T19" fmla="*/ 0 h 1102"/>
                  <a:gd name="T20" fmla="*/ 0 w 1489"/>
                  <a:gd name="T21" fmla="*/ 0 h 1102"/>
                  <a:gd name="T22" fmla="*/ 0 w 1489"/>
                  <a:gd name="T23" fmla="*/ 0 h 1102"/>
                  <a:gd name="T24" fmla="*/ 0 w 1489"/>
                  <a:gd name="T25" fmla="*/ 0 h 1102"/>
                  <a:gd name="T26" fmla="*/ 0 w 1489"/>
                  <a:gd name="T27" fmla="*/ 0 h 1102"/>
                  <a:gd name="T28" fmla="*/ 0 w 1489"/>
                  <a:gd name="T29" fmla="*/ 0 h 1102"/>
                  <a:gd name="T30" fmla="*/ 0 w 1489"/>
                  <a:gd name="T31" fmla="*/ 0 h 1102"/>
                  <a:gd name="T32" fmla="*/ 0 w 1489"/>
                  <a:gd name="T33" fmla="*/ 0 h 1102"/>
                  <a:gd name="T34" fmla="*/ 0 w 1489"/>
                  <a:gd name="T35" fmla="*/ 0 h 1102"/>
                  <a:gd name="T36" fmla="*/ 0 w 1489"/>
                  <a:gd name="T37" fmla="*/ 0 h 1102"/>
                  <a:gd name="T38" fmla="*/ 0 w 1489"/>
                  <a:gd name="T39" fmla="*/ 0 h 1102"/>
                  <a:gd name="T40" fmla="*/ 0 w 1489"/>
                  <a:gd name="T41" fmla="*/ 0 h 1102"/>
                  <a:gd name="T42" fmla="*/ 0 w 1489"/>
                  <a:gd name="T43" fmla="*/ 0 h 1102"/>
                  <a:gd name="T44" fmla="*/ 0 w 1489"/>
                  <a:gd name="T45" fmla="*/ 0 h 1102"/>
                  <a:gd name="T46" fmla="*/ 0 w 1489"/>
                  <a:gd name="T47" fmla="*/ 0 h 1102"/>
                  <a:gd name="T48" fmla="*/ 0 w 1489"/>
                  <a:gd name="T49" fmla="*/ 0 h 1102"/>
                  <a:gd name="T50" fmla="*/ 0 w 1489"/>
                  <a:gd name="T51" fmla="*/ 0 h 1102"/>
                  <a:gd name="T52" fmla="*/ 0 w 1489"/>
                  <a:gd name="T53" fmla="*/ 0 h 1102"/>
                  <a:gd name="T54" fmla="*/ 0 w 1489"/>
                  <a:gd name="T55" fmla="*/ 0 h 1102"/>
                  <a:gd name="T56" fmla="*/ 0 w 1489"/>
                  <a:gd name="T57" fmla="*/ 0 h 1102"/>
                  <a:gd name="T58" fmla="*/ 0 w 1489"/>
                  <a:gd name="T59" fmla="*/ 0 h 1102"/>
                  <a:gd name="T60" fmla="*/ 0 w 1489"/>
                  <a:gd name="T61" fmla="*/ 0 h 1102"/>
                  <a:gd name="T62" fmla="*/ 0 w 1489"/>
                  <a:gd name="T63" fmla="*/ 0 h 1102"/>
                  <a:gd name="T64" fmla="*/ 0 w 1489"/>
                  <a:gd name="T65" fmla="*/ 0 h 1102"/>
                  <a:gd name="T66" fmla="*/ 0 w 1489"/>
                  <a:gd name="T67" fmla="*/ 0 h 1102"/>
                  <a:gd name="T68" fmla="*/ 0 w 1489"/>
                  <a:gd name="T69" fmla="*/ 0 h 1102"/>
                  <a:gd name="T70" fmla="*/ 0 w 1489"/>
                  <a:gd name="T71" fmla="*/ 0 h 1102"/>
                  <a:gd name="T72" fmla="*/ 0 w 1489"/>
                  <a:gd name="T73" fmla="*/ 0 h 1102"/>
                  <a:gd name="T74" fmla="*/ 0 w 1489"/>
                  <a:gd name="T75" fmla="*/ 0 h 1102"/>
                  <a:gd name="T76" fmla="*/ 0 w 1489"/>
                  <a:gd name="T77" fmla="*/ 0 h 1102"/>
                  <a:gd name="T78" fmla="*/ 0 w 1489"/>
                  <a:gd name="T79" fmla="*/ 0 h 1102"/>
                  <a:gd name="T80" fmla="*/ 0 w 1489"/>
                  <a:gd name="T81" fmla="*/ 0 h 1102"/>
                  <a:gd name="T82" fmla="*/ 0 w 1489"/>
                  <a:gd name="T83" fmla="*/ 0 h 1102"/>
                  <a:gd name="T84" fmla="*/ 0 w 1489"/>
                  <a:gd name="T85" fmla="*/ 0 h 1102"/>
                  <a:gd name="T86" fmla="*/ 0 w 1489"/>
                  <a:gd name="T87" fmla="*/ 0 h 1102"/>
                  <a:gd name="T88" fmla="*/ 0 w 1489"/>
                  <a:gd name="T89" fmla="*/ 0 h 1102"/>
                  <a:gd name="T90" fmla="*/ 0 w 1489"/>
                  <a:gd name="T91" fmla="*/ 0 h 1102"/>
                  <a:gd name="T92" fmla="*/ 0 w 1489"/>
                  <a:gd name="T93" fmla="*/ 0 h 1102"/>
                  <a:gd name="T94" fmla="*/ 0 w 1489"/>
                  <a:gd name="T95" fmla="*/ 0 h 1102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1489"/>
                  <a:gd name="T145" fmla="*/ 0 h 1102"/>
                  <a:gd name="T146" fmla="*/ 1489 w 1489"/>
                  <a:gd name="T147" fmla="*/ 1102 h 1102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1489" h="1102">
                    <a:moveTo>
                      <a:pt x="1482" y="425"/>
                    </a:moveTo>
                    <a:lnTo>
                      <a:pt x="1483" y="425"/>
                    </a:lnTo>
                    <a:lnTo>
                      <a:pt x="1485" y="422"/>
                    </a:lnTo>
                    <a:lnTo>
                      <a:pt x="1487" y="419"/>
                    </a:lnTo>
                    <a:lnTo>
                      <a:pt x="1489" y="413"/>
                    </a:lnTo>
                    <a:lnTo>
                      <a:pt x="1486" y="405"/>
                    </a:lnTo>
                    <a:lnTo>
                      <a:pt x="1482" y="399"/>
                    </a:lnTo>
                    <a:lnTo>
                      <a:pt x="1476" y="394"/>
                    </a:lnTo>
                    <a:lnTo>
                      <a:pt x="1469" y="390"/>
                    </a:lnTo>
                    <a:lnTo>
                      <a:pt x="1415" y="358"/>
                    </a:lnTo>
                    <a:lnTo>
                      <a:pt x="1402" y="367"/>
                    </a:lnTo>
                    <a:lnTo>
                      <a:pt x="1413" y="374"/>
                    </a:lnTo>
                    <a:lnTo>
                      <a:pt x="1383" y="394"/>
                    </a:lnTo>
                    <a:lnTo>
                      <a:pt x="1368" y="405"/>
                    </a:lnTo>
                    <a:lnTo>
                      <a:pt x="1367" y="404"/>
                    </a:lnTo>
                    <a:lnTo>
                      <a:pt x="1365" y="405"/>
                    </a:lnTo>
                    <a:lnTo>
                      <a:pt x="1333" y="382"/>
                    </a:lnTo>
                    <a:lnTo>
                      <a:pt x="1380" y="352"/>
                    </a:lnTo>
                    <a:lnTo>
                      <a:pt x="1398" y="364"/>
                    </a:lnTo>
                    <a:lnTo>
                      <a:pt x="1407" y="353"/>
                    </a:lnTo>
                    <a:lnTo>
                      <a:pt x="806" y="0"/>
                    </a:lnTo>
                    <a:lnTo>
                      <a:pt x="731" y="0"/>
                    </a:lnTo>
                    <a:lnTo>
                      <a:pt x="683" y="24"/>
                    </a:lnTo>
                    <a:lnTo>
                      <a:pt x="683" y="33"/>
                    </a:lnTo>
                    <a:lnTo>
                      <a:pt x="623" y="67"/>
                    </a:lnTo>
                    <a:lnTo>
                      <a:pt x="622" y="80"/>
                    </a:lnTo>
                    <a:lnTo>
                      <a:pt x="616" y="83"/>
                    </a:lnTo>
                    <a:lnTo>
                      <a:pt x="606" y="80"/>
                    </a:lnTo>
                    <a:lnTo>
                      <a:pt x="221" y="308"/>
                    </a:lnTo>
                    <a:lnTo>
                      <a:pt x="217" y="316"/>
                    </a:lnTo>
                    <a:lnTo>
                      <a:pt x="115" y="373"/>
                    </a:lnTo>
                    <a:lnTo>
                      <a:pt x="112" y="392"/>
                    </a:lnTo>
                    <a:lnTo>
                      <a:pt x="70" y="416"/>
                    </a:lnTo>
                    <a:lnTo>
                      <a:pt x="52" y="403"/>
                    </a:lnTo>
                    <a:lnTo>
                      <a:pt x="0" y="432"/>
                    </a:lnTo>
                    <a:lnTo>
                      <a:pt x="582" y="1045"/>
                    </a:lnTo>
                    <a:lnTo>
                      <a:pt x="573" y="1096"/>
                    </a:lnTo>
                    <a:lnTo>
                      <a:pt x="576" y="1097"/>
                    </a:lnTo>
                    <a:lnTo>
                      <a:pt x="581" y="1099"/>
                    </a:lnTo>
                    <a:lnTo>
                      <a:pt x="585" y="1101"/>
                    </a:lnTo>
                    <a:lnTo>
                      <a:pt x="590" y="1101"/>
                    </a:lnTo>
                    <a:lnTo>
                      <a:pt x="596" y="1102"/>
                    </a:lnTo>
                    <a:lnTo>
                      <a:pt x="600" y="1102"/>
                    </a:lnTo>
                    <a:lnTo>
                      <a:pt x="606" y="1101"/>
                    </a:lnTo>
                    <a:lnTo>
                      <a:pt x="612" y="1099"/>
                    </a:lnTo>
                    <a:lnTo>
                      <a:pt x="622" y="1046"/>
                    </a:lnTo>
                    <a:lnTo>
                      <a:pt x="1482" y="425"/>
                    </a:lnTo>
                    <a:close/>
                  </a:path>
                </a:pathLst>
              </a:custGeom>
              <a:solidFill>
                <a:srgbClr val="6B2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0" name="Freeform 524"/>
              <p:cNvSpPr>
                <a:spLocks/>
              </p:cNvSpPr>
              <p:nvPr/>
            </p:nvSpPr>
            <p:spPr bwMode="auto">
              <a:xfrm>
                <a:off x="851" y="1752"/>
                <a:ext cx="176" cy="137"/>
              </a:xfrm>
              <a:custGeom>
                <a:avLst/>
                <a:gdLst>
                  <a:gd name="T0" fmla="*/ 0 w 881"/>
                  <a:gd name="T1" fmla="*/ 0 h 686"/>
                  <a:gd name="T2" fmla="*/ 0 w 881"/>
                  <a:gd name="T3" fmla="*/ 0 h 686"/>
                  <a:gd name="T4" fmla="*/ 0 w 881"/>
                  <a:gd name="T5" fmla="*/ 0 h 686"/>
                  <a:gd name="T6" fmla="*/ 0 w 881"/>
                  <a:gd name="T7" fmla="*/ 0 h 686"/>
                  <a:gd name="T8" fmla="*/ 0 w 881"/>
                  <a:gd name="T9" fmla="*/ 0 h 686"/>
                  <a:gd name="T10" fmla="*/ 0 w 881"/>
                  <a:gd name="T11" fmla="*/ 0 h 686"/>
                  <a:gd name="T12" fmla="*/ 0 w 881"/>
                  <a:gd name="T13" fmla="*/ 0 h 686"/>
                  <a:gd name="T14" fmla="*/ 0 w 881"/>
                  <a:gd name="T15" fmla="*/ 0 h 686"/>
                  <a:gd name="T16" fmla="*/ 0 w 881"/>
                  <a:gd name="T17" fmla="*/ 0 h 686"/>
                  <a:gd name="T18" fmla="*/ 0 w 881"/>
                  <a:gd name="T19" fmla="*/ 0 h 686"/>
                  <a:gd name="T20" fmla="*/ 0 w 881"/>
                  <a:gd name="T21" fmla="*/ 0 h 686"/>
                  <a:gd name="T22" fmla="*/ 0 w 881"/>
                  <a:gd name="T23" fmla="*/ 0 h 686"/>
                  <a:gd name="T24" fmla="*/ 0 w 881"/>
                  <a:gd name="T25" fmla="*/ 0 h 686"/>
                  <a:gd name="T26" fmla="*/ 0 w 881"/>
                  <a:gd name="T27" fmla="*/ 0 h 686"/>
                  <a:gd name="T28" fmla="*/ 0 w 881"/>
                  <a:gd name="T29" fmla="*/ 0 h 686"/>
                  <a:gd name="T30" fmla="*/ 0 w 881"/>
                  <a:gd name="T31" fmla="*/ 0 h 686"/>
                  <a:gd name="T32" fmla="*/ 0 w 881"/>
                  <a:gd name="T33" fmla="*/ 0 h 686"/>
                  <a:gd name="T34" fmla="*/ 0 w 881"/>
                  <a:gd name="T35" fmla="*/ 0 h 686"/>
                  <a:gd name="T36" fmla="*/ 0 w 881"/>
                  <a:gd name="T37" fmla="*/ 0 h 686"/>
                  <a:gd name="T38" fmla="*/ 0 w 881"/>
                  <a:gd name="T39" fmla="*/ 0 h 686"/>
                  <a:gd name="T40" fmla="*/ 0 w 881"/>
                  <a:gd name="T41" fmla="*/ 0 h 686"/>
                  <a:gd name="T42" fmla="*/ 0 w 881"/>
                  <a:gd name="T43" fmla="*/ 0 h 68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881"/>
                  <a:gd name="T67" fmla="*/ 0 h 686"/>
                  <a:gd name="T68" fmla="*/ 881 w 881"/>
                  <a:gd name="T69" fmla="*/ 686 h 68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881" h="686">
                    <a:moveTo>
                      <a:pt x="877" y="0"/>
                    </a:moveTo>
                    <a:lnTo>
                      <a:pt x="875" y="6"/>
                    </a:lnTo>
                    <a:lnTo>
                      <a:pt x="873" y="9"/>
                    </a:lnTo>
                    <a:lnTo>
                      <a:pt x="871" y="12"/>
                    </a:lnTo>
                    <a:lnTo>
                      <a:pt x="870" y="12"/>
                    </a:lnTo>
                    <a:lnTo>
                      <a:pt x="10" y="633"/>
                    </a:lnTo>
                    <a:lnTo>
                      <a:pt x="0" y="686"/>
                    </a:lnTo>
                    <a:lnTo>
                      <a:pt x="5" y="684"/>
                    </a:lnTo>
                    <a:lnTo>
                      <a:pt x="10" y="683"/>
                    </a:lnTo>
                    <a:lnTo>
                      <a:pt x="15" y="681"/>
                    </a:lnTo>
                    <a:lnTo>
                      <a:pt x="19" y="678"/>
                    </a:lnTo>
                    <a:lnTo>
                      <a:pt x="112" y="614"/>
                    </a:lnTo>
                    <a:lnTo>
                      <a:pt x="112" y="601"/>
                    </a:lnTo>
                    <a:lnTo>
                      <a:pt x="806" y="88"/>
                    </a:lnTo>
                    <a:lnTo>
                      <a:pt x="815" y="95"/>
                    </a:lnTo>
                    <a:lnTo>
                      <a:pt x="873" y="46"/>
                    </a:lnTo>
                    <a:lnTo>
                      <a:pt x="881" y="15"/>
                    </a:lnTo>
                    <a:lnTo>
                      <a:pt x="881" y="8"/>
                    </a:lnTo>
                    <a:lnTo>
                      <a:pt x="880" y="6"/>
                    </a:lnTo>
                    <a:lnTo>
                      <a:pt x="880" y="4"/>
                    </a:lnTo>
                    <a:lnTo>
                      <a:pt x="879" y="2"/>
                    </a:lnTo>
                    <a:lnTo>
                      <a:pt x="877" y="0"/>
                    </a:lnTo>
                    <a:close/>
                  </a:path>
                </a:pathLst>
              </a:custGeom>
              <a:solidFill>
                <a:srgbClr val="2B0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1" name="Freeform 525"/>
              <p:cNvSpPr>
                <a:spLocks/>
              </p:cNvSpPr>
              <p:nvPr/>
            </p:nvSpPr>
            <p:spPr bwMode="auto">
              <a:xfrm>
                <a:off x="1027" y="1754"/>
                <a:ext cx="1" cy="1"/>
              </a:xfrm>
              <a:custGeom>
                <a:avLst/>
                <a:gdLst>
                  <a:gd name="T0" fmla="*/ 0 w 1"/>
                  <a:gd name="T1" fmla="*/ 0 h 7"/>
                  <a:gd name="T2" fmla="*/ 0 w 1"/>
                  <a:gd name="T3" fmla="*/ 0 h 7"/>
                  <a:gd name="T4" fmla="*/ 1 w 1"/>
                  <a:gd name="T5" fmla="*/ 0 h 7"/>
                  <a:gd name="T6" fmla="*/ 1 w 1"/>
                  <a:gd name="T7" fmla="*/ 0 h 7"/>
                  <a:gd name="T8" fmla="*/ 1 w 1"/>
                  <a:gd name="T9" fmla="*/ 0 h 7"/>
                  <a:gd name="T10" fmla="*/ 0 w 1"/>
                  <a:gd name="T11" fmla="*/ 0 h 7"/>
                  <a:gd name="T12" fmla="*/ 0 w 1"/>
                  <a:gd name="T13" fmla="*/ 0 h 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"/>
                  <a:gd name="T22" fmla="*/ 0 h 7"/>
                  <a:gd name="T23" fmla="*/ 1 w 1"/>
                  <a:gd name="T24" fmla="*/ 7 h 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" h="7">
                    <a:moveTo>
                      <a:pt x="0" y="0"/>
                    </a:moveTo>
                    <a:lnTo>
                      <a:pt x="0" y="7"/>
                    </a:lnTo>
                    <a:lnTo>
                      <a:pt x="1" y="5"/>
                    </a:lnTo>
                    <a:lnTo>
                      <a:pt x="1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B2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2" name="Freeform 526"/>
              <p:cNvSpPr>
                <a:spLocks/>
              </p:cNvSpPr>
              <p:nvPr/>
            </p:nvSpPr>
            <p:spPr bwMode="auto">
              <a:xfrm>
                <a:off x="742" y="1752"/>
                <a:ext cx="86" cy="35"/>
              </a:xfrm>
              <a:custGeom>
                <a:avLst/>
                <a:gdLst>
                  <a:gd name="T0" fmla="*/ 0 w 428"/>
                  <a:gd name="T1" fmla="*/ 0 h 173"/>
                  <a:gd name="T2" fmla="*/ 0 w 428"/>
                  <a:gd name="T3" fmla="*/ 0 h 173"/>
                  <a:gd name="T4" fmla="*/ 0 w 428"/>
                  <a:gd name="T5" fmla="*/ 0 h 173"/>
                  <a:gd name="T6" fmla="*/ 0 w 428"/>
                  <a:gd name="T7" fmla="*/ 0 h 173"/>
                  <a:gd name="T8" fmla="*/ 0 w 428"/>
                  <a:gd name="T9" fmla="*/ 0 h 173"/>
                  <a:gd name="T10" fmla="*/ 0 w 428"/>
                  <a:gd name="T11" fmla="*/ 0 h 173"/>
                  <a:gd name="T12" fmla="*/ 0 w 428"/>
                  <a:gd name="T13" fmla="*/ 0 h 173"/>
                  <a:gd name="T14" fmla="*/ 0 w 428"/>
                  <a:gd name="T15" fmla="*/ 0 h 173"/>
                  <a:gd name="T16" fmla="*/ 0 w 428"/>
                  <a:gd name="T17" fmla="*/ 0 h 173"/>
                  <a:gd name="T18" fmla="*/ 0 w 428"/>
                  <a:gd name="T19" fmla="*/ 0 h 173"/>
                  <a:gd name="T20" fmla="*/ 0 w 428"/>
                  <a:gd name="T21" fmla="*/ 0 h 173"/>
                  <a:gd name="T22" fmla="*/ 0 w 428"/>
                  <a:gd name="T23" fmla="*/ 0 h 173"/>
                  <a:gd name="T24" fmla="*/ 0 w 428"/>
                  <a:gd name="T25" fmla="*/ 0 h 173"/>
                  <a:gd name="T26" fmla="*/ 0 w 428"/>
                  <a:gd name="T27" fmla="*/ 0 h 173"/>
                  <a:gd name="T28" fmla="*/ 0 w 428"/>
                  <a:gd name="T29" fmla="*/ 0 h 173"/>
                  <a:gd name="T30" fmla="*/ 0 w 428"/>
                  <a:gd name="T31" fmla="*/ 0 h 173"/>
                  <a:gd name="T32" fmla="*/ 0 w 428"/>
                  <a:gd name="T33" fmla="*/ 0 h 173"/>
                  <a:gd name="T34" fmla="*/ 0 w 428"/>
                  <a:gd name="T35" fmla="*/ 0 h 173"/>
                  <a:gd name="T36" fmla="*/ 0 w 428"/>
                  <a:gd name="T37" fmla="*/ 0 h 173"/>
                  <a:gd name="T38" fmla="*/ 0 w 428"/>
                  <a:gd name="T39" fmla="*/ 0 h 173"/>
                  <a:gd name="T40" fmla="*/ 0 w 428"/>
                  <a:gd name="T41" fmla="*/ 0 h 173"/>
                  <a:gd name="T42" fmla="*/ 0 w 428"/>
                  <a:gd name="T43" fmla="*/ 0 h 173"/>
                  <a:gd name="T44" fmla="*/ 0 w 428"/>
                  <a:gd name="T45" fmla="*/ 0 h 173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428"/>
                  <a:gd name="T70" fmla="*/ 0 h 173"/>
                  <a:gd name="T71" fmla="*/ 428 w 428"/>
                  <a:gd name="T72" fmla="*/ 173 h 173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428" h="173">
                    <a:moveTo>
                      <a:pt x="0" y="2"/>
                    </a:moveTo>
                    <a:lnTo>
                      <a:pt x="160" y="164"/>
                    </a:lnTo>
                    <a:lnTo>
                      <a:pt x="161" y="166"/>
                    </a:lnTo>
                    <a:lnTo>
                      <a:pt x="163" y="167"/>
                    </a:lnTo>
                    <a:lnTo>
                      <a:pt x="168" y="169"/>
                    </a:lnTo>
                    <a:lnTo>
                      <a:pt x="174" y="171"/>
                    </a:lnTo>
                    <a:lnTo>
                      <a:pt x="181" y="173"/>
                    </a:lnTo>
                    <a:lnTo>
                      <a:pt x="189" y="173"/>
                    </a:lnTo>
                    <a:lnTo>
                      <a:pt x="199" y="169"/>
                    </a:lnTo>
                    <a:lnTo>
                      <a:pt x="209" y="163"/>
                    </a:lnTo>
                    <a:lnTo>
                      <a:pt x="428" y="27"/>
                    </a:lnTo>
                    <a:lnTo>
                      <a:pt x="423" y="24"/>
                    </a:lnTo>
                    <a:lnTo>
                      <a:pt x="207" y="156"/>
                    </a:lnTo>
                    <a:lnTo>
                      <a:pt x="206" y="157"/>
                    </a:lnTo>
                    <a:lnTo>
                      <a:pt x="204" y="158"/>
                    </a:lnTo>
                    <a:lnTo>
                      <a:pt x="200" y="161"/>
                    </a:lnTo>
                    <a:lnTo>
                      <a:pt x="194" y="163"/>
                    </a:lnTo>
                    <a:lnTo>
                      <a:pt x="188" y="164"/>
                    </a:lnTo>
                    <a:lnTo>
                      <a:pt x="180" y="164"/>
                    </a:lnTo>
                    <a:lnTo>
                      <a:pt x="172" y="162"/>
                    </a:lnTo>
                    <a:lnTo>
                      <a:pt x="162" y="157"/>
                    </a:lnTo>
                    <a:lnTo>
                      <a:pt x="7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2B0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3" name="Freeform 527"/>
              <p:cNvSpPr>
                <a:spLocks/>
              </p:cNvSpPr>
              <p:nvPr/>
            </p:nvSpPr>
            <p:spPr bwMode="auto">
              <a:xfrm>
                <a:off x="1008" y="1740"/>
                <a:ext cx="3" cy="3"/>
              </a:xfrm>
              <a:custGeom>
                <a:avLst/>
                <a:gdLst>
                  <a:gd name="T0" fmla="*/ 0 w 17"/>
                  <a:gd name="T1" fmla="*/ 0 h 14"/>
                  <a:gd name="T2" fmla="*/ 0 w 17"/>
                  <a:gd name="T3" fmla="*/ 0 h 14"/>
                  <a:gd name="T4" fmla="*/ 0 w 17"/>
                  <a:gd name="T5" fmla="*/ 0 h 14"/>
                  <a:gd name="T6" fmla="*/ 0 w 17"/>
                  <a:gd name="T7" fmla="*/ 0 h 14"/>
                  <a:gd name="T8" fmla="*/ 0 w 17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4"/>
                  <a:gd name="T17" fmla="*/ 17 w 17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4">
                    <a:moveTo>
                      <a:pt x="4" y="14"/>
                    </a:moveTo>
                    <a:lnTo>
                      <a:pt x="17" y="5"/>
                    </a:lnTo>
                    <a:lnTo>
                      <a:pt x="9" y="0"/>
                    </a:lnTo>
                    <a:lnTo>
                      <a:pt x="0" y="11"/>
                    </a:lnTo>
                    <a:lnTo>
                      <a:pt x="4" y="14"/>
                    </a:lnTo>
                    <a:close/>
                  </a:path>
                </a:pathLst>
              </a:custGeom>
              <a:solidFill>
                <a:srgbClr val="6B2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4" name="Freeform 528"/>
              <p:cNvSpPr>
                <a:spLocks/>
              </p:cNvSpPr>
              <p:nvPr/>
            </p:nvSpPr>
            <p:spPr bwMode="auto">
              <a:xfrm>
                <a:off x="995" y="1740"/>
                <a:ext cx="13" cy="11"/>
              </a:xfrm>
              <a:custGeom>
                <a:avLst/>
                <a:gdLst>
                  <a:gd name="T0" fmla="*/ 0 w 65"/>
                  <a:gd name="T1" fmla="*/ 0 h 53"/>
                  <a:gd name="T2" fmla="*/ 0 w 65"/>
                  <a:gd name="T3" fmla="*/ 0 h 53"/>
                  <a:gd name="T4" fmla="*/ 0 w 65"/>
                  <a:gd name="T5" fmla="*/ 0 h 53"/>
                  <a:gd name="T6" fmla="*/ 0 w 65"/>
                  <a:gd name="T7" fmla="*/ 0 h 53"/>
                  <a:gd name="T8" fmla="*/ 0 w 65"/>
                  <a:gd name="T9" fmla="*/ 0 h 53"/>
                  <a:gd name="T10" fmla="*/ 0 w 65"/>
                  <a:gd name="T11" fmla="*/ 0 h 53"/>
                  <a:gd name="T12" fmla="*/ 0 w 65"/>
                  <a:gd name="T13" fmla="*/ 0 h 53"/>
                  <a:gd name="T14" fmla="*/ 0 w 65"/>
                  <a:gd name="T15" fmla="*/ 0 h 53"/>
                  <a:gd name="T16" fmla="*/ 0 w 65"/>
                  <a:gd name="T17" fmla="*/ 0 h 5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65"/>
                  <a:gd name="T28" fmla="*/ 0 h 53"/>
                  <a:gd name="T29" fmla="*/ 65 w 65"/>
                  <a:gd name="T30" fmla="*/ 53 h 5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65" h="53">
                    <a:moveTo>
                      <a:pt x="40" y="34"/>
                    </a:moveTo>
                    <a:lnTo>
                      <a:pt x="42" y="36"/>
                    </a:lnTo>
                    <a:lnTo>
                      <a:pt x="65" y="12"/>
                    </a:lnTo>
                    <a:lnTo>
                      <a:pt x="47" y="0"/>
                    </a:lnTo>
                    <a:lnTo>
                      <a:pt x="0" y="30"/>
                    </a:lnTo>
                    <a:lnTo>
                      <a:pt x="32" y="53"/>
                    </a:lnTo>
                    <a:lnTo>
                      <a:pt x="34" y="52"/>
                    </a:lnTo>
                    <a:lnTo>
                      <a:pt x="24" y="45"/>
                    </a:lnTo>
                    <a:lnTo>
                      <a:pt x="40" y="34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5" name="Freeform 529"/>
              <p:cNvSpPr>
                <a:spLocks/>
              </p:cNvSpPr>
              <p:nvPr/>
            </p:nvSpPr>
            <p:spPr bwMode="auto">
              <a:xfrm>
                <a:off x="1003" y="1742"/>
                <a:ext cx="6" cy="5"/>
              </a:xfrm>
              <a:custGeom>
                <a:avLst/>
                <a:gdLst>
                  <a:gd name="T0" fmla="*/ 0 w 27"/>
                  <a:gd name="T1" fmla="*/ 0 h 25"/>
                  <a:gd name="T2" fmla="*/ 0 w 27"/>
                  <a:gd name="T3" fmla="*/ 0 h 25"/>
                  <a:gd name="T4" fmla="*/ 0 w 27"/>
                  <a:gd name="T5" fmla="*/ 0 h 25"/>
                  <a:gd name="T6" fmla="*/ 0 w 27"/>
                  <a:gd name="T7" fmla="*/ 0 h 25"/>
                  <a:gd name="T8" fmla="*/ 0 w 27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"/>
                  <a:gd name="T16" fmla="*/ 0 h 25"/>
                  <a:gd name="T17" fmla="*/ 27 w 27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" h="25">
                    <a:moveTo>
                      <a:pt x="0" y="24"/>
                    </a:moveTo>
                    <a:lnTo>
                      <a:pt x="1" y="25"/>
                    </a:lnTo>
                    <a:lnTo>
                      <a:pt x="27" y="3"/>
                    </a:lnTo>
                    <a:lnTo>
                      <a:pt x="23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6" name="Freeform 530"/>
              <p:cNvSpPr>
                <a:spLocks/>
              </p:cNvSpPr>
              <p:nvPr/>
            </p:nvSpPr>
            <p:spPr bwMode="auto">
              <a:xfrm>
                <a:off x="1004" y="1743"/>
                <a:ext cx="7" cy="5"/>
              </a:xfrm>
              <a:custGeom>
                <a:avLst/>
                <a:gdLst>
                  <a:gd name="T0" fmla="*/ 0 w 37"/>
                  <a:gd name="T1" fmla="*/ 0 h 27"/>
                  <a:gd name="T2" fmla="*/ 0 w 37"/>
                  <a:gd name="T3" fmla="*/ 0 h 27"/>
                  <a:gd name="T4" fmla="*/ 0 w 37"/>
                  <a:gd name="T5" fmla="*/ 0 h 27"/>
                  <a:gd name="T6" fmla="*/ 0 w 37"/>
                  <a:gd name="T7" fmla="*/ 0 h 27"/>
                  <a:gd name="T8" fmla="*/ 0 w 37"/>
                  <a:gd name="T9" fmla="*/ 0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27"/>
                  <a:gd name="T17" fmla="*/ 37 w 37"/>
                  <a:gd name="T18" fmla="*/ 27 h 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27">
                    <a:moveTo>
                      <a:pt x="7" y="27"/>
                    </a:moveTo>
                    <a:lnTo>
                      <a:pt x="37" y="7"/>
                    </a:lnTo>
                    <a:lnTo>
                      <a:pt x="26" y="0"/>
                    </a:lnTo>
                    <a:lnTo>
                      <a:pt x="0" y="22"/>
                    </a:lnTo>
                    <a:lnTo>
                      <a:pt x="7" y="27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7" name="Freeform 531"/>
              <p:cNvSpPr>
                <a:spLocks/>
              </p:cNvSpPr>
              <p:nvPr/>
            </p:nvSpPr>
            <p:spPr bwMode="auto">
              <a:xfrm>
                <a:off x="1002" y="1748"/>
                <a:ext cx="3" cy="3"/>
              </a:xfrm>
              <a:custGeom>
                <a:avLst/>
                <a:gdLst>
                  <a:gd name="T0" fmla="*/ 0 w 16"/>
                  <a:gd name="T1" fmla="*/ 0 h 11"/>
                  <a:gd name="T2" fmla="*/ 0 w 16"/>
                  <a:gd name="T3" fmla="*/ 0 h 11"/>
                  <a:gd name="T4" fmla="*/ 0 w 16"/>
                  <a:gd name="T5" fmla="*/ 0 h 11"/>
                  <a:gd name="T6" fmla="*/ 0 w 16"/>
                  <a:gd name="T7" fmla="*/ 0 h 11"/>
                  <a:gd name="T8" fmla="*/ 0 w 16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"/>
                  <a:gd name="T16" fmla="*/ 0 h 11"/>
                  <a:gd name="T17" fmla="*/ 16 w 16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" h="11">
                    <a:moveTo>
                      <a:pt x="1" y="11"/>
                    </a:moveTo>
                    <a:lnTo>
                      <a:pt x="16" y="0"/>
                    </a:lnTo>
                    <a:lnTo>
                      <a:pt x="0" y="10"/>
                    </a:lnTo>
                    <a:lnTo>
                      <a:pt x="1" y="1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8" name="Freeform 532"/>
              <p:cNvSpPr>
                <a:spLocks/>
              </p:cNvSpPr>
              <p:nvPr/>
            </p:nvSpPr>
            <p:spPr bwMode="auto">
              <a:xfrm>
                <a:off x="773" y="1686"/>
                <a:ext cx="116" cy="78"/>
              </a:xfrm>
              <a:custGeom>
                <a:avLst/>
                <a:gdLst>
                  <a:gd name="T0" fmla="*/ 0 w 580"/>
                  <a:gd name="T1" fmla="*/ 0 h 391"/>
                  <a:gd name="T2" fmla="*/ 0 w 580"/>
                  <a:gd name="T3" fmla="*/ 0 h 391"/>
                  <a:gd name="T4" fmla="*/ 0 w 580"/>
                  <a:gd name="T5" fmla="*/ 0 h 391"/>
                  <a:gd name="T6" fmla="*/ 0 w 580"/>
                  <a:gd name="T7" fmla="*/ 0 h 391"/>
                  <a:gd name="T8" fmla="*/ 0 w 580"/>
                  <a:gd name="T9" fmla="*/ 0 h 391"/>
                  <a:gd name="T10" fmla="*/ 0 w 580"/>
                  <a:gd name="T11" fmla="*/ 0 h 391"/>
                  <a:gd name="T12" fmla="*/ 0 w 580"/>
                  <a:gd name="T13" fmla="*/ 0 h 391"/>
                  <a:gd name="T14" fmla="*/ 0 w 580"/>
                  <a:gd name="T15" fmla="*/ 0 h 391"/>
                  <a:gd name="T16" fmla="*/ 0 w 580"/>
                  <a:gd name="T17" fmla="*/ 0 h 391"/>
                  <a:gd name="T18" fmla="*/ 0 w 580"/>
                  <a:gd name="T19" fmla="*/ 0 h 391"/>
                  <a:gd name="T20" fmla="*/ 0 w 580"/>
                  <a:gd name="T21" fmla="*/ 0 h 391"/>
                  <a:gd name="T22" fmla="*/ 0 w 580"/>
                  <a:gd name="T23" fmla="*/ 0 h 391"/>
                  <a:gd name="T24" fmla="*/ 0 w 580"/>
                  <a:gd name="T25" fmla="*/ 0 h 391"/>
                  <a:gd name="T26" fmla="*/ 0 w 580"/>
                  <a:gd name="T27" fmla="*/ 0 h 391"/>
                  <a:gd name="T28" fmla="*/ 0 w 580"/>
                  <a:gd name="T29" fmla="*/ 0 h 391"/>
                  <a:gd name="T30" fmla="*/ 0 w 580"/>
                  <a:gd name="T31" fmla="*/ 0 h 391"/>
                  <a:gd name="T32" fmla="*/ 0 w 580"/>
                  <a:gd name="T33" fmla="*/ 0 h 391"/>
                  <a:gd name="T34" fmla="*/ 0 w 580"/>
                  <a:gd name="T35" fmla="*/ 0 h 391"/>
                  <a:gd name="T36" fmla="*/ 0 w 580"/>
                  <a:gd name="T37" fmla="*/ 0 h 391"/>
                  <a:gd name="T38" fmla="*/ 0 w 580"/>
                  <a:gd name="T39" fmla="*/ 0 h 391"/>
                  <a:gd name="T40" fmla="*/ 0 w 580"/>
                  <a:gd name="T41" fmla="*/ 0 h 391"/>
                  <a:gd name="T42" fmla="*/ 0 w 580"/>
                  <a:gd name="T43" fmla="*/ 0 h 39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580"/>
                  <a:gd name="T67" fmla="*/ 0 h 391"/>
                  <a:gd name="T68" fmla="*/ 580 w 580"/>
                  <a:gd name="T69" fmla="*/ 391 h 391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580" h="391">
                    <a:moveTo>
                      <a:pt x="236" y="384"/>
                    </a:moveTo>
                    <a:lnTo>
                      <a:pt x="220" y="389"/>
                    </a:lnTo>
                    <a:lnTo>
                      <a:pt x="205" y="391"/>
                    </a:lnTo>
                    <a:lnTo>
                      <a:pt x="193" y="390"/>
                    </a:lnTo>
                    <a:lnTo>
                      <a:pt x="183" y="389"/>
                    </a:lnTo>
                    <a:lnTo>
                      <a:pt x="174" y="385"/>
                    </a:lnTo>
                    <a:lnTo>
                      <a:pt x="168" y="383"/>
                    </a:lnTo>
                    <a:lnTo>
                      <a:pt x="165" y="380"/>
                    </a:lnTo>
                    <a:lnTo>
                      <a:pt x="164" y="379"/>
                    </a:lnTo>
                    <a:lnTo>
                      <a:pt x="6" y="234"/>
                    </a:lnTo>
                    <a:lnTo>
                      <a:pt x="0" y="228"/>
                    </a:lnTo>
                    <a:lnTo>
                      <a:pt x="385" y="0"/>
                    </a:lnTo>
                    <a:lnTo>
                      <a:pt x="570" y="132"/>
                    </a:lnTo>
                    <a:lnTo>
                      <a:pt x="571" y="133"/>
                    </a:lnTo>
                    <a:lnTo>
                      <a:pt x="574" y="136"/>
                    </a:lnTo>
                    <a:lnTo>
                      <a:pt x="577" y="141"/>
                    </a:lnTo>
                    <a:lnTo>
                      <a:pt x="578" y="147"/>
                    </a:lnTo>
                    <a:lnTo>
                      <a:pt x="580" y="154"/>
                    </a:lnTo>
                    <a:lnTo>
                      <a:pt x="576" y="162"/>
                    </a:lnTo>
                    <a:lnTo>
                      <a:pt x="570" y="170"/>
                    </a:lnTo>
                    <a:lnTo>
                      <a:pt x="558" y="180"/>
                    </a:lnTo>
                    <a:lnTo>
                      <a:pt x="236" y="384"/>
                    </a:lnTo>
                    <a:close/>
                  </a:path>
                </a:pathLst>
              </a:custGeom>
              <a:solidFill>
                <a:srgbClr val="A0828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9" name="Freeform 533"/>
              <p:cNvSpPr>
                <a:spLocks/>
              </p:cNvSpPr>
              <p:nvPr/>
            </p:nvSpPr>
            <p:spPr bwMode="auto">
              <a:xfrm>
                <a:off x="772" y="1731"/>
                <a:ext cx="2" cy="2"/>
              </a:xfrm>
              <a:custGeom>
                <a:avLst/>
                <a:gdLst>
                  <a:gd name="T0" fmla="*/ 0 w 9"/>
                  <a:gd name="T1" fmla="*/ 0 h 8"/>
                  <a:gd name="T2" fmla="*/ 0 w 9"/>
                  <a:gd name="T3" fmla="*/ 0 h 8"/>
                  <a:gd name="T4" fmla="*/ 0 w 9"/>
                  <a:gd name="T5" fmla="*/ 0 h 8"/>
                  <a:gd name="T6" fmla="*/ 0 w 9"/>
                  <a:gd name="T7" fmla="*/ 0 h 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8"/>
                  <a:gd name="T14" fmla="*/ 9 w 9"/>
                  <a:gd name="T15" fmla="*/ 8 h 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8">
                    <a:moveTo>
                      <a:pt x="0" y="8"/>
                    </a:moveTo>
                    <a:lnTo>
                      <a:pt x="9" y="3"/>
                    </a:lnTo>
                    <a:lnTo>
                      <a:pt x="4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A0388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0" name="Freeform 534"/>
              <p:cNvSpPr>
                <a:spLocks/>
              </p:cNvSpPr>
              <p:nvPr/>
            </p:nvSpPr>
            <p:spPr bwMode="auto">
              <a:xfrm>
                <a:off x="827" y="1698"/>
                <a:ext cx="46" cy="33"/>
              </a:xfrm>
              <a:custGeom>
                <a:avLst/>
                <a:gdLst>
                  <a:gd name="T0" fmla="*/ 0 w 230"/>
                  <a:gd name="T1" fmla="*/ 0 h 162"/>
                  <a:gd name="T2" fmla="*/ 0 w 230"/>
                  <a:gd name="T3" fmla="*/ 0 h 162"/>
                  <a:gd name="T4" fmla="*/ 0 w 230"/>
                  <a:gd name="T5" fmla="*/ 0 h 162"/>
                  <a:gd name="T6" fmla="*/ 0 w 230"/>
                  <a:gd name="T7" fmla="*/ 0 h 162"/>
                  <a:gd name="T8" fmla="*/ 0 w 230"/>
                  <a:gd name="T9" fmla="*/ 0 h 1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0"/>
                  <a:gd name="T16" fmla="*/ 0 h 162"/>
                  <a:gd name="T17" fmla="*/ 230 w 230"/>
                  <a:gd name="T18" fmla="*/ 162 h 1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0" h="162">
                    <a:moveTo>
                      <a:pt x="93" y="0"/>
                    </a:moveTo>
                    <a:lnTo>
                      <a:pt x="230" y="103"/>
                    </a:lnTo>
                    <a:lnTo>
                      <a:pt x="134" y="162"/>
                    </a:lnTo>
                    <a:lnTo>
                      <a:pt x="0" y="54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rgbClr val="6B26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1" name="Freeform 535"/>
              <p:cNvSpPr>
                <a:spLocks/>
              </p:cNvSpPr>
              <p:nvPr/>
            </p:nvSpPr>
            <p:spPr bwMode="auto">
              <a:xfrm>
                <a:off x="727" y="1756"/>
                <a:ext cx="118" cy="133"/>
              </a:xfrm>
              <a:custGeom>
                <a:avLst/>
                <a:gdLst>
                  <a:gd name="T0" fmla="*/ 0 w 589"/>
                  <a:gd name="T1" fmla="*/ 0 h 664"/>
                  <a:gd name="T2" fmla="*/ 0 w 589"/>
                  <a:gd name="T3" fmla="*/ 0 h 664"/>
                  <a:gd name="T4" fmla="*/ 0 w 589"/>
                  <a:gd name="T5" fmla="*/ 0 h 664"/>
                  <a:gd name="T6" fmla="*/ 0 w 589"/>
                  <a:gd name="T7" fmla="*/ 0 h 664"/>
                  <a:gd name="T8" fmla="*/ 0 w 589"/>
                  <a:gd name="T9" fmla="*/ 0 h 664"/>
                  <a:gd name="T10" fmla="*/ 0 w 589"/>
                  <a:gd name="T11" fmla="*/ 0 h 664"/>
                  <a:gd name="T12" fmla="*/ 0 w 589"/>
                  <a:gd name="T13" fmla="*/ 0 h 664"/>
                  <a:gd name="T14" fmla="*/ 0 w 589"/>
                  <a:gd name="T15" fmla="*/ 0 h 664"/>
                  <a:gd name="T16" fmla="*/ 0 w 589"/>
                  <a:gd name="T17" fmla="*/ 0 h 664"/>
                  <a:gd name="T18" fmla="*/ 0 w 589"/>
                  <a:gd name="T19" fmla="*/ 0 h 664"/>
                  <a:gd name="T20" fmla="*/ 0 w 589"/>
                  <a:gd name="T21" fmla="*/ 0 h 664"/>
                  <a:gd name="T22" fmla="*/ 0 w 589"/>
                  <a:gd name="T23" fmla="*/ 0 h 664"/>
                  <a:gd name="T24" fmla="*/ 0 w 589"/>
                  <a:gd name="T25" fmla="*/ 0 h 664"/>
                  <a:gd name="T26" fmla="*/ 0 w 589"/>
                  <a:gd name="T27" fmla="*/ 0 h 66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589"/>
                  <a:gd name="T43" fmla="*/ 0 h 664"/>
                  <a:gd name="T44" fmla="*/ 589 w 589"/>
                  <a:gd name="T45" fmla="*/ 664 h 66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589" h="664">
                    <a:moveTo>
                      <a:pt x="7" y="0"/>
                    </a:moveTo>
                    <a:lnTo>
                      <a:pt x="6" y="0"/>
                    </a:lnTo>
                    <a:lnTo>
                      <a:pt x="0" y="43"/>
                    </a:lnTo>
                    <a:lnTo>
                      <a:pt x="34" y="81"/>
                    </a:lnTo>
                    <a:lnTo>
                      <a:pt x="39" y="56"/>
                    </a:lnTo>
                    <a:lnTo>
                      <a:pt x="73" y="93"/>
                    </a:lnTo>
                    <a:lnTo>
                      <a:pt x="69" y="118"/>
                    </a:lnTo>
                    <a:lnTo>
                      <a:pt x="570" y="657"/>
                    </a:lnTo>
                    <a:lnTo>
                      <a:pt x="572" y="658"/>
                    </a:lnTo>
                    <a:lnTo>
                      <a:pt x="573" y="659"/>
                    </a:lnTo>
                    <a:lnTo>
                      <a:pt x="576" y="662"/>
                    </a:lnTo>
                    <a:lnTo>
                      <a:pt x="580" y="664"/>
                    </a:lnTo>
                    <a:lnTo>
                      <a:pt x="589" y="613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A549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2" name="Freeform 536"/>
              <p:cNvSpPr>
                <a:spLocks/>
              </p:cNvSpPr>
              <p:nvPr/>
            </p:nvSpPr>
            <p:spPr bwMode="auto">
              <a:xfrm>
                <a:off x="734" y="1767"/>
                <a:ext cx="3" cy="5"/>
              </a:xfrm>
              <a:custGeom>
                <a:avLst/>
                <a:gdLst>
                  <a:gd name="T0" fmla="*/ 0 w 18"/>
                  <a:gd name="T1" fmla="*/ 0 h 25"/>
                  <a:gd name="T2" fmla="*/ 0 w 18"/>
                  <a:gd name="T3" fmla="*/ 0 h 25"/>
                  <a:gd name="T4" fmla="*/ 0 w 18"/>
                  <a:gd name="T5" fmla="*/ 0 h 25"/>
                  <a:gd name="T6" fmla="*/ 0 w 18"/>
                  <a:gd name="T7" fmla="*/ 0 h 2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"/>
                  <a:gd name="T13" fmla="*/ 0 h 25"/>
                  <a:gd name="T14" fmla="*/ 18 w 18"/>
                  <a:gd name="T15" fmla="*/ 25 h 2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" h="25">
                    <a:moveTo>
                      <a:pt x="5" y="0"/>
                    </a:moveTo>
                    <a:lnTo>
                      <a:pt x="0" y="25"/>
                    </a:lnTo>
                    <a:lnTo>
                      <a:pt x="18" y="14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4400A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3" name="Freeform 537"/>
              <p:cNvSpPr>
                <a:spLocks/>
              </p:cNvSpPr>
              <p:nvPr/>
            </p:nvSpPr>
            <p:spPr bwMode="auto">
              <a:xfrm>
                <a:off x="793" y="1708"/>
                <a:ext cx="207" cy="155"/>
              </a:xfrm>
              <a:custGeom>
                <a:avLst/>
                <a:gdLst>
                  <a:gd name="T0" fmla="*/ 0 w 1036"/>
                  <a:gd name="T1" fmla="*/ 0 h 772"/>
                  <a:gd name="T2" fmla="*/ 0 w 1036"/>
                  <a:gd name="T3" fmla="*/ 0 h 772"/>
                  <a:gd name="T4" fmla="*/ 0 w 1036"/>
                  <a:gd name="T5" fmla="*/ 0 h 772"/>
                  <a:gd name="T6" fmla="*/ 0 w 1036"/>
                  <a:gd name="T7" fmla="*/ 0 h 772"/>
                  <a:gd name="T8" fmla="*/ 0 w 1036"/>
                  <a:gd name="T9" fmla="*/ 0 h 772"/>
                  <a:gd name="T10" fmla="*/ 0 w 1036"/>
                  <a:gd name="T11" fmla="*/ 0 h 772"/>
                  <a:gd name="T12" fmla="*/ 0 w 1036"/>
                  <a:gd name="T13" fmla="*/ 0 h 772"/>
                  <a:gd name="T14" fmla="*/ 0 w 1036"/>
                  <a:gd name="T15" fmla="*/ 0 h 772"/>
                  <a:gd name="T16" fmla="*/ 0 w 1036"/>
                  <a:gd name="T17" fmla="*/ 0 h 772"/>
                  <a:gd name="T18" fmla="*/ 0 w 1036"/>
                  <a:gd name="T19" fmla="*/ 0 h 772"/>
                  <a:gd name="T20" fmla="*/ 0 w 1036"/>
                  <a:gd name="T21" fmla="*/ 0 h 772"/>
                  <a:gd name="T22" fmla="*/ 0 w 1036"/>
                  <a:gd name="T23" fmla="*/ 0 h 772"/>
                  <a:gd name="T24" fmla="*/ 0 w 1036"/>
                  <a:gd name="T25" fmla="*/ 0 h 772"/>
                  <a:gd name="T26" fmla="*/ 0 w 1036"/>
                  <a:gd name="T27" fmla="*/ 0 h 772"/>
                  <a:gd name="T28" fmla="*/ 0 w 1036"/>
                  <a:gd name="T29" fmla="*/ 0 h 772"/>
                  <a:gd name="T30" fmla="*/ 0 w 1036"/>
                  <a:gd name="T31" fmla="*/ 0 h 772"/>
                  <a:gd name="T32" fmla="*/ 0 w 1036"/>
                  <a:gd name="T33" fmla="*/ 0 h 772"/>
                  <a:gd name="T34" fmla="*/ 0 w 1036"/>
                  <a:gd name="T35" fmla="*/ 0 h 772"/>
                  <a:gd name="T36" fmla="*/ 0 w 1036"/>
                  <a:gd name="T37" fmla="*/ 0 h 772"/>
                  <a:gd name="T38" fmla="*/ 0 w 1036"/>
                  <a:gd name="T39" fmla="*/ 0 h 772"/>
                  <a:gd name="T40" fmla="*/ 0 w 1036"/>
                  <a:gd name="T41" fmla="*/ 0 h 772"/>
                  <a:gd name="T42" fmla="*/ 0 w 1036"/>
                  <a:gd name="T43" fmla="*/ 0 h 772"/>
                  <a:gd name="T44" fmla="*/ 0 w 1036"/>
                  <a:gd name="T45" fmla="*/ 0 h 772"/>
                  <a:gd name="T46" fmla="*/ 0 w 1036"/>
                  <a:gd name="T47" fmla="*/ 0 h 772"/>
                  <a:gd name="T48" fmla="*/ 0 w 1036"/>
                  <a:gd name="T49" fmla="*/ 0 h 772"/>
                  <a:gd name="T50" fmla="*/ 0 w 1036"/>
                  <a:gd name="T51" fmla="*/ 0 h 772"/>
                  <a:gd name="T52" fmla="*/ 0 w 1036"/>
                  <a:gd name="T53" fmla="*/ 0 h 772"/>
                  <a:gd name="T54" fmla="*/ 0 w 1036"/>
                  <a:gd name="T55" fmla="*/ 0 h 772"/>
                  <a:gd name="T56" fmla="*/ 0 w 1036"/>
                  <a:gd name="T57" fmla="*/ 0 h 772"/>
                  <a:gd name="T58" fmla="*/ 0 w 1036"/>
                  <a:gd name="T59" fmla="*/ 0 h 772"/>
                  <a:gd name="T60" fmla="*/ 0 w 1036"/>
                  <a:gd name="T61" fmla="*/ 0 h 772"/>
                  <a:gd name="T62" fmla="*/ 0 w 1036"/>
                  <a:gd name="T63" fmla="*/ 0 h 772"/>
                  <a:gd name="T64" fmla="*/ 0 w 1036"/>
                  <a:gd name="T65" fmla="*/ 0 h 77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36"/>
                  <a:gd name="T100" fmla="*/ 0 h 772"/>
                  <a:gd name="T101" fmla="*/ 1036 w 1036"/>
                  <a:gd name="T102" fmla="*/ 772 h 772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36" h="772">
                    <a:moveTo>
                      <a:pt x="2" y="446"/>
                    </a:moveTo>
                    <a:lnTo>
                      <a:pt x="292" y="756"/>
                    </a:lnTo>
                    <a:lnTo>
                      <a:pt x="294" y="757"/>
                    </a:lnTo>
                    <a:lnTo>
                      <a:pt x="297" y="760"/>
                    </a:lnTo>
                    <a:lnTo>
                      <a:pt x="302" y="765"/>
                    </a:lnTo>
                    <a:lnTo>
                      <a:pt x="309" y="768"/>
                    </a:lnTo>
                    <a:lnTo>
                      <a:pt x="317" y="771"/>
                    </a:lnTo>
                    <a:lnTo>
                      <a:pt x="328" y="772"/>
                    </a:lnTo>
                    <a:lnTo>
                      <a:pt x="340" y="772"/>
                    </a:lnTo>
                    <a:lnTo>
                      <a:pt x="353" y="767"/>
                    </a:lnTo>
                    <a:lnTo>
                      <a:pt x="1024" y="268"/>
                    </a:lnTo>
                    <a:lnTo>
                      <a:pt x="1025" y="267"/>
                    </a:lnTo>
                    <a:lnTo>
                      <a:pt x="1029" y="263"/>
                    </a:lnTo>
                    <a:lnTo>
                      <a:pt x="1032" y="257"/>
                    </a:lnTo>
                    <a:lnTo>
                      <a:pt x="1036" y="248"/>
                    </a:lnTo>
                    <a:lnTo>
                      <a:pt x="1036" y="239"/>
                    </a:lnTo>
                    <a:lnTo>
                      <a:pt x="1034" y="227"/>
                    </a:lnTo>
                    <a:lnTo>
                      <a:pt x="1025" y="216"/>
                    </a:lnTo>
                    <a:lnTo>
                      <a:pt x="1010" y="204"/>
                    </a:lnTo>
                    <a:lnTo>
                      <a:pt x="671" y="3"/>
                    </a:lnTo>
                    <a:lnTo>
                      <a:pt x="670" y="3"/>
                    </a:lnTo>
                    <a:lnTo>
                      <a:pt x="668" y="1"/>
                    </a:lnTo>
                    <a:lnTo>
                      <a:pt x="664" y="0"/>
                    </a:lnTo>
                    <a:lnTo>
                      <a:pt x="659" y="0"/>
                    </a:lnTo>
                    <a:lnTo>
                      <a:pt x="654" y="0"/>
                    </a:lnTo>
                    <a:lnTo>
                      <a:pt x="646" y="1"/>
                    </a:lnTo>
                    <a:lnTo>
                      <a:pt x="638" y="4"/>
                    </a:lnTo>
                    <a:lnTo>
                      <a:pt x="628" y="9"/>
                    </a:lnTo>
                    <a:lnTo>
                      <a:pt x="22" y="403"/>
                    </a:lnTo>
                    <a:lnTo>
                      <a:pt x="17" y="408"/>
                    </a:lnTo>
                    <a:lnTo>
                      <a:pt x="9" y="418"/>
                    </a:lnTo>
                    <a:lnTo>
                      <a:pt x="0" y="432"/>
                    </a:lnTo>
                    <a:lnTo>
                      <a:pt x="2" y="446"/>
                    </a:lnTo>
                    <a:close/>
                  </a:path>
                </a:pathLst>
              </a:custGeom>
              <a:solidFill>
                <a:srgbClr val="EAEA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4" name="Freeform 538"/>
              <p:cNvSpPr>
                <a:spLocks/>
              </p:cNvSpPr>
              <p:nvPr/>
            </p:nvSpPr>
            <p:spPr bwMode="auto">
              <a:xfrm>
                <a:off x="810" y="1719"/>
                <a:ext cx="116" cy="78"/>
              </a:xfrm>
              <a:custGeom>
                <a:avLst/>
                <a:gdLst>
                  <a:gd name="T0" fmla="*/ 0 w 583"/>
                  <a:gd name="T1" fmla="*/ 0 h 388"/>
                  <a:gd name="T2" fmla="*/ 0 w 583"/>
                  <a:gd name="T3" fmla="*/ 0 h 388"/>
                  <a:gd name="T4" fmla="*/ 0 w 583"/>
                  <a:gd name="T5" fmla="*/ 0 h 388"/>
                  <a:gd name="T6" fmla="*/ 0 w 583"/>
                  <a:gd name="T7" fmla="*/ 0 h 388"/>
                  <a:gd name="T8" fmla="*/ 0 w 583"/>
                  <a:gd name="T9" fmla="*/ 0 h 3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3"/>
                  <a:gd name="T16" fmla="*/ 0 h 388"/>
                  <a:gd name="T17" fmla="*/ 583 w 583"/>
                  <a:gd name="T18" fmla="*/ 388 h 3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3" h="388">
                    <a:moveTo>
                      <a:pt x="0" y="383"/>
                    </a:moveTo>
                    <a:lnTo>
                      <a:pt x="2" y="388"/>
                    </a:lnTo>
                    <a:lnTo>
                      <a:pt x="583" y="5"/>
                    </a:lnTo>
                    <a:lnTo>
                      <a:pt x="579" y="0"/>
                    </a:lnTo>
                    <a:lnTo>
                      <a:pt x="0" y="38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5" name="Freeform 539"/>
              <p:cNvSpPr>
                <a:spLocks/>
              </p:cNvSpPr>
              <p:nvPr/>
            </p:nvSpPr>
            <p:spPr bwMode="auto">
              <a:xfrm>
                <a:off x="818" y="1724"/>
                <a:ext cx="117" cy="80"/>
              </a:xfrm>
              <a:custGeom>
                <a:avLst/>
                <a:gdLst>
                  <a:gd name="T0" fmla="*/ 0 w 585"/>
                  <a:gd name="T1" fmla="*/ 0 h 398"/>
                  <a:gd name="T2" fmla="*/ 0 w 585"/>
                  <a:gd name="T3" fmla="*/ 0 h 398"/>
                  <a:gd name="T4" fmla="*/ 0 w 585"/>
                  <a:gd name="T5" fmla="*/ 0 h 398"/>
                  <a:gd name="T6" fmla="*/ 0 w 585"/>
                  <a:gd name="T7" fmla="*/ 0 h 398"/>
                  <a:gd name="T8" fmla="*/ 0 w 585"/>
                  <a:gd name="T9" fmla="*/ 0 h 39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5"/>
                  <a:gd name="T16" fmla="*/ 0 h 398"/>
                  <a:gd name="T17" fmla="*/ 585 w 585"/>
                  <a:gd name="T18" fmla="*/ 398 h 39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5" h="398">
                    <a:moveTo>
                      <a:pt x="0" y="392"/>
                    </a:moveTo>
                    <a:lnTo>
                      <a:pt x="2" y="398"/>
                    </a:lnTo>
                    <a:lnTo>
                      <a:pt x="585" y="5"/>
                    </a:lnTo>
                    <a:lnTo>
                      <a:pt x="581" y="0"/>
                    </a:lnTo>
                    <a:lnTo>
                      <a:pt x="0" y="39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6" name="Freeform 540"/>
              <p:cNvSpPr>
                <a:spLocks/>
              </p:cNvSpPr>
              <p:nvPr/>
            </p:nvSpPr>
            <p:spPr bwMode="auto">
              <a:xfrm>
                <a:off x="827" y="1729"/>
                <a:ext cx="117" cy="82"/>
              </a:xfrm>
              <a:custGeom>
                <a:avLst/>
                <a:gdLst>
                  <a:gd name="T0" fmla="*/ 0 w 586"/>
                  <a:gd name="T1" fmla="*/ 0 h 409"/>
                  <a:gd name="T2" fmla="*/ 0 w 586"/>
                  <a:gd name="T3" fmla="*/ 0 h 409"/>
                  <a:gd name="T4" fmla="*/ 0 w 586"/>
                  <a:gd name="T5" fmla="*/ 0 h 409"/>
                  <a:gd name="T6" fmla="*/ 0 w 586"/>
                  <a:gd name="T7" fmla="*/ 0 h 409"/>
                  <a:gd name="T8" fmla="*/ 0 w 586"/>
                  <a:gd name="T9" fmla="*/ 0 h 40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6"/>
                  <a:gd name="T16" fmla="*/ 0 h 409"/>
                  <a:gd name="T17" fmla="*/ 586 w 586"/>
                  <a:gd name="T18" fmla="*/ 409 h 40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6" h="409">
                    <a:moveTo>
                      <a:pt x="0" y="403"/>
                    </a:moveTo>
                    <a:lnTo>
                      <a:pt x="2" y="409"/>
                    </a:lnTo>
                    <a:lnTo>
                      <a:pt x="586" y="5"/>
                    </a:lnTo>
                    <a:lnTo>
                      <a:pt x="584" y="0"/>
                    </a:lnTo>
                    <a:lnTo>
                      <a:pt x="0" y="40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7" name="Freeform 541"/>
              <p:cNvSpPr>
                <a:spLocks/>
              </p:cNvSpPr>
              <p:nvPr/>
            </p:nvSpPr>
            <p:spPr bwMode="auto">
              <a:xfrm>
                <a:off x="835" y="1734"/>
                <a:ext cx="118" cy="84"/>
              </a:xfrm>
              <a:custGeom>
                <a:avLst/>
                <a:gdLst>
                  <a:gd name="T0" fmla="*/ 0 w 589"/>
                  <a:gd name="T1" fmla="*/ 0 h 420"/>
                  <a:gd name="T2" fmla="*/ 0 w 589"/>
                  <a:gd name="T3" fmla="*/ 0 h 420"/>
                  <a:gd name="T4" fmla="*/ 0 w 589"/>
                  <a:gd name="T5" fmla="*/ 0 h 420"/>
                  <a:gd name="T6" fmla="*/ 0 w 589"/>
                  <a:gd name="T7" fmla="*/ 0 h 420"/>
                  <a:gd name="T8" fmla="*/ 0 w 589"/>
                  <a:gd name="T9" fmla="*/ 0 h 4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89"/>
                  <a:gd name="T16" fmla="*/ 0 h 420"/>
                  <a:gd name="T17" fmla="*/ 589 w 589"/>
                  <a:gd name="T18" fmla="*/ 420 h 4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89" h="420">
                    <a:moveTo>
                      <a:pt x="0" y="414"/>
                    </a:moveTo>
                    <a:lnTo>
                      <a:pt x="2" y="420"/>
                    </a:lnTo>
                    <a:lnTo>
                      <a:pt x="589" y="5"/>
                    </a:lnTo>
                    <a:lnTo>
                      <a:pt x="586" y="0"/>
                    </a:lnTo>
                    <a:lnTo>
                      <a:pt x="0" y="41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8" name="Freeform 542"/>
              <p:cNvSpPr>
                <a:spLocks/>
              </p:cNvSpPr>
              <p:nvPr/>
            </p:nvSpPr>
            <p:spPr bwMode="auto">
              <a:xfrm>
                <a:off x="844" y="1739"/>
                <a:ext cx="118" cy="87"/>
              </a:xfrm>
              <a:custGeom>
                <a:avLst/>
                <a:gdLst>
                  <a:gd name="T0" fmla="*/ 0 w 592"/>
                  <a:gd name="T1" fmla="*/ 0 h 432"/>
                  <a:gd name="T2" fmla="*/ 0 w 592"/>
                  <a:gd name="T3" fmla="*/ 0 h 432"/>
                  <a:gd name="T4" fmla="*/ 0 w 592"/>
                  <a:gd name="T5" fmla="*/ 0 h 432"/>
                  <a:gd name="T6" fmla="*/ 0 w 592"/>
                  <a:gd name="T7" fmla="*/ 0 h 432"/>
                  <a:gd name="T8" fmla="*/ 0 w 592"/>
                  <a:gd name="T9" fmla="*/ 0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92"/>
                  <a:gd name="T16" fmla="*/ 0 h 432"/>
                  <a:gd name="T17" fmla="*/ 592 w 592"/>
                  <a:gd name="T18" fmla="*/ 432 h 4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92" h="432">
                    <a:moveTo>
                      <a:pt x="0" y="427"/>
                    </a:moveTo>
                    <a:lnTo>
                      <a:pt x="2" y="432"/>
                    </a:lnTo>
                    <a:lnTo>
                      <a:pt x="592" y="5"/>
                    </a:lnTo>
                    <a:lnTo>
                      <a:pt x="588" y="0"/>
                    </a:lnTo>
                    <a:lnTo>
                      <a:pt x="0" y="42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9" name="Freeform 543"/>
              <p:cNvSpPr>
                <a:spLocks/>
              </p:cNvSpPr>
              <p:nvPr/>
            </p:nvSpPr>
            <p:spPr bwMode="auto">
              <a:xfrm>
                <a:off x="853" y="1745"/>
                <a:ext cx="119" cy="88"/>
              </a:xfrm>
              <a:custGeom>
                <a:avLst/>
                <a:gdLst>
                  <a:gd name="T0" fmla="*/ 0 w 593"/>
                  <a:gd name="T1" fmla="*/ 0 h 443"/>
                  <a:gd name="T2" fmla="*/ 0 w 593"/>
                  <a:gd name="T3" fmla="*/ 0 h 443"/>
                  <a:gd name="T4" fmla="*/ 0 w 593"/>
                  <a:gd name="T5" fmla="*/ 0 h 443"/>
                  <a:gd name="T6" fmla="*/ 0 w 593"/>
                  <a:gd name="T7" fmla="*/ 0 h 443"/>
                  <a:gd name="T8" fmla="*/ 0 w 593"/>
                  <a:gd name="T9" fmla="*/ 0 h 4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93"/>
                  <a:gd name="T16" fmla="*/ 0 h 443"/>
                  <a:gd name="T17" fmla="*/ 593 w 593"/>
                  <a:gd name="T18" fmla="*/ 443 h 4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93" h="443">
                    <a:moveTo>
                      <a:pt x="0" y="438"/>
                    </a:moveTo>
                    <a:lnTo>
                      <a:pt x="2" y="443"/>
                    </a:lnTo>
                    <a:lnTo>
                      <a:pt x="593" y="6"/>
                    </a:lnTo>
                    <a:lnTo>
                      <a:pt x="590" y="0"/>
                    </a:lnTo>
                    <a:lnTo>
                      <a:pt x="0" y="43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0" name="Freeform 544"/>
              <p:cNvSpPr>
                <a:spLocks/>
              </p:cNvSpPr>
              <p:nvPr/>
            </p:nvSpPr>
            <p:spPr bwMode="auto">
              <a:xfrm>
                <a:off x="862" y="1750"/>
                <a:ext cx="119" cy="91"/>
              </a:xfrm>
              <a:custGeom>
                <a:avLst/>
                <a:gdLst>
                  <a:gd name="T0" fmla="*/ 0 w 596"/>
                  <a:gd name="T1" fmla="*/ 0 h 456"/>
                  <a:gd name="T2" fmla="*/ 0 w 596"/>
                  <a:gd name="T3" fmla="*/ 0 h 456"/>
                  <a:gd name="T4" fmla="*/ 0 w 596"/>
                  <a:gd name="T5" fmla="*/ 0 h 456"/>
                  <a:gd name="T6" fmla="*/ 0 w 596"/>
                  <a:gd name="T7" fmla="*/ 0 h 456"/>
                  <a:gd name="T8" fmla="*/ 0 w 596"/>
                  <a:gd name="T9" fmla="*/ 0 h 4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96"/>
                  <a:gd name="T16" fmla="*/ 0 h 456"/>
                  <a:gd name="T17" fmla="*/ 596 w 596"/>
                  <a:gd name="T18" fmla="*/ 456 h 4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96" h="456">
                    <a:moveTo>
                      <a:pt x="0" y="450"/>
                    </a:moveTo>
                    <a:lnTo>
                      <a:pt x="4" y="456"/>
                    </a:lnTo>
                    <a:lnTo>
                      <a:pt x="596" y="6"/>
                    </a:lnTo>
                    <a:lnTo>
                      <a:pt x="593" y="0"/>
                    </a:lnTo>
                    <a:lnTo>
                      <a:pt x="0" y="45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1" name="Freeform 545"/>
              <p:cNvSpPr>
                <a:spLocks/>
              </p:cNvSpPr>
              <p:nvPr/>
            </p:nvSpPr>
            <p:spPr bwMode="auto">
              <a:xfrm>
                <a:off x="827" y="1698"/>
                <a:ext cx="46" cy="21"/>
              </a:xfrm>
              <a:custGeom>
                <a:avLst/>
                <a:gdLst>
                  <a:gd name="T0" fmla="*/ 0 w 230"/>
                  <a:gd name="T1" fmla="*/ 0 h 104"/>
                  <a:gd name="T2" fmla="*/ 0 w 230"/>
                  <a:gd name="T3" fmla="*/ 0 h 104"/>
                  <a:gd name="T4" fmla="*/ 0 w 230"/>
                  <a:gd name="T5" fmla="*/ 0 h 104"/>
                  <a:gd name="T6" fmla="*/ 0 w 230"/>
                  <a:gd name="T7" fmla="*/ 0 h 104"/>
                  <a:gd name="T8" fmla="*/ 0 w 230"/>
                  <a:gd name="T9" fmla="*/ 0 h 104"/>
                  <a:gd name="T10" fmla="*/ 0 w 230"/>
                  <a:gd name="T11" fmla="*/ 0 h 104"/>
                  <a:gd name="T12" fmla="*/ 0 w 230"/>
                  <a:gd name="T13" fmla="*/ 0 h 10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30"/>
                  <a:gd name="T22" fmla="*/ 0 h 104"/>
                  <a:gd name="T23" fmla="*/ 230 w 230"/>
                  <a:gd name="T24" fmla="*/ 104 h 10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30" h="104">
                    <a:moveTo>
                      <a:pt x="0" y="54"/>
                    </a:moveTo>
                    <a:lnTo>
                      <a:pt x="93" y="0"/>
                    </a:lnTo>
                    <a:lnTo>
                      <a:pt x="230" y="103"/>
                    </a:lnTo>
                    <a:lnTo>
                      <a:pt x="225" y="104"/>
                    </a:lnTo>
                    <a:lnTo>
                      <a:pt x="93" y="5"/>
                    </a:lnTo>
                    <a:lnTo>
                      <a:pt x="5" y="56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2" name="Freeform 546"/>
              <p:cNvSpPr>
                <a:spLocks/>
              </p:cNvSpPr>
              <p:nvPr/>
            </p:nvSpPr>
            <p:spPr bwMode="auto">
              <a:xfrm>
                <a:off x="772" y="1718"/>
                <a:ext cx="116" cy="47"/>
              </a:xfrm>
              <a:custGeom>
                <a:avLst/>
                <a:gdLst>
                  <a:gd name="T0" fmla="*/ 0 w 578"/>
                  <a:gd name="T1" fmla="*/ 0 h 234"/>
                  <a:gd name="T2" fmla="*/ 0 w 578"/>
                  <a:gd name="T3" fmla="*/ 0 h 234"/>
                  <a:gd name="T4" fmla="*/ 0 w 578"/>
                  <a:gd name="T5" fmla="*/ 0 h 234"/>
                  <a:gd name="T6" fmla="*/ 0 w 578"/>
                  <a:gd name="T7" fmla="*/ 0 h 234"/>
                  <a:gd name="T8" fmla="*/ 0 w 578"/>
                  <a:gd name="T9" fmla="*/ 0 h 234"/>
                  <a:gd name="T10" fmla="*/ 0 w 578"/>
                  <a:gd name="T11" fmla="*/ 0 h 234"/>
                  <a:gd name="T12" fmla="*/ 0 w 578"/>
                  <a:gd name="T13" fmla="*/ 0 h 234"/>
                  <a:gd name="T14" fmla="*/ 0 w 578"/>
                  <a:gd name="T15" fmla="*/ 0 h 234"/>
                  <a:gd name="T16" fmla="*/ 0 w 578"/>
                  <a:gd name="T17" fmla="*/ 0 h 234"/>
                  <a:gd name="T18" fmla="*/ 0 w 578"/>
                  <a:gd name="T19" fmla="*/ 0 h 234"/>
                  <a:gd name="T20" fmla="*/ 0 w 578"/>
                  <a:gd name="T21" fmla="*/ 0 h 234"/>
                  <a:gd name="T22" fmla="*/ 0 w 578"/>
                  <a:gd name="T23" fmla="*/ 0 h 234"/>
                  <a:gd name="T24" fmla="*/ 0 w 578"/>
                  <a:gd name="T25" fmla="*/ 0 h 234"/>
                  <a:gd name="T26" fmla="*/ 0 w 578"/>
                  <a:gd name="T27" fmla="*/ 0 h 234"/>
                  <a:gd name="T28" fmla="*/ 0 w 578"/>
                  <a:gd name="T29" fmla="*/ 0 h 234"/>
                  <a:gd name="T30" fmla="*/ 0 w 578"/>
                  <a:gd name="T31" fmla="*/ 0 h 234"/>
                  <a:gd name="T32" fmla="*/ 0 w 578"/>
                  <a:gd name="T33" fmla="*/ 0 h 234"/>
                  <a:gd name="T34" fmla="*/ 0 w 578"/>
                  <a:gd name="T35" fmla="*/ 0 h 234"/>
                  <a:gd name="T36" fmla="*/ 0 w 578"/>
                  <a:gd name="T37" fmla="*/ 0 h 234"/>
                  <a:gd name="T38" fmla="*/ 0 w 578"/>
                  <a:gd name="T39" fmla="*/ 0 h 234"/>
                  <a:gd name="T40" fmla="*/ 0 w 578"/>
                  <a:gd name="T41" fmla="*/ 0 h 234"/>
                  <a:gd name="T42" fmla="*/ 0 w 578"/>
                  <a:gd name="T43" fmla="*/ 0 h 234"/>
                  <a:gd name="T44" fmla="*/ 0 w 578"/>
                  <a:gd name="T45" fmla="*/ 0 h 234"/>
                  <a:gd name="T46" fmla="*/ 0 w 578"/>
                  <a:gd name="T47" fmla="*/ 0 h 234"/>
                  <a:gd name="T48" fmla="*/ 0 w 578"/>
                  <a:gd name="T49" fmla="*/ 0 h 234"/>
                  <a:gd name="T50" fmla="*/ 0 w 578"/>
                  <a:gd name="T51" fmla="*/ 0 h 234"/>
                  <a:gd name="T52" fmla="*/ 0 w 578"/>
                  <a:gd name="T53" fmla="*/ 0 h 234"/>
                  <a:gd name="T54" fmla="*/ 0 w 578"/>
                  <a:gd name="T55" fmla="*/ 0 h 234"/>
                  <a:gd name="T56" fmla="*/ 0 w 578"/>
                  <a:gd name="T57" fmla="*/ 0 h 234"/>
                  <a:gd name="T58" fmla="*/ 0 w 578"/>
                  <a:gd name="T59" fmla="*/ 0 h 234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578"/>
                  <a:gd name="T91" fmla="*/ 0 h 234"/>
                  <a:gd name="T92" fmla="*/ 578 w 578"/>
                  <a:gd name="T93" fmla="*/ 234 h 234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578" h="234">
                    <a:moveTo>
                      <a:pt x="0" y="72"/>
                    </a:moveTo>
                    <a:lnTo>
                      <a:pt x="165" y="224"/>
                    </a:lnTo>
                    <a:lnTo>
                      <a:pt x="166" y="225"/>
                    </a:lnTo>
                    <a:lnTo>
                      <a:pt x="171" y="228"/>
                    </a:lnTo>
                    <a:lnTo>
                      <a:pt x="177" y="230"/>
                    </a:lnTo>
                    <a:lnTo>
                      <a:pt x="186" y="233"/>
                    </a:lnTo>
                    <a:lnTo>
                      <a:pt x="197" y="234"/>
                    </a:lnTo>
                    <a:lnTo>
                      <a:pt x="210" y="234"/>
                    </a:lnTo>
                    <a:lnTo>
                      <a:pt x="223" y="233"/>
                    </a:lnTo>
                    <a:lnTo>
                      <a:pt x="239" y="227"/>
                    </a:lnTo>
                    <a:lnTo>
                      <a:pt x="566" y="18"/>
                    </a:lnTo>
                    <a:lnTo>
                      <a:pt x="569" y="17"/>
                    </a:lnTo>
                    <a:lnTo>
                      <a:pt x="572" y="12"/>
                    </a:lnTo>
                    <a:lnTo>
                      <a:pt x="576" y="6"/>
                    </a:lnTo>
                    <a:lnTo>
                      <a:pt x="578" y="0"/>
                    </a:lnTo>
                    <a:lnTo>
                      <a:pt x="577" y="2"/>
                    </a:lnTo>
                    <a:lnTo>
                      <a:pt x="572" y="7"/>
                    </a:lnTo>
                    <a:lnTo>
                      <a:pt x="567" y="12"/>
                    </a:lnTo>
                    <a:lnTo>
                      <a:pt x="561" y="16"/>
                    </a:lnTo>
                    <a:lnTo>
                      <a:pt x="237" y="222"/>
                    </a:lnTo>
                    <a:lnTo>
                      <a:pt x="235" y="223"/>
                    </a:lnTo>
                    <a:lnTo>
                      <a:pt x="230" y="224"/>
                    </a:lnTo>
                    <a:lnTo>
                      <a:pt x="223" y="227"/>
                    </a:lnTo>
                    <a:lnTo>
                      <a:pt x="213" y="228"/>
                    </a:lnTo>
                    <a:lnTo>
                      <a:pt x="202" y="229"/>
                    </a:lnTo>
                    <a:lnTo>
                      <a:pt x="190" y="229"/>
                    </a:lnTo>
                    <a:lnTo>
                      <a:pt x="178" y="227"/>
                    </a:lnTo>
                    <a:lnTo>
                      <a:pt x="167" y="221"/>
                    </a:lnTo>
                    <a:lnTo>
                      <a:pt x="6" y="69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3" name="Freeform 547"/>
              <p:cNvSpPr>
                <a:spLocks/>
              </p:cNvSpPr>
              <p:nvPr/>
            </p:nvSpPr>
            <p:spPr bwMode="auto">
              <a:xfrm>
                <a:off x="833" y="1856"/>
                <a:ext cx="15" cy="12"/>
              </a:xfrm>
              <a:custGeom>
                <a:avLst/>
                <a:gdLst>
                  <a:gd name="T0" fmla="*/ 0 w 78"/>
                  <a:gd name="T1" fmla="*/ 0 h 60"/>
                  <a:gd name="T2" fmla="*/ 0 w 78"/>
                  <a:gd name="T3" fmla="*/ 0 h 60"/>
                  <a:gd name="T4" fmla="*/ 0 w 78"/>
                  <a:gd name="T5" fmla="*/ 0 h 60"/>
                  <a:gd name="T6" fmla="*/ 0 w 78"/>
                  <a:gd name="T7" fmla="*/ 0 h 60"/>
                  <a:gd name="T8" fmla="*/ 0 w 78"/>
                  <a:gd name="T9" fmla="*/ 0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60"/>
                  <a:gd name="T17" fmla="*/ 78 w 78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60">
                    <a:moveTo>
                      <a:pt x="0" y="30"/>
                    </a:moveTo>
                    <a:lnTo>
                      <a:pt x="28" y="60"/>
                    </a:lnTo>
                    <a:lnTo>
                      <a:pt x="78" y="28"/>
                    </a:lnTo>
                    <a:lnTo>
                      <a:pt x="47" y="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2B0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4" name="Freeform 548"/>
              <p:cNvSpPr>
                <a:spLocks/>
              </p:cNvSpPr>
              <p:nvPr/>
            </p:nvSpPr>
            <p:spPr bwMode="auto">
              <a:xfrm>
                <a:off x="728" y="1756"/>
                <a:ext cx="125" cy="133"/>
              </a:xfrm>
              <a:custGeom>
                <a:avLst/>
                <a:gdLst>
                  <a:gd name="T0" fmla="*/ 0 w 625"/>
                  <a:gd name="T1" fmla="*/ 0 h 667"/>
                  <a:gd name="T2" fmla="*/ 0 w 625"/>
                  <a:gd name="T3" fmla="*/ 0 h 667"/>
                  <a:gd name="T4" fmla="*/ 0 w 625"/>
                  <a:gd name="T5" fmla="*/ 0 h 667"/>
                  <a:gd name="T6" fmla="*/ 0 w 625"/>
                  <a:gd name="T7" fmla="*/ 0 h 667"/>
                  <a:gd name="T8" fmla="*/ 0 w 625"/>
                  <a:gd name="T9" fmla="*/ 0 h 667"/>
                  <a:gd name="T10" fmla="*/ 0 w 625"/>
                  <a:gd name="T11" fmla="*/ 0 h 667"/>
                  <a:gd name="T12" fmla="*/ 0 w 625"/>
                  <a:gd name="T13" fmla="*/ 0 h 667"/>
                  <a:gd name="T14" fmla="*/ 0 w 625"/>
                  <a:gd name="T15" fmla="*/ 0 h 667"/>
                  <a:gd name="T16" fmla="*/ 0 w 625"/>
                  <a:gd name="T17" fmla="*/ 0 h 667"/>
                  <a:gd name="T18" fmla="*/ 0 w 625"/>
                  <a:gd name="T19" fmla="*/ 0 h 667"/>
                  <a:gd name="T20" fmla="*/ 0 w 625"/>
                  <a:gd name="T21" fmla="*/ 0 h 667"/>
                  <a:gd name="T22" fmla="*/ 0 w 625"/>
                  <a:gd name="T23" fmla="*/ 0 h 667"/>
                  <a:gd name="T24" fmla="*/ 0 w 625"/>
                  <a:gd name="T25" fmla="*/ 0 h 667"/>
                  <a:gd name="T26" fmla="*/ 0 w 625"/>
                  <a:gd name="T27" fmla="*/ 0 h 667"/>
                  <a:gd name="T28" fmla="*/ 0 w 625"/>
                  <a:gd name="T29" fmla="*/ 0 h 667"/>
                  <a:gd name="T30" fmla="*/ 0 w 625"/>
                  <a:gd name="T31" fmla="*/ 0 h 667"/>
                  <a:gd name="T32" fmla="*/ 0 w 625"/>
                  <a:gd name="T33" fmla="*/ 0 h 667"/>
                  <a:gd name="T34" fmla="*/ 0 w 625"/>
                  <a:gd name="T35" fmla="*/ 0 h 667"/>
                  <a:gd name="T36" fmla="*/ 0 w 625"/>
                  <a:gd name="T37" fmla="*/ 0 h 667"/>
                  <a:gd name="T38" fmla="*/ 0 w 625"/>
                  <a:gd name="T39" fmla="*/ 0 h 667"/>
                  <a:gd name="T40" fmla="*/ 0 w 625"/>
                  <a:gd name="T41" fmla="*/ 0 h 667"/>
                  <a:gd name="T42" fmla="*/ 0 w 625"/>
                  <a:gd name="T43" fmla="*/ 0 h 66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25"/>
                  <a:gd name="T67" fmla="*/ 0 h 667"/>
                  <a:gd name="T68" fmla="*/ 625 w 625"/>
                  <a:gd name="T69" fmla="*/ 667 h 667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25" h="667">
                    <a:moveTo>
                      <a:pt x="3" y="0"/>
                    </a:moveTo>
                    <a:lnTo>
                      <a:pt x="585" y="613"/>
                    </a:lnTo>
                    <a:lnTo>
                      <a:pt x="587" y="613"/>
                    </a:lnTo>
                    <a:lnTo>
                      <a:pt x="589" y="615"/>
                    </a:lnTo>
                    <a:lnTo>
                      <a:pt x="594" y="616"/>
                    </a:lnTo>
                    <a:lnTo>
                      <a:pt x="599" y="619"/>
                    </a:lnTo>
                    <a:lnTo>
                      <a:pt x="605" y="620"/>
                    </a:lnTo>
                    <a:lnTo>
                      <a:pt x="612" y="619"/>
                    </a:lnTo>
                    <a:lnTo>
                      <a:pt x="619" y="617"/>
                    </a:lnTo>
                    <a:lnTo>
                      <a:pt x="625" y="614"/>
                    </a:lnTo>
                    <a:lnTo>
                      <a:pt x="616" y="663"/>
                    </a:lnTo>
                    <a:lnTo>
                      <a:pt x="615" y="663"/>
                    </a:lnTo>
                    <a:lnTo>
                      <a:pt x="613" y="664"/>
                    </a:lnTo>
                    <a:lnTo>
                      <a:pt x="609" y="666"/>
                    </a:lnTo>
                    <a:lnTo>
                      <a:pt x="603" y="666"/>
                    </a:lnTo>
                    <a:lnTo>
                      <a:pt x="597" y="667"/>
                    </a:lnTo>
                    <a:lnTo>
                      <a:pt x="590" y="666"/>
                    </a:lnTo>
                    <a:lnTo>
                      <a:pt x="583" y="665"/>
                    </a:lnTo>
                    <a:lnTo>
                      <a:pt x="575" y="660"/>
                    </a:lnTo>
                    <a:lnTo>
                      <a:pt x="582" y="625"/>
                    </a:lnTo>
                    <a:lnTo>
                      <a:pt x="0" y="8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F984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5" name="Freeform 549"/>
              <p:cNvSpPr>
                <a:spLocks/>
              </p:cNvSpPr>
              <p:nvPr/>
            </p:nvSpPr>
            <p:spPr bwMode="auto">
              <a:xfrm>
                <a:off x="842" y="1857"/>
                <a:ext cx="4" cy="5"/>
              </a:xfrm>
              <a:custGeom>
                <a:avLst/>
                <a:gdLst>
                  <a:gd name="T0" fmla="*/ 0 w 23"/>
                  <a:gd name="T1" fmla="*/ 0 h 25"/>
                  <a:gd name="T2" fmla="*/ 0 w 23"/>
                  <a:gd name="T3" fmla="*/ 0 h 25"/>
                  <a:gd name="T4" fmla="*/ 0 w 23"/>
                  <a:gd name="T5" fmla="*/ 0 h 25"/>
                  <a:gd name="T6" fmla="*/ 0 w 23"/>
                  <a:gd name="T7" fmla="*/ 0 h 25"/>
                  <a:gd name="T8" fmla="*/ 0 w 23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"/>
                  <a:gd name="T16" fmla="*/ 0 h 25"/>
                  <a:gd name="T17" fmla="*/ 23 w 23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" h="25">
                    <a:moveTo>
                      <a:pt x="0" y="0"/>
                    </a:moveTo>
                    <a:lnTo>
                      <a:pt x="0" y="15"/>
                    </a:lnTo>
                    <a:lnTo>
                      <a:pt x="15" y="25"/>
                    </a:lnTo>
                    <a:lnTo>
                      <a:pt x="23" y="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6" name="Freeform 550"/>
              <p:cNvSpPr>
                <a:spLocks/>
              </p:cNvSpPr>
              <p:nvPr/>
            </p:nvSpPr>
            <p:spPr bwMode="auto">
              <a:xfrm>
                <a:off x="774" y="1731"/>
                <a:ext cx="45" cy="33"/>
              </a:xfrm>
              <a:custGeom>
                <a:avLst/>
                <a:gdLst>
                  <a:gd name="T0" fmla="*/ 0 w 228"/>
                  <a:gd name="T1" fmla="*/ 0 h 164"/>
                  <a:gd name="T2" fmla="*/ 0 w 228"/>
                  <a:gd name="T3" fmla="*/ 0 h 164"/>
                  <a:gd name="T4" fmla="*/ 0 w 228"/>
                  <a:gd name="T5" fmla="*/ 0 h 164"/>
                  <a:gd name="T6" fmla="*/ 0 w 228"/>
                  <a:gd name="T7" fmla="*/ 0 h 164"/>
                  <a:gd name="T8" fmla="*/ 0 w 228"/>
                  <a:gd name="T9" fmla="*/ 0 h 164"/>
                  <a:gd name="T10" fmla="*/ 0 w 228"/>
                  <a:gd name="T11" fmla="*/ 0 h 164"/>
                  <a:gd name="T12" fmla="*/ 0 w 228"/>
                  <a:gd name="T13" fmla="*/ 0 h 164"/>
                  <a:gd name="T14" fmla="*/ 0 w 228"/>
                  <a:gd name="T15" fmla="*/ 0 h 164"/>
                  <a:gd name="T16" fmla="*/ 0 w 228"/>
                  <a:gd name="T17" fmla="*/ 0 h 164"/>
                  <a:gd name="T18" fmla="*/ 0 w 228"/>
                  <a:gd name="T19" fmla="*/ 0 h 164"/>
                  <a:gd name="T20" fmla="*/ 0 w 228"/>
                  <a:gd name="T21" fmla="*/ 0 h 164"/>
                  <a:gd name="T22" fmla="*/ 0 w 228"/>
                  <a:gd name="T23" fmla="*/ 0 h 164"/>
                  <a:gd name="T24" fmla="*/ 0 w 228"/>
                  <a:gd name="T25" fmla="*/ 0 h 164"/>
                  <a:gd name="T26" fmla="*/ 0 w 228"/>
                  <a:gd name="T27" fmla="*/ 0 h 164"/>
                  <a:gd name="T28" fmla="*/ 0 w 228"/>
                  <a:gd name="T29" fmla="*/ 0 h 164"/>
                  <a:gd name="T30" fmla="*/ 0 w 228"/>
                  <a:gd name="T31" fmla="*/ 0 h 164"/>
                  <a:gd name="T32" fmla="*/ 0 w 228"/>
                  <a:gd name="T33" fmla="*/ 0 h 164"/>
                  <a:gd name="T34" fmla="*/ 0 w 228"/>
                  <a:gd name="T35" fmla="*/ 0 h 164"/>
                  <a:gd name="T36" fmla="*/ 0 w 228"/>
                  <a:gd name="T37" fmla="*/ 0 h 164"/>
                  <a:gd name="T38" fmla="*/ 0 w 228"/>
                  <a:gd name="T39" fmla="*/ 0 h 16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28"/>
                  <a:gd name="T61" fmla="*/ 0 h 164"/>
                  <a:gd name="T62" fmla="*/ 228 w 228"/>
                  <a:gd name="T63" fmla="*/ 164 h 164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28" h="164">
                    <a:moveTo>
                      <a:pt x="6" y="0"/>
                    </a:moveTo>
                    <a:lnTo>
                      <a:pt x="168" y="151"/>
                    </a:lnTo>
                    <a:lnTo>
                      <a:pt x="170" y="152"/>
                    </a:lnTo>
                    <a:lnTo>
                      <a:pt x="172" y="153"/>
                    </a:lnTo>
                    <a:lnTo>
                      <a:pt x="175" y="155"/>
                    </a:lnTo>
                    <a:lnTo>
                      <a:pt x="181" y="157"/>
                    </a:lnTo>
                    <a:lnTo>
                      <a:pt x="190" y="159"/>
                    </a:lnTo>
                    <a:lnTo>
                      <a:pt x="201" y="159"/>
                    </a:lnTo>
                    <a:lnTo>
                      <a:pt x="212" y="157"/>
                    </a:lnTo>
                    <a:lnTo>
                      <a:pt x="228" y="153"/>
                    </a:lnTo>
                    <a:lnTo>
                      <a:pt x="227" y="154"/>
                    </a:lnTo>
                    <a:lnTo>
                      <a:pt x="223" y="157"/>
                    </a:lnTo>
                    <a:lnTo>
                      <a:pt x="216" y="159"/>
                    </a:lnTo>
                    <a:lnTo>
                      <a:pt x="209" y="161"/>
                    </a:lnTo>
                    <a:lnTo>
                      <a:pt x="199" y="164"/>
                    </a:lnTo>
                    <a:lnTo>
                      <a:pt x="189" y="163"/>
                    </a:lnTo>
                    <a:lnTo>
                      <a:pt x="177" y="160"/>
                    </a:lnTo>
                    <a:lnTo>
                      <a:pt x="165" y="154"/>
                    </a:lnTo>
                    <a:lnTo>
                      <a:pt x="0" y="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E8E0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7" name="Freeform 551"/>
              <p:cNvSpPr>
                <a:spLocks/>
              </p:cNvSpPr>
              <p:nvPr/>
            </p:nvSpPr>
            <p:spPr bwMode="auto">
              <a:xfrm>
                <a:off x="847" y="1697"/>
                <a:ext cx="27" cy="21"/>
              </a:xfrm>
              <a:custGeom>
                <a:avLst/>
                <a:gdLst>
                  <a:gd name="T0" fmla="*/ 0 w 138"/>
                  <a:gd name="T1" fmla="*/ 0 h 103"/>
                  <a:gd name="T2" fmla="*/ 0 w 138"/>
                  <a:gd name="T3" fmla="*/ 0 h 103"/>
                  <a:gd name="T4" fmla="*/ 0 w 138"/>
                  <a:gd name="T5" fmla="*/ 0 h 103"/>
                  <a:gd name="T6" fmla="*/ 0 w 138"/>
                  <a:gd name="T7" fmla="*/ 0 h 103"/>
                  <a:gd name="T8" fmla="*/ 0 w 138"/>
                  <a:gd name="T9" fmla="*/ 0 h 1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8"/>
                  <a:gd name="T16" fmla="*/ 0 h 103"/>
                  <a:gd name="T17" fmla="*/ 138 w 138"/>
                  <a:gd name="T18" fmla="*/ 103 h 1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8" h="103">
                    <a:moveTo>
                      <a:pt x="0" y="1"/>
                    </a:moveTo>
                    <a:lnTo>
                      <a:pt x="133" y="103"/>
                    </a:lnTo>
                    <a:lnTo>
                      <a:pt x="138" y="100"/>
                    </a:lnTo>
                    <a:lnTo>
                      <a:pt x="6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8E0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8" name="Freeform 552"/>
              <p:cNvSpPr>
                <a:spLocks/>
              </p:cNvSpPr>
              <p:nvPr/>
            </p:nvSpPr>
            <p:spPr bwMode="auto">
              <a:xfrm>
                <a:off x="788" y="1714"/>
                <a:ext cx="16" cy="37"/>
              </a:xfrm>
              <a:custGeom>
                <a:avLst/>
                <a:gdLst>
                  <a:gd name="T0" fmla="*/ 0 w 78"/>
                  <a:gd name="T1" fmla="*/ 0 h 185"/>
                  <a:gd name="T2" fmla="*/ 0 w 78"/>
                  <a:gd name="T3" fmla="*/ 0 h 185"/>
                  <a:gd name="T4" fmla="*/ 0 w 78"/>
                  <a:gd name="T5" fmla="*/ 0 h 185"/>
                  <a:gd name="T6" fmla="*/ 0 w 78"/>
                  <a:gd name="T7" fmla="*/ 0 h 185"/>
                  <a:gd name="T8" fmla="*/ 0 w 78"/>
                  <a:gd name="T9" fmla="*/ 0 h 18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185"/>
                  <a:gd name="T17" fmla="*/ 78 w 78"/>
                  <a:gd name="T18" fmla="*/ 185 h 18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185">
                    <a:moveTo>
                      <a:pt x="8" y="44"/>
                    </a:moveTo>
                    <a:lnTo>
                      <a:pt x="0" y="131"/>
                    </a:lnTo>
                    <a:lnTo>
                      <a:pt x="58" y="185"/>
                    </a:lnTo>
                    <a:lnTo>
                      <a:pt x="78" y="0"/>
                    </a:lnTo>
                    <a:lnTo>
                      <a:pt x="8" y="44"/>
                    </a:lnTo>
                    <a:close/>
                  </a:path>
                </a:pathLst>
              </a:custGeom>
              <a:solidFill>
                <a:srgbClr val="AF969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9" name="Freeform 553"/>
              <p:cNvSpPr>
                <a:spLocks/>
              </p:cNvSpPr>
              <p:nvPr/>
            </p:nvSpPr>
            <p:spPr bwMode="auto">
              <a:xfrm>
                <a:off x="803" y="1710"/>
                <a:ext cx="10" cy="50"/>
              </a:xfrm>
              <a:custGeom>
                <a:avLst/>
                <a:gdLst>
                  <a:gd name="T0" fmla="*/ 0 w 48"/>
                  <a:gd name="T1" fmla="*/ 0 h 252"/>
                  <a:gd name="T2" fmla="*/ 0 w 48"/>
                  <a:gd name="T3" fmla="*/ 0 h 252"/>
                  <a:gd name="T4" fmla="*/ 0 w 48"/>
                  <a:gd name="T5" fmla="*/ 0 h 252"/>
                  <a:gd name="T6" fmla="*/ 0 w 48"/>
                  <a:gd name="T7" fmla="*/ 0 h 252"/>
                  <a:gd name="T8" fmla="*/ 0 w 48"/>
                  <a:gd name="T9" fmla="*/ 0 h 2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252"/>
                  <a:gd name="T17" fmla="*/ 48 w 48"/>
                  <a:gd name="T18" fmla="*/ 252 h 2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252">
                    <a:moveTo>
                      <a:pt x="19" y="18"/>
                    </a:moveTo>
                    <a:lnTo>
                      <a:pt x="0" y="223"/>
                    </a:lnTo>
                    <a:lnTo>
                      <a:pt x="26" y="252"/>
                    </a:lnTo>
                    <a:lnTo>
                      <a:pt x="48" y="0"/>
                    </a:lnTo>
                    <a:lnTo>
                      <a:pt x="19" y="18"/>
                    </a:lnTo>
                    <a:close/>
                  </a:path>
                </a:pathLst>
              </a:custGeom>
              <a:solidFill>
                <a:srgbClr val="BFAA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0" name="Freeform 554"/>
              <p:cNvSpPr>
                <a:spLocks/>
              </p:cNvSpPr>
              <p:nvPr/>
            </p:nvSpPr>
            <p:spPr bwMode="auto">
              <a:xfrm>
                <a:off x="743" y="1762"/>
                <a:ext cx="10" cy="11"/>
              </a:xfrm>
              <a:custGeom>
                <a:avLst/>
                <a:gdLst>
                  <a:gd name="T0" fmla="*/ 0 w 50"/>
                  <a:gd name="T1" fmla="*/ 0 h 55"/>
                  <a:gd name="T2" fmla="*/ 0 w 50"/>
                  <a:gd name="T3" fmla="*/ 0 h 55"/>
                  <a:gd name="T4" fmla="*/ 0 w 50"/>
                  <a:gd name="T5" fmla="*/ 0 h 55"/>
                  <a:gd name="T6" fmla="*/ 0 w 50"/>
                  <a:gd name="T7" fmla="*/ 0 h 55"/>
                  <a:gd name="T8" fmla="*/ 0 w 50"/>
                  <a:gd name="T9" fmla="*/ 0 h 55"/>
                  <a:gd name="T10" fmla="*/ 0 w 50"/>
                  <a:gd name="T11" fmla="*/ 0 h 55"/>
                  <a:gd name="T12" fmla="*/ 0 w 50"/>
                  <a:gd name="T13" fmla="*/ 0 h 55"/>
                  <a:gd name="T14" fmla="*/ 0 w 50"/>
                  <a:gd name="T15" fmla="*/ 0 h 5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0"/>
                  <a:gd name="T25" fmla="*/ 0 h 55"/>
                  <a:gd name="T26" fmla="*/ 50 w 50"/>
                  <a:gd name="T27" fmla="*/ 55 h 55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0" h="55">
                    <a:moveTo>
                      <a:pt x="0" y="0"/>
                    </a:moveTo>
                    <a:lnTo>
                      <a:pt x="37" y="15"/>
                    </a:lnTo>
                    <a:lnTo>
                      <a:pt x="30" y="19"/>
                    </a:lnTo>
                    <a:lnTo>
                      <a:pt x="50" y="42"/>
                    </a:lnTo>
                    <a:lnTo>
                      <a:pt x="33" y="55"/>
                    </a:lnTo>
                    <a:lnTo>
                      <a:pt x="14" y="32"/>
                    </a:lnTo>
                    <a:lnTo>
                      <a:pt x="8" y="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549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1" name="Freeform 555"/>
              <p:cNvSpPr>
                <a:spLocks/>
              </p:cNvSpPr>
              <p:nvPr/>
            </p:nvSpPr>
            <p:spPr bwMode="auto">
              <a:xfrm>
                <a:off x="743" y="1762"/>
                <a:ext cx="7" cy="3"/>
              </a:xfrm>
              <a:custGeom>
                <a:avLst/>
                <a:gdLst>
                  <a:gd name="T0" fmla="*/ 0 w 37"/>
                  <a:gd name="T1" fmla="*/ 0 h 16"/>
                  <a:gd name="T2" fmla="*/ 0 w 37"/>
                  <a:gd name="T3" fmla="*/ 0 h 16"/>
                  <a:gd name="T4" fmla="*/ 0 w 37"/>
                  <a:gd name="T5" fmla="*/ 0 h 16"/>
                  <a:gd name="T6" fmla="*/ 0 w 37"/>
                  <a:gd name="T7" fmla="*/ 0 h 16"/>
                  <a:gd name="T8" fmla="*/ 0 w 37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16"/>
                  <a:gd name="T17" fmla="*/ 37 w 37"/>
                  <a:gd name="T18" fmla="*/ 16 h 1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16">
                    <a:moveTo>
                      <a:pt x="0" y="0"/>
                    </a:moveTo>
                    <a:lnTo>
                      <a:pt x="37" y="15"/>
                    </a:lnTo>
                    <a:lnTo>
                      <a:pt x="35" y="1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984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2" name="Freeform 556"/>
              <p:cNvSpPr>
                <a:spLocks/>
              </p:cNvSpPr>
              <p:nvPr/>
            </p:nvSpPr>
            <p:spPr bwMode="auto">
              <a:xfrm>
                <a:off x="749" y="1765"/>
                <a:ext cx="4" cy="5"/>
              </a:xfrm>
              <a:custGeom>
                <a:avLst/>
                <a:gdLst>
                  <a:gd name="T0" fmla="*/ 0 w 21"/>
                  <a:gd name="T1" fmla="*/ 0 h 25"/>
                  <a:gd name="T2" fmla="*/ 0 w 21"/>
                  <a:gd name="T3" fmla="*/ 0 h 25"/>
                  <a:gd name="T4" fmla="*/ 0 w 21"/>
                  <a:gd name="T5" fmla="*/ 0 h 25"/>
                  <a:gd name="T6" fmla="*/ 0 w 21"/>
                  <a:gd name="T7" fmla="*/ 0 h 25"/>
                  <a:gd name="T8" fmla="*/ 0 w 21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25"/>
                  <a:gd name="T17" fmla="*/ 21 w 21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25">
                    <a:moveTo>
                      <a:pt x="1" y="0"/>
                    </a:moveTo>
                    <a:lnTo>
                      <a:pt x="21" y="23"/>
                    </a:lnTo>
                    <a:lnTo>
                      <a:pt x="19" y="25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984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3" name="Freeform 557"/>
              <p:cNvSpPr>
                <a:spLocks/>
              </p:cNvSpPr>
              <p:nvPr/>
            </p:nvSpPr>
            <p:spPr bwMode="auto">
              <a:xfrm>
                <a:off x="853" y="1752"/>
                <a:ext cx="174" cy="129"/>
              </a:xfrm>
              <a:custGeom>
                <a:avLst/>
                <a:gdLst>
                  <a:gd name="T0" fmla="*/ 0 w 871"/>
                  <a:gd name="T1" fmla="*/ 0 h 642"/>
                  <a:gd name="T2" fmla="*/ 0 w 871"/>
                  <a:gd name="T3" fmla="*/ 0 h 642"/>
                  <a:gd name="T4" fmla="*/ 0 w 871"/>
                  <a:gd name="T5" fmla="*/ 0 h 642"/>
                  <a:gd name="T6" fmla="*/ 0 w 871"/>
                  <a:gd name="T7" fmla="*/ 0 h 642"/>
                  <a:gd name="T8" fmla="*/ 0 w 871"/>
                  <a:gd name="T9" fmla="*/ 0 h 642"/>
                  <a:gd name="T10" fmla="*/ 0 w 871"/>
                  <a:gd name="T11" fmla="*/ 0 h 642"/>
                  <a:gd name="T12" fmla="*/ 0 w 871"/>
                  <a:gd name="T13" fmla="*/ 0 h 6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71"/>
                  <a:gd name="T22" fmla="*/ 0 h 642"/>
                  <a:gd name="T23" fmla="*/ 871 w 871"/>
                  <a:gd name="T24" fmla="*/ 642 h 64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71" h="642">
                    <a:moveTo>
                      <a:pt x="0" y="633"/>
                    </a:moveTo>
                    <a:lnTo>
                      <a:pt x="860" y="12"/>
                    </a:lnTo>
                    <a:lnTo>
                      <a:pt x="867" y="0"/>
                    </a:lnTo>
                    <a:lnTo>
                      <a:pt x="871" y="15"/>
                    </a:lnTo>
                    <a:lnTo>
                      <a:pt x="864" y="21"/>
                    </a:lnTo>
                    <a:lnTo>
                      <a:pt x="0" y="642"/>
                    </a:lnTo>
                    <a:lnTo>
                      <a:pt x="0" y="633"/>
                    </a:lnTo>
                    <a:close/>
                  </a:path>
                </a:pathLst>
              </a:custGeom>
              <a:solidFill>
                <a:srgbClr val="00005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4" name="Freeform 558"/>
              <p:cNvSpPr>
                <a:spLocks/>
              </p:cNvSpPr>
              <p:nvPr/>
            </p:nvSpPr>
            <p:spPr bwMode="auto">
              <a:xfrm>
                <a:off x="853" y="1683"/>
                <a:ext cx="2" cy="3"/>
              </a:xfrm>
              <a:custGeom>
                <a:avLst/>
                <a:gdLst>
                  <a:gd name="T0" fmla="*/ 0 w 9"/>
                  <a:gd name="T1" fmla="*/ 0 h 13"/>
                  <a:gd name="T2" fmla="*/ 0 w 9"/>
                  <a:gd name="T3" fmla="*/ 0 h 13"/>
                  <a:gd name="T4" fmla="*/ 0 w 9"/>
                  <a:gd name="T5" fmla="*/ 0 h 13"/>
                  <a:gd name="T6" fmla="*/ 0 w 9"/>
                  <a:gd name="T7" fmla="*/ 0 h 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13"/>
                  <a:gd name="T14" fmla="*/ 9 w 9"/>
                  <a:gd name="T15" fmla="*/ 13 h 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13">
                    <a:moveTo>
                      <a:pt x="1" y="0"/>
                    </a:moveTo>
                    <a:lnTo>
                      <a:pt x="9" y="6"/>
                    </a:lnTo>
                    <a:lnTo>
                      <a:pt x="0" y="1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B0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5" name="Freeform 559"/>
              <p:cNvSpPr>
                <a:spLocks/>
              </p:cNvSpPr>
              <p:nvPr/>
            </p:nvSpPr>
            <p:spPr bwMode="auto">
              <a:xfrm>
                <a:off x="865" y="1674"/>
                <a:ext cx="1" cy="2"/>
              </a:xfrm>
              <a:custGeom>
                <a:avLst/>
                <a:gdLst>
                  <a:gd name="T0" fmla="*/ 0 w 7"/>
                  <a:gd name="T1" fmla="*/ 0 h 9"/>
                  <a:gd name="T2" fmla="*/ 0 w 7"/>
                  <a:gd name="T3" fmla="*/ 0 h 9"/>
                  <a:gd name="T4" fmla="*/ 0 w 7"/>
                  <a:gd name="T5" fmla="*/ 0 h 9"/>
                  <a:gd name="T6" fmla="*/ 0 w 7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9"/>
                  <a:gd name="T14" fmla="*/ 7 w 7"/>
                  <a:gd name="T15" fmla="*/ 9 h 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9">
                    <a:moveTo>
                      <a:pt x="0" y="0"/>
                    </a:moveTo>
                    <a:lnTo>
                      <a:pt x="7" y="5"/>
                    </a:lnTo>
                    <a:lnTo>
                      <a:pt x="0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B0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6" name="Freeform 560"/>
              <p:cNvSpPr>
                <a:spLocks/>
              </p:cNvSpPr>
              <p:nvPr/>
            </p:nvSpPr>
            <p:spPr bwMode="auto">
              <a:xfrm>
                <a:off x="851" y="1630"/>
                <a:ext cx="339" cy="227"/>
              </a:xfrm>
              <a:custGeom>
                <a:avLst/>
                <a:gdLst>
                  <a:gd name="T0" fmla="*/ 0 w 1697"/>
                  <a:gd name="T1" fmla="*/ 0 h 1135"/>
                  <a:gd name="T2" fmla="*/ 0 w 1697"/>
                  <a:gd name="T3" fmla="*/ 0 h 1135"/>
                  <a:gd name="T4" fmla="*/ 0 w 1697"/>
                  <a:gd name="T5" fmla="*/ 0 h 1135"/>
                  <a:gd name="T6" fmla="*/ 0 w 1697"/>
                  <a:gd name="T7" fmla="*/ 0 h 1135"/>
                  <a:gd name="T8" fmla="*/ 0 w 1697"/>
                  <a:gd name="T9" fmla="*/ 0 h 1135"/>
                  <a:gd name="T10" fmla="*/ 0 w 1697"/>
                  <a:gd name="T11" fmla="*/ 0 h 1135"/>
                  <a:gd name="T12" fmla="*/ 0 w 1697"/>
                  <a:gd name="T13" fmla="*/ 0 h 1135"/>
                  <a:gd name="T14" fmla="*/ 0 w 1697"/>
                  <a:gd name="T15" fmla="*/ 0 h 1135"/>
                  <a:gd name="T16" fmla="*/ 0 w 1697"/>
                  <a:gd name="T17" fmla="*/ 0 h 1135"/>
                  <a:gd name="T18" fmla="*/ 1 w 1697"/>
                  <a:gd name="T19" fmla="*/ 0 h 1135"/>
                  <a:gd name="T20" fmla="*/ 1 w 1697"/>
                  <a:gd name="T21" fmla="*/ 0 h 1135"/>
                  <a:gd name="T22" fmla="*/ 1 w 1697"/>
                  <a:gd name="T23" fmla="*/ 0 h 1135"/>
                  <a:gd name="T24" fmla="*/ 1 w 1697"/>
                  <a:gd name="T25" fmla="*/ 0 h 1135"/>
                  <a:gd name="T26" fmla="*/ 0 w 1697"/>
                  <a:gd name="T27" fmla="*/ 0 h 1135"/>
                  <a:gd name="T28" fmla="*/ 0 w 1697"/>
                  <a:gd name="T29" fmla="*/ 0 h 1135"/>
                  <a:gd name="T30" fmla="*/ 0 w 1697"/>
                  <a:gd name="T31" fmla="*/ 0 h 1135"/>
                  <a:gd name="T32" fmla="*/ 0 w 1697"/>
                  <a:gd name="T33" fmla="*/ 0 h 1135"/>
                  <a:gd name="T34" fmla="*/ 0 w 1697"/>
                  <a:gd name="T35" fmla="*/ 0 h 1135"/>
                  <a:gd name="T36" fmla="*/ 0 w 1697"/>
                  <a:gd name="T37" fmla="*/ 0 h 1135"/>
                  <a:gd name="T38" fmla="*/ 0 w 1697"/>
                  <a:gd name="T39" fmla="*/ 0 h 1135"/>
                  <a:gd name="T40" fmla="*/ 0 w 1697"/>
                  <a:gd name="T41" fmla="*/ 0 h 1135"/>
                  <a:gd name="T42" fmla="*/ 0 w 1697"/>
                  <a:gd name="T43" fmla="*/ 0 h 1135"/>
                  <a:gd name="T44" fmla="*/ 0 w 1697"/>
                  <a:gd name="T45" fmla="*/ 0 h 1135"/>
                  <a:gd name="T46" fmla="*/ 0 w 1697"/>
                  <a:gd name="T47" fmla="*/ 0 h 1135"/>
                  <a:gd name="T48" fmla="*/ 0 w 1697"/>
                  <a:gd name="T49" fmla="*/ 0 h 1135"/>
                  <a:gd name="T50" fmla="*/ 0 w 1697"/>
                  <a:gd name="T51" fmla="*/ 0 h 1135"/>
                  <a:gd name="T52" fmla="*/ 0 w 1697"/>
                  <a:gd name="T53" fmla="*/ 0 h 1135"/>
                  <a:gd name="T54" fmla="*/ 0 w 1697"/>
                  <a:gd name="T55" fmla="*/ 0 h 1135"/>
                  <a:gd name="T56" fmla="*/ 0 w 1697"/>
                  <a:gd name="T57" fmla="*/ 0 h 1135"/>
                  <a:gd name="T58" fmla="*/ 0 w 1697"/>
                  <a:gd name="T59" fmla="*/ 0 h 1135"/>
                  <a:gd name="T60" fmla="*/ 0 w 1697"/>
                  <a:gd name="T61" fmla="*/ 0 h 1135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1697"/>
                  <a:gd name="T94" fmla="*/ 0 h 1135"/>
                  <a:gd name="T95" fmla="*/ 1697 w 1697"/>
                  <a:gd name="T96" fmla="*/ 1135 h 1135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1697" h="1135">
                    <a:moveTo>
                      <a:pt x="14" y="372"/>
                    </a:moveTo>
                    <a:lnTo>
                      <a:pt x="103" y="342"/>
                    </a:lnTo>
                    <a:lnTo>
                      <a:pt x="122" y="347"/>
                    </a:lnTo>
                    <a:lnTo>
                      <a:pt x="142" y="335"/>
                    </a:lnTo>
                    <a:lnTo>
                      <a:pt x="144" y="320"/>
                    </a:lnTo>
                    <a:lnTo>
                      <a:pt x="738" y="45"/>
                    </a:lnTo>
                    <a:lnTo>
                      <a:pt x="746" y="32"/>
                    </a:lnTo>
                    <a:lnTo>
                      <a:pt x="820" y="1"/>
                    </a:lnTo>
                    <a:lnTo>
                      <a:pt x="962" y="0"/>
                    </a:lnTo>
                    <a:lnTo>
                      <a:pt x="1680" y="458"/>
                    </a:lnTo>
                    <a:lnTo>
                      <a:pt x="1697" y="531"/>
                    </a:lnTo>
                    <a:lnTo>
                      <a:pt x="1690" y="588"/>
                    </a:lnTo>
                    <a:lnTo>
                      <a:pt x="1583" y="648"/>
                    </a:lnTo>
                    <a:lnTo>
                      <a:pt x="1564" y="636"/>
                    </a:lnTo>
                    <a:lnTo>
                      <a:pt x="806" y="1048"/>
                    </a:lnTo>
                    <a:lnTo>
                      <a:pt x="804" y="1070"/>
                    </a:lnTo>
                    <a:lnTo>
                      <a:pt x="673" y="1123"/>
                    </a:lnTo>
                    <a:lnTo>
                      <a:pt x="670" y="1125"/>
                    </a:lnTo>
                    <a:lnTo>
                      <a:pt x="661" y="1128"/>
                    </a:lnTo>
                    <a:lnTo>
                      <a:pt x="647" y="1132"/>
                    </a:lnTo>
                    <a:lnTo>
                      <a:pt x="630" y="1135"/>
                    </a:lnTo>
                    <a:lnTo>
                      <a:pt x="611" y="1135"/>
                    </a:lnTo>
                    <a:lnTo>
                      <a:pt x="591" y="1131"/>
                    </a:lnTo>
                    <a:lnTo>
                      <a:pt x="571" y="1120"/>
                    </a:lnTo>
                    <a:lnTo>
                      <a:pt x="553" y="1102"/>
                    </a:lnTo>
                    <a:lnTo>
                      <a:pt x="74" y="543"/>
                    </a:lnTo>
                    <a:lnTo>
                      <a:pt x="79" y="514"/>
                    </a:lnTo>
                    <a:lnTo>
                      <a:pt x="68" y="501"/>
                    </a:lnTo>
                    <a:lnTo>
                      <a:pt x="44" y="509"/>
                    </a:lnTo>
                    <a:lnTo>
                      <a:pt x="0" y="438"/>
                    </a:lnTo>
                    <a:lnTo>
                      <a:pt x="14" y="37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7" name="Freeform 561"/>
              <p:cNvSpPr>
                <a:spLocks/>
              </p:cNvSpPr>
              <p:nvPr/>
            </p:nvSpPr>
            <p:spPr bwMode="auto">
              <a:xfrm>
                <a:off x="860" y="1636"/>
                <a:ext cx="317" cy="212"/>
              </a:xfrm>
              <a:custGeom>
                <a:avLst/>
                <a:gdLst>
                  <a:gd name="T0" fmla="*/ 1 w 1587"/>
                  <a:gd name="T1" fmla="*/ 0 h 1062"/>
                  <a:gd name="T2" fmla="*/ 1 w 1587"/>
                  <a:gd name="T3" fmla="*/ 0 h 1062"/>
                  <a:gd name="T4" fmla="*/ 1 w 1587"/>
                  <a:gd name="T5" fmla="*/ 0 h 1062"/>
                  <a:gd name="T6" fmla="*/ 1 w 1587"/>
                  <a:gd name="T7" fmla="*/ 0 h 1062"/>
                  <a:gd name="T8" fmla="*/ 1 w 1587"/>
                  <a:gd name="T9" fmla="*/ 0 h 1062"/>
                  <a:gd name="T10" fmla="*/ 1 w 1587"/>
                  <a:gd name="T11" fmla="*/ 0 h 1062"/>
                  <a:gd name="T12" fmla="*/ 1 w 1587"/>
                  <a:gd name="T13" fmla="*/ 0 h 1062"/>
                  <a:gd name="T14" fmla="*/ 1 w 1587"/>
                  <a:gd name="T15" fmla="*/ 0 h 1062"/>
                  <a:gd name="T16" fmla="*/ 1 w 1587"/>
                  <a:gd name="T17" fmla="*/ 0 h 1062"/>
                  <a:gd name="T18" fmla="*/ 0 w 1587"/>
                  <a:gd name="T19" fmla="*/ 0 h 1062"/>
                  <a:gd name="T20" fmla="*/ 0 w 1587"/>
                  <a:gd name="T21" fmla="*/ 0 h 1062"/>
                  <a:gd name="T22" fmla="*/ 0 w 1587"/>
                  <a:gd name="T23" fmla="*/ 0 h 1062"/>
                  <a:gd name="T24" fmla="*/ 0 w 1587"/>
                  <a:gd name="T25" fmla="*/ 0 h 1062"/>
                  <a:gd name="T26" fmla="*/ 0 w 1587"/>
                  <a:gd name="T27" fmla="*/ 0 h 1062"/>
                  <a:gd name="T28" fmla="*/ 0 w 1587"/>
                  <a:gd name="T29" fmla="*/ 0 h 1062"/>
                  <a:gd name="T30" fmla="*/ 0 w 1587"/>
                  <a:gd name="T31" fmla="*/ 0 h 1062"/>
                  <a:gd name="T32" fmla="*/ 0 w 1587"/>
                  <a:gd name="T33" fmla="*/ 0 h 1062"/>
                  <a:gd name="T34" fmla="*/ 0 w 1587"/>
                  <a:gd name="T35" fmla="*/ 0 h 1062"/>
                  <a:gd name="T36" fmla="*/ 0 w 1587"/>
                  <a:gd name="T37" fmla="*/ 0 h 1062"/>
                  <a:gd name="T38" fmla="*/ 0 w 1587"/>
                  <a:gd name="T39" fmla="*/ 0 h 1062"/>
                  <a:gd name="T40" fmla="*/ 0 w 1587"/>
                  <a:gd name="T41" fmla="*/ 0 h 1062"/>
                  <a:gd name="T42" fmla="*/ 0 w 1587"/>
                  <a:gd name="T43" fmla="*/ 0 h 1062"/>
                  <a:gd name="T44" fmla="*/ 0 w 1587"/>
                  <a:gd name="T45" fmla="*/ 0 h 1062"/>
                  <a:gd name="T46" fmla="*/ 0 w 1587"/>
                  <a:gd name="T47" fmla="*/ 0 h 1062"/>
                  <a:gd name="T48" fmla="*/ 0 w 1587"/>
                  <a:gd name="T49" fmla="*/ 0 h 1062"/>
                  <a:gd name="T50" fmla="*/ 0 w 1587"/>
                  <a:gd name="T51" fmla="*/ 0 h 1062"/>
                  <a:gd name="T52" fmla="*/ 0 w 1587"/>
                  <a:gd name="T53" fmla="*/ 0 h 1062"/>
                  <a:gd name="T54" fmla="*/ 0 w 1587"/>
                  <a:gd name="T55" fmla="*/ 0 h 1062"/>
                  <a:gd name="T56" fmla="*/ 0 w 1587"/>
                  <a:gd name="T57" fmla="*/ 0 h 1062"/>
                  <a:gd name="T58" fmla="*/ 0 w 1587"/>
                  <a:gd name="T59" fmla="*/ 0 h 1062"/>
                  <a:gd name="T60" fmla="*/ 0 w 1587"/>
                  <a:gd name="T61" fmla="*/ 0 h 1062"/>
                  <a:gd name="T62" fmla="*/ 0 w 1587"/>
                  <a:gd name="T63" fmla="*/ 0 h 1062"/>
                  <a:gd name="T64" fmla="*/ 0 w 1587"/>
                  <a:gd name="T65" fmla="*/ 0 h 1062"/>
                  <a:gd name="T66" fmla="*/ 0 w 1587"/>
                  <a:gd name="T67" fmla="*/ 0 h 1062"/>
                  <a:gd name="T68" fmla="*/ 0 w 1587"/>
                  <a:gd name="T69" fmla="*/ 0 h 1062"/>
                  <a:gd name="T70" fmla="*/ 0 w 1587"/>
                  <a:gd name="T71" fmla="*/ 0 h 1062"/>
                  <a:gd name="T72" fmla="*/ 0 w 1587"/>
                  <a:gd name="T73" fmla="*/ 0 h 1062"/>
                  <a:gd name="T74" fmla="*/ 0 w 1587"/>
                  <a:gd name="T75" fmla="*/ 0 h 1062"/>
                  <a:gd name="T76" fmla="*/ 0 w 1587"/>
                  <a:gd name="T77" fmla="*/ 0 h 1062"/>
                  <a:gd name="T78" fmla="*/ 0 w 1587"/>
                  <a:gd name="T79" fmla="*/ 0 h 1062"/>
                  <a:gd name="T80" fmla="*/ 0 w 1587"/>
                  <a:gd name="T81" fmla="*/ 0 h 1062"/>
                  <a:gd name="T82" fmla="*/ 0 w 1587"/>
                  <a:gd name="T83" fmla="*/ 0 h 1062"/>
                  <a:gd name="T84" fmla="*/ 0 w 1587"/>
                  <a:gd name="T85" fmla="*/ 0 h 1062"/>
                  <a:gd name="T86" fmla="*/ 0 w 1587"/>
                  <a:gd name="T87" fmla="*/ 0 h 1062"/>
                  <a:gd name="T88" fmla="*/ 0 w 1587"/>
                  <a:gd name="T89" fmla="*/ 0 h 1062"/>
                  <a:gd name="T90" fmla="*/ 0 w 1587"/>
                  <a:gd name="T91" fmla="*/ 0 h 1062"/>
                  <a:gd name="T92" fmla="*/ 0 w 1587"/>
                  <a:gd name="T93" fmla="*/ 0 h 1062"/>
                  <a:gd name="T94" fmla="*/ 1 w 1587"/>
                  <a:gd name="T95" fmla="*/ 0 h 1062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1587"/>
                  <a:gd name="T145" fmla="*/ 0 h 1062"/>
                  <a:gd name="T146" fmla="*/ 1587 w 1587"/>
                  <a:gd name="T147" fmla="*/ 1062 h 1062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1587" h="1062">
                    <a:moveTo>
                      <a:pt x="1577" y="493"/>
                    </a:moveTo>
                    <a:lnTo>
                      <a:pt x="1578" y="493"/>
                    </a:lnTo>
                    <a:lnTo>
                      <a:pt x="1581" y="491"/>
                    </a:lnTo>
                    <a:lnTo>
                      <a:pt x="1583" y="489"/>
                    </a:lnTo>
                    <a:lnTo>
                      <a:pt x="1587" y="483"/>
                    </a:lnTo>
                    <a:lnTo>
                      <a:pt x="1583" y="475"/>
                    </a:lnTo>
                    <a:lnTo>
                      <a:pt x="1580" y="469"/>
                    </a:lnTo>
                    <a:lnTo>
                      <a:pt x="1574" y="462"/>
                    </a:lnTo>
                    <a:lnTo>
                      <a:pt x="1567" y="458"/>
                    </a:lnTo>
                    <a:lnTo>
                      <a:pt x="1509" y="421"/>
                    </a:lnTo>
                    <a:lnTo>
                      <a:pt x="1495" y="429"/>
                    </a:lnTo>
                    <a:lnTo>
                      <a:pt x="1506" y="437"/>
                    </a:lnTo>
                    <a:lnTo>
                      <a:pt x="1472" y="453"/>
                    </a:lnTo>
                    <a:lnTo>
                      <a:pt x="1472" y="454"/>
                    </a:lnTo>
                    <a:lnTo>
                      <a:pt x="1453" y="464"/>
                    </a:lnTo>
                    <a:lnTo>
                      <a:pt x="1452" y="462"/>
                    </a:lnTo>
                    <a:lnTo>
                      <a:pt x="1419" y="436"/>
                    </a:lnTo>
                    <a:lnTo>
                      <a:pt x="1471" y="411"/>
                    </a:lnTo>
                    <a:lnTo>
                      <a:pt x="1489" y="425"/>
                    </a:lnTo>
                    <a:lnTo>
                      <a:pt x="1501" y="415"/>
                    </a:lnTo>
                    <a:lnTo>
                      <a:pt x="877" y="7"/>
                    </a:lnTo>
                    <a:lnTo>
                      <a:pt x="796" y="0"/>
                    </a:lnTo>
                    <a:lnTo>
                      <a:pt x="742" y="20"/>
                    </a:lnTo>
                    <a:lnTo>
                      <a:pt x="742" y="28"/>
                    </a:lnTo>
                    <a:lnTo>
                      <a:pt x="675" y="57"/>
                    </a:lnTo>
                    <a:lnTo>
                      <a:pt x="673" y="70"/>
                    </a:lnTo>
                    <a:lnTo>
                      <a:pt x="667" y="72"/>
                    </a:lnTo>
                    <a:lnTo>
                      <a:pt x="657" y="68"/>
                    </a:lnTo>
                    <a:lnTo>
                      <a:pt x="237" y="256"/>
                    </a:lnTo>
                    <a:lnTo>
                      <a:pt x="232" y="263"/>
                    </a:lnTo>
                    <a:lnTo>
                      <a:pt x="122" y="311"/>
                    </a:lnTo>
                    <a:lnTo>
                      <a:pt x="117" y="330"/>
                    </a:lnTo>
                    <a:lnTo>
                      <a:pt x="73" y="349"/>
                    </a:lnTo>
                    <a:lnTo>
                      <a:pt x="56" y="335"/>
                    </a:lnTo>
                    <a:lnTo>
                      <a:pt x="0" y="357"/>
                    </a:lnTo>
                    <a:lnTo>
                      <a:pt x="567" y="1006"/>
                    </a:lnTo>
                    <a:lnTo>
                      <a:pt x="555" y="1054"/>
                    </a:lnTo>
                    <a:lnTo>
                      <a:pt x="558" y="1056"/>
                    </a:lnTo>
                    <a:lnTo>
                      <a:pt x="562" y="1057"/>
                    </a:lnTo>
                    <a:lnTo>
                      <a:pt x="567" y="1060"/>
                    </a:lnTo>
                    <a:lnTo>
                      <a:pt x="572" y="1061"/>
                    </a:lnTo>
                    <a:lnTo>
                      <a:pt x="576" y="1062"/>
                    </a:lnTo>
                    <a:lnTo>
                      <a:pt x="582" y="1062"/>
                    </a:lnTo>
                    <a:lnTo>
                      <a:pt x="589" y="1062"/>
                    </a:lnTo>
                    <a:lnTo>
                      <a:pt x="595" y="1062"/>
                    </a:lnTo>
                    <a:lnTo>
                      <a:pt x="608" y="1012"/>
                    </a:lnTo>
                    <a:lnTo>
                      <a:pt x="1577" y="493"/>
                    </a:lnTo>
                    <a:close/>
                  </a:path>
                </a:pathLst>
              </a:custGeom>
              <a:solidFill>
                <a:srgbClr val="1970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8" name="Freeform 562"/>
              <p:cNvSpPr>
                <a:spLocks/>
              </p:cNvSpPr>
              <p:nvPr/>
            </p:nvSpPr>
            <p:spPr bwMode="auto">
              <a:xfrm>
                <a:off x="979" y="1732"/>
                <a:ext cx="199" cy="116"/>
              </a:xfrm>
              <a:custGeom>
                <a:avLst/>
                <a:gdLst>
                  <a:gd name="T0" fmla="*/ 0 w 994"/>
                  <a:gd name="T1" fmla="*/ 0 h 579"/>
                  <a:gd name="T2" fmla="*/ 0 w 994"/>
                  <a:gd name="T3" fmla="*/ 0 h 579"/>
                  <a:gd name="T4" fmla="*/ 0 w 994"/>
                  <a:gd name="T5" fmla="*/ 0 h 579"/>
                  <a:gd name="T6" fmla="*/ 0 w 994"/>
                  <a:gd name="T7" fmla="*/ 0 h 579"/>
                  <a:gd name="T8" fmla="*/ 0 w 994"/>
                  <a:gd name="T9" fmla="*/ 0 h 579"/>
                  <a:gd name="T10" fmla="*/ 0 w 994"/>
                  <a:gd name="T11" fmla="*/ 0 h 579"/>
                  <a:gd name="T12" fmla="*/ 0 w 994"/>
                  <a:gd name="T13" fmla="*/ 0 h 579"/>
                  <a:gd name="T14" fmla="*/ 0 w 994"/>
                  <a:gd name="T15" fmla="*/ 0 h 579"/>
                  <a:gd name="T16" fmla="*/ 0 w 994"/>
                  <a:gd name="T17" fmla="*/ 0 h 579"/>
                  <a:gd name="T18" fmla="*/ 0 w 994"/>
                  <a:gd name="T19" fmla="*/ 0 h 579"/>
                  <a:gd name="T20" fmla="*/ 0 w 994"/>
                  <a:gd name="T21" fmla="*/ 0 h 579"/>
                  <a:gd name="T22" fmla="*/ 0 w 994"/>
                  <a:gd name="T23" fmla="*/ 0 h 579"/>
                  <a:gd name="T24" fmla="*/ 0 w 994"/>
                  <a:gd name="T25" fmla="*/ 0 h 579"/>
                  <a:gd name="T26" fmla="*/ 0 w 994"/>
                  <a:gd name="T27" fmla="*/ 0 h 579"/>
                  <a:gd name="T28" fmla="*/ 0 w 994"/>
                  <a:gd name="T29" fmla="*/ 0 h 579"/>
                  <a:gd name="T30" fmla="*/ 0 w 994"/>
                  <a:gd name="T31" fmla="*/ 0 h 579"/>
                  <a:gd name="T32" fmla="*/ 0 w 994"/>
                  <a:gd name="T33" fmla="*/ 0 h 579"/>
                  <a:gd name="T34" fmla="*/ 0 w 994"/>
                  <a:gd name="T35" fmla="*/ 0 h 579"/>
                  <a:gd name="T36" fmla="*/ 0 w 994"/>
                  <a:gd name="T37" fmla="*/ 0 h 579"/>
                  <a:gd name="T38" fmla="*/ 0 w 994"/>
                  <a:gd name="T39" fmla="*/ 0 h 579"/>
                  <a:gd name="T40" fmla="*/ 0 w 994"/>
                  <a:gd name="T41" fmla="*/ 0 h 579"/>
                  <a:gd name="T42" fmla="*/ 0 w 994"/>
                  <a:gd name="T43" fmla="*/ 0 h 579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994"/>
                  <a:gd name="T67" fmla="*/ 0 h 579"/>
                  <a:gd name="T68" fmla="*/ 994 w 994"/>
                  <a:gd name="T69" fmla="*/ 579 h 579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994" h="579">
                    <a:moveTo>
                      <a:pt x="992" y="0"/>
                    </a:moveTo>
                    <a:lnTo>
                      <a:pt x="988" y="6"/>
                    </a:lnTo>
                    <a:lnTo>
                      <a:pt x="986" y="8"/>
                    </a:lnTo>
                    <a:lnTo>
                      <a:pt x="983" y="10"/>
                    </a:lnTo>
                    <a:lnTo>
                      <a:pt x="982" y="10"/>
                    </a:lnTo>
                    <a:lnTo>
                      <a:pt x="13" y="529"/>
                    </a:lnTo>
                    <a:lnTo>
                      <a:pt x="0" y="579"/>
                    </a:lnTo>
                    <a:lnTo>
                      <a:pt x="5" y="578"/>
                    </a:lnTo>
                    <a:lnTo>
                      <a:pt x="10" y="577"/>
                    </a:lnTo>
                    <a:lnTo>
                      <a:pt x="16" y="574"/>
                    </a:lnTo>
                    <a:lnTo>
                      <a:pt x="21" y="573"/>
                    </a:lnTo>
                    <a:lnTo>
                      <a:pt x="122" y="521"/>
                    </a:lnTo>
                    <a:lnTo>
                      <a:pt x="123" y="509"/>
                    </a:lnTo>
                    <a:lnTo>
                      <a:pt x="907" y="78"/>
                    </a:lnTo>
                    <a:lnTo>
                      <a:pt x="917" y="87"/>
                    </a:lnTo>
                    <a:lnTo>
                      <a:pt x="982" y="44"/>
                    </a:lnTo>
                    <a:lnTo>
                      <a:pt x="994" y="15"/>
                    </a:lnTo>
                    <a:lnTo>
                      <a:pt x="994" y="8"/>
                    </a:lnTo>
                    <a:lnTo>
                      <a:pt x="993" y="6"/>
                    </a:lnTo>
                    <a:lnTo>
                      <a:pt x="993" y="4"/>
                    </a:lnTo>
                    <a:lnTo>
                      <a:pt x="993" y="2"/>
                    </a:lnTo>
                    <a:lnTo>
                      <a:pt x="992" y="0"/>
                    </a:lnTo>
                    <a:close/>
                  </a:path>
                </a:pathLst>
              </a:custGeom>
              <a:solidFill>
                <a:srgbClr val="003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09" name="Freeform 563"/>
              <p:cNvSpPr>
                <a:spLocks/>
              </p:cNvSpPr>
              <p:nvPr/>
            </p:nvSpPr>
            <p:spPr bwMode="auto">
              <a:xfrm>
                <a:off x="1178" y="1734"/>
                <a:ext cx="1" cy="1"/>
              </a:xfrm>
              <a:custGeom>
                <a:avLst/>
                <a:gdLst>
                  <a:gd name="T0" fmla="*/ 0 w 1"/>
                  <a:gd name="T1" fmla="*/ 0 h 7"/>
                  <a:gd name="T2" fmla="*/ 0 w 1"/>
                  <a:gd name="T3" fmla="*/ 0 h 7"/>
                  <a:gd name="T4" fmla="*/ 1 w 1"/>
                  <a:gd name="T5" fmla="*/ 0 h 7"/>
                  <a:gd name="T6" fmla="*/ 1 w 1"/>
                  <a:gd name="T7" fmla="*/ 0 h 7"/>
                  <a:gd name="T8" fmla="*/ 1 w 1"/>
                  <a:gd name="T9" fmla="*/ 0 h 7"/>
                  <a:gd name="T10" fmla="*/ 0 w 1"/>
                  <a:gd name="T11" fmla="*/ 0 h 7"/>
                  <a:gd name="T12" fmla="*/ 0 w 1"/>
                  <a:gd name="T13" fmla="*/ 0 h 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"/>
                  <a:gd name="T22" fmla="*/ 0 h 7"/>
                  <a:gd name="T23" fmla="*/ 1 w 1"/>
                  <a:gd name="T24" fmla="*/ 7 h 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" h="7">
                    <a:moveTo>
                      <a:pt x="0" y="0"/>
                    </a:moveTo>
                    <a:lnTo>
                      <a:pt x="0" y="7"/>
                    </a:lnTo>
                    <a:lnTo>
                      <a:pt x="1" y="5"/>
                    </a:lnTo>
                    <a:lnTo>
                      <a:pt x="1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70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0" name="Freeform 564"/>
              <p:cNvSpPr>
                <a:spLocks/>
              </p:cNvSpPr>
              <p:nvPr/>
            </p:nvSpPr>
            <p:spPr bwMode="auto">
              <a:xfrm>
                <a:off x="875" y="1705"/>
                <a:ext cx="89" cy="37"/>
              </a:xfrm>
              <a:custGeom>
                <a:avLst/>
                <a:gdLst>
                  <a:gd name="T0" fmla="*/ 0 w 445"/>
                  <a:gd name="T1" fmla="*/ 0 h 184"/>
                  <a:gd name="T2" fmla="*/ 0 w 445"/>
                  <a:gd name="T3" fmla="*/ 0 h 184"/>
                  <a:gd name="T4" fmla="*/ 0 w 445"/>
                  <a:gd name="T5" fmla="*/ 0 h 184"/>
                  <a:gd name="T6" fmla="*/ 0 w 445"/>
                  <a:gd name="T7" fmla="*/ 0 h 184"/>
                  <a:gd name="T8" fmla="*/ 0 w 445"/>
                  <a:gd name="T9" fmla="*/ 0 h 184"/>
                  <a:gd name="T10" fmla="*/ 0 w 445"/>
                  <a:gd name="T11" fmla="*/ 0 h 184"/>
                  <a:gd name="T12" fmla="*/ 0 w 445"/>
                  <a:gd name="T13" fmla="*/ 0 h 184"/>
                  <a:gd name="T14" fmla="*/ 0 w 445"/>
                  <a:gd name="T15" fmla="*/ 0 h 184"/>
                  <a:gd name="T16" fmla="*/ 0 w 445"/>
                  <a:gd name="T17" fmla="*/ 0 h 184"/>
                  <a:gd name="T18" fmla="*/ 0 w 445"/>
                  <a:gd name="T19" fmla="*/ 0 h 184"/>
                  <a:gd name="T20" fmla="*/ 0 w 445"/>
                  <a:gd name="T21" fmla="*/ 0 h 184"/>
                  <a:gd name="T22" fmla="*/ 0 w 445"/>
                  <a:gd name="T23" fmla="*/ 0 h 184"/>
                  <a:gd name="T24" fmla="*/ 0 w 445"/>
                  <a:gd name="T25" fmla="*/ 0 h 184"/>
                  <a:gd name="T26" fmla="*/ 0 w 445"/>
                  <a:gd name="T27" fmla="*/ 0 h 184"/>
                  <a:gd name="T28" fmla="*/ 0 w 445"/>
                  <a:gd name="T29" fmla="*/ 0 h 184"/>
                  <a:gd name="T30" fmla="*/ 0 w 445"/>
                  <a:gd name="T31" fmla="*/ 0 h 184"/>
                  <a:gd name="T32" fmla="*/ 0 w 445"/>
                  <a:gd name="T33" fmla="*/ 0 h 184"/>
                  <a:gd name="T34" fmla="*/ 0 w 445"/>
                  <a:gd name="T35" fmla="*/ 0 h 184"/>
                  <a:gd name="T36" fmla="*/ 0 w 445"/>
                  <a:gd name="T37" fmla="*/ 0 h 184"/>
                  <a:gd name="T38" fmla="*/ 0 w 445"/>
                  <a:gd name="T39" fmla="*/ 0 h 184"/>
                  <a:gd name="T40" fmla="*/ 0 w 445"/>
                  <a:gd name="T41" fmla="*/ 0 h 184"/>
                  <a:gd name="T42" fmla="*/ 0 w 445"/>
                  <a:gd name="T43" fmla="*/ 0 h 184"/>
                  <a:gd name="T44" fmla="*/ 0 w 445"/>
                  <a:gd name="T45" fmla="*/ 0 h 18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445"/>
                  <a:gd name="T70" fmla="*/ 0 h 184"/>
                  <a:gd name="T71" fmla="*/ 445 w 445"/>
                  <a:gd name="T72" fmla="*/ 184 h 184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445" h="184">
                    <a:moveTo>
                      <a:pt x="0" y="2"/>
                    </a:moveTo>
                    <a:lnTo>
                      <a:pt x="157" y="173"/>
                    </a:lnTo>
                    <a:lnTo>
                      <a:pt x="158" y="174"/>
                    </a:lnTo>
                    <a:lnTo>
                      <a:pt x="160" y="176"/>
                    </a:lnTo>
                    <a:lnTo>
                      <a:pt x="165" y="179"/>
                    </a:lnTo>
                    <a:lnTo>
                      <a:pt x="172" y="182"/>
                    </a:lnTo>
                    <a:lnTo>
                      <a:pt x="179" y="183"/>
                    </a:lnTo>
                    <a:lnTo>
                      <a:pt x="187" y="184"/>
                    </a:lnTo>
                    <a:lnTo>
                      <a:pt x="197" y="182"/>
                    </a:lnTo>
                    <a:lnTo>
                      <a:pt x="208" y="177"/>
                    </a:lnTo>
                    <a:lnTo>
                      <a:pt x="445" y="68"/>
                    </a:lnTo>
                    <a:lnTo>
                      <a:pt x="440" y="63"/>
                    </a:lnTo>
                    <a:lnTo>
                      <a:pt x="207" y="170"/>
                    </a:lnTo>
                    <a:lnTo>
                      <a:pt x="205" y="171"/>
                    </a:lnTo>
                    <a:lnTo>
                      <a:pt x="203" y="173"/>
                    </a:lnTo>
                    <a:lnTo>
                      <a:pt x="198" y="174"/>
                    </a:lnTo>
                    <a:lnTo>
                      <a:pt x="193" y="175"/>
                    </a:lnTo>
                    <a:lnTo>
                      <a:pt x="186" y="176"/>
                    </a:lnTo>
                    <a:lnTo>
                      <a:pt x="178" y="175"/>
                    </a:lnTo>
                    <a:lnTo>
                      <a:pt x="170" y="173"/>
                    </a:lnTo>
                    <a:lnTo>
                      <a:pt x="160" y="167"/>
                    </a:lnTo>
                    <a:lnTo>
                      <a:pt x="8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003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1" name="Freeform 565"/>
              <p:cNvSpPr>
                <a:spLocks/>
              </p:cNvSpPr>
              <p:nvPr/>
            </p:nvSpPr>
            <p:spPr bwMode="auto">
              <a:xfrm>
                <a:off x="1158" y="1719"/>
                <a:ext cx="4" cy="3"/>
              </a:xfrm>
              <a:custGeom>
                <a:avLst/>
                <a:gdLst>
                  <a:gd name="T0" fmla="*/ 0 w 20"/>
                  <a:gd name="T1" fmla="*/ 0 h 14"/>
                  <a:gd name="T2" fmla="*/ 0 w 20"/>
                  <a:gd name="T3" fmla="*/ 0 h 14"/>
                  <a:gd name="T4" fmla="*/ 0 w 20"/>
                  <a:gd name="T5" fmla="*/ 0 h 14"/>
                  <a:gd name="T6" fmla="*/ 0 w 20"/>
                  <a:gd name="T7" fmla="*/ 0 h 14"/>
                  <a:gd name="T8" fmla="*/ 0 w 20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14"/>
                  <a:gd name="T17" fmla="*/ 20 w 20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14">
                    <a:moveTo>
                      <a:pt x="6" y="14"/>
                    </a:moveTo>
                    <a:lnTo>
                      <a:pt x="20" y="6"/>
                    </a:lnTo>
                    <a:lnTo>
                      <a:pt x="12" y="0"/>
                    </a:lnTo>
                    <a:lnTo>
                      <a:pt x="0" y="10"/>
                    </a:lnTo>
                    <a:lnTo>
                      <a:pt x="6" y="14"/>
                    </a:lnTo>
                    <a:close/>
                  </a:path>
                </a:pathLst>
              </a:custGeom>
              <a:solidFill>
                <a:srgbClr val="1970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2" name="Freeform 566"/>
              <p:cNvSpPr>
                <a:spLocks/>
              </p:cNvSpPr>
              <p:nvPr/>
            </p:nvSpPr>
            <p:spPr bwMode="auto">
              <a:xfrm>
                <a:off x="1144" y="1718"/>
                <a:ext cx="14" cy="10"/>
              </a:xfrm>
              <a:custGeom>
                <a:avLst/>
                <a:gdLst>
                  <a:gd name="T0" fmla="*/ 0 w 70"/>
                  <a:gd name="T1" fmla="*/ 0 h 51"/>
                  <a:gd name="T2" fmla="*/ 0 w 70"/>
                  <a:gd name="T3" fmla="*/ 0 h 51"/>
                  <a:gd name="T4" fmla="*/ 0 w 70"/>
                  <a:gd name="T5" fmla="*/ 0 h 51"/>
                  <a:gd name="T6" fmla="*/ 0 w 70"/>
                  <a:gd name="T7" fmla="*/ 0 h 51"/>
                  <a:gd name="T8" fmla="*/ 0 w 70"/>
                  <a:gd name="T9" fmla="*/ 0 h 51"/>
                  <a:gd name="T10" fmla="*/ 0 w 70"/>
                  <a:gd name="T11" fmla="*/ 0 h 51"/>
                  <a:gd name="T12" fmla="*/ 0 w 70"/>
                  <a:gd name="T13" fmla="*/ 0 h 51"/>
                  <a:gd name="T14" fmla="*/ 0 w 70"/>
                  <a:gd name="T15" fmla="*/ 0 h 51"/>
                  <a:gd name="T16" fmla="*/ 0 w 70"/>
                  <a:gd name="T17" fmla="*/ 0 h 5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0"/>
                  <a:gd name="T28" fmla="*/ 0 h 51"/>
                  <a:gd name="T29" fmla="*/ 70 w 70"/>
                  <a:gd name="T30" fmla="*/ 51 h 5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0" h="51">
                    <a:moveTo>
                      <a:pt x="42" y="33"/>
                    </a:moveTo>
                    <a:lnTo>
                      <a:pt x="45" y="36"/>
                    </a:lnTo>
                    <a:lnTo>
                      <a:pt x="70" y="14"/>
                    </a:lnTo>
                    <a:lnTo>
                      <a:pt x="52" y="0"/>
                    </a:lnTo>
                    <a:lnTo>
                      <a:pt x="0" y="25"/>
                    </a:lnTo>
                    <a:lnTo>
                      <a:pt x="33" y="51"/>
                    </a:lnTo>
                    <a:lnTo>
                      <a:pt x="24" y="43"/>
                    </a:lnTo>
                    <a:lnTo>
                      <a:pt x="42" y="33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3" name="Freeform 567"/>
              <p:cNvSpPr>
                <a:spLocks/>
              </p:cNvSpPr>
              <p:nvPr/>
            </p:nvSpPr>
            <p:spPr bwMode="auto">
              <a:xfrm>
                <a:off x="1153" y="1721"/>
                <a:ext cx="6" cy="4"/>
              </a:xfrm>
              <a:custGeom>
                <a:avLst/>
                <a:gdLst>
                  <a:gd name="T0" fmla="*/ 0 w 31"/>
                  <a:gd name="T1" fmla="*/ 0 h 23"/>
                  <a:gd name="T2" fmla="*/ 0 w 31"/>
                  <a:gd name="T3" fmla="*/ 0 h 23"/>
                  <a:gd name="T4" fmla="*/ 0 w 31"/>
                  <a:gd name="T5" fmla="*/ 0 h 23"/>
                  <a:gd name="T6" fmla="*/ 0 w 31"/>
                  <a:gd name="T7" fmla="*/ 0 h 23"/>
                  <a:gd name="T8" fmla="*/ 0 w 31"/>
                  <a:gd name="T9" fmla="*/ 0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1"/>
                  <a:gd name="T16" fmla="*/ 0 h 23"/>
                  <a:gd name="T17" fmla="*/ 31 w 31"/>
                  <a:gd name="T18" fmla="*/ 23 h 2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1" h="23">
                    <a:moveTo>
                      <a:pt x="0" y="22"/>
                    </a:moveTo>
                    <a:lnTo>
                      <a:pt x="1" y="23"/>
                    </a:lnTo>
                    <a:lnTo>
                      <a:pt x="31" y="4"/>
                    </a:lnTo>
                    <a:lnTo>
                      <a:pt x="25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4" name="Freeform 568"/>
              <p:cNvSpPr>
                <a:spLocks/>
              </p:cNvSpPr>
              <p:nvPr/>
            </p:nvSpPr>
            <p:spPr bwMode="auto">
              <a:xfrm>
                <a:off x="1153" y="1722"/>
                <a:ext cx="8" cy="4"/>
              </a:xfrm>
              <a:custGeom>
                <a:avLst/>
                <a:gdLst>
                  <a:gd name="T0" fmla="*/ 0 w 41"/>
                  <a:gd name="T1" fmla="*/ 0 h 24"/>
                  <a:gd name="T2" fmla="*/ 0 w 41"/>
                  <a:gd name="T3" fmla="*/ 0 h 24"/>
                  <a:gd name="T4" fmla="*/ 0 w 41"/>
                  <a:gd name="T5" fmla="*/ 0 h 24"/>
                  <a:gd name="T6" fmla="*/ 0 w 41"/>
                  <a:gd name="T7" fmla="*/ 0 h 24"/>
                  <a:gd name="T8" fmla="*/ 0 w 41"/>
                  <a:gd name="T9" fmla="*/ 0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1"/>
                  <a:gd name="T16" fmla="*/ 0 h 24"/>
                  <a:gd name="T17" fmla="*/ 41 w 41"/>
                  <a:gd name="T18" fmla="*/ 24 h 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1" h="24">
                    <a:moveTo>
                      <a:pt x="7" y="24"/>
                    </a:moveTo>
                    <a:lnTo>
                      <a:pt x="41" y="8"/>
                    </a:lnTo>
                    <a:lnTo>
                      <a:pt x="30" y="0"/>
                    </a:lnTo>
                    <a:lnTo>
                      <a:pt x="0" y="19"/>
                    </a:lnTo>
                    <a:lnTo>
                      <a:pt x="7" y="24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5" name="Freeform 569"/>
              <p:cNvSpPr>
                <a:spLocks/>
              </p:cNvSpPr>
              <p:nvPr/>
            </p:nvSpPr>
            <p:spPr bwMode="auto">
              <a:xfrm>
                <a:off x="1150" y="1726"/>
                <a:ext cx="4" cy="3"/>
              </a:xfrm>
              <a:custGeom>
                <a:avLst/>
                <a:gdLst>
                  <a:gd name="T0" fmla="*/ 0 w 20"/>
                  <a:gd name="T1" fmla="*/ 0 h 11"/>
                  <a:gd name="T2" fmla="*/ 0 w 20"/>
                  <a:gd name="T3" fmla="*/ 0 h 11"/>
                  <a:gd name="T4" fmla="*/ 0 w 20"/>
                  <a:gd name="T5" fmla="*/ 0 h 11"/>
                  <a:gd name="T6" fmla="*/ 0 w 20"/>
                  <a:gd name="T7" fmla="*/ 0 h 11"/>
                  <a:gd name="T8" fmla="*/ 0 w 20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11"/>
                  <a:gd name="T17" fmla="*/ 20 w 20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11">
                    <a:moveTo>
                      <a:pt x="1" y="11"/>
                    </a:moveTo>
                    <a:lnTo>
                      <a:pt x="20" y="1"/>
                    </a:lnTo>
                    <a:lnTo>
                      <a:pt x="20" y="0"/>
                    </a:lnTo>
                    <a:lnTo>
                      <a:pt x="0" y="9"/>
                    </a:lnTo>
                    <a:lnTo>
                      <a:pt x="1" y="1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6" name="Freeform 570"/>
              <p:cNvSpPr>
                <a:spLocks/>
              </p:cNvSpPr>
              <p:nvPr/>
            </p:nvSpPr>
            <p:spPr bwMode="auto">
              <a:xfrm>
                <a:off x="907" y="1649"/>
                <a:ext cx="124" cy="74"/>
              </a:xfrm>
              <a:custGeom>
                <a:avLst/>
                <a:gdLst>
                  <a:gd name="T0" fmla="*/ 0 w 616"/>
                  <a:gd name="T1" fmla="*/ 0 h 368"/>
                  <a:gd name="T2" fmla="*/ 0 w 616"/>
                  <a:gd name="T3" fmla="*/ 0 h 368"/>
                  <a:gd name="T4" fmla="*/ 0 w 616"/>
                  <a:gd name="T5" fmla="*/ 0 h 368"/>
                  <a:gd name="T6" fmla="*/ 0 w 616"/>
                  <a:gd name="T7" fmla="*/ 0 h 368"/>
                  <a:gd name="T8" fmla="*/ 0 w 616"/>
                  <a:gd name="T9" fmla="*/ 0 h 368"/>
                  <a:gd name="T10" fmla="*/ 0 w 616"/>
                  <a:gd name="T11" fmla="*/ 0 h 368"/>
                  <a:gd name="T12" fmla="*/ 0 w 616"/>
                  <a:gd name="T13" fmla="*/ 0 h 368"/>
                  <a:gd name="T14" fmla="*/ 0 w 616"/>
                  <a:gd name="T15" fmla="*/ 0 h 368"/>
                  <a:gd name="T16" fmla="*/ 0 w 616"/>
                  <a:gd name="T17" fmla="*/ 0 h 368"/>
                  <a:gd name="T18" fmla="*/ 0 w 616"/>
                  <a:gd name="T19" fmla="*/ 0 h 368"/>
                  <a:gd name="T20" fmla="*/ 0 w 616"/>
                  <a:gd name="T21" fmla="*/ 0 h 368"/>
                  <a:gd name="T22" fmla="*/ 0 w 616"/>
                  <a:gd name="T23" fmla="*/ 0 h 368"/>
                  <a:gd name="T24" fmla="*/ 0 w 616"/>
                  <a:gd name="T25" fmla="*/ 0 h 368"/>
                  <a:gd name="T26" fmla="*/ 0 w 616"/>
                  <a:gd name="T27" fmla="*/ 0 h 368"/>
                  <a:gd name="T28" fmla="*/ 0 w 616"/>
                  <a:gd name="T29" fmla="*/ 0 h 368"/>
                  <a:gd name="T30" fmla="*/ 0 w 616"/>
                  <a:gd name="T31" fmla="*/ 0 h 368"/>
                  <a:gd name="T32" fmla="*/ 0 w 616"/>
                  <a:gd name="T33" fmla="*/ 0 h 368"/>
                  <a:gd name="T34" fmla="*/ 0 w 616"/>
                  <a:gd name="T35" fmla="*/ 0 h 368"/>
                  <a:gd name="T36" fmla="*/ 0 w 616"/>
                  <a:gd name="T37" fmla="*/ 0 h 368"/>
                  <a:gd name="T38" fmla="*/ 0 w 616"/>
                  <a:gd name="T39" fmla="*/ 0 h 368"/>
                  <a:gd name="T40" fmla="*/ 0 w 616"/>
                  <a:gd name="T41" fmla="*/ 0 h 368"/>
                  <a:gd name="T42" fmla="*/ 0 w 616"/>
                  <a:gd name="T43" fmla="*/ 0 h 36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16"/>
                  <a:gd name="T67" fmla="*/ 0 h 368"/>
                  <a:gd name="T68" fmla="*/ 616 w 616"/>
                  <a:gd name="T69" fmla="*/ 368 h 368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16" h="368">
                    <a:moveTo>
                      <a:pt x="238" y="365"/>
                    </a:moveTo>
                    <a:lnTo>
                      <a:pt x="220" y="368"/>
                    </a:lnTo>
                    <a:lnTo>
                      <a:pt x="205" y="368"/>
                    </a:lnTo>
                    <a:lnTo>
                      <a:pt x="192" y="367"/>
                    </a:lnTo>
                    <a:lnTo>
                      <a:pt x="181" y="363"/>
                    </a:lnTo>
                    <a:lnTo>
                      <a:pt x="172" y="360"/>
                    </a:lnTo>
                    <a:lnTo>
                      <a:pt x="166" y="356"/>
                    </a:lnTo>
                    <a:lnTo>
                      <a:pt x="163" y="354"/>
                    </a:lnTo>
                    <a:lnTo>
                      <a:pt x="162" y="353"/>
                    </a:lnTo>
                    <a:lnTo>
                      <a:pt x="6" y="194"/>
                    </a:lnTo>
                    <a:lnTo>
                      <a:pt x="0" y="188"/>
                    </a:lnTo>
                    <a:lnTo>
                      <a:pt x="420" y="0"/>
                    </a:lnTo>
                    <a:lnTo>
                      <a:pt x="607" y="147"/>
                    </a:lnTo>
                    <a:lnTo>
                      <a:pt x="609" y="149"/>
                    </a:lnTo>
                    <a:lnTo>
                      <a:pt x="611" y="152"/>
                    </a:lnTo>
                    <a:lnTo>
                      <a:pt x="613" y="157"/>
                    </a:lnTo>
                    <a:lnTo>
                      <a:pt x="616" y="163"/>
                    </a:lnTo>
                    <a:lnTo>
                      <a:pt x="616" y="170"/>
                    </a:lnTo>
                    <a:lnTo>
                      <a:pt x="612" y="177"/>
                    </a:lnTo>
                    <a:lnTo>
                      <a:pt x="605" y="184"/>
                    </a:lnTo>
                    <a:lnTo>
                      <a:pt x="592" y="193"/>
                    </a:lnTo>
                    <a:lnTo>
                      <a:pt x="238" y="365"/>
                    </a:lnTo>
                    <a:close/>
                  </a:path>
                </a:pathLst>
              </a:custGeom>
              <a:solidFill>
                <a:srgbClr val="A0828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7" name="Freeform 571"/>
              <p:cNvSpPr>
                <a:spLocks/>
              </p:cNvSpPr>
              <p:nvPr/>
            </p:nvSpPr>
            <p:spPr bwMode="auto">
              <a:xfrm>
                <a:off x="906" y="1687"/>
                <a:ext cx="2" cy="1"/>
              </a:xfrm>
              <a:custGeom>
                <a:avLst/>
                <a:gdLst>
                  <a:gd name="T0" fmla="*/ 0 w 9"/>
                  <a:gd name="T1" fmla="*/ 0 h 7"/>
                  <a:gd name="T2" fmla="*/ 0 w 9"/>
                  <a:gd name="T3" fmla="*/ 0 h 7"/>
                  <a:gd name="T4" fmla="*/ 0 w 9"/>
                  <a:gd name="T5" fmla="*/ 0 h 7"/>
                  <a:gd name="T6" fmla="*/ 0 w 9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"/>
                  <a:gd name="T13" fmla="*/ 0 h 7"/>
                  <a:gd name="T14" fmla="*/ 9 w 9"/>
                  <a:gd name="T15" fmla="*/ 7 h 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" h="7">
                    <a:moveTo>
                      <a:pt x="0" y="7"/>
                    </a:moveTo>
                    <a:lnTo>
                      <a:pt x="9" y="5"/>
                    </a:lnTo>
                    <a:lnTo>
                      <a:pt x="5" y="0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A0828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8" name="Freeform 572"/>
              <p:cNvSpPr>
                <a:spLocks/>
              </p:cNvSpPr>
              <p:nvPr/>
            </p:nvSpPr>
            <p:spPr bwMode="auto">
              <a:xfrm>
                <a:off x="966" y="1661"/>
                <a:ext cx="48" cy="33"/>
              </a:xfrm>
              <a:custGeom>
                <a:avLst/>
                <a:gdLst>
                  <a:gd name="T0" fmla="*/ 0 w 239"/>
                  <a:gd name="T1" fmla="*/ 0 h 164"/>
                  <a:gd name="T2" fmla="*/ 0 w 239"/>
                  <a:gd name="T3" fmla="*/ 0 h 164"/>
                  <a:gd name="T4" fmla="*/ 0 w 239"/>
                  <a:gd name="T5" fmla="*/ 0 h 164"/>
                  <a:gd name="T6" fmla="*/ 0 w 239"/>
                  <a:gd name="T7" fmla="*/ 0 h 164"/>
                  <a:gd name="T8" fmla="*/ 0 w 239"/>
                  <a:gd name="T9" fmla="*/ 0 h 1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9"/>
                  <a:gd name="T16" fmla="*/ 0 h 164"/>
                  <a:gd name="T17" fmla="*/ 239 w 239"/>
                  <a:gd name="T18" fmla="*/ 164 h 16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9" h="164">
                    <a:moveTo>
                      <a:pt x="101" y="0"/>
                    </a:moveTo>
                    <a:lnTo>
                      <a:pt x="239" y="114"/>
                    </a:lnTo>
                    <a:lnTo>
                      <a:pt x="133" y="164"/>
                    </a:lnTo>
                    <a:lnTo>
                      <a:pt x="0" y="45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1970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19" name="Freeform 573"/>
              <p:cNvSpPr>
                <a:spLocks/>
              </p:cNvSpPr>
              <p:nvPr/>
            </p:nvSpPr>
            <p:spPr bwMode="auto">
              <a:xfrm>
                <a:off x="858" y="1707"/>
                <a:ext cx="115" cy="140"/>
              </a:xfrm>
              <a:custGeom>
                <a:avLst/>
                <a:gdLst>
                  <a:gd name="T0" fmla="*/ 0 w 578"/>
                  <a:gd name="T1" fmla="*/ 0 h 697"/>
                  <a:gd name="T2" fmla="*/ 0 w 578"/>
                  <a:gd name="T3" fmla="*/ 0 h 697"/>
                  <a:gd name="T4" fmla="*/ 0 w 578"/>
                  <a:gd name="T5" fmla="*/ 0 h 697"/>
                  <a:gd name="T6" fmla="*/ 0 w 578"/>
                  <a:gd name="T7" fmla="*/ 0 h 697"/>
                  <a:gd name="T8" fmla="*/ 0 w 578"/>
                  <a:gd name="T9" fmla="*/ 0 h 697"/>
                  <a:gd name="T10" fmla="*/ 0 w 578"/>
                  <a:gd name="T11" fmla="*/ 0 h 697"/>
                  <a:gd name="T12" fmla="*/ 0 w 578"/>
                  <a:gd name="T13" fmla="*/ 0 h 697"/>
                  <a:gd name="T14" fmla="*/ 0 w 578"/>
                  <a:gd name="T15" fmla="*/ 0 h 697"/>
                  <a:gd name="T16" fmla="*/ 0 w 578"/>
                  <a:gd name="T17" fmla="*/ 0 h 697"/>
                  <a:gd name="T18" fmla="*/ 0 w 578"/>
                  <a:gd name="T19" fmla="*/ 0 h 697"/>
                  <a:gd name="T20" fmla="*/ 0 w 578"/>
                  <a:gd name="T21" fmla="*/ 0 h 697"/>
                  <a:gd name="T22" fmla="*/ 0 w 578"/>
                  <a:gd name="T23" fmla="*/ 0 h 697"/>
                  <a:gd name="T24" fmla="*/ 0 w 578"/>
                  <a:gd name="T25" fmla="*/ 0 h 697"/>
                  <a:gd name="T26" fmla="*/ 0 w 578"/>
                  <a:gd name="T27" fmla="*/ 0 h 697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578"/>
                  <a:gd name="T43" fmla="*/ 0 h 697"/>
                  <a:gd name="T44" fmla="*/ 578 w 578"/>
                  <a:gd name="T45" fmla="*/ 697 h 697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578" h="697">
                    <a:moveTo>
                      <a:pt x="11" y="0"/>
                    </a:moveTo>
                    <a:lnTo>
                      <a:pt x="9" y="0"/>
                    </a:lnTo>
                    <a:lnTo>
                      <a:pt x="0" y="42"/>
                    </a:lnTo>
                    <a:lnTo>
                      <a:pt x="34" y="81"/>
                    </a:lnTo>
                    <a:lnTo>
                      <a:pt x="40" y="58"/>
                    </a:lnTo>
                    <a:lnTo>
                      <a:pt x="74" y="97"/>
                    </a:lnTo>
                    <a:lnTo>
                      <a:pt x="68" y="121"/>
                    </a:lnTo>
                    <a:lnTo>
                      <a:pt x="555" y="690"/>
                    </a:lnTo>
                    <a:lnTo>
                      <a:pt x="556" y="691"/>
                    </a:lnTo>
                    <a:lnTo>
                      <a:pt x="558" y="692"/>
                    </a:lnTo>
                    <a:lnTo>
                      <a:pt x="561" y="694"/>
                    </a:lnTo>
                    <a:lnTo>
                      <a:pt x="566" y="697"/>
                    </a:lnTo>
                    <a:lnTo>
                      <a:pt x="578" y="649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5493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0" name="Freeform 574"/>
              <p:cNvSpPr>
                <a:spLocks/>
              </p:cNvSpPr>
              <p:nvPr/>
            </p:nvSpPr>
            <p:spPr bwMode="auto">
              <a:xfrm>
                <a:off x="865" y="1719"/>
                <a:ext cx="3" cy="4"/>
              </a:xfrm>
              <a:custGeom>
                <a:avLst/>
                <a:gdLst>
                  <a:gd name="T0" fmla="*/ 0 w 19"/>
                  <a:gd name="T1" fmla="*/ 0 h 23"/>
                  <a:gd name="T2" fmla="*/ 0 w 19"/>
                  <a:gd name="T3" fmla="*/ 0 h 23"/>
                  <a:gd name="T4" fmla="*/ 0 w 19"/>
                  <a:gd name="T5" fmla="*/ 0 h 23"/>
                  <a:gd name="T6" fmla="*/ 0 w 19"/>
                  <a:gd name="T7" fmla="*/ 0 h 2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23"/>
                  <a:gd name="T14" fmla="*/ 19 w 19"/>
                  <a:gd name="T15" fmla="*/ 23 h 2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23">
                    <a:moveTo>
                      <a:pt x="6" y="0"/>
                    </a:moveTo>
                    <a:lnTo>
                      <a:pt x="0" y="23"/>
                    </a:lnTo>
                    <a:lnTo>
                      <a:pt x="19" y="15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49A5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1" name="Freeform 575"/>
              <p:cNvSpPr>
                <a:spLocks/>
              </p:cNvSpPr>
              <p:nvPr/>
            </p:nvSpPr>
            <p:spPr bwMode="auto">
              <a:xfrm>
                <a:off x="924" y="1678"/>
                <a:ext cx="224" cy="145"/>
              </a:xfrm>
              <a:custGeom>
                <a:avLst/>
                <a:gdLst>
                  <a:gd name="T0" fmla="*/ 0 w 1118"/>
                  <a:gd name="T1" fmla="*/ 0 h 724"/>
                  <a:gd name="T2" fmla="*/ 0 w 1118"/>
                  <a:gd name="T3" fmla="*/ 0 h 724"/>
                  <a:gd name="T4" fmla="*/ 0 w 1118"/>
                  <a:gd name="T5" fmla="*/ 0 h 724"/>
                  <a:gd name="T6" fmla="*/ 0 w 1118"/>
                  <a:gd name="T7" fmla="*/ 0 h 724"/>
                  <a:gd name="T8" fmla="*/ 0 w 1118"/>
                  <a:gd name="T9" fmla="*/ 0 h 724"/>
                  <a:gd name="T10" fmla="*/ 0 w 1118"/>
                  <a:gd name="T11" fmla="*/ 0 h 724"/>
                  <a:gd name="T12" fmla="*/ 0 w 1118"/>
                  <a:gd name="T13" fmla="*/ 0 h 724"/>
                  <a:gd name="T14" fmla="*/ 0 w 1118"/>
                  <a:gd name="T15" fmla="*/ 0 h 724"/>
                  <a:gd name="T16" fmla="*/ 0 w 1118"/>
                  <a:gd name="T17" fmla="*/ 0 h 724"/>
                  <a:gd name="T18" fmla="*/ 0 w 1118"/>
                  <a:gd name="T19" fmla="*/ 0 h 724"/>
                  <a:gd name="T20" fmla="*/ 0 w 1118"/>
                  <a:gd name="T21" fmla="*/ 0 h 724"/>
                  <a:gd name="T22" fmla="*/ 0 w 1118"/>
                  <a:gd name="T23" fmla="*/ 0 h 724"/>
                  <a:gd name="T24" fmla="*/ 0 w 1118"/>
                  <a:gd name="T25" fmla="*/ 0 h 724"/>
                  <a:gd name="T26" fmla="*/ 0 w 1118"/>
                  <a:gd name="T27" fmla="*/ 0 h 724"/>
                  <a:gd name="T28" fmla="*/ 0 w 1118"/>
                  <a:gd name="T29" fmla="*/ 0 h 724"/>
                  <a:gd name="T30" fmla="*/ 0 w 1118"/>
                  <a:gd name="T31" fmla="*/ 0 h 724"/>
                  <a:gd name="T32" fmla="*/ 0 w 1118"/>
                  <a:gd name="T33" fmla="*/ 0 h 724"/>
                  <a:gd name="T34" fmla="*/ 0 w 1118"/>
                  <a:gd name="T35" fmla="*/ 0 h 724"/>
                  <a:gd name="T36" fmla="*/ 0 w 1118"/>
                  <a:gd name="T37" fmla="*/ 0 h 724"/>
                  <a:gd name="T38" fmla="*/ 0 w 1118"/>
                  <a:gd name="T39" fmla="*/ 0 h 724"/>
                  <a:gd name="T40" fmla="*/ 0 w 1118"/>
                  <a:gd name="T41" fmla="*/ 0 h 724"/>
                  <a:gd name="T42" fmla="*/ 0 w 1118"/>
                  <a:gd name="T43" fmla="*/ 0 h 724"/>
                  <a:gd name="T44" fmla="*/ 0 w 1118"/>
                  <a:gd name="T45" fmla="*/ 0 h 724"/>
                  <a:gd name="T46" fmla="*/ 0 w 1118"/>
                  <a:gd name="T47" fmla="*/ 0 h 724"/>
                  <a:gd name="T48" fmla="*/ 0 w 1118"/>
                  <a:gd name="T49" fmla="*/ 0 h 724"/>
                  <a:gd name="T50" fmla="*/ 0 w 1118"/>
                  <a:gd name="T51" fmla="*/ 0 h 724"/>
                  <a:gd name="T52" fmla="*/ 0 w 1118"/>
                  <a:gd name="T53" fmla="*/ 0 h 724"/>
                  <a:gd name="T54" fmla="*/ 0 w 1118"/>
                  <a:gd name="T55" fmla="*/ 0 h 724"/>
                  <a:gd name="T56" fmla="*/ 0 w 1118"/>
                  <a:gd name="T57" fmla="*/ 0 h 724"/>
                  <a:gd name="T58" fmla="*/ 0 w 1118"/>
                  <a:gd name="T59" fmla="*/ 0 h 724"/>
                  <a:gd name="T60" fmla="*/ 0 w 1118"/>
                  <a:gd name="T61" fmla="*/ 0 h 724"/>
                  <a:gd name="T62" fmla="*/ 0 w 1118"/>
                  <a:gd name="T63" fmla="*/ 0 h 724"/>
                  <a:gd name="T64" fmla="*/ 0 w 1118"/>
                  <a:gd name="T65" fmla="*/ 0 h 72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18"/>
                  <a:gd name="T100" fmla="*/ 0 h 724"/>
                  <a:gd name="T101" fmla="*/ 1118 w 1118"/>
                  <a:gd name="T102" fmla="*/ 724 h 72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18" h="724">
                    <a:moveTo>
                      <a:pt x="0" y="375"/>
                    </a:moveTo>
                    <a:lnTo>
                      <a:pt x="284" y="705"/>
                    </a:lnTo>
                    <a:lnTo>
                      <a:pt x="285" y="706"/>
                    </a:lnTo>
                    <a:lnTo>
                      <a:pt x="289" y="710"/>
                    </a:lnTo>
                    <a:lnTo>
                      <a:pt x="294" y="713"/>
                    </a:lnTo>
                    <a:lnTo>
                      <a:pt x="301" y="718"/>
                    </a:lnTo>
                    <a:lnTo>
                      <a:pt x="309" y="722"/>
                    </a:lnTo>
                    <a:lnTo>
                      <a:pt x="320" y="724"/>
                    </a:lnTo>
                    <a:lnTo>
                      <a:pt x="333" y="724"/>
                    </a:lnTo>
                    <a:lnTo>
                      <a:pt x="347" y="722"/>
                    </a:lnTo>
                    <a:lnTo>
                      <a:pt x="1103" y="303"/>
                    </a:lnTo>
                    <a:lnTo>
                      <a:pt x="1104" y="302"/>
                    </a:lnTo>
                    <a:lnTo>
                      <a:pt x="1109" y="298"/>
                    </a:lnTo>
                    <a:lnTo>
                      <a:pt x="1113" y="292"/>
                    </a:lnTo>
                    <a:lnTo>
                      <a:pt x="1117" y="284"/>
                    </a:lnTo>
                    <a:lnTo>
                      <a:pt x="1118" y="274"/>
                    </a:lnTo>
                    <a:lnTo>
                      <a:pt x="1116" y="264"/>
                    </a:lnTo>
                    <a:lnTo>
                      <a:pt x="1109" y="252"/>
                    </a:lnTo>
                    <a:lnTo>
                      <a:pt x="1093" y="239"/>
                    </a:lnTo>
                    <a:lnTo>
                      <a:pt x="741" y="5"/>
                    </a:lnTo>
                    <a:lnTo>
                      <a:pt x="739" y="5"/>
                    </a:lnTo>
                    <a:lnTo>
                      <a:pt x="737" y="4"/>
                    </a:lnTo>
                    <a:lnTo>
                      <a:pt x="733" y="1"/>
                    </a:lnTo>
                    <a:lnTo>
                      <a:pt x="729" y="0"/>
                    </a:lnTo>
                    <a:lnTo>
                      <a:pt x="721" y="0"/>
                    </a:lnTo>
                    <a:lnTo>
                      <a:pt x="713" y="0"/>
                    </a:lnTo>
                    <a:lnTo>
                      <a:pt x="705" y="2"/>
                    </a:lnTo>
                    <a:lnTo>
                      <a:pt x="694" y="6"/>
                    </a:lnTo>
                    <a:lnTo>
                      <a:pt x="24" y="335"/>
                    </a:lnTo>
                    <a:lnTo>
                      <a:pt x="20" y="339"/>
                    </a:lnTo>
                    <a:lnTo>
                      <a:pt x="9" y="348"/>
                    </a:lnTo>
                    <a:lnTo>
                      <a:pt x="0" y="361"/>
                    </a:lnTo>
                    <a:lnTo>
                      <a:pt x="0" y="375"/>
                    </a:lnTo>
                    <a:close/>
                  </a:path>
                </a:pathLst>
              </a:custGeom>
              <a:solidFill>
                <a:srgbClr val="EAEAE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2" name="Freeform 576"/>
              <p:cNvSpPr>
                <a:spLocks/>
              </p:cNvSpPr>
              <p:nvPr/>
            </p:nvSpPr>
            <p:spPr bwMode="auto">
              <a:xfrm>
                <a:off x="942" y="1690"/>
                <a:ext cx="129" cy="65"/>
              </a:xfrm>
              <a:custGeom>
                <a:avLst/>
                <a:gdLst>
                  <a:gd name="T0" fmla="*/ 0 w 643"/>
                  <a:gd name="T1" fmla="*/ 0 h 325"/>
                  <a:gd name="T2" fmla="*/ 0 w 643"/>
                  <a:gd name="T3" fmla="*/ 0 h 325"/>
                  <a:gd name="T4" fmla="*/ 0 w 643"/>
                  <a:gd name="T5" fmla="*/ 0 h 325"/>
                  <a:gd name="T6" fmla="*/ 0 w 643"/>
                  <a:gd name="T7" fmla="*/ 0 h 325"/>
                  <a:gd name="T8" fmla="*/ 0 w 643"/>
                  <a:gd name="T9" fmla="*/ 0 h 3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43"/>
                  <a:gd name="T16" fmla="*/ 0 h 325"/>
                  <a:gd name="T17" fmla="*/ 643 w 643"/>
                  <a:gd name="T18" fmla="*/ 325 h 3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43" h="325">
                    <a:moveTo>
                      <a:pt x="0" y="320"/>
                    </a:moveTo>
                    <a:lnTo>
                      <a:pt x="2" y="325"/>
                    </a:lnTo>
                    <a:lnTo>
                      <a:pt x="643" y="5"/>
                    </a:lnTo>
                    <a:lnTo>
                      <a:pt x="640" y="0"/>
                    </a:lnTo>
                    <a:lnTo>
                      <a:pt x="0" y="32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3" name="Freeform 577"/>
              <p:cNvSpPr>
                <a:spLocks/>
              </p:cNvSpPr>
              <p:nvPr/>
            </p:nvSpPr>
            <p:spPr bwMode="auto">
              <a:xfrm>
                <a:off x="950" y="1695"/>
                <a:ext cx="130" cy="67"/>
              </a:xfrm>
              <a:custGeom>
                <a:avLst/>
                <a:gdLst>
                  <a:gd name="T0" fmla="*/ 0 w 647"/>
                  <a:gd name="T1" fmla="*/ 0 h 334"/>
                  <a:gd name="T2" fmla="*/ 0 w 647"/>
                  <a:gd name="T3" fmla="*/ 0 h 334"/>
                  <a:gd name="T4" fmla="*/ 0 w 647"/>
                  <a:gd name="T5" fmla="*/ 0 h 334"/>
                  <a:gd name="T6" fmla="*/ 0 w 647"/>
                  <a:gd name="T7" fmla="*/ 0 h 334"/>
                  <a:gd name="T8" fmla="*/ 0 w 647"/>
                  <a:gd name="T9" fmla="*/ 0 h 3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47"/>
                  <a:gd name="T16" fmla="*/ 0 h 334"/>
                  <a:gd name="T17" fmla="*/ 647 w 647"/>
                  <a:gd name="T18" fmla="*/ 334 h 3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47" h="334">
                    <a:moveTo>
                      <a:pt x="0" y="329"/>
                    </a:moveTo>
                    <a:lnTo>
                      <a:pt x="3" y="334"/>
                    </a:lnTo>
                    <a:lnTo>
                      <a:pt x="647" y="5"/>
                    </a:lnTo>
                    <a:lnTo>
                      <a:pt x="645" y="0"/>
                    </a:lnTo>
                    <a:lnTo>
                      <a:pt x="0" y="32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4" name="Freeform 578"/>
              <p:cNvSpPr>
                <a:spLocks/>
              </p:cNvSpPr>
              <p:nvPr/>
            </p:nvSpPr>
            <p:spPr bwMode="auto">
              <a:xfrm>
                <a:off x="959" y="1701"/>
                <a:ext cx="130" cy="69"/>
              </a:xfrm>
              <a:custGeom>
                <a:avLst/>
                <a:gdLst>
                  <a:gd name="T0" fmla="*/ 0 w 652"/>
                  <a:gd name="T1" fmla="*/ 0 h 343"/>
                  <a:gd name="T2" fmla="*/ 0 w 652"/>
                  <a:gd name="T3" fmla="*/ 0 h 343"/>
                  <a:gd name="T4" fmla="*/ 0 w 652"/>
                  <a:gd name="T5" fmla="*/ 0 h 343"/>
                  <a:gd name="T6" fmla="*/ 0 w 652"/>
                  <a:gd name="T7" fmla="*/ 0 h 343"/>
                  <a:gd name="T8" fmla="*/ 0 w 652"/>
                  <a:gd name="T9" fmla="*/ 0 h 3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52"/>
                  <a:gd name="T16" fmla="*/ 0 h 343"/>
                  <a:gd name="T17" fmla="*/ 652 w 652"/>
                  <a:gd name="T18" fmla="*/ 343 h 3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52" h="343">
                    <a:moveTo>
                      <a:pt x="0" y="337"/>
                    </a:moveTo>
                    <a:lnTo>
                      <a:pt x="2" y="343"/>
                    </a:lnTo>
                    <a:lnTo>
                      <a:pt x="652" y="4"/>
                    </a:lnTo>
                    <a:lnTo>
                      <a:pt x="650" y="0"/>
                    </a:lnTo>
                    <a:lnTo>
                      <a:pt x="0" y="33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5" name="Freeform 579"/>
              <p:cNvSpPr>
                <a:spLocks/>
              </p:cNvSpPr>
              <p:nvPr/>
            </p:nvSpPr>
            <p:spPr bwMode="auto">
              <a:xfrm>
                <a:off x="967" y="1707"/>
                <a:ext cx="132" cy="71"/>
              </a:xfrm>
              <a:custGeom>
                <a:avLst/>
                <a:gdLst>
                  <a:gd name="T0" fmla="*/ 0 w 658"/>
                  <a:gd name="T1" fmla="*/ 0 h 355"/>
                  <a:gd name="T2" fmla="*/ 0 w 658"/>
                  <a:gd name="T3" fmla="*/ 0 h 355"/>
                  <a:gd name="T4" fmla="*/ 0 w 658"/>
                  <a:gd name="T5" fmla="*/ 0 h 355"/>
                  <a:gd name="T6" fmla="*/ 0 w 658"/>
                  <a:gd name="T7" fmla="*/ 0 h 355"/>
                  <a:gd name="T8" fmla="*/ 0 w 658"/>
                  <a:gd name="T9" fmla="*/ 0 h 3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58"/>
                  <a:gd name="T16" fmla="*/ 0 h 355"/>
                  <a:gd name="T17" fmla="*/ 658 w 658"/>
                  <a:gd name="T18" fmla="*/ 355 h 3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58" h="355">
                    <a:moveTo>
                      <a:pt x="0" y="349"/>
                    </a:moveTo>
                    <a:lnTo>
                      <a:pt x="2" y="355"/>
                    </a:lnTo>
                    <a:lnTo>
                      <a:pt x="658" y="5"/>
                    </a:lnTo>
                    <a:lnTo>
                      <a:pt x="654" y="0"/>
                    </a:lnTo>
                    <a:lnTo>
                      <a:pt x="0" y="34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6" name="Freeform 580"/>
              <p:cNvSpPr>
                <a:spLocks/>
              </p:cNvSpPr>
              <p:nvPr/>
            </p:nvSpPr>
            <p:spPr bwMode="auto">
              <a:xfrm>
                <a:off x="976" y="1713"/>
                <a:ext cx="132" cy="73"/>
              </a:xfrm>
              <a:custGeom>
                <a:avLst/>
                <a:gdLst>
                  <a:gd name="T0" fmla="*/ 0 w 661"/>
                  <a:gd name="T1" fmla="*/ 0 h 365"/>
                  <a:gd name="T2" fmla="*/ 0 w 661"/>
                  <a:gd name="T3" fmla="*/ 0 h 365"/>
                  <a:gd name="T4" fmla="*/ 0 w 661"/>
                  <a:gd name="T5" fmla="*/ 0 h 365"/>
                  <a:gd name="T6" fmla="*/ 0 w 661"/>
                  <a:gd name="T7" fmla="*/ 0 h 365"/>
                  <a:gd name="T8" fmla="*/ 0 w 661"/>
                  <a:gd name="T9" fmla="*/ 0 h 3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1"/>
                  <a:gd name="T16" fmla="*/ 0 h 365"/>
                  <a:gd name="T17" fmla="*/ 661 w 661"/>
                  <a:gd name="T18" fmla="*/ 365 h 36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1" h="365">
                    <a:moveTo>
                      <a:pt x="0" y="359"/>
                    </a:moveTo>
                    <a:lnTo>
                      <a:pt x="2" y="365"/>
                    </a:lnTo>
                    <a:lnTo>
                      <a:pt x="661" y="6"/>
                    </a:lnTo>
                    <a:lnTo>
                      <a:pt x="659" y="0"/>
                    </a:lnTo>
                    <a:lnTo>
                      <a:pt x="0" y="35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7" name="Freeform 581"/>
              <p:cNvSpPr>
                <a:spLocks/>
              </p:cNvSpPr>
              <p:nvPr/>
            </p:nvSpPr>
            <p:spPr bwMode="auto">
              <a:xfrm>
                <a:off x="985" y="1720"/>
                <a:ext cx="133" cy="75"/>
              </a:xfrm>
              <a:custGeom>
                <a:avLst/>
                <a:gdLst>
                  <a:gd name="T0" fmla="*/ 0 w 666"/>
                  <a:gd name="T1" fmla="*/ 0 h 375"/>
                  <a:gd name="T2" fmla="*/ 0 w 666"/>
                  <a:gd name="T3" fmla="*/ 0 h 375"/>
                  <a:gd name="T4" fmla="*/ 0 w 666"/>
                  <a:gd name="T5" fmla="*/ 0 h 375"/>
                  <a:gd name="T6" fmla="*/ 0 w 666"/>
                  <a:gd name="T7" fmla="*/ 0 h 375"/>
                  <a:gd name="T8" fmla="*/ 0 w 666"/>
                  <a:gd name="T9" fmla="*/ 0 h 3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6"/>
                  <a:gd name="T16" fmla="*/ 0 h 375"/>
                  <a:gd name="T17" fmla="*/ 666 w 666"/>
                  <a:gd name="T18" fmla="*/ 375 h 3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6" h="375">
                    <a:moveTo>
                      <a:pt x="0" y="369"/>
                    </a:moveTo>
                    <a:lnTo>
                      <a:pt x="3" y="375"/>
                    </a:lnTo>
                    <a:lnTo>
                      <a:pt x="666" y="5"/>
                    </a:lnTo>
                    <a:lnTo>
                      <a:pt x="663" y="0"/>
                    </a:lnTo>
                    <a:lnTo>
                      <a:pt x="0" y="36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8" name="Freeform 582"/>
              <p:cNvSpPr>
                <a:spLocks/>
              </p:cNvSpPr>
              <p:nvPr/>
            </p:nvSpPr>
            <p:spPr bwMode="auto">
              <a:xfrm>
                <a:off x="994" y="1726"/>
                <a:ext cx="134" cy="77"/>
              </a:xfrm>
              <a:custGeom>
                <a:avLst/>
                <a:gdLst>
                  <a:gd name="T0" fmla="*/ 0 w 671"/>
                  <a:gd name="T1" fmla="*/ 0 h 386"/>
                  <a:gd name="T2" fmla="*/ 0 w 671"/>
                  <a:gd name="T3" fmla="*/ 0 h 386"/>
                  <a:gd name="T4" fmla="*/ 0 w 671"/>
                  <a:gd name="T5" fmla="*/ 0 h 386"/>
                  <a:gd name="T6" fmla="*/ 0 w 671"/>
                  <a:gd name="T7" fmla="*/ 0 h 386"/>
                  <a:gd name="T8" fmla="*/ 0 w 671"/>
                  <a:gd name="T9" fmla="*/ 0 h 38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1"/>
                  <a:gd name="T16" fmla="*/ 0 h 386"/>
                  <a:gd name="T17" fmla="*/ 671 w 671"/>
                  <a:gd name="T18" fmla="*/ 386 h 38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1" h="386">
                    <a:moveTo>
                      <a:pt x="0" y="381"/>
                    </a:moveTo>
                    <a:lnTo>
                      <a:pt x="4" y="386"/>
                    </a:lnTo>
                    <a:lnTo>
                      <a:pt x="671" y="6"/>
                    </a:lnTo>
                    <a:lnTo>
                      <a:pt x="668" y="0"/>
                    </a:lnTo>
                    <a:lnTo>
                      <a:pt x="0" y="38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9" name="Freeform 583"/>
              <p:cNvSpPr>
                <a:spLocks/>
              </p:cNvSpPr>
              <p:nvPr/>
            </p:nvSpPr>
            <p:spPr bwMode="auto">
              <a:xfrm>
                <a:off x="966" y="1661"/>
                <a:ext cx="48" cy="23"/>
              </a:xfrm>
              <a:custGeom>
                <a:avLst/>
                <a:gdLst>
                  <a:gd name="T0" fmla="*/ 0 w 239"/>
                  <a:gd name="T1" fmla="*/ 0 h 115"/>
                  <a:gd name="T2" fmla="*/ 0 w 239"/>
                  <a:gd name="T3" fmla="*/ 0 h 115"/>
                  <a:gd name="T4" fmla="*/ 0 w 239"/>
                  <a:gd name="T5" fmla="*/ 0 h 115"/>
                  <a:gd name="T6" fmla="*/ 0 w 239"/>
                  <a:gd name="T7" fmla="*/ 0 h 115"/>
                  <a:gd name="T8" fmla="*/ 0 w 239"/>
                  <a:gd name="T9" fmla="*/ 0 h 115"/>
                  <a:gd name="T10" fmla="*/ 0 w 239"/>
                  <a:gd name="T11" fmla="*/ 0 h 115"/>
                  <a:gd name="T12" fmla="*/ 0 w 239"/>
                  <a:gd name="T13" fmla="*/ 0 h 11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39"/>
                  <a:gd name="T22" fmla="*/ 0 h 115"/>
                  <a:gd name="T23" fmla="*/ 239 w 239"/>
                  <a:gd name="T24" fmla="*/ 115 h 11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39" h="115">
                    <a:moveTo>
                      <a:pt x="0" y="45"/>
                    </a:moveTo>
                    <a:lnTo>
                      <a:pt x="101" y="0"/>
                    </a:lnTo>
                    <a:lnTo>
                      <a:pt x="239" y="114"/>
                    </a:lnTo>
                    <a:lnTo>
                      <a:pt x="235" y="115"/>
                    </a:lnTo>
                    <a:lnTo>
                      <a:pt x="100" y="5"/>
                    </a:lnTo>
                    <a:lnTo>
                      <a:pt x="3" y="47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0" name="Freeform 584"/>
              <p:cNvSpPr>
                <a:spLocks/>
              </p:cNvSpPr>
              <p:nvPr/>
            </p:nvSpPr>
            <p:spPr bwMode="auto">
              <a:xfrm>
                <a:off x="907" y="1685"/>
                <a:ext cx="123" cy="39"/>
              </a:xfrm>
              <a:custGeom>
                <a:avLst/>
                <a:gdLst>
                  <a:gd name="T0" fmla="*/ 0 w 613"/>
                  <a:gd name="T1" fmla="*/ 0 h 196"/>
                  <a:gd name="T2" fmla="*/ 0 w 613"/>
                  <a:gd name="T3" fmla="*/ 0 h 196"/>
                  <a:gd name="T4" fmla="*/ 0 w 613"/>
                  <a:gd name="T5" fmla="*/ 0 h 196"/>
                  <a:gd name="T6" fmla="*/ 0 w 613"/>
                  <a:gd name="T7" fmla="*/ 0 h 196"/>
                  <a:gd name="T8" fmla="*/ 0 w 613"/>
                  <a:gd name="T9" fmla="*/ 0 h 196"/>
                  <a:gd name="T10" fmla="*/ 0 w 613"/>
                  <a:gd name="T11" fmla="*/ 0 h 196"/>
                  <a:gd name="T12" fmla="*/ 0 w 613"/>
                  <a:gd name="T13" fmla="*/ 0 h 196"/>
                  <a:gd name="T14" fmla="*/ 0 w 613"/>
                  <a:gd name="T15" fmla="*/ 0 h 196"/>
                  <a:gd name="T16" fmla="*/ 0 w 613"/>
                  <a:gd name="T17" fmla="*/ 0 h 196"/>
                  <a:gd name="T18" fmla="*/ 0 w 613"/>
                  <a:gd name="T19" fmla="*/ 0 h 196"/>
                  <a:gd name="T20" fmla="*/ 0 w 613"/>
                  <a:gd name="T21" fmla="*/ 0 h 196"/>
                  <a:gd name="T22" fmla="*/ 0 w 613"/>
                  <a:gd name="T23" fmla="*/ 0 h 196"/>
                  <a:gd name="T24" fmla="*/ 0 w 613"/>
                  <a:gd name="T25" fmla="*/ 0 h 196"/>
                  <a:gd name="T26" fmla="*/ 0 w 613"/>
                  <a:gd name="T27" fmla="*/ 0 h 196"/>
                  <a:gd name="T28" fmla="*/ 0 w 613"/>
                  <a:gd name="T29" fmla="*/ 0 h 196"/>
                  <a:gd name="T30" fmla="*/ 0 w 613"/>
                  <a:gd name="T31" fmla="*/ 0 h 196"/>
                  <a:gd name="T32" fmla="*/ 0 w 613"/>
                  <a:gd name="T33" fmla="*/ 0 h 196"/>
                  <a:gd name="T34" fmla="*/ 0 w 613"/>
                  <a:gd name="T35" fmla="*/ 0 h 196"/>
                  <a:gd name="T36" fmla="*/ 0 w 613"/>
                  <a:gd name="T37" fmla="*/ 0 h 196"/>
                  <a:gd name="T38" fmla="*/ 0 w 613"/>
                  <a:gd name="T39" fmla="*/ 0 h 196"/>
                  <a:gd name="T40" fmla="*/ 0 w 613"/>
                  <a:gd name="T41" fmla="*/ 0 h 196"/>
                  <a:gd name="T42" fmla="*/ 0 w 613"/>
                  <a:gd name="T43" fmla="*/ 0 h 196"/>
                  <a:gd name="T44" fmla="*/ 0 w 613"/>
                  <a:gd name="T45" fmla="*/ 0 h 196"/>
                  <a:gd name="T46" fmla="*/ 0 w 613"/>
                  <a:gd name="T47" fmla="*/ 0 h 196"/>
                  <a:gd name="T48" fmla="*/ 0 w 613"/>
                  <a:gd name="T49" fmla="*/ 0 h 196"/>
                  <a:gd name="T50" fmla="*/ 0 w 613"/>
                  <a:gd name="T51" fmla="*/ 0 h 196"/>
                  <a:gd name="T52" fmla="*/ 0 w 613"/>
                  <a:gd name="T53" fmla="*/ 0 h 196"/>
                  <a:gd name="T54" fmla="*/ 0 w 613"/>
                  <a:gd name="T55" fmla="*/ 0 h 196"/>
                  <a:gd name="T56" fmla="*/ 0 w 613"/>
                  <a:gd name="T57" fmla="*/ 0 h 196"/>
                  <a:gd name="T58" fmla="*/ 0 w 613"/>
                  <a:gd name="T59" fmla="*/ 0 h 19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613"/>
                  <a:gd name="T91" fmla="*/ 0 h 196"/>
                  <a:gd name="T92" fmla="*/ 613 w 613"/>
                  <a:gd name="T93" fmla="*/ 196 h 19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613" h="196">
                    <a:moveTo>
                      <a:pt x="0" y="17"/>
                    </a:moveTo>
                    <a:lnTo>
                      <a:pt x="162" y="182"/>
                    </a:lnTo>
                    <a:lnTo>
                      <a:pt x="163" y="183"/>
                    </a:lnTo>
                    <a:lnTo>
                      <a:pt x="168" y="185"/>
                    </a:lnTo>
                    <a:lnTo>
                      <a:pt x="174" y="189"/>
                    </a:lnTo>
                    <a:lnTo>
                      <a:pt x="183" y="192"/>
                    </a:lnTo>
                    <a:lnTo>
                      <a:pt x="194" y="195"/>
                    </a:lnTo>
                    <a:lnTo>
                      <a:pt x="207" y="196"/>
                    </a:lnTo>
                    <a:lnTo>
                      <a:pt x="223" y="195"/>
                    </a:lnTo>
                    <a:lnTo>
                      <a:pt x="238" y="191"/>
                    </a:lnTo>
                    <a:lnTo>
                      <a:pt x="600" y="17"/>
                    </a:lnTo>
                    <a:lnTo>
                      <a:pt x="603" y="16"/>
                    </a:lnTo>
                    <a:lnTo>
                      <a:pt x="607" y="12"/>
                    </a:lnTo>
                    <a:lnTo>
                      <a:pt x="611" y="6"/>
                    </a:lnTo>
                    <a:lnTo>
                      <a:pt x="613" y="0"/>
                    </a:lnTo>
                    <a:lnTo>
                      <a:pt x="611" y="3"/>
                    </a:lnTo>
                    <a:lnTo>
                      <a:pt x="607" y="6"/>
                    </a:lnTo>
                    <a:lnTo>
                      <a:pt x="600" y="11"/>
                    </a:lnTo>
                    <a:lnTo>
                      <a:pt x="594" y="15"/>
                    </a:lnTo>
                    <a:lnTo>
                      <a:pt x="238" y="188"/>
                    </a:lnTo>
                    <a:lnTo>
                      <a:pt x="236" y="188"/>
                    </a:lnTo>
                    <a:lnTo>
                      <a:pt x="231" y="189"/>
                    </a:lnTo>
                    <a:lnTo>
                      <a:pt x="223" y="191"/>
                    </a:lnTo>
                    <a:lnTo>
                      <a:pt x="212" y="191"/>
                    </a:lnTo>
                    <a:lnTo>
                      <a:pt x="200" y="191"/>
                    </a:lnTo>
                    <a:lnTo>
                      <a:pt x="188" y="190"/>
                    </a:lnTo>
                    <a:lnTo>
                      <a:pt x="176" y="185"/>
                    </a:lnTo>
                    <a:lnTo>
                      <a:pt x="164" y="179"/>
                    </a:lnTo>
                    <a:lnTo>
                      <a:pt x="4" y="16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1" name="Freeform 585"/>
              <p:cNvSpPr>
                <a:spLocks/>
              </p:cNvSpPr>
              <p:nvPr/>
            </p:nvSpPr>
            <p:spPr bwMode="auto">
              <a:xfrm>
                <a:off x="962" y="1815"/>
                <a:ext cx="16" cy="11"/>
              </a:xfrm>
              <a:custGeom>
                <a:avLst/>
                <a:gdLst>
                  <a:gd name="T0" fmla="*/ 0 w 81"/>
                  <a:gd name="T1" fmla="*/ 0 h 56"/>
                  <a:gd name="T2" fmla="*/ 0 w 81"/>
                  <a:gd name="T3" fmla="*/ 0 h 56"/>
                  <a:gd name="T4" fmla="*/ 0 w 81"/>
                  <a:gd name="T5" fmla="*/ 0 h 56"/>
                  <a:gd name="T6" fmla="*/ 0 w 81"/>
                  <a:gd name="T7" fmla="*/ 0 h 56"/>
                  <a:gd name="T8" fmla="*/ 0 w 81"/>
                  <a:gd name="T9" fmla="*/ 0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1"/>
                  <a:gd name="T16" fmla="*/ 0 h 56"/>
                  <a:gd name="T17" fmla="*/ 81 w 81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1" h="56">
                    <a:moveTo>
                      <a:pt x="0" y="25"/>
                    </a:moveTo>
                    <a:lnTo>
                      <a:pt x="27" y="56"/>
                    </a:lnTo>
                    <a:lnTo>
                      <a:pt x="81" y="30"/>
                    </a:lnTo>
                    <a:lnTo>
                      <a:pt x="51" y="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3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2" name="Freeform 586"/>
              <p:cNvSpPr>
                <a:spLocks/>
              </p:cNvSpPr>
              <p:nvPr/>
            </p:nvSpPr>
            <p:spPr bwMode="auto">
              <a:xfrm>
                <a:off x="859" y="1707"/>
                <a:ext cx="123" cy="141"/>
              </a:xfrm>
              <a:custGeom>
                <a:avLst/>
                <a:gdLst>
                  <a:gd name="T0" fmla="*/ 0 w 611"/>
                  <a:gd name="T1" fmla="*/ 0 h 703"/>
                  <a:gd name="T2" fmla="*/ 0 w 611"/>
                  <a:gd name="T3" fmla="*/ 0 h 703"/>
                  <a:gd name="T4" fmla="*/ 0 w 611"/>
                  <a:gd name="T5" fmla="*/ 0 h 703"/>
                  <a:gd name="T6" fmla="*/ 0 w 611"/>
                  <a:gd name="T7" fmla="*/ 0 h 703"/>
                  <a:gd name="T8" fmla="*/ 0 w 611"/>
                  <a:gd name="T9" fmla="*/ 0 h 703"/>
                  <a:gd name="T10" fmla="*/ 0 w 611"/>
                  <a:gd name="T11" fmla="*/ 0 h 703"/>
                  <a:gd name="T12" fmla="*/ 0 w 611"/>
                  <a:gd name="T13" fmla="*/ 0 h 703"/>
                  <a:gd name="T14" fmla="*/ 0 w 611"/>
                  <a:gd name="T15" fmla="*/ 0 h 703"/>
                  <a:gd name="T16" fmla="*/ 0 w 611"/>
                  <a:gd name="T17" fmla="*/ 0 h 703"/>
                  <a:gd name="T18" fmla="*/ 0 w 611"/>
                  <a:gd name="T19" fmla="*/ 0 h 703"/>
                  <a:gd name="T20" fmla="*/ 0 w 611"/>
                  <a:gd name="T21" fmla="*/ 0 h 703"/>
                  <a:gd name="T22" fmla="*/ 0 w 611"/>
                  <a:gd name="T23" fmla="*/ 0 h 703"/>
                  <a:gd name="T24" fmla="*/ 0 w 611"/>
                  <a:gd name="T25" fmla="*/ 0 h 703"/>
                  <a:gd name="T26" fmla="*/ 0 w 611"/>
                  <a:gd name="T27" fmla="*/ 0 h 703"/>
                  <a:gd name="T28" fmla="*/ 0 w 611"/>
                  <a:gd name="T29" fmla="*/ 0 h 703"/>
                  <a:gd name="T30" fmla="*/ 0 w 611"/>
                  <a:gd name="T31" fmla="*/ 0 h 703"/>
                  <a:gd name="T32" fmla="*/ 0 w 611"/>
                  <a:gd name="T33" fmla="*/ 0 h 703"/>
                  <a:gd name="T34" fmla="*/ 0 w 611"/>
                  <a:gd name="T35" fmla="*/ 0 h 703"/>
                  <a:gd name="T36" fmla="*/ 0 w 611"/>
                  <a:gd name="T37" fmla="*/ 0 h 703"/>
                  <a:gd name="T38" fmla="*/ 0 w 611"/>
                  <a:gd name="T39" fmla="*/ 0 h 703"/>
                  <a:gd name="T40" fmla="*/ 0 w 611"/>
                  <a:gd name="T41" fmla="*/ 0 h 703"/>
                  <a:gd name="T42" fmla="*/ 0 w 611"/>
                  <a:gd name="T43" fmla="*/ 0 h 703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11"/>
                  <a:gd name="T67" fmla="*/ 0 h 703"/>
                  <a:gd name="T68" fmla="*/ 611 w 611"/>
                  <a:gd name="T69" fmla="*/ 703 h 703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11" h="703">
                    <a:moveTo>
                      <a:pt x="3" y="0"/>
                    </a:moveTo>
                    <a:lnTo>
                      <a:pt x="570" y="649"/>
                    </a:lnTo>
                    <a:lnTo>
                      <a:pt x="571" y="650"/>
                    </a:lnTo>
                    <a:lnTo>
                      <a:pt x="573" y="652"/>
                    </a:lnTo>
                    <a:lnTo>
                      <a:pt x="578" y="654"/>
                    </a:lnTo>
                    <a:lnTo>
                      <a:pt x="584" y="656"/>
                    </a:lnTo>
                    <a:lnTo>
                      <a:pt x="590" y="657"/>
                    </a:lnTo>
                    <a:lnTo>
                      <a:pt x="597" y="659"/>
                    </a:lnTo>
                    <a:lnTo>
                      <a:pt x="604" y="657"/>
                    </a:lnTo>
                    <a:lnTo>
                      <a:pt x="611" y="655"/>
                    </a:lnTo>
                    <a:lnTo>
                      <a:pt x="600" y="700"/>
                    </a:lnTo>
                    <a:lnTo>
                      <a:pt x="598" y="700"/>
                    </a:lnTo>
                    <a:lnTo>
                      <a:pt x="596" y="702"/>
                    </a:lnTo>
                    <a:lnTo>
                      <a:pt x="591" y="703"/>
                    </a:lnTo>
                    <a:lnTo>
                      <a:pt x="586" y="703"/>
                    </a:lnTo>
                    <a:lnTo>
                      <a:pt x="579" y="703"/>
                    </a:lnTo>
                    <a:lnTo>
                      <a:pt x="572" y="702"/>
                    </a:lnTo>
                    <a:lnTo>
                      <a:pt x="564" y="698"/>
                    </a:lnTo>
                    <a:lnTo>
                      <a:pt x="555" y="693"/>
                    </a:lnTo>
                    <a:lnTo>
                      <a:pt x="566" y="660"/>
                    </a:lnTo>
                    <a:lnTo>
                      <a:pt x="0" y="9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B2CE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3" name="Freeform 587"/>
              <p:cNvSpPr>
                <a:spLocks/>
              </p:cNvSpPr>
              <p:nvPr/>
            </p:nvSpPr>
            <p:spPr bwMode="auto">
              <a:xfrm>
                <a:off x="971" y="1816"/>
                <a:ext cx="5" cy="5"/>
              </a:xfrm>
              <a:custGeom>
                <a:avLst/>
                <a:gdLst>
                  <a:gd name="T0" fmla="*/ 0 w 24"/>
                  <a:gd name="T1" fmla="*/ 0 h 26"/>
                  <a:gd name="T2" fmla="*/ 0 w 24"/>
                  <a:gd name="T3" fmla="*/ 0 h 26"/>
                  <a:gd name="T4" fmla="*/ 0 w 24"/>
                  <a:gd name="T5" fmla="*/ 0 h 26"/>
                  <a:gd name="T6" fmla="*/ 0 w 24"/>
                  <a:gd name="T7" fmla="*/ 0 h 26"/>
                  <a:gd name="T8" fmla="*/ 0 w 24"/>
                  <a:gd name="T9" fmla="*/ 0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26"/>
                  <a:gd name="T17" fmla="*/ 24 w 24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26">
                    <a:moveTo>
                      <a:pt x="1" y="0"/>
                    </a:moveTo>
                    <a:lnTo>
                      <a:pt x="0" y="14"/>
                    </a:lnTo>
                    <a:lnTo>
                      <a:pt x="16" y="26"/>
                    </a:lnTo>
                    <a:lnTo>
                      <a:pt x="24" y="2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00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4" name="Freeform 588"/>
              <p:cNvSpPr>
                <a:spLocks/>
              </p:cNvSpPr>
              <p:nvPr/>
            </p:nvSpPr>
            <p:spPr bwMode="auto">
              <a:xfrm>
                <a:off x="909" y="1687"/>
                <a:ext cx="46" cy="36"/>
              </a:xfrm>
              <a:custGeom>
                <a:avLst/>
                <a:gdLst>
                  <a:gd name="T0" fmla="*/ 0 w 229"/>
                  <a:gd name="T1" fmla="*/ 0 h 178"/>
                  <a:gd name="T2" fmla="*/ 0 w 229"/>
                  <a:gd name="T3" fmla="*/ 0 h 178"/>
                  <a:gd name="T4" fmla="*/ 0 w 229"/>
                  <a:gd name="T5" fmla="*/ 0 h 178"/>
                  <a:gd name="T6" fmla="*/ 0 w 229"/>
                  <a:gd name="T7" fmla="*/ 0 h 178"/>
                  <a:gd name="T8" fmla="*/ 0 w 229"/>
                  <a:gd name="T9" fmla="*/ 0 h 178"/>
                  <a:gd name="T10" fmla="*/ 0 w 229"/>
                  <a:gd name="T11" fmla="*/ 0 h 178"/>
                  <a:gd name="T12" fmla="*/ 0 w 229"/>
                  <a:gd name="T13" fmla="*/ 0 h 178"/>
                  <a:gd name="T14" fmla="*/ 0 w 229"/>
                  <a:gd name="T15" fmla="*/ 0 h 178"/>
                  <a:gd name="T16" fmla="*/ 0 w 229"/>
                  <a:gd name="T17" fmla="*/ 0 h 178"/>
                  <a:gd name="T18" fmla="*/ 0 w 229"/>
                  <a:gd name="T19" fmla="*/ 0 h 178"/>
                  <a:gd name="T20" fmla="*/ 0 w 229"/>
                  <a:gd name="T21" fmla="*/ 0 h 178"/>
                  <a:gd name="T22" fmla="*/ 0 w 229"/>
                  <a:gd name="T23" fmla="*/ 0 h 178"/>
                  <a:gd name="T24" fmla="*/ 0 w 229"/>
                  <a:gd name="T25" fmla="*/ 0 h 178"/>
                  <a:gd name="T26" fmla="*/ 0 w 229"/>
                  <a:gd name="T27" fmla="*/ 0 h 178"/>
                  <a:gd name="T28" fmla="*/ 0 w 229"/>
                  <a:gd name="T29" fmla="*/ 0 h 178"/>
                  <a:gd name="T30" fmla="*/ 0 w 229"/>
                  <a:gd name="T31" fmla="*/ 0 h 178"/>
                  <a:gd name="T32" fmla="*/ 0 w 229"/>
                  <a:gd name="T33" fmla="*/ 0 h 178"/>
                  <a:gd name="T34" fmla="*/ 0 w 229"/>
                  <a:gd name="T35" fmla="*/ 0 h 178"/>
                  <a:gd name="T36" fmla="*/ 0 w 229"/>
                  <a:gd name="T37" fmla="*/ 0 h 178"/>
                  <a:gd name="T38" fmla="*/ 0 w 229"/>
                  <a:gd name="T39" fmla="*/ 0 h 17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29"/>
                  <a:gd name="T61" fmla="*/ 0 h 178"/>
                  <a:gd name="T62" fmla="*/ 229 w 229"/>
                  <a:gd name="T63" fmla="*/ 178 h 17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29" h="178">
                    <a:moveTo>
                      <a:pt x="7" y="0"/>
                    </a:moveTo>
                    <a:lnTo>
                      <a:pt x="167" y="162"/>
                    </a:lnTo>
                    <a:lnTo>
                      <a:pt x="168" y="164"/>
                    </a:lnTo>
                    <a:lnTo>
                      <a:pt x="170" y="165"/>
                    </a:lnTo>
                    <a:lnTo>
                      <a:pt x="174" y="167"/>
                    </a:lnTo>
                    <a:lnTo>
                      <a:pt x="180" y="170"/>
                    </a:lnTo>
                    <a:lnTo>
                      <a:pt x="188" y="172"/>
                    </a:lnTo>
                    <a:lnTo>
                      <a:pt x="199" y="173"/>
                    </a:lnTo>
                    <a:lnTo>
                      <a:pt x="212" y="172"/>
                    </a:lnTo>
                    <a:lnTo>
                      <a:pt x="229" y="170"/>
                    </a:lnTo>
                    <a:lnTo>
                      <a:pt x="227" y="171"/>
                    </a:lnTo>
                    <a:lnTo>
                      <a:pt x="223" y="172"/>
                    </a:lnTo>
                    <a:lnTo>
                      <a:pt x="217" y="174"/>
                    </a:lnTo>
                    <a:lnTo>
                      <a:pt x="208" y="177"/>
                    </a:lnTo>
                    <a:lnTo>
                      <a:pt x="198" y="178"/>
                    </a:lnTo>
                    <a:lnTo>
                      <a:pt x="187" y="177"/>
                    </a:lnTo>
                    <a:lnTo>
                      <a:pt x="174" y="173"/>
                    </a:lnTo>
                    <a:lnTo>
                      <a:pt x="162" y="166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E8E0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5" name="Freeform 589"/>
              <p:cNvSpPr>
                <a:spLocks/>
              </p:cNvSpPr>
              <p:nvPr/>
            </p:nvSpPr>
            <p:spPr bwMode="auto">
              <a:xfrm>
                <a:off x="987" y="1661"/>
                <a:ext cx="28" cy="22"/>
              </a:xfrm>
              <a:custGeom>
                <a:avLst/>
                <a:gdLst>
                  <a:gd name="T0" fmla="*/ 0 w 140"/>
                  <a:gd name="T1" fmla="*/ 0 h 112"/>
                  <a:gd name="T2" fmla="*/ 0 w 140"/>
                  <a:gd name="T3" fmla="*/ 0 h 112"/>
                  <a:gd name="T4" fmla="*/ 0 w 140"/>
                  <a:gd name="T5" fmla="*/ 0 h 112"/>
                  <a:gd name="T6" fmla="*/ 0 w 140"/>
                  <a:gd name="T7" fmla="*/ 0 h 112"/>
                  <a:gd name="T8" fmla="*/ 0 w 140"/>
                  <a:gd name="T9" fmla="*/ 0 h 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0"/>
                  <a:gd name="T16" fmla="*/ 0 h 112"/>
                  <a:gd name="T17" fmla="*/ 140 w 140"/>
                  <a:gd name="T18" fmla="*/ 112 h 1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0" h="112">
                    <a:moveTo>
                      <a:pt x="0" y="1"/>
                    </a:moveTo>
                    <a:lnTo>
                      <a:pt x="136" y="112"/>
                    </a:lnTo>
                    <a:lnTo>
                      <a:pt x="140" y="110"/>
                    </a:lnTo>
                    <a:lnTo>
                      <a:pt x="6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8E0E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6" name="Freeform 590"/>
              <p:cNvSpPr>
                <a:spLocks/>
              </p:cNvSpPr>
              <p:nvPr/>
            </p:nvSpPr>
            <p:spPr bwMode="auto">
              <a:xfrm>
                <a:off x="923" y="1673"/>
                <a:ext cx="18" cy="36"/>
              </a:xfrm>
              <a:custGeom>
                <a:avLst/>
                <a:gdLst>
                  <a:gd name="T0" fmla="*/ 0 w 91"/>
                  <a:gd name="T1" fmla="*/ 0 h 180"/>
                  <a:gd name="T2" fmla="*/ 0 w 91"/>
                  <a:gd name="T3" fmla="*/ 0 h 180"/>
                  <a:gd name="T4" fmla="*/ 0 w 91"/>
                  <a:gd name="T5" fmla="*/ 0 h 180"/>
                  <a:gd name="T6" fmla="*/ 0 w 91"/>
                  <a:gd name="T7" fmla="*/ 0 h 180"/>
                  <a:gd name="T8" fmla="*/ 0 w 91"/>
                  <a:gd name="T9" fmla="*/ 0 h 1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1"/>
                  <a:gd name="T16" fmla="*/ 0 h 180"/>
                  <a:gd name="T17" fmla="*/ 91 w 91"/>
                  <a:gd name="T18" fmla="*/ 180 h 1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1" h="180">
                    <a:moveTo>
                      <a:pt x="15" y="37"/>
                    </a:moveTo>
                    <a:lnTo>
                      <a:pt x="0" y="123"/>
                    </a:lnTo>
                    <a:lnTo>
                      <a:pt x="58" y="180"/>
                    </a:lnTo>
                    <a:lnTo>
                      <a:pt x="91" y="0"/>
                    </a:lnTo>
                    <a:lnTo>
                      <a:pt x="15" y="37"/>
                    </a:lnTo>
                    <a:close/>
                  </a:path>
                </a:pathLst>
              </a:custGeom>
              <a:solidFill>
                <a:srgbClr val="AF969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7" name="Freeform 591"/>
              <p:cNvSpPr>
                <a:spLocks/>
              </p:cNvSpPr>
              <p:nvPr/>
            </p:nvSpPr>
            <p:spPr bwMode="auto">
              <a:xfrm>
                <a:off x="938" y="1670"/>
                <a:ext cx="13" cy="49"/>
              </a:xfrm>
              <a:custGeom>
                <a:avLst/>
                <a:gdLst>
                  <a:gd name="T0" fmla="*/ 0 w 65"/>
                  <a:gd name="T1" fmla="*/ 0 h 246"/>
                  <a:gd name="T2" fmla="*/ 0 w 65"/>
                  <a:gd name="T3" fmla="*/ 0 h 246"/>
                  <a:gd name="T4" fmla="*/ 0 w 65"/>
                  <a:gd name="T5" fmla="*/ 0 h 246"/>
                  <a:gd name="T6" fmla="*/ 0 w 65"/>
                  <a:gd name="T7" fmla="*/ 0 h 246"/>
                  <a:gd name="T8" fmla="*/ 0 w 65"/>
                  <a:gd name="T9" fmla="*/ 0 h 2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5"/>
                  <a:gd name="T16" fmla="*/ 0 h 246"/>
                  <a:gd name="T17" fmla="*/ 65 w 65"/>
                  <a:gd name="T18" fmla="*/ 246 h 24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5" h="246">
                    <a:moveTo>
                      <a:pt x="34" y="15"/>
                    </a:moveTo>
                    <a:lnTo>
                      <a:pt x="0" y="216"/>
                    </a:lnTo>
                    <a:lnTo>
                      <a:pt x="25" y="246"/>
                    </a:lnTo>
                    <a:lnTo>
                      <a:pt x="65" y="0"/>
                    </a:lnTo>
                    <a:lnTo>
                      <a:pt x="34" y="15"/>
                    </a:lnTo>
                    <a:close/>
                  </a:path>
                </a:pathLst>
              </a:custGeom>
              <a:solidFill>
                <a:srgbClr val="BFAAA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8" name="Freeform 592"/>
              <p:cNvSpPr>
                <a:spLocks/>
              </p:cNvSpPr>
              <p:nvPr/>
            </p:nvSpPr>
            <p:spPr bwMode="auto">
              <a:xfrm>
                <a:off x="875" y="1714"/>
                <a:ext cx="9" cy="11"/>
              </a:xfrm>
              <a:custGeom>
                <a:avLst/>
                <a:gdLst>
                  <a:gd name="T0" fmla="*/ 0 w 49"/>
                  <a:gd name="T1" fmla="*/ 0 h 56"/>
                  <a:gd name="T2" fmla="*/ 0 w 49"/>
                  <a:gd name="T3" fmla="*/ 0 h 56"/>
                  <a:gd name="T4" fmla="*/ 0 w 49"/>
                  <a:gd name="T5" fmla="*/ 0 h 56"/>
                  <a:gd name="T6" fmla="*/ 0 w 49"/>
                  <a:gd name="T7" fmla="*/ 0 h 56"/>
                  <a:gd name="T8" fmla="*/ 0 w 49"/>
                  <a:gd name="T9" fmla="*/ 0 h 56"/>
                  <a:gd name="T10" fmla="*/ 0 w 49"/>
                  <a:gd name="T11" fmla="*/ 0 h 56"/>
                  <a:gd name="T12" fmla="*/ 0 w 49"/>
                  <a:gd name="T13" fmla="*/ 0 h 56"/>
                  <a:gd name="T14" fmla="*/ 0 w 49"/>
                  <a:gd name="T15" fmla="*/ 0 h 5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9"/>
                  <a:gd name="T25" fmla="*/ 0 h 56"/>
                  <a:gd name="T26" fmla="*/ 49 w 49"/>
                  <a:gd name="T27" fmla="*/ 56 h 5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9" h="56">
                    <a:moveTo>
                      <a:pt x="0" y="0"/>
                    </a:moveTo>
                    <a:lnTo>
                      <a:pt x="37" y="17"/>
                    </a:lnTo>
                    <a:lnTo>
                      <a:pt x="30" y="21"/>
                    </a:lnTo>
                    <a:lnTo>
                      <a:pt x="49" y="45"/>
                    </a:lnTo>
                    <a:lnTo>
                      <a:pt x="30" y="56"/>
                    </a:lnTo>
                    <a:lnTo>
                      <a:pt x="11" y="32"/>
                    </a:lnTo>
                    <a:lnTo>
                      <a:pt x="5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493D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9" name="Freeform 593"/>
              <p:cNvSpPr>
                <a:spLocks/>
              </p:cNvSpPr>
              <p:nvPr/>
            </p:nvSpPr>
            <p:spPr bwMode="auto">
              <a:xfrm>
                <a:off x="875" y="1714"/>
                <a:ext cx="7" cy="4"/>
              </a:xfrm>
              <a:custGeom>
                <a:avLst/>
                <a:gdLst>
                  <a:gd name="T0" fmla="*/ 0 w 37"/>
                  <a:gd name="T1" fmla="*/ 0 h 18"/>
                  <a:gd name="T2" fmla="*/ 0 w 37"/>
                  <a:gd name="T3" fmla="*/ 0 h 18"/>
                  <a:gd name="T4" fmla="*/ 0 w 37"/>
                  <a:gd name="T5" fmla="*/ 0 h 18"/>
                  <a:gd name="T6" fmla="*/ 0 w 37"/>
                  <a:gd name="T7" fmla="*/ 0 h 18"/>
                  <a:gd name="T8" fmla="*/ 0 w 37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"/>
                  <a:gd name="T16" fmla="*/ 0 h 18"/>
                  <a:gd name="T17" fmla="*/ 37 w 37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" h="18">
                    <a:moveTo>
                      <a:pt x="0" y="0"/>
                    </a:moveTo>
                    <a:lnTo>
                      <a:pt x="37" y="17"/>
                    </a:lnTo>
                    <a:lnTo>
                      <a:pt x="35" y="18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2CE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0" name="Freeform 594"/>
              <p:cNvSpPr>
                <a:spLocks/>
              </p:cNvSpPr>
              <p:nvPr/>
            </p:nvSpPr>
            <p:spPr bwMode="auto">
              <a:xfrm>
                <a:off x="880" y="1718"/>
                <a:ext cx="4" cy="5"/>
              </a:xfrm>
              <a:custGeom>
                <a:avLst/>
                <a:gdLst>
                  <a:gd name="T0" fmla="*/ 0 w 20"/>
                  <a:gd name="T1" fmla="*/ 0 h 25"/>
                  <a:gd name="T2" fmla="*/ 0 w 20"/>
                  <a:gd name="T3" fmla="*/ 0 h 25"/>
                  <a:gd name="T4" fmla="*/ 0 w 20"/>
                  <a:gd name="T5" fmla="*/ 0 h 25"/>
                  <a:gd name="T6" fmla="*/ 0 w 20"/>
                  <a:gd name="T7" fmla="*/ 0 h 25"/>
                  <a:gd name="T8" fmla="*/ 0 w 20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25"/>
                  <a:gd name="T17" fmla="*/ 20 w 20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25">
                    <a:moveTo>
                      <a:pt x="1" y="0"/>
                    </a:moveTo>
                    <a:lnTo>
                      <a:pt x="20" y="24"/>
                    </a:lnTo>
                    <a:lnTo>
                      <a:pt x="18" y="25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B2CEE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1" name="Freeform 595"/>
              <p:cNvSpPr>
                <a:spLocks/>
              </p:cNvSpPr>
              <p:nvPr/>
            </p:nvSpPr>
            <p:spPr bwMode="auto">
              <a:xfrm>
                <a:off x="982" y="1732"/>
                <a:ext cx="196" cy="108"/>
              </a:xfrm>
              <a:custGeom>
                <a:avLst/>
                <a:gdLst>
                  <a:gd name="T0" fmla="*/ 0 w 981"/>
                  <a:gd name="T1" fmla="*/ 0 h 537"/>
                  <a:gd name="T2" fmla="*/ 0 w 981"/>
                  <a:gd name="T3" fmla="*/ 0 h 537"/>
                  <a:gd name="T4" fmla="*/ 0 w 981"/>
                  <a:gd name="T5" fmla="*/ 0 h 537"/>
                  <a:gd name="T6" fmla="*/ 0 w 981"/>
                  <a:gd name="T7" fmla="*/ 0 h 537"/>
                  <a:gd name="T8" fmla="*/ 0 w 981"/>
                  <a:gd name="T9" fmla="*/ 0 h 537"/>
                  <a:gd name="T10" fmla="*/ 0 w 981"/>
                  <a:gd name="T11" fmla="*/ 0 h 537"/>
                  <a:gd name="T12" fmla="*/ 0 w 981"/>
                  <a:gd name="T13" fmla="*/ 0 h 5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81"/>
                  <a:gd name="T22" fmla="*/ 0 h 537"/>
                  <a:gd name="T23" fmla="*/ 981 w 981"/>
                  <a:gd name="T24" fmla="*/ 537 h 53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81" h="537">
                    <a:moveTo>
                      <a:pt x="0" y="529"/>
                    </a:moveTo>
                    <a:lnTo>
                      <a:pt x="969" y="10"/>
                    </a:lnTo>
                    <a:lnTo>
                      <a:pt x="979" y="0"/>
                    </a:lnTo>
                    <a:lnTo>
                      <a:pt x="981" y="15"/>
                    </a:lnTo>
                    <a:lnTo>
                      <a:pt x="973" y="21"/>
                    </a:lnTo>
                    <a:lnTo>
                      <a:pt x="0" y="537"/>
                    </a:lnTo>
                    <a:lnTo>
                      <a:pt x="0" y="529"/>
                    </a:lnTo>
                    <a:close/>
                  </a:path>
                </a:pathLst>
              </a:custGeom>
              <a:solidFill>
                <a:srgbClr val="00005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2" name="Freeform 596"/>
              <p:cNvSpPr>
                <a:spLocks/>
              </p:cNvSpPr>
              <p:nvPr/>
            </p:nvSpPr>
            <p:spPr bwMode="auto">
              <a:xfrm>
                <a:off x="995" y="1647"/>
                <a:ext cx="2" cy="3"/>
              </a:xfrm>
              <a:custGeom>
                <a:avLst/>
                <a:gdLst>
                  <a:gd name="T0" fmla="*/ 0 w 11"/>
                  <a:gd name="T1" fmla="*/ 0 h 13"/>
                  <a:gd name="T2" fmla="*/ 0 w 11"/>
                  <a:gd name="T3" fmla="*/ 0 h 13"/>
                  <a:gd name="T4" fmla="*/ 0 w 11"/>
                  <a:gd name="T5" fmla="*/ 0 h 13"/>
                  <a:gd name="T6" fmla="*/ 0 w 11"/>
                  <a:gd name="T7" fmla="*/ 0 h 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"/>
                  <a:gd name="T13" fmla="*/ 0 h 13"/>
                  <a:gd name="T14" fmla="*/ 11 w 11"/>
                  <a:gd name="T15" fmla="*/ 13 h 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" h="13">
                    <a:moveTo>
                      <a:pt x="2" y="0"/>
                    </a:moveTo>
                    <a:lnTo>
                      <a:pt x="11" y="6"/>
                    </a:lnTo>
                    <a:lnTo>
                      <a:pt x="0" y="1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3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3" name="Freeform 597"/>
              <p:cNvSpPr>
                <a:spLocks/>
              </p:cNvSpPr>
              <p:nvPr/>
            </p:nvSpPr>
            <p:spPr bwMode="auto">
              <a:xfrm>
                <a:off x="1008" y="1640"/>
                <a:ext cx="2" cy="1"/>
              </a:xfrm>
              <a:custGeom>
                <a:avLst/>
                <a:gdLst>
                  <a:gd name="T0" fmla="*/ 0 w 7"/>
                  <a:gd name="T1" fmla="*/ 0 h 8"/>
                  <a:gd name="T2" fmla="*/ 0 w 7"/>
                  <a:gd name="T3" fmla="*/ 0 h 8"/>
                  <a:gd name="T4" fmla="*/ 0 w 7"/>
                  <a:gd name="T5" fmla="*/ 0 h 8"/>
                  <a:gd name="T6" fmla="*/ 0 w 7"/>
                  <a:gd name="T7" fmla="*/ 0 h 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8"/>
                  <a:gd name="T14" fmla="*/ 7 w 7"/>
                  <a:gd name="T15" fmla="*/ 8 h 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8">
                    <a:moveTo>
                      <a:pt x="0" y="0"/>
                    </a:moveTo>
                    <a:lnTo>
                      <a:pt x="7" y="5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308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925"/>
                <a:endParaRPr lang="de-DE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44" name="Text Box 10"/>
            <p:cNvSpPr txBox="1">
              <a:spLocks noChangeArrowheads="1"/>
            </p:cNvSpPr>
            <p:nvPr/>
          </p:nvSpPr>
          <p:spPr bwMode="auto">
            <a:xfrm>
              <a:off x="5614968" y="3041712"/>
              <a:ext cx="1834076" cy="91985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913925">
                <a:spcBef>
                  <a:spcPct val="50000"/>
                </a:spcBef>
              </a:pPr>
              <a:r>
                <a:rPr lang="de-DE" sz="1000" dirty="0" err="1" smtClean="0">
                  <a:solidFill>
                    <a:srgbClr val="000000"/>
                  </a:solidFill>
                </a:rPr>
                <a:t>Timeseries</a:t>
              </a:r>
              <a:r>
                <a:rPr lang="de-DE" sz="1000" dirty="0" smtClean="0">
                  <a:solidFill>
                    <a:srgbClr val="000000"/>
                  </a:solidFill>
                </a:rPr>
                <a:t> Database</a:t>
              </a:r>
              <a:r>
                <a:rPr lang="de-DE" sz="1000" dirty="0">
                  <a:solidFill>
                    <a:srgbClr val="000000"/>
                  </a:solidFill>
                </a:rPr>
                <a:t/>
              </a:r>
              <a:br>
                <a:rPr lang="de-DE" sz="1000" dirty="0">
                  <a:solidFill>
                    <a:srgbClr val="000000"/>
                  </a:solidFill>
                </a:rPr>
              </a:br>
              <a:r>
                <a:rPr lang="de-DE" sz="1000" dirty="0">
                  <a:solidFill>
                    <a:srgbClr val="000000"/>
                  </a:solidFill>
                </a:rPr>
                <a:t>ZISDB</a:t>
              </a:r>
            </a:p>
            <a:p>
              <a:pPr algn="ctr" defTabSz="913925">
                <a:spcBef>
                  <a:spcPct val="50000"/>
                </a:spcBef>
              </a:pPr>
              <a:r>
                <a:rPr lang="de-DE" sz="1000" b="1" dirty="0">
                  <a:solidFill>
                    <a:srgbClr val="000000"/>
                  </a:solidFill>
                </a:rPr>
                <a:t/>
              </a:r>
              <a:br>
                <a:rPr lang="de-DE" sz="1000" b="1" dirty="0">
                  <a:solidFill>
                    <a:srgbClr val="000000"/>
                  </a:solidFill>
                </a:rPr>
              </a:br>
              <a:r>
                <a:rPr lang="de-DE" sz="1000" b="1" dirty="0" err="1" smtClean="0">
                  <a:solidFill>
                    <a:srgbClr val="0070C0"/>
                  </a:solidFill>
                </a:rPr>
                <a:t>Macroeconomic</a:t>
              </a:r>
              <a:r>
                <a:rPr lang="de-DE" sz="1000" b="1" dirty="0" smtClean="0">
                  <a:solidFill>
                    <a:srgbClr val="0070C0"/>
                  </a:solidFill>
                </a:rPr>
                <a:t> </a:t>
              </a:r>
              <a:r>
                <a:rPr lang="de-DE" sz="1000" b="1" dirty="0" err="1" smtClean="0">
                  <a:solidFill>
                    <a:srgbClr val="0070C0"/>
                  </a:solidFill>
                </a:rPr>
                <a:t>Informationsystem</a:t>
              </a:r>
              <a:endParaRPr lang="de-DE" sz="1000" b="1" dirty="0">
                <a:solidFill>
                  <a:srgbClr val="0070C0"/>
                </a:solidFill>
              </a:endParaRPr>
            </a:p>
          </p:txBody>
        </p:sp>
      </p:grpSp>
      <p:sp>
        <p:nvSpPr>
          <p:cNvPr id="366" name="Rechteck 365"/>
          <p:cNvSpPr/>
          <p:nvPr/>
        </p:nvSpPr>
        <p:spPr>
          <a:xfrm>
            <a:off x="2546105" y="1284290"/>
            <a:ext cx="4039394" cy="44481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5" name="Textfeld 444"/>
          <p:cNvSpPr txBox="1"/>
          <p:nvPr/>
        </p:nvSpPr>
        <p:spPr>
          <a:xfrm rot="17875233">
            <a:off x="3287093" y="2770409"/>
            <a:ext cx="2718503" cy="1569660"/>
          </a:xfrm>
          <a:prstGeom prst="rect">
            <a:avLst/>
          </a:prstGeom>
          <a:solidFill>
            <a:srgbClr val="F0F0F0">
              <a:alpha val="6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 smtClean="0">
                <a:solidFill>
                  <a:srgbClr val="0062A1"/>
                </a:solidFill>
              </a:rPr>
              <a:t>I</a:t>
            </a:r>
            <a:r>
              <a:rPr lang="de-DE" sz="2400" b="1" dirty="0" smtClean="0">
                <a:solidFill>
                  <a:srgbClr val="FF0000"/>
                </a:solidFill>
              </a:rPr>
              <a:t>ntegrated </a:t>
            </a:r>
            <a:r>
              <a:rPr lang="de-DE" sz="2400" b="1" dirty="0" err="1" smtClean="0">
                <a:solidFill>
                  <a:srgbClr val="0062A1"/>
                </a:solidFill>
              </a:rPr>
              <a:t>MI</a:t>
            </a:r>
            <a:r>
              <a:rPr lang="de-DE" sz="2400" b="1" dirty="0" err="1" smtClean="0">
                <a:solidFill>
                  <a:srgbClr val="FF0000"/>
                </a:solidFill>
              </a:rPr>
              <a:t>cro</a:t>
            </a:r>
            <a:r>
              <a:rPr lang="de-DE" sz="2400" b="1" dirty="0" err="1" smtClean="0">
                <a:solidFill>
                  <a:srgbClr val="0062A1"/>
                </a:solidFill>
              </a:rPr>
              <a:t>D</a:t>
            </a:r>
            <a:r>
              <a:rPr lang="de-DE" sz="2400" b="1" dirty="0" err="1" smtClean="0">
                <a:solidFill>
                  <a:srgbClr val="FF0000"/>
                </a:solidFill>
              </a:rPr>
              <a:t>ata</a:t>
            </a:r>
            <a:r>
              <a:rPr lang="de-DE" sz="2400" b="1" dirty="0" smtClean="0">
                <a:solidFill>
                  <a:srgbClr val="FF0000"/>
                </a:solidFill>
              </a:rPr>
              <a:t> </a:t>
            </a:r>
            <a:r>
              <a:rPr lang="de-DE" sz="2400" b="1" dirty="0" err="1" smtClean="0">
                <a:solidFill>
                  <a:srgbClr val="FF0000"/>
                </a:solidFill>
              </a:rPr>
              <a:t>based</a:t>
            </a:r>
            <a:r>
              <a:rPr lang="de-DE" sz="2400" b="1" dirty="0" smtClean="0">
                <a:solidFill>
                  <a:srgbClr val="FF0000"/>
                </a:solidFill>
              </a:rPr>
              <a:t> </a:t>
            </a:r>
            <a:r>
              <a:rPr lang="de-DE" sz="2400" b="1" dirty="0" smtClean="0">
                <a:solidFill>
                  <a:srgbClr val="0062A1"/>
                </a:solidFill>
              </a:rPr>
              <a:t>I</a:t>
            </a:r>
            <a:r>
              <a:rPr lang="de-DE" sz="2400" b="1" dirty="0" smtClean="0">
                <a:solidFill>
                  <a:srgbClr val="FF0000"/>
                </a:solidFill>
              </a:rPr>
              <a:t>nformation </a:t>
            </a:r>
            <a:r>
              <a:rPr lang="de-DE" sz="2400" b="1" dirty="0" err="1" smtClean="0">
                <a:solidFill>
                  <a:srgbClr val="FF0000"/>
                </a:solidFill>
              </a:rPr>
              <a:t>and</a:t>
            </a:r>
            <a:r>
              <a:rPr lang="de-DE" sz="2400" b="1" dirty="0" smtClean="0">
                <a:solidFill>
                  <a:srgbClr val="FF0000"/>
                </a:solidFill>
              </a:rPr>
              <a:t> </a:t>
            </a:r>
            <a:r>
              <a:rPr lang="de-DE" sz="2400" b="1" dirty="0" smtClean="0">
                <a:solidFill>
                  <a:srgbClr val="0062A1"/>
                </a:solidFill>
              </a:rPr>
              <a:t>A</a:t>
            </a:r>
            <a:r>
              <a:rPr lang="de-DE" sz="2400" b="1" dirty="0" smtClean="0">
                <a:solidFill>
                  <a:srgbClr val="FF0000"/>
                </a:solidFill>
              </a:rPr>
              <a:t>nalysis </a:t>
            </a:r>
            <a:r>
              <a:rPr lang="de-DE" sz="2400" b="1" dirty="0" smtClean="0">
                <a:solidFill>
                  <a:srgbClr val="0062A1"/>
                </a:solidFill>
              </a:rPr>
              <a:t>S</a:t>
            </a:r>
            <a:r>
              <a:rPr lang="de-DE" sz="2400" b="1" dirty="0" smtClean="0">
                <a:solidFill>
                  <a:srgbClr val="FF0000"/>
                </a:solidFill>
              </a:rPr>
              <a:t>ystem</a:t>
            </a:r>
            <a:endParaRPr lang="de-DE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173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Rechte verbindingslijn 26"/>
          <p:cNvCxnSpPr/>
          <p:nvPr/>
        </p:nvCxnSpPr>
        <p:spPr>
          <a:xfrm>
            <a:off x="1580898" y="3861048"/>
            <a:ext cx="7200000" cy="0"/>
          </a:xfrm>
          <a:prstGeom prst="line">
            <a:avLst/>
          </a:prstGeom>
          <a:ln w="254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echte verbindingslijn 28"/>
          <p:cNvCxnSpPr/>
          <p:nvPr/>
        </p:nvCxnSpPr>
        <p:spPr>
          <a:xfrm>
            <a:off x="1476453" y="5075996"/>
            <a:ext cx="7200000" cy="0"/>
          </a:xfrm>
          <a:prstGeom prst="line">
            <a:avLst/>
          </a:prstGeom>
          <a:ln w="254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hoek 24"/>
          <p:cNvSpPr/>
          <p:nvPr/>
        </p:nvSpPr>
        <p:spPr>
          <a:xfrm>
            <a:off x="1580898" y="1052735"/>
            <a:ext cx="4259185" cy="2708381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4" name="Rechte verbindingslijn 25"/>
          <p:cNvCxnSpPr/>
          <p:nvPr/>
        </p:nvCxnSpPr>
        <p:spPr>
          <a:xfrm>
            <a:off x="1562620" y="2412683"/>
            <a:ext cx="7200000" cy="0"/>
          </a:xfrm>
          <a:prstGeom prst="line">
            <a:avLst/>
          </a:prstGeom>
          <a:ln w="254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Rechte verbindingslijn 25"/>
          <p:cNvCxnSpPr/>
          <p:nvPr/>
        </p:nvCxnSpPr>
        <p:spPr>
          <a:xfrm>
            <a:off x="1533022" y="1005685"/>
            <a:ext cx="7200000" cy="0"/>
          </a:xfrm>
          <a:prstGeom prst="line">
            <a:avLst/>
          </a:prstGeom>
          <a:ln w="254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Gerade Verbindung mit Pfeil 184"/>
          <p:cNvCxnSpPr/>
          <p:nvPr/>
        </p:nvCxnSpPr>
        <p:spPr>
          <a:xfrm flipV="1">
            <a:off x="2121731" y="2816951"/>
            <a:ext cx="903443" cy="1634659"/>
          </a:xfrm>
          <a:prstGeom prst="straightConnector1">
            <a:avLst/>
          </a:prstGeom>
          <a:ln w="50800">
            <a:solidFill>
              <a:schemeClr val="bg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solidFill>
                  <a:schemeClr val="tx1"/>
                </a:solidFill>
              </a:rPr>
              <a:t>Metadata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for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Microdata</a:t>
            </a:r>
            <a:r>
              <a:rPr lang="de-DE" dirty="0" smtClean="0"/>
              <a:t> - </a:t>
            </a:r>
            <a:r>
              <a:rPr lang="de-DE" u="sng" dirty="0" err="1" smtClean="0"/>
              <a:t>status</a:t>
            </a:r>
            <a:r>
              <a:rPr lang="de-DE" u="sng" dirty="0" smtClean="0"/>
              <a:t> quo</a:t>
            </a:r>
            <a:r>
              <a:rPr lang="de-DE" dirty="0" smtClean="0"/>
              <a:t/>
            </a:r>
            <a:br>
              <a:rPr lang="de-DE" dirty="0" smtClean="0"/>
            </a:br>
            <a:endParaRPr lang="de-DE" i="1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de-DE" smtClean="0"/>
              <a:t>Seite </a:t>
            </a:r>
            <a:fld id="{795659D1-D435-4DC4-B545-657E7139435F}" type="slidenum">
              <a:rPr lang="de-DE" smtClean="0"/>
              <a:pPr/>
              <a:t>21</a:t>
            </a:fld>
            <a:endParaRPr lang="de-DE" dirty="0"/>
          </a:p>
        </p:txBody>
      </p:sp>
      <p:sp>
        <p:nvSpPr>
          <p:cNvPr id="7" name="Rechthoek 3"/>
          <p:cNvSpPr/>
          <p:nvPr/>
        </p:nvSpPr>
        <p:spPr>
          <a:xfrm>
            <a:off x="293298" y="1105170"/>
            <a:ext cx="992037" cy="5472000"/>
          </a:xfrm>
          <a:prstGeom prst="rect">
            <a:avLst/>
          </a:prstGeom>
          <a:solidFill>
            <a:schemeClr val="accent1"/>
          </a:solidFill>
          <a:ln w="19050" cap="flat" cmpd="sng" algn="ctr">
            <a:solidFill>
              <a:srgbClr val="1668B1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</a:rPr>
              <a:t>Metadata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</a:rPr>
              <a:t>System</a:t>
            </a:r>
          </a:p>
        </p:txBody>
      </p:sp>
      <p:sp>
        <p:nvSpPr>
          <p:cNvPr id="8" name="Tekstvak 12"/>
          <p:cNvSpPr txBox="1"/>
          <p:nvPr/>
        </p:nvSpPr>
        <p:spPr>
          <a:xfrm>
            <a:off x="7323794" y="1147109"/>
            <a:ext cx="16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 smtClean="0">
                <a:solidFill>
                  <a:srgbClr val="000000"/>
                </a:solidFill>
              </a:rPr>
              <a:t>Data </a:t>
            </a:r>
            <a:r>
              <a:rPr lang="en-US" sz="1200" b="1" dirty="0" err="1" smtClean="0">
                <a:solidFill>
                  <a:srgbClr val="000000"/>
                </a:solidFill>
              </a:rPr>
              <a:t>Acces</a:t>
            </a:r>
            <a:r>
              <a:rPr lang="en-US" sz="1200" b="1" dirty="0" smtClean="0">
                <a:solidFill>
                  <a:srgbClr val="000000"/>
                </a:solidFill>
              </a:rPr>
              <a:t> Layer</a:t>
            </a:r>
          </a:p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1" dirty="0" smtClean="0">
                <a:solidFill>
                  <a:srgbClr val="1668B1">
                    <a:lumMod val="75000"/>
                  </a:srgbClr>
                </a:solidFill>
              </a:rPr>
              <a:t>GSBPM Phase 7 Disseminate</a:t>
            </a:r>
            <a:endParaRPr lang="en-US" sz="1000" b="1" dirty="0">
              <a:solidFill>
                <a:srgbClr val="1668B1">
                  <a:lumMod val="75000"/>
                </a:srgbClr>
              </a:solidFill>
            </a:endParaRPr>
          </a:p>
        </p:txBody>
      </p:sp>
      <p:sp>
        <p:nvSpPr>
          <p:cNvPr id="9" name="Tekstvak 21"/>
          <p:cNvSpPr txBox="1"/>
          <p:nvPr/>
        </p:nvSpPr>
        <p:spPr>
          <a:xfrm>
            <a:off x="6237783" y="2483295"/>
            <a:ext cx="277801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 smtClean="0">
                <a:solidFill>
                  <a:srgbClr val="000000"/>
                </a:solidFill>
              </a:rPr>
              <a:t>Interpretation and </a:t>
            </a:r>
          </a:p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 smtClean="0">
                <a:solidFill>
                  <a:srgbClr val="000000"/>
                </a:solidFill>
              </a:rPr>
              <a:t>analysis Layer</a:t>
            </a:r>
          </a:p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1" dirty="0" smtClean="0">
                <a:solidFill>
                  <a:srgbClr val="1668B1">
                    <a:lumMod val="75000"/>
                  </a:srgbClr>
                </a:solidFill>
              </a:rPr>
              <a:t>GSBPM Phase 6 Analysis</a:t>
            </a:r>
            <a:endParaRPr lang="en-US" sz="1000" b="1" dirty="0">
              <a:solidFill>
                <a:srgbClr val="1668B1">
                  <a:lumMod val="75000"/>
                </a:srgbClr>
              </a:solidFill>
            </a:endParaRPr>
          </a:p>
        </p:txBody>
      </p:sp>
      <p:sp>
        <p:nvSpPr>
          <p:cNvPr id="10" name="Tekstvak 22"/>
          <p:cNvSpPr txBox="1"/>
          <p:nvPr/>
        </p:nvSpPr>
        <p:spPr>
          <a:xfrm>
            <a:off x="5217157" y="3877172"/>
            <a:ext cx="37986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 smtClean="0">
                <a:solidFill>
                  <a:srgbClr val="000000"/>
                </a:solidFill>
              </a:rPr>
              <a:t>Integration Layer</a:t>
            </a:r>
          </a:p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1" dirty="0" smtClean="0">
                <a:solidFill>
                  <a:srgbClr val="1668B1">
                    <a:lumMod val="75000"/>
                  </a:srgbClr>
                </a:solidFill>
              </a:rPr>
              <a:t>GSBPM Phase 5 Process</a:t>
            </a:r>
          </a:p>
        </p:txBody>
      </p:sp>
      <p:sp>
        <p:nvSpPr>
          <p:cNvPr id="11" name="Tekstvak 23"/>
          <p:cNvSpPr txBox="1"/>
          <p:nvPr/>
        </p:nvSpPr>
        <p:spPr>
          <a:xfrm>
            <a:off x="7323794" y="5245174"/>
            <a:ext cx="1692000" cy="4302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 smtClean="0">
                <a:solidFill>
                  <a:srgbClr val="000000"/>
                </a:solidFill>
              </a:rPr>
              <a:t>Sources Layer</a:t>
            </a:r>
          </a:p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1" dirty="0" smtClean="0">
                <a:solidFill>
                  <a:srgbClr val="1668B1">
                    <a:lumMod val="75000"/>
                  </a:srgbClr>
                </a:solidFill>
              </a:rPr>
              <a:t>GSBPM Phase 4 Collect</a:t>
            </a:r>
            <a:endParaRPr lang="en-US" sz="1000" b="1" dirty="0">
              <a:solidFill>
                <a:srgbClr val="1668B1">
                  <a:lumMod val="75000"/>
                </a:srgbClr>
              </a:solidFill>
            </a:endParaRPr>
          </a:p>
        </p:txBody>
      </p:sp>
      <p:sp>
        <p:nvSpPr>
          <p:cNvPr id="13" name="Tekstvak 26"/>
          <p:cNvSpPr txBox="1">
            <a:spLocks noChangeArrowheads="1"/>
          </p:cNvSpPr>
          <p:nvPr/>
        </p:nvSpPr>
        <p:spPr bwMode="auto">
          <a:xfrm>
            <a:off x="1699891" y="1061362"/>
            <a:ext cx="9194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solidFill>
                  <a:schemeClr val="bg1">
                    <a:lumMod val="65000"/>
                  </a:schemeClr>
                </a:solidFill>
                <a:latin typeface="+mn-lt"/>
              </a:rPr>
              <a:t>Macro Data</a:t>
            </a:r>
            <a:endParaRPr lang="en-US" sz="1200" b="1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38" name="Vuokaaviosymboli: Magneettilevy 56"/>
          <p:cNvSpPr/>
          <p:nvPr/>
        </p:nvSpPr>
        <p:spPr>
          <a:xfrm>
            <a:off x="1588955" y="4461947"/>
            <a:ext cx="732158" cy="521810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prstClr val="white"/>
                </a:solidFill>
              </a:rPr>
              <a:t>…</a:t>
            </a:r>
            <a:endParaRPr lang="en-US" sz="1200" dirty="0">
              <a:solidFill>
                <a:prstClr val="white"/>
              </a:solidFill>
            </a:endParaRPr>
          </a:p>
        </p:txBody>
      </p:sp>
      <p:sp>
        <p:nvSpPr>
          <p:cNvPr id="64" name="Vuokaaviosymboli: Useita dokumentteja 67"/>
          <p:cNvSpPr/>
          <p:nvPr/>
        </p:nvSpPr>
        <p:spPr>
          <a:xfrm>
            <a:off x="1523513" y="3284984"/>
            <a:ext cx="664688" cy="556186"/>
          </a:xfrm>
          <a:prstGeom prst="flowChartMultidocumen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i-FI" sz="1000" dirty="0" smtClean="0">
                <a:solidFill>
                  <a:prstClr val="white"/>
                </a:solidFill>
              </a:rPr>
              <a:t>FDI-Statistics</a:t>
            </a:r>
            <a:endParaRPr lang="fi-FI" sz="1000" dirty="0">
              <a:solidFill>
                <a:prstClr val="white"/>
              </a:solidFill>
            </a:endParaRPr>
          </a:p>
        </p:txBody>
      </p:sp>
      <p:sp>
        <p:nvSpPr>
          <p:cNvPr id="66" name="Tekstikehys 83"/>
          <p:cNvSpPr txBox="1"/>
          <p:nvPr/>
        </p:nvSpPr>
        <p:spPr>
          <a:xfrm>
            <a:off x="1360147" y="3068960"/>
            <a:ext cx="7216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prstClr val="black"/>
                </a:solidFill>
              </a:rPr>
              <a:t>Reports</a:t>
            </a:r>
          </a:p>
        </p:txBody>
      </p:sp>
      <p:sp>
        <p:nvSpPr>
          <p:cNvPr id="155" name="Vuokaaviosymboli: Magneettilevy 56"/>
          <p:cNvSpPr/>
          <p:nvPr/>
        </p:nvSpPr>
        <p:spPr>
          <a:xfrm>
            <a:off x="2422841" y="4467698"/>
            <a:ext cx="717781" cy="521810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prstClr val="white"/>
                </a:solidFill>
              </a:rPr>
              <a:t>…</a:t>
            </a:r>
            <a:endParaRPr lang="en-US" sz="1200" dirty="0">
              <a:solidFill>
                <a:prstClr val="white"/>
              </a:solidFill>
            </a:endParaRPr>
          </a:p>
        </p:txBody>
      </p:sp>
      <p:sp>
        <p:nvSpPr>
          <p:cNvPr id="156" name="Vuokaaviosymboli: Magneettilevy 56"/>
          <p:cNvSpPr/>
          <p:nvPr/>
        </p:nvSpPr>
        <p:spPr>
          <a:xfrm>
            <a:off x="3308487" y="4464823"/>
            <a:ext cx="703403" cy="521810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prstClr val="white"/>
                </a:solidFill>
              </a:rPr>
              <a:t>…</a:t>
            </a:r>
            <a:endParaRPr lang="en-US" sz="1200" dirty="0">
              <a:solidFill>
                <a:prstClr val="white"/>
              </a:solidFill>
            </a:endParaRPr>
          </a:p>
        </p:txBody>
      </p:sp>
      <p:sp>
        <p:nvSpPr>
          <p:cNvPr id="157" name="Vuokaaviosymboli: Magneettilevy 56"/>
          <p:cNvSpPr/>
          <p:nvPr/>
        </p:nvSpPr>
        <p:spPr>
          <a:xfrm>
            <a:off x="4179755" y="4464822"/>
            <a:ext cx="720655" cy="521810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prstClr val="white"/>
                </a:solidFill>
              </a:rPr>
              <a:t>…</a:t>
            </a:r>
            <a:endParaRPr lang="en-US" sz="1200" dirty="0">
              <a:solidFill>
                <a:prstClr val="white"/>
              </a:solidFill>
            </a:endParaRPr>
          </a:p>
        </p:txBody>
      </p:sp>
      <p:sp>
        <p:nvSpPr>
          <p:cNvPr id="163" name="Vuokaaviosymboli: Magneettilevy 56"/>
          <p:cNvSpPr/>
          <p:nvPr/>
        </p:nvSpPr>
        <p:spPr>
          <a:xfrm>
            <a:off x="5104545" y="4467698"/>
            <a:ext cx="709154" cy="521810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prstClr val="white"/>
                </a:solidFill>
              </a:rPr>
              <a:t>…</a:t>
            </a:r>
            <a:endParaRPr lang="en-US" sz="1200" dirty="0">
              <a:solidFill>
                <a:prstClr val="white"/>
              </a:solidFill>
            </a:endParaRPr>
          </a:p>
        </p:txBody>
      </p:sp>
      <p:sp>
        <p:nvSpPr>
          <p:cNvPr id="170" name="Vuokaaviosymboli: Magneettilevy 59"/>
          <p:cNvSpPr/>
          <p:nvPr/>
        </p:nvSpPr>
        <p:spPr>
          <a:xfrm>
            <a:off x="2914608" y="1717438"/>
            <a:ext cx="1686664" cy="123530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00" dirty="0" smtClean="0">
              <a:solidFill>
                <a:prstClr val="white"/>
              </a:solidFill>
            </a:endParaRP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>
                <a:solidFill>
                  <a:prstClr val="white"/>
                </a:solidFill>
              </a:rPr>
              <a:t>ZIS</a:t>
            </a:r>
            <a:r>
              <a:rPr lang="en-US" sz="1200" dirty="0" smtClean="0">
                <a:solidFill>
                  <a:prstClr val="white"/>
                </a:solidFill>
              </a:rPr>
              <a:t>-DWH 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prstClr val="white"/>
                </a:solidFill>
              </a:rPr>
              <a:t>Validated </a:t>
            </a:r>
            <a:r>
              <a:rPr lang="en-US" sz="1200" b="1" u="sng" dirty="0" smtClean="0">
                <a:solidFill>
                  <a:prstClr val="white"/>
                </a:solidFill>
              </a:rPr>
              <a:t>macro</a:t>
            </a:r>
            <a:r>
              <a:rPr lang="en-US" sz="1200" dirty="0" smtClean="0">
                <a:solidFill>
                  <a:prstClr val="white"/>
                </a:solidFill>
              </a:rPr>
              <a:t> data with </a:t>
            </a:r>
            <a:r>
              <a:rPr lang="en-US" sz="1200" b="1" u="sng" dirty="0" smtClean="0">
                <a:solidFill>
                  <a:schemeClr val="bg1"/>
                </a:solidFill>
              </a:rPr>
              <a:t>SDMX</a:t>
            </a:r>
            <a:r>
              <a:rPr lang="en-US" sz="1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200" dirty="0" smtClean="0">
                <a:solidFill>
                  <a:schemeClr val="bg1"/>
                </a:solidFill>
              </a:rPr>
              <a:t>Metadata </a:t>
            </a:r>
          </a:p>
        </p:txBody>
      </p:sp>
      <p:sp>
        <p:nvSpPr>
          <p:cNvPr id="171" name="Vuokaaviosymboli: Useita dokumentteja 67"/>
          <p:cNvSpPr/>
          <p:nvPr/>
        </p:nvSpPr>
        <p:spPr>
          <a:xfrm>
            <a:off x="2266382" y="3284984"/>
            <a:ext cx="664690" cy="556186"/>
          </a:xfrm>
          <a:prstGeom prst="flowChartMultidocumen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i-FI" sz="900" dirty="0" smtClean="0">
                <a:solidFill>
                  <a:prstClr val="white"/>
                </a:solidFill>
              </a:rPr>
              <a:t>...</a:t>
            </a:r>
            <a:endParaRPr lang="fi-FI" sz="900" dirty="0">
              <a:solidFill>
                <a:prstClr val="white"/>
              </a:solidFill>
            </a:endParaRPr>
          </a:p>
        </p:txBody>
      </p:sp>
      <p:sp>
        <p:nvSpPr>
          <p:cNvPr id="172" name="Vuokaaviosymboli: Useita dokumentteja 67"/>
          <p:cNvSpPr/>
          <p:nvPr/>
        </p:nvSpPr>
        <p:spPr>
          <a:xfrm>
            <a:off x="3025174" y="3284985"/>
            <a:ext cx="664690" cy="556186"/>
          </a:xfrm>
          <a:prstGeom prst="flowChartMultidocumen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i-FI" sz="900" dirty="0" smtClean="0">
                <a:solidFill>
                  <a:prstClr val="white"/>
                </a:solidFill>
              </a:rPr>
              <a:t>Bank Supervision</a:t>
            </a:r>
            <a:endParaRPr lang="fi-FI" sz="900" dirty="0">
              <a:solidFill>
                <a:prstClr val="white"/>
              </a:solidFill>
            </a:endParaRPr>
          </a:p>
        </p:txBody>
      </p:sp>
      <p:sp>
        <p:nvSpPr>
          <p:cNvPr id="173" name="Vuokaaviosymboli: Useita dokumentteja 67"/>
          <p:cNvSpPr/>
          <p:nvPr/>
        </p:nvSpPr>
        <p:spPr>
          <a:xfrm>
            <a:off x="3795467" y="3290552"/>
            <a:ext cx="664690" cy="556186"/>
          </a:xfrm>
          <a:prstGeom prst="flowChartMultidocumen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i-FI" sz="900" dirty="0" smtClean="0">
                <a:solidFill>
                  <a:prstClr val="white"/>
                </a:solidFill>
              </a:rPr>
              <a:t>Bank Statistics</a:t>
            </a:r>
            <a:endParaRPr lang="fi-FI" sz="900" dirty="0">
              <a:solidFill>
                <a:prstClr val="white"/>
              </a:solidFill>
            </a:endParaRPr>
          </a:p>
        </p:txBody>
      </p:sp>
      <p:sp>
        <p:nvSpPr>
          <p:cNvPr id="174" name="Vuokaaviosymboli: Useita dokumentteja 67"/>
          <p:cNvSpPr/>
          <p:nvPr/>
        </p:nvSpPr>
        <p:spPr>
          <a:xfrm>
            <a:off x="4550574" y="3290552"/>
            <a:ext cx="664690" cy="556186"/>
          </a:xfrm>
          <a:prstGeom prst="flowChartMultidocument">
            <a:avLst/>
          </a:prstGeom>
          <a:solidFill>
            <a:schemeClr val="bg1">
              <a:lumMod val="75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i-FI" sz="900" b="1" dirty="0" smtClean="0">
                <a:solidFill>
                  <a:prstClr val="white"/>
                </a:solidFill>
              </a:rPr>
              <a:t>...</a:t>
            </a:r>
            <a:endParaRPr lang="fi-FI" sz="900" b="1" dirty="0">
              <a:solidFill>
                <a:prstClr val="white"/>
              </a:solidFill>
            </a:endParaRPr>
          </a:p>
        </p:txBody>
      </p:sp>
      <p:sp>
        <p:nvSpPr>
          <p:cNvPr id="176" name="Ylänuoli 82"/>
          <p:cNvSpPr/>
          <p:nvPr/>
        </p:nvSpPr>
        <p:spPr>
          <a:xfrm>
            <a:off x="1689684" y="3877172"/>
            <a:ext cx="288032" cy="548411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77" name="Ylänuoli 82"/>
          <p:cNvSpPr/>
          <p:nvPr/>
        </p:nvSpPr>
        <p:spPr>
          <a:xfrm>
            <a:off x="2499780" y="3877172"/>
            <a:ext cx="288032" cy="548411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78" name="Ylänuoli 82"/>
          <p:cNvSpPr/>
          <p:nvPr/>
        </p:nvSpPr>
        <p:spPr>
          <a:xfrm rot="21304677">
            <a:off x="3331472" y="3883700"/>
            <a:ext cx="288032" cy="548411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79" name="Ylänuoli 82"/>
          <p:cNvSpPr/>
          <p:nvPr/>
        </p:nvSpPr>
        <p:spPr>
          <a:xfrm rot="20730624">
            <a:off x="4140537" y="3874049"/>
            <a:ext cx="288032" cy="548411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80" name="Ylänuoli 82"/>
          <p:cNvSpPr/>
          <p:nvPr/>
        </p:nvSpPr>
        <p:spPr>
          <a:xfrm rot="20039847">
            <a:off x="4978655" y="3867817"/>
            <a:ext cx="288032" cy="548411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cxnSp>
        <p:nvCxnSpPr>
          <p:cNvPr id="192" name="Gerade Verbindung mit Pfeil 191"/>
          <p:cNvCxnSpPr>
            <a:stCxn id="157" idx="1"/>
          </p:cNvCxnSpPr>
          <p:nvPr/>
        </p:nvCxnSpPr>
        <p:spPr>
          <a:xfrm flipH="1" flipV="1">
            <a:off x="4052057" y="2952743"/>
            <a:ext cx="488026" cy="1512079"/>
          </a:xfrm>
          <a:prstGeom prst="straightConnector1">
            <a:avLst/>
          </a:prstGeom>
          <a:ln w="50800">
            <a:solidFill>
              <a:schemeClr val="bg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Gerade Verbindung mit Pfeil 194"/>
          <p:cNvCxnSpPr/>
          <p:nvPr/>
        </p:nvCxnSpPr>
        <p:spPr>
          <a:xfrm flipH="1" flipV="1">
            <a:off x="4296070" y="2881223"/>
            <a:ext cx="1052488" cy="1597654"/>
          </a:xfrm>
          <a:prstGeom prst="straightConnector1">
            <a:avLst/>
          </a:prstGeom>
          <a:ln w="50800">
            <a:solidFill>
              <a:schemeClr val="bg1">
                <a:lumMod val="75000"/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kstikehys 83"/>
          <p:cNvSpPr txBox="1"/>
          <p:nvPr/>
        </p:nvSpPr>
        <p:spPr>
          <a:xfrm>
            <a:off x="3172823" y="2950222"/>
            <a:ext cx="10102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prstClr val="black"/>
                </a:solidFill>
              </a:rPr>
              <a:t>Aggregation</a:t>
            </a:r>
          </a:p>
        </p:txBody>
      </p:sp>
      <p:sp>
        <p:nvSpPr>
          <p:cNvPr id="201" name="Vuokaaviosymboli: Magneettilevy 76"/>
          <p:cNvSpPr/>
          <p:nvPr/>
        </p:nvSpPr>
        <p:spPr>
          <a:xfrm>
            <a:off x="2047845" y="1311198"/>
            <a:ext cx="332345" cy="432048"/>
          </a:xfrm>
          <a:prstGeom prst="flowChartMagneticDisk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02" name="Vuokaaviosymboli: Magneettilevy 80"/>
          <p:cNvSpPr/>
          <p:nvPr/>
        </p:nvSpPr>
        <p:spPr>
          <a:xfrm>
            <a:off x="1914908" y="1455214"/>
            <a:ext cx="332345" cy="432048"/>
          </a:xfrm>
          <a:prstGeom prst="flowChartMagneticDisk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03" name="Vuokaaviosymboli: Magneettilevy 81"/>
          <p:cNvSpPr/>
          <p:nvPr/>
        </p:nvSpPr>
        <p:spPr>
          <a:xfrm>
            <a:off x="2313722" y="1383206"/>
            <a:ext cx="332345" cy="432048"/>
          </a:xfrm>
          <a:prstGeom prst="flowChartMagneticDisk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04" name="Vuokaaviosymboli: Magneettilevy 84"/>
          <p:cNvSpPr/>
          <p:nvPr/>
        </p:nvSpPr>
        <p:spPr>
          <a:xfrm>
            <a:off x="2114314" y="1599230"/>
            <a:ext cx="332345" cy="432048"/>
          </a:xfrm>
          <a:prstGeom prst="flowChartMagneticDisk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05" name="Tekstikehys 85"/>
          <p:cNvSpPr txBox="1"/>
          <p:nvPr/>
        </p:nvSpPr>
        <p:spPr>
          <a:xfrm>
            <a:off x="1795045" y="1419833"/>
            <a:ext cx="9957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chemeClr val="bg1"/>
                </a:solidFill>
              </a:rPr>
              <a:t>Macro </a:t>
            </a:r>
            <a:r>
              <a:rPr lang="en-US" sz="1200" dirty="0">
                <a:solidFill>
                  <a:schemeClr val="bg1"/>
                </a:solidFill>
              </a:rPr>
              <a:t>d</a:t>
            </a:r>
            <a:r>
              <a:rPr lang="en-US" sz="1200" dirty="0" smtClean="0">
                <a:solidFill>
                  <a:schemeClr val="bg1"/>
                </a:solidFill>
              </a:rPr>
              <a:t>ata 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 smtClean="0">
                <a:solidFill>
                  <a:schemeClr val="bg1"/>
                </a:solidFill>
              </a:rPr>
              <a:t>cubes</a:t>
            </a:r>
          </a:p>
        </p:txBody>
      </p:sp>
      <p:sp>
        <p:nvSpPr>
          <p:cNvPr id="206" name="Ylänuoli 82"/>
          <p:cNvSpPr/>
          <p:nvPr/>
        </p:nvSpPr>
        <p:spPr>
          <a:xfrm rot="18435091">
            <a:off x="2662809" y="1576527"/>
            <a:ext cx="288032" cy="326634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207" name="Ylänuoli 82"/>
          <p:cNvSpPr/>
          <p:nvPr/>
        </p:nvSpPr>
        <p:spPr>
          <a:xfrm rot="18435091">
            <a:off x="2536048" y="1851527"/>
            <a:ext cx="288032" cy="492204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246" name="Vuokaaviosymboli: Useita dokumentteja 67"/>
          <p:cNvSpPr/>
          <p:nvPr/>
        </p:nvSpPr>
        <p:spPr>
          <a:xfrm>
            <a:off x="5917783" y="217993"/>
            <a:ext cx="664690" cy="556186"/>
          </a:xfrm>
          <a:prstGeom prst="flowChartMultidocumen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i-FI" sz="900" dirty="0" smtClean="0">
                <a:solidFill>
                  <a:prstClr val="white"/>
                </a:solidFill>
              </a:rPr>
              <a:t>Journal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i-FI" sz="900" dirty="0" smtClean="0">
                <a:solidFill>
                  <a:prstClr val="white"/>
                </a:solidFill>
              </a:rPr>
              <a:t>Articles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 sz="900" dirty="0">
              <a:solidFill>
                <a:prstClr val="white"/>
              </a:solidFill>
            </a:endParaRPr>
          </a:p>
        </p:txBody>
      </p:sp>
      <p:sp>
        <p:nvSpPr>
          <p:cNvPr id="17" name="Rechthoek 29"/>
          <p:cNvSpPr/>
          <p:nvPr/>
        </p:nvSpPr>
        <p:spPr>
          <a:xfrm>
            <a:off x="6003985" y="1052734"/>
            <a:ext cx="1370483" cy="4913869"/>
          </a:xfrm>
          <a:prstGeom prst="rect">
            <a:avLst/>
          </a:prstGeom>
          <a:noFill/>
          <a:ln w="254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chemeClr val="accent1"/>
              </a:solidFill>
            </a:endParaRPr>
          </a:p>
        </p:txBody>
      </p:sp>
      <p:sp>
        <p:nvSpPr>
          <p:cNvPr id="250" name="Tekstvak 12"/>
          <p:cNvSpPr txBox="1"/>
          <p:nvPr/>
        </p:nvSpPr>
        <p:spPr>
          <a:xfrm>
            <a:off x="7323794" y="290604"/>
            <a:ext cx="16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dirty="0" smtClean="0">
                <a:solidFill>
                  <a:srgbClr val="000000"/>
                </a:solidFill>
              </a:rPr>
              <a:t>Publishing Layer</a:t>
            </a:r>
          </a:p>
          <a:p>
            <a:pPr algn="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1" dirty="0" smtClean="0">
                <a:solidFill>
                  <a:srgbClr val="1668B1">
                    <a:lumMod val="75000"/>
                  </a:srgbClr>
                </a:solidFill>
              </a:rPr>
              <a:t>GSBPM Phase 8 Research</a:t>
            </a:r>
            <a:endParaRPr lang="en-US" sz="1000" b="1" dirty="0">
              <a:solidFill>
                <a:srgbClr val="1668B1">
                  <a:lumMod val="75000"/>
                </a:srgbClr>
              </a:solidFill>
            </a:endParaRPr>
          </a:p>
        </p:txBody>
      </p:sp>
      <p:sp>
        <p:nvSpPr>
          <p:cNvPr id="160" name="Ylänuoli 82"/>
          <p:cNvSpPr/>
          <p:nvPr/>
        </p:nvSpPr>
        <p:spPr>
          <a:xfrm>
            <a:off x="3498019" y="5062212"/>
            <a:ext cx="288032" cy="890013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58" name="Ylänuoli 82"/>
          <p:cNvSpPr/>
          <p:nvPr/>
        </p:nvSpPr>
        <p:spPr>
          <a:xfrm>
            <a:off x="1787114" y="5058077"/>
            <a:ext cx="288032" cy="876303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59" name="Ylänuoli 82"/>
          <p:cNvSpPr/>
          <p:nvPr/>
        </p:nvSpPr>
        <p:spPr>
          <a:xfrm>
            <a:off x="2629627" y="5055201"/>
            <a:ext cx="288032" cy="876303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61" name="Ylänuoli 82"/>
          <p:cNvSpPr/>
          <p:nvPr/>
        </p:nvSpPr>
        <p:spPr>
          <a:xfrm>
            <a:off x="4409544" y="5059337"/>
            <a:ext cx="288032" cy="890013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66" name="Ylänuoli 82"/>
          <p:cNvSpPr/>
          <p:nvPr/>
        </p:nvSpPr>
        <p:spPr>
          <a:xfrm>
            <a:off x="5322078" y="5048976"/>
            <a:ext cx="288032" cy="890013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68" name="Ylänuoli 82"/>
          <p:cNvSpPr/>
          <p:nvPr/>
        </p:nvSpPr>
        <p:spPr>
          <a:xfrm>
            <a:off x="6415004" y="4235571"/>
            <a:ext cx="267173" cy="1743226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50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243" name="Ylänuoli 82"/>
          <p:cNvSpPr/>
          <p:nvPr/>
        </p:nvSpPr>
        <p:spPr>
          <a:xfrm rot="5400000">
            <a:off x="5614319" y="3140199"/>
            <a:ext cx="264695" cy="942816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50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210" name="Ylänuoli 82"/>
          <p:cNvSpPr/>
          <p:nvPr/>
        </p:nvSpPr>
        <p:spPr>
          <a:xfrm rot="3598704">
            <a:off x="5913752" y="4142855"/>
            <a:ext cx="264695" cy="458144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50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182" name="object 328"/>
          <p:cNvSpPr/>
          <p:nvPr/>
        </p:nvSpPr>
        <p:spPr>
          <a:xfrm>
            <a:off x="6255216" y="3448851"/>
            <a:ext cx="707002" cy="710670"/>
          </a:xfrm>
          <a:custGeom>
            <a:avLst/>
            <a:gdLst/>
            <a:ahLst/>
            <a:cxnLst/>
            <a:rect l="l" t="t" r="r" b="b"/>
            <a:pathLst>
              <a:path w="671829" h="851535">
                <a:moveTo>
                  <a:pt x="65659" y="0"/>
                </a:moveTo>
                <a:lnTo>
                  <a:pt x="27298" y="11159"/>
                </a:lnTo>
                <a:lnTo>
                  <a:pt x="331" y="57741"/>
                </a:lnTo>
                <a:lnTo>
                  <a:pt x="0" y="785647"/>
                </a:lnTo>
                <a:lnTo>
                  <a:pt x="219" y="789812"/>
                </a:lnTo>
                <a:lnTo>
                  <a:pt x="21448" y="836316"/>
                </a:lnTo>
                <a:lnTo>
                  <a:pt x="57757" y="850963"/>
                </a:lnTo>
                <a:lnTo>
                  <a:pt x="605650" y="851293"/>
                </a:lnTo>
                <a:lnTo>
                  <a:pt x="609815" y="851077"/>
                </a:lnTo>
                <a:lnTo>
                  <a:pt x="656319" y="829847"/>
                </a:lnTo>
                <a:lnTo>
                  <a:pt x="670966" y="793536"/>
                </a:lnTo>
                <a:lnTo>
                  <a:pt x="671296" y="65646"/>
                </a:lnTo>
                <a:lnTo>
                  <a:pt x="671076" y="61481"/>
                </a:lnTo>
                <a:lnTo>
                  <a:pt x="649848" y="14977"/>
                </a:lnTo>
                <a:lnTo>
                  <a:pt x="613538" y="330"/>
                </a:lnTo>
                <a:lnTo>
                  <a:pt x="656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699">
            <a:noFill/>
          </a:ln>
        </p:spPr>
        <p:txBody>
          <a:bodyPr wrap="square" lIns="0" tIns="0" rIns="0" bIns="0" rtlCol="0"/>
          <a:lstStyle/>
          <a:p>
            <a:pPr defTabSz="586533">
              <a:lnSpc>
                <a:spcPct val="75000"/>
              </a:lnSpc>
            </a:pPr>
            <a:endParaRPr sz="600">
              <a:solidFill>
                <a:prstClr val="black"/>
              </a:solidFill>
            </a:endParaRPr>
          </a:p>
        </p:txBody>
      </p:sp>
      <p:sp>
        <p:nvSpPr>
          <p:cNvPr id="183" name="object 350"/>
          <p:cNvSpPr txBox="1"/>
          <p:nvPr/>
        </p:nvSpPr>
        <p:spPr>
          <a:xfrm>
            <a:off x="6341915" y="3592675"/>
            <a:ext cx="620303" cy="4619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R="3259" defTabSz="586533">
              <a:lnSpc>
                <a:spcPct val="75000"/>
              </a:lnSpc>
            </a:pPr>
            <a:r>
              <a:rPr lang="de-DE" sz="1000" b="1" spc="10" dirty="0" smtClean="0">
                <a:solidFill>
                  <a:srgbClr val="231F20"/>
                </a:solidFill>
                <a:cs typeface="Calibri"/>
              </a:rPr>
              <a:t>Research Data </a:t>
            </a:r>
            <a:r>
              <a:rPr lang="de-DE" sz="1000" b="1" spc="10" dirty="0" err="1" smtClean="0">
                <a:solidFill>
                  <a:srgbClr val="231F20"/>
                </a:solidFill>
                <a:cs typeface="Calibri"/>
              </a:rPr>
              <a:t>and</a:t>
            </a:r>
            <a:r>
              <a:rPr lang="de-DE" sz="1000" b="1" spc="10" dirty="0" smtClean="0">
                <a:solidFill>
                  <a:srgbClr val="231F20"/>
                </a:solidFill>
                <a:cs typeface="Calibri"/>
              </a:rPr>
              <a:t> Service Center</a:t>
            </a:r>
            <a:endParaRPr sz="1000" b="1" dirty="0">
              <a:solidFill>
                <a:prstClr val="black"/>
              </a:solidFill>
              <a:cs typeface="Calibri"/>
            </a:endParaRPr>
          </a:p>
        </p:txBody>
      </p:sp>
      <p:grpSp>
        <p:nvGrpSpPr>
          <p:cNvPr id="184" name="Gruppieren 183"/>
          <p:cNvGrpSpPr/>
          <p:nvPr/>
        </p:nvGrpSpPr>
        <p:grpSpPr>
          <a:xfrm>
            <a:off x="3373802" y="580966"/>
            <a:ext cx="898053" cy="1090272"/>
            <a:chOff x="5251622" y="-12644527"/>
            <a:chExt cx="1722755" cy="3037148"/>
          </a:xfrm>
        </p:grpSpPr>
        <p:pic>
          <p:nvPicPr>
            <p:cNvPr id="186" name="Grafik 185" descr="Figur.png"/>
            <p:cNvPicPr>
              <a:picLocks noChangeAspect="1"/>
            </p:cNvPicPr>
            <p:nvPr/>
          </p:nvPicPr>
          <p:blipFill>
            <a:blip r:embed="rId2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6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458237" y="-12644527"/>
              <a:ext cx="1152129" cy="3037148"/>
            </a:xfrm>
            <a:prstGeom prst="rect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88" name="Textfeld 187"/>
            <p:cNvSpPr txBox="1"/>
            <p:nvPr/>
          </p:nvSpPr>
          <p:spPr>
            <a:xfrm>
              <a:off x="5251622" y="-12451338"/>
              <a:ext cx="1722755" cy="28267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00" b="1" dirty="0" smtClean="0"/>
                <a:t>Internal Analyst / Researcher</a:t>
              </a:r>
              <a:endParaRPr lang="de-DE" sz="1000" b="1" dirty="0"/>
            </a:p>
          </p:txBody>
        </p:sp>
      </p:grpSp>
      <p:sp>
        <p:nvSpPr>
          <p:cNvPr id="189" name="Flussdiagramm: Daten 188"/>
          <p:cNvSpPr/>
          <p:nvPr/>
        </p:nvSpPr>
        <p:spPr>
          <a:xfrm>
            <a:off x="4992519" y="1744027"/>
            <a:ext cx="728889" cy="358801"/>
          </a:xfrm>
          <a:prstGeom prst="flowChartInputOutpu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4" name="Flussdiagramm: Daten 193"/>
          <p:cNvSpPr/>
          <p:nvPr/>
        </p:nvSpPr>
        <p:spPr>
          <a:xfrm>
            <a:off x="5235696" y="1955489"/>
            <a:ext cx="728889" cy="382435"/>
          </a:xfrm>
          <a:prstGeom prst="flowChartInputOutpu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6" name="Tekstikehys 85"/>
          <p:cNvSpPr txBox="1"/>
          <p:nvPr/>
        </p:nvSpPr>
        <p:spPr>
          <a:xfrm>
            <a:off x="4992519" y="1842411"/>
            <a:ext cx="9973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/>
              <a:t>Micro </a:t>
            </a:r>
            <a:r>
              <a:rPr lang="en-US" sz="1200" b="1" dirty="0"/>
              <a:t>d</a:t>
            </a:r>
            <a:r>
              <a:rPr lang="en-US" sz="1200" b="1" dirty="0" smtClean="0"/>
              <a:t>ata 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 err="1" smtClean="0"/>
              <a:t>flatfiles</a:t>
            </a:r>
            <a:endParaRPr lang="en-US" sz="1200" b="1" dirty="0" smtClean="0"/>
          </a:p>
        </p:txBody>
      </p:sp>
      <p:sp>
        <p:nvSpPr>
          <p:cNvPr id="197" name="Flussdiagramm: Daten 196"/>
          <p:cNvSpPr/>
          <p:nvPr/>
        </p:nvSpPr>
        <p:spPr>
          <a:xfrm>
            <a:off x="5173545" y="1842411"/>
            <a:ext cx="728889" cy="382435"/>
          </a:xfrm>
          <a:prstGeom prst="flowChartInputOutpu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8" name="Flussdiagramm: Daten 197"/>
          <p:cNvSpPr/>
          <p:nvPr/>
        </p:nvSpPr>
        <p:spPr>
          <a:xfrm>
            <a:off x="6308688" y="1552483"/>
            <a:ext cx="728889" cy="358801"/>
          </a:xfrm>
          <a:prstGeom prst="flowChartInputOutpu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0" name="Flussdiagramm: Daten 199"/>
          <p:cNvSpPr/>
          <p:nvPr/>
        </p:nvSpPr>
        <p:spPr>
          <a:xfrm>
            <a:off x="6551865" y="1486303"/>
            <a:ext cx="728889" cy="382435"/>
          </a:xfrm>
          <a:prstGeom prst="flowChartInputOutpu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1" name="Tekstikehys 85"/>
          <p:cNvSpPr txBox="1"/>
          <p:nvPr/>
        </p:nvSpPr>
        <p:spPr>
          <a:xfrm>
            <a:off x="6308688" y="1650867"/>
            <a:ext cx="9973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 smtClean="0"/>
              <a:t>Micro </a:t>
            </a:r>
            <a:r>
              <a:rPr lang="en-US" sz="1200" b="1" dirty="0"/>
              <a:t>d</a:t>
            </a:r>
            <a:r>
              <a:rPr lang="en-US" sz="1200" b="1" dirty="0" smtClean="0"/>
              <a:t>ata 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 err="1" smtClean="0"/>
              <a:t>flatfiles</a:t>
            </a:r>
            <a:endParaRPr lang="en-US" sz="1200" b="1" dirty="0" smtClean="0"/>
          </a:p>
        </p:txBody>
      </p:sp>
      <p:sp>
        <p:nvSpPr>
          <p:cNvPr id="212" name="Flussdiagramm: Daten 211"/>
          <p:cNvSpPr/>
          <p:nvPr/>
        </p:nvSpPr>
        <p:spPr>
          <a:xfrm>
            <a:off x="6489714" y="1650867"/>
            <a:ext cx="728889" cy="382435"/>
          </a:xfrm>
          <a:prstGeom prst="flowChartInputOutpu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3" name="Ylänuoli 82"/>
          <p:cNvSpPr/>
          <p:nvPr/>
        </p:nvSpPr>
        <p:spPr>
          <a:xfrm>
            <a:off x="6809626" y="2224846"/>
            <a:ext cx="267173" cy="1163255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50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214" name="Ylänuoli 82"/>
          <p:cNvSpPr/>
          <p:nvPr/>
        </p:nvSpPr>
        <p:spPr>
          <a:xfrm rot="20009460">
            <a:off x="6038808" y="2270478"/>
            <a:ext cx="267173" cy="1144018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50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217" name="Ylänuoli 82"/>
          <p:cNvSpPr/>
          <p:nvPr/>
        </p:nvSpPr>
        <p:spPr>
          <a:xfrm rot="17668209">
            <a:off x="4471992" y="1084219"/>
            <a:ext cx="267173" cy="957865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50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grpSp>
        <p:nvGrpSpPr>
          <p:cNvPr id="219" name="Gruppieren 218"/>
          <p:cNvGrpSpPr/>
          <p:nvPr/>
        </p:nvGrpSpPr>
        <p:grpSpPr>
          <a:xfrm>
            <a:off x="6629873" y="85764"/>
            <a:ext cx="898053" cy="919921"/>
            <a:chOff x="5195968" y="-12644527"/>
            <a:chExt cx="1722755" cy="3037148"/>
          </a:xfrm>
        </p:grpSpPr>
        <p:pic>
          <p:nvPicPr>
            <p:cNvPr id="220" name="Grafik 219" descr="Figur.png"/>
            <p:cNvPicPr>
              <a:picLocks noChangeAspect="1"/>
            </p:cNvPicPr>
            <p:nvPr/>
          </p:nvPicPr>
          <p:blipFill>
            <a:blip r:embed="rId2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6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458237" y="-12644527"/>
              <a:ext cx="1152129" cy="3037148"/>
            </a:xfrm>
            <a:prstGeom prst="rect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222" name="Textfeld 221"/>
            <p:cNvSpPr txBox="1"/>
            <p:nvPr/>
          </p:nvSpPr>
          <p:spPr>
            <a:xfrm>
              <a:off x="5195968" y="-12609355"/>
              <a:ext cx="1722755" cy="2826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00" b="1" dirty="0" err="1" smtClean="0"/>
                <a:t>External</a:t>
              </a:r>
              <a:r>
                <a:rPr lang="de-DE" sz="1000" b="1" dirty="0" smtClean="0"/>
                <a:t> Analyst / Researcher</a:t>
              </a:r>
              <a:endParaRPr lang="de-DE" sz="1000" b="1" dirty="0"/>
            </a:p>
          </p:txBody>
        </p:sp>
      </p:grpSp>
      <p:sp>
        <p:nvSpPr>
          <p:cNvPr id="224" name="Vuokaaviosymboli: Magneettilevy 19"/>
          <p:cNvSpPr/>
          <p:nvPr/>
        </p:nvSpPr>
        <p:spPr>
          <a:xfrm>
            <a:off x="1589980" y="5986732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25" name="Vuokaaviosymboli: Magneettilevy 20"/>
          <p:cNvSpPr/>
          <p:nvPr/>
        </p:nvSpPr>
        <p:spPr>
          <a:xfrm>
            <a:off x="1789386" y="6058740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26" name="Vuokaaviosymboli: Magneettilevy 27"/>
          <p:cNvSpPr/>
          <p:nvPr/>
        </p:nvSpPr>
        <p:spPr>
          <a:xfrm>
            <a:off x="1988794" y="6130748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27" name="Vuokaaviosymboli: Magneettilevy 31"/>
          <p:cNvSpPr/>
          <p:nvPr/>
        </p:nvSpPr>
        <p:spPr>
          <a:xfrm>
            <a:off x="1855855" y="6274764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28" name="Vuokaaviosymboli: Magneettilevy 32"/>
          <p:cNvSpPr/>
          <p:nvPr/>
        </p:nvSpPr>
        <p:spPr>
          <a:xfrm>
            <a:off x="2254670" y="6202756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29" name="Vuokaaviosymboli: Magneettilevy 33"/>
          <p:cNvSpPr/>
          <p:nvPr/>
        </p:nvSpPr>
        <p:spPr>
          <a:xfrm>
            <a:off x="1523512" y="6274764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30" name="Vuokaaviosymboli: Magneettilevy 34"/>
          <p:cNvSpPr/>
          <p:nvPr/>
        </p:nvSpPr>
        <p:spPr>
          <a:xfrm>
            <a:off x="2266381" y="6246252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31" name="Vuokaaviosymboli: Magneettilevy 35"/>
          <p:cNvSpPr/>
          <p:nvPr/>
        </p:nvSpPr>
        <p:spPr>
          <a:xfrm>
            <a:off x="2598727" y="6246252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32" name="Vuokaaviosymboli: Magneettilevy 46"/>
          <p:cNvSpPr/>
          <p:nvPr/>
        </p:nvSpPr>
        <p:spPr>
          <a:xfrm>
            <a:off x="3995486" y="6015609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33" name="Vuokaaviosymboli: Magneettilevy 47"/>
          <p:cNvSpPr/>
          <p:nvPr/>
        </p:nvSpPr>
        <p:spPr>
          <a:xfrm>
            <a:off x="4194893" y="6087617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34" name="Vuokaaviosymboli: Magneettilevy 48"/>
          <p:cNvSpPr/>
          <p:nvPr/>
        </p:nvSpPr>
        <p:spPr>
          <a:xfrm>
            <a:off x="4394298" y="6159625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35" name="Vuokaaviosymboli: Magneettilevy 49"/>
          <p:cNvSpPr/>
          <p:nvPr/>
        </p:nvSpPr>
        <p:spPr>
          <a:xfrm>
            <a:off x="4218229" y="6182871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36" name="Vuokaaviosymboli: Magneettilevy 50"/>
          <p:cNvSpPr/>
          <p:nvPr/>
        </p:nvSpPr>
        <p:spPr>
          <a:xfrm>
            <a:off x="4660174" y="6231633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37" name="Vuokaaviosymboli: Magneettilevy 51"/>
          <p:cNvSpPr/>
          <p:nvPr/>
        </p:nvSpPr>
        <p:spPr>
          <a:xfrm>
            <a:off x="3885885" y="6182871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38" name="Vuokaaviosymboli: Magneettilevy 52"/>
          <p:cNvSpPr/>
          <p:nvPr/>
        </p:nvSpPr>
        <p:spPr>
          <a:xfrm>
            <a:off x="4085292" y="6326887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39" name="Vuokaaviosymboli: Magneettilevy 53"/>
          <p:cNvSpPr/>
          <p:nvPr/>
        </p:nvSpPr>
        <p:spPr>
          <a:xfrm>
            <a:off x="4417635" y="6326887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40" name="Vuokaaviosymboli: Magneettilevy 19"/>
          <p:cNvSpPr/>
          <p:nvPr/>
        </p:nvSpPr>
        <p:spPr>
          <a:xfrm>
            <a:off x="2259965" y="5966604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41" name="Vuokaaviosymboli: Magneettilevy 20"/>
          <p:cNvSpPr/>
          <p:nvPr/>
        </p:nvSpPr>
        <p:spPr>
          <a:xfrm>
            <a:off x="2459371" y="6038612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42" name="Vuokaaviosymboli: Magneettilevy 27"/>
          <p:cNvSpPr/>
          <p:nvPr/>
        </p:nvSpPr>
        <p:spPr>
          <a:xfrm>
            <a:off x="2658779" y="6110620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44" name="Vuokaaviosymboli: Magneettilevy 31"/>
          <p:cNvSpPr/>
          <p:nvPr/>
        </p:nvSpPr>
        <p:spPr>
          <a:xfrm>
            <a:off x="2525840" y="6254636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45" name="Vuokaaviosymboli: Magneettilevy 32"/>
          <p:cNvSpPr/>
          <p:nvPr/>
        </p:nvSpPr>
        <p:spPr>
          <a:xfrm>
            <a:off x="2924655" y="6182628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47" name="Vuokaaviosymboli: Magneettilevy 33"/>
          <p:cNvSpPr/>
          <p:nvPr/>
        </p:nvSpPr>
        <p:spPr>
          <a:xfrm>
            <a:off x="2193497" y="6254636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48" name="Vuokaaviosymboli: Magneettilevy 19"/>
          <p:cNvSpPr/>
          <p:nvPr/>
        </p:nvSpPr>
        <p:spPr>
          <a:xfrm>
            <a:off x="2052931" y="6242649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53" name="Vuokaaviosymboli: Magneettilevy 20"/>
          <p:cNvSpPr/>
          <p:nvPr/>
        </p:nvSpPr>
        <p:spPr>
          <a:xfrm>
            <a:off x="2278216" y="6159382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54" name="Vuokaaviosymboli: Magneettilevy 27"/>
          <p:cNvSpPr/>
          <p:nvPr/>
        </p:nvSpPr>
        <p:spPr>
          <a:xfrm>
            <a:off x="2477624" y="6231390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56" name="Vuokaaviosymboli: Magneettilevy 31"/>
          <p:cNvSpPr/>
          <p:nvPr/>
        </p:nvSpPr>
        <p:spPr>
          <a:xfrm>
            <a:off x="2370565" y="6246010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57" name="Vuokaaviosymboli: Magneettilevy 32"/>
          <p:cNvSpPr/>
          <p:nvPr/>
        </p:nvSpPr>
        <p:spPr>
          <a:xfrm>
            <a:off x="2743500" y="6303398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59" name="Vuokaaviosymboli: Magneettilevy 33"/>
          <p:cNvSpPr/>
          <p:nvPr/>
        </p:nvSpPr>
        <p:spPr>
          <a:xfrm>
            <a:off x="2038222" y="6246010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60" name="Vuokaaviosymboli: Magneettilevy 19"/>
          <p:cNvSpPr/>
          <p:nvPr/>
        </p:nvSpPr>
        <p:spPr>
          <a:xfrm>
            <a:off x="2958705" y="5983856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61" name="Vuokaaviosymboli: Magneettilevy 20"/>
          <p:cNvSpPr/>
          <p:nvPr/>
        </p:nvSpPr>
        <p:spPr>
          <a:xfrm>
            <a:off x="3158111" y="6055864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62" name="Vuokaaviosymboli: Magneettilevy 27"/>
          <p:cNvSpPr/>
          <p:nvPr/>
        </p:nvSpPr>
        <p:spPr>
          <a:xfrm>
            <a:off x="3357519" y="6127872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63" name="Vuokaaviosymboli: Magneettilevy 31"/>
          <p:cNvSpPr/>
          <p:nvPr/>
        </p:nvSpPr>
        <p:spPr>
          <a:xfrm>
            <a:off x="3224580" y="6271888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64" name="Vuokaaviosymboli: Magneettilevy 32"/>
          <p:cNvSpPr/>
          <p:nvPr/>
        </p:nvSpPr>
        <p:spPr>
          <a:xfrm>
            <a:off x="3571637" y="6165375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65" name="Vuokaaviosymboli: Magneettilevy 33"/>
          <p:cNvSpPr/>
          <p:nvPr/>
        </p:nvSpPr>
        <p:spPr>
          <a:xfrm>
            <a:off x="2892237" y="6271888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66" name="Vuokaaviosymboli: Magneettilevy 19"/>
          <p:cNvSpPr/>
          <p:nvPr/>
        </p:nvSpPr>
        <p:spPr>
          <a:xfrm>
            <a:off x="3096727" y="6225397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67" name="Vuokaaviosymboli: Magneettilevy 20"/>
          <p:cNvSpPr/>
          <p:nvPr/>
        </p:nvSpPr>
        <p:spPr>
          <a:xfrm>
            <a:off x="3296133" y="6297405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68" name="Vuokaaviosymboli: Magneettilevy 27"/>
          <p:cNvSpPr/>
          <p:nvPr/>
        </p:nvSpPr>
        <p:spPr>
          <a:xfrm>
            <a:off x="3521421" y="6240017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74" name="Vuokaaviosymboli: Magneettilevy 31"/>
          <p:cNvSpPr/>
          <p:nvPr/>
        </p:nvSpPr>
        <p:spPr>
          <a:xfrm>
            <a:off x="3388482" y="6384033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76" name="Vuokaaviosymboli: Magneettilevy 32"/>
          <p:cNvSpPr/>
          <p:nvPr/>
        </p:nvSpPr>
        <p:spPr>
          <a:xfrm>
            <a:off x="3744165" y="6191255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77" name="Vuokaaviosymboli: Magneettilevy 33"/>
          <p:cNvSpPr/>
          <p:nvPr/>
        </p:nvSpPr>
        <p:spPr>
          <a:xfrm>
            <a:off x="3056139" y="6384033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78" name="Vuokaaviosymboli: Magneettilevy 19"/>
          <p:cNvSpPr/>
          <p:nvPr/>
        </p:nvSpPr>
        <p:spPr>
          <a:xfrm>
            <a:off x="3795467" y="6173638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79" name="Vuokaaviosymboli: Magneettilevy 20"/>
          <p:cNvSpPr/>
          <p:nvPr/>
        </p:nvSpPr>
        <p:spPr>
          <a:xfrm>
            <a:off x="3994873" y="6245646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80" name="Vuokaaviosymboli: Magneettilevy 27"/>
          <p:cNvSpPr/>
          <p:nvPr/>
        </p:nvSpPr>
        <p:spPr>
          <a:xfrm>
            <a:off x="4151149" y="6196884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81" name="Vuokaaviosymboli: Magneettilevy 31"/>
          <p:cNvSpPr/>
          <p:nvPr/>
        </p:nvSpPr>
        <p:spPr>
          <a:xfrm>
            <a:off x="4018210" y="6340900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82" name="Vuokaaviosymboli: Magneettilevy 32"/>
          <p:cNvSpPr/>
          <p:nvPr/>
        </p:nvSpPr>
        <p:spPr>
          <a:xfrm>
            <a:off x="4417025" y="6268892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83" name="Vuokaaviosymboli: Magneettilevy 33"/>
          <p:cNvSpPr/>
          <p:nvPr/>
        </p:nvSpPr>
        <p:spPr>
          <a:xfrm>
            <a:off x="3685867" y="6340900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84" name="Vuokaaviosymboli: Magneettilevy 46"/>
          <p:cNvSpPr/>
          <p:nvPr/>
        </p:nvSpPr>
        <p:spPr>
          <a:xfrm>
            <a:off x="4544701" y="5995480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85" name="Vuokaaviosymboli: Magneettilevy 47"/>
          <p:cNvSpPr/>
          <p:nvPr/>
        </p:nvSpPr>
        <p:spPr>
          <a:xfrm>
            <a:off x="4744108" y="6067488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86" name="Vuokaaviosymboli: Magneettilevy 48"/>
          <p:cNvSpPr/>
          <p:nvPr/>
        </p:nvSpPr>
        <p:spPr>
          <a:xfrm>
            <a:off x="4943513" y="6139496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87" name="Vuokaaviosymboli: Magneettilevy 49"/>
          <p:cNvSpPr/>
          <p:nvPr/>
        </p:nvSpPr>
        <p:spPr>
          <a:xfrm>
            <a:off x="4767444" y="6162742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88" name="Vuokaaviosymboli: Magneettilevy 50"/>
          <p:cNvSpPr/>
          <p:nvPr/>
        </p:nvSpPr>
        <p:spPr>
          <a:xfrm>
            <a:off x="5209389" y="6211504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89" name="Vuokaaviosymboli: Magneettilevy 51"/>
          <p:cNvSpPr/>
          <p:nvPr/>
        </p:nvSpPr>
        <p:spPr>
          <a:xfrm>
            <a:off x="4435100" y="6162742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90" name="Vuokaaviosymboli: Magneettilevy 52"/>
          <p:cNvSpPr/>
          <p:nvPr/>
        </p:nvSpPr>
        <p:spPr>
          <a:xfrm>
            <a:off x="4634507" y="6306758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91" name="Vuokaaviosymboli: Magneettilevy 53"/>
          <p:cNvSpPr/>
          <p:nvPr/>
        </p:nvSpPr>
        <p:spPr>
          <a:xfrm>
            <a:off x="4966850" y="6306758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92" name="Vuokaaviosymboli: Magneettilevy 46"/>
          <p:cNvSpPr/>
          <p:nvPr/>
        </p:nvSpPr>
        <p:spPr>
          <a:xfrm>
            <a:off x="5122671" y="6038612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93" name="Vuokaaviosymboli: Magneettilevy 47"/>
          <p:cNvSpPr/>
          <p:nvPr/>
        </p:nvSpPr>
        <p:spPr>
          <a:xfrm>
            <a:off x="5322078" y="6110620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95" name="Vuokaaviosymboli: Magneettilevy 48"/>
          <p:cNvSpPr/>
          <p:nvPr/>
        </p:nvSpPr>
        <p:spPr>
          <a:xfrm>
            <a:off x="5521483" y="6182628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96" name="Vuokaaviosymboli: Magneettilevy 49"/>
          <p:cNvSpPr/>
          <p:nvPr/>
        </p:nvSpPr>
        <p:spPr>
          <a:xfrm>
            <a:off x="5345414" y="6205874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97" name="Vuokaaviosymboli: Magneettilevy 50"/>
          <p:cNvSpPr/>
          <p:nvPr/>
        </p:nvSpPr>
        <p:spPr>
          <a:xfrm>
            <a:off x="5787359" y="6254636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98" name="Vuokaaviosymboli: Magneettilevy 51"/>
          <p:cNvSpPr/>
          <p:nvPr/>
        </p:nvSpPr>
        <p:spPr>
          <a:xfrm>
            <a:off x="5013070" y="6205874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99" name="Vuokaaviosymboli: Magneettilevy 52"/>
          <p:cNvSpPr/>
          <p:nvPr/>
        </p:nvSpPr>
        <p:spPr>
          <a:xfrm>
            <a:off x="5212477" y="6349890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00" name="Vuokaaviosymboli: Magneettilevy 53"/>
          <p:cNvSpPr/>
          <p:nvPr/>
        </p:nvSpPr>
        <p:spPr>
          <a:xfrm>
            <a:off x="5544820" y="6349890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01" name="Vuokaaviosymboli: Magneettilevy 46"/>
          <p:cNvSpPr/>
          <p:nvPr/>
        </p:nvSpPr>
        <p:spPr>
          <a:xfrm>
            <a:off x="5640256" y="6090371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02" name="Vuokaaviosymboli: Magneettilevy 47"/>
          <p:cNvSpPr/>
          <p:nvPr/>
        </p:nvSpPr>
        <p:spPr>
          <a:xfrm>
            <a:off x="5839663" y="6162379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03" name="Vuokaaviosymboli: Magneettilevy 48"/>
          <p:cNvSpPr/>
          <p:nvPr/>
        </p:nvSpPr>
        <p:spPr>
          <a:xfrm>
            <a:off x="6039068" y="6234387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04" name="Vuokaaviosymboli: Magneettilevy 49"/>
          <p:cNvSpPr/>
          <p:nvPr/>
        </p:nvSpPr>
        <p:spPr>
          <a:xfrm>
            <a:off x="5862999" y="6257633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05" name="Vuokaaviosymboli: Magneettilevy 50"/>
          <p:cNvSpPr/>
          <p:nvPr/>
        </p:nvSpPr>
        <p:spPr>
          <a:xfrm>
            <a:off x="6261812" y="6185625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06" name="Vuokaaviosymboli: Magneettilevy 51"/>
          <p:cNvSpPr/>
          <p:nvPr/>
        </p:nvSpPr>
        <p:spPr>
          <a:xfrm>
            <a:off x="5530655" y="6257633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07" name="Vuokaaviosymboli: Magneettilevy 52"/>
          <p:cNvSpPr/>
          <p:nvPr/>
        </p:nvSpPr>
        <p:spPr>
          <a:xfrm>
            <a:off x="5730062" y="6401649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08" name="Vuokaaviosymboli: Magneettilevy 53"/>
          <p:cNvSpPr/>
          <p:nvPr/>
        </p:nvSpPr>
        <p:spPr>
          <a:xfrm>
            <a:off x="6062405" y="6401649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09" name="Vuokaaviosymboli: Magneettilevy 50"/>
          <p:cNvSpPr/>
          <p:nvPr/>
        </p:nvSpPr>
        <p:spPr>
          <a:xfrm>
            <a:off x="6051903" y="6174123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10" name="Vuokaaviosymboli: Magneettilevy 47"/>
          <p:cNvSpPr/>
          <p:nvPr/>
        </p:nvSpPr>
        <p:spPr>
          <a:xfrm>
            <a:off x="6164592" y="6073239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11" name="Vuokaaviosymboli: Magneettilevy 48"/>
          <p:cNvSpPr/>
          <p:nvPr/>
        </p:nvSpPr>
        <p:spPr>
          <a:xfrm>
            <a:off x="6363997" y="6145247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12" name="Vuokaaviosymboli: Magneettilevy 49"/>
          <p:cNvSpPr/>
          <p:nvPr/>
        </p:nvSpPr>
        <p:spPr>
          <a:xfrm>
            <a:off x="6187928" y="6168493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13" name="Vuokaaviosymboli: Magneettilevy 50"/>
          <p:cNvSpPr/>
          <p:nvPr/>
        </p:nvSpPr>
        <p:spPr>
          <a:xfrm>
            <a:off x="6629873" y="6217255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14" name="Vuokaaviosymboli: Magneettilevy 46"/>
          <p:cNvSpPr/>
          <p:nvPr/>
        </p:nvSpPr>
        <p:spPr>
          <a:xfrm>
            <a:off x="6482770" y="6052990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15" name="Vuokaaviosymboli: Magneettilevy 47"/>
          <p:cNvSpPr/>
          <p:nvPr/>
        </p:nvSpPr>
        <p:spPr>
          <a:xfrm>
            <a:off x="6682177" y="6124998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16" name="Vuokaaviosymboli: Magneettilevy 48"/>
          <p:cNvSpPr/>
          <p:nvPr/>
        </p:nvSpPr>
        <p:spPr>
          <a:xfrm>
            <a:off x="6881582" y="6197006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17" name="Vuokaaviosymboli: Magneettilevy 49"/>
          <p:cNvSpPr/>
          <p:nvPr/>
        </p:nvSpPr>
        <p:spPr>
          <a:xfrm>
            <a:off x="6748645" y="6341022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18" name="Vuokaaviosymboli: Magneettilevy 50"/>
          <p:cNvSpPr/>
          <p:nvPr/>
        </p:nvSpPr>
        <p:spPr>
          <a:xfrm>
            <a:off x="7147458" y="6269014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19" name="Vuokaaviosymboli: Magneettilevy 51"/>
          <p:cNvSpPr/>
          <p:nvPr/>
        </p:nvSpPr>
        <p:spPr>
          <a:xfrm>
            <a:off x="6416301" y="6341022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20" name="Vuokaaviosymboli: Magneettilevy 50"/>
          <p:cNvSpPr/>
          <p:nvPr/>
        </p:nvSpPr>
        <p:spPr>
          <a:xfrm>
            <a:off x="6854159" y="6130991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21" name="Vuokaaviosymboli: Magneettilevy 47"/>
          <p:cNvSpPr/>
          <p:nvPr/>
        </p:nvSpPr>
        <p:spPr>
          <a:xfrm>
            <a:off x="6966848" y="6030107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22" name="Vuokaaviosymboli: Magneettilevy 48"/>
          <p:cNvSpPr/>
          <p:nvPr/>
        </p:nvSpPr>
        <p:spPr>
          <a:xfrm>
            <a:off x="7166253" y="6102115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23" name="Vuokaaviosymboli: Magneettilevy 49"/>
          <p:cNvSpPr/>
          <p:nvPr/>
        </p:nvSpPr>
        <p:spPr>
          <a:xfrm>
            <a:off x="7033316" y="6246131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24" name="Vuokaaviosymboli: Magneettilevy 50"/>
          <p:cNvSpPr/>
          <p:nvPr/>
        </p:nvSpPr>
        <p:spPr>
          <a:xfrm>
            <a:off x="7432129" y="6174123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25" name="Vuokaaviosymboli: Magneettilevy 46"/>
          <p:cNvSpPr/>
          <p:nvPr/>
        </p:nvSpPr>
        <p:spPr>
          <a:xfrm>
            <a:off x="7285026" y="6009858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26" name="Vuokaaviosymboli: Magneettilevy 47"/>
          <p:cNvSpPr/>
          <p:nvPr/>
        </p:nvSpPr>
        <p:spPr>
          <a:xfrm>
            <a:off x="7484433" y="6081866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27" name="Vuokaaviosymboli: Magneettilevy 48"/>
          <p:cNvSpPr/>
          <p:nvPr/>
        </p:nvSpPr>
        <p:spPr>
          <a:xfrm>
            <a:off x="7683838" y="6153874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28" name="Vuokaaviosymboli: Magneettilevy 49"/>
          <p:cNvSpPr/>
          <p:nvPr/>
        </p:nvSpPr>
        <p:spPr>
          <a:xfrm>
            <a:off x="7550901" y="6297890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29" name="Vuokaaviosymboli: Magneettilevy 50"/>
          <p:cNvSpPr/>
          <p:nvPr/>
        </p:nvSpPr>
        <p:spPr>
          <a:xfrm>
            <a:off x="7949714" y="6225882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30" name="Vuokaaviosymboli: Magneettilevy 51"/>
          <p:cNvSpPr/>
          <p:nvPr/>
        </p:nvSpPr>
        <p:spPr>
          <a:xfrm>
            <a:off x="7218557" y="6297890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31" name="Vuokaaviosymboli: Magneettilevy 50"/>
          <p:cNvSpPr/>
          <p:nvPr/>
        </p:nvSpPr>
        <p:spPr>
          <a:xfrm>
            <a:off x="7328612" y="6105112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32" name="Vuokaaviosymboli: Magneettilevy 47"/>
          <p:cNvSpPr/>
          <p:nvPr/>
        </p:nvSpPr>
        <p:spPr>
          <a:xfrm>
            <a:off x="7441301" y="6004228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33" name="Vuokaaviosymboli: Magneettilevy 48"/>
          <p:cNvSpPr/>
          <p:nvPr/>
        </p:nvSpPr>
        <p:spPr>
          <a:xfrm>
            <a:off x="7640706" y="6076236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34" name="Vuokaaviosymboli: Magneettilevy 49"/>
          <p:cNvSpPr/>
          <p:nvPr/>
        </p:nvSpPr>
        <p:spPr>
          <a:xfrm>
            <a:off x="7507769" y="6220252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35" name="Vuokaaviosymboli: Magneettilevy 50"/>
          <p:cNvSpPr/>
          <p:nvPr/>
        </p:nvSpPr>
        <p:spPr>
          <a:xfrm>
            <a:off x="7906582" y="6148244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36" name="Vuokaaviosymboli: Magneettilevy 46"/>
          <p:cNvSpPr/>
          <p:nvPr/>
        </p:nvSpPr>
        <p:spPr>
          <a:xfrm>
            <a:off x="7759479" y="5983979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37" name="Vuokaaviosymboli: Magneettilevy 47"/>
          <p:cNvSpPr/>
          <p:nvPr/>
        </p:nvSpPr>
        <p:spPr>
          <a:xfrm>
            <a:off x="7958886" y="6055987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38" name="Vuokaaviosymboli: Magneettilevy 48"/>
          <p:cNvSpPr/>
          <p:nvPr/>
        </p:nvSpPr>
        <p:spPr>
          <a:xfrm>
            <a:off x="8158291" y="6127995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39" name="Vuokaaviosymboli: Magneettilevy 49"/>
          <p:cNvSpPr/>
          <p:nvPr/>
        </p:nvSpPr>
        <p:spPr>
          <a:xfrm>
            <a:off x="8025354" y="6272011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40" name="Vuokaaviosymboli: Magneettilevy 50"/>
          <p:cNvSpPr/>
          <p:nvPr/>
        </p:nvSpPr>
        <p:spPr>
          <a:xfrm>
            <a:off x="8424167" y="6200003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41" name="Vuokaaviosymboli: Magneettilevy 51"/>
          <p:cNvSpPr/>
          <p:nvPr/>
        </p:nvSpPr>
        <p:spPr>
          <a:xfrm>
            <a:off x="7693010" y="6272011"/>
            <a:ext cx="332345" cy="272686"/>
          </a:xfrm>
          <a:prstGeom prst="flowChartMagneticDisk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18" name="Ylänuoli 82"/>
          <p:cNvSpPr/>
          <p:nvPr/>
        </p:nvSpPr>
        <p:spPr>
          <a:xfrm>
            <a:off x="6954569" y="919922"/>
            <a:ext cx="267173" cy="499911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50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fi-FI">
              <a:solidFill>
                <a:prstClr val="white"/>
              </a:solidFill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 smtClean="0"/>
              <a:t>EDDI 2015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smtClean="0"/>
              <a:t>Towards Metadata Management with SDMX and DDI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66810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undesbank">
  <a:themeElements>
    <a:clrScheme name="Farbe3_Neu">
      <a:dk1>
        <a:srgbClr val="000000"/>
      </a:dk1>
      <a:lt1>
        <a:srgbClr val="FFFFFF"/>
      </a:lt1>
      <a:dk2>
        <a:srgbClr val="000000"/>
      </a:dk2>
      <a:lt2>
        <a:srgbClr val="9FA2A4"/>
      </a:lt2>
      <a:accent1>
        <a:srgbClr val="0062A1"/>
      </a:accent1>
      <a:accent2>
        <a:srgbClr val="96BF0D"/>
      </a:accent2>
      <a:accent3>
        <a:srgbClr val="77B5C2"/>
      </a:accent3>
      <a:accent4>
        <a:srgbClr val="FBBD1A"/>
      </a:accent4>
      <a:accent5>
        <a:srgbClr val="9C9E9F"/>
      </a:accent5>
      <a:accent6>
        <a:srgbClr val="E52B38"/>
      </a:accent6>
      <a:hlink>
        <a:srgbClr val="7C93C3"/>
      </a:hlink>
      <a:folHlink>
        <a:srgbClr val="B0BEDB"/>
      </a:folHlink>
    </a:clrScheme>
    <a:fontScheme name="Bundesbank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31F2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Bundesbank">
  <a:themeElements>
    <a:clrScheme name="Scheuer1">
      <a:dk1>
        <a:sysClr val="windowText" lastClr="000000"/>
      </a:dk1>
      <a:lt1>
        <a:srgbClr val="FFFFFF"/>
      </a:lt1>
      <a:dk2>
        <a:srgbClr val="000000"/>
      </a:dk2>
      <a:lt2>
        <a:srgbClr val="9FA2A4"/>
      </a:lt2>
      <a:accent1>
        <a:srgbClr val="7C93C3"/>
      </a:accent1>
      <a:accent2>
        <a:srgbClr val="A1CCCD"/>
      </a:accent2>
      <a:accent3>
        <a:srgbClr val="C3CBC9"/>
      </a:accent3>
      <a:accent4>
        <a:srgbClr val="C2CB9A"/>
      </a:accent4>
      <a:accent5>
        <a:srgbClr val="EAC985"/>
      </a:accent5>
      <a:accent6>
        <a:srgbClr val="D496A0"/>
      </a:accent6>
      <a:hlink>
        <a:srgbClr val="7C93C3"/>
      </a:hlink>
      <a:folHlink>
        <a:srgbClr val="B0BEDB"/>
      </a:folHlink>
    </a:clrScheme>
    <a:fontScheme name="Bundesbank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Bundesbank</Template>
  <TotalTime>0</TotalTime>
  <Words>2476</Words>
  <Application>Microsoft Office PowerPoint</Application>
  <PresentationFormat>Bildschirmpräsentation (4:3)</PresentationFormat>
  <Paragraphs>922</Paragraphs>
  <Slides>21</Slides>
  <Notes>4</Notes>
  <HiddenSlides>0</HiddenSlides>
  <MMClips>0</MMClips>
  <ScaleCrop>false</ScaleCrop>
  <HeadingPairs>
    <vt:vector size="6" baseType="variant">
      <vt:variant>
        <vt:lpstr>Design</vt:lpstr>
      </vt:variant>
      <vt:variant>
        <vt:i4>3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5" baseType="lpstr">
      <vt:lpstr>Bundesbank</vt:lpstr>
      <vt:lpstr>1_Office Theme</vt:lpstr>
      <vt:lpstr>1_Bundesbank</vt:lpstr>
      <vt:lpstr>Bitmap Image</vt:lpstr>
      <vt:lpstr>Towards Metadata management with SDMX and DDI for the Integrated Microdata Analysis System IMIDIAS </vt:lpstr>
      <vt:lpstr>Questions</vt:lpstr>
      <vt:lpstr>PowerPoint-Präsentation</vt:lpstr>
      <vt:lpstr>PowerPoint-Präsentation</vt:lpstr>
      <vt:lpstr>Status quo: Metadata for Macro Data </vt:lpstr>
      <vt:lpstr>Metadata for Microdata - before</vt:lpstr>
      <vt:lpstr>Metadata for Microdata</vt:lpstr>
      <vt:lpstr>The House of Microdata - Solution </vt:lpstr>
      <vt:lpstr>IMIDIAS: Integrated MIcroData Information and Analysis System </vt:lpstr>
      <vt:lpstr>House of Microdata </vt:lpstr>
      <vt:lpstr>House of Microdata – Data Integration</vt:lpstr>
      <vt:lpstr>IMIDIAS: Role of Metadata</vt:lpstr>
      <vt:lpstr>What we need</vt:lpstr>
      <vt:lpstr>Next Steps</vt:lpstr>
      <vt:lpstr>Thank you!</vt:lpstr>
      <vt:lpstr>Backup</vt:lpstr>
      <vt:lpstr>Perspective </vt:lpstr>
      <vt:lpstr>Data Value Chain</vt:lpstr>
      <vt:lpstr>Challenge</vt:lpstr>
      <vt:lpstr>Target</vt:lpstr>
      <vt:lpstr>Metadata for Microdata - status quo </vt:lpstr>
    </vt:vector>
  </TitlesOfParts>
  <Company>Deutsche Bundesbank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 Weg zum IMIDIAS Metadatenmodell</dc:title>
  <dc:creator>Anja Burghardt</dc:creator>
  <cp:lastModifiedBy>Christopher-Johannes Schild</cp:lastModifiedBy>
  <cp:revision>218</cp:revision>
  <cp:lastPrinted>2015-09-21T11:41:57Z</cp:lastPrinted>
  <dcterms:created xsi:type="dcterms:W3CDTF">2015-09-02T14:34:10Z</dcterms:created>
  <dcterms:modified xsi:type="dcterms:W3CDTF">2015-12-01T12:14:36Z</dcterms:modified>
</cp:coreProperties>
</file>