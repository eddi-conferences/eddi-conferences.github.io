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71" r:id="rId4"/>
    <p:sldId id="259" r:id="rId5"/>
    <p:sldId id="260" r:id="rId6"/>
    <p:sldId id="261" r:id="rId7"/>
    <p:sldId id="262" r:id="rId8"/>
    <p:sldId id="273" r:id="rId9"/>
    <p:sldId id="264" r:id="rId10"/>
    <p:sldId id="272" r:id="rId11"/>
    <p:sldId id="274" r:id="rId12"/>
    <p:sldId id="265" r:id="rId13"/>
    <p:sldId id="267" r:id="rId14"/>
    <p:sldId id="270" r:id="rId15"/>
  </p:sldIdLst>
  <p:sldSz cx="9144000" cy="6858000" type="screen4x3"/>
  <p:notesSz cx="6781800" cy="98806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6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780" cy="4940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41451" y="0"/>
            <a:ext cx="2938780" cy="4940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83694-ABDF-46D7-833D-FDF1855BAFC9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384855"/>
            <a:ext cx="2938780" cy="4940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41451" y="9384855"/>
            <a:ext cx="2938780" cy="4940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AED27-CE99-40E6-B6D5-C1F0CFEFF4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6322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da-DK" dirty="0" smtClean="0"/>
              <a:t>Klik for at redigere i master</a:t>
            </a:r>
            <a:endParaRPr lang="da-DK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 smtClean="0"/>
              <a:t>Klik for at redigere i master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890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da-DK" dirty="0" smtClean="0"/>
              <a:t>Klik for at redigere i master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da-DK" dirty="0" smtClean="0"/>
              <a:t>Klik for at redigere i master</a:t>
            </a:r>
          </a:p>
          <a:p>
            <a:pPr lvl="1"/>
            <a:r>
              <a:rPr lang="da-DK" dirty="0" smtClean="0"/>
              <a:t>Andet niveau</a:t>
            </a:r>
          </a:p>
          <a:p>
            <a:pPr lvl="2"/>
            <a:r>
              <a:rPr lang="da-DK" dirty="0" smtClean="0"/>
              <a:t>Tredje niveau</a:t>
            </a:r>
          </a:p>
          <a:p>
            <a:pPr lvl="3"/>
            <a:r>
              <a:rPr lang="da-DK" dirty="0" smtClean="0"/>
              <a:t>Fjerde niveau</a:t>
            </a:r>
          </a:p>
          <a:p>
            <a:pPr lvl="4"/>
            <a:r>
              <a:rPr lang="da-DK" dirty="0" smtClean="0"/>
              <a:t>Femte niveau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20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2077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577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4120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610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4386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531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050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4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5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 smtClean="0"/>
              <a:t>Klik for at redigere i master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 smtClean="0"/>
              <a:t>Klik for at redigere i master</a:t>
            </a:r>
          </a:p>
          <a:p>
            <a:pPr lvl="1"/>
            <a:r>
              <a:rPr lang="da-DK" dirty="0" smtClean="0"/>
              <a:t>Andet niveau</a:t>
            </a:r>
          </a:p>
          <a:p>
            <a:pPr lvl="2"/>
            <a:r>
              <a:rPr lang="da-DK" dirty="0" smtClean="0"/>
              <a:t>Tredje niveau</a:t>
            </a:r>
          </a:p>
          <a:p>
            <a:pPr lvl="3"/>
            <a:r>
              <a:rPr lang="da-DK" dirty="0" smtClean="0"/>
              <a:t>Fjerde niveau</a:t>
            </a:r>
          </a:p>
          <a:p>
            <a:pPr lvl="4"/>
            <a:r>
              <a:rPr lang="da-DK" dirty="0" smtClean="0"/>
              <a:t>Femte niveau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4AFFA-CF8C-4A8F-9FB1-2868ECEB7CD7}" type="datetimeFigureOut">
              <a:rPr lang="da-DK" smtClean="0"/>
              <a:t>04-12-2012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02242-1694-46EF-B623-F1D6D40D418B}" type="slidenum">
              <a:rPr lang="da-DK" smtClean="0"/>
              <a:t>‹nr.›</a:t>
            </a:fld>
            <a:endParaRPr lang="da-DK"/>
          </a:p>
        </p:txBody>
      </p:sp>
      <p:pic>
        <p:nvPicPr>
          <p:cNvPr id="1026" name="Picture 2" descr="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5949280"/>
            <a:ext cx="126682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739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image" Target="../media/image3.gif"/><Relationship Id="rId7" Type="http://schemas.openxmlformats.org/officeDocument/2006/relationships/image" Target="../media/image5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dda.dk/" TargetMode="External"/><Relationship Id="rId5" Type="http://schemas.openxmlformats.org/officeDocument/2006/relationships/image" Target="../media/image4.jpeg"/><Relationship Id="rId4" Type="http://schemas.openxmlformats.org/officeDocument/2006/relationships/hyperlink" Target="http://www.iza.org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asf@dda.dk" TargetMode="External"/><Relationship Id="rId2" Type="http://schemas.openxmlformats.org/officeDocument/2006/relationships/hyperlink" Target="http://code.google.com/p/ddiedito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204864"/>
            <a:ext cx="7772400" cy="1395586"/>
          </a:xfrm>
        </p:spPr>
        <p:txBody>
          <a:bodyPr>
            <a:normAutofit fontScale="90000"/>
          </a:bodyPr>
          <a:lstStyle/>
          <a:p>
            <a:r>
              <a:rPr lang="da-DK" sz="4000" dirty="0" err="1" smtClean="0"/>
              <a:t>Implementation</a:t>
            </a:r>
            <a:r>
              <a:rPr lang="da-DK" sz="4000" dirty="0" smtClean="0"/>
              <a:t> of </a:t>
            </a:r>
            <a:r>
              <a:rPr lang="da-DK" sz="4000" dirty="0" err="1" smtClean="0"/>
              <a:t>DdiEditor</a:t>
            </a:r>
            <a:r>
              <a:rPr lang="da-DK" sz="4000" dirty="0" smtClean="0"/>
              <a:t> in DDA</a:t>
            </a:r>
            <a:br>
              <a:rPr lang="da-DK" sz="4000" dirty="0" smtClean="0"/>
            </a:br>
            <a:r>
              <a:rPr lang="da-DK" sz="4000" dirty="0" smtClean="0"/>
              <a:t/>
            </a:r>
            <a:br>
              <a:rPr lang="da-DK" sz="4000" dirty="0" smtClean="0"/>
            </a:br>
            <a:r>
              <a:rPr lang="en-US" sz="2200" dirty="0" smtClean="0"/>
              <a:t>EDDI12 – 4th Annual European DDI User Conference</a:t>
            </a:r>
            <a:r>
              <a:rPr lang="en-US" sz="1800" b="1" dirty="0" smtClean="0"/>
              <a:t/>
            </a:r>
            <a:br>
              <a:rPr lang="en-US" sz="1800" b="1" dirty="0" smtClean="0"/>
            </a:br>
            <a:r>
              <a:rPr lang="en-US" sz="1800" b="1" dirty="0" smtClean="0"/>
              <a:t>Bergen December 3</a:t>
            </a:r>
            <a:r>
              <a:rPr lang="en-US" sz="1800" b="1" baseline="30000" dirty="0" smtClean="0"/>
              <a:t>rd</a:t>
            </a:r>
            <a:r>
              <a:rPr lang="en-US" sz="1800" b="1" dirty="0" smtClean="0"/>
              <a:t>-4</a:t>
            </a:r>
            <a:r>
              <a:rPr lang="en-US" sz="1800" b="1" baseline="30000" dirty="0" smtClean="0"/>
              <a:t>th</a:t>
            </a:r>
            <a:r>
              <a:rPr lang="en-US" sz="1800" b="1" dirty="0" smtClean="0"/>
              <a:t> 2012</a:t>
            </a:r>
            <a:endParaRPr lang="da-DK" sz="1800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3367" y="4725318"/>
            <a:ext cx="6400800" cy="1752600"/>
          </a:xfrm>
        </p:spPr>
        <p:txBody>
          <a:bodyPr>
            <a:normAutofit/>
          </a:bodyPr>
          <a:lstStyle/>
          <a:p>
            <a:r>
              <a:rPr lang="da-DK" sz="2000" dirty="0" smtClean="0"/>
              <a:t>Anne Sofie Fink</a:t>
            </a:r>
          </a:p>
          <a:p>
            <a:r>
              <a:rPr lang="da-DK" sz="2000" dirty="0" smtClean="0"/>
              <a:t>Danish Data Archive</a:t>
            </a:r>
            <a:endParaRPr lang="da-DK" sz="2000" dirty="0"/>
          </a:p>
        </p:txBody>
      </p:sp>
      <p:pic>
        <p:nvPicPr>
          <p:cNvPr id="1026" name="Picture 2" descr="http://www.eddi-conferences.eu/ocs/nsdlogo_eddi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68" y="404664"/>
            <a:ext cx="1114425" cy="52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iza.org/eddi/gesis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103" y="407441"/>
            <a:ext cx="823936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iza.org/eddi/images/izalogo.jp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69677"/>
            <a:ext cx="83086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589240"/>
            <a:ext cx="108585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 descr="http://www.iza.org/eddi/ddi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871" y="328252"/>
            <a:ext cx="10287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76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Outline</a:t>
            </a:r>
            <a:r>
              <a:rPr lang="da-DK" dirty="0" smtClean="0"/>
              <a:t> of the </a:t>
            </a:r>
            <a:r>
              <a:rPr lang="da-DK" dirty="0" err="1" smtClean="0"/>
              <a:t>presentation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DDA – Danish Data Archive</a:t>
            </a:r>
          </a:p>
          <a:p>
            <a:r>
              <a:rPr lang="en-GB" dirty="0" smtClean="0"/>
              <a:t>Introduction to the </a:t>
            </a:r>
            <a:r>
              <a:rPr lang="en-GB" dirty="0" err="1" smtClean="0"/>
              <a:t>DdiEditor</a:t>
            </a:r>
            <a:endParaRPr lang="en-GB" dirty="0" smtClean="0"/>
          </a:p>
          <a:p>
            <a:r>
              <a:rPr lang="en-GB" dirty="0" smtClean="0"/>
              <a:t>New work practices for data </a:t>
            </a:r>
            <a:r>
              <a:rPr lang="en-GB" dirty="0" err="1" smtClean="0"/>
              <a:t>curation</a:t>
            </a:r>
            <a:r>
              <a:rPr lang="en-GB" dirty="0" smtClean="0"/>
              <a:t> processes</a:t>
            </a:r>
          </a:p>
          <a:p>
            <a:r>
              <a:rPr lang="en-GB" dirty="0" smtClean="0"/>
              <a:t>Experiences </a:t>
            </a:r>
            <a:r>
              <a:rPr lang="en-GB" dirty="0" smtClean="0"/>
              <a:t>from on-going software </a:t>
            </a:r>
            <a:r>
              <a:rPr lang="en-GB" dirty="0" smtClean="0"/>
              <a:t>development</a:t>
            </a:r>
          </a:p>
          <a:p>
            <a:r>
              <a:rPr lang="en-GB" dirty="0"/>
              <a:t>Further </a:t>
            </a:r>
            <a:r>
              <a:rPr lang="en-GB" dirty="0" smtClean="0"/>
              <a:t>development</a:t>
            </a:r>
            <a:r>
              <a:rPr lang="en-GB" dirty="0" smtClean="0"/>
              <a:t>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6179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Danish Data Archive (DDA) </a:t>
            </a:r>
            <a:endParaRPr lang="da-DK" dirty="0"/>
          </a:p>
        </p:txBody>
      </p:sp>
      <p:graphicFrame>
        <p:nvGraphicFramePr>
          <p:cNvPr id="4" name="Pladsholder til indhol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652613"/>
              </p:ext>
            </p:extLst>
          </p:nvPr>
        </p:nvGraphicFramePr>
        <p:xfrm>
          <a:off x="491742" y="2636912"/>
          <a:ext cx="82296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098"/>
                <a:gridCol w="5589502"/>
              </a:tblGrid>
              <a:tr h="126216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Kind of material: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Survey data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Activities: 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dirty="0" smtClean="0"/>
                        <a:t>Data retrieval</a:t>
                      </a:r>
                    </a:p>
                    <a:p>
                      <a:pPr lvl="0"/>
                      <a:r>
                        <a:rPr lang="en-GB" b="1" dirty="0" smtClean="0"/>
                        <a:t>Data processing and preservation</a:t>
                      </a:r>
                    </a:p>
                    <a:p>
                      <a:pPr lvl="0"/>
                      <a:r>
                        <a:rPr lang="en-GB" dirty="0" smtClean="0"/>
                        <a:t>Data dissemination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Funding: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Publicly funded</a:t>
                      </a:r>
                    </a:p>
                    <a:p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Staffing: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App. 20 employees, 2-3 software developers</a:t>
                      </a:r>
                    </a:p>
                    <a:p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Organisational affiliation: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Unit in the Danish National Archives (</a:t>
                      </a:r>
                      <a:r>
                        <a:rPr lang="en-GB" dirty="0" err="1" smtClean="0"/>
                        <a:t>Statens</a:t>
                      </a:r>
                      <a:r>
                        <a:rPr lang="en-GB" dirty="0" smtClean="0"/>
                        <a:t> </a:t>
                      </a:r>
                      <a:r>
                        <a:rPr lang="en-GB" dirty="0" err="1" smtClean="0"/>
                        <a:t>Arkiver</a:t>
                      </a:r>
                      <a:r>
                        <a:rPr lang="en-GB" dirty="0" smtClean="0"/>
                        <a:t>)</a:t>
                      </a:r>
                      <a:endParaRPr lang="da-DK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ktangel 4"/>
          <p:cNvSpPr/>
          <p:nvPr/>
        </p:nvSpPr>
        <p:spPr>
          <a:xfrm>
            <a:off x="491742" y="1484784"/>
            <a:ext cx="81127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National data archive for structured research data for social science and health science </a:t>
            </a:r>
          </a:p>
        </p:txBody>
      </p:sp>
    </p:spTree>
    <p:extLst>
      <p:ext uri="{BB962C8B-B14F-4D97-AF65-F5344CB8AC3E}">
        <p14:creationId xmlns:p14="http://schemas.microsoft.com/office/powerpoint/2010/main" val="420357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 smtClean="0"/>
              <a:t>DdiEditor</a:t>
            </a:r>
            <a:r>
              <a:rPr lang="da-DK" dirty="0" smtClean="0"/>
              <a:t> 2.0</a:t>
            </a:r>
            <a:br>
              <a:rPr lang="da-DK" dirty="0" smtClean="0"/>
            </a:br>
            <a:r>
              <a:rPr lang="da-DK" sz="2000" dirty="0" smtClean="0">
                <a:solidFill>
                  <a:schemeClr val="accent5">
                    <a:lumMod val="75000"/>
                  </a:schemeClr>
                </a:solidFill>
              </a:rPr>
              <a:t>Framework for data </a:t>
            </a:r>
            <a:r>
              <a:rPr lang="da-DK" sz="2000" dirty="0" err="1" smtClean="0">
                <a:solidFill>
                  <a:schemeClr val="accent5">
                    <a:lumMod val="75000"/>
                  </a:schemeClr>
                </a:solidFill>
              </a:rPr>
              <a:t>processing</a:t>
            </a:r>
            <a:r>
              <a:rPr lang="da-DK" sz="2000" dirty="0" smtClean="0">
                <a:solidFill>
                  <a:schemeClr val="accent5">
                    <a:lumMod val="75000"/>
                  </a:schemeClr>
                </a:solidFill>
              </a:rPr>
              <a:t> and processes</a:t>
            </a:r>
            <a:endParaRPr lang="da-DK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Ingest of wiki text file and SPSS-file (incl. descriptive statistics)</a:t>
            </a:r>
          </a:p>
          <a:p>
            <a:r>
              <a:rPr lang="en-GB" dirty="0" smtClean="0"/>
              <a:t>Linking of variables and questions </a:t>
            </a:r>
          </a:p>
          <a:p>
            <a:r>
              <a:rPr lang="en-GB" dirty="0" smtClean="0"/>
              <a:t>Use of generic code </a:t>
            </a:r>
          </a:p>
          <a:p>
            <a:r>
              <a:rPr lang="en-GB" dirty="0" smtClean="0"/>
              <a:t>Creation and use of resource packages </a:t>
            </a:r>
          </a:p>
          <a:p>
            <a:r>
              <a:rPr lang="en-GB" dirty="0" smtClean="0"/>
              <a:t>Manipulation of metadata elements</a:t>
            </a:r>
          </a:p>
          <a:p>
            <a:r>
              <a:rPr lang="en-GB" dirty="0" smtClean="0"/>
              <a:t>Integration of study description and metadata on variable </a:t>
            </a:r>
            <a:r>
              <a:rPr lang="en-GB" dirty="0" smtClean="0"/>
              <a:t>level</a:t>
            </a:r>
          </a:p>
          <a:p>
            <a:r>
              <a:rPr lang="en-GB" b="1" dirty="0" smtClean="0"/>
              <a:t>Production of DDI-L data and documentation for long term preservation and dissemination</a:t>
            </a:r>
            <a:endParaRPr lang="en-GB" b="1" dirty="0" smtClean="0"/>
          </a:p>
          <a:p>
            <a:pPr marL="457200" lvl="1" indent="-457200"/>
            <a:r>
              <a:rPr lang="da-DK" dirty="0" err="1">
                <a:solidFill>
                  <a:srgbClr val="002060"/>
                </a:solidFill>
              </a:rPr>
              <a:t>Export</a:t>
            </a:r>
            <a:r>
              <a:rPr lang="da-DK" dirty="0">
                <a:solidFill>
                  <a:srgbClr val="002060"/>
                </a:solidFill>
              </a:rPr>
              <a:t> to </a:t>
            </a:r>
            <a:r>
              <a:rPr lang="da-DK" dirty="0" err="1">
                <a:solidFill>
                  <a:srgbClr val="002060"/>
                </a:solidFill>
              </a:rPr>
              <a:t>statistical</a:t>
            </a:r>
            <a:r>
              <a:rPr lang="da-DK" dirty="0">
                <a:solidFill>
                  <a:srgbClr val="002060"/>
                </a:solidFill>
              </a:rPr>
              <a:t> </a:t>
            </a:r>
            <a:r>
              <a:rPr lang="da-DK" dirty="0" smtClean="0">
                <a:solidFill>
                  <a:srgbClr val="002060"/>
                </a:solidFill>
              </a:rPr>
              <a:t>software – SPSS </a:t>
            </a:r>
            <a:r>
              <a:rPr lang="da-DK" dirty="0" err="1" smtClean="0">
                <a:solidFill>
                  <a:srgbClr val="002060"/>
                </a:solidFill>
              </a:rPr>
              <a:t>Syntax</a:t>
            </a:r>
            <a:r>
              <a:rPr lang="da-DK" dirty="0" smtClean="0">
                <a:solidFill>
                  <a:srgbClr val="002060"/>
                </a:solidFill>
              </a:rPr>
              <a:t> file and </a:t>
            </a:r>
            <a:r>
              <a:rPr lang="da-DK" dirty="0" err="1" smtClean="0">
                <a:solidFill>
                  <a:srgbClr val="002060"/>
                </a:solidFill>
              </a:rPr>
              <a:t>csv</a:t>
            </a:r>
            <a:r>
              <a:rPr lang="da-DK" dirty="0" smtClean="0">
                <a:solidFill>
                  <a:srgbClr val="002060"/>
                </a:solidFill>
              </a:rPr>
              <a:t> data file</a:t>
            </a:r>
          </a:p>
          <a:p>
            <a:pPr marL="457200" lvl="1" indent="-457200"/>
            <a:r>
              <a:rPr lang="en-GB" dirty="0" smtClean="0">
                <a:solidFill>
                  <a:srgbClr val="002060"/>
                </a:solidFill>
              </a:rPr>
              <a:t>User documentation – style sheet-based codebook</a:t>
            </a:r>
          </a:p>
        </p:txBody>
      </p:sp>
    </p:spTree>
    <p:extLst>
      <p:ext uri="{BB962C8B-B14F-4D97-AF65-F5344CB8AC3E}">
        <p14:creationId xmlns:p14="http://schemas.microsoft.com/office/powerpoint/2010/main" val="306858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Wiki syntax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Data input in wiki syntax</a:t>
            </a:r>
            <a:br>
              <a:rPr lang="en-GB" dirty="0" smtClean="0"/>
            </a:br>
            <a:r>
              <a:rPr lang="en-GB" sz="2400" dirty="0" smtClean="0">
                <a:solidFill>
                  <a:srgbClr val="002060"/>
                </a:solidFill>
              </a:rPr>
              <a:t>Questions, variables, categories, concepts, universes, instrumentation (question flow)</a:t>
            </a:r>
          </a:p>
          <a:p>
            <a:pPr lvl="1"/>
            <a:r>
              <a:rPr lang="en-GB" dirty="0" smtClean="0"/>
              <a:t>Syntax for repeated questions and categories </a:t>
            </a:r>
          </a:p>
          <a:p>
            <a:pPr lvl="1"/>
            <a:r>
              <a:rPr lang="en-GB" dirty="0" smtClean="0"/>
              <a:t>Syntax for multiple questions </a:t>
            </a:r>
          </a:p>
          <a:p>
            <a:pPr lvl="1"/>
            <a:r>
              <a:rPr lang="en-GB" dirty="0" smtClean="0"/>
              <a:t>Syntax for filtering (if then else/while/sequence)</a:t>
            </a:r>
          </a:p>
          <a:p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>Naming of concepts</a:t>
            </a:r>
          </a:p>
          <a:p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>Naming of sub universes</a:t>
            </a:r>
            <a:r>
              <a:rPr lang="en-GB" dirty="0" smtClean="0"/>
              <a:t> 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63621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Section</a:t>
            </a:r>
            <a:r>
              <a:rPr lang="da-DK" dirty="0" smtClean="0"/>
              <a:t> of </a:t>
            </a:r>
            <a:r>
              <a:rPr lang="da-DK" dirty="0" err="1" smtClean="0"/>
              <a:t>wiki</a:t>
            </a:r>
            <a:r>
              <a:rPr lang="da-DK" dirty="0" smtClean="0"/>
              <a:t> file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96" y="1700808"/>
            <a:ext cx="7886700" cy="482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160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SPSS file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 smtClean="0"/>
              <a:t>Variables – naming and </a:t>
            </a:r>
            <a:r>
              <a:rPr lang="en-GB" dirty="0" err="1" smtClean="0"/>
              <a:t>labeling</a:t>
            </a:r>
            <a:endParaRPr lang="en-GB" dirty="0" smtClean="0"/>
          </a:p>
          <a:p>
            <a:r>
              <a:rPr lang="en-GB" dirty="0" smtClean="0"/>
              <a:t>Codes</a:t>
            </a:r>
          </a:p>
          <a:p>
            <a:r>
              <a:rPr lang="en-GB" dirty="0" smtClean="0"/>
              <a:t>Adding DDA-variables </a:t>
            </a:r>
            <a:br>
              <a:rPr lang="en-GB" dirty="0" smtClean="0"/>
            </a:br>
            <a:r>
              <a:rPr lang="en-GB" dirty="0" smtClean="0">
                <a:solidFill>
                  <a:srgbClr val="0070C0"/>
                </a:solidFill>
              </a:rPr>
              <a:t>(DDA no. and DDA serial number)</a:t>
            </a:r>
          </a:p>
          <a:p>
            <a:r>
              <a:rPr lang="en-GB" dirty="0" smtClean="0"/>
              <a:t>Recoding of values for missing data (DDA standards: </a:t>
            </a:r>
            <a:r>
              <a:rPr lang="en-GB" dirty="0"/>
              <a:t>9</a:t>
            </a:r>
            <a:r>
              <a:rPr lang="en-GB" dirty="0" smtClean="0"/>
              <a:t>, 10</a:t>
            </a:r>
            <a:r>
              <a:rPr lang="en-GB" dirty="0"/>
              <a:t>, 11 </a:t>
            </a:r>
            <a:r>
              <a:rPr lang="en-GB" dirty="0" smtClean="0"/>
              <a:t>- unknown, not relevant (</a:t>
            </a:r>
            <a:r>
              <a:rPr lang="en-GB" dirty="0" err="1" smtClean="0"/>
              <a:t>na</a:t>
            </a:r>
            <a:r>
              <a:rPr lang="en-GB" dirty="0" smtClean="0"/>
              <a:t>), not participating)</a:t>
            </a:r>
          </a:p>
          <a:p>
            <a:r>
              <a:rPr lang="en-GB" dirty="0" smtClean="0"/>
              <a:t>Definition of measurement scale for variables </a:t>
            </a:r>
            <a:r>
              <a:rPr lang="en-GB" dirty="0" smtClean="0">
                <a:solidFill>
                  <a:schemeClr val="accent1"/>
                </a:solidFill>
              </a:rPr>
              <a:t>(ordinal, nominal and scale)</a:t>
            </a:r>
          </a:p>
          <a:p>
            <a:r>
              <a:rPr lang="en-GB" dirty="0" smtClean="0"/>
              <a:t>Production of descriptive statistics </a:t>
            </a:r>
            <a:br>
              <a:rPr lang="en-GB" dirty="0" smtClean="0"/>
            </a:br>
            <a:r>
              <a:rPr lang="en-GB" dirty="0" smtClean="0">
                <a:solidFill>
                  <a:schemeClr val="accent1"/>
                </a:solidFill>
              </a:rPr>
              <a:t>(frequencies on ordinal and nominal variables)</a:t>
            </a:r>
          </a:p>
          <a:p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123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 smtClean="0"/>
              <a:t>Genericode</a:t>
            </a:r>
            <a:r>
              <a:rPr lang="en-GB" dirty="0" smtClean="0"/>
              <a:t> and resource packages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err="1" smtClean="0"/>
              <a:t>DdiEditor</a:t>
            </a:r>
            <a:r>
              <a:rPr lang="en-GB" dirty="0" smtClean="0"/>
              <a:t> plug in for creation of controlled vocabularies </a:t>
            </a:r>
          </a:p>
          <a:p>
            <a:r>
              <a:rPr lang="en-GB" dirty="0" err="1" smtClean="0"/>
              <a:t>Genericode</a:t>
            </a:r>
            <a:r>
              <a:rPr lang="en-GB" dirty="0" smtClean="0"/>
              <a:t> for DDA CVs </a:t>
            </a:r>
          </a:p>
          <a:p>
            <a:pPr lvl="1"/>
            <a:r>
              <a:rPr lang="en-GB" dirty="0" smtClean="0"/>
              <a:t>Study state classes</a:t>
            </a:r>
          </a:p>
          <a:p>
            <a:pPr lvl="1"/>
            <a:r>
              <a:rPr lang="en-GB" dirty="0" smtClean="0"/>
              <a:t>Access restrictions</a:t>
            </a:r>
          </a:p>
          <a:p>
            <a:pPr lvl="1"/>
            <a:r>
              <a:rPr lang="en-GB" dirty="0" smtClean="0">
                <a:solidFill>
                  <a:schemeClr val="accent1"/>
                </a:solidFill>
              </a:rPr>
              <a:t>CESSDA Subjects categories</a:t>
            </a:r>
          </a:p>
          <a:p>
            <a:r>
              <a:rPr lang="en-GB" dirty="0" smtClean="0"/>
              <a:t>Resource packages</a:t>
            </a:r>
          </a:p>
          <a:p>
            <a:pPr lvl="1"/>
            <a:r>
              <a:rPr lang="en-GB" dirty="0" smtClean="0">
                <a:solidFill>
                  <a:schemeClr val="accent1"/>
                </a:solidFill>
              </a:rPr>
              <a:t>International</a:t>
            </a:r>
          </a:p>
          <a:p>
            <a:pPr lvl="2"/>
            <a:r>
              <a:rPr lang="en-GB" dirty="0" smtClean="0">
                <a:solidFill>
                  <a:schemeClr val="accent1"/>
                </a:solidFill>
              </a:rPr>
              <a:t>E.g. occupation, education</a:t>
            </a:r>
          </a:p>
          <a:p>
            <a:pPr lvl="1"/>
            <a:r>
              <a:rPr lang="en-GB" dirty="0" smtClean="0">
                <a:solidFill>
                  <a:schemeClr val="accent1"/>
                </a:solidFill>
              </a:rPr>
              <a:t>National</a:t>
            </a:r>
          </a:p>
          <a:p>
            <a:pPr lvl="2"/>
            <a:r>
              <a:rPr lang="en-GB" dirty="0" smtClean="0">
                <a:solidFill>
                  <a:schemeClr val="accent1"/>
                </a:solidFill>
              </a:rPr>
              <a:t>E.g. family relationship, regions</a:t>
            </a:r>
          </a:p>
          <a:p>
            <a:pPr lvl="1"/>
            <a:r>
              <a:rPr lang="en-GB" dirty="0" smtClean="0">
                <a:solidFill>
                  <a:schemeClr val="accent1"/>
                </a:solidFill>
              </a:rPr>
              <a:t>Survey specific</a:t>
            </a:r>
          </a:p>
          <a:p>
            <a:pPr lvl="2"/>
            <a:r>
              <a:rPr lang="en-GB" dirty="0" smtClean="0">
                <a:solidFill>
                  <a:schemeClr val="accent1"/>
                </a:solidFill>
              </a:rPr>
              <a:t>Complex/complicated category structures e.g. health condition</a:t>
            </a:r>
            <a:endParaRPr lang="en-GB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79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 smtClean="0"/>
              <a:t>DDI-XSLT Print</a:t>
            </a:r>
            <a:br>
              <a:rPr lang="da-DK" dirty="0" smtClean="0"/>
            </a:br>
            <a:r>
              <a:rPr lang="da-DK" sz="3100" dirty="0" smtClean="0"/>
              <a:t>User </a:t>
            </a:r>
            <a:r>
              <a:rPr lang="da-DK" sz="3100" dirty="0" err="1" smtClean="0"/>
              <a:t>documentation</a:t>
            </a:r>
            <a:r>
              <a:rPr lang="da-DK" sz="3100" dirty="0" smtClean="0"/>
              <a:t> – </a:t>
            </a:r>
            <a:r>
              <a:rPr lang="da-DK" sz="3100" dirty="0" err="1" smtClean="0"/>
              <a:t>Codebook</a:t>
            </a:r>
            <a:r>
              <a:rPr lang="da-DK" sz="3100" dirty="0" smtClean="0"/>
              <a:t> </a:t>
            </a:r>
            <a:r>
              <a:rPr lang="da-DK" sz="3100" dirty="0" err="1" smtClean="0"/>
              <a:t>style</a:t>
            </a:r>
            <a:r>
              <a:rPr lang="da-DK" sz="3100" dirty="0" smtClean="0"/>
              <a:t> output - Variable</a:t>
            </a:r>
            <a:endParaRPr lang="da-DK" sz="31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060848"/>
            <a:ext cx="470535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728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DDI-XSLT Print</a:t>
            </a:r>
            <a:br>
              <a:rPr lang="da-DK" dirty="0"/>
            </a:br>
            <a:r>
              <a:rPr lang="da-DK" sz="2700" dirty="0"/>
              <a:t>User </a:t>
            </a:r>
            <a:r>
              <a:rPr lang="da-DK" sz="2700" dirty="0" err="1"/>
              <a:t>documentation</a:t>
            </a:r>
            <a:r>
              <a:rPr lang="da-DK" sz="2700" dirty="0"/>
              <a:t> – </a:t>
            </a:r>
            <a:r>
              <a:rPr lang="da-DK" sz="2700" dirty="0" err="1"/>
              <a:t>Codebook</a:t>
            </a:r>
            <a:r>
              <a:rPr lang="da-DK" sz="2700" dirty="0"/>
              <a:t> </a:t>
            </a:r>
            <a:r>
              <a:rPr lang="da-DK" sz="2700" dirty="0" err="1"/>
              <a:t>style</a:t>
            </a:r>
            <a:r>
              <a:rPr lang="da-DK" sz="2700" dirty="0"/>
              <a:t> output - </a:t>
            </a:r>
            <a:r>
              <a:rPr lang="da-DK" sz="2700" dirty="0" smtClean="0"/>
              <a:t>Instrumentation</a:t>
            </a:r>
            <a:endParaRPr lang="da-DK" sz="2700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05522"/>
            <a:ext cx="5791200" cy="541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078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 smtClean="0"/>
              <a:t>Experiences from on-going software development and releases</a:t>
            </a:r>
            <a:endParaRPr lang="da-DK" sz="2400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Between enthusiasm and resistance</a:t>
            </a:r>
          </a:p>
          <a:p>
            <a:r>
              <a:rPr lang="en-GB" dirty="0" smtClean="0"/>
              <a:t>Bug tracking to replace zero-defects </a:t>
            </a:r>
            <a:r>
              <a:rPr lang="en-GB" dirty="0" err="1" smtClean="0"/>
              <a:t>mindset</a:t>
            </a:r>
            <a:r>
              <a:rPr lang="en-GB" dirty="0" smtClean="0"/>
              <a:t> </a:t>
            </a:r>
          </a:p>
          <a:p>
            <a:r>
              <a:rPr lang="en-GB" dirty="0" smtClean="0"/>
              <a:t>SCRUM as software development methods</a:t>
            </a:r>
          </a:p>
          <a:p>
            <a:r>
              <a:rPr lang="en-GB" dirty="0" smtClean="0"/>
              <a:t>Test, test, test, …</a:t>
            </a:r>
          </a:p>
          <a:p>
            <a:r>
              <a:rPr lang="en-GB" dirty="0" smtClean="0"/>
              <a:t>And corporation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62832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 smtClean="0"/>
              <a:t>Conclusion</a:t>
            </a:r>
            <a:r>
              <a:rPr lang="da-DK" b="1" dirty="0" smtClean="0"/>
              <a:t> 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Support for new </a:t>
            </a:r>
            <a:r>
              <a:rPr lang="en-GB" dirty="0" err="1" smtClean="0"/>
              <a:t>curation</a:t>
            </a:r>
            <a:r>
              <a:rPr lang="en-GB" dirty="0" smtClean="0"/>
              <a:t> processes</a:t>
            </a:r>
          </a:p>
          <a:p>
            <a:r>
              <a:rPr lang="en-GB" dirty="0" smtClean="0"/>
              <a:t>Production of dynamic data and documentation in DDI-L for preservation and dissemination</a:t>
            </a:r>
          </a:p>
          <a:p>
            <a:r>
              <a:rPr lang="en-GB" dirty="0" smtClean="0"/>
              <a:t>Export to SPSS</a:t>
            </a:r>
          </a:p>
          <a:p>
            <a:r>
              <a:rPr lang="en-GB" dirty="0" smtClean="0"/>
              <a:t>Creation of </a:t>
            </a:r>
            <a:r>
              <a:rPr lang="en-GB" dirty="0" err="1" smtClean="0"/>
              <a:t>genericode</a:t>
            </a:r>
            <a:r>
              <a:rPr lang="en-GB" dirty="0" smtClean="0"/>
              <a:t> for DDA </a:t>
            </a:r>
            <a:r>
              <a:rPr lang="en-GB" dirty="0" err="1" smtClean="0"/>
              <a:t>cv’s</a:t>
            </a:r>
            <a:endParaRPr lang="en-GB" dirty="0" smtClean="0"/>
          </a:p>
          <a:p>
            <a:r>
              <a:rPr lang="en-GB" dirty="0" smtClean="0"/>
              <a:t>Creation of resource packages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 smtClean="0"/>
              <a:t>… and way forward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87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Further development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Less dependence on wiki based input</a:t>
            </a:r>
          </a:p>
          <a:p>
            <a:r>
              <a:rPr lang="en-GB" dirty="0" smtClean="0"/>
              <a:t>User friendly creation of resource packages</a:t>
            </a:r>
          </a:p>
          <a:p>
            <a:r>
              <a:rPr lang="en-GB" dirty="0"/>
              <a:t>Support for linking of metadata elements on study and variable level for longitudinal studies</a:t>
            </a:r>
          </a:p>
          <a:p>
            <a:r>
              <a:rPr lang="en-GB" dirty="0" smtClean="0"/>
              <a:t>Support for automatic review processes</a:t>
            </a:r>
          </a:p>
          <a:p>
            <a:r>
              <a:rPr lang="en-GB" dirty="0" smtClean="0"/>
              <a:t>Versioning of metadata elements</a:t>
            </a:r>
          </a:p>
          <a:p>
            <a:r>
              <a:rPr lang="da-DK" dirty="0" smtClean="0"/>
              <a:t>Support for data </a:t>
            </a:r>
            <a:r>
              <a:rPr lang="da-DK" dirty="0" err="1" smtClean="0"/>
              <a:t>exchange</a:t>
            </a:r>
            <a:r>
              <a:rPr lang="da-DK" dirty="0" smtClean="0"/>
              <a:t>  </a:t>
            </a:r>
          </a:p>
          <a:p>
            <a:pPr lvl="1"/>
            <a:r>
              <a:rPr lang="da-DK" dirty="0" smtClean="0"/>
              <a:t>Import from web </a:t>
            </a:r>
            <a:r>
              <a:rPr lang="da-DK" dirty="0" err="1" smtClean="0"/>
              <a:t>survey</a:t>
            </a:r>
            <a:r>
              <a:rPr lang="da-DK" dirty="0" smtClean="0"/>
              <a:t> </a:t>
            </a:r>
            <a:r>
              <a:rPr lang="da-DK" dirty="0" err="1" smtClean="0"/>
              <a:t>tools</a:t>
            </a:r>
            <a:r>
              <a:rPr lang="da-DK" dirty="0" smtClean="0"/>
              <a:t> to </a:t>
            </a:r>
            <a:r>
              <a:rPr lang="da-DK" dirty="0" err="1" smtClean="0"/>
              <a:t>DdiEditor</a:t>
            </a:r>
            <a:r>
              <a:rPr lang="da-DK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613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know more?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4000" dirty="0" smtClean="0"/>
              <a:t>Come to the poster session </a:t>
            </a:r>
          </a:p>
          <a:p>
            <a:pPr lvl="1"/>
            <a:r>
              <a:rPr lang="en-GB" sz="3400" dirty="0" smtClean="0"/>
              <a:t>Try out the </a:t>
            </a:r>
            <a:r>
              <a:rPr lang="en-GB" sz="3400" dirty="0" err="1" smtClean="0"/>
              <a:t>Ddieditor</a:t>
            </a:r>
            <a:endParaRPr lang="en-GB" sz="3400" dirty="0" smtClean="0"/>
          </a:p>
          <a:p>
            <a:pPr lvl="1"/>
            <a:r>
              <a:rPr lang="en-GB" sz="3400" dirty="0" smtClean="0"/>
              <a:t>Have a look at the </a:t>
            </a:r>
            <a:r>
              <a:rPr lang="en-GB" sz="3400" dirty="0" err="1" smtClean="0"/>
              <a:t>DdiXslt</a:t>
            </a:r>
            <a:r>
              <a:rPr lang="en-GB" sz="3400" dirty="0" smtClean="0"/>
              <a:t> (SND and DDA) </a:t>
            </a:r>
            <a:endParaRPr lang="en-GB" sz="3400" dirty="0" smtClean="0"/>
          </a:p>
          <a:p>
            <a:pPr lvl="1"/>
            <a:r>
              <a:rPr lang="en-GB" sz="3400" dirty="0" smtClean="0"/>
              <a:t>See the landing page </a:t>
            </a:r>
            <a:r>
              <a:rPr lang="en-GB" sz="3400" smtClean="0"/>
              <a:t>solution </a:t>
            </a:r>
            <a:endParaRPr lang="en-GB" sz="3400" dirty="0" smtClean="0"/>
          </a:p>
          <a:p>
            <a:r>
              <a:rPr lang="en-GB" dirty="0" smtClean="0"/>
              <a:t>Visit: </a:t>
            </a:r>
            <a:r>
              <a:rPr lang="en-GB" dirty="0" smtClean="0">
                <a:hlinkClick r:id="rId2"/>
              </a:rPr>
              <a:t>http://code.google.com/p/ddieditor</a:t>
            </a: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r>
              <a:rPr lang="en-GB" dirty="0" smtClean="0"/>
              <a:t>Questions(!) &amp; thanks</a:t>
            </a:r>
          </a:p>
          <a:p>
            <a:r>
              <a:rPr lang="en-GB" dirty="0" smtClean="0"/>
              <a:t>Contact information: </a:t>
            </a:r>
            <a:r>
              <a:rPr lang="en-GB" dirty="0" smtClean="0">
                <a:hlinkClick r:id="rId3"/>
              </a:rPr>
              <a:t>asf@dda.dk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860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403</Words>
  <Application>Microsoft Office PowerPoint</Application>
  <PresentationFormat>Skærmshow (4:3)</PresentationFormat>
  <Paragraphs>93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Diastitler</vt:lpstr>
      </vt:variant>
      <vt:variant>
        <vt:i4>14</vt:i4>
      </vt:variant>
    </vt:vector>
  </HeadingPairs>
  <TitlesOfParts>
    <vt:vector size="15" baseType="lpstr">
      <vt:lpstr>Kontortema</vt:lpstr>
      <vt:lpstr>Implementation of DdiEditor in DDA  EDDI12 – 4th Annual European DDI User Conference Bergen December 3rd-4th 2012</vt:lpstr>
      <vt:lpstr>Outline of the presentation</vt:lpstr>
      <vt:lpstr>Danish Data Archive (DDA) </vt:lpstr>
      <vt:lpstr>DdiEditor 2.0 Framework for data processing and processes</vt:lpstr>
      <vt:lpstr>Wiki syntax</vt:lpstr>
      <vt:lpstr>Section of wiki file</vt:lpstr>
      <vt:lpstr>SPSS file</vt:lpstr>
      <vt:lpstr>Genericode and resource packages</vt:lpstr>
      <vt:lpstr>DDI-XSLT Print User documentation – Codebook style output - Variable</vt:lpstr>
      <vt:lpstr>DDI-XSLT Print User documentation – Codebook style output - Instrumentation</vt:lpstr>
      <vt:lpstr>Experiences from on-going software development and releases</vt:lpstr>
      <vt:lpstr>Conclusion </vt:lpstr>
      <vt:lpstr>Further development</vt:lpstr>
      <vt:lpstr>What to know more?</vt:lpstr>
    </vt:vector>
  </TitlesOfParts>
  <Company>Statens Arkiver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of DdiEditor in DDA</dc:title>
  <dc:creator>r1</dc:creator>
  <cp:lastModifiedBy>r1</cp:lastModifiedBy>
  <cp:revision>91</cp:revision>
  <cp:lastPrinted>2012-11-30T11:59:53Z</cp:lastPrinted>
  <dcterms:created xsi:type="dcterms:W3CDTF">2012-11-27T10:58:01Z</dcterms:created>
  <dcterms:modified xsi:type="dcterms:W3CDTF">2012-12-04T07:21:55Z</dcterms:modified>
</cp:coreProperties>
</file>