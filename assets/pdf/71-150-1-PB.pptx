
<file path=[Content_Types].xml><?xml version="1.0" encoding="utf-8"?>
<Types xmlns="http://schemas.openxmlformats.org/package/2006/content-types">
  <Override PartName="/ppt/theme/theme5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69.xml" ContentType="application/vnd.openxmlformats-officedocument.presentationml.slideLayout+xml"/>
  <Default Extension="xml" ContentType="application/xml"/>
  <Override PartName="/ppt/slideLayouts/slideLayout24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310.xml" ContentType="application/vnd.openxmlformats-officedocument.presentationml.slideLayout+xml"/>
  <Override PartName="/ppt/theme/theme29.xml" ContentType="application/vnd.openxmlformats-officedocument.theme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50.xml" ContentType="application/vnd.openxmlformats-officedocument.presentationml.slideLayout+xml"/>
  <Override PartName="/ppt/theme/theme32.xml" ContentType="application/vnd.openxmlformats-officedocument.theme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s/slide19.xml" ContentType="application/vnd.openxmlformats-officedocument.presentationml.slide+xml"/>
  <Default Extension="png" ContentType="image/png"/>
  <Override PartName="/ppt/slideLayouts/slideLayout118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Masters/slideMaster27.xml" ContentType="application/vnd.openxmlformats-officedocument.presentationml.slideMaster+xml"/>
  <Override PartName="/ppt/slideLayouts/slideLayout43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19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6.xml" ContentType="application/vnd.openxmlformats-officedocument.theme+xml"/>
  <Override PartName="/ppt/slideMasters/slideMaster30.xml" ContentType="application/vnd.openxmlformats-officedocument.presentationml.slideMaster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45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334.xml" ContentType="application/vnd.openxmlformats-officedocument.presentationml.slideLayout+xml"/>
  <Override PartName="/ppt/diagrams/colors1.xml" ContentType="application/vnd.openxmlformats-officedocument.drawingml.diagramColors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Masters/slideMaster24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20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23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30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29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34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28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17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224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slideLayouts/slideLayout213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3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202.xml" ContentType="application/vnd.openxmlformats-officedocument.presentationml.slideLayout+xml"/>
  <Override PartName="/ppt/theme/theme20.xml" ContentType="application/vnd.openxmlformats-officedocument.theme+xml"/>
  <Override PartName="/ppt/slideLayouts/slideLayout336.xml" ContentType="application/vnd.openxmlformats-officedocument.presentationml.slideLayout+xml"/>
  <Override PartName="/ppt/diagrams/data1.xml" ContentType="application/vnd.openxmlformats-officedocument.drawingml.diagramData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Masters/slideMaster26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theme/theme14.xml" ContentType="application/vnd.openxmlformats-officedocument.theme+xml"/>
  <Override PartName="/ppt/slideLayouts/slideLayout243.xml" ContentType="application/vnd.openxmlformats-officedocument.presentationml.slideLayout+xml"/>
  <Override PartName="/ppt/theme/theme25.xml" ContentType="application/vnd.openxmlformats-officedocument.theme+xml"/>
  <Override PartName="/ppt/slideLayouts/slideLayout290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344.xml" ContentType="application/vnd.openxmlformats-officedocument.presentationml.slideLayout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Masters/slideMaster23.xml" ContentType="application/vnd.openxmlformats-officedocument.presentationml.slideMaster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215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33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22.xml" ContentType="application/vnd.openxmlformats-officedocument.theme+xml"/>
  <Override PartName="/ppt/slideLayouts/slideLayout251.xml" ContentType="application/vnd.openxmlformats-officedocument.presentationml.slideLayout+xml"/>
  <Override PartName="/ppt/slideLayouts/slideLayout33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327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Masters/slideMaster28.xml" ContentType="application/vnd.openxmlformats-officedocument.presentationml.slideMaster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330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Layouts/slideLayout245.xml" ContentType="application/vnd.openxmlformats-officedocument.presentationml.slideLayout+xml"/>
  <Override PartName="/ppt/slideLayouts/slideLayout292.xml" ContentType="application/vnd.openxmlformats-officedocument.presentationml.slideLayout+xml"/>
  <Override PartName="/ppt/theme/theme27.xml" ContentType="application/vnd.openxmlformats-officedocument.theme+xml"/>
  <Override PartName="/ppt/slideMasters/slideMaster31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theme/theme30.xml" ContentType="application/vnd.openxmlformats-officedocument.theme+xml"/>
  <Override PartName="/ppt/slideLayouts/slideLayout346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313.xml" ContentType="application/vnd.openxmlformats-officedocument.presentationml.slideLayout+xml"/>
  <Override PartName="/ppt/diagrams/drawing1.xml" ContentType="application/vnd.ms-office.drawingml.diagramDrawing+xml"/>
  <Default Extension="jpeg" ContentType="image/jpeg"/>
  <Override PartName="/ppt/slideLayouts/slideLayout1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302.xml" ContentType="application/vnd.openxmlformats-officedocument.presentationml.slideLayout+xml"/>
  <Override PartName="/ppt/diagrams/quickStyle1.xml" ContentType="application/vnd.openxmlformats-officedocument.drawingml.diagramStyle+xml"/>
  <Override PartName="/ppt/slideMasters/slideMaster25.xml" ContentType="application/vnd.openxmlformats-officedocument.presentationml.slideMaster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s/slide20.xml" ContentType="application/vnd.openxmlformats-officedocument.presentationml.slide+xml"/>
  <Override PartName="/ppt/slideLayouts/slideLayout3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4.xml" ContentType="application/vnd.openxmlformats-officedocument.theme+xml"/>
  <Override PartName="/ppt/theme/theme13.xml" ContentType="application/vnd.openxmlformats-officedocument.theme+xml"/>
  <Override PartName="/ppt/slideLayouts/slideLayout179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34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35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Override1.xml" ContentType="application/vnd.openxmlformats-officedocument.themeOverride+xml"/>
  <Override PartName="/ppt/theme/theme18.xml" ContentType="application/vnd.openxmlformats-officedocument.theme+xml"/>
  <Override PartName="/ppt/tableStyles.xml" ContentType="application/vnd.openxmlformats-officedocument.presentationml.tableStyles+xml"/>
  <Override PartName="/ppt/slideLayouts/slideLayout236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Masters/slideMaster22.xml" ContentType="application/vnd.openxmlformats-officedocument.presentationml.slideMaster+xml"/>
  <Override PartName="/ppt/slideLayouts/slideLayout198.xml" ContentType="application/vnd.openxmlformats-officedocument.presentationml.slideLayout+xml"/>
  <Override PartName="/ppt/slideLayouts/slideLayout214.xml" ContentType="application/vnd.openxmlformats-officedocument.presentationml.slideLayout+xml"/>
  <Override PartName="/ppt/theme/theme21.xml" ContentType="application/vnd.openxmlformats-officedocument.theme+xml"/>
  <Override PartName="/ppt/slideLayouts/slideLayout261.xml" ContentType="application/vnd.openxmlformats-officedocument.presentationml.slideLayout+xml"/>
  <Override PartName="/ppt/diagrams/layout1.xml" ContentType="application/vnd.openxmlformats-officedocument.drawingml.diagramLayout+xml"/>
  <Override PartName="/ppt/slideLayouts/slideLayout98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34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10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  <p:sldMasterId id="2147483651" r:id="rId3"/>
    <p:sldMasterId id="2147483653" r:id="rId4"/>
    <p:sldMasterId id="2147483654" r:id="rId5"/>
    <p:sldMasterId id="2147483655" r:id="rId6"/>
    <p:sldMasterId id="2147483656" r:id="rId7"/>
    <p:sldMasterId id="2147483657" r:id="rId8"/>
    <p:sldMasterId id="2147483658" r:id="rId9"/>
    <p:sldMasterId id="2147483659" r:id="rId10"/>
    <p:sldMasterId id="2147483661" r:id="rId11"/>
    <p:sldMasterId id="2147483662" r:id="rId12"/>
    <p:sldMasterId id="2147483663" r:id="rId13"/>
    <p:sldMasterId id="2147483664" r:id="rId14"/>
    <p:sldMasterId id="2147483665" r:id="rId15"/>
    <p:sldMasterId id="2147483666" r:id="rId16"/>
    <p:sldMasterId id="2147484022" r:id="rId17"/>
    <p:sldMasterId id="2147484034" r:id="rId18"/>
    <p:sldMasterId id="2147484046" r:id="rId19"/>
    <p:sldMasterId id="2147484058" r:id="rId20"/>
    <p:sldMasterId id="2147484070" r:id="rId21"/>
    <p:sldMasterId id="2147484082" r:id="rId22"/>
    <p:sldMasterId id="2147484094" r:id="rId23"/>
    <p:sldMasterId id="2147484106" r:id="rId24"/>
    <p:sldMasterId id="2147484118" r:id="rId25"/>
    <p:sldMasterId id="2147484130" r:id="rId26"/>
    <p:sldMasterId id="2147484142" r:id="rId27"/>
    <p:sldMasterId id="2147484154" r:id="rId28"/>
    <p:sldMasterId id="2147484166" r:id="rId29"/>
    <p:sldMasterId id="2147484178" r:id="rId30"/>
    <p:sldMasterId id="2147484190" r:id="rId31"/>
  </p:sldMasterIdLst>
  <p:notesMasterIdLst>
    <p:notesMasterId r:id="rId56"/>
  </p:notesMasterIdLst>
  <p:handoutMasterIdLst>
    <p:handoutMasterId r:id="rId57"/>
  </p:handoutMasterIdLst>
  <p:sldIdLst>
    <p:sldId id="256" r:id="rId32"/>
    <p:sldId id="316" r:id="rId33"/>
    <p:sldId id="309" r:id="rId34"/>
    <p:sldId id="319" r:id="rId35"/>
    <p:sldId id="340" r:id="rId36"/>
    <p:sldId id="312" r:id="rId37"/>
    <p:sldId id="348" r:id="rId38"/>
    <p:sldId id="350" r:id="rId39"/>
    <p:sldId id="353" r:id="rId40"/>
    <p:sldId id="337" r:id="rId41"/>
    <p:sldId id="349" r:id="rId42"/>
    <p:sldId id="351" r:id="rId43"/>
    <p:sldId id="352" r:id="rId44"/>
    <p:sldId id="354" r:id="rId45"/>
    <p:sldId id="356" r:id="rId46"/>
    <p:sldId id="357" r:id="rId47"/>
    <p:sldId id="343" r:id="rId48"/>
    <p:sldId id="358" r:id="rId49"/>
    <p:sldId id="359" r:id="rId50"/>
    <p:sldId id="345" r:id="rId51"/>
    <p:sldId id="360" r:id="rId52"/>
    <p:sldId id="361" r:id="rId53"/>
    <p:sldId id="324" r:id="rId54"/>
    <p:sldId id="259" r:id="rId55"/>
  </p:sldIdLst>
  <p:sldSz cx="9144000" cy="6858000" type="screen4x3"/>
  <p:notesSz cx="6781800" cy="99187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  <p:clrMru>
    <a:srgbClr val="0033CC"/>
    <a:srgbClr val="C07C98"/>
    <a:srgbClr val="007AC0"/>
    <a:srgbClr val="FFE66B"/>
    <a:srgbClr val="3F9DD3"/>
    <a:srgbClr val="31686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3" autoAdjust="0"/>
    <p:restoredTop sz="85215" autoAdjust="0"/>
  </p:normalViewPr>
  <p:slideViewPr>
    <p:cSldViewPr>
      <p:cViewPr varScale="1">
        <p:scale>
          <a:sx n="93" d="100"/>
          <a:sy n="93" d="100"/>
        </p:scale>
        <p:origin x="-13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12"/>
    </p:cViewPr>
  </p:sorterViewPr>
  <p:notesViewPr>
    <p:cSldViewPr>
      <p:cViewPr varScale="1">
        <p:scale>
          <a:sx n="122" d="100"/>
          <a:sy n="122" d="100"/>
        </p:scale>
        <p:origin x="-324" y="-114"/>
      </p:cViewPr>
      <p:guideLst>
        <p:guide orient="horz" pos="3124"/>
        <p:guide pos="21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50" Type="http://schemas.openxmlformats.org/officeDocument/2006/relationships/slide" Target="slides/slide19.xml"/><Relationship Id="rId55" Type="http://schemas.openxmlformats.org/officeDocument/2006/relationships/slide" Target="slides/slide24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slide" Target="slides/slide10.xml"/><Relationship Id="rId54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slide" Target="slides/slide22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52" Type="http://schemas.openxmlformats.org/officeDocument/2006/relationships/slide" Target="slides/slide21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56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5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AB1CBA-C287-4D29-B852-C5957C1B41E1}" type="doc">
      <dgm:prSet loTypeId="urn:microsoft.com/office/officeart/2005/8/layout/hierarchy2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nl-NL"/>
        </a:p>
      </dgm:t>
    </dgm:pt>
    <dgm:pt modelId="{D94BED33-6099-4659-BEAC-83461631A18A}">
      <dgm:prSet phldrT="[Text]"/>
      <dgm:spPr/>
      <dgm:t>
        <a:bodyPr/>
        <a:lstStyle/>
        <a:p>
          <a:r>
            <a:rPr lang="en-US" dirty="0" smtClean="0"/>
            <a:t>Study Unit</a:t>
          </a:r>
          <a:endParaRPr lang="nl-NL" dirty="0"/>
        </a:p>
      </dgm:t>
    </dgm:pt>
    <dgm:pt modelId="{DE12C222-6F0B-4AF4-9E20-62552A5513F5}" type="parTrans" cxnId="{6486D555-249B-4687-84CC-DEB3203AA572}">
      <dgm:prSet/>
      <dgm:spPr/>
      <dgm:t>
        <a:bodyPr/>
        <a:lstStyle/>
        <a:p>
          <a:endParaRPr lang="nl-NL"/>
        </a:p>
      </dgm:t>
    </dgm:pt>
    <dgm:pt modelId="{BC8B524F-C9AD-431D-9112-2FCA4C50073F}" type="sibTrans" cxnId="{6486D555-249B-4687-84CC-DEB3203AA572}">
      <dgm:prSet/>
      <dgm:spPr/>
      <dgm:t>
        <a:bodyPr/>
        <a:lstStyle/>
        <a:p>
          <a:endParaRPr lang="nl-NL"/>
        </a:p>
      </dgm:t>
    </dgm:pt>
    <dgm:pt modelId="{CCF6B381-C28C-4295-8770-58C2B24F8C13}">
      <dgm:prSet phldrT="[Text]"/>
      <dgm:spPr/>
      <dgm:t>
        <a:bodyPr/>
        <a:lstStyle/>
        <a:p>
          <a:r>
            <a:rPr lang="en-US" dirty="0" smtClean="0"/>
            <a:t>Conceptual Component</a:t>
          </a:r>
        </a:p>
      </dgm:t>
    </dgm:pt>
    <dgm:pt modelId="{D432CCB6-7F09-4850-955F-56DADF61AE04}" type="parTrans" cxnId="{DDAE7662-02AB-4449-9802-D4F15524FCDA}">
      <dgm:prSet/>
      <dgm:spPr/>
      <dgm:t>
        <a:bodyPr/>
        <a:lstStyle/>
        <a:p>
          <a:endParaRPr lang="nl-NL"/>
        </a:p>
      </dgm:t>
    </dgm:pt>
    <dgm:pt modelId="{71F5BDEF-46E6-429E-88B8-4395322A631E}" type="sibTrans" cxnId="{DDAE7662-02AB-4449-9802-D4F15524FCDA}">
      <dgm:prSet/>
      <dgm:spPr/>
      <dgm:t>
        <a:bodyPr/>
        <a:lstStyle/>
        <a:p>
          <a:endParaRPr lang="nl-NL"/>
        </a:p>
      </dgm:t>
    </dgm:pt>
    <dgm:pt modelId="{A8046565-F791-4A2A-95DC-E5913E832493}">
      <dgm:prSet phldrT="[Text]"/>
      <dgm:spPr/>
      <dgm:t>
        <a:bodyPr/>
        <a:lstStyle/>
        <a:p>
          <a:r>
            <a:rPr lang="en-US" dirty="0" smtClean="0"/>
            <a:t>Concept Scheme</a:t>
          </a:r>
          <a:endParaRPr lang="nl-NL" dirty="0"/>
        </a:p>
      </dgm:t>
    </dgm:pt>
    <dgm:pt modelId="{8A343635-2B4D-4ED7-A7F9-C2C0685D593B}" type="parTrans" cxnId="{90DD664B-E82C-45E8-972A-1DE845BAE6B5}">
      <dgm:prSet/>
      <dgm:spPr/>
      <dgm:t>
        <a:bodyPr/>
        <a:lstStyle/>
        <a:p>
          <a:endParaRPr lang="nl-NL"/>
        </a:p>
      </dgm:t>
    </dgm:pt>
    <dgm:pt modelId="{14BD36F5-9006-4570-A1AB-ACB205CEA0D2}" type="sibTrans" cxnId="{90DD664B-E82C-45E8-972A-1DE845BAE6B5}">
      <dgm:prSet/>
      <dgm:spPr/>
      <dgm:t>
        <a:bodyPr/>
        <a:lstStyle/>
        <a:p>
          <a:endParaRPr lang="nl-NL"/>
        </a:p>
      </dgm:t>
    </dgm:pt>
    <dgm:pt modelId="{7578B65A-2B97-42BC-8A11-C4EE99B9AF59}">
      <dgm:prSet phldrT="[Text]"/>
      <dgm:spPr/>
      <dgm:t>
        <a:bodyPr/>
        <a:lstStyle/>
        <a:p>
          <a:r>
            <a:rPr lang="en-US" dirty="0" smtClean="0"/>
            <a:t>Data Collection</a:t>
          </a:r>
          <a:endParaRPr lang="nl-NL" dirty="0"/>
        </a:p>
      </dgm:t>
    </dgm:pt>
    <dgm:pt modelId="{9EE96379-9983-4CE4-97FD-693FFCE77E63}" type="parTrans" cxnId="{BC9514F2-1E04-407D-8267-004BC23721BD}">
      <dgm:prSet/>
      <dgm:spPr/>
      <dgm:t>
        <a:bodyPr/>
        <a:lstStyle/>
        <a:p>
          <a:endParaRPr lang="nl-NL"/>
        </a:p>
      </dgm:t>
    </dgm:pt>
    <dgm:pt modelId="{3CE08C98-723F-4F29-B834-3929D9BC8A2C}" type="sibTrans" cxnId="{BC9514F2-1E04-407D-8267-004BC23721BD}">
      <dgm:prSet/>
      <dgm:spPr/>
      <dgm:t>
        <a:bodyPr/>
        <a:lstStyle/>
        <a:p>
          <a:endParaRPr lang="nl-NL"/>
        </a:p>
      </dgm:t>
    </dgm:pt>
    <dgm:pt modelId="{3DE8DAD8-F8B4-49D9-8C4E-F8CD4CB7B86B}">
      <dgm:prSet phldrT="[Text]"/>
      <dgm:spPr/>
      <dgm:t>
        <a:bodyPr/>
        <a:lstStyle/>
        <a:p>
          <a:r>
            <a:rPr lang="en-US" dirty="0" smtClean="0"/>
            <a:t>Logical Product</a:t>
          </a:r>
          <a:endParaRPr lang="nl-NL" dirty="0"/>
        </a:p>
      </dgm:t>
    </dgm:pt>
    <dgm:pt modelId="{A01EADA8-EF60-4A88-88EB-DB3C8B00C8BD}" type="parTrans" cxnId="{F2CDF97F-A19A-42AA-9D3F-097DD4FA4860}">
      <dgm:prSet/>
      <dgm:spPr/>
      <dgm:t>
        <a:bodyPr/>
        <a:lstStyle/>
        <a:p>
          <a:endParaRPr lang="nl-NL"/>
        </a:p>
      </dgm:t>
    </dgm:pt>
    <dgm:pt modelId="{A381A0A6-2FD6-4417-9106-36AC5F36BF9F}" type="sibTrans" cxnId="{F2CDF97F-A19A-42AA-9D3F-097DD4FA4860}">
      <dgm:prSet/>
      <dgm:spPr/>
      <dgm:t>
        <a:bodyPr/>
        <a:lstStyle/>
        <a:p>
          <a:endParaRPr lang="nl-NL"/>
        </a:p>
      </dgm:t>
    </dgm:pt>
    <dgm:pt modelId="{A6690802-AFC8-4D95-B1ED-F5283FE563EF}">
      <dgm:prSet phldrT="[Text]"/>
      <dgm:spPr/>
      <dgm:t>
        <a:bodyPr/>
        <a:lstStyle/>
        <a:p>
          <a:r>
            <a:rPr lang="en-US" dirty="0" smtClean="0"/>
            <a:t>Physical Instance</a:t>
          </a:r>
          <a:endParaRPr lang="nl-NL" dirty="0"/>
        </a:p>
      </dgm:t>
    </dgm:pt>
    <dgm:pt modelId="{D099E49A-4932-4478-8212-F05A302059C4}" type="parTrans" cxnId="{F9AEE349-3661-4790-8104-33888B1F3389}">
      <dgm:prSet/>
      <dgm:spPr/>
      <dgm:t>
        <a:bodyPr/>
        <a:lstStyle/>
        <a:p>
          <a:endParaRPr lang="nl-NL"/>
        </a:p>
      </dgm:t>
    </dgm:pt>
    <dgm:pt modelId="{35AC6B0E-3383-4FF3-B332-07F2DBE2D788}" type="sibTrans" cxnId="{F9AEE349-3661-4790-8104-33888B1F3389}">
      <dgm:prSet/>
      <dgm:spPr/>
      <dgm:t>
        <a:bodyPr/>
        <a:lstStyle/>
        <a:p>
          <a:endParaRPr lang="nl-NL"/>
        </a:p>
      </dgm:t>
    </dgm:pt>
    <dgm:pt modelId="{4CD2FAFC-8B0F-4022-910E-583ECF2CBE8C}">
      <dgm:prSet phldrT="[Text]"/>
      <dgm:spPr/>
      <dgm:t>
        <a:bodyPr/>
        <a:lstStyle/>
        <a:p>
          <a:r>
            <a:rPr lang="en-US" dirty="0" smtClean="0"/>
            <a:t>Collection Event</a:t>
          </a:r>
          <a:endParaRPr lang="nl-NL" dirty="0"/>
        </a:p>
      </dgm:t>
    </dgm:pt>
    <dgm:pt modelId="{C72B6867-8457-45DE-9EFB-FB624DB4C1D5}" type="parTrans" cxnId="{5DBD9379-93A1-429D-9921-C265E9299C56}">
      <dgm:prSet/>
      <dgm:spPr/>
      <dgm:t>
        <a:bodyPr/>
        <a:lstStyle/>
        <a:p>
          <a:endParaRPr lang="nl-NL"/>
        </a:p>
      </dgm:t>
    </dgm:pt>
    <dgm:pt modelId="{559DE5C0-6448-4056-BE28-91840744442B}" type="sibTrans" cxnId="{5DBD9379-93A1-429D-9921-C265E9299C56}">
      <dgm:prSet/>
      <dgm:spPr/>
      <dgm:t>
        <a:bodyPr/>
        <a:lstStyle/>
        <a:p>
          <a:endParaRPr lang="nl-NL"/>
        </a:p>
      </dgm:t>
    </dgm:pt>
    <dgm:pt modelId="{0F295B7C-31E7-4F30-9510-80FED4F790A0}">
      <dgm:prSet phldrT="[Text]"/>
      <dgm:spPr/>
      <dgm:t>
        <a:bodyPr/>
        <a:lstStyle/>
        <a:p>
          <a:r>
            <a:rPr lang="en-US" dirty="0" smtClean="0"/>
            <a:t>Question Scheme</a:t>
          </a:r>
          <a:endParaRPr lang="nl-NL" dirty="0"/>
        </a:p>
      </dgm:t>
    </dgm:pt>
    <dgm:pt modelId="{14DFF35E-3946-46A6-8866-30281AE65B38}" type="parTrans" cxnId="{B238B137-A390-4945-9B13-A48A23B2AAD8}">
      <dgm:prSet/>
      <dgm:spPr/>
      <dgm:t>
        <a:bodyPr/>
        <a:lstStyle/>
        <a:p>
          <a:endParaRPr lang="nl-NL"/>
        </a:p>
      </dgm:t>
    </dgm:pt>
    <dgm:pt modelId="{1A2176EC-5DB0-4D0E-B43D-E79F0593456A}" type="sibTrans" cxnId="{B238B137-A390-4945-9B13-A48A23B2AAD8}">
      <dgm:prSet/>
      <dgm:spPr/>
      <dgm:t>
        <a:bodyPr/>
        <a:lstStyle/>
        <a:p>
          <a:endParaRPr lang="nl-NL"/>
        </a:p>
      </dgm:t>
    </dgm:pt>
    <dgm:pt modelId="{C2A20361-2D2B-4946-AEFF-A178F4968F9D}">
      <dgm:prSet phldrT="[Text]"/>
      <dgm:spPr/>
      <dgm:t>
        <a:bodyPr/>
        <a:lstStyle/>
        <a:p>
          <a:r>
            <a:rPr lang="en-US" dirty="0" smtClean="0"/>
            <a:t>Construct Scheme</a:t>
          </a:r>
          <a:endParaRPr lang="nl-NL" dirty="0"/>
        </a:p>
      </dgm:t>
    </dgm:pt>
    <dgm:pt modelId="{72CAA76C-79EC-4151-9645-B2B78E2FA945}" type="parTrans" cxnId="{7488B3E2-BB73-434E-A7A0-F944EBC0F06F}">
      <dgm:prSet/>
      <dgm:spPr/>
      <dgm:t>
        <a:bodyPr/>
        <a:lstStyle/>
        <a:p>
          <a:endParaRPr lang="nl-NL"/>
        </a:p>
      </dgm:t>
    </dgm:pt>
    <dgm:pt modelId="{D9DA3BBD-B716-4702-90DF-0D6288489E02}" type="sibTrans" cxnId="{7488B3E2-BB73-434E-A7A0-F944EBC0F06F}">
      <dgm:prSet/>
      <dgm:spPr/>
      <dgm:t>
        <a:bodyPr/>
        <a:lstStyle/>
        <a:p>
          <a:endParaRPr lang="nl-NL"/>
        </a:p>
      </dgm:t>
    </dgm:pt>
    <dgm:pt modelId="{56FD88E3-31AB-4E9D-AB73-58E9570000C5}">
      <dgm:prSet phldrT="[Text]"/>
      <dgm:spPr/>
      <dgm:t>
        <a:bodyPr/>
        <a:lstStyle/>
        <a:p>
          <a:r>
            <a:rPr lang="en-US" dirty="0" smtClean="0"/>
            <a:t>Question Item</a:t>
          </a:r>
          <a:endParaRPr lang="nl-NL" dirty="0"/>
        </a:p>
      </dgm:t>
    </dgm:pt>
    <dgm:pt modelId="{4605E3AC-AEE2-48E8-86EA-B9D3BF72C2B6}" type="parTrans" cxnId="{13AD38C0-D6B1-452A-8A73-2FE55E84B87E}">
      <dgm:prSet/>
      <dgm:spPr/>
      <dgm:t>
        <a:bodyPr/>
        <a:lstStyle/>
        <a:p>
          <a:endParaRPr lang="nl-NL"/>
        </a:p>
      </dgm:t>
    </dgm:pt>
    <dgm:pt modelId="{58EE8B88-0E34-439A-9116-C706A3102981}" type="sibTrans" cxnId="{13AD38C0-D6B1-452A-8A73-2FE55E84B87E}">
      <dgm:prSet/>
      <dgm:spPr/>
      <dgm:t>
        <a:bodyPr/>
        <a:lstStyle/>
        <a:p>
          <a:endParaRPr lang="nl-NL"/>
        </a:p>
      </dgm:t>
    </dgm:pt>
    <dgm:pt modelId="{23161D47-035E-499F-9BF7-0D109F93674E}">
      <dgm:prSet phldrT="[Text]"/>
      <dgm:spPr/>
      <dgm:t>
        <a:bodyPr/>
        <a:lstStyle/>
        <a:p>
          <a:r>
            <a:rPr lang="en-US" dirty="0" smtClean="0"/>
            <a:t>Question Construct</a:t>
          </a:r>
          <a:endParaRPr lang="nl-NL" dirty="0"/>
        </a:p>
      </dgm:t>
    </dgm:pt>
    <dgm:pt modelId="{65CF51A7-68BF-4A5C-8761-40996B6068D1}" type="sibTrans" cxnId="{83A2313E-AC99-4ACE-AF2F-4F10BD1235BC}">
      <dgm:prSet/>
      <dgm:spPr/>
      <dgm:t>
        <a:bodyPr/>
        <a:lstStyle/>
        <a:p>
          <a:endParaRPr lang="nl-NL"/>
        </a:p>
      </dgm:t>
    </dgm:pt>
    <dgm:pt modelId="{B3635975-9E76-4F81-9DD4-E5F7AEE8C963}" type="parTrans" cxnId="{83A2313E-AC99-4ACE-AF2F-4F10BD1235BC}">
      <dgm:prSet/>
      <dgm:spPr/>
      <dgm:t>
        <a:bodyPr/>
        <a:lstStyle/>
        <a:p>
          <a:endParaRPr lang="nl-NL"/>
        </a:p>
      </dgm:t>
    </dgm:pt>
    <dgm:pt modelId="{E225FA97-39D1-4B52-862B-0C50CE582610}">
      <dgm:prSet phldrT="[Text]"/>
      <dgm:spPr/>
      <dgm:t>
        <a:bodyPr/>
        <a:lstStyle/>
        <a:p>
          <a:r>
            <a:rPr lang="en-US" smtClean="0"/>
            <a:t>Concept</a:t>
          </a:r>
          <a:endParaRPr lang="nl-NL" dirty="0"/>
        </a:p>
      </dgm:t>
    </dgm:pt>
    <dgm:pt modelId="{FC384BF4-0982-4409-863C-D1E64DFAD30A}" type="parTrans" cxnId="{F5A6B85F-6210-4CE2-9B3B-7473698EC318}">
      <dgm:prSet/>
      <dgm:spPr/>
      <dgm:t>
        <a:bodyPr/>
        <a:lstStyle/>
        <a:p>
          <a:endParaRPr lang="nl-NL"/>
        </a:p>
      </dgm:t>
    </dgm:pt>
    <dgm:pt modelId="{3D4E9D3C-9F0B-40C5-B80D-4696C22D23E9}" type="sibTrans" cxnId="{F5A6B85F-6210-4CE2-9B3B-7473698EC318}">
      <dgm:prSet/>
      <dgm:spPr/>
      <dgm:t>
        <a:bodyPr/>
        <a:lstStyle/>
        <a:p>
          <a:endParaRPr lang="nl-NL"/>
        </a:p>
      </dgm:t>
    </dgm:pt>
    <dgm:pt modelId="{3FD71D9B-580A-4FC3-BAA9-387DEC6A6E72}">
      <dgm:prSet phldrT="[Text]"/>
      <dgm:spPr/>
      <dgm:t>
        <a:bodyPr/>
        <a:lstStyle/>
        <a:p>
          <a:r>
            <a:rPr lang="en-US" dirty="0" smtClean="0"/>
            <a:t>Category Scheme</a:t>
          </a:r>
          <a:endParaRPr lang="nl-NL" dirty="0"/>
        </a:p>
      </dgm:t>
    </dgm:pt>
    <dgm:pt modelId="{71CC812E-3C96-4C0C-B97E-B7C286057316}" type="parTrans" cxnId="{7AC75F80-6215-4F76-87E0-C2A28E12102A}">
      <dgm:prSet/>
      <dgm:spPr/>
      <dgm:t>
        <a:bodyPr/>
        <a:lstStyle/>
        <a:p>
          <a:endParaRPr lang="nl-NL"/>
        </a:p>
      </dgm:t>
    </dgm:pt>
    <dgm:pt modelId="{8B89F0AA-2C25-4064-B563-EE864DEF8BB9}" type="sibTrans" cxnId="{7AC75F80-6215-4F76-87E0-C2A28E12102A}">
      <dgm:prSet/>
      <dgm:spPr/>
      <dgm:t>
        <a:bodyPr/>
        <a:lstStyle/>
        <a:p>
          <a:endParaRPr lang="nl-NL"/>
        </a:p>
      </dgm:t>
    </dgm:pt>
    <dgm:pt modelId="{8E908BBE-F3CA-4907-B168-E7E250DBEC2D}">
      <dgm:prSet phldrT="[Text]"/>
      <dgm:spPr/>
      <dgm:t>
        <a:bodyPr/>
        <a:lstStyle/>
        <a:p>
          <a:r>
            <a:rPr lang="en-US" dirty="0" smtClean="0"/>
            <a:t>Category</a:t>
          </a:r>
          <a:endParaRPr lang="nl-NL" dirty="0"/>
        </a:p>
      </dgm:t>
    </dgm:pt>
    <dgm:pt modelId="{57616242-2D90-4791-BAC0-49C10E79EFFB}" type="parTrans" cxnId="{191A8420-0430-4725-91A6-EC75C3F3B250}">
      <dgm:prSet/>
      <dgm:spPr/>
      <dgm:t>
        <a:bodyPr/>
        <a:lstStyle/>
        <a:p>
          <a:endParaRPr lang="nl-NL"/>
        </a:p>
      </dgm:t>
    </dgm:pt>
    <dgm:pt modelId="{46E2082F-5976-433E-9BD7-CD9A7C18A4A3}" type="sibTrans" cxnId="{191A8420-0430-4725-91A6-EC75C3F3B250}">
      <dgm:prSet/>
      <dgm:spPr/>
      <dgm:t>
        <a:bodyPr/>
        <a:lstStyle/>
        <a:p>
          <a:endParaRPr lang="nl-NL"/>
        </a:p>
      </dgm:t>
    </dgm:pt>
    <dgm:pt modelId="{F402366D-D05A-4E78-9E3F-7E3CCB1FA98F}">
      <dgm:prSet phldrT="[Text]"/>
      <dgm:spPr/>
      <dgm:t>
        <a:bodyPr/>
        <a:lstStyle/>
        <a:p>
          <a:r>
            <a:rPr lang="en-US" dirty="0" smtClean="0"/>
            <a:t>Code Scheme</a:t>
          </a:r>
          <a:endParaRPr lang="nl-NL" dirty="0"/>
        </a:p>
      </dgm:t>
    </dgm:pt>
    <dgm:pt modelId="{A3551818-A0B3-4FEF-8BD0-4018AB11D744}" type="parTrans" cxnId="{23E8E505-6730-4316-AD04-10916D231A6B}">
      <dgm:prSet/>
      <dgm:spPr/>
      <dgm:t>
        <a:bodyPr/>
        <a:lstStyle/>
        <a:p>
          <a:endParaRPr lang="nl-NL"/>
        </a:p>
      </dgm:t>
    </dgm:pt>
    <dgm:pt modelId="{786F27AB-1E02-41FE-B18C-9FE6C24B9BF8}" type="sibTrans" cxnId="{23E8E505-6730-4316-AD04-10916D231A6B}">
      <dgm:prSet/>
      <dgm:spPr/>
      <dgm:t>
        <a:bodyPr/>
        <a:lstStyle/>
        <a:p>
          <a:endParaRPr lang="nl-NL"/>
        </a:p>
      </dgm:t>
    </dgm:pt>
    <dgm:pt modelId="{128813ED-9360-4F0B-9F86-29C90F98418E}">
      <dgm:prSet phldrT="[Text]"/>
      <dgm:spPr/>
      <dgm:t>
        <a:bodyPr/>
        <a:lstStyle/>
        <a:p>
          <a:r>
            <a:rPr lang="en-US" dirty="0" smtClean="0"/>
            <a:t>Code</a:t>
          </a:r>
          <a:endParaRPr lang="nl-NL" dirty="0"/>
        </a:p>
      </dgm:t>
    </dgm:pt>
    <dgm:pt modelId="{231A698C-D957-4961-B3D0-602724FE198F}" type="parTrans" cxnId="{EE77F928-CF0C-45CC-A81A-0B81A861C5C5}">
      <dgm:prSet/>
      <dgm:spPr/>
      <dgm:t>
        <a:bodyPr/>
        <a:lstStyle/>
        <a:p>
          <a:endParaRPr lang="nl-NL"/>
        </a:p>
      </dgm:t>
    </dgm:pt>
    <dgm:pt modelId="{A89A3222-DFFA-4501-9660-9D806E79770B}" type="sibTrans" cxnId="{EE77F928-CF0C-45CC-A81A-0B81A861C5C5}">
      <dgm:prSet/>
      <dgm:spPr/>
      <dgm:t>
        <a:bodyPr/>
        <a:lstStyle/>
        <a:p>
          <a:endParaRPr lang="nl-NL"/>
        </a:p>
      </dgm:t>
    </dgm:pt>
    <dgm:pt modelId="{00293453-F014-47B1-B036-A90E4F885A9D}">
      <dgm:prSet phldrT="[Text]"/>
      <dgm:spPr/>
      <dgm:t>
        <a:bodyPr/>
        <a:lstStyle/>
        <a:p>
          <a:r>
            <a:rPr lang="en-US" smtClean="0"/>
            <a:t>Variable </a:t>
          </a:r>
          <a:r>
            <a:rPr lang="en-US" dirty="0" smtClean="0"/>
            <a:t>Scheme</a:t>
          </a:r>
          <a:endParaRPr lang="nl-NL"/>
        </a:p>
      </dgm:t>
    </dgm:pt>
    <dgm:pt modelId="{0C07F937-BD96-47F3-B79B-3320504C5A38}" type="parTrans" cxnId="{B521D308-9164-4709-B6DA-6D6401C2BA89}">
      <dgm:prSet/>
      <dgm:spPr/>
      <dgm:t>
        <a:bodyPr/>
        <a:lstStyle/>
        <a:p>
          <a:endParaRPr lang="nl-NL"/>
        </a:p>
      </dgm:t>
    </dgm:pt>
    <dgm:pt modelId="{0D905FE1-A917-4F4A-B1C7-050FB07B89C5}" type="sibTrans" cxnId="{B521D308-9164-4709-B6DA-6D6401C2BA89}">
      <dgm:prSet/>
      <dgm:spPr/>
      <dgm:t>
        <a:bodyPr/>
        <a:lstStyle/>
        <a:p>
          <a:endParaRPr lang="nl-NL"/>
        </a:p>
      </dgm:t>
    </dgm:pt>
    <dgm:pt modelId="{43A6D307-1FAC-43C5-ACC5-0AAE6D86963F}">
      <dgm:prSet phldrT="[Text]"/>
      <dgm:spPr/>
      <dgm:t>
        <a:bodyPr/>
        <a:lstStyle/>
        <a:p>
          <a:r>
            <a:rPr lang="en-US" dirty="0" smtClean="0"/>
            <a:t>Variable</a:t>
          </a:r>
          <a:endParaRPr lang="nl-NL" dirty="0"/>
        </a:p>
      </dgm:t>
    </dgm:pt>
    <dgm:pt modelId="{B39EE2D7-6C22-4D7D-9A64-45FDCBE6CD62}" type="parTrans" cxnId="{338D75AF-19AF-446E-B2B0-D3DCE3ACA34F}">
      <dgm:prSet/>
      <dgm:spPr/>
      <dgm:t>
        <a:bodyPr/>
        <a:lstStyle/>
        <a:p>
          <a:endParaRPr lang="nl-NL"/>
        </a:p>
      </dgm:t>
    </dgm:pt>
    <dgm:pt modelId="{3EC36F39-492E-4CA6-BC21-9B5790D23847}" type="sibTrans" cxnId="{338D75AF-19AF-446E-B2B0-D3DCE3ACA34F}">
      <dgm:prSet/>
      <dgm:spPr/>
      <dgm:t>
        <a:bodyPr/>
        <a:lstStyle/>
        <a:p>
          <a:endParaRPr lang="nl-NL"/>
        </a:p>
      </dgm:t>
    </dgm:pt>
    <dgm:pt modelId="{21371ED3-E19E-4466-9F67-57A27387E08F}">
      <dgm:prSet phldrT="[Text]"/>
      <dgm:spPr/>
      <dgm:t>
        <a:bodyPr/>
        <a:lstStyle/>
        <a:p>
          <a:r>
            <a:rPr lang="en-US" smtClean="0"/>
            <a:t>Phys</a:t>
          </a:r>
          <a:r>
            <a:rPr lang="en-US" dirty="0" smtClean="0"/>
            <a:t>. Data Product</a:t>
          </a:r>
          <a:endParaRPr lang="nl-NL"/>
        </a:p>
      </dgm:t>
    </dgm:pt>
    <dgm:pt modelId="{A7E20082-63B7-426F-A553-25F2D073487C}" type="parTrans" cxnId="{8C26F73F-BF9F-4F38-AD78-DE227E5257FB}">
      <dgm:prSet/>
      <dgm:spPr/>
      <dgm:t>
        <a:bodyPr/>
        <a:lstStyle/>
        <a:p>
          <a:endParaRPr lang="nl-NL"/>
        </a:p>
      </dgm:t>
    </dgm:pt>
    <dgm:pt modelId="{9F0FB85C-D6D0-4C91-96CB-1AE0E49753AC}" type="sibTrans" cxnId="{8C26F73F-BF9F-4F38-AD78-DE227E5257FB}">
      <dgm:prSet/>
      <dgm:spPr/>
      <dgm:t>
        <a:bodyPr/>
        <a:lstStyle/>
        <a:p>
          <a:endParaRPr lang="nl-NL"/>
        </a:p>
      </dgm:t>
    </dgm:pt>
    <dgm:pt modelId="{A29FB7FD-7A82-4909-8B89-3FB12F26FF01}" type="pres">
      <dgm:prSet presAssocID="{59AB1CBA-C287-4D29-B852-C5957C1B41E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94F1B6F6-AAF9-4835-A02E-EC3D3665E4BB}" type="pres">
      <dgm:prSet presAssocID="{D94BED33-6099-4659-BEAC-83461631A18A}" presName="root1" presStyleCnt="0"/>
      <dgm:spPr/>
      <dgm:t>
        <a:bodyPr/>
        <a:lstStyle/>
        <a:p>
          <a:endParaRPr lang="nl-NL"/>
        </a:p>
      </dgm:t>
    </dgm:pt>
    <dgm:pt modelId="{B5826858-7EF5-47AE-8E0E-CEB5421C4F20}" type="pres">
      <dgm:prSet presAssocID="{D94BED33-6099-4659-BEAC-83461631A18A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21AAAFE9-0A91-4F04-B24A-E08C30A88E7B}" type="pres">
      <dgm:prSet presAssocID="{D94BED33-6099-4659-BEAC-83461631A18A}" presName="level2hierChild" presStyleCnt="0"/>
      <dgm:spPr/>
      <dgm:t>
        <a:bodyPr/>
        <a:lstStyle/>
        <a:p>
          <a:endParaRPr lang="nl-NL"/>
        </a:p>
      </dgm:t>
    </dgm:pt>
    <dgm:pt modelId="{9F1C77FB-A804-4611-84B7-6EC24A46D55E}" type="pres">
      <dgm:prSet presAssocID="{D432CCB6-7F09-4850-955F-56DADF61AE04}" presName="conn2-1" presStyleLbl="parChTrans1D2" presStyleIdx="0" presStyleCnt="4"/>
      <dgm:spPr/>
      <dgm:t>
        <a:bodyPr/>
        <a:lstStyle/>
        <a:p>
          <a:endParaRPr lang="nl-NL"/>
        </a:p>
      </dgm:t>
    </dgm:pt>
    <dgm:pt modelId="{4CD3F2E5-43F4-4AA6-A21E-AD1C92664B4E}" type="pres">
      <dgm:prSet presAssocID="{D432CCB6-7F09-4850-955F-56DADF61AE04}" presName="connTx" presStyleLbl="parChTrans1D2" presStyleIdx="0" presStyleCnt="4"/>
      <dgm:spPr/>
      <dgm:t>
        <a:bodyPr/>
        <a:lstStyle/>
        <a:p>
          <a:endParaRPr lang="nl-NL"/>
        </a:p>
      </dgm:t>
    </dgm:pt>
    <dgm:pt modelId="{9DA4E3D1-B026-4283-A50E-A78AE22A7ACC}" type="pres">
      <dgm:prSet presAssocID="{CCF6B381-C28C-4295-8770-58C2B24F8C13}" presName="root2" presStyleCnt="0"/>
      <dgm:spPr/>
      <dgm:t>
        <a:bodyPr/>
        <a:lstStyle/>
        <a:p>
          <a:endParaRPr lang="nl-NL"/>
        </a:p>
      </dgm:t>
    </dgm:pt>
    <dgm:pt modelId="{F03D2E55-BAAC-42D3-BD23-700776F63C15}" type="pres">
      <dgm:prSet presAssocID="{CCF6B381-C28C-4295-8770-58C2B24F8C13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15D9A38B-B1D1-40D5-8337-4B27B8E128D2}" type="pres">
      <dgm:prSet presAssocID="{CCF6B381-C28C-4295-8770-58C2B24F8C13}" presName="level3hierChild" presStyleCnt="0"/>
      <dgm:spPr/>
      <dgm:t>
        <a:bodyPr/>
        <a:lstStyle/>
        <a:p>
          <a:endParaRPr lang="nl-NL"/>
        </a:p>
      </dgm:t>
    </dgm:pt>
    <dgm:pt modelId="{A4A6828E-582D-4B4A-A606-3E65769A65CE}" type="pres">
      <dgm:prSet presAssocID="{8A343635-2B4D-4ED7-A7F9-C2C0685D593B}" presName="conn2-1" presStyleLbl="parChTrans1D3" presStyleIdx="0" presStyleCnt="8"/>
      <dgm:spPr/>
      <dgm:t>
        <a:bodyPr/>
        <a:lstStyle/>
        <a:p>
          <a:endParaRPr lang="nl-NL"/>
        </a:p>
      </dgm:t>
    </dgm:pt>
    <dgm:pt modelId="{7928950B-0341-47BF-970A-07BDFF48CD35}" type="pres">
      <dgm:prSet presAssocID="{8A343635-2B4D-4ED7-A7F9-C2C0685D593B}" presName="connTx" presStyleLbl="parChTrans1D3" presStyleIdx="0" presStyleCnt="8"/>
      <dgm:spPr/>
      <dgm:t>
        <a:bodyPr/>
        <a:lstStyle/>
        <a:p>
          <a:endParaRPr lang="nl-NL"/>
        </a:p>
      </dgm:t>
    </dgm:pt>
    <dgm:pt modelId="{4B600BB5-CDF2-4F63-AD3D-4D01A528B3A3}" type="pres">
      <dgm:prSet presAssocID="{A8046565-F791-4A2A-95DC-E5913E832493}" presName="root2" presStyleCnt="0"/>
      <dgm:spPr/>
      <dgm:t>
        <a:bodyPr/>
        <a:lstStyle/>
        <a:p>
          <a:endParaRPr lang="nl-NL"/>
        </a:p>
      </dgm:t>
    </dgm:pt>
    <dgm:pt modelId="{68685B82-4DF1-48E9-A86F-3754CE6CF25D}" type="pres">
      <dgm:prSet presAssocID="{A8046565-F791-4A2A-95DC-E5913E832493}" presName="LevelTwoTextNode" presStyleLbl="node3" presStyleIdx="0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648A0C44-0C0A-443B-A1BC-DCFB1C824C51}" type="pres">
      <dgm:prSet presAssocID="{A8046565-F791-4A2A-95DC-E5913E832493}" presName="level3hierChild" presStyleCnt="0"/>
      <dgm:spPr/>
      <dgm:t>
        <a:bodyPr/>
        <a:lstStyle/>
        <a:p>
          <a:endParaRPr lang="nl-NL"/>
        </a:p>
      </dgm:t>
    </dgm:pt>
    <dgm:pt modelId="{659A0811-D87A-4A6B-A855-59AE6E772ABD}" type="pres">
      <dgm:prSet presAssocID="{FC384BF4-0982-4409-863C-D1E64DFAD30A}" presName="conn2-1" presStyleLbl="parChTrans1D4" presStyleIdx="0" presStyleCnt="6"/>
      <dgm:spPr/>
      <dgm:t>
        <a:bodyPr/>
        <a:lstStyle/>
        <a:p>
          <a:endParaRPr lang="nl-NL"/>
        </a:p>
      </dgm:t>
    </dgm:pt>
    <dgm:pt modelId="{9ABA8DFD-94E5-48F2-9F1C-49AF51C51084}" type="pres">
      <dgm:prSet presAssocID="{FC384BF4-0982-4409-863C-D1E64DFAD30A}" presName="connTx" presStyleLbl="parChTrans1D4" presStyleIdx="0" presStyleCnt="6"/>
      <dgm:spPr/>
      <dgm:t>
        <a:bodyPr/>
        <a:lstStyle/>
        <a:p>
          <a:endParaRPr lang="nl-NL"/>
        </a:p>
      </dgm:t>
    </dgm:pt>
    <dgm:pt modelId="{70E78904-1F1D-42E8-9DD3-2231C9ACCEC9}" type="pres">
      <dgm:prSet presAssocID="{E225FA97-39D1-4B52-862B-0C50CE582610}" presName="root2" presStyleCnt="0"/>
      <dgm:spPr/>
      <dgm:t>
        <a:bodyPr/>
        <a:lstStyle/>
        <a:p>
          <a:endParaRPr lang="nl-NL"/>
        </a:p>
      </dgm:t>
    </dgm:pt>
    <dgm:pt modelId="{131BAD83-2B68-47B1-830E-839AE978E5DA}" type="pres">
      <dgm:prSet presAssocID="{E225FA97-39D1-4B52-862B-0C50CE582610}" presName="LevelTwoTextNode" presStyleLbl="node4" presStyleIdx="0" presStyleCnt="6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958960CC-63E3-4E23-B922-75273E040509}" type="pres">
      <dgm:prSet presAssocID="{E225FA97-39D1-4B52-862B-0C50CE582610}" presName="level3hierChild" presStyleCnt="0"/>
      <dgm:spPr/>
      <dgm:t>
        <a:bodyPr/>
        <a:lstStyle/>
        <a:p>
          <a:endParaRPr lang="nl-NL"/>
        </a:p>
      </dgm:t>
    </dgm:pt>
    <dgm:pt modelId="{7E337039-FD42-4740-A03E-AC3016D62511}" type="pres">
      <dgm:prSet presAssocID="{9EE96379-9983-4CE4-97FD-693FFCE77E63}" presName="conn2-1" presStyleLbl="parChTrans1D2" presStyleIdx="1" presStyleCnt="4"/>
      <dgm:spPr/>
      <dgm:t>
        <a:bodyPr/>
        <a:lstStyle/>
        <a:p>
          <a:endParaRPr lang="nl-NL"/>
        </a:p>
      </dgm:t>
    </dgm:pt>
    <dgm:pt modelId="{53750C0D-76BC-4B3E-943F-E8D39E3E8621}" type="pres">
      <dgm:prSet presAssocID="{9EE96379-9983-4CE4-97FD-693FFCE77E63}" presName="connTx" presStyleLbl="parChTrans1D2" presStyleIdx="1" presStyleCnt="4"/>
      <dgm:spPr/>
      <dgm:t>
        <a:bodyPr/>
        <a:lstStyle/>
        <a:p>
          <a:endParaRPr lang="nl-NL"/>
        </a:p>
      </dgm:t>
    </dgm:pt>
    <dgm:pt modelId="{D6CA319C-7B07-4B3C-B03D-41E2888939F7}" type="pres">
      <dgm:prSet presAssocID="{7578B65A-2B97-42BC-8A11-C4EE99B9AF59}" presName="root2" presStyleCnt="0"/>
      <dgm:spPr/>
      <dgm:t>
        <a:bodyPr/>
        <a:lstStyle/>
        <a:p>
          <a:endParaRPr lang="nl-NL"/>
        </a:p>
      </dgm:t>
    </dgm:pt>
    <dgm:pt modelId="{FF9F032A-5E0F-4AB2-B7CC-8F3E8A98DA8E}" type="pres">
      <dgm:prSet presAssocID="{7578B65A-2B97-42BC-8A11-C4EE99B9AF59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513E3577-0A04-4AFA-9985-668D142A9BB2}" type="pres">
      <dgm:prSet presAssocID="{7578B65A-2B97-42BC-8A11-C4EE99B9AF59}" presName="level3hierChild" presStyleCnt="0"/>
      <dgm:spPr/>
      <dgm:t>
        <a:bodyPr/>
        <a:lstStyle/>
        <a:p>
          <a:endParaRPr lang="nl-NL"/>
        </a:p>
      </dgm:t>
    </dgm:pt>
    <dgm:pt modelId="{297EE36E-66C0-466D-BF8B-5792A17E5A6E}" type="pres">
      <dgm:prSet presAssocID="{C72B6867-8457-45DE-9EFB-FB624DB4C1D5}" presName="conn2-1" presStyleLbl="parChTrans1D3" presStyleIdx="1" presStyleCnt="8"/>
      <dgm:spPr/>
      <dgm:t>
        <a:bodyPr/>
        <a:lstStyle/>
        <a:p>
          <a:endParaRPr lang="nl-NL"/>
        </a:p>
      </dgm:t>
    </dgm:pt>
    <dgm:pt modelId="{94D761A9-52C4-439F-B728-9CBBB55ED2BF}" type="pres">
      <dgm:prSet presAssocID="{C72B6867-8457-45DE-9EFB-FB624DB4C1D5}" presName="connTx" presStyleLbl="parChTrans1D3" presStyleIdx="1" presStyleCnt="8"/>
      <dgm:spPr/>
      <dgm:t>
        <a:bodyPr/>
        <a:lstStyle/>
        <a:p>
          <a:endParaRPr lang="nl-NL"/>
        </a:p>
      </dgm:t>
    </dgm:pt>
    <dgm:pt modelId="{D632F727-D507-4C02-91EC-FAE7C020C5C9}" type="pres">
      <dgm:prSet presAssocID="{4CD2FAFC-8B0F-4022-910E-583ECF2CBE8C}" presName="root2" presStyleCnt="0"/>
      <dgm:spPr/>
      <dgm:t>
        <a:bodyPr/>
        <a:lstStyle/>
        <a:p>
          <a:endParaRPr lang="nl-NL"/>
        </a:p>
      </dgm:t>
    </dgm:pt>
    <dgm:pt modelId="{BE62043F-8BD5-470B-BE7C-F934D86EA5BE}" type="pres">
      <dgm:prSet presAssocID="{4CD2FAFC-8B0F-4022-910E-583ECF2CBE8C}" presName="LevelTwoTextNode" presStyleLbl="node3" presStyleIdx="1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E84F4CAA-1A86-4C04-8502-338DF9405462}" type="pres">
      <dgm:prSet presAssocID="{4CD2FAFC-8B0F-4022-910E-583ECF2CBE8C}" presName="level3hierChild" presStyleCnt="0"/>
      <dgm:spPr/>
      <dgm:t>
        <a:bodyPr/>
        <a:lstStyle/>
        <a:p>
          <a:endParaRPr lang="nl-NL"/>
        </a:p>
      </dgm:t>
    </dgm:pt>
    <dgm:pt modelId="{075167E1-4E8A-4E5A-BB9F-D5A205AF7BF0}" type="pres">
      <dgm:prSet presAssocID="{14DFF35E-3946-46A6-8866-30281AE65B38}" presName="conn2-1" presStyleLbl="parChTrans1D3" presStyleIdx="2" presStyleCnt="8"/>
      <dgm:spPr/>
      <dgm:t>
        <a:bodyPr/>
        <a:lstStyle/>
        <a:p>
          <a:endParaRPr lang="nl-NL"/>
        </a:p>
      </dgm:t>
    </dgm:pt>
    <dgm:pt modelId="{1E1662BE-89C6-4C58-A703-B6750C6FECEE}" type="pres">
      <dgm:prSet presAssocID="{14DFF35E-3946-46A6-8866-30281AE65B38}" presName="connTx" presStyleLbl="parChTrans1D3" presStyleIdx="2" presStyleCnt="8"/>
      <dgm:spPr/>
      <dgm:t>
        <a:bodyPr/>
        <a:lstStyle/>
        <a:p>
          <a:endParaRPr lang="nl-NL"/>
        </a:p>
      </dgm:t>
    </dgm:pt>
    <dgm:pt modelId="{3B0EA2E5-F501-4025-B3CD-6EF8A653F37C}" type="pres">
      <dgm:prSet presAssocID="{0F295B7C-31E7-4F30-9510-80FED4F790A0}" presName="root2" presStyleCnt="0"/>
      <dgm:spPr/>
      <dgm:t>
        <a:bodyPr/>
        <a:lstStyle/>
        <a:p>
          <a:endParaRPr lang="nl-NL"/>
        </a:p>
      </dgm:t>
    </dgm:pt>
    <dgm:pt modelId="{D21693A7-3711-4D01-89BA-7B84AEC3300D}" type="pres">
      <dgm:prSet presAssocID="{0F295B7C-31E7-4F30-9510-80FED4F790A0}" presName="LevelTwoTextNode" presStyleLbl="node3" presStyleIdx="2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0BF96210-EFBD-49DE-8DEF-618A1276F710}" type="pres">
      <dgm:prSet presAssocID="{0F295B7C-31E7-4F30-9510-80FED4F790A0}" presName="level3hierChild" presStyleCnt="0"/>
      <dgm:spPr/>
      <dgm:t>
        <a:bodyPr/>
        <a:lstStyle/>
        <a:p>
          <a:endParaRPr lang="nl-NL"/>
        </a:p>
      </dgm:t>
    </dgm:pt>
    <dgm:pt modelId="{FD19FE5D-4B12-43FD-8788-F25A4DE32D4E}" type="pres">
      <dgm:prSet presAssocID="{4605E3AC-AEE2-48E8-86EA-B9D3BF72C2B6}" presName="conn2-1" presStyleLbl="parChTrans1D4" presStyleIdx="1" presStyleCnt="6"/>
      <dgm:spPr/>
      <dgm:t>
        <a:bodyPr/>
        <a:lstStyle/>
        <a:p>
          <a:endParaRPr lang="nl-NL"/>
        </a:p>
      </dgm:t>
    </dgm:pt>
    <dgm:pt modelId="{BF9F2B27-B7B2-4CB4-92FC-C457A2B9C558}" type="pres">
      <dgm:prSet presAssocID="{4605E3AC-AEE2-48E8-86EA-B9D3BF72C2B6}" presName="connTx" presStyleLbl="parChTrans1D4" presStyleIdx="1" presStyleCnt="6"/>
      <dgm:spPr/>
      <dgm:t>
        <a:bodyPr/>
        <a:lstStyle/>
        <a:p>
          <a:endParaRPr lang="nl-NL"/>
        </a:p>
      </dgm:t>
    </dgm:pt>
    <dgm:pt modelId="{FEEA6761-0CB4-4BE7-B4E5-80E0D36DC369}" type="pres">
      <dgm:prSet presAssocID="{56FD88E3-31AB-4E9D-AB73-58E9570000C5}" presName="root2" presStyleCnt="0"/>
      <dgm:spPr/>
      <dgm:t>
        <a:bodyPr/>
        <a:lstStyle/>
        <a:p>
          <a:endParaRPr lang="nl-NL"/>
        </a:p>
      </dgm:t>
    </dgm:pt>
    <dgm:pt modelId="{8195EE4E-E6C1-4863-8D55-02A1A2D52537}" type="pres">
      <dgm:prSet presAssocID="{56FD88E3-31AB-4E9D-AB73-58E9570000C5}" presName="LevelTwoTextNode" presStyleLbl="node4" presStyleIdx="1" presStyleCnt="6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F563C3B5-0483-483C-8129-F702CF297153}" type="pres">
      <dgm:prSet presAssocID="{56FD88E3-31AB-4E9D-AB73-58E9570000C5}" presName="level3hierChild" presStyleCnt="0"/>
      <dgm:spPr/>
      <dgm:t>
        <a:bodyPr/>
        <a:lstStyle/>
        <a:p>
          <a:endParaRPr lang="nl-NL"/>
        </a:p>
      </dgm:t>
    </dgm:pt>
    <dgm:pt modelId="{638832C7-DEE5-4014-B1F9-8C4FF0432A3F}" type="pres">
      <dgm:prSet presAssocID="{72CAA76C-79EC-4151-9645-B2B78E2FA945}" presName="conn2-1" presStyleLbl="parChTrans1D3" presStyleIdx="3" presStyleCnt="8"/>
      <dgm:spPr/>
      <dgm:t>
        <a:bodyPr/>
        <a:lstStyle/>
        <a:p>
          <a:endParaRPr lang="nl-NL"/>
        </a:p>
      </dgm:t>
    </dgm:pt>
    <dgm:pt modelId="{BC976E7B-3CFC-40AC-9CA8-A8F5F1186BA4}" type="pres">
      <dgm:prSet presAssocID="{72CAA76C-79EC-4151-9645-B2B78E2FA945}" presName="connTx" presStyleLbl="parChTrans1D3" presStyleIdx="3" presStyleCnt="8"/>
      <dgm:spPr/>
      <dgm:t>
        <a:bodyPr/>
        <a:lstStyle/>
        <a:p>
          <a:endParaRPr lang="nl-NL"/>
        </a:p>
      </dgm:t>
    </dgm:pt>
    <dgm:pt modelId="{4A73FF40-829D-4F2A-BF85-8EFDC76AFE1E}" type="pres">
      <dgm:prSet presAssocID="{C2A20361-2D2B-4946-AEFF-A178F4968F9D}" presName="root2" presStyleCnt="0"/>
      <dgm:spPr/>
      <dgm:t>
        <a:bodyPr/>
        <a:lstStyle/>
        <a:p>
          <a:endParaRPr lang="nl-NL"/>
        </a:p>
      </dgm:t>
    </dgm:pt>
    <dgm:pt modelId="{389CF87F-6B56-436D-AAC0-1DA1CF0FF7D1}" type="pres">
      <dgm:prSet presAssocID="{C2A20361-2D2B-4946-AEFF-A178F4968F9D}" presName="LevelTwoTextNode" presStyleLbl="node3" presStyleIdx="3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0DC13A52-698E-4B6A-A343-FD7C255E3A2D}" type="pres">
      <dgm:prSet presAssocID="{C2A20361-2D2B-4946-AEFF-A178F4968F9D}" presName="level3hierChild" presStyleCnt="0"/>
      <dgm:spPr/>
      <dgm:t>
        <a:bodyPr/>
        <a:lstStyle/>
        <a:p>
          <a:endParaRPr lang="nl-NL"/>
        </a:p>
      </dgm:t>
    </dgm:pt>
    <dgm:pt modelId="{D74D5456-6FBF-48D1-B71E-10B682FF78A7}" type="pres">
      <dgm:prSet presAssocID="{B3635975-9E76-4F81-9DD4-E5F7AEE8C963}" presName="conn2-1" presStyleLbl="parChTrans1D4" presStyleIdx="2" presStyleCnt="6"/>
      <dgm:spPr/>
      <dgm:t>
        <a:bodyPr/>
        <a:lstStyle/>
        <a:p>
          <a:endParaRPr lang="nl-NL"/>
        </a:p>
      </dgm:t>
    </dgm:pt>
    <dgm:pt modelId="{9F2F5A0A-9302-416F-9FC8-BFEBFC7BA53C}" type="pres">
      <dgm:prSet presAssocID="{B3635975-9E76-4F81-9DD4-E5F7AEE8C963}" presName="connTx" presStyleLbl="parChTrans1D4" presStyleIdx="2" presStyleCnt="6"/>
      <dgm:spPr/>
      <dgm:t>
        <a:bodyPr/>
        <a:lstStyle/>
        <a:p>
          <a:endParaRPr lang="nl-NL"/>
        </a:p>
      </dgm:t>
    </dgm:pt>
    <dgm:pt modelId="{816170D3-5C51-4A56-8B38-1F1064B1152A}" type="pres">
      <dgm:prSet presAssocID="{23161D47-035E-499F-9BF7-0D109F93674E}" presName="root2" presStyleCnt="0"/>
      <dgm:spPr/>
      <dgm:t>
        <a:bodyPr/>
        <a:lstStyle/>
        <a:p>
          <a:endParaRPr lang="nl-NL"/>
        </a:p>
      </dgm:t>
    </dgm:pt>
    <dgm:pt modelId="{DB4D89C4-92FC-431A-881B-33CEB47481A1}" type="pres">
      <dgm:prSet presAssocID="{23161D47-035E-499F-9BF7-0D109F93674E}" presName="LevelTwoTextNode" presStyleLbl="node4" presStyleIdx="2" presStyleCnt="6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18561BE1-A62D-4FCC-8E4E-80929022726E}" type="pres">
      <dgm:prSet presAssocID="{23161D47-035E-499F-9BF7-0D109F93674E}" presName="level3hierChild" presStyleCnt="0"/>
      <dgm:spPr/>
      <dgm:t>
        <a:bodyPr/>
        <a:lstStyle/>
        <a:p>
          <a:endParaRPr lang="nl-NL"/>
        </a:p>
      </dgm:t>
    </dgm:pt>
    <dgm:pt modelId="{F6878FF3-0513-4A14-8B4F-0DD016834F12}" type="pres">
      <dgm:prSet presAssocID="{A01EADA8-EF60-4A88-88EB-DB3C8B00C8BD}" presName="conn2-1" presStyleLbl="parChTrans1D2" presStyleIdx="2" presStyleCnt="4"/>
      <dgm:spPr/>
      <dgm:t>
        <a:bodyPr/>
        <a:lstStyle/>
        <a:p>
          <a:endParaRPr lang="nl-NL"/>
        </a:p>
      </dgm:t>
    </dgm:pt>
    <dgm:pt modelId="{255D7C78-2D0E-44F1-A397-C55E3B8F70CF}" type="pres">
      <dgm:prSet presAssocID="{A01EADA8-EF60-4A88-88EB-DB3C8B00C8BD}" presName="connTx" presStyleLbl="parChTrans1D2" presStyleIdx="2" presStyleCnt="4"/>
      <dgm:spPr/>
      <dgm:t>
        <a:bodyPr/>
        <a:lstStyle/>
        <a:p>
          <a:endParaRPr lang="nl-NL"/>
        </a:p>
      </dgm:t>
    </dgm:pt>
    <dgm:pt modelId="{19D0484B-BA71-4CD2-8812-A0C4638A14AA}" type="pres">
      <dgm:prSet presAssocID="{3DE8DAD8-F8B4-49D9-8C4E-F8CD4CB7B86B}" presName="root2" presStyleCnt="0"/>
      <dgm:spPr/>
      <dgm:t>
        <a:bodyPr/>
        <a:lstStyle/>
        <a:p>
          <a:endParaRPr lang="nl-NL"/>
        </a:p>
      </dgm:t>
    </dgm:pt>
    <dgm:pt modelId="{EA75E3E0-0092-460D-81F9-E20DD1BD2F6C}" type="pres">
      <dgm:prSet presAssocID="{3DE8DAD8-F8B4-49D9-8C4E-F8CD4CB7B86B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32E277EB-2B73-494E-B1CA-01F986089BA6}" type="pres">
      <dgm:prSet presAssocID="{3DE8DAD8-F8B4-49D9-8C4E-F8CD4CB7B86B}" presName="level3hierChild" presStyleCnt="0"/>
      <dgm:spPr/>
      <dgm:t>
        <a:bodyPr/>
        <a:lstStyle/>
        <a:p>
          <a:endParaRPr lang="nl-NL"/>
        </a:p>
      </dgm:t>
    </dgm:pt>
    <dgm:pt modelId="{3EBE3BF2-7446-4024-BF0F-31933A0067C3}" type="pres">
      <dgm:prSet presAssocID="{71CC812E-3C96-4C0C-B97E-B7C286057316}" presName="conn2-1" presStyleLbl="parChTrans1D3" presStyleIdx="4" presStyleCnt="8"/>
      <dgm:spPr/>
      <dgm:t>
        <a:bodyPr/>
        <a:lstStyle/>
        <a:p>
          <a:endParaRPr lang="nl-NL"/>
        </a:p>
      </dgm:t>
    </dgm:pt>
    <dgm:pt modelId="{4AC64540-CA5E-48A3-9BB6-2A6B62B0B0B6}" type="pres">
      <dgm:prSet presAssocID="{71CC812E-3C96-4C0C-B97E-B7C286057316}" presName="connTx" presStyleLbl="parChTrans1D3" presStyleIdx="4" presStyleCnt="8"/>
      <dgm:spPr/>
      <dgm:t>
        <a:bodyPr/>
        <a:lstStyle/>
        <a:p>
          <a:endParaRPr lang="nl-NL"/>
        </a:p>
      </dgm:t>
    </dgm:pt>
    <dgm:pt modelId="{E189A955-3B76-41FF-8CD4-5711880B00E5}" type="pres">
      <dgm:prSet presAssocID="{3FD71D9B-580A-4FC3-BAA9-387DEC6A6E72}" presName="root2" presStyleCnt="0"/>
      <dgm:spPr/>
    </dgm:pt>
    <dgm:pt modelId="{897F65E1-B4D7-47ED-8599-413C8A8BD4CC}" type="pres">
      <dgm:prSet presAssocID="{3FD71D9B-580A-4FC3-BAA9-387DEC6A6E72}" presName="LevelTwoTextNode" presStyleLbl="node3" presStyleIdx="4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0EAF79B8-B3A6-440F-83E6-88AD8991AD97}" type="pres">
      <dgm:prSet presAssocID="{3FD71D9B-580A-4FC3-BAA9-387DEC6A6E72}" presName="level3hierChild" presStyleCnt="0"/>
      <dgm:spPr/>
    </dgm:pt>
    <dgm:pt modelId="{D4F675A8-99FF-42F5-A322-DAD7F998E137}" type="pres">
      <dgm:prSet presAssocID="{57616242-2D90-4791-BAC0-49C10E79EFFB}" presName="conn2-1" presStyleLbl="parChTrans1D4" presStyleIdx="3" presStyleCnt="6"/>
      <dgm:spPr/>
      <dgm:t>
        <a:bodyPr/>
        <a:lstStyle/>
        <a:p>
          <a:endParaRPr lang="nl-NL"/>
        </a:p>
      </dgm:t>
    </dgm:pt>
    <dgm:pt modelId="{4F9D278B-4CA4-471A-B80C-C2AEB1457D8E}" type="pres">
      <dgm:prSet presAssocID="{57616242-2D90-4791-BAC0-49C10E79EFFB}" presName="connTx" presStyleLbl="parChTrans1D4" presStyleIdx="3" presStyleCnt="6"/>
      <dgm:spPr/>
      <dgm:t>
        <a:bodyPr/>
        <a:lstStyle/>
        <a:p>
          <a:endParaRPr lang="nl-NL"/>
        </a:p>
      </dgm:t>
    </dgm:pt>
    <dgm:pt modelId="{2A7A745F-2974-4DCF-93AA-0F650A47AE12}" type="pres">
      <dgm:prSet presAssocID="{8E908BBE-F3CA-4907-B168-E7E250DBEC2D}" presName="root2" presStyleCnt="0"/>
      <dgm:spPr/>
    </dgm:pt>
    <dgm:pt modelId="{A3AD28C9-5483-471D-A671-2311371FAA43}" type="pres">
      <dgm:prSet presAssocID="{8E908BBE-F3CA-4907-B168-E7E250DBEC2D}" presName="LevelTwoTextNode" presStyleLbl="node4" presStyleIdx="3" presStyleCnt="6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A36AC2B4-25D2-4A27-BEAE-E903C6DDEAA2}" type="pres">
      <dgm:prSet presAssocID="{8E908BBE-F3CA-4907-B168-E7E250DBEC2D}" presName="level3hierChild" presStyleCnt="0"/>
      <dgm:spPr/>
    </dgm:pt>
    <dgm:pt modelId="{0091AE4E-EE10-410A-A3C3-4089860B1935}" type="pres">
      <dgm:prSet presAssocID="{A3551818-A0B3-4FEF-8BD0-4018AB11D744}" presName="conn2-1" presStyleLbl="parChTrans1D3" presStyleIdx="5" presStyleCnt="8"/>
      <dgm:spPr/>
      <dgm:t>
        <a:bodyPr/>
        <a:lstStyle/>
        <a:p>
          <a:endParaRPr lang="nl-NL"/>
        </a:p>
      </dgm:t>
    </dgm:pt>
    <dgm:pt modelId="{D5A070FC-CCDE-4F68-87D6-1DB7F838C165}" type="pres">
      <dgm:prSet presAssocID="{A3551818-A0B3-4FEF-8BD0-4018AB11D744}" presName="connTx" presStyleLbl="parChTrans1D3" presStyleIdx="5" presStyleCnt="8"/>
      <dgm:spPr/>
      <dgm:t>
        <a:bodyPr/>
        <a:lstStyle/>
        <a:p>
          <a:endParaRPr lang="nl-NL"/>
        </a:p>
      </dgm:t>
    </dgm:pt>
    <dgm:pt modelId="{F96315FB-2CB6-4A40-81C4-65134BD7F4AF}" type="pres">
      <dgm:prSet presAssocID="{F402366D-D05A-4E78-9E3F-7E3CCB1FA98F}" presName="root2" presStyleCnt="0"/>
      <dgm:spPr/>
    </dgm:pt>
    <dgm:pt modelId="{962C8C2C-1287-41ED-A530-65A03BCEDE93}" type="pres">
      <dgm:prSet presAssocID="{F402366D-D05A-4E78-9E3F-7E3CCB1FA98F}" presName="LevelTwoTextNode" presStyleLbl="node3" presStyleIdx="5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C2C897B4-69EC-413A-A76F-6E0908B3F1AF}" type="pres">
      <dgm:prSet presAssocID="{F402366D-D05A-4E78-9E3F-7E3CCB1FA98F}" presName="level3hierChild" presStyleCnt="0"/>
      <dgm:spPr/>
    </dgm:pt>
    <dgm:pt modelId="{3B56FEBA-72C1-496B-A744-1CE851E12FB9}" type="pres">
      <dgm:prSet presAssocID="{231A698C-D957-4961-B3D0-602724FE198F}" presName="conn2-1" presStyleLbl="parChTrans1D4" presStyleIdx="4" presStyleCnt="6"/>
      <dgm:spPr/>
      <dgm:t>
        <a:bodyPr/>
        <a:lstStyle/>
        <a:p>
          <a:endParaRPr lang="nl-NL"/>
        </a:p>
      </dgm:t>
    </dgm:pt>
    <dgm:pt modelId="{A42FE517-B4E8-4140-B6C1-FD9D2070469C}" type="pres">
      <dgm:prSet presAssocID="{231A698C-D957-4961-B3D0-602724FE198F}" presName="connTx" presStyleLbl="parChTrans1D4" presStyleIdx="4" presStyleCnt="6"/>
      <dgm:spPr/>
      <dgm:t>
        <a:bodyPr/>
        <a:lstStyle/>
        <a:p>
          <a:endParaRPr lang="nl-NL"/>
        </a:p>
      </dgm:t>
    </dgm:pt>
    <dgm:pt modelId="{B44A2BE0-C8FF-47EE-B178-A7C3A7DC8A56}" type="pres">
      <dgm:prSet presAssocID="{128813ED-9360-4F0B-9F86-29C90F98418E}" presName="root2" presStyleCnt="0"/>
      <dgm:spPr/>
    </dgm:pt>
    <dgm:pt modelId="{9259D4C6-139B-48DB-8A20-A354EF7AE9E5}" type="pres">
      <dgm:prSet presAssocID="{128813ED-9360-4F0B-9F86-29C90F98418E}" presName="LevelTwoTextNode" presStyleLbl="node4" presStyleIdx="4" presStyleCnt="6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18134CA5-F04E-4D2F-A4C9-C3137E0FC197}" type="pres">
      <dgm:prSet presAssocID="{128813ED-9360-4F0B-9F86-29C90F98418E}" presName="level3hierChild" presStyleCnt="0"/>
      <dgm:spPr/>
    </dgm:pt>
    <dgm:pt modelId="{7CC2C87D-1F24-41A6-8657-83DC4839936E}" type="pres">
      <dgm:prSet presAssocID="{0C07F937-BD96-47F3-B79B-3320504C5A38}" presName="conn2-1" presStyleLbl="parChTrans1D3" presStyleIdx="6" presStyleCnt="8"/>
      <dgm:spPr/>
      <dgm:t>
        <a:bodyPr/>
        <a:lstStyle/>
        <a:p>
          <a:endParaRPr lang="nl-NL"/>
        </a:p>
      </dgm:t>
    </dgm:pt>
    <dgm:pt modelId="{1C90A2D7-63C8-41FE-9BA6-CF9C61F5C3FE}" type="pres">
      <dgm:prSet presAssocID="{0C07F937-BD96-47F3-B79B-3320504C5A38}" presName="connTx" presStyleLbl="parChTrans1D3" presStyleIdx="6" presStyleCnt="8"/>
      <dgm:spPr/>
      <dgm:t>
        <a:bodyPr/>
        <a:lstStyle/>
        <a:p>
          <a:endParaRPr lang="nl-NL"/>
        </a:p>
      </dgm:t>
    </dgm:pt>
    <dgm:pt modelId="{CAEC8EFA-A90A-4DFB-8254-65D33FE829AC}" type="pres">
      <dgm:prSet presAssocID="{00293453-F014-47B1-B036-A90E4F885A9D}" presName="root2" presStyleCnt="0"/>
      <dgm:spPr/>
    </dgm:pt>
    <dgm:pt modelId="{DCD93437-C4BF-4B05-BAA0-DC744700057F}" type="pres">
      <dgm:prSet presAssocID="{00293453-F014-47B1-B036-A90E4F885A9D}" presName="LevelTwoTextNode" presStyleLbl="node3" presStyleIdx="6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62A4CE28-0E95-43E1-88FA-9E3CD84D0C23}" type="pres">
      <dgm:prSet presAssocID="{00293453-F014-47B1-B036-A90E4F885A9D}" presName="level3hierChild" presStyleCnt="0"/>
      <dgm:spPr/>
    </dgm:pt>
    <dgm:pt modelId="{EFEB1B5F-0A4E-4F1D-A81C-F527406639ED}" type="pres">
      <dgm:prSet presAssocID="{B39EE2D7-6C22-4D7D-9A64-45FDCBE6CD62}" presName="conn2-1" presStyleLbl="parChTrans1D4" presStyleIdx="5" presStyleCnt="6"/>
      <dgm:spPr/>
      <dgm:t>
        <a:bodyPr/>
        <a:lstStyle/>
        <a:p>
          <a:endParaRPr lang="nl-NL"/>
        </a:p>
      </dgm:t>
    </dgm:pt>
    <dgm:pt modelId="{743B676A-66CE-4D24-86C8-96DB8BF729DF}" type="pres">
      <dgm:prSet presAssocID="{B39EE2D7-6C22-4D7D-9A64-45FDCBE6CD62}" presName="connTx" presStyleLbl="parChTrans1D4" presStyleIdx="5" presStyleCnt="6"/>
      <dgm:spPr/>
      <dgm:t>
        <a:bodyPr/>
        <a:lstStyle/>
        <a:p>
          <a:endParaRPr lang="nl-NL"/>
        </a:p>
      </dgm:t>
    </dgm:pt>
    <dgm:pt modelId="{748D91EC-2DBE-45A3-90E5-3239348CB571}" type="pres">
      <dgm:prSet presAssocID="{43A6D307-1FAC-43C5-ACC5-0AAE6D86963F}" presName="root2" presStyleCnt="0"/>
      <dgm:spPr/>
    </dgm:pt>
    <dgm:pt modelId="{6F4090AB-0D4A-4C83-8066-873AA672A716}" type="pres">
      <dgm:prSet presAssocID="{43A6D307-1FAC-43C5-ACC5-0AAE6D86963F}" presName="LevelTwoTextNode" presStyleLbl="node4" presStyleIdx="5" presStyleCnt="6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1DABE05B-7EA6-48E6-8D78-FE45AAB6506D}" type="pres">
      <dgm:prSet presAssocID="{43A6D307-1FAC-43C5-ACC5-0AAE6D86963F}" presName="level3hierChild" presStyleCnt="0"/>
      <dgm:spPr/>
    </dgm:pt>
    <dgm:pt modelId="{31637781-95AF-464D-99EA-7DA1BEE0B993}" type="pres">
      <dgm:prSet presAssocID="{A7E20082-63B7-426F-A553-25F2D073487C}" presName="conn2-1" presStyleLbl="parChTrans1D2" presStyleIdx="3" presStyleCnt="4"/>
      <dgm:spPr/>
      <dgm:t>
        <a:bodyPr/>
        <a:lstStyle/>
        <a:p>
          <a:endParaRPr lang="nl-NL"/>
        </a:p>
      </dgm:t>
    </dgm:pt>
    <dgm:pt modelId="{F00FB550-E721-4A3A-A176-FF0EDAEABC08}" type="pres">
      <dgm:prSet presAssocID="{A7E20082-63B7-426F-A553-25F2D073487C}" presName="connTx" presStyleLbl="parChTrans1D2" presStyleIdx="3" presStyleCnt="4"/>
      <dgm:spPr/>
      <dgm:t>
        <a:bodyPr/>
        <a:lstStyle/>
        <a:p>
          <a:endParaRPr lang="nl-NL"/>
        </a:p>
      </dgm:t>
    </dgm:pt>
    <dgm:pt modelId="{D2DA568C-D687-42BB-8426-C664BB968B07}" type="pres">
      <dgm:prSet presAssocID="{21371ED3-E19E-4466-9F67-57A27387E08F}" presName="root2" presStyleCnt="0"/>
      <dgm:spPr/>
    </dgm:pt>
    <dgm:pt modelId="{0C6A7551-5501-4458-9490-33F22729055A}" type="pres">
      <dgm:prSet presAssocID="{21371ED3-E19E-4466-9F67-57A27387E08F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A83ACFD7-C539-4C0F-84B6-A6C3633BB470}" type="pres">
      <dgm:prSet presAssocID="{21371ED3-E19E-4466-9F67-57A27387E08F}" presName="level3hierChild" presStyleCnt="0"/>
      <dgm:spPr/>
    </dgm:pt>
    <dgm:pt modelId="{5BC8A64E-3A07-4663-A758-3DD622512548}" type="pres">
      <dgm:prSet presAssocID="{D099E49A-4932-4478-8212-F05A302059C4}" presName="conn2-1" presStyleLbl="parChTrans1D3" presStyleIdx="7" presStyleCnt="8"/>
      <dgm:spPr/>
      <dgm:t>
        <a:bodyPr/>
        <a:lstStyle/>
        <a:p>
          <a:endParaRPr lang="nl-NL"/>
        </a:p>
      </dgm:t>
    </dgm:pt>
    <dgm:pt modelId="{C3058484-76BF-450F-87A7-76C16D083E09}" type="pres">
      <dgm:prSet presAssocID="{D099E49A-4932-4478-8212-F05A302059C4}" presName="connTx" presStyleLbl="parChTrans1D3" presStyleIdx="7" presStyleCnt="8"/>
      <dgm:spPr/>
      <dgm:t>
        <a:bodyPr/>
        <a:lstStyle/>
        <a:p>
          <a:endParaRPr lang="nl-NL"/>
        </a:p>
      </dgm:t>
    </dgm:pt>
    <dgm:pt modelId="{39069646-0E4D-4557-8D9B-38BBECAA18CF}" type="pres">
      <dgm:prSet presAssocID="{A6690802-AFC8-4D95-B1ED-F5283FE563EF}" presName="root2" presStyleCnt="0"/>
      <dgm:spPr/>
      <dgm:t>
        <a:bodyPr/>
        <a:lstStyle/>
        <a:p>
          <a:endParaRPr lang="nl-NL"/>
        </a:p>
      </dgm:t>
    </dgm:pt>
    <dgm:pt modelId="{55F82144-2C22-4310-AE96-8B86570E193C}" type="pres">
      <dgm:prSet presAssocID="{A6690802-AFC8-4D95-B1ED-F5283FE563EF}" presName="LevelTwoTextNode" presStyleLbl="node3" presStyleIdx="7" presStyleCnt="8">
        <dgm:presLayoutVars>
          <dgm:chPref val="3"/>
        </dgm:presLayoutVars>
      </dgm:prSet>
      <dgm:spPr/>
      <dgm:t>
        <a:bodyPr/>
        <a:lstStyle/>
        <a:p>
          <a:endParaRPr lang="nl-NL"/>
        </a:p>
      </dgm:t>
    </dgm:pt>
    <dgm:pt modelId="{770670EE-BB41-47EC-93F4-BBED8F52B3D4}" type="pres">
      <dgm:prSet presAssocID="{A6690802-AFC8-4D95-B1ED-F5283FE563EF}" presName="level3hierChild" presStyleCnt="0"/>
      <dgm:spPr/>
      <dgm:t>
        <a:bodyPr/>
        <a:lstStyle/>
        <a:p>
          <a:endParaRPr lang="nl-NL"/>
        </a:p>
      </dgm:t>
    </dgm:pt>
  </dgm:ptLst>
  <dgm:cxnLst>
    <dgm:cxn modelId="{4EE778FF-8CB3-43D9-9A14-36A3C3F54EC4}" type="presOf" srcId="{B39EE2D7-6C22-4D7D-9A64-45FDCBE6CD62}" destId="{743B676A-66CE-4D24-86C8-96DB8BF729DF}" srcOrd="1" destOrd="0" presId="urn:microsoft.com/office/officeart/2005/8/layout/hierarchy2"/>
    <dgm:cxn modelId="{191A8420-0430-4725-91A6-EC75C3F3B250}" srcId="{3FD71D9B-580A-4FC3-BAA9-387DEC6A6E72}" destId="{8E908BBE-F3CA-4907-B168-E7E250DBEC2D}" srcOrd="0" destOrd="0" parTransId="{57616242-2D90-4791-BAC0-49C10E79EFFB}" sibTransId="{46E2082F-5976-433E-9BD7-CD9A7C18A4A3}"/>
    <dgm:cxn modelId="{693F72C0-9644-4D04-925E-B615D482609C}" type="presOf" srcId="{14DFF35E-3946-46A6-8866-30281AE65B38}" destId="{075167E1-4E8A-4E5A-BB9F-D5A205AF7BF0}" srcOrd="0" destOrd="0" presId="urn:microsoft.com/office/officeart/2005/8/layout/hierarchy2"/>
    <dgm:cxn modelId="{DDBC0726-9A33-4DBC-B9C8-5EA72DA5FE4B}" type="presOf" srcId="{71CC812E-3C96-4C0C-B97E-B7C286057316}" destId="{4AC64540-CA5E-48A3-9BB6-2A6B62B0B0B6}" srcOrd="1" destOrd="0" presId="urn:microsoft.com/office/officeart/2005/8/layout/hierarchy2"/>
    <dgm:cxn modelId="{5DBD9379-93A1-429D-9921-C265E9299C56}" srcId="{7578B65A-2B97-42BC-8A11-C4EE99B9AF59}" destId="{4CD2FAFC-8B0F-4022-910E-583ECF2CBE8C}" srcOrd="0" destOrd="0" parTransId="{C72B6867-8457-45DE-9EFB-FB624DB4C1D5}" sibTransId="{559DE5C0-6448-4056-BE28-91840744442B}"/>
    <dgm:cxn modelId="{ADCE2A6D-C771-46D8-91F9-3E21DB482060}" type="presOf" srcId="{9EE96379-9983-4CE4-97FD-693FFCE77E63}" destId="{7E337039-FD42-4740-A03E-AC3016D62511}" srcOrd="0" destOrd="0" presId="urn:microsoft.com/office/officeart/2005/8/layout/hierarchy2"/>
    <dgm:cxn modelId="{23E8E505-6730-4316-AD04-10916D231A6B}" srcId="{3DE8DAD8-F8B4-49D9-8C4E-F8CD4CB7B86B}" destId="{F402366D-D05A-4E78-9E3F-7E3CCB1FA98F}" srcOrd="1" destOrd="0" parTransId="{A3551818-A0B3-4FEF-8BD0-4018AB11D744}" sibTransId="{786F27AB-1E02-41FE-B18C-9FE6C24B9BF8}"/>
    <dgm:cxn modelId="{B31CFCD4-8A4E-4EE0-AD41-74D6E8733467}" type="presOf" srcId="{CCF6B381-C28C-4295-8770-58C2B24F8C13}" destId="{F03D2E55-BAAC-42D3-BD23-700776F63C15}" srcOrd="0" destOrd="0" presId="urn:microsoft.com/office/officeart/2005/8/layout/hierarchy2"/>
    <dgm:cxn modelId="{6FFEAD22-625C-4992-A93A-4BBC38D711F0}" type="presOf" srcId="{0F295B7C-31E7-4F30-9510-80FED4F790A0}" destId="{D21693A7-3711-4D01-89BA-7B84AEC3300D}" srcOrd="0" destOrd="0" presId="urn:microsoft.com/office/officeart/2005/8/layout/hierarchy2"/>
    <dgm:cxn modelId="{338D75AF-19AF-446E-B2B0-D3DCE3ACA34F}" srcId="{00293453-F014-47B1-B036-A90E4F885A9D}" destId="{43A6D307-1FAC-43C5-ACC5-0AAE6D86963F}" srcOrd="0" destOrd="0" parTransId="{B39EE2D7-6C22-4D7D-9A64-45FDCBE6CD62}" sibTransId="{3EC36F39-492E-4CA6-BC21-9B5790D23847}"/>
    <dgm:cxn modelId="{7F4AC126-2C38-4121-A543-70D23CAAB3F2}" type="presOf" srcId="{A01EADA8-EF60-4A88-88EB-DB3C8B00C8BD}" destId="{255D7C78-2D0E-44F1-A397-C55E3B8F70CF}" srcOrd="1" destOrd="0" presId="urn:microsoft.com/office/officeart/2005/8/layout/hierarchy2"/>
    <dgm:cxn modelId="{813EE9E1-F0EB-470B-BE82-F5D8E99DFC93}" type="presOf" srcId="{3FD71D9B-580A-4FC3-BAA9-387DEC6A6E72}" destId="{897F65E1-B4D7-47ED-8599-413C8A8BD4CC}" srcOrd="0" destOrd="0" presId="urn:microsoft.com/office/officeart/2005/8/layout/hierarchy2"/>
    <dgm:cxn modelId="{D805ECAB-5D57-451E-A058-E8645A17D73A}" type="presOf" srcId="{23161D47-035E-499F-9BF7-0D109F93674E}" destId="{DB4D89C4-92FC-431A-881B-33CEB47481A1}" srcOrd="0" destOrd="0" presId="urn:microsoft.com/office/officeart/2005/8/layout/hierarchy2"/>
    <dgm:cxn modelId="{BC9514F2-1E04-407D-8267-004BC23721BD}" srcId="{D94BED33-6099-4659-BEAC-83461631A18A}" destId="{7578B65A-2B97-42BC-8A11-C4EE99B9AF59}" srcOrd="1" destOrd="0" parTransId="{9EE96379-9983-4CE4-97FD-693FFCE77E63}" sibTransId="{3CE08C98-723F-4F29-B834-3929D9BC8A2C}"/>
    <dgm:cxn modelId="{F5A6B85F-6210-4CE2-9B3B-7473698EC318}" srcId="{A8046565-F791-4A2A-95DC-E5913E832493}" destId="{E225FA97-39D1-4B52-862B-0C50CE582610}" srcOrd="0" destOrd="0" parTransId="{FC384BF4-0982-4409-863C-D1E64DFAD30A}" sibTransId="{3D4E9D3C-9F0B-40C5-B80D-4696C22D23E9}"/>
    <dgm:cxn modelId="{7D54A374-DB58-450E-931C-027F2633776C}" type="presOf" srcId="{C2A20361-2D2B-4946-AEFF-A178F4968F9D}" destId="{389CF87F-6B56-436D-AAC0-1DA1CF0FF7D1}" srcOrd="0" destOrd="0" presId="urn:microsoft.com/office/officeart/2005/8/layout/hierarchy2"/>
    <dgm:cxn modelId="{BE73D949-F1C8-462C-9145-4F10E8AE7534}" type="presOf" srcId="{A3551818-A0B3-4FEF-8BD0-4018AB11D744}" destId="{D5A070FC-CCDE-4F68-87D6-1DB7F838C165}" srcOrd="1" destOrd="0" presId="urn:microsoft.com/office/officeart/2005/8/layout/hierarchy2"/>
    <dgm:cxn modelId="{E70B534E-CDC2-40FF-B9DC-09273DDC23B7}" type="presOf" srcId="{56FD88E3-31AB-4E9D-AB73-58E9570000C5}" destId="{8195EE4E-E6C1-4863-8D55-02A1A2D52537}" srcOrd="0" destOrd="0" presId="urn:microsoft.com/office/officeart/2005/8/layout/hierarchy2"/>
    <dgm:cxn modelId="{B96A0670-608C-4A15-98A6-A65163CF379E}" type="presOf" srcId="{231A698C-D957-4961-B3D0-602724FE198F}" destId="{3B56FEBA-72C1-496B-A744-1CE851E12FB9}" srcOrd="0" destOrd="0" presId="urn:microsoft.com/office/officeart/2005/8/layout/hierarchy2"/>
    <dgm:cxn modelId="{6A72792D-E54B-4D4D-AB0F-B32A14BFC859}" type="presOf" srcId="{A6690802-AFC8-4D95-B1ED-F5283FE563EF}" destId="{55F82144-2C22-4310-AE96-8B86570E193C}" srcOrd="0" destOrd="0" presId="urn:microsoft.com/office/officeart/2005/8/layout/hierarchy2"/>
    <dgm:cxn modelId="{250FBBF7-0F09-458A-AD0C-63D0D04CB318}" type="presOf" srcId="{14DFF35E-3946-46A6-8866-30281AE65B38}" destId="{1E1662BE-89C6-4C58-A703-B6750C6FECEE}" srcOrd="1" destOrd="0" presId="urn:microsoft.com/office/officeart/2005/8/layout/hierarchy2"/>
    <dgm:cxn modelId="{87064E0D-2115-4AA9-BAC4-7996430D7A14}" type="presOf" srcId="{72CAA76C-79EC-4151-9645-B2B78E2FA945}" destId="{638832C7-DEE5-4014-B1F9-8C4FF0432A3F}" srcOrd="0" destOrd="0" presId="urn:microsoft.com/office/officeart/2005/8/layout/hierarchy2"/>
    <dgm:cxn modelId="{8C26F73F-BF9F-4F38-AD78-DE227E5257FB}" srcId="{D94BED33-6099-4659-BEAC-83461631A18A}" destId="{21371ED3-E19E-4466-9F67-57A27387E08F}" srcOrd="3" destOrd="0" parTransId="{A7E20082-63B7-426F-A553-25F2D073487C}" sibTransId="{9F0FB85C-D6D0-4C91-96CB-1AE0E49753AC}"/>
    <dgm:cxn modelId="{F8668D1E-4F97-4BF9-AE26-FAC9CD45D0F2}" type="presOf" srcId="{43A6D307-1FAC-43C5-ACC5-0AAE6D86963F}" destId="{6F4090AB-0D4A-4C83-8066-873AA672A716}" srcOrd="0" destOrd="0" presId="urn:microsoft.com/office/officeart/2005/8/layout/hierarchy2"/>
    <dgm:cxn modelId="{178B16C7-5B82-47E2-B7CA-490690931B83}" type="presOf" srcId="{8A343635-2B4D-4ED7-A7F9-C2C0685D593B}" destId="{A4A6828E-582D-4B4A-A606-3E65769A65CE}" srcOrd="0" destOrd="0" presId="urn:microsoft.com/office/officeart/2005/8/layout/hierarchy2"/>
    <dgm:cxn modelId="{E3E2FB9B-0220-4799-B12D-582B93F1E8CB}" type="presOf" srcId="{A3551818-A0B3-4FEF-8BD0-4018AB11D744}" destId="{0091AE4E-EE10-410A-A3C3-4089860B1935}" srcOrd="0" destOrd="0" presId="urn:microsoft.com/office/officeart/2005/8/layout/hierarchy2"/>
    <dgm:cxn modelId="{334EA837-536C-4C18-AA1F-4C6C068FC4BE}" type="presOf" srcId="{B39EE2D7-6C22-4D7D-9A64-45FDCBE6CD62}" destId="{EFEB1B5F-0A4E-4F1D-A81C-F527406639ED}" srcOrd="0" destOrd="0" presId="urn:microsoft.com/office/officeart/2005/8/layout/hierarchy2"/>
    <dgm:cxn modelId="{7488B3E2-BB73-434E-A7A0-F944EBC0F06F}" srcId="{7578B65A-2B97-42BC-8A11-C4EE99B9AF59}" destId="{C2A20361-2D2B-4946-AEFF-A178F4968F9D}" srcOrd="2" destOrd="0" parTransId="{72CAA76C-79EC-4151-9645-B2B78E2FA945}" sibTransId="{D9DA3BBD-B716-4702-90DF-0D6288489E02}"/>
    <dgm:cxn modelId="{1153EDAF-6463-47E0-AB59-680CFC556B9F}" type="presOf" srcId="{D94BED33-6099-4659-BEAC-83461631A18A}" destId="{B5826858-7EF5-47AE-8E0E-CEB5421C4F20}" srcOrd="0" destOrd="0" presId="urn:microsoft.com/office/officeart/2005/8/layout/hierarchy2"/>
    <dgm:cxn modelId="{449EB808-7002-422E-8821-5FA1A820CCAE}" type="presOf" srcId="{A01EADA8-EF60-4A88-88EB-DB3C8B00C8BD}" destId="{F6878FF3-0513-4A14-8B4F-0DD016834F12}" srcOrd="0" destOrd="0" presId="urn:microsoft.com/office/officeart/2005/8/layout/hierarchy2"/>
    <dgm:cxn modelId="{1F7E079A-8078-42D2-B3B9-DB7467C67B07}" type="presOf" srcId="{FC384BF4-0982-4409-863C-D1E64DFAD30A}" destId="{9ABA8DFD-94E5-48F2-9F1C-49AF51C51084}" srcOrd="1" destOrd="0" presId="urn:microsoft.com/office/officeart/2005/8/layout/hierarchy2"/>
    <dgm:cxn modelId="{7AC75F80-6215-4F76-87E0-C2A28E12102A}" srcId="{3DE8DAD8-F8B4-49D9-8C4E-F8CD4CB7B86B}" destId="{3FD71D9B-580A-4FC3-BAA9-387DEC6A6E72}" srcOrd="0" destOrd="0" parTransId="{71CC812E-3C96-4C0C-B97E-B7C286057316}" sibTransId="{8B89F0AA-2C25-4064-B563-EE864DEF8BB9}"/>
    <dgm:cxn modelId="{45F56889-AC35-4713-AED5-0599BD78D571}" type="presOf" srcId="{57616242-2D90-4791-BAC0-49C10E79EFFB}" destId="{D4F675A8-99FF-42F5-A322-DAD7F998E137}" srcOrd="0" destOrd="0" presId="urn:microsoft.com/office/officeart/2005/8/layout/hierarchy2"/>
    <dgm:cxn modelId="{F6234FA5-7F52-47C7-9146-B17FA6D39170}" type="presOf" srcId="{0C07F937-BD96-47F3-B79B-3320504C5A38}" destId="{1C90A2D7-63C8-41FE-9BA6-CF9C61F5C3FE}" srcOrd="1" destOrd="0" presId="urn:microsoft.com/office/officeart/2005/8/layout/hierarchy2"/>
    <dgm:cxn modelId="{2C8CB2A0-A1F5-453A-8C8B-B77F6A03C0F7}" type="presOf" srcId="{D099E49A-4932-4478-8212-F05A302059C4}" destId="{C3058484-76BF-450F-87A7-76C16D083E09}" srcOrd="1" destOrd="0" presId="urn:microsoft.com/office/officeart/2005/8/layout/hierarchy2"/>
    <dgm:cxn modelId="{F0B071DD-B4AB-44A4-BB5C-6A73E228A024}" type="presOf" srcId="{C72B6867-8457-45DE-9EFB-FB624DB4C1D5}" destId="{297EE36E-66C0-466D-BF8B-5792A17E5A6E}" srcOrd="0" destOrd="0" presId="urn:microsoft.com/office/officeart/2005/8/layout/hierarchy2"/>
    <dgm:cxn modelId="{DDAE7662-02AB-4449-9802-D4F15524FCDA}" srcId="{D94BED33-6099-4659-BEAC-83461631A18A}" destId="{CCF6B381-C28C-4295-8770-58C2B24F8C13}" srcOrd="0" destOrd="0" parTransId="{D432CCB6-7F09-4850-955F-56DADF61AE04}" sibTransId="{71F5BDEF-46E6-429E-88B8-4395322A631E}"/>
    <dgm:cxn modelId="{14A5A7A4-3573-49D6-BF3C-1FE07629ED85}" type="presOf" srcId="{C72B6867-8457-45DE-9EFB-FB624DB4C1D5}" destId="{94D761A9-52C4-439F-B728-9CBBB55ED2BF}" srcOrd="1" destOrd="0" presId="urn:microsoft.com/office/officeart/2005/8/layout/hierarchy2"/>
    <dgm:cxn modelId="{90DD664B-E82C-45E8-972A-1DE845BAE6B5}" srcId="{CCF6B381-C28C-4295-8770-58C2B24F8C13}" destId="{A8046565-F791-4A2A-95DC-E5913E832493}" srcOrd="0" destOrd="0" parTransId="{8A343635-2B4D-4ED7-A7F9-C2C0685D593B}" sibTransId="{14BD36F5-9006-4570-A1AB-ACB205CEA0D2}"/>
    <dgm:cxn modelId="{7C1FF8A6-D66A-44B0-8416-73A593ABC006}" type="presOf" srcId="{3DE8DAD8-F8B4-49D9-8C4E-F8CD4CB7B86B}" destId="{EA75E3E0-0092-460D-81F9-E20DD1BD2F6C}" srcOrd="0" destOrd="0" presId="urn:microsoft.com/office/officeart/2005/8/layout/hierarchy2"/>
    <dgm:cxn modelId="{C6CCC661-0BFB-422E-BC73-29B2CE71DD3A}" type="presOf" srcId="{A8046565-F791-4A2A-95DC-E5913E832493}" destId="{68685B82-4DF1-48E9-A86F-3754CE6CF25D}" srcOrd="0" destOrd="0" presId="urn:microsoft.com/office/officeart/2005/8/layout/hierarchy2"/>
    <dgm:cxn modelId="{E6BDD328-E3A5-4377-B224-C0712BB08E22}" type="presOf" srcId="{B3635975-9E76-4F81-9DD4-E5F7AEE8C963}" destId="{D74D5456-6FBF-48D1-B71E-10B682FF78A7}" srcOrd="0" destOrd="0" presId="urn:microsoft.com/office/officeart/2005/8/layout/hierarchy2"/>
    <dgm:cxn modelId="{8B8D9627-E41F-4FB8-8DF9-2EEFA4528C1B}" type="presOf" srcId="{7578B65A-2B97-42BC-8A11-C4EE99B9AF59}" destId="{FF9F032A-5E0F-4AB2-B7CC-8F3E8A98DA8E}" srcOrd="0" destOrd="0" presId="urn:microsoft.com/office/officeart/2005/8/layout/hierarchy2"/>
    <dgm:cxn modelId="{E3AE7E19-CDEC-4651-835D-689628168804}" type="presOf" srcId="{B3635975-9E76-4F81-9DD4-E5F7AEE8C963}" destId="{9F2F5A0A-9302-416F-9FC8-BFEBFC7BA53C}" srcOrd="1" destOrd="0" presId="urn:microsoft.com/office/officeart/2005/8/layout/hierarchy2"/>
    <dgm:cxn modelId="{D10012EC-D997-4C21-B7F1-C487206C9A36}" type="presOf" srcId="{E225FA97-39D1-4B52-862B-0C50CE582610}" destId="{131BAD83-2B68-47B1-830E-839AE978E5DA}" srcOrd="0" destOrd="0" presId="urn:microsoft.com/office/officeart/2005/8/layout/hierarchy2"/>
    <dgm:cxn modelId="{EE77F928-CF0C-45CC-A81A-0B81A861C5C5}" srcId="{F402366D-D05A-4E78-9E3F-7E3CCB1FA98F}" destId="{128813ED-9360-4F0B-9F86-29C90F98418E}" srcOrd="0" destOrd="0" parTransId="{231A698C-D957-4961-B3D0-602724FE198F}" sibTransId="{A89A3222-DFFA-4501-9660-9D806E79770B}"/>
    <dgm:cxn modelId="{13AD38C0-D6B1-452A-8A73-2FE55E84B87E}" srcId="{0F295B7C-31E7-4F30-9510-80FED4F790A0}" destId="{56FD88E3-31AB-4E9D-AB73-58E9570000C5}" srcOrd="0" destOrd="0" parTransId="{4605E3AC-AEE2-48E8-86EA-B9D3BF72C2B6}" sibTransId="{58EE8B88-0E34-439A-9116-C706A3102981}"/>
    <dgm:cxn modelId="{BD80CC5F-0470-4F09-B408-71E14E99D36A}" type="presOf" srcId="{8E908BBE-F3CA-4907-B168-E7E250DBEC2D}" destId="{A3AD28C9-5483-471D-A671-2311371FAA43}" srcOrd="0" destOrd="0" presId="urn:microsoft.com/office/officeart/2005/8/layout/hierarchy2"/>
    <dgm:cxn modelId="{6AD9FCF1-AC22-47FE-8A39-81B7962102E8}" type="presOf" srcId="{4CD2FAFC-8B0F-4022-910E-583ECF2CBE8C}" destId="{BE62043F-8BD5-470B-BE7C-F934D86EA5BE}" srcOrd="0" destOrd="0" presId="urn:microsoft.com/office/officeart/2005/8/layout/hierarchy2"/>
    <dgm:cxn modelId="{4E3983DC-4272-419C-B3FA-F8C5738CE773}" type="presOf" srcId="{21371ED3-E19E-4466-9F67-57A27387E08F}" destId="{0C6A7551-5501-4458-9490-33F22729055A}" srcOrd="0" destOrd="0" presId="urn:microsoft.com/office/officeart/2005/8/layout/hierarchy2"/>
    <dgm:cxn modelId="{121F2835-C095-499D-BD4F-415DA72CEEFF}" type="presOf" srcId="{0C07F937-BD96-47F3-B79B-3320504C5A38}" destId="{7CC2C87D-1F24-41A6-8657-83DC4839936E}" srcOrd="0" destOrd="0" presId="urn:microsoft.com/office/officeart/2005/8/layout/hierarchy2"/>
    <dgm:cxn modelId="{F2CDF97F-A19A-42AA-9D3F-097DD4FA4860}" srcId="{D94BED33-6099-4659-BEAC-83461631A18A}" destId="{3DE8DAD8-F8B4-49D9-8C4E-F8CD4CB7B86B}" srcOrd="2" destOrd="0" parTransId="{A01EADA8-EF60-4A88-88EB-DB3C8B00C8BD}" sibTransId="{A381A0A6-2FD6-4417-9106-36AC5F36BF9F}"/>
    <dgm:cxn modelId="{1C44E98A-5EBC-4821-A8F1-4B602F47CCB4}" type="presOf" srcId="{9EE96379-9983-4CE4-97FD-693FFCE77E63}" destId="{53750C0D-76BC-4B3E-943F-E8D39E3E8621}" srcOrd="1" destOrd="0" presId="urn:microsoft.com/office/officeart/2005/8/layout/hierarchy2"/>
    <dgm:cxn modelId="{B1480B10-6FE3-42EF-9479-1C36CA87FD8B}" type="presOf" srcId="{F402366D-D05A-4E78-9E3F-7E3CCB1FA98F}" destId="{962C8C2C-1287-41ED-A530-65A03BCEDE93}" srcOrd="0" destOrd="0" presId="urn:microsoft.com/office/officeart/2005/8/layout/hierarchy2"/>
    <dgm:cxn modelId="{35C7D0E9-47CA-4F73-93F2-7312460EDBC4}" type="presOf" srcId="{4605E3AC-AEE2-48E8-86EA-B9D3BF72C2B6}" destId="{FD19FE5D-4B12-43FD-8788-F25A4DE32D4E}" srcOrd="0" destOrd="0" presId="urn:microsoft.com/office/officeart/2005/8/layout/hierarchy2"/>
    <dgm:cxn modelId="{B8BBB9C9-8C2F-4635-A6BD-431FD4B1DC55}" type="presOf" srcId="{D432CCB6-7F09-4850-955F-56DADF61AE04}" destId="{4CD3F2E5-43F4-4AA6-A21E-AD1C92664B4E}" srcOrd="1" destOrd="0" presId="urn:microsoft.com/office/officeart/2005/8/layout/hierarchy2"/>
    <dgm:cxn modelId="{7AF16FEB-1BD6-4978-8BA0-F87336437EE1}" type="presOf" srcId="{8A343635-2B4D-4ED7-A7F9-C2C0685D593B}" destId="{7928950B-0341-47BF-970A-07BDFF48CD35}" srcOrd="1" destOrd="0" presId="urn:microsoft.com/office/officeart/2005/8/layout/hierarchy2"/>
    <dgm:cxn modelId="{4427F7B3-8F36-4D59-84DB-CC200062FE3B}" type="presOf" srcId="{00293453-F014-47B1-B036-A90E4F885A9D}" destId="{DCD93437-C4BF-4B05-BAA0-DC744700057F}" srcOrd="0" destOrd="0" presId="urn:microsoft.com/office/officeart/2005/8/layout/hierarchy2"/>
    <dgm:cxn modelId="{0C6F6FDE-B635-4630-9EDD-90224BD2061A}" type="presOf" srcId="{128813ED-9360-4F0B-9F86-29C90F98418E}" destId="{9259D4C6-139B-48DB-8A20-A354EF7AE9E5}" srcOrd="0" destOrd="0" presId="urn:microsoft.com/office/officeart/2005/8/layout/hierarchy2"/>
    <dgm:cxn modelId="{21048AD6-78C7-4E30-B824-EA327D9EC403}" type="presOf" srcId="{A7E20082-63B7-426F-A553-25F2D073487C}" destId="{31637781-95AF-464D-99EA-7DA1BEE0B993}" srcOrd="0" destOrd="0" presId="urn:microsoft.com/office/officeart/2005/8/layout/hierarchy2"/>
    <dgm:cxn modelId="{BD5B4808-7A73-4126-BBC9-2AD951372E6A}" type="presOf" srcId="{72CAA76C-79EC-4151-9645-B2B78E2FA945}" destId="{BC976E7B-3CFC-40AC-9CA8-A8F5F1186BA4}" srcOrd="1" destOrd="0" presId="urn:microsoft.com/office/officeart/2005/8/layout/hierarchy2"/>
    <dgm:cxn modelId="{36514B95-1EC5-4C71-A2BB-A191D150A088}" type="presOf" srcId="{4605E3AC-AEE2-48E8-86EA-B9D3BF72C2B6}" destId="{BF9F2B27-B7B2-4CB4-92FC-C457A2B9C558}" srcOrd="1" destOrd="0" presId="urn:microsoft.com/office/officeart/2005/8/layout/hierarchy2"/>
    <dgm:cxn modelId="{5FF43083-EB35-4FD1-BB09-E5CA5261E713}" type="presOf" srcId="{FC384BF4-0982-4409-863C-D1E64DFAD30A}" destId="{659A0811-D87A-4A6B-A855-59AE6E772ABD}" srcOrd="0" destOrd="0" presId="urn:microsoft.com/office/officeart/2005/8/layout/hierarchy2"/>
    <dgm:cxn modelId="{B5DFF10A-507A-41C4-A7A4-96FE89A54BDC}" type="presOf" srcId="{71CC812E-3C96-4C0C-B97E-B7C286057316}" destId="{3EBE3BF2-7446-4024-BF0F-31933A0067C3}" srcOrd="0" destOrd="0" presId="urn:microsoft.com/office/officeart/2005/8/layout/hierarchy2"/>
    <dgm:cxn modelId="{06589872-FC77-499C-AA1B-446486D8005E}" type="presOf" srcId="{59AB1CBA-C287-4D29-B852-C5957C1B41E1}" destId="{A29FB7FD-7A82-4909-8B89-3FB12F26FF01}" srcOrd="0" destOrd="0" presId="urn:microsoft.com/office/officeart/2005/8/layout/hierarchy2"/>
    <dgm:cxn modelId="{338B38C0-7EE6-41F5-9006-D78D0E8EA2D6}" type="presOf" srcId="{A7E20082-63B7-426F-A553-25F2D073487C}" destId="{F00FB550-E721-4A3A-A176-FF0EDAEABC08}" srcOrd="1" destOrd="0" presId="urn:microsoft.com/office/officeart/2005/8/layout/hierarchy2"/>
    <dgm:cxn modelId="{F9AEE349-3661-4790-8104-33888B1F3389}" srcId="{21371ED3-E19E-4466-9F67-57A27387E08F}" destId="{A6690802-AFC8-4D95-B1ED-F5283FE563EF}" srcOrd="0" destOrd="0" parTransId="{D099E49A-4932-4478-8212-F05A302059C4}" sibTransId="{35AC6B0E-3383-4FF3-B332-07F2DBE2D788}"/>
    <dgm:cxn modelId="{B238B137-A390-4945-9B13-A48A23B2AAD8}" srcId="{7578B65A-2B97-42BC-8A11-C4EE99B9AF59}" destId="{0F295B7C-31E7-4F30-9510-80FED4F790A0}" srcOrd="1" destOrd="0" parTransId="{14DFF35E-3946-46A6-8866-30281AE65B38}" sibTransId="{1A2176EC-5DB0-4D0E-B43D-E79F0593456A}"/>
    <dgm:cxn modelId="{1A6E77EB-9AC1-4E13-A539-B36949F17334}" type="presOf" srcId="{57616242-2D90-4791-BAC0-49C10E79EFFB}" destId="{4F9D278B-4CA4-471A-B80C-C2AEB1457D8E}" srcOrd="1" destOrd="0" presId="urn:microsoft.com/office/officeart/2005/8/layout/hierarchy2"/>
    <dgm:cxn modelId="{6486D555-249B-4687-84CC-DEB3203AA572}" srcId="{59AB1CBA-C287-4D29-B852-C5957C1B41E1}" destId="{D94BED33-6099-4659-BEAC-83461631A18A}" srcOrd="0" destOrd="0" parTransId="{DE12C222-6F0B-4AF4-9E20-62552A5513F5}" sibTransId="{BC8B524F-C9AD-431D-9112-2FCA4C50073F}"/>
    <dgm:cxn modelId="{B521D308-9164-4709-B6DA-6D6401C2BA89}" srcId="{3DE8DAD8-F8B4-49D9-8C4E-F8CD4CB7B86B}" destId="{00293453-F014-47B1-B036-A90E4F885A9D}" srcOrd="2" destOrd="0" parTransId="{0C07F937-BD96-47F3-B79B-3320504C5A38}" sibTransId="{0D905FE1-A917-4F4A-B1C7-050FB07B89C5}"/>
    <dgm:cxn modelId="{60E19D6A-7389-48C5-952D-47EDDEAB7CAC}" type="presOf" srcId="{231A698C-D957-4961-B3D0-602724FE198F}" destId="{A42FE517-B4E8-4140-B6C1-FD9D2070469C}" srcOrd="1" destOrd="0" presId="urn:microsoft.com/office/officeart/2005/8/layout/hierarchy2"/>
    <dgm:cxn modelId="{83A2313E-AC99-4ACE-AF2F-4F10BD1235BC}" srcId="{C2A20361-2D2B-4946-AEFF-A178F4968F9D}" destId="{23161D47-035E-499F-9BF7-0D109F93674E}" srcOrd="0" destOrd="0" parTransId="{B3635975-9E76-4F81-9DD4-E5F7AEE8C963}" sibTransId="{65CF51A7-68BF-4A5C-8761-40996B6068D1}"/>
    <dgm:cxn modelId="{48D97D0C-CAE2-49B0-B4F0-E2437C819251}" type="presOf" srcId="{D099E49A-4932-4478-8212-F05A302059C4}" destId="{5BC8A64E-3A07-4663-A758-3DD622512548}" srcOrd="0" destOrd="0" presId="urn:microsoft.com/office/officeart/2005/8/layout/hierarchy2"/>
    <dgm:cxn modelId="{3B0700B1-037F-4376-BE58-55730CE4833F}" type="presOf" srcId="{D432CCB6-7F09-4850-955F-56DADF61AE04}" destId="{9F1C77FB-A804-4611-84B7-6EC24A46D55E}" srcOrd="0" destOrd="0" presId="urn:microsoft.com/office/officeart/2005/8/layout/hierarchy2"/>
    <dgm:cxn modelId="{F8A610DA-A1A6-43CE-8FFF-EC7DA5719C8D}" type="presParOf" srcId="{A29FB7FD-7A82-4909-8B89-3FB12F26FF01}" destId="{94F1B6F6-AAF9-4835-A02E-EC3D3665E4BB}" srcOrd="0" destOrd="0" presId="urn:microsoft.com/office/officeart/2005/8/layout/hierarchy2"/>
    <dgm:cxn modelId="{4A3942EF-09C4-42FF-8199-983375E855E5}" type="presParOf" srcId="{94F1B6F6-AAF9-4835-A02E-EC3D3665E4BB}" destId="{B5826858-7EF5-47AE-8E0E-CEB5421C4F20}" srcOrd="0" destOrd="0" presId="urn:microsoft.com/office/officeart/2005/8/layout/hierarchy2"/>
    <dgm:cxn modelId="{5E7CD4B6-A1EB-4F25-82A4-B49279FE78B0}" type="presParOf" srcId="{94F1B6F6-AAF9-4835-A02E-EC3D3665E4BB}" destId="{21AAAFE9-0A91-4F04-B24A-E08C30A88E7B}" srcOrd="1" destOrd="0" presId="urn:microsoft.com/office/officeart/2005/8/layout/hierarchy2"/>
    <dgm:cxn modelId="{6DB2B925-E15C-48DA-9EEF-B604B3266CBE}" type="presParOf" srcId="{21AAAFE9-0A91-4F04-B24A-E08C30A88E7B}" destId="{9F1C77FB-A804-4611-84B7-6EC24A46D55E}" srcOrd="0" destOrd="0" presId="urn:microsoft.com/office/officeart/2005/8/layout/hierarchy2"/>
    <dgm:cxn modelId="{2D34D6A9-DC2B-4213-8A0F-86391F5D67F5}" type="presParOf" srcId="{9F1C77FB-A804-4611-84B7-6EC24A46D55E}" destId="{4CD3F2E5-43F4-4AA6-A21E-AD1C92664B4E}" srcOrd="0" destOrd="0" presId="urn:microsoft.com/office/officeart/2005/8/layout/hierarchy2"/>
    <dgm:cxn modelId="{8808DE23-9DFC-406D-BEE1-D07307C04149}" type="presParOf" srcId="{21AAAFE9-0A91-4F04-B24A-E08C30A88E7B}" destId="{9DA4E3D1-B026-4283-A50E-A78AE22A7ACC}" srcOrd="1" destOrd="0" presId="urn:microsoft.com/office/officeart/2005/8/layout/hierarchy2"/>
    <dgm:cxn modelId="{AB9DC694-F50F-471A-B789-7821D32F6B04}" type="presParOf" srcId="{9DA4E3D1-B026-4283-A50E-A78AE22A7ACC}" destId="{F03D2E55-BAAC-42D3-BD23-700776F63C15}" srcOrd="0" destOrd="0" presId="urn:microsoft.com/office/officeart/2005/8/layout/hierarchy2"/>
    <dgm:cxn modelId="{D4C07AFD-7104-4F05-AA34-C35A38F34D2C}" type="presParOf" srcId="{9DA4E3D1-B026-4283-A50E-A78AE22A7ACC}" destId="{15D9A38B-B1D1-40D5-8337-4B27B8E128D2}" srcOrd="1" destOrd="0" presId="urn:microsoft.com/office/officeart/2005/8/layout/hierarchy2"/>
    <dgm:cxn modelId="{04B30398-BC37-4004-9977-61E48D822D9A}" type="presParOf" srcId="{15D9A38B-B1D1-40D5-8337-4B27B8E128D2}" destId="{A4A6828E-582D-4B4A-A606-3E65769A65CE}" srcOrd="0" destOrd="0" presId="urn:microsoft.com/office/officeart/2005/8/layout/hierarchy2"/>
    <dgm:cxn modelId="{30EFB620-9CC5-4861-8E47-C1C08A58F020}" type="presParOf" srcId="{A4A6828E-582D-4B4A-A606-3E65769A65CE}" destId="{7928950B-0341-47BF-970A-07BDFF48CD35}" srcOrd="0" destOrd="0" presId="urn:microsoft.com/office/officeart/2005/8/layout/hierarchy2"/>
    <dgm:cxn modelId="{18E8644F-26F4-4E35-BD7B-454A856BD040}" type="presParOf" srcId="{15D9A38B-B1D1-40D5-8337-4B27B8E128D2}" destId="{4B600BB5-CDF2-4F63-AD3D-4D01A528B3A3}" srcOrd="1" destOrd="0" presId="urn:microsoft.com/office/officeart/2005/8/layout/hierarchy2"/>
    <dgm:cxn modelId="{28E54A60-5C19-41DF-9BC1-29E041B2F738}" type="presParOf" srcId="{4B600BB5-CDF2-4F63-AD3D-4D01A528B3A3}" destId="{68685B82-4DF1-48E9-A86F-3754CE6CF25D}" srcOrd="0" destOrd="0" presId="urn:microsoft.com/office/officeart/2005/8/layout/hierarchy2"/>
    <dgm:cxn modelId="{0B86A0B8-2068-4D7A-9897-9806693B0E82}" type="presParOf" srcId="{4B600BB5-CDF2-4F63-AD3D-4D01A528B3A3}" destId="{648A0C44-0C0A-443B-A1BC-DCFB1C824C51}" srcOrd="1" destOrd="0" presId="urn:microsoft.com/office/officeart/2005/8/layout/hierarchy2"/>
    <dgm:cxn modelId="{FD739344-3E9F-4A8A-BA34-A5F9E3E22678}" type="presParOf" srcId="{648A0C44-0C0A-443B-A1BC-DCFB1C824C51}" destId="{659A0811-D87A-4A6B-A855-59AE6E772ABD}" srcOrd="0" destOrd="0" presId="urn:microsoft.com/office/officeart/2005/8/layout/hierarchy2"/>
    <dgm:cxn modelId="{794D6BEB-1953-4A8E-B106-FC0E4EAA626F}" type="presParOf" srcId="{659A0811-D87A-4A6B-A855-59AE6E772ABD}" destId="{9ABA8DFD-94E5-48F2-9F1C-49AF51C51084}" srcOrd="0" destOrd="0" presId="urn:microsoft.com/office/officeart/2005/8/layout/hierarchy2"/>
    <dgm:cxn modelId="{CC2EEA10-3078-49D8-B917-F0D505455180}" type="presParOf" srcId="{648A0C44-0C0A-443B-A1BC-DCFB1C824C51}" destId="{70E78904-1F1D-42E8-9DD3-2231C9ACCEC9}" srcOrd="1" destOrd="0" presId="urn:microsoft.com/office/officeart/2005/8/layout/hierarchy2"/>
    <dgm:cxn modelId="{CD66BD4A-69B9-4188-B0EE-1D712138B608}" type="presParOf" srcId="{70E78904-1F1D-42E8-9DD3-2231C9ACCEC9}" destId="{131BAD83-2B68-47B1-830E-839AE978E5DA}" srcOrd="0" destOrd="0" presId="urn:microsoft.com/office/officeart/2005/8/layout/hierarchy2"/>
    <dgm:cxn modelId="{2D0A2799-1B03-4356-B86E-4C17F0F8401A}" type="presParOf" srcId="{70E78904-1F1D-42E8-9DD3-2231C9ACCEC9}" destId="{958960CC-63E3-4E23-B922-75273E040509}" srcOrd="1" destOrd="0" presId="urn:microsoft.com/office/officeart/2005/8/layout/hierarchy2"/>
    <dgm:cxn modelId="{5F8FD30B-0AAA-4558-8913-C8B906B050F3}" type="presParOf" srcId="{21AAAFE9-0A91-4F04-B24A-E08C30A88E7B}" destId="{7E337039-FD42-4740-A03E-AC3016D62511}" srcOrd="2" destOrd="0" presId="urn:microsoft.com/office/officeart/2005/8/layout/hierarchy2"/>
    <dgm:cxn modelId="{E296BA68-98E4-4B5C-8541-EBAF70EE5B34}" type="presParOf" srcId="{7E337039-FD42-4740-A03E-AC3016D62511}" destId="{53750C0D-76BC-4B3E-943F-E8D39E3E8621}" srcOrd="0" destOrd="0" presId="urn:microsoft.com/office/officeart/2005/8/layout/hierarchy2"/>
    <dgm:cxn modelId="{45AA0FB8-6F19-4EEB-ACFE-DD6806A9555C}" type="presParOf" srcId="{21AAAFE9-0A91-4F04-B24A-E08C30A88E7B}" destId="{D6CA319C-7B07-4B3C-B03D-41E2888939F7}" srcOrd="3" destOrd="0" presId="urn:microsoft.com/office/officeart/2005/8/layout/hierarchy2"/>
    <dgm:cxn modelId="{80DFEFE5-467B-4C16-AE9A-42906CD3E387}" type="presParOf" srcId="{D6CA319C-7B07-4B3C-B03D-41E2888939F7}" destId="{FF9F032A-5E0F-4AB2-B7CC-8F3E8A98DA8E}" srcOrd="0" destOrd="0" presId="urn:microsoft.com/office/officeart/2005/8/layout/hierarchy2"/>
    <dgm:cxn modelId="{199F807E-2522-463A-BE3A-7CBC6A5C2504}" type="presParOf" srcId="{D6CA319C-7B07-4B3C-B03D-41E2888939F7}" destId="{513E3577-0A04-4AFA-9985-668D142A9BB2}" srcOrd="1" destOrd="0" presId="urn:microsoft.com/office/officeart/2005/8/layout/hierarchy2"/>
    <dgm:cxn modelId="{7FEA2741-1FF8-4C83-950D-9D4DED748ECB}" type="presParOf" srcId="{513E3577-0A04-4AFA-9985-668D142A9BB2}" destId="{297EE36E-66C0-466D-BF8B-5792A17E5A6E}" srcOrd="0" destOrd="0" presId="urn:microsoft.com/office/officeart/2005/8/layout/hierarchy2"/>
    <dgm:cxn modelId="{995BAA9C-405A-41E8-A0EB-26AE97C83C64}" type="presParOf" srcId="{297EE36E-66C0-466D-BF8B-5792A17E5A6E}" destId="{94D761A9-52C4-439F-B728-9CBBB55ED2BF}" srcOrd="0" destOrd="0" presId="urn:microsoft.com/office/officeart/2005/8/layout/hierarchy2"/>
    <dgm:cxn modelId="{42CCDE25-C1C6-410F-A98A-09A38742C881}" type="presParOf" srcId="{513E3577-0A04-4AFA-9985-668D142A9BB2}" destId="{D632F727-D507-4C02-91EC-FAE7C020C5C9}" srcOrd="1" destOrd="0" presId="urn:microsoft.com/office/officeart/2005/8/layout/hierarchy2"/>
    <dgm:cxn modelId="{190FB03C-B698-4D6C-A7F8-45569514B4D8}" type="presParOf" srcId="{D632F727-D507-4C02-91EC-FAE7C020C5C9}" destId="{BE62043F-8BD5-470B-BE7C-F934D86EA5BE}" srcOrd="0" destOrd="0" presId="urn:microsoft.com/office/officeart/2005/8/layout/hierarchy2"/>
    <dgm:cxn modelId="{9D40F6A9-E3BB-4ADB-9CD8-D59DA52AEF5A}" type="presParOf" srcId="{D632F727-D507-4C02-91EC-FAE7C020C5C9}" destId="{E84F4CAA-1A86-4C04-8502-338DF9405462}" srcOrd="1" destOrd="0" presId="urn:microsoft.com/office/officeart/2005/8/layout/hierarchy2"/>
    <dgm:cxn modelId="{7280E24D-37EF-4BB4-80E9-7CFEF5B57875}" type="presParOf" srcId="{513E3577-0A04-4AFA-9985-668D142A9BB2}" destId="{075167E1-4E8A-4E5A-BB9F-D5A205AF7BF0}" srcOrd="2" destOrd="0" presId="urn:microsoft.com/office/officeart/2005/8/layout/hierarchy2"/>
    <dgm:cxn modelId="{00B1D42F-F8D7-4F13-9112-9D0E53BCC4B0}" type="presParOf" srcId="{075167E1-4E8A-4E5A-BB9F-D5A205AF7BF0}" destId="{1E1662BE-89C6-4C58-A703-B6750C6FECEE}" srcOrd="0" destOrd="0" presId="urn:microsoft.com/office/officeart/2005/8/layout/hierarchy2"/>
    <dgm:cxn modelId="{77C1B4E5-4231-4374-B357-7D321D550DEE}" type="presParOf" srcId="{513E3577-0A04-4AFA-9985-668D142A9BB2}" destId="{3B0EA2E5-F501-4025-B3CD-6EF8A653F37C}" srcOrd="3" destOrd="0" presId="urn:microsoft.com/office/officeart/2005/8/layout/hierarchy2"/>
    <dgm:cxn modelId="{781177F3-9B74-4F1C-BF13-7D8DB05878E8}" type="presParOf" srcId="{3B0EA2E5-F501-4025-B3CD-6EF8A653F37C}" destId="{D21693A7-3711-4D01-89BA-7B84AEC3300D}" srcOrd="0" destOrd="0" presId="urn:microsoft.com/office/officeart/2005/8/layout/hierarchy2"/>
    <dgm:cxn modelId="{7D4476CD-3EFE-47EA-95F2-A32F5EBC457A}" type="presParOf" srcId="{3B0EA2E5-F501-4025-B3CD-6EF8A653F37C}" destId="{0BF96210-EFBD-49DE-8DEF-618A1276F710}" srcOrd="1" destOrd="0" presId="urn:microsoft.com/office/officeart/2005/8/layout/hierarchy2"/>
    <dgm:cxn modelId="{EED4614D-8D01-43C9-B70F-5D36ACB84D73}" type="presParOf" srcId="{0BF96210-EFBD-49DE-8DEF-618A1276F710}" destId="{FD19FE5D-4B12-43FD-8788-F25A4DE32D4E}" srcOrd="0" destOrd="0" presId="urn:microsoft.com/office/officeart/2005/8/layout/hierarchy2"/>
    <dgm:cxn modelId="{727481F5-66A0-409C-92D4-FEF4DAD66E6E}" type="presParOf" srcId="{FD19FE5D-4B12-43FD-8788-F25A4DE32D4E}" destId="{BF9F2B27-B7B2-4CB4-92FC-C457A2B9C558}" srcOrd="0" destOrd="0" presId="urn:microsoft.com/office/officeart/2005/8/layout/hierarchy2"/>
    <dgm:cxn modelId="{43BC1A25-369C-4CB9-B670-545B5340D97F}" type="presParOf" srcId="{0BF96210-EFBD-49DE-8DEF-618A1276F710}" destId="{FEEA6761-0CB4-4BE7-B4E5-80E0D36DC369}" srcOrd="1" destOrd="0" presId="urn:microsoft.com/office/officeart/2005/8/layout/hierarchy2"/>
    <dgm:cxn modelId="{97D63042-BB30-4D0D-B400-2CC49C225024}" type="presParOf" srcId="{FEEA6761-0CB4-4BE7-B4E5-80E0D36DC369}" destId="{8195EE4E-E6C1-4863-8D55-02A1A2D52537}" srcOrd="0" destOrd="0" presId="urn:microsoft.com/office/officeart/2005/8/layout/hierarchy2"/>
    <dgm:cxn modelId="{1CC5F6A0-4400-4EC4-A338-AADF077EBFCC}" type="presParOf" srcId="{FEEA6761-0CB4-4BE7-B4E5-80E0D36DC369}" destId="{F563C3B5-0483-483C-8129-F702CF297153}" srcOrd="1" destOrd="0" presId="urn:microsoft.com/office/officeart/2005/8/layout/hierarchy2"/>
    <dgm:cxn modelId="{450DE38D-8235-48CA-A078-1FB3A08E1817}" type="presParOf" srcId="{513E3577-0A04-4AFA-9985-668D142A9BB2}" destId="{638832C7-DEE5-4014-B1F9-8C4FF0432A3F}" srcOrd="4" destOrd="0" presId="urn:microsoft.com/office/officeart/2005/8/layout/hierarchy2"/>
    <dgm:cxn modelId="{D0E818F6-2598-4245-841F-287EB02E18CC}" type="presParOf" srcId="{638832C7-DEE5-4014-B1F9-8C4FF0432A3F}" destId="{BC976E7B-3CFC-40AC-9CA8-A8F5F1186BA4}" srcOrd="0" destOrd="0" presId="urn:microsoft.com/office/officeart/2005/8/layout/hierarchy2"/>
    <dgm:cxn modelId="{45E4E15B-1567-47D0-815A-D82E88DA1F31}" type="presParOf" srcId="{513E3577-0A04-4AFA-9985-668D142A9BB2}" destId="{4A73FF40-829D-4F2A-BF85-8EFDC76AFE1E}" srcOrd="5" destOrd="0" presId="urn:microsoft.com/office/officeart/2005/8/layout/hierarchy2"/>
    <dgm:cxn modelId="{E1E1AAF8-B3B5-4663-9F67-954A8DB066C6}" type="presParOf" srcId="{4A73FF40-829D-4F2A-BF85-8EFDC76AFE1E}" destId="{389CF87F-6B56-436D-AAC0-1DA1CF0FF7D1}" srcOrd="0" destOrd="0" presId="urn:microsoft.com/office/officeart/2005/8/layout/hierarchy2"/>
    <dgm:cxn modelId="{9C557ABD-13A5-4196-B4C2-8F49C0DE6B21}" type="presParOf" srcId="{4A73FF40-829D-4F2A-BF85-8EFDC76AFE1E}" destId="{0DC13A52-698E-4B6A-A343-FD7C255E3A2D}" srcOrd="1" destOrd="0" presId="urn:microsoft.com/office/officeart/2005/8/layout/hierarchy2"/>
    <dgm:cxn modelId="{6E7F70F3-0428-4110-B47D-FE2C4AC22584}" type="presParOf" srcId="{0DC13A52-698E-4B6A-A343-FD7C255E3A2D}" destId="{D74D5456-6FBF-48D1-B71E-10B682FF78A7}" srcOrd="0" destOrd="0" presId="urn:microsoft.com/office/officeart/2005/8/layout/hierarchy2"/>
    <dgm:cxn modelId="{DB560B65-389F-42E7-A90D-CCC01C75A24F}" type="presParOf" srcId="{D74D5456-6FBF-48D1-B71E-10B682FF78A7}" destId="{9F2F5A0A-9302-416F-9FC8-BFEBFC7BA53C}" srcOrd="0" destOrd="0" presId="urn:microsoft.com/office/officeart/2005/8/layout/hierarchy2"/>
    <dgm:cxn modelId="{EC1666DA-B431-4830-828D-A270B8892E75}" type="presParOf" srcId="{0DC13A52-698E-4B6A-A343-FD7C255E3A2D}" destId="{816170D3-5C51-4A56-8B38-1F1064B1152A}" srcOrd="1" destOrd="0" presId="urn:microsoft.com/office/officeart/2005/8/layout/hierarchy2"/>
    <dgm:cxn modelId="{97641C14-1DA2-451F-A310-466E8581FF38}" type="presParOf" srcId="{816170D3-5C51-4A56-8B38-1F1064B1152A}" destId="{DB4D89C4-92FC-431A-881B-33CEB47481A1}" srcOrd="0" destOrd="0" presId="urn:microsoft.com/office/officeart/2005/8/layout/hierarchy2"/>
    <dgm:cxn modelId="{9C558EBB-92BC-4209-8135-519DD3DC2259}" type="presParOf" srcId="{816170D3-5C51-4A56-8B38-1F1064B1152A}" destId="{18561BE1-A62D-4FCC-8E4E-80929022726E}" srcOrd="1" destOrd="0" presId="urn:microsoft.com/office/officeart/2005/8/layout/hierarchy2"/>
    <dgm:cxn modelId="{E685ED8F-137C-46AC-A08C-AB7EED888F27}" type="presParOf" srcId="{21AAAFE9-0A91-4F04-B24A-E08C30A88E7B}" destId="{F6878FF3-0513-4A14-8B4F-0DD016834F12}" srcOrd="4" destOrd="0" presId="urn:microsoft.com/office/officeart/2005/8/layout/hierarchy2"/>
    <dgm:cxn modelId="{A0A689B7-8F1D-4E0B-90CC-AB8BDDF86609}" type="presParOf" srcId="{F6878FF3-0513-4A14-8B4F-0DD016834F12}" destId="{255D7C78-2D0E-44F1-A397-C55E3B8F70CF}" srcOrd="0" destOrd="0" presId="urn:microsoft.com/office/officeart/2005/8/layout/hierarchy2"/>
    <dgm:cxn modelId="{2FBE407F-EB65-4C3E-B2D5-773C2727A19B}" type="presParOf" srcId="{21AAAFE9-0A91-4F04-B24A-E08C30A88E7B}" destId="{19D0484B-BA71-4CD2-8812-A0C4638A14AA}" srcOrd="5" destOrd="0" presId="urn:microsoft.com/office/officeart/2005/8/layout/hierarchy2"/>
    <dgm:cxn modelId="{9297B5F8-2E19-4F76-9182-AF50DF4FC9EA}" type="presParOf" srcId="{19D0484B-BA71-4CD2-8812-A0C4638A14AA}" destId="{EA75E3E0-0092-460D-81F9-E20DD1BD2F6C}" srcOrd="0" destOrd="0" presId="urn:microsoft.com/office/officeart/2005/8/layout/hierarchy2"/>
    <dgm:cxn modelId="{887618C6-2D16-49EF-849A-7A1E61B42FB1}" type="presParOf" srcId="{19D0484B-BA71-4CD2-8812-A0C4638A14AA}" destId="{32E277EB-2B73-494E-B1CA-01F986089BA6}" srcOrd="1" destOrd="0" presId="urn:microsoft.com/office/officeart/2005/8/layout/hierarchy2"/>
    <dgm:cxn modelId="{D9DE3DF1-AD42-4E75-9CF4-D0FC88E0ADA4}" type="presParOf" srcId="{32E277EB-2B73-494E-B1CA-01F986089BA6}" destId="{3EBE3BF2-7446-4024-BF0F-31933A0067C3}" srcOrd="0" destOrd="0" presId="urn:microsoft.com/office/officeart/2005/8/layout/hierarchy2"/>
    <dgm:cxn modelId="{C824DE1C-D75B-4434-A860-C9B180F9F31F}" type="presParOf" srcId="{3EBE3BF2-7446-4024-BF0F-31933A0067C3}" destId="{4AC64540-CA5E-48A3-9BB6-2A6B62B0B0B6}" srcOrd="0" destOrd="0" presId="urn:microsoft.com/office/officeart/2005/8/layout/hierarchy2"/>
    <dgm:cxn modelId="{855B8404-FA6D-49C1-9EAF-705D7C897DD0}" type="presParOf" srcId="{32E277EB-2B73-494E-B1CA-01F986089BA6}" destId="{E189A955-3B76-41FF-8CD4-5711880B00E5}" srcOrd="1" destOrd="0" presId="urn:microsoft.com/office/officeart/2005/8/layout/hierarchy2"/>
    <dgm:cxn modelId="{932DB133-B93B-4E32-A6D8-17B60798F61C}" type="presParOf" srcId="{E189A955-3B76-41FF-8CD4-5711880B00E5}" destId="{897F65E1-B4D7-47ED-8599-413C8A8BD4CC}" srcOrd="0" destOrd="0" presId="urn:microsoft.com/office/officeart/2005/8/layout/hierarchy2"/>
    <dgm:cxn modelId="{E1294495-A708-46C5-AEDE-46FFAF20D398}" type="presParOf" srcId="{E189A955-3B76-41FF-8CD4-5711880B00E5}" destId="{0EAF79B8-B3A6-440F-83E6-88AD8991AD97}" srcOrd="1" destOrd="0" presId="urn:microsoft.com/office/officeart/2005/8/layout/hierarchy2"/>
    <dgm:cxn modelId="{411999D4-1CA8-4B0F-8043-F17A821A70E8}" type="presParOf" srcId="{0EAF79B8-B3A6-440F-83E6-88AD8991AD97}" destId="{D4F675A8-99FF-42F5-A322-DAD7F998E137}" srcOrd="0" destOrd="0" presId="urn:microsoft.com/office/officeart/2005/8/layout/hierarchy2"/>
    <dgm:cxn modelId="{003FA8E0-A9D3-4348-89B7-202A67D7CB09}" type="presParOf" srcId="{D4F675A8-99FF-42F5-A322-DAD7F998E137}" destId="{4F9D278B-4CA4-471A-B80C-C2AEB1457D8E}" srcOrd="0" destOrd="0" presId="urn:microsoft.com/office/officeart/2005/8/layout/hierarchy2"/>
    <dgm:cxn modelId="{3E480DFA-072B-4645-A504-AA5644FD7791}" type="presParOf" srcId="{0EAF79B8-B3A6-440F-83E6-88AD8991AD97}" destId="{2A7A745F-2974-4DCF-93AA-0F650A47AE12}" srcOrd="1" destOrd="0" presId="urn:microsoft.com/office/officeart/2005/8/layout/hierarchy2"/>
    <dgm:cxn modelId="{18227041-0412-4616-9990-7FB04908ADF2}" type="presParOf" srcId="{2A7A745F-2974-4DCF-93AA-0F650A47AE12}" destId="{A3AD28C9-5483-471D-A671-2311371FAA43}" srcOrd="0" destOrd="0" presId="urn:microsoft.com/office/officeart/2005/8/layout/hierarchy2"/>
    <dgm:cxn modelId="{FA63AABB-A3D4-491B-AA8E-91969A071425}" type="presParOf" srcId="{2A7A745F-2974-4DCF-93AA-0F650A47AE12}" destId="{A36AC2B4-25D2-4A27-BEAE-E903C6DDEAA2}" srcOrd="1" destOrd="0" presId="urn:microsoft.com/office/officeart/2005/8/layout/hierarchy2"/>
    <dgm:cxn modelId="{0EAD3686-E41C-41F6-AD60-C72562E88CD6}" type="presParOf" srcId="{32E277EB-2B73-494E-B1CA-01F986089BA6}" destId="{0091AE4E-EE10-410A-A3C3-4089860B1935}" srcOrd="2" destOrd="0" presId="urn:microsoft.com/office/officeart/2005/8/layout/hierarchy2"/>
    <dgm:cxn modelId="{105302E9-E4F6-4332-8BB0-E495A00D5472}" type="presParOf" srcId="{0091AE4E-EE10-410A-A3C3-4089860B1935}" destId="{D5A070FC-CCDE-4F68-87D6-1DB7F838C165}" srcOrd="0" destOrd="0" presId="urn:microsoft.com/office/officeart/2005/8/layout/hierarchy2"/>
    <dgm:cxn modelId="{A11B2879-F43B-4C53-AD19-A8101C597FF0}" type="presParOf" srcId="{32E277EB-2B73-494E-B1CA-01F986089BA6}" destId="{F96315FB-2CB6-4A40-81C4-65134BD7F4AF}" srcOrd="3" destOrd="0" presId="urn:microsoft.com/office/officeart/2005/8/layout/hierarchy2"/>
    <dgm:cxn modelId="{DDB66ABE-3543-498B-88AD-771D8B13F1E3}" type="presParOf" srcId="{F96315FB-2CB6-4A40-81C4-65134BD7F4AF}" destId="{962C8C2C-1287-41ED-A530-65A03BCEDE93}" srcOrd="0" destOrd="0" presId="urn:microsoft.com/office/officeart/2005/8/layout/hierarchy2"/>
    <dgm:cxn modelId="{1B210C4A-8B3E-49C0-AEFC-00710180EE2A}" type="presParOf" srcId="{F96315FB-2CB6-4A40-81C4-65134BD7F4AF}" destId="{C2C897B4-69EC-413A-A76F-6E0908B3F1AF}" srcOrd="1" destOrd="0" presId="urn:microsoft.com/office/officeart/2005/8/layout/hierarchy2"/>
    <dgm:cxn modelId="{B0272759-83CE-4202-B4D4-21F2A8E14250}" type="presParOf" srcId="{C2C897B4-69EC-413A-A76F-6E0908B3F1AF}" destId="{3B56FEBA-72C1-496B-A744-1CE851E12FB9}" srcOrd="0" destOrd="0" presId="urn:microsoft.com/office/officeart/2005/8/layout/hierarchy2"/>
    <dgm:cxn modelId="{6A8CFC98-4129-4E41-9A88-D1F25CCF8877}" type="presParOf" srcId="{3B56FEBA-72C1-496B-A744-1CE851E12FB9}" destId="{A42FE517-B4E8-4140-B6C1-FD9D2070469C}" srcOrd="0" destOrd="0" presId="urn:microsoft.com/office/officeart/2005/8/layout/hierarchy2"/>
    <dgm:cxn modelId="{3EA65EA6-A387-4EDC-96AB-81F1F87D93DA}" type="presParOf" srcId="{C2C897B4-69EC-413A-A76F-6E0908B3F1AF}" destId="{B44A2BE0-C8FF-47EE-B178-A7C3A7DC8A56}" srcOrd="1" destOrd="0" presId="urn:microsoft.com/office/officeart/2005/8/layout/hierarchy2"/>
    <dgm:cxn modelId="{E0FEC0B1-D94B-4310-800C-8D3ED78F701D}" type="presParOf" srcId="{B44A2BE0-C8FF-47EE-B178-A7C3A7DC8A56}" destId="{9259D4C6-139B-48DB-8A20-A354EF7AE9E5}" srcOrd="0" destOrd="0" presId="urn:microsoft.com/office/officeart/2005/8/layout/hierarchy2"/>
    <dgm:cxn modelId="{21871B49-3EAC-4210-9D24-880A3842CEAA}" type="presParOf" srcId="{B44A2BE0-C8FF-47EE-B178-A7C3A7DC8A56}" destId="{18134CA5-F04E-4D2F-A4C9-C3137E0FC197}" srcOrd="1" destOrd="0" presId="urn:microsoft.com/office/officeart/2005/8/layout/hierarchy2"/>
    <dgm:cxn modelId="{21B33FFD-1967-48C8-8A5A-0E9A92CC541E}" type="presParOf" srcId="{32E277EB-2B73-494E-B1CA-01F986089BA6}" destId="{7CC2C87D-1F24-41A6-8657-83DC4839936E}" srcOrd="4" destOrd="0" presId="urn:microsoft.com/office/officeart/2005/8/layout/hierarchy2"/>
    <dgm:cxn modelId="{7A54C458-95DD-4366-B44D-17E1B007054A}" type="presParOf" srcId="{7CC2C87D-1F24-41A6-8657-83DC4839936E}" destId="{1C90A2D7-63C8-41FE-9BA6-CF9C61F5C3FE}" srcOrd="0" destOrd="0" presId="urn:microsoft.com/office/officeart/2005/8/layout/hierarchy2"/>
    <dgm:cxn modelId="{8ACBAD09-0D9E-49AD-92C8-BD892B9EB5F5}" type="presParOf" srcId="{32E277EB-2B73-494E-B1CA-01F986089BA6}" destId="{CAEC8EFA-A90A-4DFB-8254-65D33FE829AC}" srcOrd="5" destOrd="0" presId="urn:microsoft.com/office/officeart/2005/8/layout/hierarchy2"/>
    <dgm:cxn modelId="{8A024A01-5025-4415-9837-9051AC47DE65}" type="presParOf" srcId="{CAEC8EFA-A90A-4DFB-8254-65D33FE829AC}" destId="{DCD93437-C4BF-4B05-BAA0-DC744700057F}" srcOrd="0" destOrd="0" presId="urn:microsoft.com/office/officeart/2005/8/layout/hierarchy2"/>
    <dgm:cxn modelId="{739BEC5D-82F6-4121-BD36-9D361DF7BA1F}" type="presParOf" srcId="{CAEC8EFA-A90A-4DFB-8254-65D33FE829AC}" destId="{62A4CE28-0E95-43E1-88FA-9E3CD84D0C23}" srcOrd="1" destOrd="0" presId="urn:microsoft.com/office/officeart/2005/8/layout/hierarchy2"/>
    <dgm:cxn modelId="{DE0F38FD-A592-468D-9168-7D287BAFFDB5}" type="presParOf" srcId="{62A4CE28-0E95-43E1-88FA-9E3CD84D0C23}" destId="{EFEB1B5F-0A4E-4F1D-A81C-F527406639ED}" srcOrd="0" destOrd="0" presId="urn:microsoft.com/office/officeart/2005/8/layout/hierarchy2"/>
    <dgm:cxn modelId="{FA41BD1B-CC05-4E59-8B02-1B4DA2BA6FCC}" type="presParOf" srcId="{EFEB1B5F-0A4E-4F1D-A81C-F527406639ED}" destId="{743B676A-66CE-4D24-86C8-96DB8BF729DF}" srcOrd="0" destOrd="0" presId="urn:microsoft.com/office/officeart/2005/8/layout/hierarchy2"/>
    <dgm:cxn modelId="{D6D64A73-A5FA-4217-95DF-EA0A0B4C291A}" type="presParOf" srcId="{62A4CE28-0E95-43E1-88FA-9E3CD84D0C23}" destId="{748D91EC-2DBE-45A3-90E5-3239348CB571}" srcOrd="1" destOrd="0" presId="urn:microsoft.com/office/officeart/2005/8/layout/hierarchy2"/>
    <dgm:cxn modelId="{A9E17663-ACF8-45B4-A8D2-397B7F90B7F5}" type="presParOf" srcId="{748D91EC-2DBE-45A3-90E5-3239348CB571}" destId="{6F4090AB-0D4A-4C83-8066-873AA672A716}" srcOrd="0" destOrd="0" presId="urn:microsoft.com/office/officeart/2005/8/layout/hierarchy2"/>
    <dgm:cxn modelId="{590013FD-23C0-4E54-9674-87A50D49AE6F}" type="presParOf" srcId="{748D91EC-2DBE-45A3-90E5-3239348CB571}" destId="{1DABE05B-7EA6-48E6-8D78-FE45AAB6506D}" srcOrd="1" destOrd="0" presId="urn:microsoft.com/office/officeart/2005/8/layout/hierarchy2"/>
    <dgm:cxn modelId="{880C6E94-F24C-45C6-99AC-E5A204E94247}" type="presParOf" srcId="{21AAAFE9-0A91-4F04-B24A-E08C30A88E7B}" destId="{31637781-95AF-464D-99EA-7DA1BEE0B993}" srcOrd="6" destOrd="0" presId="urn:microsoft.com/office/officeart/2005/8/layout/hierarchy2"/>
    <dgm:cxn modelId="{93C31375-3FDD-4E6F-932D-73D60C497A9C}" type="presParOf" srcId="{31637781-95AF-464D-99EA-7DA1BEE0B993}" destId="{F00FB550-E721-4A3A-A176-FF0EDAEABC08}" srcOrd="0" destOrd="0" presId="urn:microsoft.com/office/officeart/2005/8/layout/hierarchy2"/>
    <dgm:cxn modelId="{366D1496-84E8-44B1-9C1A-B5445AFF46B6}" type="presParOf" srcId="{21AAAFE9-0A91-4F04-B24A-E08C30A88E7B}" destId="{D2DA568C-D687-42BB-8426-C664BB968B07}" srcOrd="7" destOrd="0" presId="urn:microsoft.com/office/officeart/2005/8/layout/hierarchy2"/>
    <dgm:cxn modelId="{4C53A91F-9D87-4E94-AD26-B1AD81136A1C}" type="presParOf" srcId="{D2DA568C-D687-42BB-8426-C664BB968B07}" destId="{0C6A7551-5501-4458-9490-33F22729055A}" srcOrd="0" destOrd="0" presId="urn:microsoft.com/office/officeart/2005/8/layout/hierarchy2"/>
    <dgm:cxn modelId="{1D56A2F7-6CDA-4E74-A802-D176B7FA1114}" type="presParOf" srcId="{D2DA568C-D687-42BB-8426-C664BB968B07}" destId="{A83ACFD7-C539-4C0F-84B6-A6C3633BB470}" srcOrd="1" destOrd="0" presId="urn:microsoft.com/office/officeart/2005/8/layout/hierarchy2"/>
    <dgm:cxn modelId="{6BAC2419-BD56-46C5-84B9-40E4BCE136B0}" type="presParOf" srcId="{A83ACFD7-C539-4C0F-84B6-A6C3633BB470}" destId="{5BC8A64E-3A07-4663-A758-3DD622512548}" srcOrd="0" destOrd="0" presId="urn:microsoft.com/office/officeart/2005/8/layout/hierarchy2"/>
    <dgm:cxn modelId="{BE09B232-F96C-493C-A5F0-469A293983AA}" type="presParOf" srcId="{5BC8A64E-3A07-4663-A758-3DD622512548}" destId="{C3058484-76BF-450F-87A7-76C16D083E09}" srcOrd="0" destOrd="0" presId="urn:microsoft.com/office/officeart/2005/8/layout/hierarchy2"/>
    <dgm:cxn modelId="{5B63645B-3368-4725-8FBD-2AB1ABD90C34}" type="presParOf" srcId="{A83ACFD7-C539-4C0F-84B6-A6C3633BB470}" destId="{39069646-0E4D-4557-8D9B-38BBECAA18CF}" srcOrd="1" destOrd="0" presId="urn:microsoft.com/office/officeart/2005/8/layout/hierarchy2"/>
    <dgm:cxn modelId="{BAC9E179-972C-4F81-ACAD-E7E834C0AEAB}" type="presParOf" srcId="{39069646-0E4D-4557-8D9B-38BBECAA18CF}" destId="{55F82144-2C22-4310-AE96-8B86570E193C}" srcOrd="0" destOrd="0" presId="urn:microsoft.com/office/officeart/2005/8/layout/hierarchy2"/>
    <dgm:cxn modelId="{62FBC54F-0334-46DC-A2F1-DA9DA88CAB7B}" type="presParOf" srcId="{39069646-0E4D-4557-8D9B-38BBECAA18CF}" destId="{770670EE-BB41-47EC-93F4-BBED8F52B3D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5826858-7EF5-47AE-8E0E-CEB5421C4F20}">
      <dsp:nvSpPr>
        <dsp:cNvPr id="0" name=""/>
        <dsp:cNvSpPr/>
      </dsp:nvSpPr>
      <dsp:spPr>
        <a:xfrm>
          <a:off x="936954" y="2145720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Study Unit</a:t>
          </a:r>
          <a:endParaRPr lang="nl-NL" sz="1300" kern="1200" dirty="0"/>
        </a:p>
      </dsp:txBody>
      <dsp:txXfrm>
        <a:off x="936954" y="2145720"/>
        <a:ext cx="1065940" cy="532970"/>
      </dsp:txXfrm>
    </dsp:sp>
    <dsp:sp modelId="{9F1C77FB-A804-4611-84B7-6EC24A46D55E}">
      <dsp:nvSpPr>
        <dsp:cNvPr id="0" name=""/>
        <dsp:cNvSpPr/>
      </dsp:nvSpPr>
      <dsp:spPr>
        <a:xfrm rot="16874489">
          <a:off x="1122499" y="1329660"/>
          <a:ext cx="218716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187167" y="994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700" kern="1200"/>
        </a:p>
      </dsp:txBody>
      <dsp:txXfrm rot="16874489">
        <a:off x="2161403" y="1284924"/>
        <a:ext cx="109358" cy="109358"/>
      </dsp:txXfrm>
    </dsp:sp>
    <dsp:sp modelId="{F03D2E55-BAAC-42D3-BD23-700776F63C15}">
      <dsp:nvSpPr>
        <dsp:cNvPr id="0" name=""/>
        <dsp:cNvSpPr/>
      </dsp:nvSpPr>
      <dsp:spPr>
        <a:xfrm>
          <a:off x="2429271" y="515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Conceptual Component</a:t>
          </a:r>
        </a:p>
      </dsp:txBody>
      <dsp:txXfrm>
        <a:off x="2429271" y="515"/>
        <a:ext cx="1065940" cy="532970"/>
      </dsp:txXfrm>
    </dsp:sp>
    <dsp:sp modelId="{A4A6828E-582D-4B4A-A606-3E65769A65CE}">
      <dsp:nvSpPr>
        <dsp:cNvPr id="0" name=""/>
        <dsp:cNvSpPr/>
      </dsp:nvSpPr>
      <dsp:spPr>
        <a:xfrm>
          <a:off x="3495211" y="257057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3697740" y="256341"/>
        <a:ext cx="21318" cy="21318"/>
      </dsp:txXfrm>
    </dsp:sp>
    <dsp:sp modelId="{68685B82-4DF1-48E9-A86F-3754CE6CF25D}">
      <dsp:nvSpPr>
        <dsp:cNvPr id="0" name=""/>
        <dsp:cNvSpPr/>
      </dsp:nvSpPr>
      <dsp:spPr>
        <a:xfrm>
          <a:off x="3921588" y="515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Scheme</a:t>
          </a:r>
          <a:endParaRPr lang="nl-NL" sz="1300" kern="1200" dirty="0"/>
        </a:p>
      </dsp:txBody>
      <dsp:txXfrm>
        <a:off x="3921588" y="515"/>
        <a:ext cx="1065940" cy="532970"/>
      </dsp:txXfrm>
    </dsp:sp>
    <dsp:sp modelId="{659A0811-D87A-4A6B-A855-59AE6E772ABD}">
      <dsp:nvSpPr>
        <dsp:cNvPr id="0" name=""/>
        <dsp:cNvSpPr/>
      </dsp:nvSpPr>
      <dsp:spPr>
        <a:xfrm>
          <a:off x="4987528" y="257057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5190057" y="256341"/>
        <a:ext cx="21318" cy="21318"/>
      </dsp:txXfrm>
    </dsp:sp>
    <dsp:sp modelId="{131BAD83-2B68-47B1-830E-839AE978E5DA}">
      <dsp:nvSpPr>
        <dsp:cNvPr id="0" name=""/>
        <dsp:cNvSpPr/>
      </dsp:nvSpPr>
      <dsp:spPr>
        <a:xfrm>
          <a:off x="5413905" y="515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Concept</a:t>
          </a:r>
          <a:endParaRPr lang="nl-NL" sz="1300" kern="1200" dirty="0"/>
        </a:p>
      </dsp:txBody>
      <dsp:txXfrm>
        <a:off x="5413905" y="515"/>
        <a:ext cx="1065940" cy="532970"/>
      </dsp:txXfrm>
    </dsp:sp>
    <dsp:sp modelId="{7E337039-FD42-4740-A03E-AC3016D62511}">
      <dsp:nvSpPr>
        <dsp:cNvPr id="0" name=""/>
        <dsp:cNvSpPr/>
      </dsp:nvSpPr>
      <dsp:spPr>
        <a:xfrm rot="17692822">
          <a:off x="1709366" y="1942576"/>
          <a:ext cx="101343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013432" y="994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 rot="17692822">
        <a:off x="2190747" y="1927183"/>
        <a:ext cx="50671" cy="50671"/>
      </dsp:txXfrm>
    </dsp:sp>
    <dsp:sp modelId="{FF9F032A-5E0F-4AB2-B7CC-8F3E8A98DA8E}">
      <dsp:nvSpPr>
        <dsp:cNvPr id="0" name=""/>
        <dsp:cNvSpPr/>
      </dsp:nvSpPr>
      <dsp:spPr>
        <a:xfrm>
          <a:off x="2429271" y="1226347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Data Collection</a:t>
          </a:r>
          <a:endParaRPr lang="nl-NL" sz="1300" kern="1200" dirty="0"/>
        </a:p>
      </dsp:txBody>
      <dsp:txXfrm>
        <a:off x="2429271" y="1226347"/>
        <a:ext cx="1065940" cy="532970"/>
      </dsp:txXfrm>
    </dsp:sp>
    <dsp:sp modelId="{297EE36E-66C0-466D-BF8B-5792A17E5A6E}">
      <dsp:nvSpPr>
        <dsp:cNvPr id="0" name=""/>
        <dsp:cNvSpPr/>
      </dsp:nvSpPr>
      <dsp:spPr>
        <a:xfrm rot="18289469">
          <a:off x="3335082" y="1176431"/>
          <a:ext cx="74663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746634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 rot="18289469">
        <a:off x="3689734" y="1167708"/>
        <a:ext cx="37331" cy="37331"/>
      </dsp:txXfrm>
    </dsp:sp>
    <dsp:sp modelId="{BE62043F-8BD5-470B-BE7C-F934D86EA5BE}">
      <dsp:nvSpPr>
        <dsp:cNvPr id="0" name=""/>
        <dsp:cNvSpPr/>
      </dsp:nvSpPr>
      <dsp:spPr>
        <a:xfrm>
          <a:off x="3921588" y="613431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Collection Event</a:t>
          </a:r>
          <a:endParaRPr lang="nl-NL" sz="1300" kern="1200" dirty="0"/>
        </a:p>
      </dsp:txBody>
      <dsp:txXfrm>
        <a:off x="3921588" y="613431"/>
        <a:ext cx="1065940" cy="532970"/>
      </dsp:txXfrm>
    </dsp:sp>
    <dsp:sp modelId="{075167E1-4E8A-4E5A-BB9F-D5A205AF7BF0}">
      <dsp:nvSpPr>
        <dsp:cNvPr id="0" name=""/>
        <dsp:cNvSpPr/>
      </dsp:nvSpPr>
      <dsp:spPr>
        <a:xfrm>
          <a:off x="3495211" y="1482889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3697740" y="1482172"/>
        <a:ext cx="21318" cy="21318"/>
      </dsp:txXfrm>
    </dsp:sp>
    <dsp:sp modelId="{D21693A7-3711-4D01-89BA-7B84AEC3300D}">
      <dsp:nvSpPr>
        <dsp:cNvPr id="0" name=""/>
        <dsp:cNvSpPr/>
      </dsp:nvSpPr>
      <dsp:spPr>
        <a:xfrm>
          <a:off x="3921588" y="1226347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Question Scheme</a:t>
          </a:r>
          <a:endParaRPr lang="nl-NL" sz="1300" kern="1200" dirty="0"/>
        </a:p>
      </dsp:txBody>
      <dsp:txXfrm>
        <a:off x="3921588" y="1226347"/>
        <a:ext cx="1065940" cy="532970"/>
      </dsp:txXfrm>
    </dsp:sp>
    <dsp:sp modelId="{FD19FE5D-4B12-43FD-8788-F25A4DE32D4E}">
      <dsp:nvSpPr>
        <dsp:cNvPr id="0" name=""/>
        <dsp:cNvSpPr/>
      </dsp:nvSpPr>
      <dsp:spPr>
        <a:xfrm>
          <a:off x="4987528" y="1482889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5190057" y="1482172"/>
        <a:ext cx="21318" cy="21318"/>
      </dsp:txXfrm>
    </dsp:sp>
    <dsp:sp modelId="{8195EE4E-E6C1-4863-8D55-02A1A2D52537}">
      <dsp:nvSpPr>
        <dsp:cNvPr id="0" name=""/>
        <dsp:cNvSpPr/>
      </dsp:nvSpPr>
      <dsp:spPr>
        <a:xfrm>
          <a:off x="5413905" y="1226347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Question Item</a:t>
          </a:r>
          <a:endParaRPr lang="nl-NL" sz="1300" kern="1200" dirty="0"/>
        </a:p>
      </dsp:txBody>
      <dsp:txXfrm>
        <a:off x="5413905" y="1226347"/>
        <a:ext cx="1065940" cy="532970"/>
      </dsp:txXfrm>
    </dsp:sp>
    <dsp:sp modelId="{638832C7-DEE5-4014-B1F9-8C4FF0432A3F}">
      <dsp:nvSpPr>
        <dsp:cNvPr id="0" name=""/>
        <dsp:cNvSpPr/>
      </dsp:nvSpPr>
      <dsp:spPr>
        <a:xfrm rot="3310531">
          <a:off x="3335082" y="1789347"/>
          <a:ext cx="74663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746634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 rot="3310531">
        <a:off x="3689734" y="1780624"/>
        <a:ext cx="37331" cy="37331"/>
      </dsp:txXfrm>
    </dsp:sp>
    <dsp:sp modelId="{389CF87F-6B56-436D-AAC0-1DA1CF0FF7D1}">
      <dsp:nvSpPr>
        <dsp:cNvPr id="0" name=""/>
        <dsp:cNvSpPr/>
      </dsp:nvSpPr>
      <dsp:spPr>
        <a:xfrm>
          <a:off x="3921588" y="1839262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Construct Scheme</a:t>
          </a:r>
          <a:endParaRPr lang="nl-NL" sz="1300" kern="1200" dirty="0"/>
        </a:p>
      </dsp:txBody>
      <dsp:txXfrm>
        <a:off x="3921588" y="1839262"/>
        <a:ext cx="1065940" cy="532970"/>
      </dsp:txXfrm>
    </dsp:sp>
    <dsp:sp modelId="{D74D5456-6FBF-48D1-B71E-10B682FF78A7}">
      <dsp:nvSpPr>
        <dsp:cNvPr id="0" name=""/>
        <dsp:cNvSpPr/>
      </dsp:nvSpPr>
      <dsp:spPr>
        <a:xfrm>
          <a:off x="4987528" y="2095805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5190057" y="2095088"/>
        <a:ext cx="21318" cy="21318"/>
      </dsp:txXfrm>
    </dsp:sp>
    <dsp:sp modelId="{DB4D89C4-92FC-431A-881B-33CEB47481A1}">
      <dsp:nvSpPr>
        <dsp:cNvPr id="0" name=""/>
        <dsp:cNvSpPr/>
      </dsp:nvSpPr>
      <dsp:spPr>
        <a:xfrm>
          <a:off x="5413905" y="1839262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Question Construct</a:t>
          </a:r>
          <a:endParaRPr lang="nl-NL" sz="1300" kern="1200" dirty="0"/>
        </a:p>
      </dsp:txBody>
      <dsp:txXfrm>
        <a:off x="5413905" y="1839262"/>
        <a:ext cx="1065940" cy="532970"/>
      </dsp:txXfrm>
    </dsp:sp>
    <dsp:sp modelId="{F6878FF3-0513-4A14-8B4F-0DD016834F12}">
      <dsp:nvSpPr>
        <dsp:cNvPr id="0" name=""/>
        <dsp:cNvSpPr/>
      </dsp:nvSpPr>
      <dsp:spPr>
        <a:xfrm rot="3907178">
          <a:off x="1709366" y="2861950"/>
          <a:ext cx="101343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013432" y="994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 rot="3907178">
        <a:off x="2190747" y="2846557"/>
        <a:ext cx="50671" cy="50671"/>
      </dsp:txXfrm>
    </dsp:sp>
    <dsp:sp modelId="{EA75E3E0-0092-460D-81F9-E20DD1BD2F6C}">
      <dsp:nvSpPr>
        <dsp:cNvPr id="0" name=""/>
        <dsp:cNvSpPr/>
      </dsp:nvSpPr>
      <dsp:spPr>
        <a:xfrm>
          <a:off x="2429271" y="3065094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Logical Product</a:t>
          </a:r>
          <a:endParaRPr lang="nl-NL" sz="1300" kern="1200" dirty="0"/>
        </a:p>
      </dsp:txBody>
      <dsp:txXfrm>
        <a:off x="2429271" y="3065094"/>
        <a:ext cx="1065940" cy="532970"/>
      </dsp:txXfrm>
    </dsp:sp>
    <dsp:sp modelId="{3EBE3BF2-7446-4024-BF0F-31933A0067C3}">
      <dsp:nvSpPr>
        <dsp:cNvPr id="0" name=""/>
        <dsp:cNvSpPr/>
      </dsp:nvSpPr>
      <dsp:spPr>
        <a:xfrm rot="18289469">
          <a:off x="3335082" y="3015179"/>
          <a:ext cx="74663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746634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 rot="18289469">
        <a:off x="3689734" y="3006456"/>
        <a:ext cx="37331" cy="37331"/>
      </dsp:txXfrm>
    </dsp:sp>
    <dsp:sp modelId="{897F65E1-B4D7-47ED-8599-413C8A8BD4CC}">
      <dsp:nvSpPr>
        <dsp:cNvPr id="0" name=""/>
        <dsp:cNvSpPr/>
      </dsp:nvSpPr>
      <dsp:spPr>
        <a:xfrm>
          <a:off x="3921588" y="2452178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Category Scheme</a:t>
          </a:r>
          <a:endParaRPr lang="nl-NL" sz="1300" kern="1200" dirty="0"/>
        </a:p>
      </dsp:txBody>
      <dsp:txXfrm>
        <a:off x="3921588" y="2452178"/>
        <a:ext cx="1065940" cy="532970"/>
      </dsp:txXfrm>
    </dsp:sp>
    <dsp:sp modelId="{D4F675A8-99FF-42F5-A322-DAD7F998E137}">
      <dsp:nvSpPr>
        <dsp:cNvPr id="0" name=""/>
        <dsp:cNvSpPr/>
      </dsp:nvSpPr>
      <dsp:spPr>
        <a:xfrm>
          <a:off x="4987528" y="2708721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5190057" y="2708004"/>
        <a:ext cx="21318" cy="21318"/>
      </dsp:txXfrm>
    </dsp:sp>
    <dsp:sp modelId="{A3AD28C9-5483-471D-A671-2311371FAA43}">
      <dsp:nvSpPr>
        <dsp:cNvPr id="0" name=""/>
        <dsp:cNvSpPr/>
      </dsp:nvSpPr>
      <dsp:spPr>
        <a:xfrm>
          <a:off x="5413905" y="2452178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Category</a:t>
          </a:r>
          <a:endParaRPr lang="nl-NL" sz="1300" kern="1200" dirty="0"/>
        </a:p>
      </dsp:txBody>
      <dsp:txXfrm>
        <a:off x="5413905" y="2452178"/>
        <a:ext cx="1065940" cy="532970"/>
      </dsp:txXfrm>
    </dsp:sp>
    <dsp:sp modelId="{0091AE4E-EE10-410A-A3C3-4089860B1935}">
      <dsp:nvSpPr>
        <dsp:cNvPr id="0" name=""/>
        <dsp:cNvSpPr/>
      </dsp:nvSpPr>
      <dsp:spPr>
        <a:xfrm>
          <a:off x="3495211" y="3321637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3697740" y="3320920"/>
        <a:ext cx="21318" cy="21318"/>
      </dsp:txXfrm>
    </dsp:sp>
    <dsp:sp modelId="{962C8C2C-1287-41ED-A530-65A03BCEDE93}">
      <dsp:nvSpPr>
        <dsp:cNvPr id="0" name=""/>
        <dsp:cNvSpPr/>
      </dsp:nvSpPr>
      <dsp:spPr>
        <a:xfrm>
          <a:off x="3921588" y="3065094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Code Scheme</a:t>
          </a:r>
          <a:endParaRPr lang="nl-NL" sz="1300" kern="1200" dirty="0"/>
        </a:p>
      </dsp:txBody>
      <dsp:txXfrm>
        <a:off x="3921588" y="3065094"/>
        <a:ext cx="1065940" cy="532970"/>
      </dsp:txXfrm>
    </dsp:sp>
    <dsp:sp modelId="{3B56FEBA-72C1-496B-A744-1CE851E12FB9}">
      <dsp:nvSpPr>
        <dsp:cNvPr id="0" name=""/>
        <dsp:cNvSpPr/>
      </dsp:nvSpPr>
      <dsp:spPr>
        <a:xfrm>
          <a:off x="4987528" y="3321637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5190057" y="3320920"/>
        <a:ext cx="21318" cy="21318"/>
      </dsp:txXfrm>
    </dsp:sp>
    <dsp:sp modelId="{9259D4C6-139B-48DB-8A20-A354EF7AE9E5}">
      <dsp:nvSpPr>
        <dsp:cNvPr id="0" name=""/>
        <dsp:cNvSpPr/>
      </dsp:nvSpPr>
      <dsp:spPr>
        <a:xfrm>
          <a:off x="5413905" y="3065094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Code</a:t>
          </a:r>
          <a:endParaRPr lang="nl-NL" sz="1300" kern="1200" dirty="0"/>
        </a:p>
      </dsp:txBody>
      <dsp:txXfrm>
        <a:off x="5413905" y="3065094"/>
        <a:ext cx="1065940" cy="532970"/>
      </dsp:txXfrm>
    </dsp:sp>
    <dsp:sp modelId="{7CC2C87D-1F24-41A6-8657-83DC4839936E}">
      <dsp:nvSpPr>
        <dsp:cNvPr id="0" name=""/>
        <dsp:cNvSpPr/>
      </dsp:nvSpPr>
      <dsp:spPr>
        <a:xfrm rot="3310531">
          <a:off x="3335082" y="3628095"/>
          <a:ext cx="74663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746634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 rot="3310531">
        <a:off x="3689734" y="3619371"/>
        <a:ext cx="37331" cy="37331"/>
      </dsp:txXfrm>
    </dsp:sp>
    <dsp:sp modelId="{DCD93437-C4BF-4B05-BAA0-DC744700057F}">
      <dsp:nvSpPr>
        <dsp:cNvPr id="0" name=""/>
        <dsp:cNvSpPr/>
      </dsp:nvSpPr>
      <dsp:spPr>
        <a:xfrm>
          <a:off x="3921588" y="3678010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Variable </a:t>
          </a:r>
          <a:r>
            <a:rPr lang="en-US" sz="1300" kern="1200" dirty="0" smtClean="0"/>
            <a:t>Scheme</a:t>
          </a:r>
          <a:endParaRPr lang="nl-NL" sz="1300" kern="1200"/>
        </a:p>
      </dsp:txBody>
      <dsp:txXfrm>
        <a:off x="3921588" y="3678010"/>
        <a:ext cx="1065940" cy="532970"/>
      </dsp:txXfrm>
    </dsp:sp>
    <dsp:sp modelId="{EFEB1B5F-0A4E-4F1D-A81C-F527406639ED}">
      <dsp:nvSpPr>
        <dsp:cNvPr id="0" name=""/>
        <dsp:cNvSpPr/>
      </dsp:nvSpPr>
      <dsp:spPr>
        <a:xfrm>
          <a:off x="4987528" y="3934553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5190057" y="3933836"/>
        <a:ext cx="21318" cy="21318"/>
      </dsp:txXfrm>
    </dsp:sp>
    <dsp:sp modelId="{6F4090AB-0D4A-4C83-8066-873AA672A716}">
      <dsp:nvSpPr>
        <dsp:cNvPr id="0" name=""/>
        <dsp:cNvSpPr/>
      </dsp:nvSpPr>
      <dsp:spPr>
        <a:xfrm>
          <a:off x="5413905" y="3678010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Variable</a:t>
          </a:r>
          <a:endParaRPr lang="nl-NL" sz="1300" kern="1200" dirty="0"/>
        </a:p>
      </dsp:txBody>
      <dsp:txXfrm>
        <a:off x="5413905" y="3678010"/>
        <a:ext cx="1065940" cy="532970"/>
      </dsp:txXfrm>
    </dsp:sp>
    <dsp:sp modelId="{31637781-95AF-464D-99EA-7DA1BEE0B993}">
      <dsp:nvSpPr>
        <dsp:cNvPr id="0" name=""/>
        <dsp:cNvSpPr/>
      </dsp:nvSpPr>
      <dsp:spPr>
        <a:xfrm rot="4725511">
          <a:off x="1122499" y="3474866"/>
          <a:ext cx="2187167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187167" y="994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700" kern="1200"/>
        </a:p>
      </dsp:txBody>
      <dsp:txXfrm rot="4725511">
        <a:off x="2161403" y="3430129"/>
        <a:ext cx="109358" cy="109358"/>
      </dsp:txXfrm>
    </dsp:sp>
    <dsp:sp modelId="{0C6A7551-5501-4458-9490-33F22729055A}">
      <dsp:nvSpPr>
        <dsp:cNvPr id="0" name=""/>
        <dsp:cNvSpPr/>
      </dsp:nvSpPr>
      <dsp:spPr>
        <a:xfrm>
          <a:off x="2429271" y="4290926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Phys</a:t>
          </a:r>
          <a:r>
            <a:rPr lang="en-US" sz="1300" kern="1200" dirty="0" smtClean="0"/>
            <a:t>. Data Product</a:t>
          </a:r>
          <a:endParaRPr lang="nl-NL" sz="1300" kern="1200"/>
        </a:p>
      </dsp:txBody>
      <dsp:txXfrm>
        <a:off x="2429271" y="4290926"/>
        <a:ext cx="1065940" cy="532970"/>
      </dsp:txXfrm>
    </dsp:sp>
    <dsp:sp modelId="{5BC8A64E-3A07-4663-A758-3DD622512548}">
      <dsp:nvSpPr>
        <dsp:cNvPr id="0" name=""/>
        <dsp:cNvSpPr/>
      </dsp:nvSpPr>
      <dsp:spPr>
        <a:xfrm>
          <a:off x="3495211" y="4547468"/>
          <a:ext cx="42637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426376" y="994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nl-NL" sz="500" kern="1200"/>
        </a:p>
      </dsp:txBody>
      <dsp:txXfrm>
        <a:off x="3697740" y="4546752"/>
        <a:ext cx="21318" cy="21318"/>
      </dsp:txXfrm>
    </dsp:sp>
    <dsp:sp modelId="{55F82144-2C22-4310-AE96-8B86570E193C}">
      <dsp:nvSpPr>
        <dsp:cNvPr id="0" name=""/>
        <dsp:cNvSpPr/>
      </dsp:nvSpPr>
      <dsp:spPr>
        <a:xfrm>
          <a:off x="3921588" y="4290926"/>
          <a:ext cx="1065940" cy="5329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Physical Instance</a:t>
          </a:r>
          <a:endParaRPr lang="nl-NL" sz="1300" kern="1200" dirty="0"/>
        </a:p>
      </dsp:txBody>
      <dsp:txXfrm>
        <a:off x="3921588" y="4290926"/>
        <a:ext cx="1065940" cy="532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5B98C02-D64A-4D49-8BA4-C3ABA02340D5}" type="datetime1">
              <a:rPr lang="nl-NL"/>
              <a:pPr>
                <a:defRPr/>
              </a:pPr>
              <a:t>28-11-2013</a:t>
            </a:fld>
            <a:endParaRPr lang="nl-NL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F4D85DA-0D37-4327-B7B6-4BE2F12C6CA0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1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969B8E2-79D0-4708-99EC-DB897A2923B6}" type="datetime1">
              <a:rPr lang="nl-NL"/>
              <a:pPr>
                <a:defRPr/>
              </a:pPr>
              <a:t>28-11-2013</a:t>
            </a:fld>
            <a:endParaRPr lang="nl-NL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1225" y="744538"/>
            <a:ext cx="4959350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4" y="4711700"/>
            <a:ext cx="5426075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 smtClean="0"/>
              <a:t>Klik om de opmaakprofielen van de modeltekst te bewerken</a:t>
            </a:r>
          </a:p>
          <a:p>
            <a:pPr lvl="1"/>
            <a:r>
              <a:rPr lang="nl-NL" noProof="0" smtClean="0"/>
              <a:t>Tweede niveau</a:t>
            </a:r>
          </a:p>
          <a:p>
            <a:pPr lvl="2"/>
            <a:r>
              <a:rPr lang="nl-NL" noProof="0" smtClean="0"/>
              <a:t>Derde niveau</a:t>
            </a:r>
          </a:p>
          <a:p>
            <a:pPr lvl="3"/>
            <a:r>
              <a:rPr lang="nl-NL" noProof="0" smtClean="0"/>
              <a:t>Vierde niveau</a:t>
            </a:r>
          </a:p>
          <a:p>
            <a:pPr lvl="4"/>
            <a:r>
              <a:rPr lang="nl-NL" noProof="0" smtClean="0"/>
              <a:t>Vijfde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421814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7405831-B461-43DD-9552-440AA2A21607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endParaRPr lang="nl-NL" dirty="0" smtClean="0"/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28-11-2013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dirty="0" smtClean="0"/>
              <a:t>Non-profit organization founded in 1997</a:t>
            </a:r>
          </a:p>
          <a:p>
            <a:pPr lvl="0">
              <a:buFont typeface="Arial" pitchFamily="34" charset="0"/>
              <a:buChar char="•"/>
            </a:pPr>
            <a:endParaRPr lang="en-US" dirty="0" smtClean="0"/>
          </a:p>
          <a:p>
            <a:pPr lvl="0">
              <a:buFont typeface="Arial" pitchFamily="34" charset="0"/>
              <a:buChar char="•"/>
            </a:pPr>
            <a:r>
              <a:rPr lang="en-US" dirty="0" smtClean="0"/>
              <a:t>Manage panels including the LISS Panel</a:t>
            </a:r>
            <a:r>
              <a:rPr lang="en-US" baseline="0" dirty="0" smtClean="0"/>
              <a:t> of the MESS Project, the </a:t>
            </a:r>
            <a:r>
              <a:rPr lang="en-US" baseline="0" dirty="0" err="1" smtClean="0"/>
              <a:t>CentERpanel</a:t>
            </a:r>
            <a:r>
              <a:rPr lang="en-US" baseline="0" dirty="0" smtClean="0"/>
              <a:t>, the DHS Panel, and more</a:t>
            </a:r>
            <a:endParaRPr lang="en-US" dirty="0" smtClean="0"/>
          </a:p>
          <a:p>
            <a:pPr lvl="0">
              <a:buFont typeface="Arial" pitchFamily="34" charset="0"/>
              <a:buChar char="•"/>
            </a:pPr>
            <a:endParaRPr lang="en-US" dirty="0" smtClean="0"/>
          </a:p>
          <a:p>
            <a:pPr lvl="0">
              <a:buFont typeface="Arial" pitchFamily="34" charset="0"/>
              <a:buChar char="•"/>
            </a:pPr>
            <a:r>
              <a:rPr lang="en-US" dirty="0" smtClean="0"/>
              <a:t>Software</a:t>
            </a:r>
            <a:r>
              <a:rPr lang="en-US" baseline="0" dirty="0" smtClean="0"/>
              <a:t> solutions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Several tools for data collection and dissemination for major research projects including</a:t>
            </a:r>
          </a:p>
          <a:p>
            <a:pPr lvl="2">
              <a:buFont typeface="Arial" pitchFamily="34" charset="0"/>
              <a:buChar char="•"/>
            </a:pPr>
            <a:r>
              <a:rPr lang="en-US" baseline="0" dirty="0" smtClean="0"/>
              <a:t>LISS panel in Netherlands</a:t>
            </a:r>
          </a:p>
          <a:p>
            <a:pPr lvl="2">
              <a:buFont typeface="Arial" pitchFamily="34" charset="0"/>
              <a:buChar char="•"/>
            </a:pPr>
            <a:r>
              <a:rPr lang="en-US" baseline="0" dirty="0" smtClean="0"/>
              <a:t>Understanding Society in UK</a:t>
            </a:r>
          </a:p>
          <a:p>
            <a:pPr lvl="2">
              <a:buFont typeface="Arial" pitchFamily="34" charset="0"/>
              <a:buChar char="•"/>
            </a:pPr>
            <a:r>
              <a:rPr lang="en-US" baseline="0" dirty="0" smtClean="0"/>
              <a:t>European Values Study &amp; SHARE project across Europe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DDI tools include Questasy and </a:t>
            </a:r>
            <a:r>
              <a:rPr lang="en-US" baseline="0" dirty="0" err="1" smtClean="0"/>
              <a:t>DatapluS</a:t>
            </a:r>
            <a:r>
              <a:rPr lang="en-US" baseline="0" dirty="0" smtClean="0"/>
              <a:t> project (in IASSIST session D1 on Thursday morning )</a:t>
            </a:r>
          </a:p>
          <a:p>
            <a:pPr lvl="1">
              <a:buFont typeface="Arial" pitchFamily="34" charset="0"/>
              <a:buChar char="•"/>
            </a:pPr>
            <a:endParaRPr lang="en-US" baseline="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28-11-2013</a:t>
            </a:fld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2</a:t>
            </a:fld>
            <a:endParaRPr lang="nl-N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6000 households with almost 10,000 panel members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Questasy started out of a need</a:t>
            </a:r>
            <a:r>
              <a:rPr lang="en-US" baseline="0" dirty="0" smtClean="0"/>
              <a:t> for a dissemination system for the LISS Panel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Longitudinal Panel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Track Studies</a:t>
            </a:r>
            <a:r>
              <a:rPr lang="en-US" baseline="0" dirty="0" smtClean="0"/>
              <a:t> &amp; Questions as they are used across waves</a:t>
            </a:r>
          </a:p>
          <a:p>
            <a:pPr lvl="1">
              <a:buFont typeface="Arial" pitchFamily="34" charset="0"/>
              <a:buChar char="•"/>
            </a:pPr>
            <a:r>
              <a:rPr lang="en-US" baseline="0" dirty="0" smtClean="0"/>
              <a:t>Present this to researchers</a:t>
            </a:r>
          </a:p>
          <a:p>
            <a:pPr lvl="0">
              <a:buFont typeface="Arial" pitchFamily="34" charset="0"/>
              <a:buChar char="•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28-11-2013</a:t>
            </a:fld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3</a:t>
            </a:fld>
            <a:endParaRPr lang="nl-NL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err="1" smtClean="0"/>
              <a:t>Questasy</a:t>
            </a:r>
            <a:r>
              <a:rPr lang="en-US" baseline="0" dirty="0" smtClean="0"/>
              <a:t> is a web application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Manages the metadata and data files, primarily for longitudinal panels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admin interface went live in January 2009, and that’s when metadata entry started.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The researcher interface went live 2 months later for researchers to access the data/metadata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28-11-2013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4</a:t>
            </a:fld>
            <a:endParaRPr lang="nl-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0969B8E2-79D0-4708-99EC-DB897A2923B6}" type="datetime1">
              <a:rPr lang="nl-NL" smtClean="0"/>
              <a:pPr>
                <a:defRPr/>
              </a:pPr>
              <a:t>28-11-2013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405831-B461-43DD-9552-440AA2A21607}" type="slidenum">
              <a:rPr lang="nl-NL" smtClean="0"/>
              <a:pPr>
                <a:defRPr/>
              </a:pPr>
              <a:t>6</a:t>
            </a:fld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7.xml"/><Relationship Id="rId1" Type="http://schemas.openxmlformats.org/officeDocument/2006/relationships/themeOverride" Target="../theme/themeOverride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Hier komt de titel</a:t>
            </a: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/>
              <a:t>Hier komt de ondertitel</a:t>
            </a:r>
          </a:p>
          <a:p>
            <a:endParaRPr lang="en-US"/>
          </a:p>
          <a:p>
            <a:r>
              <a:rPr lang="en-US"/>
              <a:t>En auteurs/presenters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06F572E-33D8-4763-A001-B570C3B6CED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718E2-10DC-4491-8E21-0E941B95E4E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9047C-E75D-451F-8A09-B2720E657F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382A-3B7C-4335-87E9-B8FF640575A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99B5F-277E-4396-B518-E67C4C439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9CB0-FFC5-432C-A383-91CB8CCF12D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BEA34-497F-413A-9279-808071824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473DA-A85D-4AAC-A35A-CECB5CAED1D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355F2A-D681-4D7C-AFAD-A60A1D5653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29E78-E4CE-47CC-A01D-CC04D8B0715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4B5F1-5DFD-4B00-BBAE-1CA8062ECB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137DA-BC9A-4DD7-8B74-F0A16844339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13569-D7F9-4659-A31F-F09B7519C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AABE9-0553-4234-8F3A-95891DBA8FA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A9FB1-F9AD-4DDC-9B57-8B0AEA31F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05A73-F55E-4725-A84D-829C5892690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8FE0-7EF4-493A-B551-CEC1CD2B9B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E75AD-9610-4562-B8E8-8B6120E7E74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A4A705-456A-433E-A8CC-9377C7F98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21FD0-2AF9-4BC0-A95E-E391866424D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B7737-87C3-4773-A0A6-25D5926F44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00E27-60D4-4273-BA02-2A908248414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9A21B-0820-4C1C-8786-D3AE27D19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C0CD6-0E9D-4011-80E6-D1576C48F7C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8245F-2AF6-4D44-8B37-E9E5EFAE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E81E7-96AB-42A5-90EB-7A3DC74EB31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8F642-E1CF-412D-9AC9-81D1D94C36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62BEF-15E2-4FAB-8F5E-39E5DEFCF53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11F62-029D-415B-8D53-56E86F27A3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2499A-ABE3-4E28-97B1-9B305F541FE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A6D60-C718-431F-AE3E-1C75DF98E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78B2E-3376-46F3-A5AD-3B157562F86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0D62B-3998-448E-906E-5264DE162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F0C1C-44FA-4D68-AB5A-13DEB8FD090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6C20C-8B21-4B0E-96AC-514EB41B2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BDD5C-A29C-4C9E-9E8F-B4925C5C91F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CAB21-17B4-4D99-8F9A-B479F9A57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989E5-CCA0-4242-B51F-3A1FAE20C54C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387DA-3857-4036-A3F3-59741B9B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D9DAD-6408-4BD6-AE09-D96D80F8845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E3397-2D11-44C7-AF2B-3702E2DB2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D0E6C-8C55-4174-B450-157C439ABD8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A8B0F-AF9F-4C7E-B8E4-0D74D95D61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A9F33-13E8-4397-8F6D-1DB5445DACA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3C69E-029E-4B42-A18F-31D4537CB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17718-DC92-4205-8D65-BB3835A3333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26C7F-729B-4AA4-A7F0-B21BA9CFB1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5BD99-37F6-4A9E-933B-C1C9969B6B7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75A81-34AB-436F-9D36-2CD1676ED3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6CC66-6355-4930-A54E-E025B4CDC70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8C9CE-6844-4AEF-B5A8-C1D9C9141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1B915-ADC1-4CF9-8B66-1FF4171A493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7D9F6-B771-4F19-A1BE-E3732FEDA5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97698-53B4-4984-B982-1A82AB37181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5D42E-9B02-4DD0-8EAF-34E566D08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796D0-4843-4E26-9C62-90EC9601F3E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E68C0-8C3D-4A6A-AF5C-176FE0C5E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6EABC-1A73-490F-A1CB-0CD9BF5A5DA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8FB3C-80BA-408B-AC45-F0034DBD6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B248E-3E36-4B1C-A6F5-390C37684FC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6B55B5-E30B-425F-8054-E2BFDEC312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79C11-FC23-4900-82BF-EB3E8E12246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AD89A-9F54-4EF0-A514-D5AA553B8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F7126-9600-47D9-87A6-2C6E1622DDA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A5691-BA45-4083-89E0-9D539146B7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532D5-8E3A-4D37-BEB3-B2D8725D8D7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589EE-1C52-4538-8B09-5D1648F0F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A186-9132-451F-BA32-B88C150B18B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BA76A-D499-41C7-9013-C3DFB238E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737E56-020A-436E-9F84-A1A3822835FC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14A29-D228-4B13-9F94-F3CF5FC774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6041E-76C7-4466-9403-F00CF87D447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B2EB2-D06C-4333-8878-DF026222E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236D7-5D98-4872-A919-FD7021B5F4A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276E-1F22-448E-8D8B-2F20BD7D9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5E6F9-D004-49FA-84E9-C8ECDEA1E5CC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2C0EBC-0053-4BF0-82FA-5489852EE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47F43-84B0-4F8C-8F72-9F3AC5B21EF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116FF-090A-4789-8D3A-4FE9E78566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3EA9C-D75E-4E29-A0A1-DAB7C2884B9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14AC2-5CB6-417A-955B-32F705361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4FF29-3545-4610-990B-6E00E2F4712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A6019B-22D3-4712-BA44-8F10509A1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2DC4C-0036-4F1B-86D2-25C3F6421AC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6EE62-3E92-47BA-B28A-6A91EB17A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A629D-CDD6-40E0-81BA-E0367046590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7E5B8-18B3-4EF0-83D5-B59AAFF86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EB9B-F496-4AE7-825F-DF563776680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A90BB-8A18-41C6-BEAE-86F059DDCF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299AF-E66F-4296-94E6-7B965E1BBF8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764A5-B68A-4C2A-8A06-93577704A0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8E410-86AC-4B1C-B6A1-21FC598F5FD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C94A94-C4BD-4B60-8007-9ABB5E012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5E721-33A4-465E-B8EB-9454C4AF14E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FED13-025E-49BC-BF8F-C5BFEDF4D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190B7-4528-48BC-AE2F-81FC2AB94889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1AD6D-F574-43D1-9915-56A59DD63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FC5F8D-94FA-4D0F-A4A1-FD6992242F2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55B61-636C-4264-B29A-7C0FBE106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74900-E48B-4A99-9AF1-D13293BF3A9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556E2-D8D9-48DB-B211-EF2B38663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EC7CB-5265-46F9-ABE2-D5B815A0572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2D1A5-6BAA-49DB-914E-06A5FF171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9668F-A726-42FB-8166-21DD0CDD035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4E83C-8B97-4ECF-8CA0-B0F60D2E44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1CAB4-BAB3-4912-A080-E943DBDE935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BFB33-2D6E-4A5B-AFE0-3721D6E65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9BBF3C-F838-4C26-88E0-C0526BF7669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ED423-DEE9-4865-AE6E-553CA0C1B2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7F283-7530-4215-9A83-FE12C40C348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FFBC7-52CE-4B58-B151-67B1909FEF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25CA6F-FFC0-402E-8AF3-5BD51BB44D2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EFEE9-AD84-4058-9D20-255EAEFBA2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E1F1E-75B8-41C6-999C-28A1ABC6291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67D78-2AFD-4E48-A30B-C49DB394BE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E0440-BE27-4127-8DD9-A945D9E4640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0034A7-823B-4508-AF86-EB4DC68AA8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11E2E-4589-4153-9E88-719F8C8B420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E2CC0-D9DE-496C-90ED-CFFC2A045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64995-B22F-4362-995D-0E375515647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4920B-2EA0-4DB5-9002-CAB21FCAA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BBAF2-47CA-45E2-BE64-8C0E047CAE9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23E71-C030-42BF-B978-30465292B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2A9F0D-06BD-49DC-B6CE-7864D5B9772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F5E8A-3F72-4284-BCB9-5B7B353476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EB6C-1A70-45BD-9338-89016F1E536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53733-6719-4CA0-8A8D-C2C179749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35C9F-B1E5-46C5-8BCF-0AD8094FE3D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2BAC4-FAB4-4EF2-B657-4210C3B20B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9E448-94D8-44A5-91A7-671CE36E1CC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5970D-30E6-4B2B-A024-E44AA86A3B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EAFB2-A754-4CBF-9C4E-29AED8F4EA4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DB99A-5C4E-4DAF-BB32-9A97D540F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DE635-9740-43F3-958D-12BB408887D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AED5F-7258-4E90-8F86-56D75546B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8BCAC-7E4A-4F20-BF09-ABA7F302C42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31977-6085-4C96-B67E-D9871B8948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6DC3-B7BB-4B6D-8262-4FB4F6D536A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4BBB0-D84C-4F71-8F42-48BCD3A4B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9E57C-705C-45E6-8AF5-16775A65638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DD600-2923-4BDB-85F0-7ADAC6AF5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D872F-FCF3-4E9E-A8E3-E99675E7914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0AB39-F32A-4947-8A1A-F4890AED50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193D3-15EE-4A2A-B71F-A5F9453197D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2AC64-CC9C-4750-8BA3-79716B2B5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4CEC6-DF47-4110-A11B-C43BF29A574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CBFF7-01B2-4FFF-BE74-CF4DD509B6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AFE5D-62EB-4BEA-AA7F-DBC3CDC8226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B7452-E3CB-4EEB-87BA-258F77E66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8695D-DF5C-4CD2-9375-27E91F2D0F4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26132F-32C1-427A-ABE2-94BA79B4A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ED551-3AF9-433B-AF56-9D15E3E2D5D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1F7C9-D162-4BCF-BCE1-C530B0DB47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CE5B3-A3CF-457B-B55C-F1567CEEF1D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1CE43-F614-4F3F-85E0-32AAB388E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2E0A1-99C4-46FD-A52A-D0BC0D86F71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CE68CA-DFA9-44CE-A50D-39077B9AF0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CA474-9E40-494C-9A9F-8D1F1A0F4D9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98ACD-7D09-429C-8B7E-78E6817281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150C1-6757-4162-A138-162F51D6F5B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BA718-AA7C-4C73-B53F-6FA9FBEE9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CF5D3-A8E6-4525-AF87-80B1EF1564D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22765-153B-4607-8936-3D170CE20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576D2-8EB6-45A9-8D82-A7E33B52BD6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280F70-6C2E-4A60-A69A-3C2F3EE278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2AC8C-01F3-45D5-ACC8-F12AAE84DF8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C7550-82FF-4852-B56F-5A6E471E8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EBE72-CA36-468D-9006-48CA3AF3593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661E5-D216-4FDA-B12F-4A25FFD0B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93E09-A151-45E8-9572-985FE45B107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E665A-6F79-4AE8-A569-677A2DB2FA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A93BF-88B5-408A-9E97-C2911D87A70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75193-E31D-4522-A5DB-BCE6C48CF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0962E-CEC0-4105-8798-6127357C924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E2145-AAB4-49C4-BBAE-D70F22B62E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DD645-A9CE-4C9E-B6AB-82F544229AF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98FD3-8E1A-416D-836C-CF1661526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773A7-B944-4DD2-97C7-088A0F778F6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A68CD-4461-4C8E-9176-3F4F5B04A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1D4BA-0BFA-40C8-8725-09B677B0A97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7436D-2F07-4A45-B885-56837798BD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0AA45-4506-44C4-8EDF-89FF500D807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BDCF0-30CC-4360-A6CC-FC2DE2E822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F0EA8-610F-42CC-A024-6EDB615669A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0234B-4627-41FB-8553-7285403A2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FEC45-76F6-4FA4-A5EF-7A74AC09470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24A9-249B-4714-87B2-679008AACF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59F4F-8BE7-4E44-ADD4-8CF537CFB29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66BBD-9C81-408E-9FA0-AD6FF437FB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D9684-224B-4974-9ADB-97DFC3B9FD6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04C0D-AE92-4A00-9359-7838CCC2EA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A8535-9C4C-4815-A877-FA8DD0AA428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AD34D-E367-4FEF-8A94-81AF3A6AD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1E79A-3519-4E5D-8159-E80A259A764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B015C-6F81-481D-AF00-A65E86C347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EC97-CC3F-42B6-8761-3761982F580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22F4B-DAE1-43B9-B663-F340F31EF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5C4F0-025D-49A1-9710-7444B4D2294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45BF9-6FE6-49F5-A58B-79D8D74770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9DB00-18D8-4271-B5A6-83CBE1D2B39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3368-4C54-4DFD-B801-1BD8802E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FBEFC-F810-47F2-82D2-2DC9DC5DD21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EDCEA-4CA0-4A3A-B704-C37A4207A3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20A6C-5532-40E5-AED7-94962A6F1D5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266C0-1BA9-48D1-AD0D-1A01A01B4C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FF950-BB0D-45D7-A1D9-A292F57F288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44F64-95B3-4890-9408-68158004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2BE2-E80C-46BE-8BAA-2C57EC1CCF2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3DC6C-7731-43C3-AFFD-16365B7ED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4A374-A571-4B7A-AFFB-48C86189CDC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A246E-7E5B-44E6-A2E3-4409EBED8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B687A-4A2F-420C-96E3-0FB7144986D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D8FCB-6533-464D-9D33-018E280B6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4299E-3DF3-4DF2-8C18-08FC899CC5C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6BB8F-D0AD-4FFE-B6BD-FDB31D48A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4DB93-339E-4BD9-BB1A-0F72BB989C9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1D7D3-A587-4A50-9D99-AEFC989263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45514-85ED-4688-85E7-16DD25053A8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0E5A2-4C5E-440A-8241-D4044F5EB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5BCA4-5DB5-4A3F-876F-CF619B776CA9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402E1B-7F7B-4772-A372-DBE3D4242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457B8-6F7F-4C74-A3E9-EEB207D11B9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ABB73-11F2-4641-A0E2-5FA34B29A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D7E63-2052-42AD-98B2-02CC23680FB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21F2C-24E0-4B89-97C8-7C7D68709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4C0A5-B531-4F41-BBC0-614CAD105C5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47729-EE68-4317-8162-83C516BA91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89647-1BD4-4677-9DF5-723E97F289D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16C34-D8ED-4D3D-809A-2973BAE46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FF34-37D8-4C50-BAA4-AB5571A2A0C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1A762-204F-4440-93D7-CCDAFF5FB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E3531-9A2E-4390-91BD-50407BCB58E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B1B00-FA64-42C6-B7D5-F1248DB4B1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7B57E-23CC-41F8-BDA9-6DC08527A93C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FECCA-5609-4B76-A575-4AA49DD901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D4A91-5646-4873-8ACE-B9E0FA01C60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6562F-4E19-4023-821B-6E7E92E7CE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E52714-18E5-4DB4-B342-F34A005CAF0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C9E7A-4169-4D37-AA79-69C32B1BCA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EC840-0833-4A18-B0C3-DADA2E86154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C1521-5ABC-408A-9045-5FE6FF51A7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E50D9-01C0-4C65-A638-016AE610612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A540F-E67B-478E-923D-53AA47FAA2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D3F42-7B6D-4A10-B420-180D114965F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D1D5D-A5B6-4B98-9A4A-64CCEC4C89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BB6DC-4EA1-43B2-91CF-C80FEC7F1FE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1A326-3F12-4304-A483-0E7F9DC56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8B31D-4E27-468B-AB1B-BD4F38971DA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BB697-EB9E-4E4C-9362-A7CFBC6AD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ADC83-9EDD-45CF-8C9F-8D98F596708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2301-433C-4133-9750-BCE2C582A9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45065-2989-4C2B-913D-279C91174E0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DE60E-59B7-421C-B8AB-67F72A0DCC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EF58C-D473-49DB-8B8E-5FD69EED8529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A470A-37E6-4A8D-87C9-2C6A104B0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B7168-03CD-4F0D-94D9-F3BDADE792D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C63A-B75B-4A66-A9BB-924E823837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95E56-9156-4A86-B959-744CFA3A0EC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1871C-C781-4F77-B0F6-A7D7181545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6D99-C932-4C2E-8598-342F1B87DB6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FB8CB-1FE1-436F-85E8-AEE718931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DA542-AC13-4A26-B9A8-B9C7952EFA0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3500D-9546-4B9D-B4FC-322355433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DA221-A6E9-404E-B66C-5BF83779B40B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5B70E-1924-4A36-A34E-FCC9B6491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B86AF-2F02-4A52-920C-01D4680A6D3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A594B-D5E8-4B69-9B51-23C450801F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3EF08-4FDB-4CD0-9ECA-EB4085CFE3C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AA4AF-B54C-42D7-94D7-6F581667B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0F111-9333-441E-96C5-EA4CB8DF716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51BF8E-3D25-4EB6-9734-1316F527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6882A-EFB1-4074-8834-49DA5EDAF80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3216C-FA47-4ADD-BFE6-C1F9E7C1B8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CB0B2-DC64-47A7-A07D-EF9C424A2C8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8F288-E7AB-414C-9026-833A69520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7CB6E-7A0D-487E-898D-17C4D40B67E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8AFF7-A50D-4C53-8038-3A9B921A6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07F2F-7299-4D25-8B9B-D9D9642F26B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ACD9B-05E3-4C4D-93ED-101F53346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28E82-BD34-4D2D-A3DB-9ACE5CECBFA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66722-1782-4427-8D39-5BA20469F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B6812-0510-46F5-8D75-DE5066230A2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A7ECA-5057-4427-B44E-2B1C31D19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6292D-0281-48CE-BB71-582CB6ABBB9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E9E53-0930-4648-B271-EE8340E8A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B2CF0-47E0-4FFB-AD5C-20C3DDBAAC5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CA723-F0B7-4B0A-8119-4474B19A61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7DEAC-CB47-425D-8E7C-AD75E1FDE1A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33948-24F1-49EC-98A9-23DB3A5986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D2E95-91BA-432C-8101-673209C7E1C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CE79B-FCAA-4E2D-926E-280AD1C71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41898-26E8-4BE8-BAFF-EFF57483921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F6EE7-BD16-4CAD-AF0F-2E4B06E52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66B94-48AD-42F2-89DD-FEF294519D31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C374A-6A06-4EB1-B3B0-A04F38EE5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9CEA9-ADAB-4180-817F-1A15A1B91834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F96E0-EBA0-4100-9921-AF4477356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6DDB7-28C1-4C2D-B35D-F418D0BB173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823D2-6F3C-49F8-B788-FD2A9B191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57306-B12C-425C-BE70-7A9FF581895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E4FB8-E3DC-49EA-AD56-51273F79F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A23FE-1D96-483C-A1DB-AD36F0A358F6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F46E-6E65-4E1D-930C-BB1F39A45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80FC62-CA49-480D-9B51-1BF8EED7DEA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C76B6-5EEF-415E-B610-FBB22ED02D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9E35DE-7556-46FD-A0BC-370C586E5AD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517F2-46EE-43C2-A2A0-59513B5BE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549275"/>
            <a:ext cx="8569325" cy="1295400"/>
          </a:xfrm>
        </p:spPr>
        <p:txBody>
          <a:bodyPr anchor="t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B7973B-92EC-46B4-8505-37C81B950BB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1989138"/>
            <a:ext cx="6337300" cy="1943100"/>
          </a:xfrm>
        </p:spPr>
        <p:txBody>
          <a:bodyPr/>
          <a:lstStyle>
            <a:lvl1pPr marL="0" indent="0" algn="r"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825161-3545-44DE-A112-A47339C1D80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A2C2D5-C032-4386-86AA-69CEA42911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7CBDB6-C347-4BB0-A67B-6EF5CB43B21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300F1B-AF24-4E85-BC51-110BE91016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FD9727-E898-4F64-B326-0D8803F47F4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78A514F-A0DB-49A2-829B-45E16F0953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A613C9-3537-413C-B0E3-9F088698EE9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9CAD73-1802-4272-A89A-25D9F985E4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464130-80A9-405D-A4A9-EBCE0839FF7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58D311-23DB-4B78-B251-6847982E5C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C4F19C-8870-4969-AE6E-BC959FEFC1C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C06541-0CF8-4F19-A11B-BD17262143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6A4458-5196-4031-9F42-8B5E1DD3DEA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BBA30C-E047-4093-AA74-3370A7D5F7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5BA52B-3089-462C-A353-F17CF8CD01C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A77D37-0BBD-453C-A92D-92ACF59FD2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A3F7C6-CA94-453D-B97A-600D603028A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9C346D-A45D-4FCB-8B15-39C9A0F200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6167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6167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E5E70-BFE4-4647-B34F-982CF6D7F09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A2FBCA8-0A93-4526-8857-E3C1FDFCB8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00300-D1F5-4696-BD4D-298CA0AC94D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4BC6AF-C962-49F5-91E1-420300A633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3F375-9CDE-4819-8A8B-28DBBE401C5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257DDB-1D1D-4F93-9D56-531565A531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CDB112-973E-495E-9683-D1375ECBDA9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F717CC-E08E-468D-A0BF-95A737AF14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8301A9-2615-422F-99DE-446312FAC3A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F2CBBB-D722-41D2-B778-AEB772F788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A5C083-D3D4-43BA-AB88-AE6D60997F5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01F900-BCF5-48CC-9ADB-97BFD3AA61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6314B8-C916-4B17-891C-EEC251DD38E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E1625E-B2DB-4F63-A19B-89C2BBC313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13684A-309D-4503-967B-C684EA83A78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02FE2C7-9580-42C2-9C6C-1E28C6C32F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E9E714-EBB0-45F5-9059-342EEF40A8E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E74B1F-16C1-4AAA-9577-2965629D14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EB7BB27-08C3-4161-A584-CC31E9C3E4F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45C443-E3F5-47C6-BEF4-A44CE00793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27C7E7-9852-4400-A615-94F5D458E5F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FAFB6C-AED4-49D1-8F79-11109B9967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1CDCF6-F629-4530-A465-8D3E0878D77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44310-9507-4066-BADB-88F5015814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430213"/>
            <a:ext cx="7416800" cy="76676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476375" y="1484313"/>
            <a:ext cx="7416800" cy="5113337"/>
          </a:xfrm>
          <a:prstGeom prst="rect">
            <a:avLst/>
          </a:prstGeom>
        </p:spPr>
        <p:txBody>
          <a:bodyPr/>
          <a:lstStyle/>
          <a:p>
            <a:pPr lvl="0"/>
            <a:endParaRPr lang="nl-NL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7950" y="6381750"/>
            <a:ext cx="10795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B80DC-F49C-47D1-A3D9-41D01F1825A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950" y="6049963"/>
            <a:ext cx="1079500" cy="331787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F213B-5ED1-4FD7-9528-579A3C3B9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FD15B1-00F0-4D09-B8A9-359A7C9771C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415BDE0-1C2C-4FCC-9CC4-18675B8227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EFC1FF-0607-448F-8FC0-EDC02A79625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F24C547-A33F-48F7-BA28-FDCB3F3A95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5192A0-FC73-41D9-A5BF-4497C3D400D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8FFB597-64BA-4A5D-9A09-1F236013B9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7CC315-79C4-4F02-8242-04B0EDEC7F5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2FE35-03BD-4CEF-AAE6-718A4A4672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9EB85A-B700-43D4-905F-88930EB0873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84BC44-8BF2-4AE6-85F0-9F18F3395E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1F54A-D71E-4DFB-9C9C-00FFFBC0CE7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F4F4F8-11BF-40EE-B5FC-F2B91F709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A36E62-D31B-48C7-A6AE-BB80A52CC77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F06051-F67B-4A72-B790-998A021FB1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5E7C6C-0BEC-4282-BB98-FA1B42BAA94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D172DF-FCF1-43B7-8731-B4BBEBF850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F4704F-E8F1-4524-A7E5-2C8A957514A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885590-1DF2-4764-B4CB-00BFC8AC4E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22247E-8FBF-4B33-9CA6-92EBDEA5670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06074-C0A9-4C33-ADE9-254E2D13F3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BCA981-FD49-4895-958B-11A0F0CA782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520289F-709F-4810-845F-A09B5C6E39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CA91B2-6EA7-441F-8D43-21C94FA3894A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DCC2119-05ED-4A58-B19A-9DBABC569E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703764-F9C8-4552-8711-34DD3B91717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4AE652-FDE4-44B5-9A9A-A0300487C2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CA287B-9FC8-46C9-ABBC-C5775D94B7E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DB46DD-3895-4CBC-84BE-5780E947A9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4CF244-7E7C-4328-9486-46CFFFDC488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1449CB-D4DC-41A2-B7AD-98EF68519E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FF5E98-E3BD-44FE-803B-F2A02931F07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72EA4E-33C5-4FA1-BC31-93850CF22D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5DF109-6D8F-46C2-8FEA-DD40AEB599F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60863D-6BC8-429C-9523-57EC5E29BF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E261FE-0104-43FA-BFDA-6560819F8EE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18CA45-093B-4860-882E-835EFC57BF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8D41B8-3587-432D-8631-1DE12D0CB1F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2AAF46-97D5-4436-82C2-DB22D89BE6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00E265-05C7-4319-B1BF-41BD5FD0727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16D29D-1E7B-4DAE-9808-6A992E4C6C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A271D4-B1DC-4318-9A01-A8A08AB2782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31C670-7CA2-4863-B169-2493E5B14D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E40F16-F086-4424-B5C4-A07BD0C9C33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E3C1B1-5B6A-41C6-8ECA-8F094C1F0C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2BC3C4-5A5B-45F0-8261-D959B0BE26E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556EF7-BA06-4EA1-9090-D23A4D8458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12E35E-A14E-4D8E-899A-A2C966E6041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94505E-1DE9-41A9-8EF7-25D8728035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398CC4-66FC-4C22-8397-026CC3FEC7D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40091A-979D-4C0D-A03C-FDCB963548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90FB4B-6ACD-4687-8CE9-3499D6588FC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396C3C-96EC-415B-B68C-EA2F39740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7BC7961-08D2-4CDA-A40D-9BBEA574678A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816B7F-E474-4D56-8CD0-883B0FCB73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A26423-3D40-4A97-AEB3-28DDF65AA76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9BFF9F7-8683-4A15-BAD2-E97C9B6DA3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94E861-4381-44E6-81A7-FD2AF569406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8C493E-7F0B-4584-93E1-6A250E1E5C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AB7E07-5851-456C-AED2-B2E761C682D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A14C98-8B3A-4C28-81F1-0909DF92B0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DE6489-5744-4E53-8B0B-1EC3E1C0462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BA4D0A-9366-4A78-9402-A58C0E7B6A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B7B817-0668-4DF2-93B2-E84938797FE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15A10-D42B-45BB-850A-5D8E45B3A2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6ADEA4-D388-4C54-88A8-0AA794DD278A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3A4D62-3F59-4ED6-9CCB-EA941829E2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F74E3-54E1-4F8D-8E77-043956019C5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4FB4A8-59B4-4B4D-B989-8780FAF4B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C45949-835E-4447-989C-9D7E3C7E482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B27FD6-7196-45B3-AB5B-AC24C21D0E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75525B-E851-421B-9075-9B8ED493D56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2AB418-1A39-4EA7-AA37-0BB34DD978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64B455-1DAE-492D-A45A-6F3A2B00BA9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2BB4F4-229F-4EB6-8EBE-4309F70AC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A9B50D-6C94-4CDA-9F9A-F9293267A1E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5CC300-E8EE-42F0-9328-06E7E6FAD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754224-C7B5-43A1-A16A-96F4EB5B66A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64DD93-F028-48E0-BD33-449EA767FB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1E0D04-F34B-41BD-8E6D-E2915FCEB11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B57D1B-72AC-473D-AFE4-1886231FB7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D25AB9-44C7-44D1-9958-DD267B30464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E2EE0F-D06D-43E7-A4FA-1F96ABFF87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BEC115-589D-40CE-872D-2B6F44C46B9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270461-86C6-43FE-A005-9756284CF9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713EAD-42A8-4CDC-ABEE-8A31C0EBE19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BD8081-AFA6-4955-A3A6-5EECB029F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1D0983-2F19-4071-9FA0-73AF95B4D0A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DED118-D5C5-4750-B9BE-C0AC17FF6F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5341F3-E0BB-423F-80E0-AD70C9EB839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53C1B1-E202-4955-A622-E7A9B08269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C18A2C-1465-4F4D-B68B-FFAE0FC67B1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C2925F-FFB1-425E-9291-603B8069EB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E9DEB1-42F4-4C4A-9472-0AFCA587868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7485CC9-C47C-4926-A087-D8ED712A5F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808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B36006-50B5-4D93-AC41-43E7AFAC59D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AA5D18-FC18-4287-B782-A83A076DC6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294A7D-0F08-408A-808B-378642A1DF9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FE43A7-FF08-471B-BEDB-380AEAA6B2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C25A2C-97E5-4FE3-8FF7-948D6D1548D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490704-07EC-4CEB-9AD1-9CAE992A60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1912F2-A643-4890-A18A-47F4A986F66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0E25B8-8BC9-439F-B7B9-3F9F662BFB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38F1CB-80F6-49A7-B123-A4303D76C7C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833CA5-A08A-4C60-AC9F-8D48313008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FD86FA-724D-47FD-9AA3-63A1772D3D4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BF0751-C75D-407C-90DD-769EF1F596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2C2BD9-B023-4828-8224-13EBD069F6B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E2C17C-BE37-446C-B4EE-10A677B8A2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863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863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04810C-A23F-4B80-845A-DEDF8597BC9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8EC261-E66B-4F00-935C-D732B31A01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03104C-CFCB-4C95-9A1E-42A9918270F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6EBD449-942A-4CC4-9A10-08435054F0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FFF82E-66FD-4AED-BCB5-986507DAF01A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D81EF3-0CF4-43B6-B34A-82B2B13BFC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7E4C5D-A519-4131-A5C1-7C654977C1E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2D6AA7-19A4-48BE-8BBE-F1AB5CF0D4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1484313"/>
            <a:ext cx="3632200" cy="4824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9491259-7A11-40F3-B4A9-FC3F692C635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5995DD-24F3-4FAF-B07D-1193476521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CC17AA-A29F-46A4-8B54-23C9A80544C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CE69E8-73CA-4CFB-943A-644F44F6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FF0106-979B-4276-93F8-EE4BAE457CF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CFF4E4-B3C9-4707-9F92-6661E6C84B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642BBC-445A-4BE5-8D50-9AA8F89793C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A8B2BA8-61E3-4F2D-82C8-C672AE6941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7067D0-FFDD-43D6-A9C7-AE4D4B3A4D2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F267B1C-0FDB-4E13-81F3-F39CE7141B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2F3E06-5AF3-49C3-AE4A-57FB17A9131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8C5891-3D13-44BE-A3AA-BA0B3BE0230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C3F2E0-54A1-45AE-ACA5-57FDB08E57C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B646F8-3DEA-4D37-B09A-775C9DA244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430213"/>
            <a:ext cx="1854200" cy="5878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430213"/>
            <a:ext cx="5410200" cy="5878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E1CE6A-B89C-4565-BE05-9377791F898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6852C0-EFAD-45E8-9A06-98A8E3E16C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46258A-8063-4D43-A4B1-5BE2E8EE062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6CC3B0-39B2-4964-8B62-D69263E583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9E81C0-2FF1-4C6E-9B96-CBD7245BF12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CE429-29A7-4D5A-B08B-DE08A22586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5DA207-9BB1-4679-B6C3-BBA18747D70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302739-E6CD-4002-B2EC-3639096F4E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B389D0-A173-4B73-9816-B2EAF229D30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06864B-21C4-4A0A-8D86-E1F972573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5D4E98-73A3-4292-9CFD-D46A54989E9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A8D5C2-F185-464B-9F98-AF44D498CA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FB688D-ED20-43D3-A33F-45BDC5FD00E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C8345D-5874-4402-9435-69ADC228AE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B1E9F6-BE13-4402-B08F-9CD11272C58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EDE872-6584-41B4-9CB0-279D8FF4B9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D59F93-59D1-429F-B35B-7DF91277FD3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2FD375-371C-4734-9A44-AF436E7F56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1BDB9F-06FB-4C72-87D9-FF69903BB54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24A0DF-EC9B-47B0-AA6C-3F18164CB1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E1C2B0-4514-4286-B663-48FBB346BD5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EA6BC6-FCA4-4944-B7FF-32C746ADB9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58910F-A9CF-4BB2-8BC3-911B6C09E43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07E0DE-970C-4AF6-8002-8AC64423B6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28F92E-2796-460C-854C-458F028C130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6E2DBF-0AD3-4F2F-9503-E1E43706C6C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EA3108-D307-442B-AC6A-E4FA70E2CA9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C054B1-0A83-402F-A9A7-07D7AD208FF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B5859A-F3BA-44AA-BED9-47396DE6EB3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91AC84-97B9-4E82-8EA6-8D81A85CC4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0F6B0C-7682-45B8-ABB0-3DDB51B8BA5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C7A565-1442-495D-BF68-86D0AA8489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CC94F0-5F03-4F5C-B6A4-D3C26F277E4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477F28-60FC-4A82-8FD7-A21473A80C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62BB51-518B-4DD4-AB88-F2FE5746AFD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EA6799-C905-4229-8BD5-CC7B242F6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43E430-4679-42B6-9409-45C8B594482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3FC801-C0ED-407E-B163-2EA7FC1B7F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4C7CCB-AB47-425B-A9F9-ECA9038F60D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9B1924-EBED-4BD9-A6DF-F419AB29E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FE37BA-B674-462B-BAFE-66DEB816F7D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60067D-7456-4E1D-9BEE-316C9861FF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56F73-532C-43AC-AC31-64960B23FCE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EA42AB6-DD0E-4535-A60B-2B1A3FD0B4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6B6802-9853-4519-9751-711EFE7768E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DEDF03-A663-46C0-8278-521F459BB2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D40D40-413E-4003-BA83-D5BA3FC7BCC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D29F62-D0C6-41B6-9C0C-31E2AC228D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E07B2E-A41E-40EC-87D3-E1C56299262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373FA08-05B8-43A1-98C9-72FF9563A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D49EC08-8928-4998-811F-32E727D566F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B411F5-4B50-4B74-96D4-50ECE6C8DC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50221-9E93-4F14-8C49-AD7D9556815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60D5C0-0113-408D-A4AE-9EB5EF962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4E9309-6F01-4572-BB6A-0BE02BA364F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9B4807-AFD9-46AA-8847-89C8F7B4F8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E2196A-6ADC-4476-953C-6D33B48520A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FF437-AEC7-497F-9146-00B93C2DDC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4FF842-BA92-4560-9BB4-39E8FE3A2DB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511EE0-8D12-4A4D-9768-C9BBF92B45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6E4915-89D5-4882-930C-AAEF2367F02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CE90F5-EB0C-4D08-A4FC-702A145793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3F80E9-4859-40A2-8F5D-1AA3D9AB42D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77CA77-6C1B-4445-B234-6F630DD731B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25718-F7CD-4B62-B64C-484762B3F15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861CB3-C95A-41C4-8C0D-2F46D73F0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909A85-517E-4C26-A193-B49E98F77CD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C0BD1E7-067B-458A-A2B7-FCD85464E4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868095-A207-425F-90EB-70DA45A759F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B986CC-D2A3-4521-BCDE-E7C9FC251E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8A3224-3449-4249-B32C-523C5457423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3C3D3C-84B3-4660-8D1D-6B62570A83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F40626-02C4-4C1A-9863-37B9020BE59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08711E-C541-474B-B681-655049676C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74972E-3181-45E5-9F17-85ED38E3122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FF0F62-6435-4750-865F-0D0BC62E3F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63D60-5168-47F6-B9E3-DAD115DB37B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6354F4-2F52-4BB5-AA90-D962ED2CF0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BDF2A1-CECC-41D8-B2E3-64C9F1640A9C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1E38A9-ADDA-4150-BF7A-B7A3C3B8F4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E549F9-845D-4EE9-8B96-E74A16C45DE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8C8A30-FE7F-4F6F-A0A0-306B327CB0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190D70-F1AE-4D59-84CD-D87D8E38F94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2F0EB6-75DE-43D0-9948-10F4EE5DC5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B3D355-D3D2-416B-B43B-0CF10723CA7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322BC0-3005-43F1-A25D-8ECB195CF0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E257AF-2F27-4264-B5E2-C23733E7D16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FD64BA-CD9D-4AE0-A942-080DE3C23F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ECE954-561C-441C-83B9-6C72838386F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272149-62B4-4228-8EED-0B31FEE6EF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FEA1A0-8716-429E-A110-6F252A969FC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8A42AB-CE96-471F-8260-DCAFC763B3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65F1E9-F5CA-48F1-9703-ABFB91AB5FD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2F3C9C-AB10-46A8-B298-A8C33133AE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2FE9F0-D4AD-4A1A-96A7-00B988D2511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58879EC-CD62-4BC2-AF64-DC63B1ED7D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A8E328-4E67-47E3-B287-C538587D322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DCBE7A-AEE9-4696-9E12-BE26E8AE70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B9C87B-B94F-4837-8FC2-2DCEA0D89D3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7BAAE7-CBCA-47A0-8B4F-50ADE1B0BC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DA023E-375D-43B7-B465-62066CE1428F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E78C3B-E191-4F0B-87FC-BBCD0C496C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C30C9C-2A20-46BD-8536-4665C4EEC9E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F94598-68FD-4F2C-8AE2-0654097709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DD3AA8-F839-4DCD-94C6-81D83A16EA1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E7EBDA2-65E7-48E7-A8D6-7ECE21FD2F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48563F5-B288-4203-891E-4511BA07256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EDE439-782E-464F-AF32-F61125FCD3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DAD653-D72C-495B-8760-328963912029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317237-8B71-452D-9BD5-B34B6C51DF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84138C-BDB2-4E58-8E41-3E6A236DA9F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1F5982-60B1-407E-8AC2-BC1806E39B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1D0475-5A89-4AB2-9D79-41077F17798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83109-314E-43D7-97F1-1E4685ED1D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A107AB4-2D70-401B-AA4C-E18AE4353A28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11728E-BD62-496C-B70D-0BF5275F52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C67093-7FB9-414F-8315-B24A54915FF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C940A86-2865-4036-A317-6B3DAFFE4B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63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0975" y="3789363"/>
            <a:ext cx="3632200" cy="2519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20B007-B27F-454D-8C34-DB358DD06C7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A393CC-3ABB-40E5-BF3C-086F257CCE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32781B-18F8-459F-AE58-4083CEF959FA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052694A-5E48-4F5C-83A1-24C1A1936D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7E3643-808E-4EDD-9ACD-A665626A6041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1BB7AC-994D-4D1A-A148-CC59A7C0F4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6C527-EB19-4B92-B07E-370904EB1FF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4BB2DF-2A10-43CE-A803-71A0226B0C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09771B-C36F-4F49-9CA5-99862C5F934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AD691F-C29B-4513-B4B2-3525C962EB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FFDE92-08FB-45D7-A4D2-38E18ABFDC9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9B4FAD-213C-49CD-BA86-20926D9F7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F96E99-29F3-4CE7-9487-EB9E49FE29E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496365-FEED-455D-848C-E087F075B0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38975" y="2733675"/>
            <a:ext cx="1854200" cy="35750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6375" y="2733675"/>
            <a:ext cx="5410200" cy="35750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5C5CFD-2A6E-48FA-8B9C-5882C20EBBB2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50C06C0-C061-4ED6-A0F2-536DC9C0B3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image" Target="../media/image1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image" Target="../media/image1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image" Target="../media/image1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image" Target="../media/image1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14" Type="http://schemas.openxmlformats.org/officeDocument/2006/relationships/image" Target="../media/image1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image" Target="../media/image1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6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81.xml"/><Relationship Id="rId7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0.xml"/><Relationship Id="rId1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9.xml"/><Relationship Id="rId5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8.xml"/><Relationship Id="rId4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7.xml"/><Relationship Id="rId14" Type="http://schemas.openxmlformats.org/officeDocument/2006/relationships/image" Target="../media/image12.jpe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image" Target="../media/image4.jpe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0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05.xml"/><Relationship Id="rId7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12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14" Type="http://schemas.openxmlformats.org/officeDocument/2006/relationships/image" Target="../media/image13.jpe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2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21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20.xml"/><Relationship Id="rId11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18.xml"/><Relationship Id="rId9" Type="http://schemas.openxmlformats.org/officeDocument/2006/relationships/slideLayout" Target="../slideLayouts/slideLayout223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3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32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4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4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43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8.xml"/><Relationship Id="rId1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6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5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9.xml"/><Relationship Id="rId5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7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7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6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71.xml"/><Relationship Id="rId1" Type="http://schemas.openxmlformats.org/officeDocument/2006/relationships/slideLayout" Target="../slideLayouts/slideLayout270.xml"/><Relationship Id="rId6" Type="http://schemas.openxmlformats.org/officeDocument/2006/relationships/slideLayout" Target="../slideLayouts/slideLayout275.xml"/><Relationship Id="rId11" Type="http://schemas.openxmlformats.org/officeDocument/2006/relationships/slideLayout" Target="../slideLayouts/slideLayout280.xml"/><Relationship Id="rId5" Type="http://schemas.openxmlformats.org/officeDocument/2006/relationships/slideLayout" Target="../slideLayouts/slideLayout274.xml"/><Relationship Id="rId10" Type="http://schemas.openxmlformats.org/officeDocument/2006/relationships/slideLayout" Target="../slideLayouts/slideLayout279.xml"/><Relationship Id="rId4" Type="http://schemas.openxmlformats.org/officeDocument/2006/relationships/slideLayout" Target="../slideLayouts/slideLayout273.xml"/><Relationship Id="rId9" Type="http://schemas.openxmlformats.org/officeDocument/2006/relationships/slideLayout" Target="../slideLayouts/slideLayout278.xml"/><Relationship Id="rId14" Type="http://schemas.openxmlformats.org/officeDocument/2006/relationships/image" Target="../media/image11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8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7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82.xml"/><Relationship Id="rId1" Type="http://schemas.openxmlformats.org/officeDocument/2006/relationships/slideLayout" Target="../slideLayouts/slideLayout281.xml"/><Relationship Id="rId6" Type="http://schemas.openxmlformats.org/officeDocument/2006/relationships/slideLayout" Target="../slideLayouts/slideLayout286.xml"/><Relationship Id="rId11" Type="http://schemas.openxmlformats.org/officeDocument/2006/relationships/slideLayout" Target="../slideLayouts/slideLayout291.xml"/><Relationship Id="rId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90.xml"/><Relationship Id="rId4" Type="http://schemas.openxmlformats.org/officeDocument/2006/relationships/slideLayout" Target="../slideLayouts/slideLayout284.xml"/><Relationship Id="rId9" Type="http://schemas.openxmlformats.org/officeDocument/2006/relationships/slideLayout" Target="../slideLayouts/slideLayout289.xml"/><Relationship Id="rId14" Type="http://schemas.openxmlformats.org/officeDocument/2006/relationships/image" Target="../media/image11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8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296.xml"/><Relationship Id="rId10" Type="http://schemas.openxmlformats.org/officeDocument/2006/relationships/slideLayout" Target="../slideLayouts/slideLayout301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image" Target="../media/image11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0.xml"/><Relationship Id="rId13" Type="http://schemas.openxmlformats.org/officeDocument/2006/relationships/image" Target="../media/image15.jpeg"/><Relationship Id="rId3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9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304.xml"/><Relationship Id="rId1" Type="http://schemas.openxmlformats.org/officeDocument/2006/relationships/slideLayout" Target="../slideLayouts/slideLayout303.xml"/><Relationship Id="rId6" Type="http://schemas.openxmlformats.org/officeDocument/2006/relationships/slideLayout" Target="../slideLayouts/slideLayout308.xml"/><Relationship Id="rId11" Type="http://schemas.openxmlformats.org/officeDocument/2006/relationships/slideLayout" Target="../slideLayouts/slideLayout313.xml"/><Relationship Id="rId5" Type="http://schemas.openxmlformats.org/officeDocument/2006/relationships/slideLayout" Target="../slideLayouts/slideLayout307.xml"/><Relationship Id="rId10" Type="http://schemas.openxmlformats.org/officeDocument/2006/relationships/slideLayout" Target="../slideLayouts/slideLayout312.xml"/><Relationship Id="rId4" Type="http://schemas.openxmlformats.org/officeDocument/2006/relationships/slideLayout" Target="../slideLayouts/slideLayout306.xml"/><Relationship Id="rId9" Type="http://schemas.openxmlformats.org/officeDocument/2006/relationships/slideLayout" Target="../slideLayouts/slideLayout311.xml"/><Relationship Id="rId14" Type="http://schemas.openxmlformats.org/officeDocument/2006/relationships/image" Target="../media/image11.png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1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20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5.xml"/><Relationship Id="rId1" Type="http://schemas.openxmlformats.org/officeDocument/2006/relationships/slideLayout" Target="../slideLayouts/slideLayout314.xml"/><Relationship Id="rId6" Type="http://schemas.openxmlformats.org/officeDocument/2006/relationships/slideLayout" Target="../slideLayouts/slideLayout319.xml"/><Relationship Id="rId11" Type="http://schemas.openxmlformats.org/officeDocument/2006/relationships/slideLayout" Target="../slideLayouts/slideLayout324.xml"/><Relationship Id="rId5" Type="http://schemas.openxmlformats.org/officeDocument/2006/relationships/slideLayout" Target="../slideLayouts/slideLayout318.xml"/><Relationship Id="rId10" Type="http://schemas.openxmlformats.org/officeDocument/2006/relationships/slideLayout" Target="../slideLayouts/slideLayout323.xml"/><Relationship Id="rId4" Type="http://schemas.openxmlformats.org/officeDocument/2006/relationships/slideLayout" Target="../slideLayouts/slideLayout317.xml"/><Relationship Id="rId9" Type="http://schemas.openxmlformats.org/officeDocument/2006/relationships/slideLayout" Target="../slideLayouts/slideLayout322.xml"/><Relationship Id="rId14" Type="http://schemas.openxmlformats.org/officeDocument/2006/relationships/image" Target="../media/image11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image" Target="../media/image17.jpeg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theme" Target="../theme/theme30.xml"/><Relationship Id="rId2" Type="http://schemas.openxmlformats.org/officeDocument/2006/relationships/slideLayout" Target="../slideLayouts/slideLayout32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0" Type="http://schemas.openxmlformats.org/officeDocument/2006/relationships/slideLayout" Target="../slideLayouts/slideLayout33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image" Target="../media/image11.png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3.xml"/><Relationship Id="rId13" Type="http://schemas.openxmlformats.org/officeDocument/2006/relationships/image" Target="../media/image18.jpeg"/><Relationship Id="rId3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42.xml"/><Relationship Id="rId12" Type="http://schemas.openxmlformats.org/officeDocument/2006/relationships/theme" Target="../theme/theme31.xml"/><Relationship Id="rId2" Type="http://schemas.openxmlformats.org/officeDocument/2006/relationships/slideLayout" Target="../slideLayouts/slideLayout337.xml"/><Relationship Id="rId1" Type="http://schemas.openxmlformats.org/officeDocument/2006/relationships/slideLayout" Target="../slideLayouts/slideLayout336.xml"/><Relationship Id="rId6" Type="http://schemas.openxmlformats.org/officeDocument/2006/relationships/slideLayout" Target="../slideLayouts/slideLayout341.xml"/><Relationship Id="rId11" Type="http://schemas.openxmlformats.org/officeDocument/2006/relationships/slideLayout" Target="../slideLayouts/slideLayout346.xml"/><Relationship Id="rId5" Type="http://schemas.openxmlformats.org/officeDocument/2006/relationships/slideLayout" Target="../slideLayouts/slideLayout340.xml"/><Relationship Id="rId10" Type="http://schemas.openxmlformats.org/officeDocument/2006/relationships/slideLayout" Target="../slideLayouts/slideLayout345.xml"/><Relationship Id="rId4" Type="http://schemas.openxmlformats.org/officeDocument/2006/relationships/slideLayout" Target="../slideLayouts/slideLayout339.xml"/><Relationship Id="rId9" Type="http://schemas.openxmlformats.org/officeDocument/2006/relationships/slideLayout" Target="../slideLayouts/slideLayout344.xml"/><Relationship Id="rId1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37DFBC6-1925-4C79-AFB2-0D37AEDDBAAF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2312AFE-2B24-4DEE-9841-8A698EF05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402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7F06D9F-07D1-49CF-BC20-2FA8E6D697E8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D5C29D1-055C-44C7-B20E-0A8A5728F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B4989DE-FA58-4E64-96ED-4683E0FF4BF2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C4C040D4-5F81-40F9-8641-CDD730C14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8160B49E-AC8E-4798-ABFA-A87AC6F99DED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1E401605-01EE-4C0D-AAA6-904683CAE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F2B258B-BD5C-46A4-9E59-5D933CF6C2A3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CF6B704-EF6F-4928-9B74-393BF154E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6CB1641-2BAB-4A6E-8CCA-B0E8150241A0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23A19A5-DDB7-4EB0-915A-B19ED73C05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A769AE8-BE6B-4071-9351-FE4B1B3FA069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5638B4A-15E7-49E2-B6B1-7ECA6A855B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6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1699E50-73A7-495B-9D24-F0279931929E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068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88B5BEA-2C01-4E3D-BA7D-BFA6402CB6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34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38D4302C-A6B7-4680-B2D3-125455974BA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0D08127-A3F9-49B5-A42F-C1FA9B9E0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36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ADBEFE8-FC29-4091-87DA-AC825D0552F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0EF73624-553A-4997-A377-41BA1A70BE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39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A2770E4-B88B-4F16-AE28-01B122443AEA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B45EC8D-B6BF-4E80-B782-21A2E262CA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7414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D3AE44E-EFD3-4065-9FC4-DADF38A0CAE5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55AAC212-9A02-4195-B629-3D5D044884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438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2B260C58-4A4A-400D-A7A4-5117ABAA020C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9F33446-2D04-4484-9DFB-DF1BC7818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462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D4CDDE3-B71D-4B38-9306-DE36C2136F27}" type="datetime1">
              <a:rPr lang="en-US"/>
              <a:pPr>
                <a:defRPr/>
              </a:pPr>
              <a:t>11/28/2013</a:t>
            </a:fld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994053DE-7583-4294-9C9C-424F9E484C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486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425FF88D-6E30-4BB0-81EF-71AA710B91E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D7379438-BC30-44EE-9DE2-514A578FAC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204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205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Palatino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D7F20D-1D8C-45A5-AF4C-79839F134625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849404D-87D7-443F-A519-CBB7E5A142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202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468C86D-14BD-445D-B12D-6DDDED544A1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C637807-5CDB-463E-BF33-28134F84E17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FF42F45F-7542-4BEB-B65A-9B023A0E757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2307A2AD-6B73-4AA4-9CE4-4C9C140B4CF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A919821-421F-4F0D-BCAD-80E09BE3CFFD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10D3A82-6BB4-46B6-9E8F-090B040C33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B54DF59E-0875-465C-9A4D-BA0197E0C876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753A83A1-1555-48E8-8D28-5B87EA7A52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16959C9A-86FF-4193-8DBB-629A2ACB7217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02A5E7-F3A5-4617-8AE3-D26B3EDB835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7" r:id="rId1"/>
    <p:sldLayoutId id="2147484108" r:id="rId2"/>
    <p:sldLayoutId id="2147484109" r:id="rId3"/>
    <p:sldLayoutId id="2147484110" r:id="rId4"/>
    <p:sldLayoutId id="2147484111" r:id="rId5"/>
    <p:sldLayoutId id="2147484112" r:id="rId6"/>
    <p:sldLayoutId id="2147484113" r:id="rId7"/>
    <p:sldLayoutId id="2147484114" r:id="rId8"/>
    <p:sldLayoutId id="2147484115" r:id="rId9"/>
    <p:sldLayoutId id="2147484116" r:id="rId10"/>
    <p:sldLayoutId id="214748411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430213"/>
            <a:ext cx="7416800" cy="76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1484313"/>
            <a:ext cx="7416800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5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019050F8-0CBC-483C-995D-4E37A3A8FD3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058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B6057CD2-9F89-4D3C-8E32-F67817E2556B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5830" name="Picture 6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78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A5CDB4A-413D-4DF3-9961-6832234D836E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078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AF249A2A-F27E-4D4A-B5D7-9565E05FEE7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787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2E0C72D-113C-4B78-9ECF-FF8EE13BA213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0CEB931A-0C21-45D9-9788-8FE4642BB03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8903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099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ED421966-8828-4EF1-8BDA-75CC23D5CDBA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099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4C5E5528-FAF9-4DC4-8D6A-32D5758E236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09927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09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82B72B27-3629-43BF-BD0A-151A5D58117B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109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6159FA4D-49EB-4718-A724-F8786ECD68C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0951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1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AB4246D6-F289-4480-B3BE-A47058A969C0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119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93E0EC7C-E5FE-438E-B4BD-DBEED038621E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1975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76375" y="2733675"/>
            <a:ext cx="7416800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 Verdana 32 Bold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6375" y="3789363"/>
            <a:ext cx="7416800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Bodytekst Verdana 26</a:t>
            </a:r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950" y="63817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21FCDA39-1FF8-4990-A9CE-F042283933A4}" type="datetime1">
              <a:rPr lang="en-US"/>
              <a:pPr/>
              <a:t>11/28/2013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049963"/>
            <a:ext cx="10795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fld id="{FDF0EF65-1394-4078-AE7F-DEC4B66E4A28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12999" name="Picture 7" descr="UVT_Logo_creme_eng"/>
          <p:cNvPicPr>
            <a:picLocks noChangeAspect="1" noChangeArrowheads="1"/>
          </p:cNvPicPr>
          <p:nvPr/>
        </p:nvPicPr>
        <p:blipFill>
          <a:blip r:embed="rId14" cstate="print"/>
          <a:srcRect l="4784" t="20068" r="2734" b="5017"/>
          <a:stretch>
            <a:fillRect/>
          </a:stretch>
        </p:blipFill>
        <p:spPr bwMode="auto">
          <a:xfrm>
            <a:off x="7289800" y="6327775"/>
            <a:ext cx="1598613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92" r:id="rId2"/>
    <p:sldLayoutId id="2147484193" r:id="rId3"/>
    <p:sldLayoutId id="2147484194" r:id="rId4"/>
    <p:sldLayoutId id="2147484195" r:id="rId5"/>
    <p:sldLayoutId id="2147484196" r:id="rId6"/>
    <p:sldLayoutId id="2147484197" r:id="rId7"/>
    <p:sldLayoutId id="2147484198" r:id="rId8"/>
    <p:sldLayoutId id="2147484199" r:id="rId9"/>
    <p:sldLayoutId id="2147484200" r:id="rId10"/>
    <p:sldLayoutId id="2147484201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7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 Questasy: Documenting and Disseminating Longitudinal Data Online with DDI 3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55875" y="2500306"/>
            <a:ext cx="6337300" cy="1431932"/>
          </a:xfrm>
        </p:spPr>
        <p:txBody>
          <a:bodyPr/>
          <a:lstStyle/>
          <a:p>
            <a:pPr eaLnBrk="1" hangingPunct="1"/>
            <a:r>
              <a:rPr lang="en-US" dirty="0" smtClean="0"/>
              <a:t>Edwin de Vet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C730F2B-2996-4FD0-8D4F-0A6C51B8CA35}" type="datetime1">
              <a:rPr lang="en-US"/>
              <a:pPr>
                <a:defRPr/>
              </a:pPr>
              <a:t>11/28/2013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CentERdata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Research institute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University of Tilburg, Netherlands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Data collection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Manage several panels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Quantitative Analysis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Software solutions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LISS Panel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~6000 households in Netherlands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Studies conducted on various schedules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Includes longitudinal studies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Datasets prepared on various schedules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Questasy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Web application based on DDI 3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Manages data &amp; metadata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Written in </a:t>
            </a:r>
            <a:r>
              <a:rPr lang="en-US" dirty="0" err="1" smtClean="0"/>
              <a:t>CakePHP</a:t>
            </a:r>
            <a:r>
              <a:rPr lang="en-US" dirty="0" smtClean="0"/>
              <a:t> (</a:t>
            </a:r>
            <a:r>
              <a:rPr lang="en-US" dirty="0" err="1" smtClean="0"/>
              <a:t>MySQL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/>
              <a:t>Theming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Sphinx search engine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r>
              <a:rPr lang="en-US" sz="1800" dirty="0" smtClean="0"/>
              <a:t>http://www.lissdata.nl/dataarchive/</a:t>
            </a:r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Public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Browse studies, questions, variables, publications, concepts, topics, codebooks</a:t>
            </a:r>
          </a:p>
          <a:p>
            <a:endParaRPr lang="en-US" dirty="0" smtClean="0"/>
          </a:p>
          <a:p>
            <a:r>
              <a:rPr lang="en-US" dirty="0" smtClean="0"/>
              <a:t>Researcher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Download datasets, create custom datasets (basket)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r>
              <a:rPr lang="en-US" sz="2400" dirty="0" smtClean="0"/>
              <a:t>Administrator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Enter and edit metadata &amp; data, upload of files</a:t>
            </a:r>
          </a:p>
          <a:p>
            <a:endParaRPr lang="en-US" sz="20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- </a:t>
            </a:r>
            <a:r>
              <a:rPr lang="en-US" dirty="0" err="1" smtClean="0"/>
              <a:t>Questasy</a:t>
            </a:r>
            <a:endParaRPr lang="nl-NL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76372" y="1484313"/>
          <a:ext cx="741680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Questasy</a:t>
            </a:r>
            <a:r>
              <a:rPr lang="en-US" dirty="0" smtClean="0"/>
              <a:t> 5.0 – New features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Questions: multilingual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DDI 3.1 import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Multilingual – Up to version 4.3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Tables  for questions and categories contain two fields for languages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LISS data: two languages (English – Dutch)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SCP data: one language (English)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Questionnaire</a:t>
            </a:r>
            <a:endParaRPr lang="nl-NL" dirty="0"/>
          </a:p>
        </p:txBody>
      </p:sp>
      <p:pic>
        <p:nvPicPr>
          <p:cNvPr id="6" name="Content Placeholder 5" descr="questionnair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03601" y="1484313"/>
            <a:ext cx="7162347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View – LISS data</a:t>
            </a:r>
            <a:endParaRPr lang="nl-NL" dirty="0"/>
          </a:p>
        </p:txBody>
      </p:sp>
      <p:pic>
        <p:nvPicPr>
          <p:cNvPr id="6" name="Content Placeholder 5" descr="questasy_question_view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66747" y="1484313"/>
            <a:ext cx="6636055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View – SCP data</a:t>
            </a:r>
            <a:endParaRPr lang="nl-NL" dirty="0"/>
          </a:p>
        </p:txBody>
      </p:sp>
      <p:pic>
        <p:nvPicPr>
          <p:cNvPr id="6" name="Content Placeholder 5" descr="SCP_questi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76375" y="1517732"/>
            <a:ext cx="7416800" cy="475757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 project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Survey of Health, Ageing and Retirement in Europe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Face-to-face interviews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Interviews programmed in </a:t>
            </a:r>
            <a:r>
              <a:rPr lang="en-US" dirty="0" err="1" smtClean="0"/>
              <a:t>Blaise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Interviews translated into various European languages (&gt; 20)</a:t>
            </a:r>
          </a:p>
          <a:p>
            <a:pPr>
              <a:buFontTx/>
              <a:buChar char="-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Multilingual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New tables for question texts (and category texts)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Configurable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Backwards compatible</a:t>
            </a:r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195736" y="4365104"/>
            <a:ext cx="1800200" cy="1368152"/>
            <a:chOff x="2051720" y="3429000"/>
            <a:chExt cx="1800200" cy="1368152"/>
          </a:xfrm>
        </p:grpSpPr>
        <p:sp>
          <p:nvSpPr>
            <p:cNvPr id="6" name="Rounded Rectangle 5"/>
            <p:cNvSpPr/>
            <p:nvPr/>
          </p:nvSpPr>
          <p:spPr>
            <a:xfrm>
              <a:off x="2051720" y="3933056"/>
              <a:ext cx="1800200" cy="8640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Question Item</a:t>
              </a:r>
            </a:p>
            <a:p>
              <a:pPr algn="ctr"/>
              <a:r>
                <a:rPr lang="en-US" sz="1400" dirty="0" smtClean="0"/>
                <a:t>text1</a:t>
              </a:r>
            </a:p>
            <a:p>
              <a:pPr algn="ctr"/>
              <a:r>
                <a:rPr lang="en-US" sz="1400" dirty="0" smtClean="0"/>
                <a:t>text2</a:t>
              </a:r>
            </a:p>
            <a:p>
              <a:pPr algn="ctr"/>
              <a:endParaRPr lang="nl-NL" sz="1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11760" y="3429000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Up to 4.3</a:t>
              </a:r>
              <a:endParaRPr lang="nl-NL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084168" y="2852936"/>
            <a:ext cx="1800200" cy="3456384"/>
            <a:chOff x="5539016" y="2852936"/>
            <a:chExt cx="1800200" cy="3456384"/>
          </a:xfrm>
        </p:grpSpPr>
        <p:sp>
          <p:nvSpPr>
            <p:cNvPr id="7" name="Rounded Rectangle 6"/>
            <p:cNvSpPr/>
            <p:nvPr/>
          </p:nvSpPr>
          <p:spPr>
            <a:xfrm>
              <a:off x="5539016" y="3284984"/>
              <a:ext cx="1800200" cy="8640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Question Item</a:t>
              </a:r>
            </a:p>
            <a:p>
              <a:pPr algn="ctr"/>
              <a:endParaRPr lang="nl-NL" sz="14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580112" y="4509120"/>
              <a:ext cx="172819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Question Text</a:t>
              </a:r>
            </a:p>
            <a:p>
              <a:pPr algn="ctr"/>
              <a:r>
                <a:rPr lang="en-US" sz="1400" dirty="0" smtClean="0"/>
                <a:t>text</a:t>
              </a:r>
              <a:endParaRPr lang="nl-NL" sz="14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580112" y="5589240"/>
              <a:ext cx="1728192" cy="7200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Lang</a:t>
              </a:r>
              <a:endParaRPr lang="nl-NL" dirty="0"/>
            </a:p>
          </p:txBody>
        </p:sp>
        <p:cxnSp>
          <p:nvCxnSpPr>
            <p:cNvPr id="15" name="Straight Arrow Connector 14"/>
            <p:cNvCxnSpPr>
              <a:stCxn id="7" idx="2"/>
            </p:cNvCxnSpPr>
            <p:nvPr/>
          </p:nvCxnSpPr>
          <p:spPr>
            <a:xfrm flipV="1">
              <a:off x="6439116" y="4005064"/>
              <a:ext cx="36004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0"/>
              <a:endCxn id="7" idx="2"/>
            </p:cNvCxnSpPr>
            <p:nvPr/>
          </p:nvCxnSpPr>
          <p:spPr>
            <a:xfrm flipH="1" flipV="1">
              <a:off x="6439116" y="4149080"/>
              <a:ext cx="5092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2" idx="2"/>
              <a:endCxn id="13" idx="0"/>
            </p:cNvCxnSpPr>
            <p:nvPr/>
          </p:nvCxnSpPr>
          <p:spPr>
            <a:xfrm>
              <a:off x="6444208" y="5229200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 flipV="1">
              <a:off x="6660232" y="4149080"/>
              <a:ext cx="21602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940152" y="4149080"/>
              <a:ext cx="288032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940152" y="5229200"/>
              <a:ext cx="288032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6660232" y="5229200"/>
              <a:ext cx="21602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228184" y="2852936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5.0</a:t>
              </a:r>
              <a:endParaRPr lang="nl-NL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Questionnaire Overview</a:t>
            </a:r>
            <a:endParaRPr lang="nl-NL" dirty="0"/>
          </a:p>
        </p:txBody>
      </p:sp>
      <p:pic>
        <p:nvPicPr>
          <p:cNvPr id="6" name="Content Placeholder 5" descr="share_e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92334" y="1484313"/>
            <a:ext cx="7184882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Questionnaire Overview</a:t>
            </a:r>
            <a:endParaRPr lang="nl-NL" dirty="0"/>
          </a:p>
        </p:txBody>
      </p:sp>
      <p:pic>
        <p:nvPicPr>
          <p:cNvPr id="6" name="Content Placeholder 5" descr="share_g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24359" y="1484313"/>
            <a:ext cx="7120832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question view</a:t>
            </a:r>
            <a:endParaRPr lang="nl-NL" dirty="0"/>
          </a:p>
        </p:txBody>
      </p:sp>
      <p:pic>
        <p:nvPicPr>
          <p:cNvPr id="6" name="Content Placeholder 5" descr="share_questi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61388" y="1196752"/>
            <a:ext cx="7387076" cy="521615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of metadata before 5.0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763688" y="1340768"/>
            <a:ext cx="705678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Variables: OMS import from SPSS</a:t>
            </a:r>
          </a:p>
          <a:p>
            <a:r>
              <a:rPr lang="nl-NL" sz="1400" dirty="0" err="1" smtClean="0"/>
              <a:t>get</a:t>
            </a:r>
            <a:r>
              <a:rPr lang="nl-NL" sz="1400" dirty="0" smtClean="0"/>
              <a:t> file = "</a:t>
            </a:r>
            <a:r>
              <a:rPr lang="nl-NL" sz="1400" dirty="0" err="1" smtClean="0"/>
              <a:t>SPSSfile.sav</a:t>
            </a:r>
            <a:r>
              <a:rPr lang="nl-NL" sz="1400" dirty="0" smtClean="0"/>
              <a:t>" .</a:t>
            </a:r>
            <a:br>
              <a:rPr lang="nl-NL" sz="1400" dirty="0" smtClean="0"/>
            </a:br>
            <a:r>
              <a:rPr lang="nl-NL" sz="1400" dirty="0" err="1" smtClean="0"/>
              <a:t>oms</a:t>
            </a:r>
            <a:r>
              <a:rPr lang="nl-NL" sz="1400" dirty="0" smtClean="0"/>
              <a:t> /</a:t>
            </a:r>
            <a:r>
              <a:rPr lang="nl-NL" sz="1400" dirty="0" err="1" smtClean="0"/>
              <a:t>destination</a:t>
            </a:r>
            <a:r>
              <a:rPr lang="nl-NL" sz="1400" dirty="0" smtClean="0"/>
              <a:t> </a:t>
            </a:r>
            <a:r>
              <a:rPr lang="nl-NL" sz="1400" dirty="0" err="1" smtClean="0"/>
              <a:t>format</a:t>
            </a:r>
            <a:r>
              <a:rPr lang="nl-NL" sz="1400" dirty="0" smtClean="0"/>
              <a:t> = </a:t>
            </a:r>
            <a:r>
              <a:rPr lang="nl-NL" sz="1400" dirty="0" err="1" smtClean="0"/>
              <a:t>oxml</a:t>
            </a:r>
            <a:r>
              <a:rPr lang="nl-NL" sz="1400" dirty="0" smtClean="0"/>
              <a:t> </a:t>
            </a:r>
            <a:r>
              <a:rPr lang="nl-NL" sz="1400" dirty="0" err="1" smtClean="0"/>
              <a:t>outfile</a:t>
            </a:r>
            <a:r>
              <a:rPr lang="nl-NL" sz="1400" dirty="0" smtClean="0"/>
              <a:t> = "</a:t>
            </a:r>
            <a:r>
              <a:rPr lang="nl-NL" sz="1400" dirty="0" err="1" smtClean="0"/>
              <a:t>OMSfile.xml</a:t>
            </a:r>
            <a:r>
              <a:rPr lang="nl-NL" sz="1400" dirty="0" smtClean="0"/>
              <a:t>" viewer = </a:t>
            </a:r>
            <a:r>
              <a:rPr lang="nl-NL" sz="1400" dirty="0" err="1" smtClean="0"/>
              <a:t>no</a:t>
            </a:r>
            <a:r>
              <a:rPr lang="nl-NL" sz="1400" dirty="0" smtClean="0"/>
              <a:t> .</a:t>
            </a:r>
            <a:br>
              <a:rPr lang="nl-NL" sz="1400" dirty="0" smtClean="0"/>
            </a:br>
            <a:r>
              <a:rPr lang="nl-NL" sz="1400" dirty="0" smtClean="0"/>
              <a:t>display .</a:t>
            </a:r>
            <a:br>
              <a:rPr lang="nl-NL" sz="1400" dirty="0" smtClean="0"/>
            </a:br>
            <a:r>
              <a:rPr lang="nl-NL" sz="1400" dirty="0" err="1" smtClean="0"/>
              <a:t>omsend</a:t>
            </a:r>
            <a:r>
              <a:rPr lang="nl-NL" sz="1400" dirty="0" smtClean="0"/>
              <a:t> . </a:t>
            </a:r>
          </a:p>
          <a:p>
            <a:endParaRPr lang="en-US" sz="1400" dirty="0" smtClean="0"/>
          </a:p>
          <a:p>
            <a:endParaRPr lang="en-US" sz="1400" dirty="0" smtClean="0"/>
          </a:p>
          <a:p>
            <a:r>
              <a:rPr lang="en-US" sz="2400" dirty="0" smtClean="0"/>
              <a:t>Questions: </a:t>
            </a:r>
            <a:r>
              <a:rPr lang="en-US" sz="2400" dirty="0" err="1" smtClean="0"/>
              <a:t>Blaise</a:t>
            </a:r>
            <a:r>
              <a:rPr lang="en-US" sz="2400" dirty="0" smtClean="0"/>
              <a:t> import</a:t>
            </a:r>
          </a:p>
          <a:p>
            <a:r>
              <a:rPr lang="en-US" sz="1400" dirty="0" smtClean="0"/>
              <a:t>Only on Windows servers with </a:t>
            </a:r>
            <a:r>
              <a:rPr lang="en-US" sz="1400" dirty="0" err="1" smtClean="0"/>
              <a:t>Blaise</a:t>
            </a:r>
            <a:r>
              <a:rPr lang="en-US" sz="1400" dirty="0" smtClean="0"/>
              <a:t> installed, uses the .</a:t>
            </a:r>
            <a:r>
              <a:rPr lang="en-US" sz="1400" dirty="0" err="1" smtClean="0"/>
              <a:t>bmi</a:t>
            </a:r>
            <a:r>
              <a:rPr lang="en-US" sz="1400" dirty="0" smtClean="0"/>
              <a:t> file</a:t>
            </a:r>
          </a:p>
          <a:p>
            <a:endParaRPr lang="en-US" sz="1400" dirty="0" smtClean="0"/>
          </a:p>
          <a:p>
            <a:endParaRPr lang="en-US" sz="1400" dirty="0" smtClean="0"/>
          </a:p>
          <a:p>
            <a:r>
              <a:rPr lang="en-US" sz="2400" dirty="0" smtClean="0"/>
              <a:t>Custom import</a:t>
            </a:r>
          </a:p>
          <a:p>
            <a:r>
              <a:rPr lang="en-US" sz="1400" dirty="0" smtClean="0"/>
              <a:t>Done for study Cultural Changes (Netherlands Institute for Social Research)</a:t>
            </a:r>
          </a:p>
          <a:p>
            <a:endParaRPr lang="en-US" sz="1400" dirty="0" smtClean="0"/>
          </a:p>
          <a:p>
            <a:endParaRPr lang="en-US" sz="1400" dirty="0" smtClean="0"/>
          </a:p>
          <a:p>
            <a:r>
              <a:rPr lang="en-US" sz="2400" dirty="0" smtClean="0"/>
              <a:t>Manually</a:t>
            </a:r>
            <a:endParaRPr lang="nl-NL" sz="2400" dirty="0" smtClean="0"/>
          </a:p>
          <a:p>
            <a:endParaRPr lang="nl-NL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3.1 Import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DDI 3.1 export already existed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Import and export </a:t>
            </a:r>
            <a:r>
              <a:rPr lang="en-US" dirty="0" smtClean="0"/>
              <a:t>supports single wave and longitudinal studies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Import and export supports </a:t>
            </a:r>
            <a:r>
              <a:rPr lang="en-US" dirty="0" smtClean="0"/>
              <a:t>multilingual questions</a:t>
            </a:r>
          </a:p>
          <a:p>
            <a:pPr>
              <a:buFont typeface="Arial" pitchFamily="34" charset="0"/>
              <a:buChar char="•"/>
            </a:pP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Import - Single wave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67944" y="1844824"/>
            <a:ext cx="1368152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/>
              <a:t>StudyUnit</a:t>
            </a:r>
            <a:endParaRPr lang="en-US" sz="1400" dirty="0" smtClean="0"/>
          </a:p>
        </p:txBody>
      </p:sp>
      <p:cxnSp>
        <p:nvCxnSpPr>
          <p:cNvPr id="11" name="Straight Arrow Connector 10"/>
          <p:cNvCxnSpPr>
            <a:stCxn id="8" idx="1"/>
            <a:endCxn id="9" idx="3"/>
          </p:cNvCxnSpPr>
          <p:nvPr/>
        </p:nvCxnSpPr>
        <p:spPr>
          <a:xfrm flipH="1">
            <a:off x="4644008" y="3243888"/>
            <a:ext cx="936104" cy="5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2843808" y="2348880"/>
            <a:ext cx="4320480" cy="1152128"/>
            <a:chOff x="3275856" y="3356992"/>
            <a:chExt cx="4320480" cy="1152128"/>
          </a:xfrm>
        </p:grpSpPr>
        <p:sp>
          <p:nvSpPr>
            <p:cNvPr id="8" name="Rounded Rectangle 7"/>
            <p:cNvSpPr/>
            <p:nvPr/>
          </p:nvSpPr>
          <p:spPr>
            <a:xfrm>
              <a:off x="6012160" y="4035976"/>
              <a:ext cx="1584176" cy="432048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Question Constructs</a:t>
              </a:r>
              <a:endParaRPr lang="nl-NL" sz="1200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275856" y="4005064"/>
              <a:ext cx="1800200" cy="504056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Question Items</a:t>
              </a:r>
              <a:endParaRPr lang="nl-NL" sz="1400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868144" y="3356992"/>
              <a:ext cx="720080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3995936" y="3356992"/>
              <a:ext cx="576064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2627784" y="4293096"/>
            <a:ext cx="4549720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400" dirty="0" smtClean="0"/>
              <a:t>ns1:</a:t>
            </a:r>
            <a:r>
              <a:rPr lang="nl-NL" sz="1400" dirty="0" err="1" smtClean="0"/>
              <a:t>DDIInstance</a:t>
            </a:r>
            <a:r>
              <a:rPr lang="nl-NL" sz="1400" dirty="0" smtClean="0"/>
              <a:t>  </a:t>
            </a:r>
          </a:p>
          <a:p>
            <a:r>
              <a:rPr lang="nl-NL" sz="1400" dirty="0" smtClean="0"/>
              <a:t>        s:StudyUnit</a:t>
            </a:r>
          </a:p>
          <a:p>
            <a:r>
              <a:rPr lang="nl-NL" sz="1400" dirty="0" smtClean="0"/>
              <a:t>                d:DataCollection</a:t>
            </a:r>
          </a:p>
          <a:p>
            <a:r>
              <a:rPr lang="nl-NL" sz="1400" dirty="0" smtClean="0"/>
              <a:t>                        d:QuestionScheme</a:t>
            </a:r>
          </a:p>
          <a:p>
            <a:r>
              <a:rPr lang="nl-NL" sz="1400" dirty="0" smtClean="0"/>
              <a:t>                        d:ControlConstructScheme</a:t>
            </a:r>
          </a:p>
          <a:p>
            <a:r>
              <a:rPr lang="nl-NL" sz="1400" dirty="0" smtClean="0"/>
              <a:t>                l:LogicalProduct</a:t>
            </a:r>
          </a:p>
          <a:p>
            <a:r>
              <a:rPr lang="nl-NL" sz="1400" dirty="0" smtClean="0"/>
              <a:t>                        l:CategoryScheme  (multiple)</a:t>
            </a:r>
          </a:p>
          <a:p>
            <a:r>
              <a:rPr lang="nl-NL" sz="1400" dirty="0" smtClean="0"/>
              <a:t>                        l:CodeScheme  (multiple)</a:t>
            </a:r>
          </a:p>
          <a:p>
            <a:r>
              <a:rPr lang="nl-NL" sz="1400" dirty="0" smtClean="0"/>
              <a:t>                        l:VariableScheme</a:t>
            </a:r>
            <a:endParaRPr lang="nl-NL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430213"/>
            <a:ext cx="7705551" cy="766762"/>
          </a:xfrm>
        </p:spPr>
        <p:txBody>
          <a:bodyPr/>
          <a:lstStyle/>
          <a:p>
            <a:r>
              <a:rPr lang="en-US" dirty="0" smtClean="0"/>
              <a:t>DDI Import - Longitudinal study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656" y="1700808"/>
            <a:ext cx="7416800" cy="4824412"/>
          </a:xfrm>
        </p:spPr>
        <p:txBody>
          <a:bodyPr/>
          <a:lstStyle/>
          <a:p>
            <a:endParaRPr lang="nl-NL" dirty="0" smtClean="0"/>
          </a:p>
          <a:p>
            <a:endParaRPr lang="nl-NL" dirty="0" smtClean="0"/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2442582" y="1124744"/>
            <a:ext cx="5544616" cy="2870226"/>
            <a:chOff x="2442582" y="1124744"/>
            <a:chExt cx="5544616" cy="2870226"/>
          </a:xfrm>
        </p:grpSpPr>
        <p:sp>
          <p:nvSpPr>
            <p:cNvPr id="6" name="Rounded Rectangle 5"/>
            <p:cNvSpPr/>
            <p:nvPr/>
          </p:nvSpPr>
          <p:spPr>
            <a:xfrm>
              <a:off x="2442582" y="2091940"/>
              <a:ext cx="1296144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StudyUnit</a:t>
              </a:r>
              <a:endParaRPr lang="en-US" sz="1400" dirty="0" smtClean="0"/>
            </a:p>
            <a:p>
              <a:pPr algn="ctr"/>
              <a:r>
                <a:rPr lang="en-US" sz="1400" dirty="0" smtClean="0"/>
                <a:t>Wave 1</a:t>
              </a:r>
              <a:endParaRPr lang="nl-NL" sz="1400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788024" y="2060848"/>
              <a:ext cx="1296144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StudyUnit</a:t>
              </a:r>
              <a:endParaRPr lang="en-US" sz="1400" dirty="0" smtClean="0"/>
            </a:p>
            <a:p>
              <a:pPr algn="ctr"/>
              <a:r>
                <a:rPr lang="en-US" sz="1400" dirty="0" smtClean="0"/>
                <a:t>Wave 2</a:t>
              </a:r>
              <a:endParaRPr lang="nl-NL" sz="1400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691054" y="2071392"/>
              <a:ext cx="1296144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StudyUnit</a:t>
              </a:r>
              <a:endParaRPr lang="en-US" sz="1400" dirty="0" smtClean="0"/>
            </a:p>
            <a:p>
              <a:pPr algn="ctr"/>
              <a:r>
                <a:rPr lang="en-US" sz="1400" dirty="0" smtClean="0"/>
                <a:t>Wave  3</a:t>
              </a:r>
              <a:endParaRPr lang="nl-NL" sz="1400" dirty="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139952" y="1124744"/>
              <a:ext cx="2232248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 smtClean="0"/>
                <a:t>StudyUnit</a:t>
              </a:r>
              <a:endParaRPr lang="en-US" sz="1400" dirty="0" smtClean="0"/>
            </a:p>
            <a:p>
              <a:pPr algn="ctr"/>
              <a:r>
                <a:rPr lang="en-US" sz="1400" dirty="0" smtClean="0"/>
                <a:t>Longitudinal study</a:t>
              </a:r>
              <a:endParaRPr lang="nl-NL" sz="14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746838" y="2904666"/>
              <a:ext cx="1296144" cy="432048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Question Constructs</a:t>
              </a:r>
              <a:endParaRPr lang="nl-NL" sz="1200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691054" y="2884118"/>
              <a:ext cx="1296144" cy="432048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Question Constructs</a:t>
              </a:r>
              <a:endParaRPr lang="nl-NL" sz="1200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442582" y="2914940"/>
              <a:ext cx="1296144" cy="432048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Question Constructs</a:t>
              </a:r>
              <a:endParaRPr lang="nl-NL" sz="1200"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572000" y="3490914"/>
              <a:ext cx="1800200" cy="504056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Question Items</a:t>
              </a:r>
              <a:endParaRPr lang="nl-NL" sz="1400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5322902" y="1711262"/>
              <a:ext cx="0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403022" y="1711262"/>
              <a:ext cx="50405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H="1">
              <a:off x="3594710" y="1711262"/>
              <a:ext cx="504056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090654" y="2719374"/>
              <a:ext cx="0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322902" y="2719374"/>
              <a:ext cx="0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2" idx="2"/>
            </p:cNvCxnSpPr>
            <p:nvPr/>
          </p:nvCxnSpPr>
          <p:spPr>
            <a:xfrm>
              <a:off x="7339126" y="2575448"/>
              <a:ext cx="0" cy="216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738726" y="3336714"/>
              <a:ext cx="72008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3" idx="2"/>
            </p:cNvCxnSpPr>
            <p:nvPr/>
          </p:nvCxnSpPr>
          <p:spPr>
            <a:xfrm flipH="1">
              <a:off x="5364088" y="3336714"/>
              <a:ext cx="30822" cy="1642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6331014" y="3336714"/>
              <a:ext cx="432048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1475656" y="4005064"/>
            <a:ext cx="4608512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ns1:DDIInstance</a:t>
            </a:r>
          </a:p>
          <a:p>
            <a:r>
              <a:rPr lang="en-US" sz="1400" dirty="0" smtClean="0"/>
              <a:t>        g:Group</a:t>
            </a:r>
          </a:p>
          <a:p>
            <a:r>
              <a:rPr lang="en-US" sz="1400" dirty="0" smtClean="0"/>
              <a:t>                g:StudyUnit  (multiple)</a:t>
            </a:r>
          </a:p>
          <a:p>
            <a:r>
              <a:rPr lang="en-US" sz="1400" dirty="0" smtClean="0"/>
              <a:t>                        s:StudyUnit</a:t>
            </a:r>
          </a:p>
          <a:p>
            <a:r>
              <a:rPr lang="en-US" sz="1400" dirty="0" smtClean="0"/>
              <a:t>                                d:DataCollection</a:t>
            </a:r>
          </a:p>
          <a:p>
            <a:r>
              <a:rPr lang="en-US" sz="1400" dirty="0" smtClean="0"/>
              <a:t>                                        d:ControlConstructScheme</a:t>
            </a:r>
          </a:p>
          <a:p>
            <a:r>
              <a:rPr lang="en-US" sz="1400" dirty="0" smtClean="0"/>
              <a:t>                                l:LogicalProduct</a:t>
            </a:r>
          </a:p>
          <a:p>
            <a:r>
              <a:rPr lang="en-US" sz="1400" dirty="0" smtClean="0"/>
              <a:t>                                        l:VariableScheme  </a:t>
            </a:r>
          </a:p>
          <a:p>
            <a:r>
              <a:rPr lang="en-US" sz="1400" dirty="0" smtClean="0"/>
              <a:t>        g:ResourcePackage</a:t>
            </a:r>
          </a:p>
          <a:p>
            <a:r>
              <a:rPr lang="en-US" sz="1400" dirty="0" smtClean="0"/>
              <a:t>                d:QuestionScheme</a:t>
            </a:r>
          </a:p>
          <a:p>
            <a:r>
              <a:rPr lang="en-US" sz="1400" dirty="0" smtClean="0"/>
              <a:t>                l:CategoryScheme  (multiple)</a:t>
            </a:r>
          </a:p>
          <a:p>
            <a:r>
              <a:rPr lang="en-US" sz="1400" dirty="0" smtClean="0"/>
              <a:t>                l:CodeScheme  (multiple)</a:t>
            </a:r>
            <a:endParaRPr lang="nl-NL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Import - Interface</a:t>
            </a:r>
            <a:endParaRPr lang="nl-NL" dirty="0"/>
          </a:p>
        </p:txBody>
      </p:sp>
      <p:pic>
        <p:nvPicPr>
          <p:cNvPr id="6" name="Content Placeholder 5" descr="ddi_upload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31805" y="1484313"/>
            <a:ext cx="6905940" cy="48244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used to transfer metadata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Transfer data between one </a:t>
            </a:r>
            <a:r>
              <a:rPr lang="en-US" dirty="0" err="1" smtClean="0"/>
              <a:t>Questasy</a:t>
            </a:r>
            <a:r>
              <a:rPr lang="en-US" dirty="0" smtClean="0"/>
              <a:t> instance to another instance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Transfer data between </a:t>
            </a:r>
            <a:r>
              <a:rPr lang="en-US" dirty="0" err="1" smtClean="0"/>
              <a:t>Questasy</a:t>
            </a:r>
            <a:r>
              <a:rPr lang="en-US" dirty="0" smtClean="0"/>
              <a:t> and other applications (TMT)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Conclusion: it works!</a:t>
            </a:r>
          </a:p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Licensing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Free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Including source code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License agreement available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Available for non-profit scientific &amp; government institutes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FF82E-66FD-4AED-BCB5-986507DAF01A}" type="datetime1">
              <a:rPr lang="en-US" smtClean="0"/>
              <a:pPr/>
              <a:t>11/28/2013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D81EF3-0CF4-43B6-B34A-82B2B13BFC5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t E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Wit E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it 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rt slide">
  <a:themeElements>
    <a:clrScheme name="Start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rt slid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rt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Eind slide">
  <a:themeElements>
    <a:clrScheme name="Ein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Foto slide 1">
  <a:themeElements>
    <a:clrScheme name="Foto slide 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Standaard slide UvT">
  <a:themeElements>
    <a:clrScheme name="Standaard slide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Standaard slide">
  <a:themeElements>
    <a:clrScheme name="Standaard slid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Standaard slid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_Eind slide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Eind slide">
      <a:majorFont>
        <a:latin typeface="Palatino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ind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_Foto slide 1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_Foto slide 2">
  <a:themeElements>
    <a:clrScheme name="Foto slide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_Foto slide 3">
  <a:themeElements>
    <a:clrScheme name="Foto slide 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_Foto slide 4">
  <a:themeElements>
    <a:clrScheme name="Foto slide 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_Foto slide 5">
  <a:themeElements>
    <a:clrScheme name="Foto slide 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1_Foto slide 6">
  <a:themeElements>
    <a:clrScheme name="Foto slide 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1_Standaard slide UvT">
  <a:themeElements>
    <a:clrScheme name="cdata">
      <a:dk1>
        <a:srgbClr val="000000"/>
      </a:dk1>
      <a:lt1>
        <a:srgbClr val="FFFFFF"/>
      </a:lt1>
      <a:dk2>
        <a:srgbClr val="007AC0"/>
      </a:dk2>
      <a:lt2>
        <a:srgbClr val="E4DEA0"/>
      </a:lt2>
      <a:accent1>
        <a:srgbClr val="30686F"/>
      </a:accent1>
      <a:accent2>
        <a:srgbClr val="CBB900"/>
      </a:accent2>
      <a:accent3>
        <a:srgbClr val="007AC0"/>
      </a:accent3>
      <a:accent4>
        <a:srgbClr val="C07C98"/>
      </a:accent4>
      <a:accent5>
        <a:srgbClr val="B19F00"/>
      </a:accent5>
      <a:accent6>
        <a:srgbClr val="399ED3"/>
      </a:accent6>
      <a:hlink>
        <a:srgbClr val="399ED3"/>
      </a:hlink>
      <a:folHlink>
        <a:srgbClr val="30686F"/>
      </a:folHlink>
    </a:clrScheme>
    <a:fontScheme name="Standaard slide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ard slide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1_Foto slide 1 UvT">
  <a:themeElements>
    <a:clrScheme name="Foto slide 1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1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1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1_Foto slide 2 UvT">
  <a:themeElements>
    <a:clrScheme name="Foto slide 2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2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2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1_Foto slide 3 UvT">
  <a:themeElements>
    <a:clrScheme name="Foto slide 3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3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3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Foto slide 4 UvT">
  <a:themeElements>
    <a:clrScheme name="Foto slide 4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4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4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1_Foto slide 5 UvT">
  <a:themeElements>
    <a:clrScheme name="Foto slide 5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5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5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1_Foto slide 6 UvT">
  <a:themeElements>
    <a:clrScheme name="Foto slide 6 Uv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E66B"/>
      </a:accent1>
      <a:accent2>
        <a:srgbClr val="C07C98"/>
      </a:accent2>
      <a:accent3>
        <a:srgbClr val="FFFFFF"/>
      </a:accent3>
      <a:accent4>
        <a:srgbClr val="000000"/>
      </a:accent4>
      <a:accent5>
        <a:srgbClr val="FFF0BA"/>
      </a:accent5>
      <a:accent6>
        <a:srgbClr val="AE7089"/>
      </a:accent6>
      <a:hlink>
        <a:srgbClr val="399ED3"/>
      </a:hlink>
      <a:folHlink>
        <a:srgbClr val="30686F"/>
      </a:folHlink>
    </a:clrScheme>
    <a:fontScheme name="Foto slide 6 Uv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oto slide 6 Uv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E66B"/>
        </a:accent1>
        <a:accent2>
          <a:srgbClr val="C07C98"/>
        </a:accent2>
        <a:accent3>
          <a:srgbClr val="FFFFFF"/>
        </a:accent3>
        <a:accent4>
          <a:srgbClr val="000000"/>
        </a:accent4>
        <a:accent5>
          <a:srgbClr val="FFF0BA"/>
        </a:accent5>
        <a:accent6>
          <a:srgbClr val="AE7089"/>
        </a:accent6>
        <a:hlink>
          <a:srgbClr val="399ED3"/>
        </a:hlink>
        <a:folHlink>
          <a:srgbClr val="30686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Wit EN</Template>
  <TotalTime>6798</TotalTime>
  <Words>659</Words>
  <Application>Microsoft Office PowerPoint</Application>
  <PresentationFormat>On-screen Show (4:3)</PresentationFormat>
  <Paragraphs>235</Paragraphs>
  <Slides>24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31</vt:i4>
      </vt:variant>
      <vt:variant>
        <vt:lpstr>Slide Titles</vt:lpstr>
      </vt:variant>
      <vt:variant>
        <vt:i4>24</vt:i4>
      </vt:variant>
    </vt:vector>
  </HeadingPairs>
  <TitlesOfParts>
    <vt:vector size="55" baseType="lpstr">
      <vt:lpstr>Wit EN</vt:lpstr>
      <vt:lpstr>Start slide</vt:lpstr>
      <vt:lpstr>Eind slide</vt:lpstr>
      <vt:lpstr>Foto slide 1</vt:lpstr>
      <vt:lpstr>Foto slide 2</vt:lpstr>
      <vt:lpstr>Foto slide 3</vt:lpstr>
      <vt:lpstr>Foto slide 4</vt:lpstr>
      <vt:lpstr>Foto slide 5</vt:lpstr>
      <vt:lpstr>Foto slide 6</vt:lpstr>
      <vt:lpstr>Standaard slide UvT</vt:lpstr>
      <vt:lpstr>Foto slide 1 UvT</vt:lpstr>
      <vt:lpstr>Foto slide 2 UvT</vt:lpstr>
      <vt:lpstr>Foto slide 3 UvT</vt:lpstr>
      <vt:lpstr>Foto slide 4 UvT</vt:lpstr>
      <vt:lpstr>Foto slide 5 UvT</vt:lpstr>
      <vt:lpstr>Foto slide 6 UvT</vt:lpstr>
      <vt:lpstr>Standaard slide</vt:lpstr>
      <vt:lpstr>1_Eind slide</vt:lpstr>
      <vt:lpstr>1_Foto slide 1</vt:lpstr>
      <vt:lpstr>1_Foto slide 2</vt:lpstr>
      <vt:lpstr>1_Foto slide 3</vt:lpstr>
      <vt:lpstr>1_Foto slide 4</vt:lpstr>
      <vt:lpstr>1_Foto slide 5</vt:lpstr>
      <vt:lpstr>1_Foto slide 6</vt:lpstr>
      <vt:lpstr>1_Standaard slide UvT</vt:lpstr>
      <vt:lpstr>1_Foto slide 1 UvT</vt:lpstr>
      <vt:lpstr>1_Foto slide 2 UvT</vt:lpstr>
      <vt:lpstr>1_Foto slide 3 UvT</vt:lpstr>
      <vt:lpstr>1_Foto slide 4 UvT</vt:lpstr>
      <vt:lpstr>1_Foto slide 5 UvT</vt:lpstr>
      <vt:lpstr>1_Foto slide 6 UvT</vt:lpstr>
      <vt:lpstr> Questasy: Documenting and Disseminating Longitudinal Data Online with DDI 3</vt:lpstr>
      <vt:lpstr>CentERdata</vt:lpstr>
      <vt:lpstr>LISS Panel</vt:lpstr>
      <vt:lpstr>Questasy</vt:lpstr>
      <vt:lpstr>Features</vt:lpstr>
      <vt:lpstr>DDI - Questasy</vt:lpstr>
      <vt:lpstr>Questasy 5.0 – New features</vt:lpstr>
      <vt:lpstr>Multilingual – Up to version 4.3</vt:lpstr>
      <vt:lpstr>Overview Questionnaire</vt:lpstr>
      <vt:lpstr>Question View – LISS data</vt:lpstr>
      <vt:lpstr>Question View – SCP data</vt:lpstr>
      <vt:lpstr>SHARE project</vt:lpstr>
      <vt:lpstr>Multilingual</vt:lpstr>
      <vt:lpstr>Questionnaire Overview</vt:lpstr>
      <vt:lpstr>Questionnaire Overview</vt:lpstr>
      <vt:lpstr>Single question view</vt:lpstr>
      <vt:lpstr>Import of metadata before 5.0</vt:lpstr>
      <vt:lpstr>DDI 3.1 Import</vt:lpstr>
      <vt:lpstr>DDI Import - Single wave</vt:lpstr>
      <vt:lpstr>DDI Import - Longitudinal study</vt:lpstr>
      <vt:lpstr>DDI Import - Interface</vt:lpstr>
      <vt:lpstr>DDI used to transfer metadata</vt:lpstr>
      <vt:lpstr>Licensing</vt:lpstr>
      <vt:lpstr>Slide 24</vt:lpstr>
    </vt:vector>
  </TitlesOfParts>
  <Company>CentERdata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Questasy</dc:title>
  <dc:creator>AA</dc:creator>
  <cp:lastModifiedBy>WinXP user</cp:lastModifiedBy>
  <cp:revision>407</cp:revision>
  <dcterms:created xsi:type="dcterms:W3CDTF">2009-04-20T10:39:27Z</dcterms:created>
  <dcterms:modified xsi:type="dcterms:W3CDTF">2013-11-28T12:29:13Z</dcterms:modified>
</cp:coreProperties>
</file>