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3" r:id="rId2"/>
    <p:sldId id="336" r:id="rId3"/>
    <p:sldId id="329" r:id="rId4"/>
    <p:sldId id="330" r:id="rId5"/>
    <p:sldId id="328" r:id="rId6"/>
    <p:sldId id="327" r:id="rId7"/>
    <p:sldId id="331" r:id="rId8"/>
    <p:sldId id="333" r:id="rId9"/>
    <p:sldId id="334" r:id="rId10"/>
    <p:sldId id="332" r:id="rId11"/>
    <p:sldId id="335" r:id="rId12"/>
  </p:sldIdLst>
  <p:sldSz cx="9144000" cy="6858000" type="screen4x3"/>
  <p:notesSz cx="6669088" cy="9928225"/>
  <p:defaultTextStyle>
    <a:defPPr>
      <a:defRPr lang="nb-NO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CCE1"/>
    <a:srgbClr val="FFB300"/>
    <a:srgbClr val="C00000"/>
    <a:srgbClr val="008C00"/>
    <a:srgbClr val="FFFFFF"/>
    <a:srgbClr val="000A46"/>
    <a:srgbClr val="FF0000"/>
    <a:srgbClr val="384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51" autoAdjust="0"/>
    <p:restoredTop sz="94710" autoAdjust="0"/>
  </p:normalViewPr>
  <p:slideViewPr>
    <p:cSldViewPr>
      <p:cViewPr>
        <p:scale>
          <a:sx n="81" d="100"/>
          <a:sy n="81" d="100"/>
        </p:scale>
        <p:origin x="-564" y="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88925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32925"/>
            <a:ext cx="288925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999D28E-2E56-444C-8B8E-CBC9F193802B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358014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54063"/>
            <a:ext cx="4916488" cy="36877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692650"/>
            <a:ext cx="4891088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noProof="0" smtClean="0"/>
              <a:t>Klikk for å redigere tekststiler i malen</a:t>
            </a:r>
          </a:p>
          <a:p>
            <a:pPr lvl="1"/>
            <a:r>
              <a:rPr lang="nb-NO" noProof="0" smtClean="0"/>
              <a:t>Andre nivå</a:t>
            </a:r>
          </a:p>
          <a:p>
            <a:pPr lvl="2"/>
            <a:r>
              <a:rPr lang="nb-NO" noProof="0" smtClean="0"/>
              <a:t>Tredje nivå</a:t>
            </a:r>
          </a:p>
          <a:p>
            <a:pPr lvl="3"/>
            <a:r>
              <a:rPr lang="nb-NO" noProof="0" smtClean="0"/>
              <a:t>Fjerde nivå</a:t>
            </a:r>
          </a:p>
          <a:p>
            <a:pPr lvl="4"/>
            <a:r>
              <a:rPr lang="nb-NO" noProof="0" smtClean="0"/>
              <a:t>Femte nivå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9438"/>
            <a:ext cx="28892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69438"/>
            <a:ext cx="28892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D4B4102-20B9-4B4F-81AE-B0B79A77C58B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718502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4B4102-20B9-4B4F-81AE-B0B79A77C58B}" type="slidenum">
              <a:rPr lang="nb-NO" smtClean="0"/>
              <a:pPr>
                <a:defRPr/>
              </a:pPr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14983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b-NO" smtClean="0"/>
              <a:t>Klikk for å redigere undertittelstil i malen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81308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39135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1728781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900113" y="1844675"/>
            <a:ext cx="3695700" cy="4708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748213" y="1844675"/>
            <a:ext cx="3695700" cy="4708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75701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83989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4787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93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802724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b-NO" noProof="0" smtClean="0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 smtClean="0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3474187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36221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6584950" y="836613"/>
            <a:ext cx="1943100" cy="5716587"/>
          </a:xfrm>
        </p:spPr>
        <p:txBody>
          <a:bodyPr vert="eaVert"/>
          <a:lstStyle/>
          <a:p>
            <a:r>
              <a:rPr lang="nb-NO" smtClean="0"/>
              <a:t>Klikk for å redigere tittelstil</a:t>
            </a:r>
            <a:endParaRPr lang="nb-NO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755650" y="836613"/>
            <a:ext cx="5676900" cy="5716587"/>
          </a:xfrm>
        </p:spPr>
        <p:txBody>
          <a:bodyPr vert="eaVert"/>
          <a:lstStyle/>
          <a:p>
            <a:pPr lvl="0"/>
            <a:r>
              <a:rPr lang="nb-NO" smtClean="0"/>
              <a:t>Klikk for å redigere tekststiler i malen</a:t>
            </a:r>
          </a:p>
          <a:p>
            <a:pPr lvl="1"/>
            <a:r>
              <a:rPr lang="nb-NO" smtClean="0"/>
              <a:t>Andre nivå</a:t>
            </a:r>
          </a:p>
          <a:p>
            <a:pPr lvl="2"/>
            <a:r>
              <a:rPr lang="nb-NO" smtClean="0"/>
              <a:t>Tredje nivå</a:t>
            </a:r>
          </a:p>
          <a:p>
            <a:pPr lvl="3"/>
            <a:r>
              <a:rPr lang="nb-NO" smtClean="0"/>
              <a:t>Fjerde nivå</a:t>
            </a:r>
          </a:p>
          <a:p>
            <a:pPr lvl="4"/>
            <a:r>
              <a:rPr lang="nb-NO" smtClean="0"/>
              <a:t>Femte nivå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6503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457200"/>
            <a:ext cx="7772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6463" y="1465263"/>
            <a:ext cx="7543800" cy="440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text styles</a:t>
            </a:r>
          </a:p>
          <a:p>
            <a:pPr lvl="1"/>
            <a:r>
              <a:rPr lang="nb-NO" smtClean="0"/>
              <a:t>Second level</a:t>
            </a:r>
          </a:p>
          <a:p>
            <a:pPr lvl="2"/>
            <a:r>
              <a:rPr lang="nb-NO" smtClean="0"/>
              <a:t>Third level</a:t>
            </a:r>
          </a:p>
          <a:p>
            <a:pPr lvl="3"/>
            <a:r>
              <a:rPr lang="nb-NO" smtClean="0"/>
              <a:t>Fourth level</a:t>
            </a:r>
          </a:p>
          <a:p>
            <a:pPr lvl="4"/>
            <a:r>
              <a:rPr lang="nb-NO" smtClean="0"/>
              <a:t>Fifth level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24600"/>
            <a:ext cx="2995613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2" r:id="rId2"/>
    <p:sldLayoutId id="2147483691" r:id="rId3"/>
    <p:sldLayoutId id="2147483690" r:id="rId4"/>
    <p:sldLayoutId id="2147483689" r:id="rId5"/>
    <p:sldLayoutId id="2147483688" r:id="rId6"/>
    <p:sldLayoutId id="2147483687" r:id="rId7"/>
    <p:sldLayoutId id="2147483686" r:id="rId8"/>
    <p:sldLayoutId id="2147483685" r:id="rId9"/>
    <p:sldLayoutId id="2147483684" r:id="rId10"/>
    <p:sldLayoutId id="2147483683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384A6E"/>
          </a:solidFill>
          <a:latin typeface="Sirba Bold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384A6E"/>
          </a:solidFill>
          <a:latin typeface="Sirba Bold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384A6E"/>
          </a:solidFill>
          <a:latin typeface="Sirba Bold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384A6E"/>
          </a:solidFill>
          <a:latin typeface="Sirba Bold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384A6E"/>
          </a:solidFill>
          <a:latin typeface="Sirba Bold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384A6E"/>
          </a:solidFill>
          <a:latin typeface="Sirba Regular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rgbClr val="384A6E"/>
          </a:solidFill>
          <a:latin typeface="Sirba Regular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rgbClr val="384A6E"/>
          </a:solidFill>
          <a:latin typeface="Sirba Regular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rgbClr val="384A6E"/>
          </a:solidFill>
          <a:latin typeface="Sirba Regular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rgbClr val="384A6E"/>
          </a:solidFill>
          <a:latin typeface="Sirba Regular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nesstar-dev.nsd.uib.no/nesstartouch/" TargetMode="External"/><Relationship Id="rId2" Type="http://schemas.openxmlformats.org/officeDocument/2006/relationships/hyperlink" Target="http://www.europeansocialsurvey.org/data/themes.html?t=value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rosjekt.nsd.uib.no/gitlab/nesstar/nesstar-rest-api/wikis/hom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rosjekt.nsd.uib.no/gitlab/nesstar/nesstar-rest-ap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osjekt.nsd.uib.no/gitlab/rfm/rest-tutoria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77900" y="3082925"/>
            <a:ext cx="7315200" cy="498475"/>
          </a:xfrm>
        </p:spPr>
        <p:txBody>
          <a:bodyPr/>
          <a:lstStyle/>
          <a:p>
            <a:pPr eaLnBrk="1" hangingPunct="1"/>
            <a:r>
              <a:rPr lang="en-GB" b="1" dirty="0" smtClean="0">
                <a:solidFill>
                  <a:srgbClr val="414E7E"/>
                </a:solidFill>
              </a:rPr>
              <a:t>Ørnulf Risnes</a:t>
            </a:r>
            <a:endParaRPr lang="en-GB" sz="1500" dirty="0" smtClean="0">
              <a:solidFill>
                <a:srgbClr val="414E7E"/>
              </a:solidFill>
            </a:endParaRPr>
          </a:p>
          <a:p>
            <a:pPr eaLnBrk="1" hangingPunct="1"/>
            <a:endParaRPr lang="en-GB" sz="1500" dirty="0" smtClean="0">
              <a:solidFill>
                <a:srgbClr val="414E7E"/>
              </a:solidFill>
            </a:endParaRPr>
          </a:p>
        </p:txBody>
      </p:sp>
      <p:sp>
        <p:nvSpPr>
          <p:cNvPr id="14339" name="Text Box 7"/>
          <p:cNvSpPr txBox="1">
            <a:spLocks noChangeArrowheads="1"/>
          </p:cNvSpPr>
          <p:nvPr/>
        </p:nvSpPr>
        <p:spPr bwMode="auto">
          <a:xfrm>
            <a:off x="1835150" y="5805488"/>
            <a:ext cx="54864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nb-NO" sz="1400" b="1" dirty="0" smtClean="0">
                <a:solidFill>
                  <a:srgbClr val="414E7E"/>
                </a:solidFill>
                <a:latin typeface="Sirba Regular" charset="0"/>
                <a:cs typeface="Arial" charset="0"/>
              </a:rPr>
              <a:t>EDDI 2013 Paris, 3 </a:t>
            </a:r>
            <a:r>
              <a:rPr lang="nb-NO" sz="1400" b="1" dirty="0" err="1" smtClean="0">
                <a:solidFill>
                  <a:srgbClr val="414E7E"/>
                </a:solidFill>
                <a:latin typeface="Sirba Regular" charset="0"/>
                <a:cs typeface="Arial" charset="0"/>
              </a:rPr>
              <a:t>December</a:t>
            </a:r>
            <a:endParaRPr lang="nb-NO" sz="1400" b="1" dirty="0">
              <a:solidFill>
                <a:srgbClr val="414E7E"/>
              </a:solidFill>
              <a:latin typeface="Verdana" pitchFamily="34" charset="0"/>
            </a:endParaRPr>
          </a:p>
        </p:txBody>
      </p:sp>
      <p:sp>
        <p:nvSpPr>
          <p:cNvPr id="14340" name="Rectangle 8"/>
          <p:cNvSpPr>
            <a:spLocks noChangeArrowheads="1"/>
          </p:cNvSpPr>
          <p:nvPr/>
        </p:nvSpPr>
        <p:spPr bwMode="auto">
          <a:xfrm>
            <a:off x="971550" y="4294188"/>
            <a:ext cx="7315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nb-NO" sz="1500" dirty="0" smtClean="0">
                <a:solidFill>
                  <a:srgbClr val="414E7E"/>
                </a:solidFill>
                <a:latin typeface="Sirba Bold" charset="0"/>
              </a:rPr>
              <a:t>Norwegian </a:t>
            </a:r>
            <a:r>
              <a:rPr lang="nb-NO" sz="1500" dirty="0" err="1" smtClean="0">
                <a:solidFill>
                  <a:srgbClr val="414E7E"/>
                </a:solidFill>
                <a:latin typeface="Sirba Bold" charset="0"/>
              </a:rPr>
              <a:t>Social</a:t>
            </a:r>
            <a:r>
              <a:rPr lang="nb-NO" sz="1500" dirty="0" smtClean="0">
                <a:solidFill>
                  <a:srgbClr val="414E7E"/>
                </a:solidFill>
                <a:latin typeface="Sirba Bold" charset="0"/>
              </a:rPr>
              <a:t> </a:t>
            </a:r>
            <a:r>
              <a:rPr lang="nb-NO" sz="1500" dirty="0" err="1" smtClean="0">
                <a:solidFill>
                  <a:srgbClr val="414E7E"/>
                </a:solidFill>
                <a:latin typeface="Sirba Bold" charset="0"/>
              </a:rPr>
              <a:t>Science</a:t>
            </a:r>
            <a:r>
              <a:rPr lang="nb-NO" sz="1500" dirty="0" smtClean="0">
                <a:solidFill>
                  <a:srgbClr val="414E7E"/>
                </a:solidFill>
                <a:latin typeface="Sirba Bold" charset="0"/>
              </a:rPr>
              <a:t> Data Services (NSD)</a:t>
            </a:r>
            <a:endParaRPr lang="nb-NO" sz="1500" dirty="0">
              <a:solidFill>
                <a:srgbClr val="414E7E"/>
              </a:solidFill>
              <a:latin typeface="Sirba Bold" charset="0"/>
            </a:endParaRPr>
          </a:p>
          <a:p>
            <a:pPr algn="ctr">
              <a:spcBef>
                <a:spcPct val="20000"/>
              </a:spcBef>
            </a:pPr>
            <a:endParaRPr lang="nb-NO" sz="1500" dirty="0">
              <a:solidFill>
                <a:srgbClr val="414E7E"/>
              </a:solidFill>
              <a:latin typeface="Sirba Bold" charset="0"/>
            </a:endParaRPr>
          </a:p>
        </p:txBody>
      </p:sp>
      <p:sp>
        <p:nvSpPr>
          <p:cNvPr id="14341" name="Text Box 9"/>
          <p:cNvSpPr txBox="1">
            <a:spLocks noChangeArrowheads="1"/>
          </p:cNvSpPr>
          <p:nvPr/>
        </p:nvSpPr>
        <p:spPr bwMode="auto">
          <a:xfrm>
            <a:off x="755650" y="1987550"/>
            <a:ext cx="7620000" cy="66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nb-NO" sz="3200" b="1" dirty="0" err="1" smtClean="0">
                <a:solidFill>
                  <a:srgbClr val="414E7E"/>
                </a:solidFill>
                <a:latin typeface="Sirba Regular" charset="0"/>
              </a:rPr>
              <a:t>Nesstar</a:t>
            </a:r>
            <a:r>
              <a:rPr lang="nb-NO" sz="3200" b="1" dirty="0" smtClean="0">
                <a:solidFill>
                  <a:srgbClr val="414E7E"/>
                </a:solidFill>
                <a:latin typeface="Sirba Regular" charset="0"/>
              </a:rPr>
              <a:t> REST-API</a:t>
            </a:r>
            <a:endParaRPr lang="nb-NO" sz="3200" b="1" dirty="0">
              <a:solidFill>
                <a:srgbClr val="414E7E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Nesstar</a:t>
            </a:r>
            <a:r>
              <a:rPr lang="nb-NO" dirty="0" smtClean="0"/>
              <a:t> – From </a:t>
            </a:r>
            <a:r>
              <a:rPr lang="nb-NO" dirty="0" err="1" smtClean="0"/>
              <a:t>Tool</a:t>
            </a:r>
            <a:r>
              <a:rPr lang="nb-NO" dirty="0" smtClean="0"/>
              <a:t> to Toolkit 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 smtClean="0"/>
              <a:t>API plan </a:t>
            </a:r>
            <a:r>
              <a:rPr lang="nb-NO" dirty="0" err="1" smtClean="0"/>
              <a:t>presented</a:t>
            </a:r>
            <a:r>
              <a:rPr lang="nb-NO" dirty="0" smtClean="0"/>
              <a:t> in IASSIST 2011: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i="1" dirty="0" smtClean="0"/>
              <a:t>API to </a:t>
            </a:r>
            <a:r>
              <a:rPr lang="nb-NO" i="1" dirty="0" err="1" smtClean="0"/>
              <a:t>focus</a:t>
            </a:r>
            <a:r>
              <a:rPr lang="nb-NO" i="1" dirty="0" smtClean="0"/>
              <a:t> on:</a:t>
            </a:r>
          </a:p>
          <a:p>
            <a:pPr marL="0" indent="0" algn="ctr">
              <a:buNone/>
            </a:pPr>
            <a:endParaRPr lang="nb-NO" i="1" dirty="0"/>
          </a:p>
          <a:p>
            <a:pPr marL="0" indent="0" algn="ctr">
              <a:buNone/>
            </a:pPr>
            <a:r>
              <a:rPr lang="nb-NO" i="1" dirty="0" smtClean="0"/>
              <a:t>Max </a:t>
            </a:r>
            <a:r>
              <a:rPr lang="nb-NO" i="1" dirty="0"/>
              <a:t>ROI on DDI2-investments (DDI-C)</a:t>
            </a:r>
          </a:p>
          <a:p>
            <a:pPr algn="ctr"/>
            <a:endParaRPr lang="nb-NO" i="1" dirty="0"/>
          </a:p>
          <a:p>
            <a:pPr marL="0" indent="0" algn="ctr">
              <a:buNone/>
            </a:pPr>
            <a:r>
              <a:rPr lang="nb-NO" i="1" dirty="0" err="1"/>
              <a:t>Flexibility</a:t>
            </a:r>
            <a:endParaRPr lang="nb-NO" i="1" dirty="0"/>
          </a:p>
          <a:p>
            <a:pPr algn="ctr"/>
            <a:endParaRPr lang="nb-NO" i="1" dirty="0"/>
          </a:p>
          <a:p>
            <a:pPr marL="0" indent="0" algn="ctr">
              <a:buNone/>
            </a:pPr>
            <a:r>
              <a:rPr lang="nb-NO" sz="3200" b="1" i="1" dirty="0" err="1"/>
              <a:t>Usefulness</a:t>
            </a:r>
            <a:r>
              <a:rPr lang="nb-NO" sz="3200" b="1" i="1" dirty="0"/>
              <a:t>!</a:t>
            </a:r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01477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07842" y="188640"/>
            <a:ext cx="7772400" cy="648072"/>
          </a:xfrm>
        </p:spPr>
        <p:txBody>
          <a:bodyPr/>
          <a:lstStyle/>
          <a:p>
            <a:r>
              <a:rPr lang="nb-NO" dirty="0" smtClean="0"/>
              <a:t>1.0) </a:t>
            </a:r>
            <a:r>
              <a:rPr lang="nb-NO" dirty="0" err="1" smtClean="0"/>
              <a:t>Nesstar</a:t>
            </a:r>
            <a:r>
              <a:rPr lang="nb-NO" dirty="0" smtClean="0"/>
              <a:t> Software Suite </a:t>
            </a:r>
            <a:r>
              <a:rPr lang="nb-NO" sz="1600" dirty="0" smtClean="0"/>
              <a:t>(</a:t>
            </a:r>
            <a:r>
              <a:rPr lang="nb-NO" sz="1600" dirty="0" err="1" smtClean="0"/>
              <a:t>current</a:t>
            </a:r>
            <a:r>
              <a:rPr lang="nb-NO" sz="1600" dirty="0" smtClean="0"/>
              <a:t> </a:t>
            </a:r>
            <a:r>
              <a:rPr lang="nb-NO" sz="1600" dirty="0" err="1" smtClean="0"/>
              <a:t>version</a:t>
            </a:r>
            <a:r>
              <a:rPr lang="nb-NO" sz="1600" dirty="0" smtClean="0"/>
              <a:t> 4.0.6.1)</a:t>
            </a:r>
            <a:endParaRPr lang="nb-NO" sz="1600" dirty="0"/>
          </a:p>
        </p:txBody>
      </p:sp>
      <p:pic>
        <p:nvPicPr>
          <p:cNvPr id="131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24013"/>
            <a:ext cx="7772400" cy="360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339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990600"/>
          </a:xfrm>
        </p:spPr>
        <p:txBody>
          <a:bodyPr/>
          <a:lstStyle/>
          <a:p>
            <a:r>
              <a:rPr lang="nb-NO" dirty="0" smtClean="0"/>
              <a:t>2.0) </a:t>
            </a:r>
            <a:r>
              <a:rPr lang="nb-NO" dirty="0" smtClean="0"/>
              <a:t>The Java </a:t>
            </a:r>
            <a:r>
              <a:rPr lang="nb-NO" dirty="0" smtClean="0"/>
              <a:t>API </a:t>
            </a:r>
            <a:r>
              <a:rPr lang="nb-NO" sz="1600" dirty="0" smtClean="0"/>
              <a:t>(</a:t>
            </a:r>
            <a:r>
              <a:rPr lang="nb-NO" sz="1600" dirty="0" err="1" smtClean="0"/>
              <a:t>current</a:t>
            </a:r>
            <a:r>
              <a:rPr lang="nb-NO" sz="1600" dirty="0" smtClean="0"/>
              <a:t> </a:t>
            </a:r>
            <a:r>
              <a:rPr lang="nb-NO" sz="1600" dirty="0" err="1" smtClean="0"/>
              <a:t>version</a:t>
            </a:r>
            <a:r>
              <a:rPr lang="nb-NO" sz="1600" dirty="0" smtClean="0"/>
              <a:t> 0.6.5)</a:t>
            </a:r>
            <a:endParaRPr lang="nb-NO" sz="1600" dirty="0"/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692696"/>
            <a:ext cx="6743418" cy="5642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942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lassholder for innhold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764704"/>
            <a:ext cx="7560840" cy="554461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tel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990600"/>
          </a:xfrm>
        </p:spPr>
        <p:txBody>
          <a:bodyPr/>
          <a:lstStyle/>
          <a:p>
            <a:r>
              <a:rPr lang="nb-NO" dirty="0" smtClean="0"/>
              <a:t>3.0) </a:t>
            </a:r>
            <a:r>
              <a:rPr lang="nb-NO" dirty="0" smtClean="0"/>
              <a:t>The REST </a:t>
            </a:r>
            <a:r>
              <a:rPr lang="nb-NO" dirty="0" smtClean="0"/>
              <a:t>API </a:t>
            </a:r>
            <a:r>
              <a:rPr lang="nb-NO" sz="1600" dirty="0" smtClean="0"/>
              <a:t>(</a:t>
            </a:r>
            <a:r>
              <a:rPr lang="nb-NO" sz="1600" dirty="0" err="1" smtClean="0"/>
              <a:t>current</a:t>
            </a:r>
            <a:r>
              <a:rPr lang="nb-NO" sz="1600" dirty="0" smtClean="0"/>
              <a:t> </a:t>
            </a:r>
            <a:r>
              <a:rPr lang="nb-NO" sz="1600" dirty="0" err="1" smtClean="0"/>
              <a:t>version</a:t>
            </a:r>
            <a:r>
              <a:rPr lang="nb-NO" sz="1600" dirty="0" smtClean="0"/>
              <a:t> 0.3.0)</a:t>
            </a:r>
            <a:endParaRPr lang="nb-NO" sz="1600" dirty="0"/>
          </a:p>
        </p:txBody>
      </p:sp>
    </p:spTree>
    <p:extLst>
      <p:ext uri="{BB962C8B-B14F-4D97-AF65-F5344CB8AC3E}">
        <p14:creationId xmlns:p14="http://schemas.microsoft.com/office/powerpoint/2010/main" val="2351856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7772400" cy="595536"/>
          </a:xfrm>
        </p:spPr>
        <p:txBody>
          <a:bodyPr/>
          <a:lstStyle/>
          <a:p>
            <a:r>
              <a:rPr lang="nb-NO" dirty="0" smtClean="0"/>
              <a:t>Great things </a:t>
            </a:r>
            <a:r>
              <a:rPr lang="nb-NO" dirty="0" err="1" smtClean="0"/>
              <a:t>about</a:t>
            </a:r>
            <a:r>
              <a:rPr lang="nb-NO" dirty="0" smtClean="0"/>
              <a:t> </a:t>
            </a:r>
            <a:r>
              <a:rPr lang="nb-NO" dirty="0" err="1" smtClean="0"/>
              <a:t>the</a:t>
            </a:r>
            <a:r>
              <a:rPr lang="nb-NO" dirty="0" smtClean="0"/>
              <a:t> </a:t>
            </a:r>
            <a:r>
              <a:rPr lang="nb-NO" dirty="0" smtClean="0"/>
              <a:t>Nesstar REST-API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906463" y="1268760"/>
            <a:ext cx="7543800" cy="4896543"/>
          </a:xfrm>
        </p:spPr>
        <p:txBody>
          <a:bodyPr/>
          <a:lstStyle/>
          <a:p>
            <a:pPr marL="0" indent="0">
              <a:buNone/>
            </a:pPr>
            <a:r>
              <a:rPr lang="nb-NO" sz="2800" dirty="0" smtClean="0"/>
              <a:t>Simple, </a:t>
            </a:r>
            <a:r>
              <a:rPr lang="nb-NO" sz="2800" dirty="0" err="1" smtClean="0"/>
              <a:t>easy</a:t>
            </a:r>
            <a:r>
              <a:rPr lang="nb-NO" sz="2800" dirty="0" smtClean="0"/>
              <a:t> to </a:t>
            </a:r>
            <a:r>
              <a:rPr lang="nb-NO" sz="2800" dirty="0" err="1" smtClean="0"/>
              <a:t>use</a:t>
            </a:r>
            <a:endParaRPr lang="nb-NO" sz="2800" dirty="0" smtClean="0"/>
          </a:p>
          <a:p>
            <a:pPr marL="0" indent="0">
              <a:buNone/>
            </a:pPr>
            <a:endParaRPr lang="nb-NO" sz="2800" dirty="0"/>
          </a:p>
          <a:p>
            <a:pPr marL="0" indent="0">
              <a:buNone/>
            </a:pPr>
            <a:r>
              <a:rPr lang="nb-NO" sz="2800" dirty="0" err="1" smtClean="0"/>
              <a:t>Self-contained</a:t>
            </a:r>
            <a:r>
              <a:rPr lang="nb-NO" sz="2800" dirty="0" smtClean="0"/>
              <a:t>, </a:t>
            </a:r>
            <a:r>
              <a:rPr lang="nb-NO" sz="2800" dirty="0" err="1" smtClean="0"/>
              <a:t>no</a:t>
            </a:r>
            <a:r>
              <a:rPr lang="nb-NO" sz="2800" dirty="0" smtClean="0"/>
              <a:t> </a:t>
            </a:r>
            <a:r>
              <a:rPr lang="nb-NO" sz="2800" dirty="0" err="1" smtClean="0"/>
              <a:t>dependencies</a:t>
            </a:r>
            <a:endParaRPr lang="nb-NO" sz="2800" dirty="0" smtClean="0"/>
          </a:p>
          <a:p>
            <a:pPr marL="0" indent="0">
              <a:buNone/>
            </a:pPr>
            <a:endParaRPr lang="nb-NO" sz="2800" dirty="0"/>
          </a:p>
          <a:p>
            <a:pPr marL="0" indent="0">
              <a:buNone/>
            </a:pPr>
            <a:r>
              <a:rPr lang="nb-NO" sz="2800" dirty="0" smtClean="0"/>
              <a:t>Platform </a:t>
            </a:r>
            <a:r>
              <a:rPr lang="nb-NO" sz="2800" dirty="0" err="1" smtClean="0"/>
              <a:t>agnostic</a:t>
            </a:r>
            <a:endParaRPr lang="nb-NO" sz="2800" dirty="0"/>
          </a:p>
          <a:p>
            <a:pPr marL="0" indent="0">
              <a:buNone/>
            </a:pPr>
            <a:endParaRPr lang="nb-NO" sz="2800" dirty="0"/>
          </a:p>
          <a:p>
            <a:pPr marL="0" indent="0">
              <a:buNone/>
            </a:pPr>
            <a:r>
              <a:rPr lang="nb-NO" sz="2800" dirty="0" err="1" smtClean="0"/>
              <a:t>Clientside</a:t>
            </a:r>
            <a:r>
              <a:rPr lang="nb-NO" sz="2800" dirty="0" smtClean="0"/>
              <a:t>/serverside </a:t>
            </a:r>
            <a:r>
              <a:rPr lang="nb-NO" sz="2800" dirty="0" err="1" smtClean="0"/>
              <a:t>agnostic</a:t>
            </a:r>
            <a:endParaRPr lang="nb-NO" sz="2800" dirty="0" smtClean="0"/>
          </a:p>
          <a:p>
            <a:pPr marL="0" indent="0">
              <a:buNone/>
            </a:pPr>
            <a:endParaRPr lang="nb-NO" sz="2800" dirty="0" smtClean="0"/>
          </a:p>
          <a:p>
            <a:pPr marL="0" indent="0">
              <a:buNone/>
            </a:pPr>
            <a:r>
              <a:rPr lang="nb-NO" sz="2800" dirty="0" smtClean="0"/>
              <a:t>It’s </a:t>
            </a:r>
            <a:r>
              <a:rPr lang="nb-NO" sz="2800" dirty="0" err="1" smtClean="0"/>
              <a:t>open</a:t>
            </a:r>
            <a:r>
              <a:rPr lang="nb-NO" sz="2800" dirty="0" smtClean="0"/>
              <a:t> </a:t>
            </a:r>
            <a:r>
              <a:rPr lang="nb-NO" sz="2800" dirty="0" err="1" smtClean="0"/>
              <a:t>source</a:t>
            </a:r>
            <a:endParaRPr lang="nb-NO" sz="2800" dirty="0" smtClean="0"/>
          </a:p>
          <a:p>
            <a:pPr marL="0" indent="0">
              <a:buNone/>
            </a:pPr>
            <a:endParaRPr lang="nb-NO" sz="2800" dirty="0" smtClean="0"/>
          </a:p>
          <a:p>
            <a:pPr marL="0" indent="0">
              <a:buNone/>
            </a:pPr>
            <a:endParaRPr lang="nb-NO" sz="2800" dirty="0" smtClean="0"/>
          </a:p>
          <a:p>
            <a:pPr marL="0" indent="0">
              <a:buNone/>
            </a:pPr>
            <a:r>
              <a:rPr lang="nb-NO" sz="2800" dirty="0" smtClean="0"/>
              <a:t>	</a:t>
            </a:r>
            <a:endParaRPr lang="nb-NO" sz="2800" dirty="0"/>
          </a:p>
        </p:txBody>
      </p:sp>
    </p:spTree>
    <p:extLst>
      <p:ext uri="{BB962C8B-B14F-4D97-AF65-F5344CB8AC3E}">
        <p14:creationId xmlns:p14="http://schemas.microsoft.com/office/powerpoint/2010/main" val="258119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Architecture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611560" y="1340768"/>
            <a:ext cx="4464496" cy="4708525"/>
          </a:xfrm>
        </p:spPr>
        <p:txBody>
          <a:bodyPr/>
          <a:lstStyle/>
          <a:p>
            <a:pPr marL="0" indent="0">
              <a:buNone/>
            </a:pPr>
            <a:r>
              <a:rPr lang="nb-NO" dirty="0" err="1" smtClean="0"/>
              <a:t>Standalone</a:t>
            </a:r>
            <a:r>
              <a:rPr lang="nb-NO" dirty="0" smtClean="0"/>
              <a:t> </a:t>
            </a:r>
            <a:r>
              <a:rPr lang="nb-NO" dirty="0" smtClean="0"/>
              <a:t>server</a:t>
            </a:r>
            <a:r>
              <a:rPr lang="nb-NO" dirty="0" smtClean="0"/>
              <a:t/>
            </a:r>
            <a:br>
              <a:rPr lang="nb-NO" dirty="0" smtClean="0"/>
            </a:br>
            <a:endParaRPr lang="nb-NO" dirty="0" smtClean="0"/>
          </a:p>
          <a:p>
            <a:pPr marL="0" indent="0">
              <a:buNone/>
            </a:pPr>
            <a:r>
              <a:rPr lang="nb-NO" dirty="0" err="1"/>
              <a:t>Runnable</a:t>
            </a:r>
            <a:r>
              <a:rPr lang="nb-NO" dirty="0"/>
              <a:t> «fat </a:t>
            </a:r>
            <a:r>
              <a:rPr lang="nb-NO" dirty="0" smtClean="0"/>
              <a:t>jar» </a:t>
            </a:r>
          </a:p>
          <a:p>
            <a:pPr lvl="1"/>
            <a:r>
              <a:rPr lang="nb-NO" dirty="0" err="1" smtClean="0"/>
              <a:t>Dropwizard</a:t>
            </a:r>
            <a:endParaRPr lang="nb-NO" dirty="0" smtClean="0"/>
          </a:p>
          <a:p>
            <a:pPr lvl="1"/>
            <a:r>
              <a:rPr lang="nb-NO" dirty="0" smtClean="0"/>
              <a:t>Embedded </a:t>
            </a:r>
            <a:r>
              <a:rPr lang="nb-NO" dirty="0" err="1" smtClean="0"/>
              <a:t>Jetty</a:t>
            </a:r>
            <a:r>
              <a:rPr lang="nb-NO" dirty="0" smtClean="0"/>
              <a:t/>
            </a:r>
            <a:br>
              <a:rPr lang="nb-NO" dirty="0" smtClean="0"/>
            </a:br>
            <a:endParaRPr lang="nb-NO" dirty="0" smtClean="0"/>
          </a:p>
          <a:p>
            <a:pPr marL="0" indent="0">
              <a:buNone/>
            </a:pPr>
            <a:r>
              <a:rPr lang="nb-NO" dirty="0" smtClean="0"/>
              <a:t>1:1 </a:t>
            </a:r>
            <a:r>
              <a:rPr lang="nb-NO" dirty="0" err="1" smtClean="0"/>
              <a:t>relationship</a:t>
            </a:r>
            <a:r>
              <a:rPr lang="nb-NO" dirty="0" smtClean="0"/>
              <a:t> </a:t>
            </a:r>
            <a:r>
              <a:rPr lang="nb-NO" dirty="0" err="1" smtClean="0"/>
              <a:t>with</a:t>
            </a:r>
            <a:r>
              <a:rPr lang="nb-NO" dirty="0" smtClean="0"/>
              <a:t> Nesstar Server</a:t>
            </a:r>
          </a:p>
          <a:p>
            <a:pPr lvl="1"/>
            <a:r>
              <a:rPr lang="nb-NO" dirty="0" smtClean="0"/>
              <a:t>URL in </a:t>
            </a:r>
            <a:r>
              <a:rPr lang="nb-NO" dirty="0" err="1" smtClean="0"/>
              <a:t>config</a:t>
            </a:r>
            <a:r>
              <a:rPr lang="nb-NO" dirty="0" smtClean="0"/>
              <a:t>-file</a:t>
            </a:r>
          </a:p>
        </p:txBody>
      </p:sp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581128"/>
            <a:ext cx="1543050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614" y="2823874"/>
            <a:ext cx="1467222" cy="175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25" name="Picture 5" descr="http://stritar.net/Upload/Images/BrowserIcon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692696"/>
            <a:ext cx="2448272" cy="1863286"/>
          </a:xfrm>
          <a:prstGeom prst="rect">
            <a:avLst/>
          </a:prstGeom>
          <a:noFill/>
          <a:ln w="19050" cap="sq" cmpd="sng">
            <a:solidFill>
              <a:schemeClr val="tx1">
                <a:lumMod val="50000"/>
                <a:lumOff val="50000"/>
              </a:schemeClr>
            </a:solidFill>
          </a:ln>
          <a:effectLst>
            <a:outerShdw blurRad="749300" dist="38100" dir="2700000" sx="111000" sy="111000" algn="tl" rotWithShape="0">
              <a:prstClr val="black">
                <a:alpha val="40000"/>
              </a:prstClr>
            </a:outerShdw>
            <a:reflection endPos="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27" name="Picture 7" descr="http://robotsconf.com/img/polyglot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068" y="1299873"/>
            <a:ext cx="3095625" cy="1524001"/>
          </a:xfrm>
          <a:prstGeom prst="rect">
            <a:avLst/>
          </a:pr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60400" dist="38100" dir="2700000" sx="120000" sy="12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070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3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What</a:t>
            </a:r>
            <a:r>
              <a:rPr lang="nb-NO" dirty="0" smtClean="0"/>
              <a:t> </a:t>
            </a:r>
            <a:r>
              <a:rPr lang="nb-NO" dirty="0" err="1" smtClean="0"/>
              <a:t>can</a:t>
            </a:r>
            <a:r>
              <a:rPr lang="nb-NO" dirty="0" smtClean="0"/>
              <a:t> </a:t>
            </a:r>
            <a:r>
              <a:rPr lang="nb-NO" dirty="0" err="1" smtClean="0"/>
              <a:t>you</a:t>
            </a:r>
            <a:r>
              <a:rPr lang="nb-NO" dirty="0" smtClean="0"/>
              <a:t> do </a:t>
            </a:r>
            <a:r>
              <a:rPr lang="nb-NO" dirty="0" err="1" smtClean="0"/>
              <a:t>with</a:t>
            </a:r>
            <a:r>
              <a:rPr lang="nb-NO" dirty="0" smtClean="0"/>
              <a:t> </a:t>
            </a:r>
            <a:r>
              <a:rPr lang="nb-NO" dirty="0" err="1" smtClean="0"/>
              <a:t>the</a:t>
            </a:r>
            <a:r>
              <a:rPr lang="nb-NO" dirty="0" smtClean="0"/>
              <a:t> </a:t>
            </a:r>
            <a:r>
              <a:rPr lang="nb-NO" dirty="0" err="1" smtClean="0"/>
              <a:t>Nesstar</a:t>
            </a:r>
            <a:r>
              <a:rPr lang="nb-NO" dirty="0" smtClean="0"/>
              <a:t> REST-API?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 err="1" smtClean="0"/>
              <a:t>Enrich</a:t>
            </a:r>
            <a:r>
              <a:rPr lang="nb-NO" dirty="0" smtClean="0"/>
              <a:t> </a:t>
            </a:r>
            <a:r>
              <a:rPr lang="nb-NO" dirty="0" err="1" smtClean="0"/>
              <a:t>your</a:t>
            </a:r>
            <a:r>
              <a:rPr lang="nb-NO" dirty="0" smtClean="0"/>
              <a:t> </a:t>
            </a:r>
            <a:r>
              <a:rPr lang="nb-NO" dirty="0" err="1" smtClean="0"/>
              <a:t>webpages</a:t>
            </a:r>
            <a:endParaRPr lang="nb-NO" dirty="0" smtClean="0"/>
          </a:p>
          <a:p>
            <a:pPr marL="0" indent="0">
              <a:buNone/>
            </a:pPr>
            <a:r>
              <a:rPr lang="nb-NO" dirty="0" smtClean="0"/>
              <a:t>	</a:t>
            </a:r>
            <a:r>
              <a:rPr lang="nb-NO" dirty="0" smtClean="0">
                <a:hlinkClick r:id="rId2"/>
              </a:rPr>
              <a:t>European </a:t>
            </a:r>
            <a:r>
              <a:rPr lang="nb-NO" dirty="0" err="1" smtClean="0">
                <a:hlinkClick r:id="rId2"/>
              </a:rPr>
              <a:t>Social</a:t>
            </a:r>
            <a:r>
              <a:rPr lang="nb-NO" dirty="0" smtClean="0">
                <a:hlinkClick r:id="rId2"/>
              </a:rPr>
              <a:t> Survey</a:t>
            </a:r>
            <a:endParaRPr lang="nb-NO" dirty="0" smtClean="0"/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 smtClean="0"/>
              <a:t>New </a:t>
            </a:r>
            <a:r>
              <a:rPr lang="nb-NO" dirty="0" err="1" smtClean="0"/>
              <a:t>applications</a:t>
            </a:r>
            <a:endParaRPr lang="nb-NO" dirty="0" smtClean="0"/>
          </a:p>
          <a:p>
            <a:pPr marL="0" indent="0">
              <a:buNone/>
            </a:pPr>
            <a:r>
              <a:rPr lang="nb-NO" dirty="0"/>
              <a:t>	</a:t>
            </a:r>
            <a:r>
              <a:rPr lang="nb-NO" dirty="0" smtClean="0">
                <a:hlinkClick r:id="rId3"/>
              </a:rPr>
              <a:t>NSD Touch</a:t>
            </a:r>
            <a:endParaRPr lang="nb-NO" dirty="0" smtClean="0"/>
          </a:p>
          <a:p>
            <a:pPr marL="0" indent="0">
              <a:buNone/>
            </a:pPr>
            <a:r>
              <a:rPr lang="nb-NO" dirty="0"/>
              <a:t>	</a:t>
            </a:r>
            <a:r>
              <a:rPr lang="nb-NO" dirty="0" err="1" smtClean="0"/>
              <a:t>Embeddable</a:t>
            </a:r>
            <a:r>
              <a:rPr lang="nb-NO" dirty="0" smtClean="0"/>
              <a:t> </a:t>
            </a:r>
            <a:r>
              <a:rPr lang="nb-NO" dirty="0" err="1" smtClean="0"/>
              <a:t>widgets</a:t>
            </a:r>
            <a:endParaRPr lang="nb-NO" dirty="0" smtClean="0"/>
          </a:p>
          <a:p>
            <a:pPr marL="0" indent="0">
              <a:buNone/>
            </a:pPr>
            <a:r>
              <a:rPr lang="nb-NO" dirty="0"/>
              <a:t>	</a:t>
            </a:r>
            <a:r>
              <a:rPr lang="nb-NO" dirty="0" err="1" smtClean="0"/>
              <a:t>Download</a:t>
            </a:r>
            <a:r>
              <a:rPr lang="nb-NO" dirty="0" smtClean="0"/>
              <a:t> </a:t>
            </a:r>
            <a:r>
              <a:rPr lang="nb-NO" dirty="0" err="1" smtClean="0"/>
              <a:t>interfaces</a:t>
            </a:r>
            <a:endParaRPr lang="nb-NO" dirty="0" smtClean="0"/>
          </a:p>
          <a:p>
            <a:pPr marL="0" indent="0">
              <a:buNone/>
            </a:pPr>
            <a:r>
              <a:rPr lang="nb-NO" dirty="0"/>
              <a:t>	</a:t>
            </a:r>
            <a:r>
              <a:rPr lang="nb-NO" dirty="0" smtClean="0"/>
              <a:t>Online </a:t>
            </a:r>
            <a:r>
              <a:rPr lang="nb-NO" dirty="0" err="1" smtClean="0"/>
              <a:t>command</a:t>
            </a:r>
            <a:r>
              <a:rPr lang="nb-NO" dirty="0" smtClean="0"/>
              <a:t> line stat </a:t>
            </a:r>
            <a:r>
              <a:rPr lang="nb-NO" dirty="0" err="1" smtClean="0"/>
              <a:t>tool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9475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How to </a:t>
            </a:r>
            <a:r>
              <a:rPr lang="nb-NO" dirty="0" err="1" smtClean="0"/>
              <a:t>begin</a:t>
            </a:r>
            <a:r>
              <a:rPr lang="nb-NO" dirty="0" smtClean="0"/>
              <a:t>?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arenR"/>
            </a:pPr>
            <a:r>
              <a:rPr lang="nb-NO" dirty="0" err="1" smtClean="0"/>
              <a:t>Clone</a:t>
            </a:r>
            <a:r>
              <a:rPr lang="nb-NO" dirty="0" smtClean="0"/>
              <a:t> it from </a:t>
            </a:r>
            <a:r>
              <a:rPr lang="nb-NO" dirty="0" err="1" smtClean="0"/>
              <a:t>NSD’s</a:t>
            </a:r>
            <a:r>
              <a:rPr lang="nb-NO" dirty="0" smtClean="0"/>
              <a:t> </a:t>
            </a:r>
            <a:r>
              <a:rPr lang="nb-NO" dirty="0" err="1" smtClean="0"/>
              <a:t>GitLab</a:t>
            </a:r>
            <a:endParaRPr lang="nb-NO" dirty="0" smtClean="0"/>
          </a:p>
          <a:p>
            <a:pPr marL="457200" indent="-457200">
              <a:buAutoNum type="arabicParenR"/>
            </a:pPr>
            <a:endParaRPr lang="nb-NO" dirty="0" smtClean="0"/>
          </a:p>
          <a:p>
            <a:pPr marL="457200" indent="-457200">
              <a:buAutoNum type="arabicParenR"/>
            </a:pPr>
            <a:r>
              <a:rPr lang="nb-NO" dirty="0" err="1" smtClean="0"/>
              <a:t>Build</a:t>
            </a:r>
            <a:r>
              <a:rPr lang="nb-NO" dirty="0"/>
              <a:t> </a:t>
            </a:r>
            <a:r>
              <a:rPr lang="nb-NO" dirty="0" smtClean="0"/>
              <a:t>and run</a:t>
            </a:r>
          </a:p>
          <a:p>
            <a:pPr marL="457200" indent="-457200">
              <a:buAutoNum type="arabicParenR"/>
            </a:pPr>
            <a:endParaRPr lang="nb-NO" dirty="0" smtClean="0"/>
          </a:p>
          <a:p>
            <a:pPr marL="457200" indent="-457200">
              <a:buAutoNum type="arabicParenR"/>
            </a:pPr>
            <a:r>
              <a:rPr lang="nb-NO" dirty="0" err="1" smtClean="0"/>
              <a:t>Use</a:t>
            </a:r>
            <a:r>
              <a:rPr lang="nb-NO" dirty="0" smtClean="0"/>
              <a:t> </a:t>
            </a:r>
            <a:r>
              <a:rPr lang="nb-NO" dirty="0" err="1" smtClean="0"/>
              <a:t>Gitlab</a:t>
            </a:r>
            <a:r>
              <a:rPr lang="nb-NO" dirty="0" smtClean="0"/>
              <a:t> wiki for </a:t>
            </a:r>
            <a:r>
              <a:rPr lang="nb-NO" dirty="0" err="1" smtClean="0"/>
              <a:t>documentation</a:t>
            </a:r>
            <a:endParaRPr lang="nb-NO" dirty="0" smtClean="0"/>
          </a:p>
          <a:p>
            <a:pPr marL="400050" lvl="1" indent="0">
              <a:buNone/>
            </a:pPr>
            <a:r>
              <a:rPr lang="nb-NO" dirty="0">
                <a:hlinkClick r:id="rId2"/>
              </a:rPr>
              <a:t>https://</a:t>
            </a:r>
            <a:r>
              <a:rPr lang="nb-NO" dirty="0" smtClean="0">
                <a:hlinkClick r:id="rId2"/>
              </a:rPr>
              <a:t>prosjekt.nsd.uib.no/gitlab/nesstar/nesstar-rest-api/wikis/home</a:t>
            </a:r>
            <a:r>
              <a:rPr lang="nb-NO" dirty="0" smtClean="0"/>
              <a:t> </a:t>
            </a:r>
          </a:p>
          <a:p>
            <a:pPr marL="457200" indent="-457200">
              <a:buAutoNum type="arabicParenR"/>
            </a:pPr>
            <a:endParaRPr lang="nb-NO" dirty="0" smtClean="0"/>
          </a:p>
          <a:p>
            <a:pPr marL="457200" indent="-457200">
              <a:buAutoNum type="arabicParenR"/>
            </a:pPr>
            <a:r>
              <a:rPr lang="nb-NO" dirty="0" smtClean="0"/>
              <a:t>????</a:t>
            </a:r>
          </a:p>
          <a:p>
            <a:pPr marL="457200" indent="-457200">
              <a:buAutoNum type="arabicParenR"/>
            </a:pPr>
            <a:endParaRPr lang="nb-NO" dirty="0" smtClean="0"/>
          </a:p>
          <a:p>
            <a:pPr marL="457200" indent="-457200">
              <a:buAutoNum type="arabicParenR"/>
            </a:pPr>
            <a:r>
              <a:rPr lang="nb-NO" dirty="0" err="1" smtClean="0"/>
              <a:t>Success</a:t>
            </a:r>
            <a:r>
              <a:rPr lang="nb-NO" dirty="0" smtClean="0"/>
              <a:t>!!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970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REST API + </a:t>
            </a:r>
            <a:r>
              <a:rPr lang="nb-NO" dirty="0" err="1" smtClean="0"/>
              <a:t>Tutorial</a:t>
            </a:r>
            <a:r>
              <a:rPr lang="nb-NO" dirty="0" smtClean="0"/>
              <a:t> </a:t>
            </a:r>
            <a:r>
              <a:rPr lang="nb-NO" dirty="0" err="1" smtClean="0"/>
              <a:t>available</a:t>
            </a:r>
            <a:endParaRPr lang="nb-NO" dirty="0"/>
          </a:p>
        </p:txBody>
      </p:sp>
      <p:sp>
        <p:nvSpPr>
          <p:cNvPr id="9" name="Plassholder for innhold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 smtClean="0"/>
              <a:t>REST API</a:t>
            </a:r>
            <a:br>
              <a:rPr lang="nb-NO" dirty="0" smtClean="0"/>
            </a:br>
            <a:r>
              <a:rPr lang="nb-NO" dirty="0" smtClean="0">
                <a:hlinkClick r:id="rId3"/>
              </a:rPr>
              <a:t>https://prosjekt.nsd.uib.no/gitlab/nesstar/nesstar-rest-api</a:t>
            </a:r>
            <a:endParaRPr lang="nb-NO" dirty="0" smtClean="0"/>
          </a:p>
          <a:p>
            <a:pPr marL="0" indent="0">
              <a:buNone/>
            </a:pPr>
            <a:endParaRPr lang="nb-NO" dirty="0" smtClean="0"/>
          </a:p>
          <a:p>
            <a:pPr marL="0" indent="0">
              <a:buNone/>
            </a:pPr>
            <a:r>
              <a:rPr lang="nb-NO" dirty="0" smtClean="0"/>
              <a:t>REST API </a:t>
            </a:r>
            <a:r>
              <a:rPr lang="nb-NO" dirty="0" err="1" smtClean="0"/>
              <a:t>Tutorial</a:t>
            </a:r>
            <a:endParaRPr lang="nb-NO" dirty="0" smtClean="0"/>
          </a:p>
          <a:p>
            <a:pPr marL="0" indent="0">
              <a:buNone/>
            </a:pPr>
            <a:r>
              <a:rPr lang="nb-NO" dirty="0" smtClean="0">
                <a:hlinkClick r:id="rId4"/>
              </a:rPr>
              <a:t>https://prosjekt.nsd.uib.no/gitlab/rfm/rest-tutorial</a:t>
            </a:r>
            <a:r>
              <a:rPr lang="nb-NO" dirty="0" smtClean="0"/>
              <a:t> </a:t>
            </a:r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6243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Thank</a:t>
            </a:r>
            <a:r>
              <a:rPr lang="nb-NO" dirty="0" smtClean="0"/>
              <a:t> </a:t>
            </a:r>
            <a:r>
              <a:rPr lang="nb-NO" dirty="0" err="1" smtClean="0"/>
              <a:t>you</a:t>
            </a:r>
            <a:endParaRPr lang="nb-NO" dirty="0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4656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tle">
  <a:themeElements>
    <a:clrScheme name="">
      <a:dk1>
        <a:srgbClr val="000000"/>
      </a:dk1>
      <a:lt1>
        <a:srgbClr val="000099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CA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At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t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t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t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Atle</Template>
  <TotalTime>4574</TotalTime>
  <Words>146</Words>
  <Application>Microsoft Office PowerPoint</Application>
  <PresentationFormat>Skjermfremvisning (4:3)</PresentationFormat>
  <Paragraphs>64</Paragraphs>
  <Slides>11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Lysbildetitler</vt:lpstr>
      </vt:variant>
      <vt:variant>
        <vt:i4>11</vt:i4>
      </vt:variant>
    </vt:vector>
  </HeadingPairs>
  <TitlesOfParts>
    <vt:vector size="12" baseType="lpstr">
      <vt:lpstr>Atle</vt:lpstr>
      <vt:lpstr>PowerPoint-presentasjon</vt:lpstr>
      <vt:lpstr>Nesstar – From Tool to Toolkit </vt:lpstr>
      <vt:lpstr>1.0) Nesstar Software Suite (current version 4.0.6.1)</vt:lpstr>
      <vt:lpstr>2.0) The Java API (current version 0.6.5)</vt:lpstr>
      <vt:lpstr>3.0) The REST API (current version 0.3.0)</vt:lpstr>
      <vt:lpstr>Great things about the Nesstar REST-API</vt:lpstr>
      <vt:lpstr>Architecture</vt:lpstr>
      <vt:lpstr>What can you do with the Nesstar REST-API?</vt:lpstr>
      <vt:lpstr>How to begin?</vt:lpstr>
      <vt:lpstr>REST API + Tutorial available</vt:lpstr>
      <vt:lpstr>Thank you</vt:lpstr>
    </vt:vector>
  </TitlesOfParts>
  <Company>NSD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bo</dc:creator>
  <cp:lastModifiedBy>Ørnulf Risnes</cp:lastModifiedBy>
  <cp:revision>133</cp:revision>
  <dcterms:created xsi:type="dcterms:W3CDTF">2006-10-18T12:02:12Z</dcterms:created>
  <dcterms:modified xsi:type="dcterms:W3CDTF">2013-12-03T08:11:12Z</dcterms:modified>
</cp:coreProperties>
</file>